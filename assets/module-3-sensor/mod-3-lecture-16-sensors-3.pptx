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ink/ink546.xml" ContentType="application/inkml+xml"/>
  <Override PartName="/ppt/ink/ink547.xml" ContentType="application/inkml+xml"/>
  <Override PartName="/ppt/ink/ink548.xml" ContentType="application/inkml+xml"/>
  <Override PartName="/ppt/ink/ink549.xml" ContentType="application/inkml+xml"/>
  <Override PartName="/ppt/ink/ink550.xml" ContentType="application/inkml+xml"/>
  <Override PartName="/ppt/ink/ink551.xml" ContentType="application/inkml+xml"/>
  <Override PartName="/ppt/ink/ink552.xml" ContentType="application/inkml+xml"/>
  <Override PartName="/ppt/ink/ink553.xml" ContentType="application/inkml+xml"/>
  <Override PartName="/ppt/ink/ink554.xml" ContentType="application/inkml+xml"/>
  <Override PartName="/ppt/ink/ink555.xml" ContentType="application/inkml+xml"/>
  <Override PartName="/ppt/ink/ink556.xml" ContentType="application/inkml+xml"/>
  <Override PartName="/ppt/ink/ink557.xml" ContentType="application/inkml+xml"/>
  <Override PartName="/ppt/ink/ink558.xml" ContentType="application/inkml+xml"/>
  <Override PartName="/ppt/ink/ink559.xml" ContentType="application/inkml+xml"/>
  <Override PartName="/ppt/ink/ink560.xml" ContentType="application/inkml+xml"/>
  <Override PartName="/ppt/ink/ink561.xml" ContentType="application/inkml+xml"/>
  <Override PartName="/ppt/ink/ink562.xml" ContentType="application/inkml+xml"/>
  <Override PartName="/ppt/ink/ink563.xml" ContentType="application/inkml+xml"/>
  <Override PartName="/ppt/ink/ink564.xml" ContentType="application/inkml+xml"/>
  <Override PartName="/ppt/ink/ink565.xml" ContentType="application/inkml+xml"/>
  <Override PartName="/ppt/ink/ink566.xml" ContentType="application/inkml+xml"/>
  <Override PartName="/ppt/ink/ink567.xml" ContentType="application/inkml+xml"/>
  <Override PartName="/ppt/ink/ink568.xml" ContentType="application/inkml+xml"/>
  <Override PartName="/ppt/ink/ink569.xml" ContentType="application/inkml+xml"/>
  <Override PartName="/ppt/ink/ink570.xml" ContentType="application/inkml+xml"/>
  <Override PartName="/ppt/ink/ink571.xml" ContentType="application/inkml+xml"/>
  <Override PartName="/ppt/ink/ink572.xml" ContentType="application/inkml+xml"/>
  <Override PartName="/ppt/ink/ink573.xml" ContentType="application/inkml+xml"/>
  <Override PartName="/ppt/ink/ink574.xml" ContentType="application/inkml+xml"/>
  <Override PartName="/ppt/ink/ink575.xml" ContentType="application/inkml+xml"/>
  <Override PartName="/ppt/ink/ink576.xml" ContentType="application/inkml+xml"/>
  <Override PartName="/ppt/ink/ink577.xml" ContentType="application/inkml+xml"/>
  <Override PartName="/ppt/ink/ink578.xml" ContentType="application/inkml+xml"/>
  <Override PartName="/ppt/ink/ink579.xml" ContentType="application/inkml+xml"/>
  <Override PartName="/ppt/ink/ink580.xml" ContentType="application/inkml+xml"/>
  <Override PartName="/ppt/ink/ink581.xml" ContentType="application/inkml+xml"/>
  <Override PartName="/ppt/ink/ink582.xml" ContentType="application/inkml+xml"/>
  <Override PartName="/ppt/ink/ink583.xml" ContentType="application/inkml+xml"/>
  <Override PartName="/ppt/ink/ink584.xml" ContentType="application/inkml+xml"/>
  <Override PartName="/ppt/ink/ink585.xml" ContentType="application/inkml+xml"/>
  <Override PartName="/ppt/ink/ink586.xml" ContentType="application/inkml+xml"/>
  <Override PartName="/ppt/ink/ink587.xml" ContentType="application/inkml+xml"/>
  <Override PartName="/ppt/ink/ink588.xml" ContentType="application/inkml+xml"/>
  <Override PartName="/ppt/ink/ink589.xml" ContentType="application/inkml+xml"/>
  <Override PartName="/ppt/ink/ink590.xml" ContentType="application/inkml+xml"/>
  <Override PartName="/ppt/ink/ink591.xml" ContentType="application/inkml+xml"/>
  <Override PartName="/ppt/ink/ink592.xml" ContentType="application/inkml+xml"/>
  <Override PartName="/ppt/ink/ink593.xml" ContentType="application/inkml+xml"/>
  <Override PartName="/ppt/ink/ink594.xml" ContentType="application/inkml+xml"/>
  <Override PartName="/ppt/ink/ink595.xml" ContentType="application/inkml+xml"/>
  <Override PartName="/ppt/ink/ink596.xml" ContentType="application/inkml+xml"/>
  <Override PartName="/ppt/ink/ink597.xml" ContentType="application/inkml+xml"/>
  <Override PartName="/ppt/ink/ink598.xml" ContentType="application/inkml+xml"/>
  <Override PartName="/ppt/ink/ink599.xml" ContentType="application/inkml+xml"/>
  <Override PartName="/ppt/ink/ink600.xml" ContentType="application/inkml+xml"/>
  <Override PartName="/ppt/ink/ink601.xml" ContentType="application/inkml+xml"/>
  <Override PartName="/ppt/ink/ink602.xml" ContentType="application/inkml+xml"/>
  <Override PartName="/ppt/ink/ink603.xml" ContentType="application/inkml+xml"/>
  <Override PartName="/ppt/ink/ink604.xml" ContentType="application/inkml+xml"/>
  <Override PartName="/ppt/ink/ink605.xml" ContentType="application/inkml+xml"/>
  <Override PartName="/ppt/ink/ink606.xml" ContentType="application/inkml+xml"/>
  <Override PartName="/ppt/ink/ink607.xml" ContentType="application/inkml+xml"/>
  <Override PartName="/ppt/ink/ink608.xml" ContentType="application/inkml+xml"/>
  <Override PartName="/ppt/ink/ink609.xml" ContentType="application/inkml+xml"/>
  <Override PartName="/ppt/ink/ink610.xml" ContentType="application/inkml+xml"/>
  <Override PartName="/ppt/ink/ink611.xml" ContentType="application/inkml+xml"/>
  <Override PartName="/ppt/ink/ink612.xml" ContentType="application/inkml+xml"/>
  <Override PartName="/ppt/ink/ink613.xml" ContentType="application/inkml+xml"/>
  <Override PartName="/ppt/ink/ink614.xml" ContentType="application/inkml+xml"/>
  <Override PartName="/ppt/ink/ink615.xml" ContentType="application/inkml+xml"/>
  <Override PartName="/ppt/ink/ink616.xml" ContentType="application/inkml+xml"/>
  <Override PartName="/ppt/ink/ink617.xml" ContentType="application/inkml+xml"/>
  <Override PartName="/ppt/ink/ink618.xml" ContentType="application/inkml+xml"/>
  <Override PartName="/ppt/ink/ink619.xml" ContentType="application/inkml+xml"/>
  <Override PartName="/ppt/ink/ink620.xml" ContentType="application/inkml+xml"/>
  <Override PartName="/ppt/ink/ink621.xml" ContentType="application/inkml+xml"/>
  <Override PartName="/ppt/ink/ink622.xml" ContentType="application/inkml+xml"/>
  <Override PartName="/ppt/ink/ink623.xml" ContentType="application/inkml+xml"/>
  <Override PartName="/ppt/ink/ink624.xml" ContentType="application/inkml+xml"/>
  <Override PartName="/ppt/ink/ink625.xml" ContentType="application/inkml+xml"/>
  <Override PartName="/ppt/ink/ink626.xml" ContentType="application/inkml+xml"/>
  <Override PartName="/ppt/ink/ink627.xml" ContentType="application/inkml+xml"/>
  <Override PartName="/ppt/ink/ink628.xml" ContentType="application/inkml+xml"/>
  <Override PartName="/ppt/ink/ink629.xml" ContentType="application/inkml+xml"/>
  <Override PartName="/ppt/ink/ink630.xml" ContentType="application/inkml+xml"/>
  <Override PartName="/ppt/ink/ink631.xml" ContentType="application/inkml+xml"/>
  <Override PartName="/ppt/ink/ink632.xml" ContentType="application/inkml+xml"/>
  <Override PartName="/ppt/ink/ink633.xml" ContentType="application/inkml+xml"/>
  <Override PartName="/ppt/ink/ink634.xml" ContentType="application/inkml+xml"/>
  <Override PartName="/ppt/ink/ink635.xml" ContentType="application/inkml+xml"/>
  <Override PartName="/ppt/ink/ink636.xml" ContentType="application/inkml+xml"/>
  <Override PartName="/ppt/ink/ink637.xml" ContentType="application/inkml+xml"/>
  <Override PartName="/ppt/ink/ink638.xml" ContentType="application/inkml+xml"/>
  <Override PartName="/ppt/ink/ink639.xml" ContentType="application/inkml+xml"/>
  <Override PartName="/ppt/ink/ink640.xml" ContentType="application/inkml+xml"/>
  <Override PartName="/ppt/ink/ink641.xml" ContentType="application/inkml+xml"/>
  <Override PartName="/ppt/ink/ink642.xml" ContentType="application/inkml+xml"/>
  <Override PartName="/ppt/ink/ink643.xml" ContentType="application/inkml+xml"/>
  <Override PartName="/ppt/ink/ink644.xml" ContentType="application/inkml+xml"/>
  <Override PartName="/ppt/ink/ink645.xml" ContentType="application/inkml+xml"/>
  <Override PartName="/ppt/ink/ink646.xml" ContentType="application/inkml+xml"/>
  <Override PartName="/ppt/ink/ink647.xml" ContentType="application/inkml+xml"/>
  <Override PartName="/ppt/ink/ink648.xml" ContentType="application/inkml+xml"/>
  <Override PartName="/ppt/ink/ink649.xml" ContentType="application/inkml+xml"/>
  <Override PartName="/ppt/ink/ink650.xml" ContentType="application/inkml+xml"/>
  <Override PartName="/ppt/ink/ink651.xml" ContentType="application/inkml+xml"/>
  <Override PartName="/ppt/ink/ink652.xml" ContentType="application/inkml+xml"/>
  <Override PartName="/ppt/ink/ink653.xml" ContentType="application/inkml+xml"/>
  <Override PartName="/ppt/ink/ink654.xml" ContentType="application/inkml+xml"/>
  <Override PartName="/ppt/ink/ink655.xml" ContentType="application/inkml+xml"/>
  <Override PartName="/ppt/ink/ink656.xml" ContentType="application/inkml+xml"/>
  <Override PartName="/ppt/ink/ink657.xml" ContentType="application/inkml+xml"/>
  <Override PartName="/ppt/ink/ink658.xml" ContentType="application/inkml+xml"/>
  <Override PartName="/ppt/ink/ink659.xml" ContentType="application/inkml+xml"/>
  <Override PartName="/ppt/ink/ink660.xml" ContentType="application/inkml+xml"/>
  <Override PartName="/ppt/ink/ink661.xml" ContentType="application/inkml+xml"/>
  <Override PartName="/ppt/ink/ink662.xml" ContentType="application/inkml+xml"/>
  <Override PartName="/ppt/ink/ink663.xml" ContentType="application/inkml+xml"/>
  <Override PartName="/ppt/ink/ink664.xml" ContentType="application/inkml+xml"/>
  <Override PartName="/ppt/ink/ink665.xml" ContentType="application/inkml+xml"/>
  <Override PartName="/ppt/ink/ink666.xml" ContentType="application/inkml+xml"/>
  <Override PartName="/ppt/ink/ink667.xml" ContentType="application/inkml+xml"/>
  <Override PartName="/ppt/ink/ink668.xml" ContentType="application/inkml+xml"/>
  <Override PartName="/ppt/ink/ink669.xml" ContentType="application/inkml+xml"/>
  <Override PartName="/ppt/ink/ink670.xml" ContentType="application/inkml+xml"/>
  <Override PartName="/ppt/ink/ink671.xml" ContentType="application/inkml+xml"/>
  <Override PartName="/ppt/ink/ink672.xml" ContentType="application/inkml+xml"/>
  <Override PartName="/ppt/ink/ink673.xml" ContentType="application/inkml+xml"/>
  <Override PartName="/ppt/ink/ink674.xml" ContentType="application/inkml+xml"/>
  <Override PartName="/ppt/ink/ink675.xml" ContentType="application/inkml+xml"/>
  <Override PartName="/ppt/ink/ink676.xml" ContentType="application/inkml+xml"/>
  <Override PartName="/ppt/ink/ink677.xml" ContentType="application/inkml+xml"/>
  <Override PartName="/ppt/ink/ink678.xml" ContentType="application/inkml+xml"/>
  <Override PartName="/ppt/ink/ink679.xml" ContentType="application/inkml+xml"/>
  <Override PartName="/ppt/ink/ink680.xml" ContentType="application/inkml+xml"/>
  <Override PartName="/ppt/ink/ink681.xml" ContentType="application/inkml+xml"/>
  <Override PartName="/ppt/ink/ink682.xml" ContentType="application/inkml+xml"/>
  <Override PartName="/ppt/ink/ink683.xml" ContentType="application/inkml+xml"/>
  <Override PartName="/ppt/ink/ink684.xml" ContentType="application/inkml+xml"/>
  <Override PartName="/ppt/ink/ink685.xml" ContentType="application/inkml+xml"/>
  <Override PartName="/ppt/ink/ink686.xml" ContentType="application/inkml+xml"/>
  <Override PartName="/ppt/ink/ink687.xml" ContentType="application/inkml+xml"/>
  <Override PartName="/ppt/ink/ink688.xml" ContentType="application/inkml+xml"/>
  <Override PartName="/ppt/ink/ink689.xml" ContentType="application/inkml+xml"/>
  <Override PartName="/ppt/ink/ink690.xml" ContentType="application/inkml+xml"/>
  <Override PartName="/ppt/ink/ink691.xml" ContentType="application/inkml+xml"/>
  <Override PartName="/ppt/ink/ink692.xml" ContentType="application/inkml+xml"/>
  <Override PartName="/ppt/ink/ink693.xml" ContentType="application/inkml+xml"/>
  <Override PartName="/ppt/ink/ink694.xml" ContentType="application/inkml+xml"/>
  <Override PartName="/ppt/ink/ink695.xml" ContentType="application/inkml+xml"/>
  <Override PartName="/ppt/ink/ink696.xml" ContentType="application/inkml+xml"/>
  <Override PartName="/ppt/ink/ink697.xml" ContentType="application/inkml+xml"/>
  <Override PartName="/ppt/ink/ink698.xml" ContentType="application/inkml+xml"/>
  <Override PartName="/ppt/ink/ink699.xml" ContentType="application/inkml+xml"/>
  <Override PartName="/ppt/ink/ink700.xml" ContentType="application/inkml+xml"/>
  <Override PartName="/ppt/ink/ink701.xml" ContentType="application/inkml+xml"/>
  <Override PartName="/ppt/ink/ink702.xml" ContentType="application/inkml+xml"/>
  <Override PartName="/ppt/ink/ink703.xml" ContentType="application/inkml+xml"/>
  <Override PartName="/ppt/ink/ink704.xml" ContentType="application/inkml+xml"/>
  <Override PartName="/ppt/ink/ink705.xml" ContentType="application/inkml+xml"/>
  <Override PartName="/ppt/ink/ink706.xml" ContentType="application/inkml+xml"/>
  <Override PartName="/ppt/ink/ink707.xml" ContentType="application/inkml+xml"/>
  <Override PartName="/ppt/ink/ink708.xml" ContentType="application/inkml+xml"/>
  <Override PartName="/ppt/ink/ink709.xml" ContentType="application/inkml+xml"/>
  <Override PartName="/ppt/ink/ink710.xml" ContentType="application/inkml+xml"/>
  <Override PartName="/ppt/ink/ink711.xml" ContentType="application/inkml+xml"/>
  <Override PartName="/ppt/ink/ink712.xml" ContentType="application/inkml+xml"/>
  <Override PartName="/ppt/ink/ink713.xml" ContentType="application/inkml+xml"/>
  <Override PartName="/ppt/ink/ink714.xml" ContentType="application/inkml+xml"/>
  <Override PartName="/ppt/ink/ink715.xml" ContentType="application/inkml+xml"/>
  <Override PartName="/ppt/ink/ink716.xml" ContentType="application/inkml+xml"/>
  <Override PartName="/ppt/ink/ink717.xml" ContentType="application/inkml+xml"/>
  <Override PartName="/ppt/ink/ink718.xml" ContentType="application/inkml+xml"/>
  <Override PartName="/ppt/ink/ink719.xml" ContentType="application/inkml+xml"/>
  <Override PartName="/ppt/ink/ink720.xml" ContentType="application/inkml+xml"/>
  <Override PartName="/ppt/ink/ink721.xml" ContentType="application/inkml+xml"/>
  <Override PartName="/ppt/ink/ink722.xml" ContentType="application/inkml+xml"/>
  <Override PartName="/ppt/ink/ink723.xml" ContentType="application/inkml+xml"/>
  <Override PartName="/ppt/ink/ink724.xml" ContentType="application/inkml+xml"/>
  <Override PartName="/ppt/ink/ink725.xml" ContentType="application/inkml+xml"/>
  <Override PartName="/ppt/ink/ink726.xml" ContentType="application/inkml+xml"/>
  <Override PartName="/ppt/ink/ink727.xml" ContentType="application/inkml+xml"/>
  <Override PartName="/ppt/ink/ink728.xml" ContentType="application/inkml+xml"/>
  <Override PartName="/ppt/ink/ink729.xml" ContentType="application/inkml+xml"/>
  <Override PartName="/ppt/ink/ink730.xml" ContentType="application/inkml+xml"/>
  <Override PartName="/ppt/ink/ink731.xml" ContentType="application/inkml+xml"/>
  <Override PartName="/ppt/ink/ink732.xml" ContentType="application/inkml+xml"/>
  <Override PartName="/ppt/ink/ink733.xml" ContentType="application/inkml+xml"/>
  <Override PartName="/ppt/ink/ink734.xml" ContentType="application/inkml+xml"/>
  <Override PartName="/ppt/ink/ink735.xml" ContentType="application/inkml+xml"/>
  <Override PartName="/ppt/ink/ink736.xml" ContentType="application/inkml+xml"/>
  <Override PartName="/ppt/ink/ink737.xml" ContentType="application/inkml+xml"/>
  <Override PartName="/ppt/ink/ink738.xml" ContentType="application/inkml+xml"/>
  <Override PartName="/ppt/ink/ink739.xml" ContentType="application/inkml+xml"/>
  <Override PartName="/ppt/ink/ink740.xml" ContentType="application/inkml+xml"/>
  <Override PartName="/ppt/ink/ink741.xml" ContentType="application/inkml+xml"/>
  <Override PartName="/ppt/ink/ink742.xml" ContentType="application/inkml+xml"/>
  <Override PartName="/ppt/ink/ink743.xml" ContentType="application/inkml+xml"/>
  <Override PartName="/ppt/ink/ink744.xml" ContentType="application/inkml+xml"/>
  <Override PartName="/ppt/ink/ink745.xml" ContentType="application/inkml+xml"/>
  <Override PartName="/ppt/ink/ink746.xml" ContentType="application/inkml+xml"/>
  <Override PartName="/ppt/ink/ink747.xml" ContentType="application/inkml+xml"/>
  <Override PartName="/ppt/ink/ink748.xml" ContentType="application/inkml+xml"/>
  <Override PartName="/ppt/ink/ink749.xml" ContentType="application/inkml+xml"/>
  <Override PartName="/ppt/ink/ink750.xml" ContentType="application/inkml+xml"/>
  <Override PartName="/ppt/ink/ink751.xml" ContentType="application/inkml+xml"/>
  <Override PartName="/ppt/ink/ink752.xml" ContentType="application/inkml+xml"/>
  <Override PartName="/ppt/ink/ink753.xml" ContentType="application/inkml+xml"/>
  <Override PartName="/ppt/ink/ink754.xml" ContentType="application/inkml+xml"/>
  <Override PartName="/ppt/ink/ink755.xml" ContentType="application/inkml+xml"/>
  <Override PartName="/ppt/ink/ink756.xml" ContentType="application/inkml+xml"/>
  <Override PartName="/ppt/ink/ink757.xml" ContentType="application/inkml+xml"/>
  <Override PartName="/ppt/ink/ink758.xml" ContentType="application/inkml+xml"/>
  <Override PartName="/ppt/ink/ink759.xml" ContentType="application/inkml+xml"/>
  <Override PartName="/ppt/ink/ink760.xml" ContentType="application/inkml+xml"/>
  <Override PartName="/ppt/ink/ink761.xml" ContentType="application/inkml+xml"/>
  <Override PartName="/ppt/ink/ink762.xml" ContentType="application/inkml+xml"/>
  <Override PartName="/ppt/ink/ink763.xml" ContentType="application/inkml+xml"/>
  <Override PartName="/ppt/ink/ink764.xml" ContentType="application/inkml+xml"/>
  <Override PartName="/ppt/ink/ink765.xml" ContentType="application/inkml+xml"/>
  <Override PartName="/ppt/ink/ink766.xml" ContentType="application/inkml+xml"/>
  <Override PartName="/ppt/ink/ink767.xml" ContentType="application/inkml+xml"/>
  <Override PartName="/ppt/ink/ink768.xml" ContentType="application/inkml+xml"/>
  <Override PartName="/ppt/ink/ink769.xml" ContentType="application/inkml+xml"/>
  <Override PartName="/ppt/ink/ink770.xml" ContentType="application/inkml+xml"/>
  <Override PartName="/ppt/ink/ink771.xml" ContentType="application/inkml+xml"/>
  <Override PartName="/ppt/ink/ink772.xml" ContentType="application/inkml+xml"/>
  <Override PartName="/ppt/ink/ink773.xml" ContentType="application/inkml+xml"/>
  <Override PartName="/ppt/ink/ink774.xml" ContentType="application/inkml+xml"/>
  <Override PartName="/ppt/ink/ink775.xml" ContentType="application/inkml+xml"/>
  <Override PartName="/ppt/ink/ink776.xml" ContentType="application/inkml+xml"/>
  <Override PartName="/ppt/ink/ink777.xml" ContentType="application/inkml+xml"/>
  <Override PartName="/ppt/ink/ink778.xml" ContentType="application/inkml+xml"/>
  <Override PartName="/ppt/ink/ink779.xml" ContentType="application/inkml+xml"/>
  <Override PartName="/ppt/ink/ink780.xml" ContentType="application/inkml+xml"/>
  <Override PartName="/ppt/ink/ink781.xml" ContentType="application/inkml+xml"/>
  <Override PartName="/ppt/ink/ink782.xml" ContentType="application/inkml+xml"/>
  <Override PartName="/ppt/ink/ink783.xml" ContentType="application/inkml+xml"/>
  <Override PartName="/ppt/ink/ink784.xml" ContentType="application/inkml+xml"/>
  <Override PartName="/ppt/ink/ink785.xml" ContentType="application/inkml+xml"/>
  <Override PartName="/ppt/ink/ink786.xml" ContentType="application/inkml+xml"/>
  <Override PartName="/ppt/ink/ink787.xml" ContentType="application/inkml+xml"/>
  <Override PartName="/ppt/ink/ink788.xml" ContentType="application/inkml+xml"/>
  <Override PartName="/ppt/ink/ink789.xml" ContentType="application/inkml+xml"/>
  <Override PartName="/ppt/ink/ink790.xml" ContentType="application/inkml+xml"/>
  <Override PartName="/ppt/ink/ink791.xml" ContentType="application/inkml+xml"/>
  <Override PartName="/ppt/ink/ink792.xml" ContentType="application/inkml+xml"/>
  <Override PartName="/ppt/ink/ink793.xml" ContentType="application/inkml+xml"/>
  <Override PartName="/ppt/ink/ink794.xml" ContentType="application/inkml+xml"/>
  <Override PartName="/ppt/ink/ink795.xml" ContentType="application/inkml+xml"/>
  <Override PartName="/ppt/ink/ink796.xml" ContentType="application/inkml+xml"/>
  <Override PartName="/ppt/ink/ink797.xml" ContentType="application/inkml+xml"/>
  <Override PartName="/ppt/ink/ink798.xml" ContentType="application/inkml+xml"/>
  <Override PartName="/ppt/ink/ink799.xml" ContentType="application/inkml+xml"/>
  <Override PartName="/ppt/ink/ink800.xml" ContentType="application/inkml+xml"/>
  <Override PartName="/ppt/ink/ink801.xml" ContentType="application/inkml+xml"/>
  <Override PartName="/ppt/ink/ink802.xml" ContentType="application/inkml+xml"/>
  <Override PartName="/ppt/ink/ink803.xml" ContentType="application/inkml+xml"/>
  <Override PartName="/ppt/ink/ink804.xml" ContentType="application/inkml+xml"/>
  <Override PartName="/ppt/ink/ink805.xml" ContentType="application/inkml+xml"/>
  <Override PartName="/ppt/ink/ink806.xml" ContentType="application/inkml+xml"/>
  <Override PartName="/ppt/ink/ink807.xml" ContentType="application/inkml+xml"/>
  <Override PartName="/ppt/ink/ink808.xml" ContentType="application/inkml+xml"/>
  <Override PartName="/ppt/ink/ink809.xml" ContentType="application/inkml+xml"/>
  <Override PartName="/ppt/ink/ink810.xml" ContentType="application/inkml+xml"/>
  <Override PartName="/ppt/ink/ink811.xml" ContentType="application/inkml+xml"/>
  <Override PartName="/ppt/ink/ink812.xml" ContentType="application/inkml+xml"/>
  <Override PartName="/ppt/ink/ink813.xml" ContentType="application/inkml+xml"/>
  <Override PartName="/ppt/ink/ink814.xml" ContentType="application/inkml+xml"/>
  <Override PartName="/ppt/ink/ink815.xml" ContentType="application/inkml+xml"/>
  <Override PartName="/ppt/ink/ink816.xml" ContentType="application/inkml+xml"/>
  <Override PartName="/ppt/ink/ink817.xml" ContentType="application/inkml+xml"/>
  <Override PartName="/ppt/ink/ink818.xml" ContentType="application/inkml+xml"/>
  <Override PartName="/ppt/ink/ink819.xml" ContentType="application/inkml+xml"/>
  <Override PartName="/ppt/ink/ink820.xml" ContentType="application/inkml+xml"/>
  <Override PartName="/ppt/ink/ink821.xml" ContentType="application/inkml+xml"/>
  <Override PartName="/ppt/ink/ink822.xml" ContentType="application/inkml+xml"/>
  <Override PartName="/ppt/ink/ink823.xml" ContentType="application/inkml+xml"/>
  <Override PartName="/ppt/ink/ink824.xml" ContentType="application/inkml+xml"/>
  <Override PartName="/ppt/ink/ink825.xml" ContentType="application/inkml+xml"/>
  <Override PartName="/ppt/ink/ink826.xml" ContentType="application/inkml+xml"/>
  <Override PartName="/ppt/ink/ink827.xml" ContentType="application/inkml+xml"/>
  <Override PartName="/ppt/ink/ink828.xml" ContentType="application/inkml+xml"/>
  <Override PartName="/ppt/ink/ink829.xml" ContentType="application/inkml+xml"/>
  <Override PartName="/ppt/ink/ink830.xml" ContentType="application/inkml+xml"/>
  <Override PartName="/ppt/ink/ink831.xml" ContentType="application/inkml+xml"/>
  <Override PartName="/ppt/ink/ink832.xml" ContentType="application/inkml+xml"/>
  <Override PartName="/ppt/ink/ink833.xml" ContentType="application/inkml+xml"/>
  <Override PartName="/ppt/ink/ink834.xml" ContentType="application/inkml+xml"/>
  <Override PartName="/ppt/ink/ink835.xml" ContentType="application/inkml+xml"/>
  <Override PartName="/ppt/ink/ink836.xml" ContentType="application/inkml+xml"/>
  <Override PartName="/ppt/ink/ink837.xml" ContentType="application/inkml+xml"/>
  <Override PartName="/ppt/ink/ink838.xml" ContentType="application/inkml+xml"/>
  <Override PartName="/ppt/ink/ink839.xml" ContentType="application/inkml+xml"/>
  <Override PartName="/ppt/ink/ink840.xml" ContentType="application/inkml+xml"/>
  <Override PartName="/ppt/ink/ink841.xml" ContentType="application/inkml+xml"/>
  <Override PartName="/ppt/ink/ink842.xml" ContentType="application/inkml+xml"/>
  <Override PartName="/ppt/ink/ink843.xml" ContentType="application/inkml+xml"/>
  <Override PartName="/ppt/ink/ink844.xml" ContentType="application/inkml+xml"/>
  <Override PartName="/ppt/ink/ink845.xml" ContentType="application/inkml+xml"/>
  <Override PartName="/ppt/ink/ink846.xml" ContentType="application/inkml+xml"/>
  <Override PartName="/ppt/ink/ink847.xml" ContentType="application/inkml+xml"/>
  <Override PartName="/ppt/ink/ink848.xml" ContentType="application/inkml+xml"/>
  <Override PartName="/ppt/ink/ink849.xml" ContentType="application/inkml+xml"/>
  <Override PartName="/ppt/ink/ink850.xml" ContentType="application/inkml+xml"/>
  <Override PartName="/ppt/ink/ink851.xml" ContentType="application/inkml+xml"/>
  <Override PartName="/ppt/ink/ink852.xml" ContentType="application/inkml+xml"/>
  <Override PartName="/ppt/ink/ink853.xml" ContentType="application/inkml+xml"/>
  <Override PartName="/ppt/ink/ink854.xml" ContentType="application/inkml+xml"/>
  <Override PartName="/ppt/ink/ink855.xml" ContentType="application/inkml+xml"/>
  <Override PartName="/ppt/ink/ink856.xml" ContentType="application/inkml+xml"/>
  <Override PartName="/ppt/ink/ink857.xml" ContentType="application/inkml+xml"/>
  <Override PartName="/ppt/ink/ink858.xml" ContentType="application/inkml+xml"/>
  <Override PartName="/ppt/ink/ink859.xml" ContentType="application/inkml+xml"/>
  <Override PartName="/ppt/ink/ink860.xml" ContentType="application/inkml+xml"/>
  <Override PartName="/ppt/ink/ink861.xml" ContentType="application/inkml+xml"/>
  <Override PartName="/ppt/ink/ink862.xml" ContentType="application/inkml+xml"/>
  <Override PartName="/ppt/ink/ink863.xml" ContentType="application/inkml+xml"/>
  <Override PartName="/ppt/ink/ink864.xml" ContentType="application/inkml+xml"/>
  <Override PartName="/ppt/ink/ink865.xml" ContentType="application/inkml+xml"/>
  <Override PartName="/ppt/ink/ink866.xml" ContentType="application/inkml+xml"/>
  <Override PartName="/ppt/ink/ink867.xml" ContentType="application/inkml+xml"/>
  <Override PartName="/ppt/ink/ink868.xml" ContentType="application/inkml+xml"/>
  <Override PartName="/ppt/ink/ink869.xml" ContentType="application/inkml+xml"/>
  <Override PartName="/ppt/ink/ink870.xml" ContentType="application/inkml+xml"/>
  <Override PartName="/ppt/ink/ink871.xml" ContentType="application/inkml+xml"/>
  <Override PartName="/ppt/ink/ink872.xml" ContentType="application/inkml+xml"/>
  <Override PartName="/ppt/ink/ink873.xml" ContentType="application/inkml+xml"/>
  <Override PartName="/ppt/ink/ink874.xml" ContentType="application/inkml+xml"/>
  <Override PartName="/ppt/ink/ink875.xml" ContentType="application/inkml+xml"/>
  <Override PartName="/ppt/ink/ink876.xml" ContentType="application/inkml+xml"/>
  <Override PartName="/ppt/ink/ink877.xml" ContentType="application/inkml+xml"/>
  <Override PartName="/ppt/ink/ink878.xml" ContentType="application/inkml+xml"/>
  <Override PartName="/ppt/ink/ink879.xml" ContentType="application/inkml+xml"/>
  <Override PartName="/ppt/ink/ink880.xml" ContentType="application/inkml+xml"/>
  <Override PartName="/ppt/ink/ink881.xml" ContentType="application/inkml+xml"/>
  <Override PartName="/ppt/ink/ink882.xml" ContentType="application/inkml+xml"/>
  <Override PartName="/ppt/ink/ink883.xml" ContentType="application/inkml+xml"/>
  <Override PartName="/ppt/ink/ink884.xml" ContentType="application/inkml+xml"/>
  <Override PartName="/ppt/ink/ink885.xml" ContentType="application/inkml+xml"/>
  <Override PartName="/ppt/ink/ink886.xml" ContentType="application/inkml+xml"/>
  <Override PartName="/ppt/ink/ink887.xml" ContentType="application/inkml+xml"/>
  <Override PartName="/ppt/ink/ink888.xml" ContentType="application/inkml+xml"/>
  <Override PartName="/ppt/ink/ink889.xml" ContentType="application/inkml+xml"/>
  <Override PartName="/ppt/ink/ink890.xml" ContentType="application/inkml+xml"/>
  <Override PartName="/ppt/ink/ink891.xml" ContentType="application/inkml+xml"/>
  <Override PartName="/ppt/ink/ink892.xml" ContentType="application/inkml+xml"/>
  <Override PartName="/ppt/ink/ink893.xml" ContentType="application/inkml+xml"/>
  <Override PartName="/ppt/ink/ink894.xml" ContentType="application/inkml+xml"/>
  <Override PartName="/ppt/ink/ink895.xml" ContentType="application/inkml+xml"/>
  <Override PartName="/ppt/ink/ink896.xml" ContentType="application/inkml+xml"/>
  <Override PartName="/ppt/ink/ink897.xml" ContentType="application/inkml+xml"/>
  <Override PartName="/ppt/ink/ink898.xml" ContentType="application/inkml+xml"/>
  <Override PartName="/ppt/ink/ink899.xml" ContentType="application/inkml+xml"/>
  <Override PartName="/ppt/ink/ink900.xml" ContentType="application/inkml+xml"/>
  <Override PartName="/ppt/ink/ink901.xml" ContentType="application/inkml+xml"/>
  <Override PartName="/ppt/ink/ink902.xml" ContentType="application/inkml+xml"/>
  <Override PartName="/ppt/ink/ink903.xml" ContentType="application/inkml+xml"/>
  <Override PartName="/ppt/ink/ink904.xml" ContentType="application/inkml+xml"/>
  <Override PartName="/ppt/ink/ink905.xml" ContentType="application/inkml+xml"/>
  <Override PartName="/ppt/ink/ink906.xml" ContentType="application/inkml+xml"/>
  <Override PartName="/ppt/ink/ink907.xml" ContentType="application/inkml+xml"/>
  <Override PartName="/ppt/ink/ink908.xml" ContentType="application/inkml+xml"/>
  <Override PartName="/ppt/ink/ink909.xml" ContentType="application/inkml+xml"/>
  <Override PartName="/ppt/ink/ink910.xml" ContentType="application/inkml+xml"/>
  <Override PartName="/ppt/ink/ink911.xml" ContentType="application/inkml+xml"/>
  <Override PartName="/ppt/ink/ink912.xml" ContentType="application/inkml+xml"/>
  <Override PartName="/ppt/ink/ink913.xml" ContentType="application/inkml+xml"/>
  <Override PartName="/ppt/ink/ink914.xml" ContentType="application/inkml+xml"/>
  <Override PartName="/ppt/ink/ink915.xml" ContentType="application/inkml+xml"/>
  <Override PartName="/ppt/ink/ink916.xml" ContentType="application/inkml+xml"/>
  <Override PartName="/ppt/ink/ink917.xml" ContentType="application/inkml+xml"/>
  <Override PartName="/ppt/ink/ink918.xml" ContentType="application/inkml+xml"/>
  <Override PartName="/ppt/ink/ink919.xml" ContentType="application/inkml+xml"/>
  <Override PartName="/ppt/ink/ink920.xml" ContentType="application/inkml+xml"/>
  <Override PartName="/ppt/ink/ink921.xml" ContentType="application/inkml+xml"/>
  <Override PartName="/ppt/ink/ink922.xml" ContentType="application/inkml+xml"/>
  <Override PartName="/ppt/ink/ink923.xml" ContentType="application/inkml+xml"/>
  <Override PartName="/ppt/ink/ink924.xml" ContentType="application/inkml+xml"/>
  <Override PartName="/ppt/ink/ink925.xml" ContentType="application/inkml+xml"/>
  <Override PartName="/ppt/ink/ink926.xml" ContentType="application/inkml+xml"/>
  <Override PartName="/ppt/ink/ink927.xml" ContentType="application/inkml+xml"/>
  <Override PartName="/ppt/ink/ink928.xml" ContentType="application/inkml+xml"/>
  <Override PartName="/ppt/ink/ink929.xml" ContentType="application/inkml+xml"/>
  <Override PartName="/ppt/ink/ink930.xml" ContentType="application/inkml+xml"/>
  <Override PartName="/ppt/ink/ink931.xml" ContentType="application/inkml+xml"/>
  <Override PartName="/ppt/ink/ink932.xml" ContentType="application/inkml+xml"/>
  <Override PartName="/ppt/ink/ink933.xml" ContentType="application/inkml+xml"/>
  <Override PartName="/ppt/ink/ink934.xml" ContentType="application/inkml+xml"/>
  <Override PartName="/ppt/ink/ink935.xml" ContentType="application/inkml+xml"/>
  <Override PartName="/ppt/ink/ink936.xml" ContentType="application/inkml+xml"/>
  <Override PartName="/ppt/ink/ink937.xml" ContentType="application/inkml+xml"/>
  <Override PartName="/ppt/ink/ink938.xml" ContentType="application/inkml+xml"/>
  <Override PartName="/ppt/ink/ink939.xml" ContentType="application/inkml+xml"/>
  <Override PartName="/ppt/ink/ink940.xml" ContentType="application/inkml+xml"/>
  <Override PartName="/ppt/ink/ink941.xml" ContentType="application/inkml+xml"/>
  <Override PartName="/ppt/ink/ink942.xml" ContentType="application/inkml+xml"/>
  <Override PartName="/ppt/ink/ink943.xml" ContentType="application/inkml+xml"/>
  <Override PartName="/ppt/ink/ink944.xml" ContentType="application/inkml+xml"/>
  <Override PartName="/ppt/ink/ink945.xml" ContentType="application/inkml+xml"/>
  <Override PartName="/ppt/ink/ink946.xml" ContentType="application/inkml+xml"/>
  <Override PartName="/ppt/ink/ink947.xml" ContentType="application/inkml+xml"/>
  <Override PartName="/ppt/ink/ink948.xml" ContentType="application/inkml+xml"/>
  <Override PartName="/ppt/ink/ink949.xml" ContentType="application/inkml+xml"/>
  <Override PartName="/ppt/ink/ink950.xml" ContentType="application/inkml+xml"/>
  <Override PartName="/ppt/ink/ink951.xml" ContentType="application/inkml+xml"/>
  <Override PartName="/ppt/ink/ink952.xml" ContentType="application/inkml+xml"/>
  <Override PartName="/ppt/ink/ink953.xml" ContentType="application/inkml+xml"/>
  <Override PartName="/ppt/ink/ink954.xml" ContentType="application/inkml+xml"/>
  <Override PartName="/ppt/ink/ink955.xml" ContentType="application/inkml+xml"/>
  <Override PartName="/ppt/ink/ink956.xml" ContentType="application/inkml+xml"/>
  <Override PartName="/ppt/ink/ink957.xml" ContentType="application/inkml+xml"/>
  <Override PartName="/ppt/ink/ink958.xml" ContentType="application/inkml+xml"/>
  <Override PartName="/ppt/ink/ink959.xml" ContentType="application/inkml+xml"/>
  <Override PartName="/ppt/ink/ink960.xml" ContentType="application/inkml+xml"/>
  <Override PartName="/ppt/ink/ink961.xml" ContentType="application/inkml+xml"/>
  <Override PartName="/ppt/ink/ink962.xml" ContentType="application/inkml+xml"/>
  <Override PartName="/ppt/ink/ink963.xml" ContentType="application/inkml+xml"/>
  <Override PartName="/ppt/ink/ink964.xml" ContentType="application/inkml+xml"/>
  <Override PartName="/ppt/ink/ink965.xml" ContentType="application/inkml+xml"/>
  <Override PartName="/ppt/ink/ink966.xml" ContentType="application/inkml+xml"/>
  <Override PartName="/ppt/ink/ink967.xml" ContentType="application/inkml+xml"/>
  <Override PartName="/ppt/ink/ink968.xml" ContentType="application/inkml+xml"/>
  <Override PartName="/ppt/ink/ink969.xml" ContentType="application/inkml+xml"/>
  <Override PartName="/ppt/ink/ink970.xml" ContentType="application/inkml+xml"/>
  <Override PartName="/ppt/ink/ink971.xml" ContentType="application/inkml+xml"/>
  <Override PartName="/ppt/ink/ink972.xml" ContentType="application/inkml+xml"/>
  <Override PartName="/ppt/ink/ink973.xml" ContentType="application/inkml+xml"/>
  <Override PartName="/ppt/ink/ink974.xml" ContentType="application/inkml+xml"/>
  <Override PartName="/ppt/ink/ink975.xml" ContentType="application/inkml+xml"/>
  <Override PartName="/ppt/ink/ink976.xml" ContentType="application/inkml+xml"/>
  <Override PartName="/ppt/ink/ink977.xml" ContentType="application/inkml+xml"/>
  <Override PartName="/ppt/ink/ink978.xml" ContentType="application/inkml+xml"/>
  <Override PartName="/ppt/ink/ink979.xml" ContentType="application/inkml+xml"/>
  <Override PartName="/ppt/ink/ink980.xml" ContentType="application/inkml+xml"/>
  <Override PartName="/ppt/ink/ink981.xml" ContentType="application/inkml+xml"/>
  <Override PartName="/ppt/ink/ink982.xml" ContentType="application/inkml+xml"/>
  <Override PartName="/ppt/ink/ink983.xml" ContentType="application/inkml+xml"/>
  <Override PartName="/ppt/ink/ink984.xml" ContentType="application/inkml+xml"/>
  <Override PartName="/ppt/ink/ink985.xml" ContentType="application/inkml+xml"/>
  <Override PartName="/ppt/ink/ink986.xml" ContentType="application/inkml+xml"/>
  <Override PartName="/ppt/ink/ink987.xml" ContentType="application/inkml+xml"/>
  <Override PartName="/ppt/ink/ink988.xml" ContentType="application/inkml+xml"/>
  <Override PartName="/ppt/ink/ink989.xml" ContentType="application/inkml+xml"/>
  <Override PartName="/ppt/ink/ink990.xml" ContentType="application/inkml+xml"/>
  <Override PartName="/ppt/ink/ink991.xml" ContentType="application/inkml+xml"/>
  <Override PartName="/ppt/ink/ink992.xml" ContentType="application/inkml+xml"/>
  <Override PartName="/ppt/ink/ink993.xml" ContentType="application/inkml+xml"/>
  <Override PartName="/ppt/ink/ink994.xml" ContentType="application/inkml+xml"/>
  <Override PartName="/ppt/ink/ink995.xml" ContentType="application/inkml+xml"/>
  <Override PartName="/ppt/ink/ink996.xml" ContentType="application/inkml+xml"/>
  <Override PartName="/ppt/ink/ink997.xml" ContentType="application/inkml+xml"/>
  <Override PartName="/ppt/ink/ink998.xml" ContentType="application/inkml+xml"/>
  <Override PartName="/ppt/ink/ink999.xml" ContentType="application/inkml+xml"/>
  <Override PartName="/ppt/ink/ink1000.xml" ContentType="application/inkml+xml"/>
  <Override PartName="/ppt/ink/ink1001.xml" ContentType="application/inkml+xml"/>
  <Override PartName="/ppt/ink/ink1002.xml" ContentType="application/inkml+xml"/>
  <Override PartName="/ppt/ink/ink1003.xml" ContentType="application/inkml+xml"/>
  <Override PartName="/ppt/ink/ink1004.xml" ContentType="application/inkml+xml"/>
  <Override PartName="/ppt/ink/ink1005.xml" ContentType="application/inkml+xml"/>
  <Override PartName="/ppt/ink/ink1006.xml" ContentType="application/inkml+xml"/>
  <Override PartName="/ppt/ink/ink1007.xml" ContentType="application/inkml+xml"/>
  <Override PartName="/ppt/ink/ink1008.xml" ContentType="application/inkml+xml"/>
  <Override PartName="/ppt/ink/ink1009.xml" ContentType="application/inkml+xml"/>
  <Override PartName="/ppt/ink/ink1010.xml" ContentType="application/inkml+xml"/>
  <Override PartName="/ppt/ink/ink1011.xml" ContentType="application/inkml+xml"/>
  <Override PartName="/ppt/ink/ink1012.xml" ContentType="application/inkml+xml"/>
  <Override PartName="/ppt/ink/ink1013.xml" ContentType="application/inkml+xml"/>
  <Override PartName="/ppt/ink/ink1014.xml" ContentType="application/inkml+xml"/>
  <Override PartName="/ppt/ink/ink1015.xml" ContentType="application/inkml+xml"/>
  <Override PartName="/ppt/ink/ink1016.xml" ContentType="application/inkml+xml"/>
  <Override PartName="/ppt/ink/ink1017.xml" ContentType="application/inkml+xml"/>
  <Override PartName="/ppt/ink/ink1018.xml" ContentType="application/inkml+xml"/>
  <Override PartName="/ppt/ink/ink1019.xml" ContentType="application/inkml+xml"/>
  <Override PartName="/ppt/ink/ink1020.xml" ContentType="application/inkml+xml"/>
  <Override PartName="/ppt/ink/ink1021.xml" ContentType="application/inkml+xml"/>
  <Override PartName="/ppt/ink/ink1022.xml" ContentType="application/inkml+xml"/>
  <Override PartName="/ppt/ink/ink1023.xml" ContentType="application/inkml+xml"/>
  <Override PartName="/ppt/ink/ink1024.xml" ContentType="application/inkml+xml"/>
  <Override PartName="/ppt/ink/ink1025.xml" ContentType="application/inkml+xml"/>
  <Override PartName="/ppt/ink/ink1026.xml" ContentType="application/inkml+xml"/>
  <Override PartName="/ppt/ink/ink1027.xml" ContentType="application/inkml+xml"/>
  <Override PartName="/ppt/ink/ink1028.xml" ContentType="application/inkml+xml"/>
  <Override PartName="/ppt/ink/ink1029.xml" ContentType="application/inkml+xml"/>
  <Override PartName="/ppt/ink/ink1030.xml" ContentType="application/inkml+xml"/>
  <Override PartName="/ppt/ink/ink1031.xml" ContentType="application/inkml+xml"/>
  <Override PartName="/ppt/ink/ink1032.xml" ContentType="application/inkml+xml"/>
  <Override PartName="/ppt/ink/ink1033.xml" ContentType="application/inkml+xml"/>
  <Override PartName="/ppt/ink/ink1034.xml" ContentType="application/inkml+xml"/>
  <Override PartName="/ppt/ink/ink1035.xml" ContentType="application/inkml+xml"/>
  <Override PartName="/ppt/ink/ink1036.xml" ContentType="application/inkml+xml"/>
  <Override PartName="/ppt/ink/ink1037.xml" ContentType="application/inkml+xml"/>
  <Override PartName="/ppt/ink/ink1038.xml" ContentType="application/inkml+xml"/>
  <Override PartName="/ppt/ink/ink1039.xml" ContentType="application/inkml+xml"/>
  <Override PartName="/ppt/ink/ink1040.xml" ContentType="application/inkml+xml"/>
  <Override PartName="/ppt/ink/ink1041.xml" ContentType="application/inkml+xml"/>
  <Override PartName="/ppt/ink/ink1042.xml" ContentType="application/inkml+xml"/>
  <Override PartName="/ppt/ink/ink1043.xml" ContentType="application/inkml+xml"/>
  <Override PartName="/ppt/ink/ink1044.xml" ContentType="application/inkml+xml"/>
  <Override PartName="/ppt/ink/ink1045.xml" ContentType="application/inkml+xml"/>
  <Override PartName="/ppt/ink/ink1046.xml" ContentType="application/inkml+xml"/>
  <Override PartName="/ppt/ink/ink1047.xml" ContentType="application/inkml+xml"/>
  <Override PartName="/ppt/ink/ink1048.xml" ContentType="application/inkml+xml"/>
  <Override PartName="/ppt/ink/ink1049.xml" ContentType="application/inkml+xml"/>
  <Override PartName="/ppt/ink/ink1050.xml" ContentType="application/inkml+xml"/>
  <Override PartName="/ppt/ink/ink1051.xml" ContentType="application/inkml+xml"/>
  <Override PartName="/ppt/ink/ink1052.xml" ContentType="application/inkml+xml"/>
  <Override PartName="/ppt/ink/ink1053.xml" ContentType="application/inkml+xml"/>
  <Override PartName="/ppt/ink/ink1054.xml" ContentType="application/inkml+xml"/>
  <Override PartName="/ppt/ink/ink1055.xml" ContentType="application/inkml+xml"/>
  <Override PartName="/ppt/ink/ink1056.xml" ContentType="application/inkml+xml"/>
  <Override PartName="/ppt/ink/ink1057.xml" ContentType="application/inkml+xml"/>
  <Override PartName="/ppt/ink/ink1058.xml" ContentType="application/inkml+xml"/>
  <Override PartName="/ppt/ink/ink1059.xml" ContentType="application/inkml+xml"/>
  <Override PartName="/ppt/ink/ink1060.xml" ContentType="application/inkml+xml"/>
  <Override PartName="/ppt/ink/ink1061.xml" ContentType="application/inkml+xml"/>
  <Override PartName="/ppt/ink/ink1062.xml" ContentType="application/inkml+xml"/>
  <Override PartName="/ppt/ink/ink1063.xml" ContentType="application/inkml+xml"/>
  <Override PartName="/ppt/ink/ink1064.xml" ContentType="application/inkml+xml"/>
  <Override PartName="/ppt/ink/ink1065.xml" ContentType="application/inkml+xml"/>
  <Override PartName="/ppt/ink/ink1066.xml" ContentType="application/inkml+xml"/>
  <Override PartName="/ppt/ink/ink1067.xml" ContentType="application/inkml+xml"/>
  <Override PartName="/ppt/ink/ink1068.xml" ContentType="application/inkml+xml"/>
  <Override PartName="/ppt/ink/ink1069.xml" ContentType="application/inkml+xml"/>
  <Override PartName="/ppt/ink/ink1070.xml" ContentType="application/inkml+xml"/>
  <Override PartName="/ppt/ink/ink1071.xml" ContentType="application/inkml+xml"/>
  <Override PartName="/ppt/ink/ink1072.xml" ContentType="application/inkml+xml"/>
  <Override PartName="/ppt/ink/ink1073.xml" ContentType="application/inkml+xml"/>
  <Override PartName="/ppt/ink/ink1074.xml" ContentType="application/inkml+xml"/>
  <Override PartName="/ppt/ink/ink1075.xml" ContentType="application/inkml+xml"/>
  <Override PartName="/ppt/ink/ink1076.xml" ContentType="application/inkml+xml"/>
  <Override PartName="/ppt/ink/ink1077.xml" ContentType="application/inkml+xml"/>
  <Override PartName="/ppt/ink/ink1078.xml" ContentType="application/inkml+xml"/>
  <Override PartName="/ppt/ink/ink1079.xml" ContentType="application/inkml+xml"/>
  <Override PartName="/ppt/ink/ink1080.xml" ContentType="application/inkml+xml"/>
  <Override PartName="/ppt/ink/ink1081.xml" ContentType="application/inkml+xml"/>
  <Override PartName="/ppt/ink/ink1082.xml" ContentType="application/inkml+xml"/>
  <Override PartName="/ppt/ink/ink1083.xml" ContentType="application/inkml+xml"/>
  <Override PartName="/ppt/ink/ink1084.xml" ContentType="application/inkml+xml"/>
  <Override PartName="/ppt/ink/ink1085.xml" ContentType="application/inkml+xml"/>
  <Override PartName="/ppt/ink/ink1086.xml" ContentType="application/inkml+xml"/>
  <Override PartName="/ppt/ink/ink1087.xml" ContentType="application/inkml+xml"/>
  <Override PartName="/ppt/ink/ink1088.xml" ContentType="application/inkml+xml"/>
  <Override PartName="/ppt/ink/ink1089.xml" ContentType="application/inkml+xml"/>
  <Override PartName="/ppt/ink/ink1090.xml" ContentType="application/inkml+xml"/>
  <Override PartName="/ppt/ink/ink1091.xml" ContentType="application/inkml+xml"/>
  <Override PartName="/ppt/ink/ink1092.xml" ContentType="application/inkml+xml"/>
  <Override PartName="/ppt/ink/ink1093.xml" ContentType="application/inkml+xml"/>
  <Override PartName="/ppt/ink/ink1094.xml" ContentType="application/inkml+xml"/>
  <Override PartName="/ppt/ink/ink1095.xml" ContentType="application/inkml+xml"/>
  <Override PartName="/ppt/ink/ink1096.xml" ContentType="application/inkml+xml"/>
  <Override PartName="/ppt/ink/ink1097.xml" ContentType="application/inkml+xml"/>
  <Override PartName="/ppt/ink/ink1098.xml" ContentType="application/inkml+xml"/>
  <Override PartName="/ppt/ink/ink1099.xml" ContentType="application/inkml+xml"/>
  <Override PartName="/ppt/ink/ink1100.xml" ContentType="application/inkml+xml"/>
  <Override PartName="/ppt/ink/ink1101.xml" ContentType="application/inkml+xml"/>
  <Override PartName="/ppt/ink/ink1102.xml" ContentType="application/inkml+xml"/>
  <Override PartName="/ppt/ink/ink1103.xml" ContentType="application/inkml+xml"/>
  <Override PartName="/ppt/ink/ink1104.xml" ContentType="application/inkml+xml"/>
  <Override PartName="/ppt/ink/ink1105.xml" ContentType="application/inkml+xml"/>
  <Override PartName="/ppt/ink/ink1106.xml" ContentType="application/inkml+xml"/>
  <Override PartName="/ppt/ink/ink1107.xml" ContentType="application/inkml+xml"/>
  <Override PartName="/ppt/ink/ink1108.xml" ContentType="application/inkml+xml"/>
  <Override PartName="/ppt/ink/ink1109.xml" ContentType="application/inkml+xml"/>
  <Override PartName="/ppt/ink/ink1110.xml" ContentType="application/inkml+xml"/>
  <Override PartName="/ppt/ink/ink1111.xml" ContentType="application/inkml+xml"/>
  <Override PartName="/ppt/ink/ink1112.xml" ContentType="application/inkml+xml"/>
  <Override PartName="/ppt/ink/ink1113.xml" ContentType="application/inkml+xml"/>
  <Override PartName="/ppt/ink/ink1114.xml" ContentType="application/inkml+xml"/>
  <Override PartName="/ppt/ink/ink1115.xml" ContentType="application/inkml+xml"/>
  <Override PartName="/ppt/ink/ink1116.xml" ContentType="application/inkml+xml"/>
  <Override PartName="/ppt/ink/ink1117.xml" ContentType="application/inkml+xml"/>
  <Override PartName="/ppt/ink/ink1118.xml" ContentType="application/inkml+xml"/>
  <Override PartName="/ppt/ink/ink1119.xml" ContentType="application/inkml+xml"/>
  <Override PartName="/ppt/ink/ink1120.xml" ContentType="application/inkml+xml"/>
  <Override PartName="/ppt/ink/ink1121.xml" ContentType="application/inkml+xml"/>
  <Override PartName="/ppt/ink/ink1122.xml" ContentType="application/inkml+xml"/>
  <Override PartName="/ppt/ink/ink1123.xml" ContentType="application/inkml+xml"/>
  <Override PartName="/ppt/ink/ink1124.xml" ContentType="application/inkml+xml"/>
  <Override PartName="/ppt/ink/ink1125.xml" ContentType="application/inkml+xml"/>
  <Override PartName="/ppt/ink/ink1126.xml" ContentType="application/inkml+xml"/>
  <Override PartName="/ppt/ink/ink1127.xml" ContentType="application/inkml+xml"/>
  <Override PartName="/ppt/ink/ink1128.xml" ContentType="application/inkml+xml"/>
  <Override PartName="/ppt/ink/ink1129.xml" ContentType="application/inkml+xml"/>
  <Override PartName="/ppt/ink/ink1130.xml" ContentType="application/inkml+xml"/>
  <Override PartName="/ppt/ink/ink1131.xml" ContentType="application/inkml+xml"/>
  <Override PartName="/ppt/ink/ink1132.xml" ContentType="application/inkml+xml"/>
  <Override PartName="/ppt/ink/ink1133.xml" ContentType="application/inkml+xml"/>
  <Override PartName="/ppt/ink/ink1134.xml" ContentType="application/inkml+xml"/>
  <Override PartName="/ppt/ink/ink1135.xml" ContentType="application/inkml+xml"/>
  <Override PartName="/ppt/ink/ink1136.xml" ContentType="application/inkml+xml"/>
  <Override PartName="/ppt/ink/ink1137.xml" ContentType="application/inkml+xml"/>
  <Override PartName="/ppt/ink/ink1138.xml" ContentType="application/inkml+xml"/>
  <Override PartName="/ppt/ink/ink1139.xml" ContentType="application/inkml+xml"/>
  <Override PartName="/ppt/ink/ink1140.xml" ContentType="application/inkml+xml"/>
  <Override PartName="/ppt/ink/ink1141.xml" ContentType="application/inkml+xml"/>
  <Override PartName="/ppt/ink/ink1142.xml" ContentType="application/inkml+xml"/>
  <Override PartName="/ppt/ink/ink1143.xml" ContentType="application/inkml+xml"/>
  <Override PartName="/ppt/ink/ink1144.xml" ContentType="application/inkml+xml"/>
  <Override PartName="/ppt/ink/ink1145.xml" ContentType="application/inkml+xml"/>
  <Override PartName="/ppt/ink/ink1146.xml" ContentType="application/inkml+xml"/>
  <Override PartName="/ppt/ink/ink1147.xml" ContentType="application/inkml+xml"/>
  <Override PartName="/ppt/ink/ink1148.xml" ContentType="application/inkml+xml"/>
  <Override PartName="/ppt/ink/ink1149.xml" ContentType="application/inkml+xml"/>
  <Override PartName="/ppt/ink/ink1150.xml" ContentType="application/inkml+xml"/>
  <Override PartName="/ppt/ink/ink1151.xml" ContentType="application/inkml+xml"/>
  <Override PartName="/ppt/ink/ink1152.xml" ContentType="application/inkml+xml"/>
  <Override PartName="/ppt/ink/ink1153.xml" ContentType="application/inkml+xml"/>
  <Override PartName="/ppt/ink/ink1154.xml" ContentType="application/inkml+xml"/>
  <Override PartName="/ppt/ink/ink1155.xml" ContentType="application/inkml+xml"/>
  <Override PartName="/ppt/ink/ink1156.xml" ContentType="application/inkml+xml"/>
  <Override PartName="/ppt/ink/ink1157.xml" ContentType="application/inkml+xml"/>
  <Override PartName="/ppt/ink/ink1158.xml" ContentType="application/inkml+xml"/>
  <Override PartName="/ppt/ink/ink1159.xml" ContentType="application/inkml+xml"/>
  <Override PartName="/ppt/ink/ink1160.xml" ContentType="application/inkml+xml"/>
  <Override PartName="/ppt/ink/ink1161.xml" ContentType="application/inkml+xml"/>
  <Override PartName="/ppt/ink/ink1162.xml" ContentType="application/inkml+xml"/>
  <Override PartName="/ppt/ink/ink1163.xml" ContentType="application/inkml+xml"/>
  <Override PartName="/ppt/ink/ink1164.xml" ContentType="application/inkml+xml"/>
  <Override PartName="/ppt/ink/ink1165.xml" ContentType="application/inkml+xml"/>
  <Override PartName="/ppt/ink/ink1166.xml" ContentType="application/inkml+xml"/>
  <Override PartName="/ppt/ink/ink1167.xml" ContentType="application/inkml+xml"/>
  <Override PartName="/ppt/ink/ink1168.xml" ContentType="application/inkml+xml"/>
  <Override PartName="/ppt/ink/ink1169.xml" ContentType="application/inkml+xml"/>
  <Override PartName="/ppt/ink/ink1170.xml" ContentType="application/inkml+xml"/>
  <Override PartName="/ppt/ink/ink1171.xml" ContentType="application/inkml+xml"/>
  <Override PartName="/ppt/ink/ink1172.xml" ContentType="application/inkml+xml"/>
  <Override PartName="/ppt/ink/ink1173.xml" ContentType="application/inkml+xml"/>
  <Override PartName="/ppt/ink/ink1174.xml" ContentType="application/inkml+xml"/>
  <Override PartName="/ppt/ink/ink1175.xml" ContentType="application/inkml+xml"/>
  <Override PartName="/ppt/ink/ink1176.xml" ContentType="application/inkml+xml"/>
  <Override PartName="/ppt/ink/ink1177.xml" ContentType="application/inkml+xml"/>
  <Override PartName="/ppt/ink/ink1178.xml" ContentType="application/inkml+xml"/>
  <Override PartName="/ppt/ink/ink1179.xml" ContentType="application/inkml+xml"/>
  <Override PartName="/ppt/ink/ink1180.xml" ContentType="application/inkml+xml"/>
  <Override PartName="/ppt/ink/ink1181.xml" ContentType="application/inkml+xml"/>
  <Override PartName="/ppt/ink/ink1182.xml" ContentType="application/inkml+xml"/>
  <Override PartName="/ppt/ink/ink1183.xml" ContentType="application/inkml+xml"/>
  <Override PartName="/ppt/ink/ink1184.xml" ContentType="application/inkml+xml"/>
  <Override PartName="/ppt/ink/ink1185.xml" ContentType="application/inkml+xml"/>
  <Override PartName="/ppt/ink/ink1186.xml" ContentType="application/inkml+xml"/>
  <Override PartName="/ppt/ink/ink1187.xml" ContentType="application/inkml+xml"/>
  <Override PartName="/ppt/ink/ink1188.xml" ContentType="application/inkml+xml"/>
  <Override PartName="/ppt/ink/ink1189.xml" ContentType="application/inkml+xml"/>
  <Override PartName="/ppt/ink/ink1190.xml" ContentType="application/inkml+xml"/>
  <Override PartName="/ppt/ink/ink1191.xml" ContentType="application/inkml+xml"/>
  <Override PartName="/ppt/ink/ink1192.xml" ContentType="application/inkml+xml"/>
  <Override PartName="/ppt/ink/ink1193.xml" ContentType="application/inkml+xml"/>
  <Override PartName="/ppt/ink/ink1194.xml" ContentType="application/inkml+xml"/>
  <Override PartName="/ppt/ink/ink1195.xml" ContentType="application/inkml+xml"/>
  <Override PartName="/ppt/ink/ink1196.xml" ContentType="application/inkml+xml"/>
  <Override PartName="/ppt/ink/ink1197.xml" ContentType="application/inkml+xml"/>
  <Override PartName="/ppt/ink/ink1198.xml" ContentType="application/inkml+xml"/>
  <Override PartName="/ppt/ink/ink1199.xml" ContentType="application/inkml+xml"/>
  <Override PartName="/ppt/ink/ink1200.xml" ContentType="application/inkml+xml"/>
  <Override PartName="/ppt/ink/ink1201.xml" ContentType="application/inkml+xml"/>
  <Override PartName="/ppt/ink/ink1202.xml" ContentType="application/inkml+xml"/>
  <Override PartName="/ppt/ink/ink1203.xml" ContentType="application/inkml+xml"/>
  <Override PartName="/ppt/ink/ink1204.xml" ContentType="application/inkml+xml"/>
  <Override PartName="/ppt/ink/ink1205.xml" ContentType="application/inkml+xml"/>
  <Override PartName="/ppt/ink/ink1206.xml" ContentType="application/inkml+xml"/>
  <Override PartName="/ppt/ink/ink1207.xml" ContentType="application/inkml+xml"/>
  <Override PartName="/ppt/ink/ink1208.xml" ContentType="application/inkml+xml"/>
  <Override PartName="/ppt/ink/ink1209.xml" ContentType="application/inkml+xml"/>
  <Override PartName="/ppt/ink/ink1210.xml" ContentType="application/inkml+xml"/>
  <Override PartName="/ppt/ink/ink1211.xml" ContentType="application/inkml+xml"/>
  <Override PartName="/ppt/ink/ink1212.xml" ContentType="application/inkml+xml"/>
  <Override PartName="/ppt/ink/ink1213.xml" ContentType="application/inkml+xml"/>
  <Override PartName="/ppt/ink/ink1214.xml" ContentType="application/inkml+xml"/>
  <Override PartName="/ppt/ink/ink1215.xml" ContentType="application/inkml+xml"/>
  <Override PartName="/ppt/ink/ink1216.xml" ContentType="application/inkml+xml"/>
  <Override PartName="/ppt/ink/ink1217.xml" ContentType="application/inkml+xml"/>
  <Override PartName="/ppt/ink/ink1218.xml" ContentType="application/inkml+xml"/>
  <Override PartName="/ppt/ink/ink1219.xml" ContentType="application/inkml+xml"/>
  <Override PartName="/ppt/ink/ink1220.xml" ContentType="application/inkml+xml"/>
  <Override PartName="/ppt/ink/ink1221.xml" ContentType="application/inkml+xml"/>
  <Override PartName="/ppt/ink/ink1222.xml" ContentType="application/inkml+xml"/>
  <Override PartName="/ppt/ink/ink1223.xml" ContentType="application/inkml+xml"/>
  <Override PartName="/ppt/ink/ink1224.xml" ContentType="application/inkml+xml"/>
  <Override PartName="/ppt/ink/ink1225.xml" ContentType="application/inkml+xml"/>
  <Override PartName="/ppt/ink/ink1226.xml" ContentType="application/inkml+xml"/>
  <Override PartName="/ppt/ink/ink1227.xml" ContentType="application/inkml+xml"/>
  <Override PartName="/ppt/ink/ink1228.xml" ContentType="application/inkml+xml"/>
  <Override PartName="/ppt/ink/ink1229.xml" ContentType="application/inkml+xml"/>
  <Override PartName="/ppt/ink/ink1230.xml" ContentType="application/inkml+xml"/>
  <Override PartName="/ppt/ink/ink1231.xml" ContentType="application/inkml+xml"/>
  <Override PartName="/ppt/ink/ink1232.xml" ContentType="application/inkml+xml"/>
  <Override PartName="/ppt/ink/ink1233.xml" ContentType="application/inkml+xml"/>
  <Override PartName="/ppt/ink/ink1234.xml" ContentType="application/inkml+xml"/>
  <Override PartName="/ppt/ink/ink1235.xml" ContentType="application/inkml+xml"/>
  <Override PartName="/ppt/ink/ink1236.xml" ContentType="application/inkml+xml"/>
  <Override PartName="/ppt/ink/ink1237.xml" ContentType="application/inkml+xml"/>
  <Override PartName="/ppt/ink/ink1238.xml" ContentType="application/inkml+xml"/>
  <Override PartName="/ppt/ink/ink1239.xml" ContentType="application/inkml+xml"/>
  <Override PartName="/ppt/ink/ink1240.xml" ContentType="application/inkml+xml"/>
  <Override PartName="/ppt/ink/ink1241.xml" ContentType="application/inkml+xml"/>
  <Override PartName="/ppt/ink/ink1242.xml" ContentType="application/inkml+xml"/>
  <Override PartName="/ppt/ink/ink1243.xml" ContentType="application/inkml+xml"/>
  <Override PartName="/ppt/ink/ink1244.xml" ContentType="application/inkml+xml"/>
  <Override PartName="/ppt/ink/ink1245.xml" ContentType="application/inkml+xml"/>
  <Override PartName="/ppt/ink/ink1246.xml" ContentType="application/inkml+xml"/>
  <Override PartName="/ppt/ink/ink1247.xml" ContentType="application/inkml+xml"/>
  <Override PartName="/ppt/ink/ink1248.xml" ContentType="application/inkml+xml"/>
  <Override PartName="/ppt/ink/ink1249.xml" ContentType="application/inkml+xml"/>
  <Override PartName="/ppt/ink/ink1250.xml" ContentType="application/inkml+xml"/>
  <Override PartName="/ppt/ink/ink1251.xml" ContentType="application/inkml+xml"/>
  <Override PartName="/ppt/ink/ink1252.xml" ContentType="application/inkml+xml"/>
  <Override PartName="/ppt/ink/ink1253.xml" ContentType="application/inkml+xml"/>
  <Override PartName="/ppt/ink/ink1254.xml" ContentType="application/inkml+xml"/>
  <Override PartName="/ppt/ink/ink1255.xml" ContentType="application/inkml+xml"/>
  <Override PartName="/ppt/ink/ink1256.xml" ContentType="application/inkml+xml"/>
  <Override PartName="/ppt/ink/ink1257.xml" ContentType="application/inkml+xml"/>
  <Override PartName="/ppt/ink/ink1258.xml" ContentType="application/inkml+xml"/>
  <Override PartName="/ppt/ink/ink1259.xml" ContentType="application/inkml+xml"/>
  <Override PartName="/ppt/ink/ink1260.xml" ContentType="application/inkml+xml"/>
  <Override PartName="/ppt/ink/ink1261.xml" ContentType="application/inkml+xml"/>
  <Override PartName="/ppt/ink/ink1262.xml" ContentType="application/inkml+xml"/>
  <Override PartName="/ppt/ink/ink1263.xml" ContentType="application/inkml+xml"/>
  <Override PartName="/ppt/ink/ink1264.xml" ContentType="application/inkml+xml"/>
  <Override PartName="/ppt/ink/ink1265.xml" ContentType="application/inkml+xml"/>
  <Override PartName="/ppt/ink/ink1266.xml" ContentType="application/inkml+xml"/>
  <Override PartName="/ppt/ink/ink1267.xml" ContentType="application/inkml+xml"/>
  <Override PartName="/ppt/ink/ink1268.xml" ContentType="application/inkml+xml"/>
  <Override PartName="/ppt/ink/ink1269.xml" ContentType="application/inkml+xml"/>
  <Override PartName="/ppt/ink/ink1270.xml" ContentType="application/inkml+xml"/>
  <Override PartName="/ppt/ink/ink1271.xml" ContentType="application/inkml+xml"/>
  <Override PartName="/ppt/ink/ink1272.xml" ContentType="application/inkml+xml"/>
  <Override PartName="/ppt/ink/ink1273.xml" ContentType="application/inkml+xml"/>
  <Override PartName="/ppt/ink/ink1274.xml" ContentType="application/inkml+xml"/>
  <Override PartName="/ppt/ink/ink1275.xml" ContentType="application/inkml+xml"/>
  <Override PartName="/ppt/ink/ink1276.xml" ContentType="application/inkml+xml"/>
  <Override PartName="/ppt/ink/ink1277.xml" ContentType="application/inkml+xml"/>
  <Override PartName="/ppt/ink/ink1278.xml" ContentType="application/inkml+xml"/>
  <Override PartName="/ppt/ink/ink1279.xml" ContentType="application/inkml+xml"/>
  <Override PartName="/ppt/ink/ink1280.xml" ContentType="application/inkml+xml"/>
  <Override PartName="/ppt/ink/ink1281.xml" ContentType="application/inkml+xml"/>
  <Override PartName="/ppt/ink/ink1282.xml" ContentType="application/inkml+xml"/>
  <Override PartName="/ppt/ink/ink1283.xml" ContentType="application/inkml+xml"/>
  <Override PartName="/ppt/ink/ink1284.xml" ContentType="application/inkml+xml"/>
  <Override PartName="/ppt/ink/ink1285.xml" ContentType="application/inkml+xml"/>
  <Override PartName="/ppt/ink/ink1286.xml" ContentType="application/inkml+xml"/>
  <Override PartName="/ppt/ink/ink1287.xml" ContentType="application/inkml+xml"/>
  <Override PartName="/ppt/ink/ink1288.xml" ContentType="application/inkml+xml"/>
  <Override PartName="/ppt/ink/ink1289.xml" ContentType="application/inkml+xml"/>
  <Override PartName="/ppt/ink/ink1290.xml" ContentType="application/inkml+xml"/>
  <Override PartName="/ppt/ink/ink1291.xml" ContentType="application/inkml+xml"/>
  <Override PartName="/ppt/ink/ink1292.xml" ContentType="application/inkml+xml"/>
  <Override PartName="/ppt/ink/ink1293.xml" ContentType="application/inkml+xml"/>
  <Override PartName="/ppt/ink/ink1294.xml" ContentType="application/inkml+xml"/>
  <Override PartName="/ppt/ink/ink1295.xml" ContentType="application/inkml+xml"/>
  <Override PartName="/ppt/ink/ink1296.xml" ContentType="application/inkml+xml"/>
  <Override PartName="/ppt/ink/ink1297.xml" ContentType="application/inkml+xml"/>
  <Override PartName="/ppt/ink/ink1298.xml" ContentType="application/inkml+xml"/>
  <Override PartName="/ppt/ink/ink1299.xml" ContentType="application/inkml+xml"/>
  <Override PartName="/ppt/ink/ink1300.xml" ContentType="application/inkml+xml"/>
  <Override PartName="/ppt/ink/ink1301.xml" ContentType="application/inkml+xml"/>
  <Override PartName="/ppt/ink/ink1302.xml" ContentType="application/inkml+xml"/>
  <Override PartName="/ppt/ink/ink1303.xml" ContentType="application/inkml+xml"/>
  <Override PartName="/ppt/ink/ink1304.xml" ContentType="application/inkml+xml"/>
  <Override PartName="/ppt/ink/ink1305.xml" ContentType="application/inkml+xml"/>
  <Override PartName="/ppt/ink/ink1306.xml" ContentType="application/inkml+xml"/>
  <Override PartName="/ppt/ink/ink1307.xml" ContentType="application/inkml+xml"/>
  <Override PartName="/ppt/ink/ink1308.xml" ContentType="application/inkml+xml"/>
  <Override PartName="/ppt/ink/ink1309.xml" ContentType="application/inkml+xml"/>
  <Override PartName="/ppt/ink/ink1310.xml" ContentType="application/inkml+xml"/>
  <Override PartName="/ppt/ink/ink1311.xml" ContentType="application/inkml+xml"/>
  <Override PartName="/ppt/ink/ink1312.xml" ContentType="application/inkml+xml"/>
  <Override PartName="/ppt/ink/ink1313.xml" ContentType="application/inkml+xml"/>
  <Override PartName="/ppt/ink/ink1314.xml" ContentType="application/inkml+xml"/>
  <Override PartName="/ppt/ink/ink1315.xml" ContentType="application/inkml+xml"/>
  <Override PartName="/ppt/ink/ink1316.xml" ContentType="application/inkml+xml"/>
  <Override PartName="/ppt/ink/ink1317.xml" ContentType="application/inkml+xml"/>
  <Override PartName="/ppt/ink/ink1318.xml" ContentType="application/inkml+xml"/>
  <Override PartName="/ppt/ink/ink1319.xml" ContentType="application/inkml+xml"/>
  <Override PartName="/ppt/ink/ink1320.xml" ContentType="application/inkml+xml"/>
  <Override PartName="/ppt/ink/ink1321.xml" ContentType="application/inkml+xml"/>
  <Override PartName="/ppt/ink/ink1322.xml" ContentType="application/inkml+xml"/>
  <Override PartName="/ppt/ink/ink1323.xml" ContentType="application/inkml+xml"/>
  <Override PartName="/ppt/ink/ink1324.xml" ContentType="application/inkml+xml"/>
  <Override PartName="/ppt/ink/ink1325.xml" ContentType="application/inkml+xml"/>
  <Override PartName="/ppt/ink/ink1326.xml" ContentType="application/inkml+xml"/>
  <Override PartName="/ppt/ink/ink1327.xml" ContentType="application/inkml+xml"/>
  <Override PartName="/ppt/ink/ink1328.xml" ContentType="application/inkml+xml"/>
  <Override PartName="/ppt/ink/ink1329.xml" ContentType="application/inkml+xml"/>
  <Override PartName="/ppt/ink/ink1330.xml" ContentType="application/inkml+xml"/>
  <Override PartName="/ppt/ink/ink1331.xml" ContentType="application/inkml+xml"/>
  <Override PartName="/ppt/ink/ink1332.xml" ContentType="application/inkml+xml"/>
  <Override PartName="/ppt/ink/ink1333.xml" ContentType="application/inkml+xml"/>
  <Override PartName="/ppt/ink/ink1334.xml" ContentType="application/inkml+xml"/>
  <Override PartName="/ppt/ink/ink1335.xml" ContentType="application/inkml+xml"/>
  <Override PartName="/ppt/ink/ink1336.xml" ContentType="application/inkml+xml"/>
  <Override PartName="/ppt/ink/ink1337.xml" ContentType="application/inkml+xml"/>
  <Override PartName="/ppt/ink/ink1338.xml" ContentType="application/inkml+xml"/>
  <Override PartName="/ppt/ink/ink1339.xml" ContentType="application/inkml+xml"/>
  <Override PartName="/ppt/ink/ink1340.xml" ContentType="application/inkml+xml"/>
  <Override PartName="/ppt/ink/ink1341.xml" ContentType="application/inkml+xml"/>
  <Override PartName="/ppt/ink/ink1342.xml" ContentType="application/inkml+xml"/>
  <Override PartName="/ppt/ink/ink1343.xml" ContentType="application/inkml+xml"/>
  <Override PartName="/ppt/ink/ink1344.xml" ContentType="application/inkml+xml"/>
  <Override PartName="/ppt/ink/ink1345.xml" ContentType="application/inkml+xml"/>
  <Override PartName="/ppt/ink/ink1346.xml" ContentType="application/inkml+xml"/>
  <Override PartName="/ppt/ink/ink1347.xml" ContentType="application/inkml+xml"/>
  <Override PartName="/ppt/ink/ink1348.xml" ContentType="application/inkml+xml"/>
  <Override PartName="/ppt/ink/ink1349.xml" ContentType="application/inkml+xml"/>
  <Override PartName="/ppt/ink/ink1350.xml" ContentType="application/inkml+xml"/>
  <Override PartName="/ppt/ink/ink1351.xml" ContentType="application/inkml+xml"/>
  <Override PartName="/ppt/ink/ink1352.xml" ContentType="application/inkml+xml"/>
  <Override PartName="/ppt/ink/ink1353.xml" ContentType="application/inkml+xml"/>
  <Override PartName="/ppt/ink/ink1354.xml" ContentType="application/inkml+xml"/>
  <Override PartName="/ppt/ink/ink1355.xml" ContentType="application/inkml+xml"/>
  <Override PartName="/ppt/ink/ink1356.xml" ContentType="application/inkml+xml"/>
  <Override PartName="/ppt/ink/ink1357.xml" ContentType="application/inkml+xml"/>
  <Override PartName="/ppt/ink/ink1358.xml" ContentType="application/inkml+xml"/>
  <Override PartName="/ppt/ink/ink1359.xml" ContentType="application/inkml+xml"/>
  <Override PartName="/ppt/ink/ink1360.xml" ContentType="application/inkml+xml"/>
  <Override PartName="/ppt/ink/ink1361.xml" ContentType="application/inkml+xml"/>
  <Override PartName="/ppt/ink/ink1362.xml" ContentType="application/inkml+xml"/>
  <Override PartName="/ppt/ink/ink1363.xml" ContentType="application/inkml+xml"/>
  <Override PartName="/ppt/ink/ink1364.xml" ContentType="application/inkml+xml"/>
  <Override PartName="/ppt/ink/ink1365.xml" ContentType="application/inkml+xml"/>
  <Override PartName="/ppt/ink/ink1366.xml" ContentType="application/inkml+xml"/>
  <Override PartName="/ppt/ink/ink1367.xml" ContentType="application/inkml+xml"/>
  <Override PartName="/ppt/ink/ink1368.xml" ContentType="application/inkml+xml"/>
  <Override PartName="/ppt/ink/ink1369.xml" ContentType="application/inkml+xml"/>
  <Override PartName="/ppt/ink/ink1370.xml" ContentType="application/inkml+xml"/>
  <Override PartName="/ppt/ink/ink1371.xml" ContentType="application/inkml+xml"/>
  <Override PartName="/ppt/ink/ink1372.xml" ContentType="application/inkml+xml"/>
  <Override PartName="/ppt/ink/ink1373.xml" ContentType="application/inkml+xml"/>
  <Override PartName="/ppt/ink/ink1374.xml" ContentType="application/inkml+xml"/>
  <Override PartName="/ppt/ink/ink1375.xml" ContentType="application/inkml+xml"/>
  <Override PartName="/ppt/ink/ink1376.xml" ContentType="application/inkml+xml"/>
  <Override PartName="/ppt/ink/ink1377.xml" ContentType="application/inkml+xml"/>
  <Override PartName="/ppt/ink/ink1378.xml" ContentType="application/inkml+xml"/>
  <Override PartName="/ppt/ink/ink1379.xml" ContentType="application/inkml+xml"/>
  <Override PartName="/ppt/ink/ink1380.xml" ContentType="application/inkml+xml"/>
  <Override PartName="/ppt/ink/ink1381.xml" ContentType="application/inkml+xml"/>
  <Override PartName="/ppt/ink/ink1382.xml" ContentType="application/inkml+xml"/>
  <Override PartName="/ppt/ink/ink1383.xml" ContentType="application/inkml+xml"/>
  <Override PartName="/ppt/ink/ink1384.xml" ContentType="application/inkml+xml"/>
  <Override PartName="/ppt/ink/ink1385.xml" ContentType="application/inkml+xml"/>
  <Override PartName="/ppt/ink/ink1386.xml" ContentType="application/inkml+xml"/>
  <Override PartName="/ppt/ink/ink1387.xml" ContentType="application/inkml+xml"/>
  <Override PartName="/ppt/ink/ink1388.xml" ContentType="application/inkml+xml"/>
  <Override PartName="/ppt/ink/ink1389.xml" ContentType="application/inkml+xml"/>
  <Override PartName="/ppt/ink/ink1390.xml" ContentType="application/inkml+xml"/>
  <Override PartName="/ppt/ink/ink1391.xml" ContentType="application/inkml+xml"/>
  <Override PartName="/ppt/ink/ink1392.xml" ContentType="application/inkml+xml"/>
  <Override PartName="/ppt/ink/ink1393.xml" ContentType="application/inkml+xml"/>
  <Override PartName="/ppt/ink/ink1394.xml" ContentType="application/inkml+xml"/>
  <Override PartName="/ppt/ink/ink1395.xml" ContentType="application/inkml+xml"/>
  <Override PartName="/ppt/ink/ink1396.xml" ContentType="application/inkml+xml"/>
  <Override PartName="/ppt/ink/ink1397.xml" ContentType="application/inkml+xml"/>
  <Override PartName="/ppt/ink/ink1398.xml" ContentType="application/inkml+xml"/>
  <Override PartName="/ppt/ink/ink1399.xml" ContentType="application/inkml+xml"/>
  <Override PartName="/ppt/ink/ink1400.xml" ContentType="application/inkml+xml"/>
  <Override PartName="/ppt/ink/ink1401.xml" ContentType="application/inkml+xml"/>
  <Override PartName="/ppt/ink/ink1402.xml" ContentType="application/inkml+xml"/>
  <Override PartName="/ppt/ink/ink1403.xml" ContentType="application/inkml+xml"/>
  <Override PartName="/ppt/ink/ink1404.xml" ContentType="application/inkml+xml"/>
  <Override PartName="/ppt/ink/ink1405.xml" ContentType="application/inkml+xml"/>
  <Override PartName="/ppt/ink/ink1406.xml" ContentType="application/inkml+xml"/>
  <Override PartName="/ppt/ink/ink1407.xml" ContentType="application/inkml+xml"/>
  <Override PartName="/ppt/ink/ink1408.xml" ContentType="application/inkml+xml"/>
  <Override PartName="/ppt/ink/ink1409.xml" ContentType="application/inkml+xml"/>
  <Override PartName="/ppt/ink/ink1410.xml" ContentType="application/inkml+xml"/>
  <Override PartName="/ppt/ink/ink1411.xml" ContentType="application/inkml+xml"/>
  <Override PartName="/ppt/ink/ink1412.xml" ContentType="application/inkml+xml"/>
  <Override PartName="/ppt/ink/ink1413.xml" ContentType="application/inkml+xml"/>
  <Override PartName="/ppt/ink/ink1414.xml" ContentType="application/inkml+xml"/>
  <Override PartName="/ppt/ink/ink1415.xml" ContentType="application/inkml+xml"/>
  <Override PartName="/ppt/ink/ink1416.xml" ContentType="application/inkml+xml"/>
  <Override PartName="/ppt/ink/ink1417.xml" ContentType="application/inkml+xml"/>
  <Override PartName="/ppt/ink/ink1418.xml" ContentType="application/inkml+xml"/>
  <Override PartName="/ppt/ink/ink1419.xml" ContentType="application/inkml+xml"/>
  <Override PartName="/ppt/ink/ink1420.xml" ContentType="application/inkml+xml"/>
  <Override PartName="/ppt/ink/ink1421.xml" ContentType="application/inkml+xml"/>
  <Override PartName="/ppt/ink/ink1422.xml" ContentType="application/inkml+xml"/>
  <Override PartName="/ppt/ink/ink1423.xml" ContentType="application/inkml+xml"/>
  <Override PartName="/ppt/ink/ink1424.xml" ContentType="application/inkml+xml"/>
  <Override PartName="/ppt/ink/ink1425.xml" ContentType="application/inkml+xml"/>
  <Override PartName="/ppt/ink/ink1426.xml" ContentType="application/inkml+xml"/>
  <Override PartName="/ppt/ink/ink1427.xml" ContentType="application/inkml+xml"/>
  <Override PartName="/ppt/ink/ink1428.xml" ContentType="application/inkml+xml"/>
  <Override PartName="/ppt/ink/ink1429.xml" ContentType="application/inkml+xml"/>
  <Override PartName="/ppt/ink/ink1430.xml" ContentType="application/inkml+xml"/>
  <Override PartName="/ppt/ink/ink1431.xml" ContentType="application/inkml+xml"/>
  <Override PartName="/ppt/ink/ink1432.xml" ContentType="application/inkml+xml"/>
  <Override PartName="/ppt/ink/ink1433.xml" ContentType="application/inkml+xml"/>
  <Override PartName="/ppt/ink/ink1434.xml" ContentType="application/inkml+xml"/>
  <Override PartName="/ppt/ink/ink1435.xml" ContentType="application/inkml+xml"/>
  <Override PartName="/ppt/ink/ink1436.xml" ContentType="application/inkml+xml"/>
  <Override PartName="/ppt/ink/ink1437.xml" ContentType="application/inkml+xml"/>
  <Override PartName="/ppt/ink/ink1438.xml" ContentType="application/inkml+xml"/>
  <Override PartName="/ppt/ink/ink1439.xml" ContentType="application/inkml+xml"/>
  <Override PartName="/ppt/ink/ink1440.xml" ContentType="application/inkml+xml"/>
  <Override PartName="/ppt/ink/ink1441.xml" ContentType="application/inkml+xml"/>
  <Override PartName="/ppt/ink/ink1442.xml" ContentType="application/inkml+xml"/>
  <Override PartName="/ppt/ink/ink1443.xml" ContentType="application/inkml+xml"/>
  <Override PartName="/ppt/ink/ink1444.xml" ContentType="application/inkml+xml"/>
  <Override PartName="/ppt/ink/ink1445.xml" ContentType="application/inkml+xml"/>
  <Override PartName="/ppt/ink/ink1446.xml" ContentType="application/inkml+xml"/>
  <Override PartName="/ppt/ink/ink1447.xml" ContentType="application/inkml+xml"/>
  <Override PartName="/ppt/ink/ink1448.xml" ContentType="application/inkml+xml"/>
  <Override PartName="/ppt/ink/ink1449.xml" ContentType="application/inkml+xml"/>
  <Override PartName="/ppt/ink/ink1450.xml" ContentType="application/inkml+xml"/>
  <Override PartName="/ppt/ink/ink1451.xml" ContentType="application/inkml+xml"/>
  <Override PartName="/ppt/ink/ink1452.xml" ContentType="application/inkml+xml"/>
  <Override PartName="/ppt/ink/ink1453.xml" ContentType="application/inkml+xml"/>
  <Override PartName="/ppt/ink/ink1454.xml" ContentType="application/inkml+xml"/>
  <Override PartName="/ppt/ink/ink1455.xml" ContentType="application/inkml+xml"/>
  <Override PartName="/ppt/ink/ink1456.xml" ContentType="application/inkml+xml"/>
  <Override PartName="/ppt/ink/ink1457.xml" ContentType="application/inkml+xml"/>
  <Override PartName="/ppt/ink/ink1458.xml" ContentType="application/inkml+xml"/>
  <Override PartName="/ppt/ink/ink1459.xml" ContentType="application/inkml+xml"/>
  <Override PartName="/ppt/ink/ink1460.xml" ContentType="application/inkml+xml"/>
  <Override PartName="/ppt/ink/ink1461.xml" ContentType="application/inkml+xml"/>
  <Override PartName="/ppt/ink/ink1462.xml" ContentType="application/inkml+xml"/>
  <Override PartName="/ppt/ink/ink1463.xml" ContentType="application/inkml+xml"/>
  <Override PartName="/ppt/ink/ink1464.xml" ContentType="application/inkml+xml"/>
  <Override PartName="/ppt/ink/ink1465.xml" ContentType="application/inkml+xml"/>
  <Override PartName="/ppt/ink/ink1466.xml" ContentType="application/inkml+xml"/>
  <Override PartName="/ppt/ink/ink1467.xml" ContentType="application/inkml+xml"/>
  <Override PartName="/ppt/ink/ink1468.xml" ContentType="application/inkml+xml"/>
  <Override PartName="/ppt/ink/ink1469.xml" ContentType="application/inkml+xml"/>
  <Override PartName="/ppt/ink/ink1470.xml" ContentType="application/inkml+xml"/>
  <Override PartName="/ppt/ink/ink1471.xml" ContentType="application/inkml+xml"/>
  <Override PartName="/ppt/ink/ink1472.xml" ContentType="application/inkml+xml"/>
  <Override PartName="/ppt/ink/ink1473.xml" ContentType="application/inkml+xml"/>
  <Override PartName="/ppt/ink/ink1474.xml" ContentType="application/inkml+xml"/>
  <Override PartName="/ppt/ink/ink1475.xml" ContentType="application/inkml+xml"/>
  <Override PartName="/ppt/ink/ink1476.xml" ContentType="application/inkml+xml"/>
  <Override PartName="/ppt/ink/ink1477.xml" ContentType="application/inkml+xml"/>
  <Override PartName="/ppt/ink/ink1478.xml" ContentType="application/inkml+xml"/>
  <Override PartName="/ppt/ink/ink1479.xml" ContentType="application/inkml+xml"/>
  <Override PartName="/ppt/ink/ink1480.xml" ContentType="application/inkml+xml"/>
  <Override PartName="/ppt/ink/ink1481.xml" ContentType="application/inkml+xml"/>
  <Override PartName="/ppt/ink/ink1482.xml" ContentType="application/inkml+xml"/>
  <Override PartName="/ppt/ink/ink1483.xml" ContentType="application/inkml+xml"/>
  <Override PartName="/ppt/ink/ink1484.xml" ContentType="application/inkml+xml"/>
  <Override PartName="/ppt/ink/ink1485.xml" ContentType="application/inkml+xml"/>
  <Override PartName="/ppt/ink/ink1486.xml" ContentType="application/inkml+xml"/>
  <Override PartName="/ppt/ink/ink1487.xml" ContentType="application/inkml+xml"/>
  <Override PartName="/ppt/ink/ink1488.xml" ContentType="application/inkml+xml"/>
  <Override PartName="/ppt/ink/ink1489.xml" ContentType="application/inkml+xml"/>
  <Override PartName="/ppt/ink/ink1490.xml" ContentType="application/inkml+xml"/>
  <Override PartName="/ppt/ink/ink1491.xml" ContentType="application/inkml+xml"/>
  <Override PartName="/ppt/ink/ink1492.xml" ContentType="application/inkml+xml"/>
  <Override PartName="/ppt/ink/ink1493.xml" ContentType="application/inkml+xml"/>
  <Override PartName="/ppt/ink/ink1494.xml" ContentType="application/inkml+xml"/>
  <Override PartName="/ppt/ink/ink1495.xml" ContentType="application/inkml+xml"/>
  <Override PartName="/ppt/ink/ink1496.xml" ContentType="application/inkml+xml"/>
  <Override PartName="/ppt/ink/ink1497.xml" ContentType="application/inkml+xml"/>
  <Override PartName="/ppt/ink/ink1498.xml" ContentType="application/inkml+xml"/>
  <Override PartName="/ppt/ink/ink1499.xml" ContentType="application/inkml+xml"/>
  <Override PartName="/ppt/ink/ink1500.xml" ContentType="application/inkml+xml"/>
  <Override PartName="/ppt/ink/ink1501.xml" ContentType="application/inkml+xml"/>
  <Override PartName="/ppt/ink/ink1502.xml" ContentType="application/inkml+xml"/>
  <Override PartName="/ppt/ink/ink1503.xml" ContentType="application/inkml+xml"/>
  <Override PartName="/ppt/ink/ink1504.xml" ContentType="application/inkml+xml"/>
  <Override PartName="/ppt/ink/ink1505.xml" ContentType="application/inkml+xml"/>
  <Override PartName="/ppt/ink/ink1506.xml" ContentType="application/inkml+xml"/>
  <Override PartName="/ppt/ink/ink1507.xml" ContentType="application/inkml+xml"/>
  <Override PartName="/ppt/ink/ink1508.xml" ContentType="application/inkml+xml"/>
  <Override PartName="/ppt/ink/ink1509.xml" ContentType="application/inkml+xml"/>
  <Override PartName="/ppt/ink/ink1510.xml" ContentType="application/inkml+xml"/>
  <Override PartName="/ppt/ink/ink1511.xml" ContentType="application/inkml+xml"/>
  <Override PartName="/ppt/ink/ink1512.xml" ContentType="application/inkml+xml"/>
  <Override PartName="/ppt/ink/ink1513.xml" ContentType="application/inkml+xml"/>
  <Override PartName="/ppt/ink/ink1514.xml" ContentType="application/inkml+xml"/>
  <Override PartName="/ppt/ink/ink1515.xml" ContentType="application/inkml+xml"/>
  <Override PartName="/ppt/ink/ink1516.xml" ContentType="application/inkml+xml"/>
  <Override PartName="/ppt/ink/ink1517.xml" ContentType="application/inkml+xml"/>
  <Override PartName="/ppt/ink/ink1518.xml" ContentType="application/inkml+xml"/>
  <Override PartName="/ppt/ink/ink1519.xml" ContentType="application/inkml+xml"/>
  <Override PartName="/ppt/ink/ink1520.xml" ContentType="application/inkml+xml"/>
  <Override PartName="/ppt/ink/ink1521.xml" ContentType="application/inkml+xml"/>
  <Override PartName="/ppt/ink/ink1522.xml" ContentType="application/inkml+xml"/>
  <Override PartName="/ppt/ink/ink1523.xml" ContentType="application/inkml+xml"/>
  <Override PartName="/ppt/ink/ink1524.xml" ContentType="application/inkml+xml"/>
  <Override PartName="/ppt/ink/ink1525.xml" ContentType="application/inkml+xml"/>
  <Override PartName="/ppt/ink/ink1526.xml" ContentType="application/inkml+xml"/>
  <Override PartName="/ppt/ink/ink1527.xml" ContentType="application/inkml+xml"/>
  <Override PartName="/ppt/ink/ink1528.xml" ContentType="application/inkml+xml"/>
  <Override PartName="/ppt/ink/ink1529.xml" ContentType="application/inkml+xml"/>
  <Override PartName="/ppt/ink/ink1530.xml" ContentType="application/inkml+xml"/>
  <Override PartName="/ppt/ink/ink1531.xml" ContentType="application/inkml+xml"/>
  <Override PartName="/ppt/ink/ink1532.xml" ContentType="application/inkml+xml"/>
  <Override PartName="/ppt/ink/ink1533.xml" ContentType="application/inkml+xml"/>
  <Override PartName="/ppt/ink/ink1534.xml" ContentType="application/inkml+xml"/>
  <Override PartName="/ppt/ink/ink1535.xml" ContentType="application/inkml+xml"/>
  <Override PartName="/ppt/ink/ink1536.xml" ContentType="application/inkml+xml"/>
  <Override PartName="/ppt/ink/ink1537.xml" ContentType="application/inkml+xml"/>
  <Override PartName="/ppt/ink/ink1538.xml" ContentType="application/inkml+xml"/>
  <Override PartName="/ppt/ink/ink1539.xml" ContentType="application/inkml+xml"/>
  <Override PartName="/ppt/ink/ink1540.xml" ContentType="application/inkml+xml"/>
  <Override PartName="/ppt/ink/ink1541.xml" ContentType="application/inkml+xml"/>
  <Override PartName="/ppt/ink/ink1542.xml" ContentType="application/inkml+xml"/>
  <Override PartName="/ppt/ink/ink1543.xml" ContentType="application/inkml+xml"/>
  <Override PartName="/ppt/ink/ink1544.xml" ContentType="application/inkml+xml"/>
  <Override PartName="/ppt/ink/ink1545.xml" ContentType="application/inkml+xml"/>
  <Override PartName="/ppt/ink/ink1546.xml" ContentType="application/inkml+xml"/>
  <Override PartName="/ppt/ink/ink1547.xml" ContentType="application/inkml+xml"/>
  <Override PartName="/ppt/ink/ink1548.xml" ContentType="application/inkml+xml"/>
  <Override PartName="/ppt/ink/ink1549.xml" ContentType="application/inkml+xml"/>
  <Override PartName="/ppt/ink/ink1550.xml" ContentType="application/inkml+xml"/>
  <Override PartName="/ppt/ink/ink1551.xml" ContentType="application/inkml+xml"/>
  <Override PartName="/ppt/ink/ink1552.xml" ContentType="application/inkml+xml"/>
  <Override PartName="/ppt/ink/ink1553.xml" ContentType="application/inkml+xml"/>
  <Override PartName="/ppt/ink/ink1554.xml" ContentType="application/inkml+xml"/>
  <Override PartName="/ppt/ink/ink1555.xml" ContentType="application/inkml+xml"/>
  <Override PartName="/ppt/ink/ink1556.xml" ContentType="application/inkml+xml"/>
  <Override PartName="/ppt/ink/ink1557.xml" ContentType="application/inkml+xml"/>
  <Override PartName="/ppt/ink/ink1558.xml" ContentType="application/inkml+xml"/>
  <Override PartName="/ppt/ink/ink1559.xml" ContentType="application/inkml+xml"/>
  <Override PartName="/ppt/ink/ink1560.xml" ContentType="application/inkml+xml"/>
  <Override PartName="/ppt/ink/ink1561.xml" ContentType="application/inkml+xml"/>
  <Override PartName="/ppt/ink/ink1562.xml" ContentType="application/inkml+xml"/>
  <Override PartName="/ppt/ink/ink1563.xml" ContentType="application/inkml+xml"/>
  <Override PartName="/ppt/ink/ink1564.xml" ContentType="application/inkml+xml"/>
  <Override PartName="/ppt/ink/ink1565.xml" ContentType="application/inkml+xml"/>
  <Override PartName="/ppt/ink/ink1566.xml" ContentType="application/inkml+xml"/>
  <Override PartName="/ppt/ink/ink1567.xml" ContentType="application/inkml+xml"/>
  <Override PartName="/ppt/ink/ink1568.xml" ContentType="application/inkml+xml"/>
  <Override PartName="/ppt/ink/ink1569.xml" ContentType="application/inkml+xml"/>
  <Override PartName="/ppt/ink/ink1570.xml" ContentType="application/inkml+xml"/>
  <Override PartName="/ppt/ink/ink1571.xml" ContentType="application/inkml+xml"/>
  <Override PartName="/ppt/ink/ink1572.xml" ContentType="application/inkml+xml"/>
  <Override PartName="/ppt/ink/ink1573.xml" ContentType="application/inkml+xml"/>
  <Override PartName="/ppt/ink/ink1574.xml" ContentType="application/inkml+xml"/>
  <Override PartName="/ppt/ink/ink1575.xml" ContentType="application/inkml+xml"/>
  <Override PartName="/ppt/ink/ink1576.xml" ContentType="application/inkml+xml"/>
  <Override PartName="/ppt/ink/ink1577.xml" ContentType="application/inkml+xml"/>
  <Override PartName="/ppt/ink/ink1578.xml" ContentType="application/inkml+xml"/>
  <Override PartName="/ppt/ink/ink1579.xml" ContentType="application/inkml+xml"/>
  <Override PartName="/ppt/ink/ink1580.xml" ContentType="application/inkml+xml"/>
  <Override PartName="/ppt/ink/ink1581.xml" ContentType="application/inkml+xml"/>
  <Override PartName="/ppt/ink/ink1582.xml" ContentType="application/inkml+xml"/>
  <Override PartName="/ppt/ink/ink1583.xml" ContentType="application/inkml+xml"/>
  <Override PartName="/ppt/ink/ink1584.xml" ContentType="application/inkml+xml"/>
  <Override PartName="/ppt/ink/ink1585.xml" ContentType="application/inkml+xml"/>
  <Override PartName="/ppt/ink/ink1586.xml" ContentType="application/inkml+xml"/>
  <Override PartName="/ppt/ink/ink1587.xml" ContentType="application/inkml+xml"/>
  <Override PartName="/ppt/ink/ink1588.xml" ContentType="application/inkml+xml"/>
  <Override PartName="/ppt/ink/ink1589.xml" ContentType="application/inkml+xml"/>
  <Override PartName="/ppt/ink/ink1590.xml" ContentType="application/inkml+xml"/>
  <Override PartName="/ppt/ink/ink1591.xml" ContentType="application/inkml+xml"/>
  <Override PartName="/ppt/ink/ink1592.xml" ContentType="application/inkml+xml"/>
  <Override PartName="/ppt/ink/ink1593.xml" ContentType="application/inkml+xml"/>
  <Override PartName="/ppt/ink/ink1594.xml" ContentType="application/inkml+xml"/>
  <Override PartName="/ppt/ink/ink1595.xml" ContentType="application/inkml+xml"/>
  <Override PartName="/ppt/ink/ink1596.xml" ContentType="application/inkml+xml"/>
  <Override PartName="/ppt/ink/ink1597.xml" ContentType="application/inkml+xml"/>
  <Override PartName="/ppt/ink/ink1598.xml" ContentType="application/inkml+xml"/>
  <Override PartName="/ppt/ink/ink1599.xml" ContentType="application/inkml+xml"/>
  <Override PartName="/ppt/ink/ink1600.xml" ContentType="application/inkml+xml"/>
  <Override PartName="/ppt/ink/ink1601.xml" ContentType="application/inkml+xml"/>
  <Override PartName="/ppt/ink/ink1602.xml" ContentType="application/inkml+xml"/>
  <Override PartName="/ppt/ink/ink1603.xml" ContentType="application/inkml+xml"/>
  <Override PartName="/ppt/ink/ink1604.xml" ContentType="application/inkml+xml"/>
  <Override PartName="/ppt/ink/ink1605.xml" ContentType="application/inkml+xml"/>
  <Override PartName="/ppt/ink/ink1606.xml" ContentType="application/inkml+xml"/>
  <Override PartName="/ppt/ink/ink1607.xml" ContentType="application/inkml+xml"/>
  <Override PartName="/ppt/ink/ink1608.xml" ContentType="application/inkml+xml"/>
  <Override PartName="/ppt/ink/ink1609.xml" ContentType="application/inkml+xml"/>
  <Override PartName="/ppt/ink/ink1610.xml" ContentType="application/inkml+xml"/>
  <Override PartName="/ppt/ink/ink1611.xml" ContentType="application/inkml+xml"/>
  <Override PartName="/ppt/ink/ink1612.xml" ContentType="application/inkml+xml"/>
  <Override PartName="/ppt/ink/ink1613.xml" ContentType="application/inkml+xml"/>
  <Override PartName="/ppt/ink/ink1614.xml" ContentType="application/inkml+xml"/>
  <Override PartName="/ppt/ink/ink1615.xml" ContentType="application/inkml+xml"/>
  <Override PartName="/ppt/ink/ink1616.xml" ContentType="application/inkml+xml"/>
  <Override PartName="/ppt/ink/ink1617.xml" ContentType="application/inkml+xml"/>
  <Override PartName="/ppt/ink/ink1618.xml" ContentType="application/inkml+xml"/>
  <Override PartName="/ppt/ink/ink1619.xml" ContentType="application/inkml+xml"/>
  <Override PartName="/ppt/ink/ink1620.xml" ContentType="application/inkml+xml"/>
  <Override PartName="/ppt/ink/ink1621.xml" ContentType="application/inkml+xml"/>
  <Override PartName="/ppt/ink/ink1622.xml" ContentType="application/inkml+xml"/>
  <Override PartName="/ppt/ink/ink1623.xml" ContentType="application/inkml+xml"/>
  <Override PartName="/ppt/ink/ink1624.xml" ContentType="application/inkml+xml"/>
  <Override PartName="/ppt/ink/ink1625.xml" ContentType="application/inkml+xml"/>
  <Override PartName="/ppt/ink/ink1626.xml" ContentType="application/inkml+xml"/>
  <Override PartName="/ppt/ink/ink1627.xml" ContentType="application/inkml+xml"/>
  <Override PartName="/ppt/ink/ink1628.xml" ContentType="application/inkml+xml"/>
  <Override PartName="/ppt/ink/ink1629.xml" ContentType="application/inkml+xml"/>
  <Override PartName="/ppt/ink/ink1630.xml" ContentType="application/inkml+xml"/>
  <Override PartName="/ppt/ink/ink1631.xml" ContentType="application/inkml+xml"/>
  <Override PartName="/ppt/ink/ink1632.xml" ContentType="application/inkml+xml"/>
  <Override PartName="/ppt/ink/ink1633.xml" ContentType="application/inkml+xml"/>
  <Override PartName="/ppt/ink/ink1634.xml" ContentType="application/inkml+xml"/>
  <Override PartName="/ppt/ink/ink1635.xml" ContentType="application/inkml+xml"/>
  <Override PartName="/ppt/ink/ink1636.xml" ContentType="application/inkml+xml"/>
  <Override PartName="/ppt/ink/ink1637.xml" ContentType="application/inkml+xml"/>
  <Override PartName="/ppt/ink/ink1638.xml" ContentType="application/inkml+xml"/>
  <Override PartName="/ppt/ink/ink1639.xml" ContentType="application/inkml+xml"/>
  <Override PartName="/ppt/ink/ink1640.xml" ContentType="application/inkml+xml"/>
  <Override PartName="/ppt/ink/ink1641.xml" ContentType="application/inkml+xml"/>
  <Override PartName="/ppt/ink/ink1642.xml" ContentType="application/inkml+xml"/>
  <Override PartName="/ppt/ink/ink1643.xml" ContentType="application/inkml+xml"/>
  <Override PartName="/ppt/ink/ink1644.xml" ContentType="application/inkml+xml"/>
  <Override PartName="/ppt/ink/ink1645.xml" ContentType="application/inkml+xml"/>
  <Override PartName="/ppt/ink/ink1646.xml" ContentType="application/inkml+xml"/>
  <Override PartName="/ppt/ink/ink1647.xml" ContentType="application/inkml+xml"/>
  <Override PartName="/ppt/ink/ink1648.xml" ContentType="application/inkml+xml"/>
  <Override PartName="/ppt/ink/ink1649.xml" ContentType="application/inkml+xml"/>
  <Override PartName="/ppt/ink/ink1650.xml" ContentType="application/inkml+xml"/>
  <Override PartName="/ppt/ink/ink1651.xml" ContentType="application/inkml+xml"/>
  <Override PartName="/ppt/ink/ink1652.xml" ContentType="application/inkml+xml"/>
  <Override PartName="/ppt/ink/ink1653.xml" ContentType="application/inkml+xml"/>
  <Override PartName="/ppt/ink/ink1654.xml" ContentType="application/inkml+xml"/>
  <Override PartName="/ppt/ink/ink1655.xml" ContentType="application/inkml+xml"/>
  <Override PartName="/ppt/ink/ink1656.xml" ContentType="application/inkml+xml"/>
  <Override PartName="/ppt/ink/ink1657.xml" ContentType="application/inkml+xml"/>
  <Override PartName="/ppt/ink/ink1658.xml" ContentType="application/inkml+xml"/>
  <Override PartName="/ppt/ink/ink1659.xml" ContentType="application/inkml+xml"/>
  <Override PartName="/ppt/ink/ink1660.xml" ContentType="application/inkml+xml"/>
  <Override PartName="/ppt/ink/ink1661.xml" ContentType="application/inkml+xml"/>
  <Override PartName="/ppt/ink/ink1662.xml" ContentType="application/inkml+xml"/>
  <Override PartName="/ppt/ink/ink1663.xml" ContentType="application/inkml+xml"/>
  <Override PartName="/ppt/ink/ink1664.xml" ContentType="application/inkml+xml"/>
  <Override PartName="/ppt/ink/ink1665.xml" ContentType="application/inkml+xml"/>
  <Override PartName="/ppt/ink/ink1666.xml" ContentType="application/inkml+xml"/>
  <Override PartName="/ppt/ink/ink1667.xml" ContentType="application/inkml+xml"/>
  <Override PartName="/ppt/ink/ink1668.xml" ContentType="application/inkml+xml"/>
  <Override PartName="/ppt/ink/ink1669.xml" ContentType="application/inkml+xml"/>
  <Override PartName="/ppt/ink/ink1670.xml" ContentType="application/inkml+xml"/>
  <Override PartName="/ppt/ink/ink1671.xml" ContentType="application/inkml+xml"/>
  <Override PartName="/ppt/ink/ink1672.xml" ContentType="application/inkml+xml"/>
  <Override PartName="/ppt/ink/ink1673.xml" ContentType="application/inkml+xml"/>
  <Override PartName="/ppt/ink/ink1674.xml" ContentType="application/inkml+xml"/>
  <Override PartName="/ppt/ink/ink1675.xml" ContentType="application/inkml+xml"/>
  <Override PartName="/ppt/ink/ink1676.xml" ContentType="application/inkml+xml"/>
  <Override PartName="/ppt/ink/ink1677.xml" ContentType="application/inkml+xml"/>
  <Override PartName="/ppt/ink/ink1678.xml" ContentType="application/inkml+xml"/>
  <Override PartName="/ppt/ink/ink1679.xml" ContentType="application/inkml+xml"/>
  <Override PartName="/ppt/ink/ink1680.xml" ContentType="application/inkml+xml"/>
  <Override PartName="/ppt/ink/ink1681.xml" ContentType="application/inkml+xml"/>
  <Override PartName="/ppt/ink/ink1682.xml" ContentType="application/inkml+xml"/>
  <Override PartName="/ppt/ink/ink1683.xml" ContentType="application/inkml+xml"/>
  <Override PartName="/ppt/ink/ink1684.xml" ContentType="application/inkml+xml"/>
  <Override PartName="/ppt/ink/ink1685.xml" ContentType="application/inkml+xml"/>
  <Override PartName="/ppt/ink/ink1686.xml" ContentType="application/inkml+xml"/>
  <Override PartName="/ppt/ink/ink1687.xml" ContentType="application/inkml+xml"/>
  <Override PartName="/ppt/ink/ink1688.xml" ContentType="application/inkml+xml"/>
  <Override PartName="/ppt/ink/ink1689.xml" ContentType="application/inkml+xml"/>
  <Override PartName="/ppt/ink/ink1690.xml" ContentType="application/inkml+xml"/>
  <Override PartName="/ppt/ink/ink1691.xml" ContentType="application/inkml+xml"/>
  <Override PartName="/ppt/ink/ink1692.xml" ContentType="application/inkml+xml"/>
  <Override PartName="/ppt/ink/ink1693.xml" ContentType="application/inkml+xml"/>
  <Override PartName="/ppt/ink/ink1694.xml" ContentType="application/inkml+xml"/>
  <Override PartName="/ppt/ink/ink1695.xml" ContentType="application/inkml+xml"/>
  <Override PartName="/ppt/ink/ink1696.xml" ContentType="application/inkml+xml"/>
  <Override PartName="/ppt/ink/ink1697.xml" ContentType="application/inkml+xml"/>
  <Override PartName="/ppt/ink/ink1698.xml" ContentType="application/inkml+xml"/>
  <Override PartName="/ppt/ink/ink1699.xml" ContentType="application/inkml+xml"/>
  <Override PartName="/ppt/ink/ink1700.xml" ContentType="application/inkml+xml"/>
  <Override PartName="/ppt/ink/ink1701.xml" ContentType="application/inkml+xml"/>
  <Override PartName="/ppt/ink/ink1702.xml" ContentType="application/inkml+xml"/>
  <Override PartName="/ppt/ink/ink1703.xml" ContentType="application/inkml+xml"/>
  <Override PartName="/ppt/ink/ink1704.xml" ContentType="application/inkml+xml"/>
  <Override PartName="/ppt/ink/ink1705.xml" ContentType="application/inkml+xml"/>
  <Override PartName="/ppt/ink/ink1706.xml" ContentType="application/inkml+xml"/>
  <Override PartName="/ppt/ink/ink1707.xml" ContentType="application/inkml+xml"/>
  <Override PartName="/ppt/ink/ink1708.xml" ContentType="application/inkml+xml"/>
  <Override PartName="/ppt/ink/ink1709.xml" ContentType="application/inkml+xml"/>
  <Override PartName="/ppt/ink/ink1710.xml" ContentType="application/inkml+xml"/>
  <Override PartName="/ppt/ink/ink1711.xml" ContentType="application/inkml+xml"/>
  <Override PartName="/ppt/ink/ink1712.xml" ContentType="application/inkml+xml"/>
  <Override PartName="/ppt/ink/ink1713.xml" ContentType="application/inkml+xml"/>
  <Override PartName="/ppt/ink/ink1714.xml" ContentType="application/inkml+xml"/>
  <Override PartName="/ppt/ink/ink1715.xml" ContentType="application/inkml+xml"/>
  <Override PartName="/ppt/ink/ink1716.xml" ContentType="application/inkml+xml"/>
  <Override PartName="/ppt/ink/ink1717.xml" ContentType="application/inkml+xml"/>
  <Override PartName="/ppt/ink/ink1718.xml" ContentType="application/inkml+xml"/>
  <Override PartName="/ppt/ink/ink1719.xml" ContentType="application/inkml+xml"/>
  <Override PartName="/ppt/ink/ink1720.xml" ContentType="application/inkml+xml"/>
  <Override PartName="/ppt/ink/ink1721.xml" ContentType="application/inkml+xml"/>
  <Override PartName="/ppt/ink/ink1722.xml" ContentType="application/inkml+xml"/>
  <Override PartName="/ppt/ink/ink1723.xml" ContentType="application/inkml+xml"/>
  <Override PartName="/ppt/ink/ink1724.xml" ContentType="application/inkml+xml"/>
  <Override PartName="/ppt/ink/ink1725.xml" ContentType="application/inkml+xml"/>
  <Override PartName="/ppt/ink/ink1726.xml" ContentType="application/inkml+xml"/>
  <Override PartName="/ppt/ink/ink1727.xml" ContentType="application/inkml+xml"/>
  <Override PartName="/ppt/ink/ink1728.xml" ContentType="application/inkml+xml"/>
  <Override PartName="/ppt/ink/ink1729.xml" ContentType="application/inkml+xml"/>
  <Override PartName="/ppt/ink/ink1730.xml" ContentType="application/inkml+xml"/>
  <Override PartName="/ppt/ink/ink1731.xml" ContentType="application/inkml+xml"/>
  <Override PartName="/ppt/ink/ink1732.xml" ContentType="application/inkml+xml"/>
  <Override PartName="/ppt/ink/ink1733.xml" ContentType="application/inkml+xml"/>
  <Override PartName="/ppt/ink/ink1734.xml" ContentType="application/inkml+xml"/>
  <Override PartName="/ppt/ink/ink1735.xml" ContentType="application/inkml+xml"/>
  <Override PartName="/ppt/ink/ink1736.xml" ContentType="application/inkml+xml"/>
  <Override PartName="/ppt/ink/ink1737.xml" ContentType="application/inkml+xml"/>
  <Override PartName="/ppt/ink/ink1738.xml" ContentType="application/inkml+xml"/>
  <Override PartName="/ppt/ink/ink1739.xml" ContentType="application/inkml+xml"/>
  <Override PartName="/ppt/ink/ink1740.xml" ContentType="application/inkml+xml"/>
  <Override PartName="/ppt/ink/ink1741.xml" ContentType="application/inkml+xml"/>
  <Override PartName="/ppt/ink/ink1742.xml" ContentType="application/inkml+xml"/>
  <Override PartName="/ppt/ink/ink1743.xml" ContentType="application/inkml+xml"/>
  <Override PartName="/ppt/ink/ink1744.xml" ContentType="application/inkml+xml"/>
  <Override PartName="/ppt/ink/ink1745.xml" ContentType="application/inkml+xml"/>
  <Override PartName="/ppt/ink/ink1746.xml" ContentType="application/inkml+xml"/>
  <Override PartName="/ppt/ink/ink1747.xml" ContentType="application/inkml+xml"/>
  <Override PartName="/ppt/ink/ink1748.xml" ContentType="application/inkml+xml"/>
  <Override PartName="/ppt/ink/ink1749.xml" ContentType="application/inkml+xml"/>
  <Override PartName="/ppt/ink/ink1750.xml" ContentType="application/inkml+xml"/>
  <Override PartName="/ppt/ink/ink1751.xml" ContentType="application/inkml+xml"/>
  <Override PartName="/ppt/ink/ink1752.xml" ContentType="application/inkml+xml"/>
  <Override PartName="/ppt/ink/ink1753.xml" ContentType="application/inkml+xml"/>
  <Override PartName="/ppt/ink/ink1754.xml" ContentType="application/inkml+xml"/>
  <Override PartName="/ppt/ink/ink1755.xml" ContentType="application/inkml+xml"/>
  <Override PartName="/ppt/ink/ink1756.xml" ContentType="application/inkml+xml"/>
  <Override PartName="/ppt/ink/ink1757.xml" ContentType="application/inkml+xml"/>
  <Override PartName="/ppt/ink/ink1758.xml" ContentType="application/inkml+xml"/>
  <Override PartName="/ppt/ink/ink1759.xml" ContentType="application/inkml+xml"/>
  <Override PartName="/ppt/ink/ink1760.xml" ContentType="application/inkml+xml"/>
  <Override PartName="/ppt/ink/ink1761.xml" ContentType="application/inkml+xml"/>
  <Override PartName="/ppt/ink/ink1762.xml" ContentType="application/inkml+xml"/>
  <Override PartName="/ppt/ink/ink1763.xml" ContentType="application/inkml+xml"/>
  <Override PartName="/ppt/ink/ink1764.xml" ContentType="application/inkml+xml"/>
  <Override PartName="/ppt/ink/ink1765.xml" ContentType="application/inkml+xml"/>
  <Override PartName="/ppt/ink/ink1766.xml" ContentType="application/inkml+xml"/>
  <Override PartName="/ppt/ink/ink1767.xml" ContentType="application/inkml+xml"/>
  <Override PartName="/ppt/ink/ink1768.xml" ContentType="application/inkml+xml"/>
  <Override PartName="/ppt/ink/ink1769.xml" ContentType="application/inkml+xml"/>
  <Override PartName="/ppt/ink/ink1770.xml" ContentType="application/inkml+xml"/>
  <Override PartName="/ppt/ink/ink1771.xml" ContentType="application/inkml+xml"/>
  <Override PartName="/ppt/ink/ink1772.xml" ContentType="application/inkml+xml"/>
  <Override PartName="/ppt/ink/ink1773.xml" ContentType="application/inkml+xml"/>
  <Override PartName="/ppt/ink/ink1774.xml" ContentType="application/inkml+xml"/>
  <Override PartName="/ppt/ink/ink1775.xml" ContentType="application/inkml+xml"/>
  <Override PartName="/ppt/ink/ink1776.xml" ContentType="application/inkml+xml"/>
  <Override PartName="/ppt/ink/ink1777.xml" ContentType="application/inkml+xml"/>
  <Override PartName="/ppt/ink/ink1778.xml" ContentType="application/inkml+xml"/>
  <Override PartName="/ppt/ink/ink1779.xml" ContentType="application/inkml+xml"/>
  <Override PartName="/ppt/ink/ink1780.xml" ContentType="application/inkml+xml"/>
  <Override PartName="/ppt/ink/ink1781.xml" ContentType="application/inkml+xml"/>
  <Override PartName="/ppt/ink/ink1782.xml" ContentType="application/inkml+xml"/>
  <Override PartName="/ppt/ink/ink1783.xml" ContentType="application/inkml+xml"/>
  <Override PartName="/ppt/ink/ink1784.xml" ContentType="application/inkml+xml"/>
  <Override PartName="/ppt/ink/ink1785.xml" ContentType="application/inkml+xml"/>
  <Override PartName="/ppt/ink/ink1786.xml" ContentType="application/inkml+xml"/>
  <Override PartName="/ppt/ink/ink1787.xml" ContentType="application/inkml+xml"/>
  <Override PartName="/ppt/ink/ink1788.xml" ContentType="application/inkml+xml"/>
  <Override PartName="/ppt/ink/ink1789.xml" ContentType="application/inkml+xml"/>
  <Override PartName="/ppt/ink/ink1790.xml" ContentType="application/inkml+xml"/>
  <Override PartName="/ppt/ink/ink1791.xml" ContentType="application/inkml+xml"/>
  <Override PartName="/ppt/ink/ink1792.xml" ContentType="application/inkml+xml"/>
  <Override PartName="/ppt/ink/ink1793.xml" ContentType="application/inkml+xml"/>
  <Override PartName="/ppt/ink/ink1794.xml" ContentType="application/inkml+xml"/>
  <Override PartName="/ppt/ink/ink1795.xml" ContentType="application/inkml+xml"/>
  <Override PartName="/ppt/ink/ink1796.xml" ContentType="application/inkml+xml"/>
  <Override PartName="/ppt/ink/ink1797.xml" ContentType="application/inkml+xml"/>
  <Override PartName="/ppt/ink/ink1798.xml" ContentType="application/inkml+xml"/>
  <Override PartName="/ppt/ink/ink1799.xml" ContentType="application/inkml+xml"/>
  <Override PartName="/ppt/ink/ink1800.xml" ContentType="application/inkml+xml"/>
  <Override PartName="/ppt/ink/ink1801.xml" ContentType="application/inkml+xml"/>
  <Override PartName="/ppt/ink/ink1802.xml" ContentType="application/inkml+xml"/>
  <Override PartName="/ppt/ink/ink1803.xml" ContentType="application/inkml+xml"/>
  <Override PartName="/ppt/ink/ink1804.xml" ContentType="application/inkml+xml"/>
  <Override PartName="/ppt/ink/ink1805.xml" ContentType="application/inkml+xml"/>
  <Override PartName="/ppt/ink/ink1806.xml" ContentType="application/inkml+xml"/>
  <Override PartName="/ppt/ink/ink1807.xml" ContentType="application/inkml+xml"/>
  <Override PartName="/ppt/ink/ink1808.xml" ContentType="application/inkml+xml"/>
  <Override PartName="/ppt/ink/ink1809.xml" ContentType="application/inkml+xml"/>
  <Override PartName="/ppt/ink/ink1810.xml" ContentType="application/inkml+xml"/>
  <Override PartName="/ppt/ink/ink1811.xml" ContentType="application/inkml+xml"/>
  <Override PartName="/ppt/ink/ink1812.xml" ContentType="application/inkml+xml"/>
  <Override PartName="/ppt/ink/ink1813.xml" ContentType="application/inkml+xml"/>
  <Override PartName="/ppt/ink/ink1814.xml" ContentType="application/inkml+xml"/>
  <Override PartName="/ppt/ink/ink1815.xml" ContentType="application/inkml+xml"/>
  <Override PartName="/ppt/ink/ink1816.xml" ContentType="application/inkml+xml"/>
  <Override PartName="/ppt/ink/ink1817.xml" ContentType="application/inkml+xml"/>
  <Override PartName="/ppt/ink/ink1818.xml" ContentType="application/inkml+xml"/>
  <Override PartName="/ppt/ink/ink1819.xml" ContentType="application/inkml+xml"/>
  <Override PartName="/ppt/ink/ink1820.xml" ContentType="application/inkml+xml"/>
  <Override PartName="/ppt/ink/ink1821.xml" ContentType="application/inkml+xml"/>
  <Override PartName="/ppt/ink/ink1822.xml" ContentType="application/inkml+xml"/>
  <Override PartName="/ppt/ink/ink1823.xml" ContentType="application/inkml+xml"/>
  <Override PartName="/ppt/ink/ink1824.xml" ContentType="application/inkml+xml"/>
  <Override PartName="/ppt/ink/ink1825.xml" ContentType="application/inkml+xml"/>
  <Override PartName="/ppt/ink/ink1826.xml" ContentType="application/inkml+xml"/>
  <Override PartName="/ppt/ink/ink1827.xml" ContentType="application/inkml+xml"/>
  <Override PartName="/ppt/ink/ink1828.xml" ContentType="application/inkml+xml"/>
  <Override PartName="/ppt/ink/ink1829.xml" ContentType="application/inkml+xml"/>
  <Override PartName="/ppt/ink/ink1830.xml" ContentType="application/inkml+xml"/>
  <Override PartName="/ppt/ink/ink1831.xml" ContentType="application/inkml+xml"/>
  <Override PartName="/ppt/ink/ink1832.xml" ContentType="application/inkml+xml"/>
  <Override PartName="/ppt/ink/ink1833.xml" ContentType="application/inkml+xml"/>
  <Override PartName="/ppt/ink/ink1834.xml" ContentType="application/inkml+xml"/>
  <Override PartName="/ppt/ink/ink1835.xml" ContentType="application/inkml+xml"/>
  <Override PartName="/ppt/ink/ink1836.xml" ContentType="application/inkml+xml"/>
  <Override PartName="/ppt/ink/ink1837.xml" ContentType="application/inkml+xml"/>
  <Override PartName="/ppt/ink/ink1838.xml" ContentType="application/inkml+xml"/>
  <Override PartName="/ppt/ink/ink1839.xml" ContentType="application/inkml+xml"/>
  <Override PartName="/ppt/ink/ink1840.xml" ContentType="application/inkml+xml"/>
  <Override PartName="/ppt/ink/ink1841.xml" ContentType="application/inkml+xml"/>
  <Override PartName="/ppt/ink/ink1842.xml" ContentType="application/inkml+xml"/>
  <Override PartName="/ppt/ink/ink1843.xml" ContentType="application/inkml+xml"/>
  <Override PartName="/ppt/ink/ink1844.xml" ContentType="application/inkml+xml"/>
  <Override PartName="/ppt/ink/ink1845.xml" ContentType="application/inkml+xml"/>
  <Override PartName="/ppt/ink/ink1846.xml" ContentType="application/inkml+xml"/>
  <Override PartName="/ppt/ink/ink1847.xml" ContentType="application/inkml+xml"/>
  <Override PartName="/ppt/ink/ink1848.xml" ContentType="application/inkml+xml"/>
  <Override PartName="/ppt/ink/ink1849.xml" ContentType="application/inkml+xml"/>
  <Override PartName="/ppt/ink/ink1850.xml" ContentType="application/inkml+xml"/>
  <Override PartName="/ppt/ink/ink1851.xml" ContentType="application/inkml+xml"/>
  <Override PartName="/ppt/ink/ink1852.xml" ContentType="application/inkml+xml"/>
  <Override PartName="/ppt/ink/ink1853.xml" ContentType="application/inkml+xml"/>
  <Override PartName="/ppt/ink/ink1854.xml" ContentType="application/inkml+xml"/>
  <Override PartName="/ppt/ink/ink1855.xml" ContentType="application/inkml+xml"/>
  <Override PartName="/ppt/ink/ink1856.xml" ContentType="application/inkml+xml"/>
  <Override PartName="/ppt/ink/ink1857.xml" ContentType="application/inkml+xml"/>
  <Override PartName="/ppt/ink/ink1858.xml" ContentType="application/inkml+xml"/>
  <Override PartName="/ppt/ink/ink1859.xml" ContentType="application/inkml+xml"/>
  <Override PartName="/ppt/ink/ink1860.xml" ContentType="application/inkml+xml"/>
  <Override PartName="/ppt/ink/ink1861.xml" ContentType="application/inkml+xml"/>
  <Override PartName="/ppt/ink/ink1862.xml" ContentType="application/inkml+xml"/>
  <Override PartName="/ppt/ink/ink1863.xml" ContentType="application/inkml+xml"/>
  <Override PartName="/ppt/ink/ink1864.xml" ContentType="application/inkml+xml"/>
  <Override PartName="/ppt/ink/ink1865.xml" ContentType="application/inkml+xml"/>
  <Override PartName="/ppt/ink/ink1866.xml" ContentType="application/inkml+xml"/>
  <Override PartName="/ppt/ink/ink1867.xml" ContentType="application/inkml+xml"/>
  <Override PartName="/ppt/ink/ink1868.xml" ContentType="application/inkml+xml"/>
  <Override PartName="/ppt/ink/ink1869.xml" ContentType="application/inkml+xml"/>
  <Override PartName="/ppt/ink/ink1870.xml" ContentType="application/inkml+xml"/>
  <Override PartName="/ppt/ink/ink1871.xml" ContentType="application/inkml+xml"/>
  <Override PartName="/ppt/ink/ink1872.xml" ContentType="application/inkml+xml"/>
  <Override PartName="/ppt/ink/ink1873.xml" ContentType="application/inkml+xml"/>
  <Override PartName="/ppt/ink/ink1874.xml" ContentType="application/inkml+xml"/>
  <Override PartName="/ppt/ink/ink1875.xml" ContentType="application/inkml+xml"/>
  <Override PartName="/ppt/ink/ink1876.xml" ContentType="application/inkml+xml"/>
  <Override PartName="/ppt/ink/ink1877.xml" ContentType="application/inkml+xml"/>
  <Override PartName="/ppt/ink/ink1878.xml" ContentType="application/inkml+xml"/>
  <Override PartName="/ppt/ink/ink1879.xml" ContentType="application/inkml+xml"/>
  <Override PartName="/ppt/ink/ink1880.xml" ContentType="application/inkml+xml"/>
  <Override PartName="/ppt/ink/ink1881.xml" ContentType="application/inkml+xml"/>
  <Override PartName="/ppt/ink/ink1882.xml" ContentType="application/inkml+xml"/>
  <Override PartName="/ppt/ink/ink1883.xml" ContentType="application/inkml+xml"/>
  <Override PartName="/ppt/ink/ink1884.xml" ContentType="application/inkml+xml"/>
  <Override PartName="/ppt/ink/ink1885.xml" ContentType="application/inkml+xml"/>
  <Override PartName="/ppt/ink/ink1886.xml" ContentType="application/inkml+xml"/>
  <Override PartName="/ppt/ink/ink1887.xml" ContentType="application/inkml+xml"/>
  <Override PartName="/ppt/ink/ink1888.xml" ContentType="application/inkml+xml"/>
  <Override PartName="/ppt/ink/ink1889.xml" ContentType="application/inkml+xml"/>
  <Override PartName="/ppt/ink/ink1890.xml" ContentType="application/inkml+xml"/>
  <Override PartName="/ppt/ink/ink1891.xml" ContentType="application/inkml+xml"/>
  <Override PartName="/ppt/ink/ink1892.xml" ContentType="application/inkml+xml"/>
  <Override PartName="/ppt/ink/ink1893.xml" ContentType="application/inkml+xml"/>
  <Override PartName="/ppt/ink/ink1894.xml" ContentType="application/inkml+xml"/>
  <Override PartName="/ppt/ink/ink1895.xml" ContentType="application/inkml+xml"/>
  <Override PartName="/ppt/ink/ink1896.xml" ContentType="application/inkml+xml"/>
  <Override PartName="/ppt/ink/ink1897.xml" ContentType="application/inkml+xml"/>
  <Override PartName="/ppt/ink/ink1898.xml" ContentType="application/inkml+xml"/>
  <Override PartName="/ppt/ink/ink1899.xml" ContentType="application/inkml+xml"/>
  <Override PartName="/ppt/ink/ink1900.xml" ContentType="application/inkml+xml"/>
  <Override PartName="/ppt/ink/ink1901.xml" ContentType="application/inkml+xml"/>
  <Override PartName="/ppt/ink/ink1902.xml" ContentType="application/inkml+xml"/>
  <Override PartName="/ppt/ink/ink1903.xml" ContentType="application/inkml+xml"/>
  <Override PartName="/ppt/ink/ink1904.xml" ContentType="application/inkml+xml"/>
  <Override PartName="/ppt/ink/ink1905.xml" ContentType="application/inkml+xml"/>
  <Override PartName="/ppt/ink/ink1906.xml" ContentType="application/inkml+xml"/>
  <Override PartName="/ppt/ink/ink1907.xml" ContentType="application/inkml+xml"/>
  <Override PartName="/ppt/ink/ink1908.xml" ContentType="application/inkml+xml"/>
  <Override PartName="/ppt/ink/ink1909.xml" ContentType="application/inkml+xml"/>
  <Override PartName="/ppt/ink/ink1910.xml" ContentType="application/inkml+xml"/>
  <Override PartName="/ppt/ink/ink1911.xml" ContentType="application/inkml+xml"/>
  <Override PartName="/ppt/ink/ink1912.xml" ContentType="application/inkml+xml"/>
  <Override PartName="/ppt/ink/ink1913.xml" ContentType="application/inkml+xml"/>
  <Override PartName="/ppt/ink/ink1914.xml" ContentType="application/inkml+xml"/>
  <Override PartName="/ppt/ink/ink1915.xml" ContentType="application/inkml+xml"/>
  <Override PartName="/ppt/ink/ink1916.xml" ContentType="application/inkml+xml"/>
  <Override PartName="/ppt/ink/ink1917.xml" ContentType="application/inkml+xml"/>
  <Override PartName="/ppt/ink/ink1918.xml" ContentType="application/inkml+xml"/>
  <Override PartName="/ppt/ink/ink1919.xml" ContentType="application/inkml+xml"/>
  <Override PartName="/ppt/ink/ink1920.xml" ContentType="application/inkml+xml"/>
  <Override PartName="/ppt/ink/ink1921.xml" ContentType="application/inkml+xml"/>
  <Override PartName="/ppt/ink/ink1922.xml" ContentType="application/inkml+xml"/>
  <Override PartName="/ppt/ink/ink1923.xml" ContentType="application/inkml+xml"/>
  <Override PartName="/ppt/ink/ink1924.xml" ContentType="application/inkml+xml"/>
  <Override PartName="/ppt/ink/ink1925.xml" ContentType="application/inkml+xml"/>
  <Override PartName="/ppt/ink/ink1926.xml" ContentType="application/inkml+xml"/>
  <Override PartName="/ppt/ink/ink1927.xml" ContentType="application/inkml+xml"/>
  <Override PartName="/ppt/ink/ink1928.xml" ContentType="application/inkml+xml"/>
  <Override PartName="/ppt/ink/ink1929.xml" ContentType="application/inkml+xml"/>
  <Override PartName="/ppt/ink/ink1930.xml" ContentType="application/inkml+xml"/>
  <Override PartName="/ppt/ink/ink1931.xml" ContentType="application/inkml+xml"/>
  <Override PartName="/ppt/ink/ink1932.xml" ContentType="application/inkml+xml"/>
  <Override PartName="/ppt/ink/ink1933.xml" ContentType="application/inkml+xml"/>
  <Override PartName="/ppt/ink/ink1934.xml" ContentType="application/inkml+xml"/>
  <Override PartName="/ppt/ink/ink1935.xml" ContentType="application/inkml+xml"/>
  <Override PartName="/ppt/ink/ink1936.xml" ContentType="application/inkml+xml"/>
  <Override PartName="/ppt/ink/ink1937.xml" ContentType="application/inkml+xml"/>
  <Override PartName="/ppt/ink/ink1938.xml" ContentType="application/inkml+xml"/>
  <Override PartName="/ppt/ink/ink1939.xml" ContentType="application/inkml+xml"/>
  <Override PartName="/ppt/ink/ink1940.xml" ContentType="application/inkml+xml"/>
  <Override PartName="/ppt/ink/ink1941.xml" ContentType="application/inkml+xml"/>
  <Override PartName="/ppt/ink/ink1942.xml" ContentType="application/inkml+xml"/>
  <Override PartName="/ppt/ink/ink1943.xml" ContentType="application/inkml+xml"/>
  <Override PartName="/ppt/ink/ink1944.xml" ContentType="application/inkml+xml"/>
  <Override PartName="/ppt/ink/ink1945.xml" ContentType="application/inkml+xml"/>
  <Override PartName="/ppt/ink/ink1946.xml" ContentType="application/inkml+xml"/>
  <Override PartName="/ppt/ink/ink1947.xml" ContentType="application/inkml+xml"/>
  <Override PartName="/ppt/ink/ink1948.xml" ContentType="application/inkml+xml"/>
  <Override PartName="/ppt/ink/ink1949.xml" ContentType="application/inkml+xml"/>
  <Override PartName="/ppt/ink/ink1950.xml" ContentType="application/inkml+xml"/>
  <Override PartName="/ppt/ink/ink1951.xml" ContentType="application/inkml+xml"/>
  <Override PartName="/ppt/ink/ink1952.xml" ContentType="application/inkml+xml"/>
  <Override PartName="/ppt/ink/ink1953.xml" ContentType="application/inkml+xml"/>
  <Override PartName="/ppt/ink/ink1954.xml" ContentType="application/inkml+xml"/>
  <Override PartName="/ppt/ink/ink1955.xml" ContentType="application/inkml+xml"/>
  <Override PartName="/ppt/ink/ink1956.xml" ContentType="application/inkml+xml"/>
  <Override PartName="/ppt/ink/ink1957.xml" ContentType="application/inkml+xml"/>
  <Override PartName="/ppt/ink/ink1958.xml" ContentType="application/inkml+xml"/>
  <Override PartName="/ppt/ink/ink1959.xml" ContentType="application/inkml+xml"/>
  <Override PartName="/ppt/ink/ink1960.xml" ContentType="application/inkml+xml"/>
  <Override PartName="/ppt/ink/ink1961.xml" ContentType="application/inkml+xml"/>
  <Override PartName="/ppt/ink/ink1962.xml" ContentType="application/inkml+xml"/>
  <Override PartName="/ppt/ink/ink1963.xml" ContentType="application/inkml+xml"/>
  <Override PartName="/ppt/ink/ink1964.xml" ContentType="application/inkml+xml"/>
  <Override PartName="/ppt/ink/ink1965.xml" ContentType="application/inkml+xml"/>
  <Override PartName="/ppt/ink/ink1966.xml" ContentType="application/inkml+xml"/>
  <Override PartName="/ppt/ink/ink1967.xml" ContentType="application/inkml+xml"/>
  <Override PartName="/ppt/ink/ink1968.xml" ContentType="application/inkml+xml"/>
  <Override PartName="/ppt/ink/ink1969.xml" ContentType="application/inkml+xml"/>
  <Override PartName="/ppt/ink/ink1970.xml" ContentType="application/inkml+xml"/>
  <Override PartName="/ppt/ink/ink1971.xml" ContentType="application/inkml+xml"/>
  <Override PartName="/ppt/ink/ink1972.xml" ContentType="application/inkml+xml"/>
  <Override PartName="/ppt/ink/ink1973.xml" ContentType="application/inkml+xml"/>
  <Override PartName="/ppt/ink/ink1974.xml" ContentType="application/inkml+xml"/>
  <Override PartName="/ppt/ink/ink1975.xml" ContentType="application/inkml+xml"/>
  <Override PartName="/ppt/ink/ink1976.xml" ContentType="application/inkml+xml"/>
  <Override PartName="/ppt/ink/ink1977.xml" ContentType="application/inkml+xml"/>
  <Override PartName="/ppt/ink/ink1978.xml" ContentType="application/inkml+xml"/>
  <Override PartName="/ppt/ink/ink1979.xml" ContentType="application/inkml+xml"/>
  <Override PartName="/ppt/ink/ink1980.xml" ContentType="application/inkml+xml"/>
  <Override PartName="/ppt/ink/ink1981.xml" ContentType="application/inkml+xml"/>
  <Override PartName="/ppt/ink/ink1982.xml" ContentType="application/inkml+xml"/>
  <Override PartName="/ppt/ink/ink1983.xml" ContentType="application/inkml+xml"/>
  <Override PartName="/ppt/ink/ink1984.xml" ContentType="application/inkml+xml"/>
  <Override PartName="/ppt/ink/ink1985.xml" ContentType="application/inkml+xml"/>
  <Override PartName="/ppt/ink/ink1986.xml" ContentType="application/inkml+xml"/>
  <Override PartName="/ppt/ink/ink1987.xml" ContentType="application/inkml+xml"/>
  <Override PartName="/ppt/ink/ink1988.xml" ContentType="application/inkml+xml"/>
  <Override PartName="/ppt/ink/ink1989.xml" ContentType="application/inkml+xml"/>
  <Override PartName="/ppt/ink/ink1990.xml" ContentType="application/inkml+xml"/>
  <Override PartName="/ppt/ink/ink1991.xml" ContentType="application/inkml+xml"/>
  <Override PartName="/ppt/ink/ink1992.xml" ContentType="application/inkml+xml"/>
  <Override PartName="/ppt/ink/ink1993.xml" ContentType="application/inkml+xml"/>
  <Override PartName="/ppt/ink/ink1994.xml" ContentType="application/inkml+xml"/>
  <Override PartName="/ppt/ink/ink1995.xml" ContentType="application/inkml+xml"/>
  <Override PartName="/ppt/ink/ink1996.xml" ContentType="application/inkml+xml"/>
  <Override PartName="/ppt/ink/ink1997.xml" ContentType="application/inkml+xml"/>
  <Override PartName="/ppt/ink/ink1998.xml" ContentType="application/inkml+xml"/>
  <Override PartName="/ppt/ink/ink1999.xml" ContentType="application/inkml+xml"/>
  <Override PartName="/ppt/ink/ink2000.xml" ContentType="application/inkml+xml"/>
  <Override PartName="/ppt/ink/ink2001.xml" ContentType="application/inkml+xml"/>
  <Override PartName="/ppt/ink/ink2002.xml" ContentType="application/inkml+xml"/>
  <Override PartName="/ppt/ink/ink2003.xml" ContentType="application/inkml+xml"/>
  <Override PartName="/ppt/ink/ink2004.xml" ContentType="application/inkml+xml"/>
  <Override PartName="/ppt/ink/ink2005.xml" ContentType="application/inkml+xml"/>
  <Override PartName="/ppt/ink/ink2006.xml" ContentType="application/inkml+xml"/>
  <Override PartName="/ppt/ink/ink2007.xml" ContentType="application/inkml+xml"/>
  <Override PartName="/ppt/ink/ink2008.xml" ContentType="application/inkml+xml"/>
  <Override PartName="/ppt/ink/ink2009.xml" ContentType="application/inkml+xml"/>
  <Override PartName="/ppt/ink/ink2010.xml" ContentType="application/inkml+xml"/>
  <Override PartName="/ppt/ink/ink2011.xml" ContentType="application/inkml+xml"/>
  <Override PartName="/ppt/ink/ink2012.xml" ContentType="application/inkml+xml"/>
  <Override PartName="/ppt/ink/ink2013.xml" ContentType="application/inkml+xml"/>
  <Override PartName="/ppt/ink/ink2014.xml" ContentType="application/inkml+xml"/>
  <Override PartName="/ppt/ink/ink2015.xml" ContentType="application/inkml+xml"/>
  <Override PartName="/ppt/ink/ink2016.xml" ContentType="application/inkml+xml"/>
  <Override PartName="/ppt/ink/ink2017.xml" ContentType="application/inkml+xml"/>
  <Override PartName="/ppt/ink/ink2018.xml" ContentType="application/inkml+xml"/>
  <Override PartName="/ppt/ink/ink2019.xml" ContentType="application/inkml+xml"/>
  <Override PartName="/ppt/ink/ink2020.xml" ContentType="application/inkml+xml"/>
  <Override PartName="/ppt/ink/ink2021.xml" ContentType="application/inkml+xml"/>
  <Override PartName="/ppt/ink/ink2022.xml" ContentType="application/inkml+xml"/>
  <Override PartName="/ppt/ink/ink2023.xml" ContentType="application/inkml+xml"/>
  <Override PartName="/ppt/ink/ink2024.xml" ContentType="application/inkml+xml"/>
  <Override PartName="/ppt/ink/ink2025.xml" ContentType="application/inkml+xml"/>
  <Override PartName="/ppt/ink/ink2026.xml" ContentType="application/inkml+xml"/>
  <Override PartName="/ppt/ink/ink2027.xml" ContentType="application/inkml+xml"/>
  <Override PartName="/ppt/ink/ink2028.xml" ContentType="application/inkml+xml"/>
  <Override PartName="/ppt/ink/ink2029.xml" ContentType="application/inkml+xml"/>
  <Override PartName="/ppt/ink/ink2030.xml" ContentType="application/inkml+xml"/>
  <Override PartName="/ppt/ink/ink2031.xml" ContentType="application/inkml+xml"/>
  <Override PartName="/ppt/ink/ink2032.xml" ContentType="application/inkml+xml"/>
  <Override PartName="/ppt/ink/ink2033.xml" ContentType="application/inkml+xml"/>
  <Override PartName="/ppt/ink/ink2034.xml" ContentType="application/inkml+xml"/>
  <Override PartName="/ppt/ink/ink2035.xml" ContentType="application/inkml+xml"/>
  <Override PartName="/ppt/ink/ink2036.xml" ContentType="application/inkml+xml"/>
  <Override PartName="/ppt/ink/ink2037.xml" ContentType="application/inkml+xml"/>
  <Override PartName="/ppt/ink/ink2038.xml" ContentType="application/inkml+xml"/>
  <Override PartName="/ppt/ink/ink2039.xml" ContentType="application/inkml+xml"/>
  <Override PartName="/ppt/ink/ink2040.xml" ContentType="application/inkml+xml"/>
  <Override PartName="/ppt/ink/ink2041.xml" ContentType="application/inkml+xml"/>
  <Override PartName="/ppt/ink/ink2042.xml" ContentType="application/inkml+xml"/>
  <Override PartName="/ppt/ink/ink2043.xml" ContentType="application/inkml+xml"/>
  <Override PartName="/ppt/ink/ink2044.xml" ContentType="application/inkml+xml"/>
  <Override PartName="/ppt/ink/ink2045.xml" ContentType="application/inkml+xml"/>
  <Override PartName="/ppt/ink/ink2046.xml" ContentType="application/inkml+xml"/>
  <Override PartName="/ppt/ink/ink2047.xml" ContentType="application/inkml+xml"/>
  <Override PartName="/ppt/ink/ink2048.xml" ContentType="application/inkml+xml"/>
  <Override PartName="/ppt/ink/ink2049.xml" ContentType="application/inkml+xml"/>
  <Override PartName="/ppt/ink/ink2050.xml" ContentType="application/inkml+xml"/>
  <Override PartName="/ppt/ink/ink2051.xml" ContentType="application/inkml+xml"/>
  <Override PartName="/ppt/ink/ink2052.xml" ContentType="application/inkml+xml"/>
  <Override PartName="/ppt/ink/ink2053.xml" ContentType="application/inkml+xml"/>
  <Override PartName="/ppt/ink/ink2054.xml" ContentType="application/inkml+xml"/>
  <Override PartName="/ppt/ink/ink2055.xml" ContentType="application/inkml+xml"/>
  <Override PartName="/ppt/ink/ink2056.xml" ContentType="application/inkml+xml"/>
  <Override PartName="/ppt/ink/ink2057.xml" ContentType="application/inkml+xml"/>
  <Override PartName="/ppt/ink/ink2058.xml" ContentType="application/inkml+xml"/>
  <Override PartName="/ppt/ink/ink2059.xml" ContentType="application/inkml+xml"/>
  <Override PartName="/ppt/ink/ink2060.xml" ContentType="application/inkml+xml"/>
  <Override PartName="/ppt/ink/ink2061.xml" ContentType="application/inkml+xml"/>
  <Override PartName="/ppt/ink/ink2062.xml" ContentType="application/inkml+xml"/>
  <Override PartName="/ppt/ink/ink2063.xml" ContentType="application/inkml+xml"/>
  <Override PartName="/ppt/ink/ink2064.xml" ContentType="application/inkml+xml"/>
  <Override PartName="/ppt/ink/ink2065.xml" ContentType="application/inkml+xml"/>
  <Override PartName="/ppt/ink/ink2066.xml" ContentType="application/inkml+xml"/>
  <Override PartName="/ppt/ink/ink2067.xml" ContentType="application/inkml+xml"/>
  <Override PartName="/ppt/ink/ink2068.xml" ContentType="application/inkml+xml"/>
  <Override PartName="/ppt/ink/ink2069.xml" ContentType="application/inkml+xml"/>
  <Override PartName="/ppt/ink/ink2070.xml" ContentType="application/inkml+xml"/>
  <Override PartName="/ppt/ink/ink2071.xml" ContentType="application/inkml+xml"/>
  <Override PartName="/ppt/ink/ink2072.xml" ContentType="application/inkml+xml"/>
  <Override PartName="/ppt/ink/ink2073.xml" ContentType="application/inkml+xml"/>
  <Override PartName="/ppt/ink/ink2074.xml" ContentType="application/inkml+xml"/>
  <Override PartName="/ppt/ink/ink2075.xml" ContentType="application/inkml+xml"/>
  <Override PartName="/ppt/ink/ink2076.xml" ContentType="application/inkml+xml"/>
  <Override PartName="/ppt/ink/ink2077.xml" ContentType="application/inkml+xml"/>
  <Override PartName="/ppt/ink/ink2078.xml" ContentType="application/inkml+xml"/>
  <Override PartName="/ppt/ink/ink2079.xml" ContentType="application/inkml+xml"/>
  <Override PartName="/ppt/ink/ink2080.xml" ContentType="application/inkml+xml"/>
  <Override PartName="/ppt/ink/ink2081.xml" ContentType="application/inkml+xml"/>
  <Override PartName="/ppt/ink/ink2082.xml" ContentType="application/inkml+xml"/>
  <Override PartName="/ppt/ink/ink2083.xml" ContentType="application/inkml+xml"/>
  <Override PartName="/ppt/ink/ink2084.xml" ContentType="application/inkml+xml"/>
  <Override PartName="/ppt/ink/ink2085.xml" ContentType="application/inkml+xml"/>
  <Override PartName="/ppt/ink/ink2086.xml" ContentType="application/inkml+xml"/>
  <Override PartName="/ppt/ink/ink2087.xml" ContentType="application/inkml+xml"/>
  <Override PartName="/ppt/ink/ink2088.xml" ContentType="application/inkml+xml"/>
  <Override PartName="/ppt/ink/ink2089.xml" ContentType="application/inkml+xml"/>
  <Override PartName="/ppt/ink/ink2090.xml" ContentType="application/inkml+xml"/>
  <Override PartName="/ppt/ink/ink2091.xml" ContentType="application/inkml+xml"/>
  <Override PartName="/ppt/ink/ink2092.xml" ContentType="application/inkml+xml"/>
  <Override PartName="/ppt/ink/ink2093.xml" ContentType="application/inkml+xml"/>
  <Override PartName="/ppt/ink/ink2094.xml" ContentType="application/inkml+xml"/>
  <Override PartName="/ppt/ink/ink2095.xml" ContentType="application/inkml+xml"/>
  <Override PartName="/ppt/ink/ink2096.xml" ContentType="application/inkml+xml"/>
  <Override PartName="/ppt/ink/ink2097.xml" ContentType="application/inkml+xml"/>
  <Override PartName="/ppt/ink/ink2098.xml" ContentType="application/inkml+xml"/>
  <Override PartName="/ppt/ink/ink2099.xml" ContentType="application/inkml+xml"/>
  <Override PartName="/ppt/ink/ink2100.xml" ContentType="application/inkml+xml"/>
  <Override PartName="/ppt/ink/ink2101.xml" ContentType="application/inkml+xml"/>
  <Override PartName="/ppt/ink/ink2102.xml" ContentType="application/inkml+xml"/>
  <Override PartName="/ppt/ink/ink2103.xml" ContentType="application/inkml+xml"/>
  <Override PartName="/ppt/ink/ink2104.xml" ContentType="application/inkml+xml"/>
  <Override PartName="/ppt/ink/ink2105.xml" ContentType="application/inkml+xml"/>
  <Override PartName="/ppt/ink/ink2106.xml" ContentType="application/inkml+xml"/>
  <Override PartName="/ppt/ink/ink2107.xml" ContentType="application/inkml+xml"/>
  <Override PartName="/ppt/ink/ink2108.xml" ContentType="application/inkml+xml"/>
  <Override PartName="/ppt/ink/ink2109.xml" ContentType="application/inkml+xml"/>
  <Override PartName="/ppt/ink/ink2110.xml" ContentType="application/inkml+xml"/>
  <Override PartName="/ppt/ink/ink2111.xml" ContentType="application/inkml+xml"/>
  <Override PartName="/ppt/ink/ink2112.xml" ContentType="application/inkml+xml"/>
  <Override PartName="/ppt/ink/ink2113.xml" ContentType="application/inkml+xml"/>
  <Override PartName="/ppt/ink/ink2114.xml" ContentType="application/inkml+xml"/>
  <Override PartName="/ppt/ink/ink2115.xml" ContentType="application/inkml+xml"/>
  <Override PartName="/ppt/ink/ink2116.xml" ContentType="application/inkml+xml"/>
  <Override PartName="/ppt/ink/ink2117.xml" ContentType="application/inkml+xml"/>
  <Override PartName="/ppt/ink/ink2118.xml" ContentType="application/inkml+xml"/>
  <Override PartName="/ppt/ink/ink2119.xml" ContentType="application/inkml+xml"/>
  <Override PartName="/ppt/ink/ink2120.xml" ContentType="application/inkml+xml"/>
  <Override PartName="/ppt/ink/ink2121.xml" ContentType="application/inkml+xml"/>
  <Override PartName="/ppt/ink/ink2122.xml" ContentType="application/inkml+xml"/>
  <Override PartName="/ppt/ink/ink2123.xml" ContentType="application/inkml+xml"/>
  <Override PartName="/ppt/ink/ink2124.xml" ContentType="application/inkml+xml"/>
  <Override PartName="/ppt/ink/ink2125.xml" ContentType="application/inkml+xml"/>
  <Override PartName="/ppt/ink/ink2126.xml" ContentType="application/inkml+xml"/>
  <Override PartName="/ppt/ink/ink2127.xml" ContentType="application/inkml+xml"/>
  <Override PartName="/ppt/ink/ink2128.xml" ContentType="application/inkml+xml"/>
  <Override PartName="/ppt/ink/ink2129.xml" ContentType="application/inkml+xml"/>
  <Override PartName="/ppt/ink/ink2130.xml" ContentType="application/inkml+xml"/>
  <Override PartName="/ppt/ink/ink2131.xml" ContentType="application/inkml+xml"/>
  <Override PartName="/ppt/ink/ink2132.xml" ContentType="application/inkml+xml"/>
  <Override PartName="/ppt/ink/ink2133.xml" ContentType="application/inkml+xml"/>
  <Override PartName="/ppt/ink/ink2134.xml" ContentType="application/inkml+xml"/>
  <Override PartName="/ppt/ink/ink2135.xml" ContentType="application/inkml+xml"/>
  <Override PartName="/ppt/ink/ink2136.xml" ContentType="application/inkml+xml"/>
  <Override PartName="/ppt/ink/ink2137.xml" ContentType="application/inkml+xml"/>
  <Override PartName="/ppt/ink/ink2138.xml" ContentType="application/inkml+xml"/>
  <Override PartName="/ppt/ink/ink2139.xml" ContentType="application/inkml+xml"/>
  <Override PartName="/ppt/ink/ink2140.xml" ContentType="application/inkml+xml"/>
  <Override PartName="/ppt/ink/ink2141.xml" ContentType="application/inkml+xml"/>
  <Override PartName="/ppt/ink/ink2142.xml" ContentType="application/inkml+xml"/>
  <Override PartName="/ppt/ink/ink2143.xml" ContentType="application/inkml+xml"/>
  <Override PartName="/ppt/ink/ink2144.xml" ContentType="application/inkml+xml"/>
  <Override PartName="/ppt/ink/ink2145.xml" ContentType="application/inkml+xml"/>
  <Override PartName="/ppt/ink/ink2146.xml" ContentType="application/inkml+xml"/>
  <Override PartName="/ppt/ink/ink2147.xml" ContentType="application/inkml+xml"/>
  <Override PartName="/ppt/ink/ink2148.xml" ContentType="application/inkml+xml"/>
  <Override PartName="/ppt/ink/ink2149.xml" ContentType="application/inkml+xml"/>
  <Override PartName="/ppt/ink/ink2150.xml" ContentType="application/inkml+xml"/>
  <Override PartName="/ppt/ink/ink2151.xml" ContentType="application/inkml+xml"/>
  <Override PartName="/ppt/ink/ink2152.xml" ContentType="application/inkml+xml"/>
  <Override PartName="/ppt/ink/ink2153.xml" ContentType="application/inkml+xml"/>
  <Override PartName="/ppt/ink/ink2154.xml" ContentType="application/inkml+xml"/>
  <Override PartName="/ppt/ink/ink2155.xml" ContentType="application/inkml+xml"/>
  <Override PartName="/ppt/ink/ink2156.xml" ContentType="application/inkml+xml"/>
  <Override PartName="/ppt/ink/ink2157.xml" ContentType="application/inkml+xml"/>
  <Override PartName="/ppt/ink/ink2158.xml" ContentType="application/inkml+xml"/>
  <Override PartName="/ppt/ink/ink2159.xml" ContentType="application/inkml+xml"/>
  <Override PartName="/ppt/ink/ink2160.xml" ContentType="application/inkml+xml"/>
  <Override PartName="/ppt/ink/ink2161.xml" ContentType="application/inkml+xml"/>
  <Override PartName="/ppt/ink/ink2162.xml" ContentType="application/inkml+xml"/>
  <Override PartName="/ppt/ink/ink2163.xml" ContentType="application/inkml+xml"/>
  <Override PartName="/ppt/ink/ink2164.xml" ContentType="application/inkml+xml"/>
  <Override PartName="/ppt/ink/ink2165.xml" ContentType="application/inkml+xml"/>
  <Override PartName="/ppt/ink/ink2166.xml" ContentType="application/inkml+xml"/>
  <Override PartName="/ppt/ink/ink2167.xml" ContentType="application/inkml+xml"/>
  <Override PartName="/ppt/ink/ink2168.xml" ContentType="application/inkml+xml"/>
  <Override PartName="/ppt/ink/ink2169.xml" ContentType="application/inkml+xml"/>
  <Override PartName="/ppt/ink/ink2170.xml" ContentType="application/inkml+xml"/>
  <Override PartName="/ppt/ink/ink2171.xml" ContentType="application/inkml+xml"/>
  <Override PartName="/ppt/ink/ink2172.xml" ContentType="application/inkml+xml"/>
  <Override PartName="/ppt/ink/ink2173.xml" ContentType="application/inkml+xml"/>
  <Override PartName="/ppt/ink/ink2174.xml" ContentType="application/inkml+xml"/>
  <Override PartName="/ppt/ink/ink2175.xml" ContentType="application/inkml+xml"/>
  <Override PartName="/ppt/ink/ink2176.xml" ContentType="application/inkml+xml"/>
  <Override PartName="/ppt/ink/ink2177.xml" ContentType="application/inkml+xml"/>
  <Override PartName="/ppt/ink/ink2178.xml" ContentType="application/inkml+xml"/>
  <Override PartName="/ppt/ink/ink2179.xml" ContentType="application/inkml+xml"/>
  <Override PartName="/ppt/ink/ink2180.xml" ContentType="application/inkml+xml"/>
  <Override PartName="/ppt/ink/ink2181.xml" ContentType="application/inkml+xml"/>
  <Override PartName="/ppt/ink/ink2182.xml" ContentType="application/inkml+xml"/>
  <Override PartName="/ppt/ink/ink2183.xml" ContentType="application/inkml+xml"/>
  <Override PartName="/ppt/ink/ink2184.xml" ContentType="application/inkml+xml"/>
  <Override PartName="/ppt/ink/ink2185.xml" ContentType="application/inkml+xml"/>
  <Override PartName="/ppt/ink/ink2186.xml" ContentType="application/inkml+xml"/>
  <Override PartName="/ppt/ink/ink2187.xml" ContentType="application/inkml+xml"/>
  <Override PartName="/ppt/ink/ink2188.xml" ContentType="application/inkml+xml"/>
  <Override PartName="/ppt/ink/ink2189.xml" ContentType="application/inkml+xml"/>
  <Override PartName="/ppt/ink/ink2190.xml" ContentType="application/inkml+xml"/>
  <Override PartName="/ppt/ink/ink2191.xml" ContentType="application/inkml+xml"/>
  <Override PartName="/ppt/ink/ink2192.xml" ContentType="application/inkml+xml"/>
  <Override PartName="/ppt/ink/ink2193.xml" ContentType="application/inkml+xml"/>
  <Override PartName="/ppt/ink/ink2194.xml" ContentType="application/inkml+xml"/>
  <Override PartName="/ppt/ink/ink2195.xml" ContentType="application/inkml+xml"/>
  <Override PartName="/ppt/ink/ink2196.xml" ContentType="application/inkml+xml"/>
  <Override PartName="/ppt/ink/ink2197.xml" ContentType="application/inkml+xml"/>
  <Override PartName="/ppt/ink/ink2198.xml" ContentType="application/inkml+xml"/>
  <Override PartName="/ppt/ink/ink2199.xml" ContentType="application/inkml+xml"/>
  <Override PartName="/ppt/ink/ink2200.xml" ContentType="application/inkml+xml"/>
  <Override PartName="/ppt/ink/ink2201.xml" ContentType="application/inkml+xml"/>
  <Override PartName="/ppt/ink/ink2202.xml" ContentType="application/inkml+xml"/>
  <Override PartName="/ppt/ink/ink2203.xml" ContentType="application/inkml+xml"/>
  <Override PartName="/ppt/ink/ink2204.xml" ContentType="application/inkml+xml"/>
  <Override PartName="/ppt/ink/ink2205.xml" ContentType="application/inkml+xml"/>
  <Override PartName="/ppt/ink/ink2206.xml" ContentType="application/inkml+xml"/>
  <Override PartName="/ppt/ink/ink2207.xml" ContentType="application/inkml+xml"/>
  <Override PartName="/ppt/ink/ink2208.xml" ContentType="application/inkml+xml"/>
  <Override PartName="/ppt/ink/ink2209.xml" ContentType="application/inkml+xml"/>
  <Override PartName="/ppt/ink/ink2210.xml" ContentType="application/inkml+xml"/>
  <Override PartName="/ppt/ink/ink2211.xml" ContentType="application/inkml+xml"/>
  <Override PartName="/ppt/ink/ink2212.xml" ContentType="application/inkml+xml"/>
  <Override PartName="/ppt/ink/ink2213.xml" ContentType="application/inkml+xml"/>
  <Override PartName="/ppt/ink/ink2214.xml" ContentType="application/inkml+xml"/>
  <Override PartName="/ppt/ink/ink2215.xml" ContentType="application/inkml+xml"/>
  <Override PartName="/ppt/ink/ink2216.xml" ContentType="application/inkml+xml"/>
  <Override PartName="/ppt/ink/ink2217.xml" ContentType="application/inkml+xml"/>
  <Override PartName="/ppt/ink/ink2218.xml" ContentType="application/inkml+xml"/>
  <Override PartName="/ppt/ink/ink2219.xml" ContentType="application/inkml+xml"/>
  <Override PartName="/ppt/ink/ink2220.xml" ContentType="application/inkml+xml"/>
  <Override PartName="/ppt/ink/ink2221.xml" ContentType="application/inkml+xml"/>
  <Override PartName="/ppt/ink/ink2222.xml" ContentType="application/inkml+xml"/>
  <Override PartName="/ppt/ink/ink2223.xml" ContentType="application/inkml+xml"/>
  <Override PartName="/ppt/ink/ink2224.xml" ContentType="application/inkml+xml"/>
  <Override PartName="/ppt/ink/ink2225.xml" ContentType="application/inkml+xml"/>
  <Override PartName="/ppt/ink/ink2226.xml" ContentType="application/inkml+xml"/>
  <Override PartName="/ppt/ink/ink2227.xml" ContentType="application/inkml+xml"/>
  <Override PartName="/ppt/ink/ink2228.xml" ContentType="application/inkml+xml"/>
  <Override PartName="/ppt/ink/ink2229.xml" ContentType="application/inkml+xml"/>
  <Override PartName="/ppt/ink/ink2230.xml" ContentType="application/inkml+xml"/>
  <Override PartName="/ppt/ink/ink2231.xml" ContentType="application/inkml+xml"/>
  <Override PartName="/ppt/ink/ink2232.xml" ContentType="application/inkml+xml"/>
  <Override PartName="/ppt/ink/ink2233.xml" ContentType="application/inkml+xml"/>
  <Override PartName="/ppt/ink/ink2234.xml" ContentType="application/inkml+xml"/>
  <Override PartName="/ppt/ink/ink2235.xml" ContentType="application/inkml+xml"/>
  <Override PartName="/ppt/ink/ink2236.xml" ContentType="application/inkml+xml"/>
  <Override PartName="/ppt/ink/ink2237.xml" ContentType="application/inkml+xml"/>
  <Override PartName="/ppt/ink/ink2238.xml" ContentType="application/inkml+xml"/>
  <Override PartName="/ppt/ink/ink2239.xml" ContentType="application/inkml+xml"/>
  <Override PartName="/ppt/ink/ink2240.xml" ContentType="application/inkml+xml"/>
  <Override PartName="/ppt/ink/ink2241.xml" ContentType="application/inkml+xml"/>
  <Override PartName="/ppt/ink/ink2242.xml" ContentType="application/inkml+xml"/>
  <Override PartName="/ppt/ink/ink2243.xml" ContentType="application/inkml+xml"/>
  <Override PartName="/ppt/ink/ink2244.xml" ContentType="application/inkml+xml"/>
  <Override PartName="/ppt/ink/ink2245.xml" ContentType="application/inkml+xml"/>
  <Override PartName="/ppt/ink/ink2246.xml" ContentType="application/inkml+xml"/>
  <Override PartName="/ppt/ink/ink2247.xml" ContentType="application/inkml+xml"/>
  <Override PartName="/ppt/ink/ink2248.xml" ContentType="application/inkml+xml"/>
  <Override PartName="/ppt/ink/ink2249.xml" ContentType="application/inkml+xml"/>
  <Override PartName="/ppt/ink/ink2250.xml" ContentType="application/inkml+xml"/>
  <Override PartName="/ppt/ink/ink2251.xml" ContentType="application/inkml+xml"/>
  <Override PartName="/ppt/ink/ink2252.xml" ContentType="application/inkml+xml"/>
  <Override PartName="/ppt/ink/ink2253.xml" ContentType="application/inkml+xml"/>
  <Override PartName="/ppt/ink/ink2254.xml" ContentType="application/inkml+xml"/>
  <Override PartName="/ppt/ink/ink2255.xml" ContentType="application/inkml+xml"/>
  <Override PartName="/ppt/ink/ink2256.xml" ContentType="application/inkml+xml"/>
  <Override PartName="/ppt/ink/ink2257.xml" ContentType="application/inkml+xml"/>
  <Override PartName="/ppt/ink/ink2258.xml" ContentType="application/inkml+xml"/>
  <Override PartName="/ppt/ink/ink2259.xml" ContentType="application/inkml+xml"/>
  <Override PartName="/ppt/ink/ink2260.xml" ContentType="application/inkml+xml"/>
  <Override PartName="/ppt/ink/ink2261.xml" ContentType="application/inkml+xml"/>
  <Override PartName="/ppt/ink/ink2262.xml" ContentType="application/inkml+xml"/>
  <Override PartName="/ppt/ink/ink2263.xml" ContentType="application/inkml+xml"/>
  <Override PartName="/ppt/ink/ink2264.xml" ContentType="application/inkml+xml"/>
  <Override PartName="/ppt/ink/ink2265.xml" ContentType="application/inkml+xml"/>
  <Override PartName="/ppt/ink/ink2266.xml" ContentType="application/inkml+xml"/>
  <Override PartName="/ppt/ink/ink2267.xml" ContentType="application/inkml+xml"/>
  <Override PartName="/ppt/ink/ink2268.xml" ContentType="application/inkml+xml"/>
  <Override PartName="/ppt/ink/ink2269.xml" ContentType="application/inkml+xml"/>
  <Override PartName="/ppt/ink/ink2270.xml" ContentType="application/inkml+xml"/>
  <Override PartName="/ppt/ink/ink2271.xml" ContentType="application/inkml+xml"/>
  <Override PartName="/ppt/ink/ink2272.xml" ContentType="application/inkml+xml"/>
  <Override PartName="/ppt/ink/ink2273.xml" ContentType="application/inkml+xml"/>
  <Override PartName="/ppt/ink/ink2274.xml" ContentType="application/inkml+xml"/>
  <Override PartName="/ppt/ink/ink2275.xml" ContentType="application/inkml+xml"/>
  <Override PartName="/ppt/ink/ink2276.xml" ContentType="application/inkml+xml"/>
  <Override PartName="/ppt/ink/ink2277.xml" ContentType="application/inkml+xml"/>
  <Override PartName="/ppt/ink/ink2278.xml" ContentType="application/inkml+xml"/>
  <Override PartName="/ppt/ink/ink2279.xml" ContentType="application/inkml+xml"/>
  <Override PartName="/ppt/ink/ink2280.xml" ContentType="application/inkml+xml"/>
  <Override PartName="/ppt/ink/ink2281.xml" ContentType="application/inkml+xml"/>
  <Override PartName="/ppt/ink/ink2282.xml" ContentType="application/inkml+xml"/>
  <Override PartName="/ppt/ink/ink2283.xml" ContentType="application/inkml+xml"/>
  <Override PartName="/ppt/ink/ink2284.xml" ContentType="application/inkml+xml"/>
  <Override PartName="/ppt/ink/ink2285.xml" ContentType="application/inkml+xml"/>
  <Override PartName="/ppt/ink/ink2286.xml" ContentType="application/inkml+xml"/>
  <Override PartName="/ppt/ink/ink2287.xml" ContentType="application/inkml+xml"/>
  <Override PartName="/ppt/ink/ink2288.xml" ContentType="application/inkml+xml"/>
  <Override PartName="/ppt/ink/ink2289.xml" ContentType="application/inkml+xml"/>
  <Override PartName="/ppt/ink/ink2290.xml" ContentType="application/inkml+xml"/>
  <Override PartName="/ppt/ink/ink2291.xml" ContentType="application/inkml+xml"/>
  <Override PartName="/ppt/ink/ink2292.xml" ContentType="application/inkml+xml"/>
  <Override PartName="/ppt/ink/ink2293.xml" ContentType="application/inkml+xml"/>
  <Override PartName="/ppt/ink/ink2294.xml" ContentType="application/inkml+xml"/>
  <Override PartName="/ppt/ink/ink2295.xml" ContentType="application/inkml+xml"/>
  <Override PartName="/ppt/ink/ink2296.xml" ContentType="application/inkml+xml"/>
  <Override PartName="/ppt/ink/ink2297.xml" ContentType="application/inkml+xml"/>
  <Override PartName="/ppt/ink/ink2298.xml" ContentType="application/inkml+xml"/>
  <Override PartName="/ppt/ink/ink2299.xml" ContentType="application/inkml+xml"/>
  <Override PartName="/ppt/ink/ink2300.xml" ContentType="application/inkml+xml"/>
  <Override PartName="/ppt/ink/ink2301.xml" ContentType="application/inkml+xml"/>
  <Override PartName="/ppt/ink/ink2302.xml" ContentType="application/inkml+xml"/>
  <Override PartName="/ppt/ink/ink2303.xml" ContentType="application/inkml+xml"/>
  <Override PartName="/ppt/ink/ink2304.xml" ContentType="application/inkml+xml"/>
  <Override PartName="/ppt/ink/ink2305.xml" ContentType="application/inkml+xml"/>
  <Override PartName="/ppt/ink/ink2306.xml" ContentType="application/inkml+xml"/>
  <Override PartName="/ppt/ink/ink2307.xml" ContentType="application/inkml+xml"/>
  <Override PartName="/ppt/ink/ink2308.xml" ContentType="application/inkml+xml"/>
  <Override PartName="/ppt/ink/ink2309.xml" ContentType="application/inkml+xml"/>
  <Override PartName="/ppt/ink/ink2310.xml" ContentType="application/inkml+xml"/>
  <Override PartName="/ppt/ink/ink2311.xml" ContentType="application/inkml+xml"/>
  <Override PartName="/ppt/ink/ink2312.xml" ContentType="application/inkml+xml"/>
  <Override PartName="/ppt/ink/ink2313.xml" ContentType="application/inkml+xml"/>
  <Override PartName="/ppt/ink/ink2314.xml" ContentType="application/inkml+xml"/>
  <Override PartName="/ppt/ink/ink2315.xml" ContentType="application/inkml+xml"/>
  <Override PartName="/ppt/ink/ink2316.xml" ContentType="application/inkml+xml"/>
  <Override PartName="/ppt/ink/ink2317.xml" ContentType="application/inkml+xml"/>
  <Override PartName="/ppt/ink/ink2318.xml" ContentType="application/inkml+xml"/>
  <Override PartName="/ppt/ink/ink2319.xml" ContentType="application/inkml+xml"/>
  <Override PartName="/ppt/ink/ink2320.xml" ContentType="application/inkml+xml"/>
  <Override PartName="/ppt/ink/ink2321.xml" ContentType="application/inkml+xml"/>
  <Override PartName="/ppt/ink/ink2322.xml" ContentType="application/inkml+xml"/>
  <Override PartName="/ppt/ink/ink2323.xml" ContentType="application/inkml+xml"/>
  <Override PartName="/ppt/ink/ink2324.xml" ContentType="application/inkml+xml"/>
  <Override PartName="/ppt/ink/ink2325.xml" ContentType="application/inkml+xml"/>
  <Override PartName="/ppt/ink/ink2326.xml" ContentType="application/inkml+xml"/>
  <Override PartName="/ppt/ink/ink2327.xml" ContentType="application/inkml+xml"/>
  <Override PartName="/ppt/ink/ink2328.xml" ContentType="application/inkml+xml"/>
  <Override PartName="/ppt/ink/ink2329.xml" ContentType="application/inkml+xml"/>
  <Override PartName="/ppt/ink/ink2330.xml" ContentType="application/inkml+xml"/>
  <Override PartName="/ppt/ink/ink2331.xml" ContentType="application/inkml+xml"/>
  <Override PartName="/ppt/ink/ink2332.xml" ContentType="application/inkml+xml"/>
  <Override PartName="/ppt/ink/ink2333.xml" ContentType="application/inkml+xml"/>
  <Override PartName="/ppt/ink/ink2334.xml" ContentType="application/inkml+xml"/>
  <Override PartName="/ppt/ink/ink2335.xml" ContentType="application/inkml+xml"/>
  <Override PartName="/ppt/ink/ink2336.xml" ContentType="application/inkml+xml"/>
  <Override PartName="/ppt/ink/ink2337.xml" ContentType="application/inkml+xml"/>
  <Override PartName="/ppt/ink/ink2338.xml" ContentType="application/inkml+xml"/>
  <Override PartName="/ppt/ink/ink2339.xml" ContentType="application/inkml+xml"/>
  <Override PartName="/ppt/ink/ink2340.xml" ContentType="application/inkml+xml"/>
  <Override PartName="/ppt/ink/ink2341.xml" ContentType="application/inkml+xml"/>
  <Override PartName="/ppt/ink/ink2342.xml" ContentType="application/inkml+xml"/>
  <Override PartName="/ppt/ink/ink2343.xml" ContentType="application/inkml+xml"/>
  <Override PartName="/ppt/ink/ink2344.xml" ContentType="application/inkml+xml"/>
  <Override PartName="/ppt/ink/ink2345.xml" ContentType="application/inkml+xml"/>
  <Override PartName="/ppt/ink/ink2346.xml" ContentType="application/inkml+xml"/>
  <Override PartName="/ppt/ink/ink2347.xml" ContentType="application/inkml+xml"/>
  <Override PartName="/ppt/ink/ink2348.xml" ContentType="application/inkml+xml"/>
  <Override PartName="/ppt/ink/ink2349.xml" ContentType="application/inkml+xml"/>
  <Override PartName="/ppt/ink/ink2350.xml" ContentType="application/inkml+xml"/>
  <Override PartName="/ppt/ink/ink2351.xml" ContentType="application/inkml+xml"/>
  <Override PartName="/ppt/ink/ink2352.xml" ContentType="application/inkml+xml"/>
  <Override PartName="/ppt/ink/ink2353.xml" ContentType="application/inkml+xml"/>
  <Override PartName="/ppt/ink/ink2354.xml" ContentType="application/inkml+xml"/>
  <Override PartName="/ppt/ink/ink2355.xml" ContentType="application/inkml+xml"/>
  <Override PartName="/ppt/ink/ink2356.xml" ContentType="application/inkml+xml"/>
  <Override PartName="/ppt/ink/ink2357.xml" ContentType="application/inkml+xml"/>
  <Override PartName="/ppt/ink/ink2358.xml" ContentType="application/inkml+xml"/>
  <Override PartName="/ppt/ink/ink2359.xml" ContentType="application/inkml+xml"/>
  <Override PartName="/ppt/ink/ink2360.xml" ContentType="application/inkml+xml"/>
  <Override PartName="/ppt/ink/ink2361.xml" ContentType="application/inkml+xml"/>
  <Override PartName="/ppt/ink/ink2362.xml" ContentType="application/inkml+xml"/>
  <Override PartName="/ppt/ink/ink2363.xml" ContentType="application/inkml+xml"/>
  <Override PartName="/ppt/ink/ink2364.xml" ContentType="application/inkml+xml"/>
  <Override PartName="/ppt/ink/ink2365.xml" ContentType="application/inkml+xml"/>
  <Override PartName="/ppt/ink/ink2366.xml" ContentType="application/inkml+xml"/>
  <Override PartName="/ppt/ink/ink2367.xml" ContentType="application/inkml+xml"/>
  <Override PartName="/ppt/ink/ink2368.xml" ContentType="application/inkml+xml"/>
  <Override PartName="/ppt/ink/ink2369.xml" ContentType="application/inkml+xml"/>
  <Override PartName="/ppt/ink/ink2370.xml" ContentType="application/inkml+xml"/>
  <Override PartName="/ppt/ink/ink2371.xml" ContentType="application/inkml+xml"/>
  <Override PartName="/ppt/ink/ink2372.xml" ContentType="application/inkml+xml"/>
  <Override PartName="/ppt/ink/ink2373.xml" ContentType="application/inkml+xml"/>
  <Override PartName="/ppt/ink/ink2374.xml" ContentType="application/inkml+xml"/>
  <Override PartName="/ppt/ink/ink2375.xml" ContentType="application/inkml+xml"/>
  <Override PartName="/ppt/ink/ink2376.xml" ContentType="application/inkml+xml"/>
  <Override PartName="/ppt/ink/ink2377.xml" ContentType="application/inkml+xml"/>
  <Override PartName="/ppt/ink/ink2378.xml" ContentType="application/inkml+xml"/>
  <Override PartName="/ppt/ink/ink2379.xml" ContentType="application/inkml+xml"/>
  <Override PartName="/ppt/ink/ink2380.xml" ContentType="application/inkml+xml"/>
  <Override PartName="/ppt/ink/ink2381.xml" ContentType="application/inkml+xml"/>
  <Override PartName="/ppt/ink/ink2382.xml" ContentType="application/inkml+xml"/>
  <Override PartName="/ppt/ink/ink2383.xml" ContentType="application/inkml+xml"/>
  <Override PartName="/ppt/ink/ink2384.xml" ContentType="application/inkml+xml"/>
  <Override PartName="/ppt/ink/ink2385.xml" ContentType="application/inkml+xml"/>
  <Override PartName="/ppt/ink/ink2386.xml" ContentType="application/inkml+xml"/>
  <Override PartName="/ppt/ink/ink2387.xml" ContentType="application/inkml+xml"/>
  <Override PartName="/ppt/ink/ink2388.xml" ContentType="application/inkml+xml"/>
  <Override PartName="/ppt/ink/ink2389.xml" ContentType="application/inkml+xml"/>
  <Override PartName="/ppt/ink/ink2390.xml" ContentType="application/inkml+xml"/>
  <Override PartName="/ppt/ink/ink2391.xml" ContentType="application/inkml+xml"/>
  <Override PartName="/ppt/ink/ink2392.xml" ContentType="application/inkml+xml"/>
  <Override PartName="/ppt/ink/ink2393.xml" ContentType="application/inkml+xml"/>
  <Override PartName="/ppt/ink/ink2394.xml" ContentType="application/inkml+xml"/>
  <Override PartName="/ppt/ink/ink2395.xml" ContentType="application/inkml+xml"/>
  <Override PartName="/ppt/ink/ink2396.xml" ContentType="application/inkml+xml"/>
  <Override PartName="/ppt/ink/ink2397.xml" ContentType="application/inkml+xml"/>
  <Override PartName="/ppt/ink/ink2398.xml" ContentType="application/inkml+xml"/>
  <Override PartName="/ppt/ink/ink2399.xml" ContentType="application/inkml+xml"/>
  <Override PartName="/ppt/ink/ink2400.xml" ContentType="application/inkml+xml"/>
  <Override PartName="/ppt/ink/ink2401.xml" ContentType="application/inkml+xml"/>
  <Override PartName="/ppt/ink/ink2402.xml" ContentType="application/inkml+xml"/>
  <Override PartName="/ppt/ink/ink2403.xml" ContentType="application/inkml+xml"/>
  <Override PartName="/ppt/ink/ink2404.xml" ContentType="application/inkml+xml"/>
  <Override PartName="/ppt/ink/ink2405.xml" ContentType="application/inkml+xml"/>
  <Override PartName="/ppt/ink/ink2406.xml" ContentType="application/inkml+xml"/>
  <Override PartName="/ppt/ink/ink2407.xml" ContentType="application/inkml+xml"/>
  <Override PartName="/ppt/ink/ink2408.xml" ContentType="application/inkml+xml"/>
  <Override PartName="/ppt/ink/ink2409.xml" ContentType="application/inkml+xml"/>
  <Override PartName="/ppt/ink/ink2410.xml" ContentType="application/inkml+xml"/>
  <Override PartName="/ppt/ink/ink2411.xml" ContentType="application/inkml+xml"/>
  <Override PartName="/ppt/ink/ink2412.xml" ContentType="application/inkml+xml"/>
  <Override PartName="/ppt/ink/ink2413.xml" ContentType="application/inkml+xml"/>
  <Override PartName="/ppt/ink/ink2414.xml" ContentType="application/inkml+xml"/>
  <Override PartName="/ppt/ink/ink2415.xml" ContentType="application/inkml+xml"/>
  <Override PartName="/ppt/ink/ink2416.xml" ContentType="application/inkml+xml"/>
  <Override PartName="/ppt/ink/ink2417.xml" ContentType="application/inkml+xml"/>
  <Override PartName="/ppt/ink/ink2418.xml" ContentType="application/inkml+xml"/>
  <Override PartName="/ppt/ink/ink2419.xml" ContentType="application/inkml+xml"/>
  <Override PartName="/ppt/ink/ink2420.xml" ContentType="application/inkml+xml"/>
  <Override PartName="/ppt/ink/ink2421.xml" ContentType="application/inkml+xml"/>
  <Override PartName="/ppt/ink/ink2422.xml" ContentType="application/inkml+xml"/>
  <Override PartName="/ppt/ink/ink2423.xml" ContentType="application/inkml+xml"/>
  <Override PartName="/ppt/ink/ink2424.xml" ContentType="application/inkml+xml"/>
  <Override PartName="/ppt/ink/ink2425.xml" ContentType="application/inkml+xml"/>
  <Override PartName="/ppt/ink/ink2426.xml" ContentType="application/inkml+xml"/>
  <Override PartName="/ppt/ink/ink2427.xml" ContentType="application/inkml+xml"/>
  <Override PartName="/ppt/ink/ink2428.xml" ContentType="application/inkml+xml"/>
  <Override PartName="/ppt/ink/ink2429.xml" ContentType="application/inkml+xml"/>
  <Override PartName="/ppt/ink/ink2430.xml" ContentType="application/inkml+xml"/>
  <Override PartName="/ppt/ink/ink2431.xml" ContentType="application/inkml+xml"/>
  <Override PartName="/ppt/ink/ink2432.xml" ContentType="application/inkml+xml"/>
  <Override PartName="/ppt/ink/ink2433.xml" ContentType="application/inkml+xml"/>
  <Override PartName="/ppt/ink/ink2434.xml" ContentType="application/inkml+xml"/>
  <Override PartName="/ppt/ink/ink2435.xml" ContentType="application/inkml+xml"/>
  <Override PartName="/ppt/ink/ink2436.xml" ContentType="application/inkml+xml"/>
  <Override PartName="/ppt/ink/ink2437.xml" ContentType="application/inkml+xml"/>
  <Override PartName="/ppt/ink/ink2438.xml" ContentType="application/inkml+xml"/>
  <Override PartName="/ppt/ink/ink2439.xml" ContentType="application/inkml+xml"/>
  <Override PartName="/ppt/ink/ink2440.xml" ContentType="application/inkml+xml"/>
  <Override PartName="/ppt/ink/ink2441.xml" ContentType="application/inkml+xml"/>
  <Override PartName="/ppt/ink/ink2442.xml" ContentType="application/inkml+xml"/>
  <Override PartName="/ppt/ink/ink2443.xml" ContentType="application/inkml+xml"/>
  <Override PartName="/ppt/ink/ink2444.xml" ContentType="application/inkml+xml"/>
  <Override PartName="/ppt/ink/ink2445.xml" ContentType="application/inkml+xml"/>
  <Override PartName="/ppt/ink/ink2446.xml" ContentType="application/inkml+xml"/>
  <Override PartName="/ppt/ink/ink2447.xml" ContentType="application/inkml+xml"/>
  <Override PartName="/ppt/ink/ink2448.xml" ContentType="application/inkml+xml"/>
  <Override PartName="/ppt/ink/ink2449.xml" ContentType="application/inkml+xml"/>
  <Override PartName="/ppt/ink/ink2450.xml" ContentType="application/inkml+xml"/>
  <Override PartName="/ppt/ink/ink2451.xml" ContentType="application/inkml+xml"/>
  <Override PartName="/ppt/ink/ink2452.xml" ContentType="application/inkml+xml"/>
  <Override PartName="/ppt/ink/ink2453.xml" ContentType="application/inkml+xml"/>
  <Override PartName="/ppt/ink/ink2454.xml" ContentType="application/inkml+xml"/>
  <Override PartName="/ppt/ink/ink2455.xml" ContentType="application/inkml+xml"/>
  <Override PartName="/ppt/ink/ink2456.xml" ContentType="application/inkml+xml"/>
  <Override PartName="/ppt/ink/ink2457.xml" ContentType="application/inkml+xml"/>
  <Override PartName="/ppt/ink/ink2458.xml" ContentType="application/inkml+xml"/>
  <Override PartName="/ppt/ink/ink2459.xml" ContentType="application/inkml+xml"/>
  <Override PartName="/ppt/ink/ink2460.xml" ContentType="application/inkml+xml"/>
  <Override PartName="/ppt/ink/ink2461.xml" ContentType="application/inkml+xml"/>
  <Override PartName="/ppt/ink/ink2462.xml" ContentType="application/inkml+xml"/>
  <Override PartName="/ppt/ink/ink2463.xml" ContentType="application/inkml+xml"/>
  <Override PartName="/ppt/ink/ink2464.xml" ContentType="application/inkml+xml"/>
  <Override PartName="/ppt/ink/ink2465.xml" ContentType="application/inkml+xml"/>
  <Override PartName="/ppt/ink/ink2466.xml" ContentType="application/inkml+xml"/>
  <Override PartName="/ppt/ink/ink2467.xml" ContentType="application/inkml+xml"/>
  <Override PartName="/ppt/ink/ink2468.xml" ContentType="application/inkml+xml"/>
  <Override PartName="/ppt/ink/ink2469.xml" ContentType="application/inkml+xml"/>
  <Override PartName="/ppt/ink/ink2470.xml" ContentType="application/inkml+xml"/>
  <Override PartName="/ppt/ink/ink2471.xml" ContentType="application/inkml+xml"/>
  <Override PartName="/ppt/ink/ink2472.xml" ContentType="application/inkml+xml"/>
  <Override PartName="/ppt/ink/ink2473.xml" ContentType="application/inkml+xml"/>
  <Override PartName="/ppt/ink/ink2474.xml" ContentType="application/inkml+xml"/>
  <Override PartName="/ppt/ink/ink2475.xml" ContentType="application/inkml+xml"/>
  <Override PartName="/ppt/ink/ink2476.xml" ContentType="application/inkml+xml"/>
  <Override PartName="/ppt/ink/ink2477.xml" ContentType="application/inkml+xml"/>
  <Override PartName="/ppt/ink/ink2478.xml" ContentType="application/inkml+xml"/>
  <Override PartName="/ppt/ink/ink2479.xml" ContentType="application/inkml+xml"/>
  <Override PartName="/ppt/ink/ink2480.xml" ContentType="application/inkml+xml"/>
  <Override PartName="/ppt/ink/ink2481.xml" ContentType="application/inkml+xml"/>
  <Override PartName="/ppt/ink/ink2482.xml" ContentType="application/inkml+xml"/>
  <Override PartName="/ppt/ink/ink2483.xml" ContentType="application/inkml+xml"/>
  <Override PartName="/ppt/ink/ink2484.xml" ContentType="application/inkml+xml"/>
  <Override PartName="/ppt/ink/ink2485.xml" ContentType="application/inkml+xml"/>
  <Override PartName="/ppt/ink/ink2486.xml" ContentType="application/inkml+xml"/>
  <Override PartName="/ppt/ink/ink2487.xml" ContentType="application/inkml+xml"/>
  <Override PartName="/ppt/ink/ink2488.xml" ContentType="application/inkml+xml"/>
  <Override PartName="/ppt/ink/ink2489.xml" ContentType="application/inkml+xml"/>
  <Override PartName="/ppt/ink/ink2490.xml" ContentType="application/inkml+xml"/>
  <Override PartName="/ppt/ink/ink2491.xml" ContentType="application/inkml+xml"/>
  <Override PartName="/ppt/ink/ink2492.xml" ContentType="application/inkml+xml"/>
  <Override PartName="/ppt/ink/ink2493.xml" ContentType="application/inkml+xml"/>
  <Override PartName="/ppt/ink/ink2494.xml" ContentType="application/inkml+xml"/>
  <Override PartName="/ppt/ink/ink2495.xml" ContentType="application/inkml+xml"/>
  <Override PartName="/ppt/ink/ink2496.xml" ContentType="application/inkml+xml"/>
  <Override PartName="/ppt/ink/ink2497.xml" ContentType="application/inkml+xml"/>
  <Override PartName="/ppt/ink/ink2498.xml" ContentType="application/inkml+xml"/>
  <Override PartName="/ppt/ink/ink2499.xml" ContentType="application/inkml+xml"/>
  <Override PartName="/ppt/ink/ink2500.xml" ContentType="application/inkml+xml"/>
  <Override PartName="/ppt/ink/ink2501.xml" ContentType="application/inkml+xml"/>
  <Override PartName="/ppt/ink/ink2502.xml" ContentType="application/inkml+xml"/>
  <Override PartName="/ppt/ink/ink2503.xml" ContentType="application/inkml+xml"/>
  <Override PartName="/ppt/ink/ink2504.xml" ContentType="application/inkml+xml"/>
  <Override PartName="/ppt/ink/ink2505.xml" ContentType="application/inkml+xml"/>
  <Override PartName="/ppt/ink/ink2506.xml" ContentType="application/inkml+xml"/>
  <Override PartName="/ppt/ink/ink2507.xml" ContentType="application/inkml+xml"/>
  <Override PartName="/ppt/ink/ink2508.xml" ContentType="application/inkml+xml"/>
  <Override PartName="/ppt/ink/ink2509.xml" ContentType="application/inkml+xml"/>
  <Override PartName="/ppt/ink/ink2510.xml" ContentType="application/inkml+xml"/>
  <Override PartName="/ppt/ink/ink2511.xml" ContentType="application/inkml+xml"/>
  <Override PartName="/ppt/ink/ink2512.xml" ContentType="application/inkml+xml"/>
  <Override PartName="/ppt/ink/ink2513.xml" ContentType="application/inkml+xml"/>
  <Override PartName="/ppt/ink/ink2514.xml" ContentType="application/inkml+xml"/>
  <Override PartName="/ppt/ink/ink2515.xml" ContentType="application/inkml+xml"/>
  <Override PartName="/ppt/ink/ink2516.xml" ContentType="application/inkml+xml"/>
  <Override PartName="/ppt/ink/ink2517.xml" ContentType="application/inkml+xml"/>
  <Override PartName="/ppt/ink/ink2518.xml" ContentType="application/inkml+xml"/>
  <Override PartName="/ppt/ink/ink2519.xml" ContentType="application/inkml+xml"/>
  <Override PartName="/ppt/ink/ink2520.xml" ContentType="application/inkml+xml"/>
  <Override PartName="/ppt/ink/ink2521.xml" ContentType="application/inkml+xml"/>
  <Override PartName="/ppt/ink/ink2522.xml" ContentType="application/inkml+xml"/>
  <Override PartName="/ppt/ink/ink2523.xml" ContentType="application/inkml+xml"/>
  <Override PartName="/ppt/ink/ink2524.xml" ContentType="application/inkml+xml"/>
  <Override PartName="/ppt/ink/ink2525.xml" ContentType="application/inkml+xml"/>
  <Override PartName="/ppt/ink/ink2526.xml" ContentType="application/inkml+xml"/>
  <Override PartName="/ppt/ink/ink2527.xml" ContentType="application/inkml+xml"/>
  <Override PartName="/ppt/ink/ink2528.xml" ContentType="application/inkml+xml"/>
  <Override PartName="/ppt/ink/ink2529.xml" ContentType="application/inkml+xml"/>
  <Override PartName="/ppt/ink/ink2530.xml" ContentType="application/inkml+xml"/>
  <Override PartName="/ppt/ink/ink2531.xml" ContentType="application/inkml+xml"/>
  <Override PartName="/ppt/ink/ink2532.xml" ContentType="application/inkml+xml"/>
  <Override PartName="/ppt/ink/ink2533.xml" ContentType="application/inkml+xml"/>
  <Override PartName="/ppt/ink/ink2534.xml" ContentType="application/inkml+xml"/>
  <Override PartName="/ppt/ink/ink2535.xml" ContentType="application/inkml+xml"/>
  <Override PartName="/ppt/ink/ink2536.xml" ContentType="application/inkml+xml"/>
  <Override PartName="/ppt/ink/ink2537.xml" ContentType="application/inkml+xml"/>
  <Override PartName="/ppt/ink/ink2538.xml" ContentType="application/inkml+xml"/>
  <Override PartName="/ppt/ink/ink2539.xml" ContentType="application/inkml+xml"/>
  <Override PartName="/ppt/ink/ink2540.xml" ContentType="application/inkml+xml"/>
  <Override PartName="/ppt/ink/ink2541.xml" ContentType="application/inkml+xml"/>
  <Override PartName="/ppt/ink/ink2542.xml" ContentType="application/inkml+xml"/>
  <Override PartName="/ppt/ink/ink2543.xml" ContentType="application/inkml+xml"/>
  <Override PartName="/ppt/ink/ink2544.xml" ContentType="application/inkml+xml"/>
  <Override PartName="/ppt/ink/ink2545.xml" ContentType="application/inkml+xml"/>
  <Override PartName="/ppt/ink/ink2546.xml" ContentType="application/inkml+xml"/>
  <Override PartName="/ppt/ink/ink2547.xml" ContentType="application/inkml+xml"/>
  <Override PartName="/ppt/ink/ink2548.xml" ContentType="application/inkml+xml"/>
  <Override PartName="/ppt/ink/ink2549.xml" ContentType="application/inkml+xml"/>
  <Override PartName="/ppt/ink/ink2550.xml" ContentType="application/inkml+xml"/>
  <Override PartName="/ppt/ink/ink2551.xml" ContentType="application/inkml+xml"/>
  <Override PartName="/ppt/ink/ink2552.xml" ContentType="application/inkml+xml"/>
  <Override PartName="/ppt/ink/ink2553.xml" ContentType="application/inkml+xml"/>
  <Override PartName="/ppt/ink/ink2554.xml" ContentType="application/inkml+xml"/>
  <Override PartName="/ppt/ink/ink2555.xml" ContentType="application/inkml+xml"/>
  <Override PartName="/ppt/ink/ink2556.xml" ContentType="application/inkml+xml"/>
  <Override PartName="/ppt/ink/ink2557.xml" ContentType="application/inkml+xml"/>
  <Override PartName="/ppt/ink/ink2558.xml" ContentType="application/inkml+xml"/>
  <Override PartName="/ppt/ink/ink2559.xml" ContentType="application/inkml+xml"/>
  <Override PartName="/ppt/ink/ink2560.xml" ContentType="application/inkml+xml"/>
  <Override PartName="/ppt/ink/ink2561.xml" ContentType="application/inkml+xml"/>
  <Override PartName="/ppt/ink/ink2562.xml" ContentType="application/inkml+xml"/>
  <Override PartName="/ppt/ink/ink2563.xml" ContentType="application/inkml+xml"/>
  <Override PartName="/ppt/ink/ink2564.xml" ContentType="application/inkml+xml"/>
  <Override PartName="/ppt/ink/ink2565.xml" ContentType="application/inkml+xml"/>
  <Override PartName="/ppt/ink/ink2566.xml" ContentType="application/inkml+xml"/>
  <Override PartName="/ppt/ink/ink2567.xml" ContentType="application/inkml+xml"/>
  <Override PartName="/ppt/ink/ink2568.xml" ContentType="application/inkml+xml"/>
  <Override PartName="/ppt/ink/ink2569.xml" ContentType="application/inkml+xml"/>
  <Override PartName="/ppt/ink/ink2570.xml" ContentType="application/inkml+xml"/>
  <Override PartName="/ppt/ink/ink2571.xml" ContentType="application/inkml+xml"/>
  <Override PartName="/ppt/ink/ink2572.xml" ContentType="application/inkml+xml"/>
  <Override PartName="/ppt/ink/ink2573.xml" ContentType="application/inkml+xml"/>
  <Override PartName="/ppt/ink/ink2574.xml" ContentType="application/inkml+xml"/>
  <Override PartName="/ppt/ink/ink2575.xml" ContentType="application/inkml+xml"/>
  <Override PartName="/ppt/ink/ink2576.xml" ContentType="application/inkml+xml"/>
  <Override PartName="/ppt/ink/ink2577.xml" ContentType="application/inkml+xml"/>
  <Override PartName="/ppt/ink/ink2578.xml" ContentType="application/inkml+xml"/>
  <Override PartName="/ppt/ink/ink2579.xml" ContentType="application/inkml+xml"/>
  <Override PartName="/ppt/ink/ink2580.xml" ContentType="application/inkml+xml"/>
  <Override PartName="/ppt/ink/ink2581.xml" ContentType="application/inkml+xml"/>
  <Override PartName="/ppt/ink/ink2582.xml" ContentType="application/inkml+xml"/>
  <Override PartName="/ppt/ink/ink2583.xml" ContentType="application/inkml+xml"/>
  <Override PartName="/ppt/ink/ink2584.xml" ContentType="application/inkml+xml"/>
  <Override PartName="/ppt/ink/ink2585.xml" ContentType="application/inkml+xml"/>
  <Override PartName="/ppt/ink/ink2586.xml" ContentType="application/inkml+xml"/>
  <Override PartName="/ppt/ink/ink2587.xml" ContentType="application/inkml+xml"/>
  <Override PartName="/ppt/ink/ink2588.xml" ContentType="application/inkml+xml"/>
  <Override PartName="/ppt/ink/ink2589.xml" ContentType="application/inkml+xml"/>
  <Override PartName="/ppt/ink/ink2590.xml" ContentType="application/inkml+xml"/>
  <Override PartName="/ppt/ink/ink2591.xml" ContentType="application/inkml+xml"/>
  <Override PartName="/ppt/ink/ink2592.xml" ContentType="application/inkml+xml"/>
  <Override PartName="/ppt/ink/ink2593.xml" ContentType="application/inkml+xml"/>
  <Override PartName="/ppt/ink/ink2594.xml" ContentType="application/inkml+xml"/>
  <Override PartName="/ppt/ink/ink2595.xml" ContentType="application/inkml+xml"/>
  <Override PartName="/ppt/ink/ink2596.xml" ContentType="application/inkml+xml"/>
  <Override PartName="/ppt/ink/ink2597.xml" ContentType="application/inkml+xml"/>
  <Override PartName="/ppt/ink/ink2598.xml" ContentType="application/inkml+xml"/>
  <Override PartName="/ppt/ink/ink2599.xml" ContentType="application/inkml+xml"/>
  <Override PartName="/ppt/ink/ink2600.xml" ContentType="application/inkml+xml"/>
  <Override PartName="/ppt/ink/ink2601.xml" ContentType="application/inkml+xml"/>
  <Override PartName="/ppt/ink/ink2602.xml" ContentType="application/inkml+xml"/>
  <Override PartName="/ppt/ink/ink2603.xml" ContentType="application/inkml+xml"/>
  <Override PartName="/ppt/ink/ink2604.xml" ContentType="application/inkml+xml"/>
  <Override PartName="/ppt/ink/ink2605.xml" ContentType="application/inkml+xml"/>
  <Override PartName="/ppt/ink/ink2606.xml" ContentType="application/inkml+xml"/>
  <Override PartName="/ppt/ink/ink2607.xml" ContentType="application/inkml+xml"/>
  <Override PartName="/ppt/ink/ink2608.xml" ContentType="application/inkml+xml"/>
  <Override PartName="/ppt/ink/ink2609.xml" ContentType="application/inkml+xml"/>
  <Override PartName="/ppt/ink/ink2610.xml" ContentType="application/inkml+xml"/>
  <Override PartName="/ppt/ink/ink2611.xml" ContentType="application/inkml+xml"/>
  <Override PartName="/ppt/ink/ink2612.xml" ContentType="application/inkml+xml"/>
  <Override PartName="/ppt/ink/ink2613.xml" ContentType="application/inkml+xml"/>
  <Override PartName="/ppt/ink/ink2614.xml" ContentType="application/inkml+xml"/>
  <Override PartName="/ppt/ink/ink2615.xml" ContentType="application/inkml+xml"/>
  <Override PartName="/ppt/ink/ink2616.xml" ContentType="application/inkml+xml"/>
  <Override PartName="/ppt/ink/ink2617.xml" ContentType="application/inkml+xml"/>
  <Override PartName="/ppt/ink/ink2618.xml" ContentType="application/inkml+xml"/>
  <Override PartName="/ppt/ink/ink2619.xml" ContentType="application/inkml+xml"/>
  <Override PartName="/ppt/ink/ink2620.xml" ContentType="application/inkml+xml"/>
  <Override PartName="/ppt/ink/ink2621.xml" ContentType="application/inkml+xml"/>
  <Override PartName="/ppt/ink/ink2622.xml" ContentType="application/inkml+xml"/>
  <Override PartName="/ppt/ink/ink2623.xml" ContentType="application/inkml+xml"/>
  <Override PartName="/ppt/ink/ink2624.xml" ContentType="application/inkml+xml"/>
  <Override PartName="/ppt/ink/ink2625.xml" ContentType="application/inkml+xml"/>
  <Override PartName="/ppt/ink/ink2626.xml" ContentType="application/inkml+xml"/>
  <Override PartName="/ppt/ink/ink2627.xml" ContentType="application/inkml+xml"/>
  <Override PartName="/ppt/ink/ink2628.xml" ContentType="application/inkml+xml"/>
  <Override PartName="/ppt/ink/ink2629.xml" ContentType="application/inkml+xml"/>
  <Override PartName="/ppt/ink/ink2630.xml" ContentType="application/inkml+xml"/>
  <Override PartName="/ppt/ink/ink2631.xml" ContentType="application/inkml+xml"/>
  <Override PartName="/ppt/ink/ink2632.xml" ContentType="application/inkml+xml"/>
  <Override PartName="/ppt/ink/ink2633.xml" ContentType="application/inkml+xml"/>
  <Override PartName="/ppt/ink/ink2634.xml" ContentType="application/inkml+xml"/>
  <Override PartName="/ppt/ink/ink2635.xml" ContentType="application/inkml+xml"/>
  <Override PartName="/ppt/ink/ink2636.xml" ContentType="application/inkml+xml"/>
  <Override PartName="/ppt/ink/ink2637.xml" ContentType="application/inkml+xml"/>
  <Override PartName="/ppt/ink/ink2638.xml" ContentType="application/inkml+xml"/>
  <Override PartName="/ppt/ink/ink2639.xml" ContentType="application/inkml+xml"/>
  <Override PartName="/ppt/ink/ink2640.xml" ContentType="application/inkml+xml"/>
  <Override PartName="/ppt/ink/ink2641.xml" ContentType="application/inkml+xml"/>
  <Override PartName="/ppt/ink/ink2642.xml" ContentType="application/inkml+xml"/>
  <Override PartName="/ppt/ink/ink2643.xml" ContentType="application/inkml+xml"/>
  <Override PartName="/ppt/ink/ink2644.xml" ContentType="application/inkml+xml"/>
  <Override PartName="/ppt/ink/ink2645.xml" ContentType="application/inkml+xml"/>
  <Override PartName="/ppt/ink/ink2646.xml" ContentType="application/inkml+xml"/>
  <Override PartName="/ppt/ink/ink2647.xml" ContentType="application/inkml+xml"/>
  <Override PartName="/ppt/ink/ink2648.xml" ContentType="application/inkml+xml"/>
  <Override PartName="/ppt/ink/ink2649.xml" ContentType="application/inkml+xml"/>
  <Override PartName="/ppt/ink/ink2650.xml" ContentType="application/inkml+xml"/>
  <Override PartName="/ppt/ink/ink2651.xml" ContentType="application/inkml+xml"/>
  <Override PartName="/ppt/ink/ink2652.xml" ContentType="application/inkml+xml"/>
  <Override PartName="/ppt/ink/ink2653.xml" ContentType="application/inkml+xml"/>
  <Override PartName="/ppt/ink/ink2654.xml" ContentType="application/inkml+xml"/>
  <Override PartName="/ppt/ink/ink2655.xml" ContentType="application/inkml+xml"/>
  <Override PartName="/ppt/ink/ink2656.xml" ContentType="application/inkml+xml"/>
  <Override PartName="/ppt/ink/ink2657.xml" ContentType="application/inkml+xml"/>
  <Override PartName="/ppt/ink/ink2658.xml" ContentType="application/inkml+xml"/>
  <Override PartName="/ppt/ink/ink2659.xml" ContentType="application/inkml+xml"/>
  <Override PartName="/ppt/ink/ink2660.xml" ContentType="application/inkml+xml"/>
  <Override PartName="/ppt/ink/ink2661.xml" ContentType="application/inkml+xml"/>
  <Override PartName="/ppt/ink/ink2662.xml" ContentType="application/inkml+xml"/>
  <Override PartName="/ppt/ink/ink2663.xml" ContentType="application/inkml+xml"/>
  <Override PartName="/ppt/ink/ink2664.xml" ContentType="application/inkml+xml"/>
  <Override PartName="/ppt/ink/ink2665.xml" ContentType="application/inkml+xml"/>
  <Override PartName="/ppt/ink/ink2666.xml" ContentType="application/inkml+xml"/>
  <Override PartName="/ppt/ink/ink2667.xml" ContentType="application/inkml+xml"/>
  <Override PartName="/ppt/ink/ink2668.xml" ContentType="application/inkml+xml"/>
  <Override PartName="/ppt/ink/ink2669.xml" ContentType="application/inkml+xml"/>
  <Override PartName="/ppt/ink/ink2670.xml" ContentType="application/inkml+xml"/>
  <Override PartName="/ppt/ink/ink2671.xml" ContentType="application/inkml+xml"/>
  <Override PartName="/ppt/ink/ink2672.xml" ContentType="application/inkml+xml"/>
  <Override PartName="/ppt/ink/ink2673.xml" ContentType="application/inkml+xml"/>
  <Override PartName="/ppt/ink/ink2674.xml" ContentType="application/inkml+xml"/>
  <Override PartName="/ppt/ink/ink2675.xml" ContentType="application/inkml+xml"/>
  <Override PartName="/ppt/ink/ink2676.xml" ContentType="application/inkml+xml"/>
  <Override PartName="/ppt/ink/ink2677.xml" ContentType="application/inkml+xml"/>
  <Override PartName="/ppt/ink/ink2678.xml" ContentType="application/inkml+xml"/>
  <Override PartName="/ppt/ink/ink2679.xml" ContentType="application/inkml+xml"/>
  <Override PartName="/ppt/ink/ink2680.xml" ContentType="application/inkml+xml"/>
  <Override PartName="/ppt/ink/ink2681.xml" ContentType="application/inkml+xml"/>
  <Override PartName="/ppt/ink/ink2682.xml" ContentType="application/inkml+xml"/>
  <Override PartName="/ppt/ink/ink2683.xml" ContentType="application/inkml+xml"/>
  <Override PartName="/ppt/ink/ink2684.xml" ContentType="application/inkml+xml"/>
  <Override PartName="/ppt/ink/ink2685.xml" ContentType="application/inkml+xml"/>
  <Override PartName="/ppt/ink/ink2686.xml" ContentType="application/inkml+xml"/>
  <Override PartName="/ppt/ink/ink2687.xml" ContentType="application/inkml+xml"/>
  <Override PartName="/ppt/ink/ink2688.xml" ContentType="application/inkml+xml"/>
  <Override PartName="/ppt/ink/ink2689.xml" ContentType="application/inkml+xml"/>
  <Override PartName="/ppt/ink/ink2690.xml" ContentType="application/inkml+xml"/>
  <Override PartName="/ppt/ink/ink2691.xml" ContentType="application/inkml+xml"/>
  <Override PartName="/ppt/ink/ink2692.xml" ContentType="application/inkml+xml"/>
  <Override PartName="/ppt/ink/ink2693.xml" ContentType="application/inkml+xml"/>
  <Override PartName="/ppt/ink/ink2694.xml" ContentType="application/inkml+xml"/>
  <Override PartName="/ppt/ink/ink2695.xml" ContentType="application/inkml+xml"/>
  <Override PartName="/ppt/ink/ink2696.xml" ContentType="application/inkml+xml"/>
  <Override PartName="/ppt/ink/ink2697.xml" ContentType="application/inkml+xml"/>
  <Override PartName="/ppt/ink/ink2698.xml" ContentType="application/inkml+xml"/>
  <Override PartName="/ppt/ink/ink2699.xml" ContentType="application/inkml+xml"/>
  <Override PartName="/ppt/ink/ink2700.xml" ContentType="application/inkml+xml"/>
  <Override PartName="/ppt/ink/ink2701.xml" ContentType="application/inkml+xml"/>
  <Override PartName="/ppt/ink/ink2702.xml" ContentType="application/inkml+xml"/>
  <Override PartName="/ppt/ink/ink2703.xml" ContentType="application/inkml+xml"/>
  <Override PartName="/ppt/ink/ink2704.xml" ContentType="application/inkml+xml"/>
  <Override PartName="/ppt/ink/ink2705.xml" ContentType="application/inkml+xml"/>
  <Override PartName="/ppt/ink/ink2706.xml" ContentType="application/inkml+xml"/>
  <Override PartName="/ppt/ink/ink2707.xml" ContentType="application/inkml+xml"/>
  <Override PartName="/ppt/ink/ink2708.xml" ContentType="application/inkml+xml"/>
  <Override PartName="/ppt/ink/ink2709.xml" ContentType="application/inkml+xml"/>
  <Override PartName="/ppt/ink/ink2710.xml" ContentType="application/inkml+xml"/>
  <Override PartName="/ppt/ink/ink2711.xml" ContentType="application/inkml+xml"/>
  <Override PartName="/ppt/ink/ink2712.xml" ContentType="application/inkml+xml"/>
  <Override PartName="/ppt/ink/ink2713.xml" ContentType="application/inkml+xml"/>
  <Override PartName="/ppt/ink/ink2714.xml" ContentType="application/inkml+xml"/>
  <Override PartName="/ppt/ink/ink2715.xml" ContentType="application/inkml+xml"/>
  <Override PartName="/ppt/ink/ink2716.xml" ContentType="application/inkml+xml"/>
  <Override PartName="/ppt/ink/ink2717.xml" ContentType="application/inkml+xml"/>
  <Override PartName="/ppt/ink/ink2718.xml" ContentType="application/inkml+xml"/>
  <Override PartName="/ppt/ink/ink2719.xml" ContentType="application/inkml+xml"/>
  <Override PartName="/ppt/ink/ink2720.xml" ContentType="application/inkml+xml"/>
  <Override PartName="/ppt/ink/ink2721.xml" ContentType="application/inkml+xml"/>
  <Override PartName="/ppt/ink/ink2722.xml" ContentType="application/inkml+xml"/>
  <Override PartName="/ppt/ink/ink2723.xml" ContentType="application/inkml+xml"/>
  <Override PartName="/ppt/ink/ink2724.xml" ContentType="application/inkml+xml"/>
  <Override PartName="/ppt/ink/ink2725.xml" ContentType="application/inkml+xml"/>
  <Override PartName="/ppt/ink/ink2726.xml" ContentType="application/inkml+xml"/>
  <Override PartName="/ppt/ink/ink2727.xml" ContentType="application/inkml+xml"/>
  <Override PartName="/ppt/ink/ink2728.xml" ContentType="application/inkml+xml"/>
  <Override PartName="/ppt/ink/ink2729.xml" ContentType="application/inkml+xml"/>
  <Override PartName="/ppt/ink/ink2730.xml" ContentType="application/inkml+xml"/>
  <Override PartName="/ppt/ink/ink2731.xml" ContentType="application/inkml+xml"/>
  <Override PartName="/ppt/ink/ink2732.xml" ContentType="application/inkml+xml"/>
  <Override PartName="/ppt/ink/ink2733.xml" ContentType="application/inkml+xml"/>
  <Override PartName="/ppt/ink/ink2734.xml" ContentType="application/inkml+xml"/>
  <Override PartName="/ppt/ink/ink2735.xml" ContentType="application/inkml+xml"/>
  <Override PartName="/ppt/ink/ink2736.xml" ContentType="application/inkml+xml"/>
  <Override PartName="/ppt/ink/ink2737.xml" ContentType="application/inkml+xml"/>
  <Override PartName="/ppt/ink/ink2738.xml" ContentType="application/inkml+xml"/>
  <Override PartName="/ppt/ink/ink2739.xml" ContentType="application/inkml+xml"/>
  <Override PartName="/ppt/ink/ink2740.xml" ContentType="application/inkml+xml"/>
  <Override PartName="/ppt/ink/ink2741.xml" ContentType="application/inkml+xml"/>
  <Override PartName="/ppt/ink/ink2742.xml" ContentType="application/inkml+xml"/>
  <Override PartName="/ppt/ink/ink2743.xml" ContentType="application/inkml+xml"/>
  <Override PartName="/ppt/ink/ink2744.xml" ContentType="application/inkml+xml"/>
  <Override PartName="/ppt/ink/ink2745.xml" ContentType="application/inkml+xml"/>
  <Override PartName="/ppt/ink/ink2746.xml" ContentType="application/inkml+xml"/>
  <Override PartName="/ppt/ink/ink2747.xml" ContentType="application/inkml+xml"/>
  <Override PartName="/ppt/ink/ink2748.xml" ContentType="application/inkml+xml"/>
  <Override PartName="/ppt/ink/ink2749.xml" ContentType="application/inkml+xml"/>
  <Override PartName="/ppt/ink/ink2750.xml" ContentType="application/inkml+xml"/>
  <Override PartName="/ppt/ink/ink2751.xml" ContentType="application/inkml+xml"/>
  <Override PartName="/ppt/ink/ink2752.xml" ContentType="application/inkml+xml"/>
  <Override PartName="/ppt/ink/ink2753.xml" ContentType="application/inkml+xml"/>
  <Override PartName="/ppt/ink/ink2754.xml" ContentType="application/inkml+xml"/>
  <Override PartName="/ppt/ink/ink2755.xml" ContentType="application/inkml+xml"/>
  <Override PartName="/ppt/ink/ink2756.xml" ContentType="application/inkml+xml"/>
  <Override PartName="/ppt/ink/ink2757.xml" ContentType="application/inkml+xml"/>
  <Override PartName="/ppt/ink/ink2758.xml" ContentType="application/inkml+xml"/>
  <Override PartName="/ppt/ink/ink2759.xml" ContentType="application/inkml+xml"/>
  <Override PartName="/ppt/ink/ink2760.xml" ContentType="application/inkml+xml"/>
  <Override PartName="/ppt/ink/ink2761.xml" ContentType="application/inkml+xml"/>
  <Override PartName="/ppt/ink/ink2762.xml" ContentType="application/inkml+xml"/>
  <Override PartName="/ppt/ink/ink2763.xml" ContentType="application/inkml+xml"/>
  <Override PartName="/ppt/ink/ink2764.xml" ContentType="application/inkml+xml"/>
  <Override PartName="/ppt/ink/ink2765.xml" ContentType="application/inkml+xml"/>
  <Override PartName="/ppt/ink/ink2766.xml" ContentType="application/inkml+xml"/>
  <Override PartName="/ppt/ink/ink2767.xml" ContentType="application/inkml+xml"/>
  <Override PartName="/ppt/ink/ink2768.xml" ContentType="application/inkml+xml"/>
  <Override PartName="/ppt/ink/ink2769.xml" ContentType="application/inkml+xml"/>
  <Override PartName="/ppt/ink/ink2770.xml" ContentType="application/inkml+xml"/>
  <Override PartName="/ppt/ink/ink2771.xml" ContentType="application/inkml+xml"/>
  <Override PartName="/ppt/ink/ink2772.xml" ContentType="application/inkml+xml"/>
  <Override PartName="/ppt/ink/ink2773.xml" ContentType="application/inkml+xml"/>
  <Override PartName="/ppt/ink/ink2774.xml" ContentType="application/inkml+xml"/>
  <Override PartName="/ppt/ink/ink2775.xml" ContentType="application/inkml+xml"/>
  <Override PartName="/ppt/ink/ink2776.xml" ContentType="application/inkml+xml"/>
  <Override PartName="/ppt/ink/ink2777.xml" ContentType="application/inkml+xml"/>
  <Override PartName="/ppt/ink/ink2778.xml" ContentType="application/inkml+xml"/>
  <Override PartName="/ppt/ink/ink2779.xml" ContentType="application/inkml+xml"/>
  <Override PartName="/ppt/ink/ink2780.xml" ContentType="application/inkml+xml"/>
  <Override PartName="/ppt/ink/ink2781.xml" ContentType="application/inkml+xml"/>
  <Override PartName="/ppt/ink/ink2782.xml" ContentType="application/inkml+xml"/>
  <Override PartName="/ppt/ink/ink2783.xml" ContentType="application/inkml+xml"/>
  <Override PartName="/ppt/ink/ink2784.xml" ContentType="application/inkml+xml"/>
  <Override PartName="/ppt/ink/ink2785.xml" ContentType="application/inkml+xml"/>
  <Override PartName="/ppt/ink/ink2786.xml" ContentType="application/inkml+xml"/>
  <Override PartName="/ppt/ink/ink2787.xml" ContentType="application/inkml+xml"/>
  <Override PartName="/ppt/ink/ink2788.xml" ContentType="application/inkml+xml"/>
  <Override PartName="/ppt/ink/ink2789.xml" ContentType="application/inkml+xml"/>
  <Override PartName="/ppt/ink/ink2790.xml" ContentType="application/inkml+xml"/>
  <Override PartName="/ppt/ink/ink2791.xml" ContentType="application/inkml+xml"/>
  <Override PartName="/ppt/ink/ink2792.xml" ContentType="application/inkml+xml"/>
  <Override PartName="/ppt/ink/ink2793.xml" ContentType="application/inkml+xml"/>
  <Override PartName="/ppt/ink/ink2794.xml" ContentType="application/inkml+xml"/>
  <Override PartName="/ppt/ink/ink2795.xml" ContentType="application/inkml+xml"/>
  <Override PartName="/ppt/ink/ink2796.xml" ContentType="application/inkml+xml"/>
  <Override PartName="/ppt/ink/ink2797.xml" ContentType="application/inkml+xml"/>
  <Override PartName="/ppt/ink/ink2798.xml" ContentType="application/inkml+xml"/>
  <Override PartName="/ppt/ink/ink2799.xml" ContentType="application/inkml+xml"/>
  <Override PartName="/ppt/ink/ink2800.xml" ContentType="application/inkml+xml"/>
  <Override PartName="/ppt/ink/ink2801.xml" ContentType="application/inkml+xml"/>
  <Override PartName="/ppt/ink/ink2802.xml" ContentType="application/inkml+xml"/>
  <Override PartName="/ppt/ink/ink2803.xml" ContentType="application/inkml+xml"/>
  <Override PartName="/ppt/ink/ink2804.xml" ContentType="application/inkml+xml"/>
  <Override PartName="/ppt/ink/ink2805.xml" ContentType="application/inkml+xml"/>
  <Override PartName="/ppt/ink/ink2806.xml" ContentType="application/inkml+xml"/>
  <Override PartName="/ppt/ink/ink2807.xml" ContentType="application/inkml+xml"/>
  <Override PartName="/ppt/ink/ink2808.xml" ContentType="application/inkml+xml"/>
  <Override PartName="/ppt/ink/ink2809.xml" ContentType="application/inkml+xml"/>
  <Override PartName="/ppt/ink/ink2810.xml" ContentType="application/inkml+xml"/>
  <Override PartName="/ppt/ink/ink2811.xml" ContentType="application/inkml+xml"/>
  <Override PartName="/ppt/ink/ink2812.xml" ContentType="application/inkml+xml"/>
  <Override PartName="/ppt/ink/ink2813.xml" ContentType="application/inkml+xml"/>
  <Override PartName="/ppt/ink/ink2814.xml" ContentType="application/inkml+xml"/>
  <Override PartName="/ppt/ink/ink2815.xml" ContentType="application/inkml+xml"/>
  <Override PartName="/ppt/ink/ink2816.xml" ContentType="application/inkml+xml"/>
  <Override PartName="/ppt/ink/ink2817.xml" ContentType="application/inkml+xml"/>
  <Override PartName="/ppt/ink/ink2818.xml" ContentType="application/inkml+xml"/>
  <Override PartName="/ppt/ink/ink2819.xml" ContentType="application/inkml+xml"/>
  <Override PartName="/ppt/ink/ink2820.xml" ContentType="application/inkml+xml"/>
  <Override PartName="/ppt/ink/ink2821.xml" ContentType="application/inkml+xml"/>
  <Override PartName="/ppt/ink/ink2822.xml" ContentType="application/inkml+xml"/>
  <Override PartName="/ppt/ink/ink2823.xml" ContentType="application/inkml+xml"/>
  <Override PartName="/ppt/ink/ink2824.xml" ContentType="application/inkml+xml"/>
  <Override PartName="/ppt/ink/ink2825.xml" ContentType="application/inkml+xml"/>
  <Override PartName="/ppt/ink/ink2826.xml" ContentType="application/inkml+xml"/>
  <Override PartName="/ppt/ink/ink2827.xml" ContentType="application/inkml+xml"/>
  <Override PartName="/ppt/ink/ink2828.xml" ContentType="application/inkml+xml"/>
  <Override PartName="/ppt/ink/ink2829.xml" ContentType="application/inkml+xml"/>
  <Override PartName="/ppt/ink/ink2830.xml" ContentType="application/inkml+xml"/>
  <Override PartName="/ppt/ink/ink2831.xml" ContentType="application/inkml+xml"/>
  <Override PartName="/ppt/ink/ink2832.xml" ContentType="application/inkml+xml"/>
  <Override PartName="/ppt/ink/ink2833.xml" ContentType="application/inkml+xml"/>
  <Override PartName="/ppt/ink/ink2834.xml" ContentType="application/inkml+xml"/>
  <Override PartName="/ppt/ink/ink2835.xml" ContentType="application/inkml+xml"/>
  <Override PartName="/ppt/ink/ink2836.xml" ContentType="application/inkml+xml"/>
  <Override PartName="/ppt/ink/ink2837.xml" ContentType="application/inkml+xml"/>
  <Override PartName="/ppt/ink/ink2838.xml" ContentType="application/inkml+xml"/>
  <Override PartName="/ppt/ink/ink2839.xml" ContentType="application/inkml+xml"/>
  <Override PartName="/ppt/ink/ink2840.xml" ContentType="application/inkml+xml"/>
  <Override PartName="/ppt/ink/ink2841.xml" ContentType="application/inkml+xml"/>
  <Override PartName="/ppt/ink/ink2842.xml" ContentType="application/inkml+xml"/>
  <Override PartName="/ppt/ink/ink2843.xml" ContentType="application/inkml+xml"/>
  <Override PartName="/ppt/ink/ink2844.xml" ContentType="application/inkml+xml"/>
  <Override PartName="/ppt/ink/ink2845.xml" ContentType="application/inkml+xml"/>
  <Override PartName="/ppt/ink/ink2846.xml" ContentType="application/inkml+xml"/>
  <Override PartName="/ppt/ink/ink2847.xml" ContentType="application/inkml+xml"/>
  <Override PartName="/ppt/ink/ink2848.xml" ContentType="application/inkml+xml"/>
  <Override PartName="/ppt/ink/ink2849.xml" ContentType="application/inkml+xml"/>
  <Override PartName="/ppt/ink/ink2850.xml" ContentType="application/inkml+xml"/>
  <Override PartName="/ppt/ink/ink2851.xml" ContentType="application/inkml+xml"/>
  <Override PartName="/ppt/ink/ink2852.xml" ContentType="application/inkml+xml"/>
  <Override PartName="/ppt/ink/ink2853.xml" ContentType="application/inkml+xml"/>
  <Override PartName="/ppt/ink/ink2854.xml" ContentType="application/inkml+xml"/>
  <Override PartName="/ppt/ink/ink2855.xml" ContentType="application/inkml+xml"/>
  <Override PartName="/ppt/ink/ink2856.xml" ContentType="application/inkml+xml"/>
  <Override PartName="/ppt/ink/ink2857.xml" ContentType="application/inkml+xml"/>
  <Override PartName="/ppt/ink/ink2858.xml" ContentType="application/inkml+xml"/>
  <Override PartName="/ppt/ink/ink2859.xml" ContentType="application/inkml+xml"/>
  <Override PartName="/ppt/ink/ink2860.xml" ContentType="application/inkml+xml"/>
  <Override PartName="/ppt/ink/ink2861.xml" ContentType="application/inkml+xml"/>
  <Override PartName="/ppt/ink/ink2862.xml" ContentType="application/inkml+xml"/>
  <Override PartName="/ppt/ink/ink2863.xml" ContentType="application/inkml+xml"/>
  <Override PartName="/ppt/ink/ink2864.xml" ContentType="application/inkml+xml"/>
  <Override PartName="/ppt/ink/ink2865.xml" ContentType="application/inkml+xml"/>
  <Override PartName="/ppt/ink/ink2866.xml" ContentType="application/inkml+xml"/>
  <Override PartName="/ppt/ink/ink2867.xml" ContentType="application/inkml+xml"/>
  <Override PartName="/ppt/ink/ink2868.xml" ContentType="application/inkml+xml"/>
  <Override PartName="/ppt/ink/ink2869.xml" ContentType="application/inkml+xml"/>
  <Override PartName="/ppt/ink/ink2870.xml" ContentType="application/inkml+xml"/>
  <Override PartName="/ppt/ink/ink2871.xml" ContentType="application/inkml+xml"/>
  <Override PartName="/ppt/ink/ink2872.xml" ContentType="application/inkml+xml"/>
  <Override PartName="/ppt/ink/ink2873.xml" ContentType="application/inkml+xml"/>
  <Override PartName="/ppt/ink/ink2874.xml" ContentType="application/inkml+xml"/>
  <Override PartName="/ppt/ink/ink2875.xml" ContentType="application/inkml+xml"/>
  <Override PartName="/ppt/ink/ink2876.xml" ContentType="application/inkml+xml"/>
  <Override PartName="/ppt/ink/ink2877.xml" ContentType="application/inkml+xml"/>
  <Override PartName="/ppt/ink/ink2878.xml" ContentType="application/inkml+xml"/>
  <Override PartName="/ppt/ink/ink2879.xml" ContentType="application/inkml+xml"/>
  <Override PartName="/ppt/ink/ink2880.xml" ContentType="application/inkml+xml"/>
  <Override PartName="/ppt/ink/ink2881.xml" ContentType="application/inkml+xml"/>
  <Override PartName="/ppt/ink/ink2882.xml" ContentType="application/inkml+xml"/>
  <Override PartName="/ppt/ink/ink2883.xml" ContentType="application/inkml+xml"/>
  <Override PartName="/ppt/ink/ink2884.xml" ContentType="application/inkml+xml"/>
  <Override PartName="/ppt/ink/ink2885.xml" ContentType="application/inkml+xml"/>
  <Override PartName="/ppt/ink/ink2886.xml" ContentType="application/inkml+xml"/>
  <Override PartName="/ppt/ink/ink2887.xml" ContentType="application/inkml+xml"/>
  <Override PartName="/ppt/ink/ink2888.xml" ContentType="application/inkml+xml"/>
  <Override PartName="/ppt/ink/ink2889.xml" ContentType="application/inkml+xml"/>
  <Override PartName="/ppt/ink/ink2890.xml" ContentType="application/inkml+xml"/>
  <Override PartName="/ppt/ink/ink2891.xml" ContentType="application/inkml+xml"/>
  <Override PartName="/ppt/ink/ink2892.xml" ContentType="application/inkml+xml"/>
  <Override PartName="/ppt/ink/ink2893.xml" ContentType="application/inkml+xml"/>
  <Override PartName="/ppt/ink/ink2894.xml" ContentType="application/inkml+xml"/>
  <Override PartName="/ppt/ink/ink2895.xml" ContentType="application/inkml+xml"/>
  <Override PartName="/ppt/ink/ink2896.xml" ContentType="application/inkml+xml"/>
  <Override PartName="/ppt/ink/ink2897.xml" ContentType="application/inkml+xml"/>
  <Override PartName="/ppt/ink/ink2898.xml" ContentType="application/inkml+xml"/>
  <Override PartName="/ppt/ink/ink2899.xml" ContentType="application/inkml+xml"/>
  <Override PartName="/ppt/ink/ink2900.xml" ContentType="application/inkml+xml"/>
  <Override PartName="/ppt/ink/ink2901.xml" ContentType="application/inkml+xml"/>
  <Override PartName="/ppt/ink/ink2902.xml" ContentType="application/inkml+xml"/>
  <Override PartName="/ppt/ink/ink2903.xml" ContentType="application/inkml+xml"/>
  <Override PartName="/ppt/ink/ink2904.xml" ContentType="application/inkml+xml"/>
  <Override PartName="/ppt/ink/ink2905.xml" ContentType="application/inkml+xml"/>
  <Override PartName="/ppt/ink/ink2906.xml" ContentType="application/inkml+xml"/>
  <Override PartName="/ppt/ink/ink2907.xml" ContentType="application/inkml+xml"/>
  <Override PartName="/ppt/ink/ink2908.xml" ContentType="application/inkml+xml"/>
  <Override PartName="/ppt/ink/ink2909.xml" ContentType="application/inkml+xml"/>
  <Override PartName="/ppt/ink/ink2910.xml" ContentType="application/inkml+xml"/>
  <Override PartName="/ppt/ink/ink2911.xml" ContentType="application/inkml+xml"/>
  <Override PartName="/ppt/ink/ink2912.xml" ContentType="application/inkml+xml"/>
  <Override PartName="/ppt/ink/ink2913.xml" ContentType="application/inkml+xml"/>
  <Override PartName="/ppt/ink/ink2914.xml" ContentType="application/inkml+xml"/>
  <Override PartName="/ppt/ink/ink2915.xml" ContentType="application/inkml+xml"/>
  <Override PartName="/ppt/ink/ink2916.xml" ContentType="application/inkml+xml"/>
  <Override PartName="/ppt/ink/ink2917.xml" ContentType="application/inkml+xml"/>
  <Override PartName="/ppt/ink/ink2918.xml" ContentType="application/inkml+xml"/>
  <Override PartName="/ppt/ink/ink2919.xml" ContentType="application/inkml+xml"/>
  <Override PartName="/ppt/ink/ink2920.xml" ContentType="application/inkml+xml"/>
  <Override PartName="/ppt/ink/ink2921.xml" ContentType="application/inkml+xml"/>
  <Override PartName="/ppt/ink/ink2922.xml" ContentType="application/inkml+xml"/>
  <Override PartName="/ppt/ink/ink2923.xml" ContentType="application/inkml+xml"/>
  <Override PartName="/ppt/ink/ink2924.xml" ContentType="application/inkml+xml"/>
  <Override PartName="/ppt/ink/ink2925.xml" ContentType="application/inkml+xml"/>
  <Override PartName="/ppt/ink/ink2926.xml" ContentType="application/inkml+xml"/>
  <Override PartName="/ppt/ink/ink2927.xml" ContentType="application/inkml+xml"/>
  <Override PartName="/ppt/ink/ink2928.xml" ContentType="application/inkml+xml"/>
  <Override PartName="/ppt/ink/ink2929.xml" ContentType="application/inkml+xml"/>
  <Override PartName="/ppt/ink/ink2930.xml" ContentType="application/inkml+xml"/>
  <Override PartName="/ppt/ink/ink2931.xml" ContentType="application/inkml+xml"/>
  <Override PartName="/ppt/ink/ink2932.xml" ContentType="application/inkml+xml"/>
  <Override PartName="/ppt/ink/ink2933.xml" ContentType="application/inkml+xml"/>
  <Override PartName="/ppt/ink/ink2934.xml" ContentType="application/inkml+xml"/>
  <Override PartName="/ppt/ink/ink2935.xml" ContentType="application/inkml+xml"/>
  <Override PartName="/ppt/ink/ink2936.xml" ContentType="application/inkml+xml"/>
  <Override PartName="/ppt/ink/ink2937.xml" ContentType="application/inkml+xml"/>
  <Override PartName="/ppt/ink/ink2938.xml" ContentType="application/inkml+xml"/>
  <Override PartName="/ppt/ink/ink2939.xml" ContentType="application/inkml+xml"/>
  <Override PartName="/ppt/ink/ink2940.xml" ContentType="application/inkml+xml"/>
  <Override PartName="/ppt/ink/ink2941.xml" ContentType="application/inkml+xml"/>
  <Override PartName="/ppt/ink/ink2942.xml" ContentType="application/inkml+xml"/>
  <Override PartName="/ppt/ink/ink2943.xml" ContentType="application/inkml+xml"/>
  <Override PartName="/ppt/ink/ink2944.xml" ContentType="application/inkml+xml"/>
  <Override PartName="/ppt/ink/ink2945.xml" ContentType="application/inkml+xml"/>
  <Override PartName="/ppt/ink/ink2946.xml" ContentType="application/inkml+xml"/>
  <Override PartName="/ppt/ink/ink2947.xml" ContentType="application/inkml+xml"/>
  <Override PartName="/ppt/ink/ink2948.xml" ContentType="application/inkml+xml"/>
  <Override PartName="/ppt/ink/ink2949.xml" ContentType="application/inkml+xml"/>
  <Override PartName="/ppt/ink/ink2950.xml" ContentType="application/inkml+xml"/>
  <Override PartName="/ppt/ink/ink2951.xml" ContentType="application/inkml+xml"/>
  <Override PartName="/ppt/ink/ink2952.xml" ContentType="application/inkml+xml"/>
  <Override PartName="/ppt/ink/ink2953.xml" ContentType="application/inkml+xml"/>
  <Override PartName="/ppt/ink/ink2954.xml" ContentType="application/inkml+xml"/>
  <Override PartName="/ppt/ink/ink2955.xml" ContentType="application/inkml+xml"/>
  <Override PartName="/ppt/ink/ink2956.xml" ContentType="application/inkml+xml"/>
  <Override PartName="/ppt/ink/ink2957.xml" ContentType="application/inkml+xml"/>
  <Override PartName="/ppt/ink/ink2958.xml" ContentType="application/inkml+xml"/>
  <Override PartName="/ppt/ink/ink2959.xml" ContentType="application/inkml+xml"/>
  <Override PartName="/ppt/ink/ink2960.xml" ContentType="application/inkml+xml"/>
  <Override PartName="/ppt/ink/ink2961.xml" ContentType="application/inkml+xml"/>
  <Override PartName="/ppt/ink/ink2962.xml" ContentType="application/inkml+xml"/>
  <Override PartName="/ppt/ink/ink2963.xml" ContentType="application/inkml+xml"/>
  <Override PartName="/ppt/ink/ink2964.xml" ContentType="application/inkml+xml"/>
  <Override PartName="/ppt/ink/ink2965.xml" ContentType="application/inkml+xml"/>
  <Override PartName="/ppt/ink/ink2966.xml" ContentType="application/inkml+xml"/>
  <Override PartName="/ppt/ink/ink2967.xml" ContentType="application/inkml+xml"/>
  <Override PartName="/ppt/ink/ink2968.xml" ContentType="application/inkml+xml"/>
  <Override PartName="/ppt/ink/ink2969.xml" ContentType="application/inkml+xml"/>
  <Override PartName="/ppt/ink/ink2970.xml" ContentType="application/inkml+xml"/>
  <Override PartName="/ppt/ink/ink2971.xml" ContentType="application/inkml+xml"/>
  <Override PartName="/ppt/ink/ink2972.xml" ContentType="application/inkml+xml"/>
  <Override PartName="/ppt/ink/ink2973.xml" ContentType="application/inkml+xml"/>
  <Override PartName="/ppt/ink/ink2974.xml" ContentType="application/inkml+xml"/>
  <Override PartName="/ppt/ink/ink2975.xml" ContentType="application/inkml+xml"/>
  <Override PartName="/ppt/ink/ink2976.xml" ContentType="application/inkml+xml"/>
  <Override PartName="/ppt/ink/ink2977.xml" ContentType="application/inkml+xml"/>
  <Override PartName="/ppt/ink/ink2978.xml" ContentType="application/inkml+xml"/>
  <Override PartName="/ppt/ink/ink2979.xml" ContentType="application/inkml+xml"/>
  <Override PartName="/ppt/ink/ink2980.xml" ContentType="application/inkml+xml"/>
  <Override PartName="/ppt/ink/ink2981.xml" ContentType="application/inkml+xml"/>
  <Override PartName="/ppt/ink/ink2982.xml" ContentType="application/inkml+xml"/>
  <Override PartName="/ppt/ink/ink2983.xml" ContentType="application/inkml+xml"/>
  <Override PartName="/ppt/ink/ink2984.xml" ContentType="application/inkml+xml"/>
  <Override PartName="/ppt/ink/ink2985.xml" ContentType="application/inkml+xml"/>
  <Override PartName="/ppt/ink/ink2986.xml" ContentType="application/inkml+xml"/>
  <Override PartName="/ppt/ink/ink2987.xml" ContentType="application/inkml+xml"/>
  <Override PartName="/ppt/ink/ink2988.xml" ContentType="application/inkml+xml"/>
  <Override PartName="/ppt/ink/ink2989.xml" ContentType="application/inkml+xml"/>
  <Override PartName="/ppt/ink/ink2990.xml" ContentType="application/inkml+xml"/>
  <Override PartName="/ppt/ink/ink2991.xml" ContentType="application/inkml+xml"/>
  <Override PartName="/ppt/ink/ink2992.xml" ContentType="application/inkml+xml"/>
  <Override PartName="/ppt/ink/ink2993.xml" ContentType="application/inkml+xml"/>
  <Override PartName="/ppt/ink/ink2994.xml" ContentType="application/inkml+xml"/>
  <Override PartName="/ppt/ink/ink2995.xml" ContentType="application/inkml+xml"/>
  <Override PartName="/ppt/ink/ink2996.xml" ContentType="application/inkml+xml"/>
  <Override PartName="/ppt/ink/ink2997.xml" ContentType="application/inkml+xml"/>
  <Override PartName="/ppt/ink/ink2998.xml" ContentType="application/inkml+xml"/>
  <Override PartName="/ppt/ink/ink2999.xml" ContentType="application/inkml+xml"/>
  <Override PartName="/ppt/ink/ink3000.xml" ContentType="application/inkml+xml"/>
  <Override PartName="/ppt/ink/ink3001.xml" ContentType="application/inkml+xml"/>
  <Override PartName="/ppt/ink/ink3002.xml" ContentType="application/inkml+xml"/>
  <Override PartName="/ppt/ink/ink3003.xml" ContentType="application/inkml+xml"/>
  <Override PartName="/ppt/ink/ink3004.xml" ContentType="application/inkml+xml"/>
  <Override PartName="/ppt/ink/ink3005.xml" ContentType="application/inkml+xml"/>
  <Override PartName="/ppt/ink/ink3006.xml" ContentType="application/inkml+xml"/>
  <Override PartName="/ppt/ink/ink3007.xml" ContentType="application/inkml+xml"/>
  <Override PartName="/ppt/ink/ink3008.xml" ContentType="application/inkml+xml"/>
  <Override PartName="/ppt/ink/ink3009.xml" ContentType="application/inkml+xml"/>
  <Override PartName="/ppt/ink/ink3010.xml" ContentType="application/inkml+xml"/>
  <Override PartName="/ppt/ink/ink3011.xml" ContentType="application/inkml+xml"/>
  <Override PartName="/ppt/ink/ink3012.xml" ContentType="application/inkml+xml"/>
  <Override PartName="/ppt/ink/ink3013.xml" ContentType="application/inkml+xml"/>
  <Override PartName="/ppt/ink/ink3014.xml" ContentType="application/inkml+xml"/>
  <Override PartName="/ppt/ink/ink3015.xml" ContentType="application/inkml+xml"/>
  <Override PartName="/ppt/ink/ink3016.xml" ContentType="application/inkml+xml"/>
  <Override PartName="/ppt/ink/ink3017.xml" ContentType="application/inkml+xml"/>
  <Override PartName="/ppt/ink/ink3018.xml" ContentType="application/inkml+xml"/>
  <Override PartName="/ppt/ink/ink3019.xml" ContentType="application/inkml+xml"/>
  <Override PartName="/ppt/ink/ink3020.xml" ContentType="application/inkml+xml"/>
  <Override PartName="/ppt/ink/ink3021.xml" ContentType="application/inkml+xml"/>
  <Override PartName="/ppt/ink/ink3022.xml" ContentType="application/inkml+xml"/>
  <Override PartName="/ppt/ink/ink3023.xml" ContentType="application/inkml+xml"/>
  <Override PartName="/ppt/ink/ink3024.xml" ContentType="application/inkml+xml"/>
  <Override PartName="/ppt/ink/ink3025.xml" ContentType="application/inkml+xml"/>
  <Override PartName="/ppt/ink/ink3026.xml" ContentType="application/inkml+xml"/>
  <Override PartName="/ppt/ink/ink3027.xml" ContentType="application/inkml+xml"/>
  <Override PartName="/ppt/ink/ink3028.xml" ContentType="application/inkml+xml"/>
  <Override PartName="/ppt/ink/ink3029.xml" ContentType="application/inkml+xml"/>
  <Override PartName="/ppt/ink/ink3030.xml" ContentType="application/inkml+xml"/>
  <Override PartName="/ppt/ink/ink3031.xml" ContentType="application/inkml+xml"/>
  <Override PartName="/ppt/ink/ink3032.xml" ContentType="application/inkml+xml"/>
  <Override PartName="/ppt/ink/ink3033.xml" ContentType="application/inkml+xml"/>
  <Override PartName="/ppt/ink/ink3034.xml" ContentType="application/inkml+xml"/>
  <Override PartName="/ppt/ink/ink3035.xml" ContentType="application/inkml+xml"/>
  <Override PartName="/ppt/ink/ink3036.xml" ContentType="application/inkml+xml"/>
  <Override PartName="/ppt/ink/ink3037.xml" ContentType="application/inkml+xml"/>
  <Override PartName="/ppt/ink/ink3038.xml" ContentType="application/inkml+xml"/>
  <Override PartName="/ppt/ink/ink3039.xml" ContentType="application/inkml+xml"/>
  <Override PartName="/ppt/ink/ink3040.xml" ContentType="application/inkml+xml"/>
  <Override PartName="/ppt/ink/ink3041.xml" ContentType="application/inkml+xml"/>
  <Override PartName="/ppt/ink/ink3042.xml" ContentType="application/inkml+xml"/>
  <Override PartName="/ppt/ink/ink3043.xml" ContentType="application/inkml+xml"/>
  <Override PartName="/ppt/ink/ink3044.xml" ContentType="application/inkml+xml"/>
  <Override PartName="/ppt/ink/ink3045.xml" ContentType="application/inkml+xml"/>
  <Override PartName="/ppt/ink/ink3046.xml" ContentType="application/inkml+xml"/>
  <Override PartName="/ppt/ink/ink3047.xml" ContentType="application/inkml+xml"/>
  <Override PartName="/ppt/ink/ink3048.xml" ContentType="application/inkml+xml"/>
  <Override PartName="/ppt/ink/ink3049.xml" ContentType="application/inkml+xml"/>
  <Override PartName="/ppt/ink/ink3050.xml" ContentType="application/inkml+xml"/>
  <Override PartName="/ppt/ink/ink3051.xml" ContentType="application/inkml+xml"/>
  <Override PartName="/ppt/ink/ink3052.xml" ContentType="application/inkml+xml"/>
  <Override PartName="/ppt/ink/ink3053.xml" ContentType="application/inkml+xml"/>
  <Override PartName="/ppt/ink/ink3054.xml" ContentType="application/inkml+xml"/>
  <Override PartName="/ppt/ink/ink3055.xml" ContentType="application/inkml+xml"/>
  <Override PartName="/ppt/ink/ink3056.xml" ContentType="application/inkml+xml"/>
  <Override PartName="/ppt/ink/ink3057.xml" ContentType="application/inkml+xml"/>
  <Override PartName="/ppt/ink/ink3058.xml" ContentType="application/inkml+xml"/>
  <Override PartName="/ppt/ink/ink3059.xml" ContentType="application/inkml+xml"/>
  <Override PartName="/ppt/ink/ink3060.xml" ContentType="application/inkml+xml"/>
  <Override PartName="/ppt/ink/ink3061.xml" ContentType="application/inkml+xml"/>
  <Override PartName="/ppt/ink/ink3062.xml" ContentType="application/inkml+xml"/>
  <Override PartName="/ppt/ink/ink3063.xml" ContentType="application/inkml+xml"/>
  <Override PartName="/ppt/ink/ink3064.xml" ContentType="application/inkml+xml"/>
  <Override PartName="/ppt/ink/ink3065.xml" ContentType="application/inkml+xml"/>
  <Override PartName="/ppt/ink/ink3066.xml" ContentType="application/inkml+xml"/>
  <Override PartName="/ppt/ink/ink3067.xml" ContentType="application/inkml+xml"/>
  <Override PartName="/ppt/ink/ink3068.xml" ContentType="application/inkml+xml"/>
  <Override PartName="/ppt/ink/ink3069.xml" ContentType="application/inkml+xml"/>
  <Override PartName="/ppt/ink/ink3070.xml" ContentType="application/inkml+xml"/>
  <Override PartName="/ppt/ink/ink3071.xml" ContentType="application/inkml+xml"/>
  <Override PartName="/ppt/ink/ink3072.xml" ContentType="application/inkml+xml"/>
  <Override PartName="/ppt/ink/ink3073.xml" ContentType="application/inkml+xml"/>
  <Override PartName="/ppt/ink/ink3074.xml" ContentType="application/inkml+xml"/>
  <Override PartName="/ppt/ink/ink3075.xml" ContentType="application/inkml+xml"/>
  <Override PartName="/ppt/ink/ink3076.xml" ContentType="application/inkml+xml"/>
  <Override PartName="/ppt/ink/ink3077.xml" ContentType="application/inkml+xml"/>
  <Override PartName="/ppt/ink/ink3078.xml" ContentType="application/inkml+xml"/>
  <Override PartName="/ppt/ink/ink3079.xml" ContentType="application/inkml+xml"/>
  <Override PartName="/ppt/ink/ink3080.xml" ContentType="application/inkml+xml"/>
  <Override PartName="/ppt/ink/ink3081.xml" ContentType="application/inkml+xml"/>
  <Override PartName="/ppt/ink/ink3082.xml" ContentType="application/inkml+xml"/>
  <Override PartName="/ppt/ink/ink3083.xml" ContentType="application/inkml+xml"/>
  <Override PartName="/ppt/ink/ink3084.xml" ContentType="application/inkml+xml"/>
  <Override PartName="/ppt/ink/ink3085.xml" ContentType="application/inkml+xml"/>
  <Override PartName="/ppt/ink/ink3086.xml" ContentType="application/inkml+xml"/>
  <Override PartName="/ppt/ink/ink3087.xml" ContentType="application/inkml+xml"/>
  <Override PartName="/ppt/ink/ink3088.xml" ContentType="application/inkml+xml"/>
  <Override PartName="/ppt/ink/ink3089.xml" ContentType="application/inkml+xml"/>
  <Override PartName="/ppt/ink/ink3090.xml" ContentType="application/inkml+xml"/>
  <Override PartName="/ppt/ink/ink3091.xml" ContentType="application/inkml+xml"/>
  <Override PartName="/ppt/ink/ink3092.xml" ContentType="application/inkml+xml"/>
  <Override PartName="/ppt/ink/ink3093.xml" ContentType="application/inkml+xml"/>
  <Override PartName="/ppt/ink/ink3094.xml" ContentType="application/inkml+xml"/>
  <Override PartName="/ppt/ink/ink3095.xml" ContentType="application/inkml+xml"/>
  <Override PartName="/ppt/ink/ink3096.xml" ContentType="application/inkml+xml"/>
  <Override PartName="/ppt/ink/ink3097.xml" ContentType="application/inkml+xml"/>
  <Override PartName="/ppt/ink/ink3098.xml" ContentType="application/inkml+xml"/>
  <Override PartName="/ppt/ink/ink3099.xml" ContentType="application/inkml+xml"/>
  <Override PartName="/ppt/ink/ink3100.xml" ContentType="application/inkml+xml"/>
  <Override PartName="/ppt/ink/ink3101.xml" ContentType="application/inkml+xml"/>
  <Override PartName="/ppt/ink/ink3102.xml" ContentType="application/inkml+xml"/>
  <Override PartName="/ppt/ink/ink3103.xml" ContentType="application/inkml+xml"/>
  <Override PartName="/ppt/ink/ink3104.xml" ContentType="application/inkml+xml"/>
  <Override PartName="/ppt/ink/ink3105.xml" ContentType="application/inkml+xml"/>
  <Override PartName="/ppt/ink/ink3106.xml" ContentType="application/inkml+xml"/>
  <Override PartName="/ppt/ink/ink3107.xml" ContentType="application/inkml+xml"/>
  <Override PartName="/ppt/ink/ink3108.xml" ContentType="application/inkml+xml"/>
  <Override PartName="/ppt/ink/ink3109.xml" ContentType="application/inkml+xml"/>
  <Override PartName="/ppt/ink/ink3110.xml" ContentType="application/inkml+xml"/>
  <Override PartName="/ppt/ink/ink3111.xml" ContentType="application/inkml+xml"/>
  <Override PartName="/ppt/ink/ink3112.xml" ContentType="application/inkml+xml"/>
  <Override PartName="/ppt/ink/ink3113.xml" ContentType="application/inkml+xml"/>
  <Override PartName="/ppt/ink/ink3114.xml" ContentType="application/inkml+xml"/>
  <Override PartName="/ppt/ink/ink3115.xml" ContentType="application/inkml+xml"/>
  <Override PartName="/ppt/ink/ink3116.xml" ContentType="application/inkml+xml"/>
  <Override PartName="/ppt/ink/ink3117.xml" ContentType="application/inkml+xml"/>
  <Override PartName="/ppt/ink/ink3118.xml" ContentType="application/inkml+xml"/>
  <Override PartName="/ppt/ink/ink3119.xml" ContentType="application/inkml+xml"/>
  <Override PartName="/ppt/ink/ink3120.xml" ContentType="application/inkml+xml"/>
  <Override PartName="/ppt/ink/ink3121.xml" ContentType="application/inkml+xml"/>
  <Override PartName="/ppt/ink/ink3122.xml" ContentType="application/inkml+xml"/>
  <Override PartName="/ppt/ink/ink3123.xml" ContentType="application/inkml+xml"/>
  <Override PartName="/ppt/ink/ink3124.xml" ContentType="application/inkml+xml"/>
  <Override PartName="/ppt/ink/ink3125.xml" ContentType="application/inkml+xml"/>
  <Override PartName="/ppt/ink/ink3126.xml" ContentType="application/inkml+xml"/>
  <Override PartName="/ppt/ink/ink3127.xml" ContentType="application/inkml+xml"/>
  <Override PartName="/ppt/ink/ink3128.xml" ContentType="application/inkml+xml"/>
  <Override PartName="/ppt/ink/ink3129.xml" ContentType="application/inkml+xml"/>
  <Override PartName="/ppt/ink/ink3130.xml" ContentType="application/inkml+xml"/>
  <Override PartName="/ppt/ink/ink3131.xml" ContentType="application/inkml+xml"/>
  <Override PartName="/ppt/ink/ink3132.xml" ContentType="application/inkml+xml"/>
  <Override PartName="/ppt/ink/ink3133.xml" ContentType="application/inkml+xml"/>
  <Override PartName="/ppt/ink/ink3134.xml" ContentType="application/inkml+xml"/>
  <Override PartName="/ppt/ink/ink3135.xml" ContentType="application/inkml+xml"/>
  <Override PartName="/ppt/ink/ink3136.xml" ContentType="application/inkml+xml"/>
  <Override PartName="/ppt/ink/ink3137.xml" ContentType="application/inkml+xml"/>
  <Override PartName="/ppt/ink/ink3138.xml" ContentType="application/inkml+xml"/>
  <Override PartName="/ppt/ink/ink3139.xml" ContentType="application/inkml+xml"/>
  <Override PartName="/ppt/ink/ink3140.xml" ContentType="application/inkml+xml"/>
  <Override PartName="/ppt/ink/ink3141.xml" ContentType="application/inkml+xml"/>
  <Override PartName="/ppt/ink/ink3142.xml" ContentType="application/inkml+xml"/>
  <Override PartName="/ppt/ink/ink3143.xml" ContentType="application/inkml+xml"/>
  <Override PartName="/ppt/ink/ink3144.xml" ContentType="application/inkml+xml"/>
  <Override PartName="/ppt/ink/ink3145.xml" ContentType="application/inkml+xml"/>
  <Override PartName="/ppt/ink/ink3146.xml" ContentType="application/inkml+xml"/>
  <Override PartName="/ppt/ink/ink3147.xml" ContentType="application/inkml+xml"/>
  <Override PartName="/ppt/ink/ink3148.xml" ContentType="application/inkml+xml"/>
  <Override PartName="/ppt/ink/ink3149.xml" ContentType="application/inkml+xml"/>
  <Override PartName="/ppt/ink/ink3150.xml" ContentType="application/inkml+xml"/>
  <Override PartName="/ppt/ink/ink3151.xml" ContentType="application/inkml+xml"/>
  <Override PartName="/ppt/ink/ink3152.xml" ContentType="application/inkml+xml"/>
  <Override PartName="/ppt/ink/ink3153.xml" ContentType="application/inkml+xml"/>
  <Override PartName="/ppt/ink/ink3154.xml" ContentType="application/inkml+xml"/>
  <Override PartName="/ppt/ink/ink3155.xml" ContentType="application/inkml+xml"/>
  <Override PartName="/ppt/ink/ink3156.xml" ContentType="application/inkml+xml"/>
  <Override PartName="/ppt/ink/ink3157.xml" ContentType="application/inkml+xml"/>
  <Override PartName="/ppt/ink/ink3158.xml" ContentType="application/inkml+xml"/>
  <Override PartName="/ppt/ink/ink3159.xml" ContentType="application/inkml+xml"/>
  <Override PartName="/ppt/ink/ink3160.xml" ContentType="application/inkml+xml"/>
  <Override PartName="/ppt/ink/ink3161.xml" ContentType="application/inkml+xml"/>
  <Override PartName="/ppt/ink/ink3162.xml" ContentType="application/inkml+xml"/>
  <Override PartName="/ppt/ink/ink3163.xml" ContentType="application/inkml+xml"/>
  <Override PartName="/ppt/ink/ink3164.xml" ContentType="application/inkml+xml"/>
  <Override PartName="/ppt/ink/ink3165.xml" ContentType="application/inkml+xml"/>
  <Override PartName="/ppt/ink/ink3166.xml" ContentType="application/inkml+xml"/>
  <Override PartName="/ppt/ink/ink3167.xml" ContentType="application/inkml+xml"/>
  <Override PartName="/ppt/ink/ink3168.xml" ContentType="application/inkml+xml"/>
  <Override PartName="/ppt/ink/ink3169.xml" ContentType="application/inkml+xml"/>
  <Override PartName="/ppt/ink/ink3170.xml" ContentType="application/inkml+xml"/>
  <Override PartName="/ppt/ink/ink3171.xml" ContentType="application/inkml+xml"/>
  <Override PartName="/ppt/ink/ink3172.xml" ContentType="application/inkml+xml"/>
  <Override PartName="/ppt/ink/ink3173.xml" ContentType="application/inkml+xml"/>
  <Override PartName="/ppt/ink/ink3174.xml" ContentType="application/inkml+xml"/>
  <Override PartName="/ppt/ink/ink3175.xml" ContentType="application/inkml+xml"/>
  <Override PartName="/ppt/ink/ink3176.xml" ContentType="application/inkml+xml"/>
  <Override PartName="/ppt/ink/ink3177.xml" ContentType="application/inkml+xml"/>
  <Override PartName="/ppt/ink/ink3178.xml" ContentType="application/inkml+xml"/>
  <Override PartName="/ppt/ink/ink3179.xml" ContentType="application/inkml+xml"/>
  <Override PartName="/ppt/ink/ink3180.xml" ContentType="application/inkml+xml"/>
  <Override PartName="/ppt/ink/ink3181.xml" ContentType="application/inkml+xml"/>
  <Override PartName="/ppt/ink/ink3182.xml" ContentType="application/inkml+xml"/>
  <Override PartName="/ppt/ink/ink3183.xml" ContentType="application/inkml+xml"/>
  <Override PartName="/ppt/ink/ink3184.xml" ContentType="application/inkml+xml"/>
  <Override PartName="/ppt/ink/ink3185.xml" ContentType="application/inkml+xml"/>
  <Override PartName="/ppt/ink/ink3186.xml" ContentType="application/inkml+xml"/>
  <Override PartName="/ppt/ink/ink3187.xml" ContentType="application/inkml+xml"/>
  <Override PartName="/ppt/ink/ink3188.xml" ContentType="application/inkml+xml"/>
  <Override PartName="/ppt/ink/ink3189.xml" ContentType="application/inkml+xml"/>
  <Override PartName="/ppt/ink/ink3190.xml" ContentType="application/inkml+xml"/>
  <Override PartName="/ppt/ink/ink3191.xml" ContentType="application/inkml+xml"/>
  <Override PartName="/ppt/ink/ink3192.xml" ContentType="application/inkml+xml"/>
  <Override PartName="/ppt/ink/ink3193.xml" ContentType="application/inkml+xml"/>
  <Override PartName="/ppt/ink/ink3194.xml" ContentType="application/inkml+xml"/>
  <Override PartName="/ppt/ink/ink3195.xml" ContentType="application/inkml+xml"/>
  <Override PartName="/ppt/ink/ink3196.xml" ContentType="application/inkml+xml"/>
  <Override PartName="/ppt/ink/ink3197.xml" ContentType="application/inkml+xml"/>
  <Override PartName="/ppt/ink/ink3198.xml" ContentType="application/inkml+xml"/>
  <Override PartName="/ppt/ink/ink3199.xml" ContentType="application/inkml+xml"/>
  <Override PartName="/ppt/ink/ink3200.xml" ContentType="application/inkml+xml"/>
  <Override PartName="/ppt/ink/ink3201.xml" ContentType="application/inkml+xml"/>
  <Override PartName="/ppt/ink/ink3202.xml" ContentType="application/inkml+xml"/>
  <Override PartName="/ppt/ink/ink3203.xml" ContentType="application/inkml+xml"/>
  <Override PartName="/ppt/ink/ink3204.xml" ContentType="application/inkml+xml"/>
  <Override PartName="/ppt/ink/ink3205.xml" ContentType="application/inkml+xml"/>
  <Override PartName="/ppt/ink/ink3206.xml" ContentType="application/inkml+xml"/>
  <Override PartName="/ppt/ink/ink3207.xml" ContentType="application/inkml+xml"/>
  <Override PartName="/ppt/ink/ink3208.xml" ContentType="application/inkml+xml"/>
  <Override PartName="/ppt/ink/ink3209.xml" ContentType="application/inkml+xml"/>
  <Override PartName="/ppt/ink/ink3210.xml" ContentType="application/inkml+xml"/>
  <Override PartName="/ppt/ink/ink3211.xml" ContentType="application/inkml+xml"/>
  <Override PartName="/ppt/ink/ink3212.xml" ContentType="application/inkml+xml"/>
  <Override PartName="/ppt/ink/ink3213.xml" ContentType="application/inkml+xml"/>
  <Override PartName="/ppt/ink/ink3214.xml" ContentType="application/inkml+xml"/>
  <Override PartName="/ppt/ink/ink3215.xml" ContentType="application/inkml+xml"/>
  <Override PartName="/ppt/ink/ink3216.xml" ContentType="application/inkml+xml"/>
  <Override PartName="/ppt/ink/ink3217.xml" ContentType="application/inkml+xml"/>
  <Override PartName="/ppt/ink/ink3218.xml" ContentType="application/inkml+xml"/>
  <Override PartName="/ppt/ink/ink3219.xml" ContentType="application/inkml+xml"/>
  <Override PartName="/ppt/ink/ink3220.xml" ContentType="application/inkml+xml"/>
  <Override PartName="/ppt/ink/ink3221.xml" ContentType="application/inkml+xml"/>
  <Override PartName="/ppt/ink/ink3222.xml" ContentType="application/inkml+xml"/>
  <Override PartName="/ppt/ink/ink3223.xml" ContentType="application/inkml+xml"/>
  <Override PartName="/ppt/ink/ink3224.xml" ContentType="application/inkml+xml"/>
  <Override PartName="/ppt/ink/ink3225.xml" ContentType="application/inkml+xml"/>
  <Override PartName="/ppt/ink/ink3226.xml" ContentType="application/inkml+xml"/>
  <Override PartName="/ppt/ink/ink3227.xml" ContentType="application/inkml+xml"/>
  <Override PartName="/ppt/ink/ink3228.xml" ContentType="application/inkml+xml"/>
  <Override PartName="/ppt/ink/ink3229.xml" ContentType="application/inkml+xml"/>
  <Override PartName="/ppt/ink/ink3230.xml" ContentType="application/inkml+xml"/>
  <Override PartName="/ppt/ink/ink3231.xml" ContentType="application/inkml+xml"/>
  <Override PartName="/ppt/ink/ink3232.xml" ContentType="application/inkml+xml"/>
  <Override PartName="/ppt/ink/ink3233.xml" ContentType="application/inkml+xml"/>
  <Override PartName="/ppt/ink/ink3234.xml" ContentType="application/inkml+xml"/>
  <Override PartName="/ppt/ink/ink3235.xml" ContentType="application/inkml+xml"/>
  <Override PartName="/ppt/ink/ink3236.xml" ContentType="application/inkml+xml"/>
  <Override PartName="/ppt/ink/ink3237.xml" ContentType="application/inkml+xml"/>
  <Override PartName="/ppt/ink/ink3238.xml" ContentType="application/inkml+xml"/>
  <Override PartName="/ppt/ink/ink3239.xml" ContentType="application/inkml+xml"/>
  <Override PartName="/ppt/ink/ink3240.xml" ContentType="application/inkml+xml"/>
  <Override PartName="/ppt/ink/ink3241.xml" ContentType="application/inkml+xml"/>
  <Override PartName="/ppt/ink/ink3242.xml" ContentType="application/inkml+xml"/>
  <Override PartName="/ppt/ink/ink3243.xml" ContentType="application/inkml+xml"/>
  <Override PartName="/ppt/ink/ink3244.xml" ContentType="application/inkml+xml"/>
  <Override PartName="/ppt/ink/ink3245.xml" ContentType="application/inkml+xml"/>
  <Override PartName="/ppt/ink/ink3246.xml" ContentType="application/inkml+xml"/>
  <Override PartName="/ppt/ink/ink3247.xml" ContentType="application/inkml+xml"/>
  <Override PartName="/ppt/ink/ink3248.xml" ContentType="application/inkml+xml"/>
  <Override PartName="/ppt/ink/ink3249.xml" ContentType="application/inkml+xml"/>
  <Override PartName="/ppt/ink/ink3250.xml" ContentType="application/inkml+xml"/>
  <Override PartName="/ppt/ink/ink3251.xml" ContentType="application/inkml+xml"/>
  <Override PartName="/ppt/ink/ink3252.xml" ContentType="application/inkml+xml"/>
  <Override PartName="/ppt/ink/ink3253.xml" ContentType="application/inkml+xml"/>
  <Override PartName="/ppt/ink/ink3254.xml" ContentType="application/inkml+xml"/>
  <Override PartName="/ppt/ink/ink3255.xml" ContentType="application/inkml+xml"/>
  <Override PartName="/ppt/ink/ink3256.xml" ContentType="application/inkml+xml"/>
  <Override PartName="/ppt/ink/ink3257.xml" ContentType="application/inkml+xml"/>
  <Override PartName="/ppt/ink/ink3258.xml" ContentType="application/inkml+xml"/>
  <Override PartName="/ppt/ink/ink3259.xml" ContentType="application/inkml+xml"/>
  <Override PartName="/ppt/ink/ink3260.xml" ContentType="application/inkml+xml"/>
  <Override PartName="/ppt/ink/ink3261.xml" ContentType="application/inkml+xml"/>
  <Override PartName="/ppt/ink/ink3262.xml" ContentType="application/inkml+xml"/>
  <Override PartName="/ppt/ink/ink3263.xml" ContentType="application/inkml+xml"/>
  <Override PartName="/ppt/ink/ink3264.xml" ContentType="application/inkml+xml"/>
  <Override PartName="/ppt/ink/ink3265.xml" ContentType="application/inkml+xml"/>
  <Override PartName="/ppt/ink/ink3266.xml" ContentType="application/inkml+xml"/>
  <Override PartName="/ppt/ink/ink3267.xml" ContentType="application/inkml+xml"/>
  <Override PartName="/ppt/ink/ink3268.xml" ContentType="application/inkml+xml"/>
  <Override PartName="/ppt/ink/ink3269.xml" ContentType="application/inkml+xml"/>
  <Override PartName="/ppt/ink/ink3270.xml" ContentType="application/inkml+xml"/>
  <Override PartName="/ppt/ink/ink3271.xml" ContentType="application/inkml+xml"/>
  <Override PartName="/ppt/ink/ink3272.xml" ContentType="application/inkml+xml"/>
  <Override PartName="/ppt/ink/ink3273.xml" ContentType="application/inkml+xml"/>
  <Override PartName="/ppt/ink/ink3274.xml" ContentType="application/inkml+xml"/>
  <Override PartName="/ppt/ink/ink3275.xml" ContentType="application/inkml+xml"/>
  <Override PartName="/ppt/ink/ink3276.xml" ContentType="application/inkml+xml"/>
  <Override PartName="/ppt/ink/ink3277.xml" ContentType="application/inkml+xml"/>
  <Override PartName="/ppt/ink/ink3278.xml" ContentType="application/inkml+xml"/>
  <Override PartName="/ppt/ink/ink3279.xml" ContentType="application/inkml+xml"/>
  <Override PartName="/ppt/ink/ink3280.xml" ContentType="application/inkml+xml"/>
  <Override PartName="/ppt/ink/ink3281.xml" ContentType="application/inkml+xml"/>
  <Override PartName="/ppt/ink/ink3282.xml" ContentType="application/inkml+xml"/>
  <Override PartName="/ppt/ink/ink3283.xml" ContentType="application/inkml+xml"/>
  <Override PartName="/ppt/ink/ink3284.xml" ContentType="application/inkml+xml"/>
  <Override PartName="/ppt/ink/ink3285.xml" ContentType="application/inkml+xml"/>
  <Override PartName="/ppt/ink/ink3286.xml" ContentType="application/inkml+xml"/>
  <Override PartName="/ppt/ink/ink3287.xml" ContentType="application/inkml+xml"/>
  <Override PartName="/ppt/ink/ink3288.xml" ContentType="application/inkml+xml"/>
  <Override PartName="/ppt/ink/ink3289.xml" ContentType="application/inkml+xml"/>
  <Override PartName="/ppt/ink/ink3290.xml" ContentType="application/inkml+xml"/>
  <Override PartName="/ppt/ink/ink3291.xml" ContentType="application/inkml+xml"/>
  <Override PartName="/ppt/ink/ink3292.xml" ContentType="application/inkml+xml"/>
  <Override PartName="/ppt/ink/ink3293.xml" ContentType="application/inkml+xml"/>
  <Override PartName="/ppt/ink/ink3294.xml" ContentType="application/inkml+xml"/>
  <Override PartName="/ppt/ink/ink3295.xml" ContentType="application/inkml+xml"/>
  <Override PartName="/ppt/ink/ink3296.xml" ContentType="application/inkml+xml"/>
  <Override PartName="/ppt/ink/ink3297.xml" ContentType="application/inkml+xml"/>
  <Override PartName="/ppt/ink/ink3298.xml" ContentType="application/inkml+xml"/>
  <Override PartName="/ppt/ink/ink3299.xml" ContentType="application/inkml+xml"/>
  <Override PartName="/ppt/ink/ink3300.xml" ContentType="application/inkml+xml"/>
  <Override PartName="/ppt/ink/ink3301.xml" ContentType="application/inkml+xml"/>
  <Override PartName="/ppt/ink/ink3302.xml" ContentType="application/inkml+xml"/>
  <Override PartName="/ppt/ink/ink3303.xml" ContentType="application/inkml+xml"/>
  <Override PartName="/ppt/ink/ink3304.xml" ContentType="application/inkml+xml"/>
  <Override PartName="/ppt/ink/ink3305.xml" ContentType="application/inkml+xml"/>
  <Override PartName="/ppt/ink/ink3306.xml" ContentType="application/inkml+xml"/>
  <Override PartName="/ppt/ink/ink3307.xml" ContentType="application/inkml+xml"/>
  <Override PartName="/ppt/ink/ink3308.xml" ContentType="application/inkml+xml"/>
  <Override PartName="/ppt/ink/ink3309.xml" ContentType="application/inkml+xml"/>
  <Override PartName="/ppt/ink/ink3310.xml" ContentType="application/inkml+xml"/>
  <Override PartName="/ppt/ink/ink3311.xml" ContentType="application/inkml+xml"/>
  <Override PartName="/ppt/ink/ink3312.xml" ContentType="application/inkml+xml"/>
  <Override PartName="/ppt/ink/ink3313.xml" ContentType="application/inkml+xml"/>
  <Override PartName="/ppt/ink/ink3314.xml" ContentType="application/inkml+xml"/>
  <Override PartName="/ppt/ink/ink3315.xml" ContentType="application/inkml+xml"/>
  <Override PartName="/ppt/ink/ink3316.xml" ContentType="application/inkml+xml"/>
  <Override PartName="/ppt/ink/ink3317.xml" ContentType="application/inkml+xml"/>
  <Override PartName="/ppt/ink/ink3318.xml" ContentType="application/inkml+xml"/>
  <Override PartName="/ppt/ink/ink3319.xml" ContentType="application/inkml+xml"/>
  <Override PartName="/ppt/ink/ink3320.xml" ContentType="application/inkml+xml"/>
  <Override PartName="/ppt/ink/ink3321.xml" ContentType="application/inkml+xml"/>
  <Override PartName="/ppt/ink/ink3322.xml" ContentType="application/inkml+xml"/>
  <Override PartName="/ppt/ink/ink3323.xml" ContentType="application/inkml+xml"/>
  <Override PartName="/ppt/ink/ink3324.xml" ContentType="application/inkml+xml"/>
  <Override PartName="/ppt/ink/ink3325.xml" ContentType="application/inkml+xml"/>
  <Override PartName="/ppt/ink/ink3326.xml" ContentType="application/inkml+xml"/>
  <Override PartName="/ppt/ink/ink3327.xml" ContentType="application/inkml+xml"/>
  <Override PartName="/ppt/ink/ink3328.xml" ContentType="application/inkml+xml"/>
  <Override PartName="/ppt/ink/ink3329.xml" ContentType="application/inkml+xml"/>
  <Override PartName="/ppt/ink/ink3330.xml" ContentType="application/inkml+xml"/>
  <Override PartName="/ppt/ink/ink3331.xml" ContentType="application/inkml+xml"/>
  <Override PartName="/ppt/ink/ink3332.xml" ContentType="application/inkml+xml"/>
  <Override PartName="/ppt/ink/ink3333.xml" ContentType="application/inkml+xml"/>
  <Override PartName="/ppt/ink/ink3334.xml" ContentType="application/inkml+xml"/>
  <Override PartName="/ppt/ink/ink3335.xml" ContentType="application/inkml+xml"/>
  <Override PartName="/ppt/ink/ink3336.xml" ContentType="application/inkml+xml"/>
  <Override PartName="/ppt/ink/ink3337.xml" ContentType="application/inkml+xml"/>
  <Override PartName="/ppt/ink/ink3338.xml" ContentType="application/inkml+xml"/>
  <Override PartName="/ppt/ink/ink3339.xml" ContentType="application/inkml+xml"/>
  <Override PartName="/ppt/ink/ink3340.xml" ContentType="application/inkml+xml"/>
  <Override PartName="/ppt/ink/ink3341.xml" ContentType="application/inkml+xml"/>
  <Override PartName="/ppt/ink/ink3342.xml" ContentType="application/inkml+xml"/>
  <Override PartName="/ppt/ink/ink3343.xml" ContentType="application/inkml+xml"/>
  <Override PartName="/ppt/ink/ink3344.xml" ContentType="application/inkml+xml"/>
  <Override PartName="/ppt/ink/ink3345.xml" ContentType="application/inkml+xml"/>
  <Override PartName="/ppt/ink/ink3346.xml" ContentType="application/inkml+xml"/>
  <Override PartName="/ppt/ink/ink3347.xml" ContentType="application/inkml+xml"/>
  <Override PartName="/ppt/ink/ink3348.xml" ContentType="application/inkml+xml"/>
  <Override PartName="/ppt/ink/ink3349.xml" ContentType="application/inkml+xml"/>
  <Override PartName="/ppt/ink/ink3350.xml" ContentType="application/inkml+xml"/>
  <Override PartName="/ppt/ink/ink3351.xml" ContentType="application/inkml+xml"/>
  <Override PartName="/ppt/ink/ink3352.xml" ContentType="application/inkml+xml"/>
  <Override PartName="/ppt/ink/ink3353.xml" ContentType="application/inkml+xml"/>
  <Override PartName="/ppt/ink/ink3354.xml" ContentType="application/inkml+xml"/>
  <Override PartName="/ppt/ink/ink3355.xml" ContentType="application/inkml+xml"/>
  <Override PartName="/ppt/ink/ink3356.xml" ContentType="application/inkml+xml"/>
  <Override PartName="/ppt/ink/ink3357.xml" ContentType="application/inkml+xml"/>
  <Override PartName="/ppt/ink/ink3358.xml" ContentType="application/inkml+xml"/>
  <Override PartName="/ppt/ink/ink3359.xml" ContentType="application/inkml+xml"/>
  <Override PartName="/ppt/ink/ink3360.xml" ContentType="application/inkml+xml"/>
  <Override PartName="/ppt/ink/ink3361.xml" ContentType="application/inkml+xml"/>
  <Override PartName="/ppt/ink/ink3362.xml" ContentType="application/inkml+xml"/>
  <Override PartName="/ppt/ink/ink3363.xml" ContentType="application/inkml+xml"/>
  <Override PartName="/ppt/ink/ink3364.xml" ContentType="application/inkml+xml"/>
  <Override PartName="/ppt/ink/ink3365.xml" ContentType="application/inkml+xml"/>
  <Override PartName="/ppt/ink/ink3366.xml" ContentType="application/inkml+xml"/>
  <Override PartName="/ppt/ink/ink3367.xml" ContentType="application/inkml+xml"/>
  <Override PartName="/ppt/ink/ink3368.xml" ContentType="application/inkml+xml"/>
  <Override PartName="/ppt/ink/ink3369.xml" ContentType="application/inkml+xml"/>
  <Override PartName="/ppt/ink/ink3370.xml" ContentType="application/inkml+xml"/>
  <Override PartName="/ppt/ink/ink3371.xml" ContentType="application/inkml+xml"/>
  <Override PartName="/ppt/ink/ink3372.xml" ContentType="application/inkml+xml"/>
  <Override PartName="/ppt/ink/ink3373.xml" ContentType="application/inkml+xml"/>
  <Override PartName="/ppt/ink/ink3374.xml" ContentType="application/inkml+xml"/>
  <Override PartName="/ppt/ink/ink3375.xml" ContentType="application/inkml+xml"/>
  <Override PartName="/ppt/ink/ink3376.xml" ContentType="application/inkml+xml"/>
  <Override PartName="/ppt/ink/ink3377.xml" ContentType="application/inkml+xml"/>
  <Override PartName="/ppt/ink/ink3378.xml" ContentType="application/inkml+xml"/>
  <Override PartName="/ppt/ink/ink3379.xml" ContentType="application/inkml+xml"/>
  <Override PartName="/ppt/ink/ink3380.xml" ContentType="application/inkml+xml"/>
  <Override PartName="/ppt/ink/ink3381.xml" ContentType="application/inkml+xml"/>
  <Override PartName="/ppt/ink/ink3382.xml" ContentType="application/inkml+xml"/>
  <Override PartName="/ppt/ink/ink3383.xml" ContentType="application/inkml+xml"/>
  <Override PartName="/ppt/ink/ink3384.xml" ContentType="application/inkml+xml"/>
  <Override PartName="/ppt/ink/ink3385.xml" ContentType="application/inkml+xml"/>
  <Override PartName="/ppt/ink/ink3386.xml" ContentType="application/inkml+xml"/>
  <Override PartName="/ppt/ink/ink3387.xml" ContentType="application/inkml+xml"/>
  <Override PartName="/ppt/ink/ink3388.xml" ContentType="application/inkml+xml"/>
  <Override PartName="/ppt/ink/ink3389.xml" ContentType="application/inkml+xml"/>
  <Override PartName="/ppt/ink/ink3390.xml" ContentType="application/inkml+xml"/>
  <Override PartName="/ppt/ink/ink3391.xml" ContentType="application/inkml+xml"/>
  <Override PartName="/ppt/ink/ink3392.xml" ContentType="application/inkml+xml"/>
  <Override PartName="/ppt/ink/ink3393.xml" ContentType="application/inkml+xml"/>
  <Override PartName="/ppt/ink/ink3394.xml" ContentType="application/inkml+xml"/>
  <Override PartName="/ppt/ink/ink3395.xml" ContentType="application/inkml+xml"/>
  <Override PartName="/ppt/ink/ink3396.xml" ContentType="application/inkml+xml"/>
  <Override PartName="/ppt/ink/ink3397.xml" ContentType="application/inkml+xml"/>
  <Override PartName="/ppt/ink/ink3398.xml" ContentType="application/inkml+xml"/>
  <Override PartName="/ppt/ink/ink3399.xml" ContentType="application/inkml+xml"/>
  <Override PartName="/ppt/ink/ink3400.xml" ContentType="application/inkml+xml"/>
  <Override PartName="/ppt/ink/ink3401.xml" ContentType="application/inkml+xml"/>
  <Override PartName="/ppt/ink/ink3402.xml" ContentType="application/inkml+xml"/>
  <Override PartName="/ppt/ink/ink3403.xml" ContentType="application/inkml+xml"/>
  <Override PartName="/ppt/ink/ink3404.xml" ContentType="application/inkml+xml"/>
  <Override PartName="/ppt/ink/ink3405.xml" ContentType="application/inkml+xml"/>
  <Override PartName="/ppt/ink/ink3406.xml" ContentType="application/inkml+xml"/>
  <Override PartName="/ppt/ink/ink3407.xml" ContentType="application/inkml+xml"/>
  <Override PartName="/ppt/ink/ink3408.xml" ContentType="application/inkml+xml"/>
  <Override PartName="/ppt/ink/ink3409.xml" ContentType="application/inkml+xml"/>
  <Override PartName="/ppt/ink/ink3410.xml" ContentType="application/inkml+xml"/>
  <Override PartName="/ppt/ink/ink3411.xml" ContentType="application/inkml+xml"/>
  <Override PartName="/ppt/ink/ink3412.xml" ContentType="application/inkml+xml"/>
  <Override PartName="/ppt/ink/ink3413.xml" ContentType="application/inkml+xml"/>
  <Override PartName="/ppt/ink/ink3414.xml" ContentType="application/inkml+xml"/>
  <Override PartName="/ppt/ink/ink3415.xml" ContentType="application/inkml+xml"/>
  <Override PartName="/ppt/ink/ink3416.xml" ContentType="application/inkml+xml"/>
  <Override PartName="/ppt/ink/ink3417.xml" ContentType="application/inkml+xml"/>
  <Override PartName="/ppt/ink/ink3418.xml" ContentType="application/inkml+xml"/>
  <Override PartName="/ppt/ink/ink3419.xml" ContentType="application/inkml+xml"/>
  <Override PartName="/ppt/ink/ink3420.xml" ContentType="application/inkml+xml"/>
  <Override PartName="/ppt/ink/ink3421.xml" ContentType="application/inkml+xml"/>
  <Override PartName="/ppt/ink/ink3422.xml" ContentType="application/inkml+xml"/>
  <Override PartName="/ppt/ink/ink3423.xml" ContentType="application/inkml+xml"/>
  <Override PartName="/ppt/ink/ink3424.xml" ContentType="application/inkml+xml"/>
  <Override PartName="/ppt/ink/ink3425.xml" ContentType="application/inkml+xml"/>
  <Override PartName="/ppt/ink/ink3426.xml" ContentType="application/inkml+xml"/>
  <Override PartName="/ppt/ink/ink3427.xml" ContentType="application/inkml+xml"/>
  <Override PartName="/ppt/ink/ink3428.xml" ContentType="application/inkml+xml"/>
  <Override PartName="/ppt/ink/ink3429.xml" ContentType="application/inkml+xml"/>
  <Override PartName="/ppt/ink/ink3430.xml" ContentType="application/inkml+xml"/>
  <Override PartName="/ppt/ink/ink3431.xml" ContentType="application/inkml+xml"/>
  <Override PartName="/ppt/ink/ink3432.xml" ContentType="application/inkml+xml"/>
  <Override PartName="/ppt/ink/ink3433.xml" ContentType="application/inkml+xml"/>
  <Override PartName="/ppt/ink/ink3434.xml" ContentType="application/inkml+xml"/>
  <Override PartName="/ppt/ink/ink3435.xml" ContentType="application/inkml+xml"/>
  <Override PartName="/ppt/ink/ink3436.xml" ContentType="application/inkml+xml"/>
  <Override PartName="/ppt/ink/ink3437.xml" ContentType="application/inkml+xml"/>
  <Override PartName="/ppt/ink/ink3438.xml" ContentType="application/inkml+xml"/>
  <Override PartName="/ppt/ink/ink3439.xml" ContentType="application/inkml+xml"/>
  <Override PartName="/ppt/ink/ink3440.xml" ContentType="application/inkml+xml"/>
  <Override PartName="/ppt/ink/ink3441.xml" ContentType="application/inkml+xml"/>
  <Override PartName="/ppt/ink/ink3442.xml" ContentType="application/inkml+xml"/>
  <Override PartName="/ppt/ink/ink3443.xml" ContentType="application/inkml+xml"/>
  <Override PartName="/ppt/ink/ink3444.xml" ContentType="application/inkml+xml"/>
  <Override PartName="/ppt/ink/ink3445.xml" ContentType="application/inkml+xml"/>
  <Override PartName="/ppt/ink/ink3446.xml" ContentType="application/inkml+xml"/>
  <Override PartName="/ppt/ink/ink3447.xml" ContentType="application/inkml+xml"/>
  <Override PartName="/ppt/ink/ink3448.xml" ContentType="application/inkml+xml"/>
  <Override PartName="/ppt/ink/ink3449.xml" ContentType="application/inkml+xml"/>
  <Override PartName="/ppt/ink/ink3450.xml" ContentType="application/inkml+xml"/>
  <Override PartName="/ppt/ink/ink3451.xml" ContentType="application/inkml+xml"/>
  <Override PartName="/ppt/ink/ink3452.xml" ContentType="application/inkml+xml"/>
  <Override PartName="/ppt/ink/ink3453.xml" ContentType="application/inkml+xml"/>
  <Override PartName="/ppt/ink/ink3454.xml" ContentType="application/inkml+xml"/>
  <Override PartName="/ppt/ink/ink3455.xml" ContentType="application/inkml+xml"/>
  <Override PartName="/ppt/ink/ink3456.xml" ContentType="application/inkml+xml"/>
  <Override PartName="/ppt/ink/ink3457.xml" ContentType="application/inkml+xml"/>
  <Override PartName="/ppt/ink/ink3458.xml" ContentType="application/inkml+xml"/>
  <Override PartName="/ppt/ink/ink3459.xml" ContentType="application/inkml+xml"/>
  <Override PartName="/ppt/ink/ink3460.xml" ContentType="application/inkml+xml"/>
  <Override PartName="/ppt/ink/ink3461.xml" ContentType="application/inkml+xml"/>
  <Override PartName="/ppt/ink/ink3462.xml" ContentType="application/inkml+xml"/>
  <Override PartName="/ppt/ink/ink3463.xml" ContentType="application/inkml+xml"/>
  <Override PartName="/ppt/ink/ink3464.xml" ContentType="application/inkml+xml"/>
  <Override PartName="/ppt/ink/ink3465.xml" ContentType="application/inkml+xml"/>
  <Override PartName="/ppt/ink/ink3466.xml" ContentType="application/inkml+xml"/>
  <Override PartName="/ppt/ink/ink3467.xml" ContentType="application/inkml+xml"/>
  <Override PartName="/ppt/ink/ink3468.xml" ContentType="application/inkml+xml"/>
  <Override PartName="/ppt/ink/ink3469.xml" ContentType="application/inkml+xml"/>
  <Override PartName="/ppt/ink/ink3470.xml" ContentType="application/inkml+xml"/>
  <Override PartName="/ppt/ink/ink3471.xml" ContentType="application/inkml+xml"/>
  <Override PartName="/ppt/ink/ink3472.xml" ContentType="application/inkml+xml"/>
  <Override PartName="/ppt/ink/ink3473.xml" ContentType="application/inkml+xml"/>
  <Override PartName="/ppt/ink/ink3474.xml" ContentType="application/inkml+xml"/>
  <Override PartName="/ppt/ink/ink3475.xml" ContentType="application/inkml+xml"/>
  <Override PartName="/ppt/ink/ink3476.xml" ContentType="application/inkml+xml"/>
  <Override PartName="/ppt/ink/ink3477.xml" ContentType="application/inkml+xml"/>
  <Override PartName="/ppt/ink/ink3478.xml" ContentType="application/inkml+xml"/>
  <Override PartName="/ppt/ink/ink3479.xml" ContentType="application/inkml+xml"/>
  <Override PartName="/ppt/ink/ink3480.xml" ContentType="application/inkml+xml"/>
  <Override PartName="/ppt/ink/ink3481.xml" ContentType="application/inkml+xml"/>
  <Override PartName="/ppt/ink/ink3482.xml" ContentType="application/inkml+xml"/>
  <Override PartName="/ppt/ink/ink3483.xml" ContentType="application/inkml+xml"/>
  <Override PartName="/ppt/ink/ink3484.xml" ContentType="application/inkml+xml"/>
  <Override PartName="/ppt/ink/ink3485.xml" ContentType="application/inkml+xml"/>
  <Override PartName="/ppt/ink/ink3486.xml" ContentType="application/inkml+xml"/>
  <Override PartName="/ppt/ink/ink3487.xml" ContentType="application/inkml+xml"/>
  <Override PartName="/ppt/ink/ink3488.xml" ContentType="application/inkml+xml"/>
  <Override PartName="/ppt/ink/ink3489.xml" ContentType="application/inkml+xml"/>
  <Override PartName="/ppt/ink/ink3490.xml" ContentType="application/inkml+xml"/>
  <Override PartName="/ppt/ink/ink3491.xml" ContentType="application/inkml+xml"/>
  <Override PartName="/ppt/ink/ink3492.xml" ContentType="application/inkml+xml"/>
  <Override PartName="/ppt/ink/ink3493.xml" ContentType="application/inkml+xml"/>
  <Override PartName="/ppt/ink/ink3494.xml" ContentType="application/inkml+xml"/>
  <Override PartName="/ppt/ink/ink3495.xml" ContentType="application/inkml+xml"/>
  <Override PartName="/ppt/ink/ink3496.xml" ContentType="application/inkml+xml"/>
  <Override PartName="/ppt/ink/ink3497.xml" ContentType="application/inkml+xml"/>
  <Override PartName="/ppt/ink/ink3498.xml" ContentType="application/inkml+xml"/>
  <Override PartName="/ppt/ink/ink3499.xml" ContentType="application/inkml+xml"/>
  <Override PartName="/ppt/ink/ink3500.xml" ContentType="application/inkml+xml"/>
  <Override PartName="/ppt/ink/ink3501.xml" ContentType="application/inkml+xml"/>
  <Override PartName="/ppt/ink/ink3502.xml" ContentType="application/inkml+xml"/>
  <Override PartName="/ppt/ink/ink3503.xml" ContentType="application/inkml+xml"/>
  <Override PartName="/ppt/ink/ink3504.xml" ContentType="application/inkml+xml"/>
  <Override PartName="/ppt/ink/ink3505.xml" ContentType="application/inkml+xml"/>
  <Override PartName="/ppt/ink/ink3506.xml" ContentType="application/inkml+xml"/>
  <Override PartName="/ppt/ink/ink3507.xml" ContentType="application/inkml+xml"/>
  <Override PartName="/ppt/ink/ink3508.xml" ContentType="application/inkml+xml"/>
  <Override PartName="/ppt/ink/ink3509.xml" ContentType="application/inkml+xml"/>
  <Override PartName="/ppt/ink/ink3510.xml" ContentType="application/inkml+xml"/>
  <Override PartName="/ppt/ink/ink3511.xml" ContentType="application/inkml+xml"/>
  <Override PartName="/ppt/ink/ink3512.xml" ContentType="application/inkml+xml"/>
  <Override PartName="/ppt/ink/ink3513.xml" ContentType="application/inkml+xml"/>
  <Override PartName="/ppt/ink/ink3514.xml" ContentType="application/inkml+xml"/>
  <Override PartName="/ppt/ink/ink3515.xml" ContentType="application/inkml+xml"/>
  <Override PartName="/ppt/ink/ink3516.xml" ContentType="application/inkml+xml"/>
  <Override PartName="/ppt/ink/ink3517.xml" ContentType="application/inkml+xml"/>
  <Override PartName="/ppt/ink/ink3518.xml" ContentType="application/inkml+xml"/>
  <Override PartName="/ppt/ink/ink3519.xml" ContentType="application/inkml+xml"/>
  <Override PartName="/ppt/ink/ink3520.xml" ContentType="application/inkml+xml"/>
  <Override PartName="/ppt/ink/ink3521.xml" ContentType="application/inkml+xml"/>
  <Override PartName="/ppt/ink/ink3522.xml" ContentType="application/inkml+xml"/>
  <Override PartName="/ppt/ink/ink3523.xml" ContentType="application/inkml+xml"/>
  <Override PartName="/ppt/ink/ink3524.xml" ContentType="application/inkml+xml"/>
  <Override PartName="/ppt/ink/ink3525.xml" ContentType="application/inkml+xml"/>
  <Override PartName="/ppt/ink/ink3526.xml" ContentType="application/inkml+xml"/>
  <Override PartName="/ppt/ink/ink3527.xml" ContentType="application/inkml+xml"/>
  <Override PartName="/ppt/ink/ink3528.xml" ContentType="application/inkml+xml"/>
  <Override PartName="/ppt/ink/ink3529.xml" ContentType="application/inkml+xml"/>
  <Override PartName="/ppt/ink/ink3530.xml" ContentType="application/inkml+xml"/>
  <Override PartName="/ppt/ink/ink3531.xml" ContentType="application/inkml+xml"/>
  <Override PartName="/ppt/ink/ink3532.xml" ContentType="application/inkml+xml"/>
  <Override PartName="/ppt/ink/ink3533.xml" ContentType="application/inkml+xml"/>
  <Override PartName="/ppt/ink/ink3534.xml" ContentType="application/inkml+xml"/>
  <Override PartName="/ppt/ink/ink3535.xml" ContentType="application/inkml+xml"/>
  <Override PartName="/ppt/ink/ink3536.xml" ContentType="application/inkml+xml"/>
  <Override PartName="/ppt/ink/ink3537.xml" ContentType="application/inkml+xml"/>
  <Override PartName="/ppt/ink/ink3538.xml" ContentType="application/inkml+xml"/>
  <Override PartName="/ppt/ink/ink3539.xml" ContentType="application/inkml+xml"/>
  <Override PartName="/ppt/ink/ink3540.xml" ContentType="application/inkml+xml"/>
  <Override PartName="/ppt/ink/ink3541.xml" ContentType="application/inkml+xml"/>
  <Override PartName="/ppt/ink/ink3542.xml" ContentType="application/inkml+xml"/>
  <Override PartName="/ppt/ink/ink3543.xml" ContentType="application/inkml+xml"/>
  <Override PartName="/ppt/ink/ink3544.xml" ContentType="application/inkml+xml"/>
  <Override PartName="/ppt/ink/ink3545.xml" ContentType="application/inkml+xml"/>
  <Override PartName="/ppt/ink/ink3546.xml" ContentType="application/inkml+xml"/>
  <Override PartName="/ppt/ink/ink3547.xml" ContentType="application/inkml+xml"/>
  <Override PartName="/ppt/ink/ink3548.xml" ContentType="application/inkml+xml"/>
  <Override PartName="/ppt/ink/ink3549.xml" ContentType="application/inkml+xml"/>
  <Override PartName="/ppt/ink/ink3550.xml" ContentType="application/inkml+xml"/>
  <Override PartName="/ppt/ink/ink3551.xml" ContentType="application/inkml+xml"/>
  <Override PartName="/ppt/ink/ink3552.xml" ContentType="application/inkml+xml"/>
  <Override PartName="/ppt/ink/ink3553.xml" ContentType="application/inkml+xml"/>
  <Override PartName="/ppt/ink/ink3554.xml" ContentType="application/inkml+xml"/>
  <Override PartName="/ppt/ink/ink3555.xml" ContentType="application/inkml+xml"/>
  <Override PartName="/ppt/ink/ink3556.xml" ContentType="application/inkml+xml"/>
  <Override PartName="/ppt/ink/ink3557.xml" ContentType="application/inkml+xml"/>
  <Override PartName="/ppt/ink/ink3558.xml" ContentType="application/inkml+xml"/>
  <Override PartName="/ppt/ink/ink3559.xml" ContentType="application/inkml+xml"/>
  <Override PartName="/ppt/ink/ink3560.xml" ContentType="application/inkml+xml"/>
  <Override PartName="/ppt/ink/ink3561.xml" ContentType="application/inkml+xml"/>
  <Override PartName="/ppt/ink/ink3562.xml" ContentType="application/inkml+xml"/>
  <Override PartName="/ppt/ink/ink3563.xml" ContentType="application/inkml+xml"/>
  <Override PartName="/ppt/ink/ink3564.xml" ContentType="application/inkml+xml"/>
  <Override PartName="/ppt/ink/ink3565.xml" ContentType="application/inkml+xml"/>
  <Override PartName="/ppt/ink/ink3566.xml" ContentType="application/inkml+xml"/>
  <Override PartName="/ppt/ink/ink3567.xml" ContentType="application/inkml+xml"/>
  <Override PartName="/ppt/ink/ink3568.xml" ContentType="application/inkml+xml"/>
  <Override PartName="/ppt/ink/ink3569.xml" ContentType="application/inkml+xml"/>
  <Override PartName="/ppt/ink/ink3570.xml" ContentType="application/inkml+xml"/>
  <Override PartName="/ppt/ink/ink3571.xml" ContentType="application/inkml+xml"/>
  <Override PartName="/ppt/ink/ink3572.xml" ContentType="application/inkml+xml"/>
  <Override PartName="/ppt/ink/ink3573.xml" ContentType="application/inkml+xml"/>
  <Override PartName="/ppt/ink/ink3574.xml" ContentType="application/inkml+xml"/>
  <Override PartName="/ppt/ink/ink3575.xml" ContentType="application/inkml+xml"/>
  <Override PartName="/ppt/ink/ink3576.xml" ContentType="application/inkml+xml"/>
  <Override PartName="/ppt/ink/ink3577.xml" ContentType="application/inkml+xml"/>
  <Override PartName="/ppt/ink/ink3578.xml" ContentType="application/inkml+xml"/>
  <Override PartName="/ppt/ink/ink3579.xml" ContentType="application/inkml+xml"/>
  <Override PartName="/ppt/ink/ink3580.xml" ContentType="application/inkml+xml"/>
  <Override PartName="/ppt/ink/ink3581.xml" ContentType="application/inkml+xml"/>
  <Override PartName="/ppt/ink/ink3582.xml" ContentType="application/inkml+xml"/>
  <Override PartName="/ppt/ink/ink3583.xml" ContentType="application/inkml+xml"/>
  <Override PartName="/ppt/ink/ink3584.xml" ContentType="application/inkml+xml"/>
  <Override PartName="/ppt/ink/ink3585.xml" ContentType="application/inkml+xml"/>
  <Override PartName="/ppt/ink/ink3586.xml" ContentType="application/inkml+xml"/>
  <Override PartName="/ppt/ink/ink3587.xml" ContentType="application/inkml+xml"/>
  <Override PartName="/ppt/ink/ink3588.xml" ContentType="application/inkml+xml"/>
  <Override PartName="/ppt/ink/ink3589.xml" ContentType="application/inkml+xml"/>
  <Override PartName="/ppt/ink/ink3590.xml" ContentType="application/inkml+xml"/>
  <Override PartName="/ppt/ink/ink3591.xml" ContentType="application/inkml+xml"/>
  <Override PartName="/ppt/ink/ink3592.xml" ContentType="application/inkml+xml"/>
  <Override PartName="/ppt/ink/ink3593.xml" ContentType="application/inkml+xml"/>
  <Override PartName="/ppt/ink/ink3594.xml" ContentType="application/inkml+xml"/>
  <Override PartName="/ppt/ink/ink3595.xml" ContentType="application/inkml+xml"/>
  <Override PartName="/ppt/ink/ink3596.xml" ContentType="application/inkml+xml"/>
  <Override PartName="/ppt/ink/ink3597.xml" ContentType="application/inkml+xml"/>
  <Override PartName="/ppt/ink/ink3598.xml" ContentType="application/inkml+xml"/>
  <Override PartName="/ppt/ink/ink3599.xml" ContentType="application/inkml+xml"/>
  <Override PartName="/ppt/ink/ink3600.xml" ContentType="application/inkml+xml"/>
  <Override PartName="/ppt/ink/ink3601.xml" ContentType="application/inkml+xml"/>
  <Override PartName="/ppt/ink/ink3602.xml" ContentType="application/inkml+xml"/>
  <Override PartName="/ppt/ink/ink3603.xml" ContentType="application/inkml+xml"/>
  <Override PartName="/ppt/ink/ink3604.xml" ContentType="application/inkml+xml"/>
  <Override PartName="/ppt/ink/ink3605.xml" ContentType="application/inkml+xml"/>
  <Override PartName="/ppt/ink/ink3606.xml" ContentType="application/inkml+xml"/>
  <Override PartName="/ppt/ink/ink3607.xml" ContentType="application/inkml+xml"/>
  <Override PartName="/ppt/ink/ink3608.xml" ContentType="application/inkml+xml"/>
  <Override PartName="/ppt/ink/ink3609.xml" ContentType="application/inkml+xml"/>
  <Override PartName="/ppt/ink/ink3610.xml" ContentType="application/inkml+xml"/>
  <Override PartName="/ppt/ink/ink3611.xml" ContentType="application/inkml+xml"/>
  <Override PartName="/ppt/ink/ink3612.xml" ContentType="application/inkml+xml"/>
  <Override PartName="/ppt/ink/ink3613.xml" ContentType="application/inkml+xml"/>
  <Override PartName="/ppt/ink/ink3614.xml" ContentType="application/inkml+xml"/>
  <Override PartName="/ppt/ink/ink3615.xml" ContentType="application/inkml+xml"/>
  <Override PartName="/ppt/ink/ink3616.xml" ContentType="application/inkml+xml"/>
  <Override PartName="/ppt/ink/ink3617.xml" ContentType="application/inkml+xml"/>
  <Override PartName="/ppt/ink/ink3618.xml" ContentType="application/inkml+xml"/>
  <Override PartName="/ppt/ink/ink3619.xml" ContentType="application/inkml+xml"/>
  <Override PartName="/ppt/ink/ink3620.xml" ContentType="application/inkml+xml"/>
  <Override PartName="/ppt/ink/ink3621.xml" ContentType="application/inkml+xml"/>
  <Override PartName="/ppt/ink/ink3622.xml" ContentType="application/inkml+xml"/>
  <Override PartName="/ppt/ink/ink3623.xml" ContentType="application/inkml+xml"/>
  <Override PartName="/ppt/ink/ink3624.xml" ContentType="application/inkml+xml"/>
  <Override PartName="/ppt/ink/ink3625.xml" ContentType="application/inkml+xml"/>
  <Override PartName="/ppt/ink/ink3626.xml" ContentType="application/inkml+xml"/>
  <Override PartName="/ppt/ink/ink3627.xml" ContentType="application/inkml+xml"/>
  <Override PartName="/ppt/ink/ink3628.xml" ContentType="application/inkml+xml"/>
  <Override PartName="/ppt/ink/ink3629.xml" ContentType="application/inkml+xml"/>
  <Override PartName="/ppt/ink/ink3630.xml" ContentType="application/inkml+xml"/>
  <Override PartName="/ppt/ink/ink3631.xml" ContentType="application/inkml+xml"/>
  <Override PartName="/ppt/ink/ink3632.xml" ContentType="application/inkml+xml"/>
  <Override PartName="/ppt/ink/ink3633.xml" ContentType="application/inkml+xml"/>
  <Override PartName="/ppt/ink/ink3634.xml" ContentType="application/inkml+xml"/>
  <Override PartName="/ppt/ink/ink3635.xml" ContentType="application/inkml+xml"/>
  <Override PartName="/ppt/ink/ink3636.xml" ContentType="application/inkml+xml"/>
  <Override PartName="/ppt/ink/ink3637.xml" ContentType="application/inkml+xml"/>
  <Override PartName="/ppt/ink/ink3638.xml" ContentType="application/inkml+xml"/>
  <Override PartName="/ppt/ink/ink3639.xml" ContentType="application/inkml+xml"/>
  <Override PartName="/ppt/ink/ink3640.xml" ContentType="application/inkml+xml"/>
  <Override PartName="/ppt/ink/ink3641.xml" ContentType="application/inkml+xml"/>
  <Override PartName="/ppt/ink/ink3642.xml" ContentType="application/inkml+xml"/>
  <Override PartName="/ppt/ink/ink3643.xml" ContentType="application/inkml+xml"/>
  <Override PartName="/ppt/ink/ink3644.xml" ContentType="application/inkml+xml"/>
  <Override PartName="/ppt/ink/ink3645.xml" ContentType="application/inkml+xml"/>
  <Override PartName="/ppt/ink/ink3646.xml" ContentType="application/inkml+xml"/>
  <Override PartName="/ppt/ink/ink3647.xml" ContentType="application/inkml+xml"/>
  <Override PartName="/ppt/ink/ink3648.xml" ContentType="application/inkml+xml"/>
  <Override PartName="/ppt/ink/ink3649.xml" ContentType="application/inkml+xml"/>
  <Override PartName="/ppt/ink/ink3650.xml" ContentType="application/inkml+xml"/>
  <Override PartName="/ppt/ink/ink3651.xml" ContentType="application/inkml+xml"/>
  <Override PartName="/ppt/ink/ink3652.xml" ContentType="application/inkml+xml"/>
  <Override PartName="/ppt/ink/ink3653.xml" ContentType="application/inkml+xml"/>
  <Override PartName="/ppt/ink/ink3654.xml" ContentType="application/inkml+xml"/>
  <Override PartName="/ppt/ink/ink3655.xml" ContentType="application/inkml+xml"/>
  <Override PartName="/ppt/ink/ink3656.xml" ContentType="application/inkml+xml"/>
  <Override PartName="/ppt/ink/ink3657.xml" ContentType="application/inkml+xml"/>
  <Override PartName="/ppt/ink/ink3658.xml" ContentType="application/inkml+xml"/>
  <Override PartName="/ppt/ink/ink3659.xml" ContentType="application/inkml+xml"/>
  <Override PartName="/ppt/ink/ink3660.xml" ContentType="application/inkml+xml"/>
  <Override PartName="/ppt/ink/ink3661.xml" ContentType="application/inkml+xml"/>
  <Override PartName="/ppt/ink/ink3662.xml" ContentType="application/inkml+xml"/>
  <Override PartName="/ppt/ink/ink3663.xml" ContentType="application/inkml+xml"/>
  <Override PartName="/ppt/ink/ink3664.xml" ContentType="application/inkml+xml"/>
  <Override PartName="/ppt/ink/ink3665.xml" ContentType="application/inkml+xml"/>
  <Override PartName="/ppt/ink/ink3666.xml" ContentType="application/inkml+xml"/>
  <Override PartName="/ppt/ink/ink3667.xml" ContentType="application/inkml+xml"/>
  <Override PartName="/ppt/ink/ink3668.xml" ContentType="application/inkml+xml"/>
  <Override PartName="/ppt/ink/ink3669.xml" ContentType="application/inkml+xml"/>
  <Override PartName="/ppt/ink/ink3670.xml" ContentType="application/inkml+xml"/>
  <Override PartName="/ppt/ink/ink3671.xml" ContentType="application/inkml+xml"/>
  <Override PartName="/ppt/ink/ink3672.xml" ContentType="application/inkml+xml"/>
  <Override PartName="/ppt/ink/ink3673.xml" ContentType="application/inkml+xml"/>
  <Override PartName="/ppt/ink/ink3674.xml" ContentType="application/inkml+xml"/>
  <Override PartName="/ppt/ink/ink3675.xml" ContentType="application/inkml+xml"/>
  <Override PartName="/ppt/ink/ink3676.xml" ContentType="application/inkml+xml"/>
  <Override PartName="/ppt/ink/ink3677.xml" ContentType="application/inkml+xml"/>
  <Override PartName="/ppt/ink/ink3678.xml" ContentType="application/inkml+xml"/>
  <Override PartName="/ppt/ink/ink3679.xml" ContentType="application/inkml+xml"/>
  <Override PartName="/ppt/ink/ink3680.xml" ContentType="application/inkml+xml"/>
  <Override PartName="/ppt/ink/ink3681.xml" ContentType="application/inkml+xml"/>
  <Override PartName="/ppt/ink/ink3682.xml" ContentType="application/inkml+xml"/>
  <Override PartName="/ppt/ink/ink3683.xml" ContentType="application/inkml+xml"/>
  <Override PartName="/ppt/ink/ink3684.xml" ContentType="application/inkml+xml"/>
  <Override PartName="/ppt/ink/ink3685.xml" ContentType="application/inkml+xml"/>
  <Override PartName="/ppt/ink/ink3686.xml" ContentType="application/inkml+xml"/>
  <Override PartName="/ppt/ink/ink3687.xml" ContentType="application/inkml+xml"/>
  <Override PartName="/ppt/ink/ink3688.xml" ContentType="application/inkml+xml"/>
  <Override PartName="/ppt/ink/ink3689.xml" ContentType="application/inkml+xml"/>
  <Override PartName="/ppt/ink/ink3690.xml" ContentType="application/inkml+xml"/>
  <Override PartName="/ppt/ink/ink3691.xml" ContentType="application/inkml+xml"/>
  <Override PartName="/ppt/ink/ink3692.xml" ContentType="application/inkml+xml"/>
  <Override PartName="/ppt/ink/ink3693.xml" ContentType="application/inkml+xml"/>
  <Override PartName="/ppt/ink/ink3694.xml" ContentType="application/inkml+xml"/>
  <Override PartName="/ppt/ink/ink3695.xml" ContentType="application/inkml+xml"/>
  <Override PartName="/ppt/ink/ink3696.xml" ContentType="application/inkml+xml"/>
  <Override PartName="/ppt/ink/ink3697.xml" ContentType="application/inkml+xml"/>
  <Override PartName="/ppt/ink/ink3698.xml" ContentType="application/inkml+xml"/>
  <Override PartName="/ppt/ink/ink3699.xml" ContentType="application/inkml+xml"/>
  <Override PartName="/ppt/ink/ink3700.xml" ContentType="application/inkml+xml"/>
  <Override PartName="/ppt/ink/ink3701.xml" ContentType="application/inkml+xml"/>
  <Override PartName="/ppt/ink/ink3702.xml" ContentType="application/inkml+xml"/>
  <Override PartName="/ppt/ink/ink3703.xml" ContentType="application/inkml+xml"/>
  <Override PartName="/ppt/ink/ink3704.xml" ContentType="application/inkml+xml"/>
  <Override PartName="/ppt/ink/ink3705.xml" ContentType="application/inkml+xml"/>
  <Override PartName="/ppt/ink/ink3706.xml" ContentType="application/inkml+xml"/>
  <Override PartName="/ppt/ink/ink3707.xml" ContentType="application/inkml+xml"/>
  <Override PartName="/ppt/ink/ink3708.xml" ContentType="application/inkml+xml"/>
  <Override PartName="/ppt/ink/ink3709.xml" ContentType="application/inkml+xml"/>
  <Override PartName="/ppt/ink/ink3710.xml" ContentType="application/inkml+xml"/>
  <Override PartName="/ppt/ink/ink3711.xml" ContentType="application/inkml+xml"/>
  <Override PartName="/ppt/ink/ink3712.xml" ContentType="application/inkml+xml"/>
  <Override PartName="/ppt/ink/ink3713.xml" ContentType="application/inkml+xml"/>
  <Override PartName="/ppt/ink/ink3714.xml" ContentType="application/inkml+xml"/>
  <Override PartName="/ppt/ink/ink3715.xml" ContentType="application/inkml+xml"/>
  <Override PartName="/ppt/ink/ink3716.xml" ContentType="application/inkml+xml"/>
  <Override PartName="/ppt/ink/ink3717.xml" ContentType="application/inkml+xml"/>
  <Override PartName="/ppt/ink/ink3718.xml" ContentType="application/inkml+xml"/>
  <Override PartName="/ppt/ink/ink3719.xml" ContentType="application/inkml+xml"/>
  <Override PartName="/ppt/ink/ink3720.xml" ContentType="application/inkml+xml"/>
  <Override PartName="/ppt/ink/ink3721.xml" ContentType="application/inkml+xml"/>
  <Override PartName="/ppt/ink/ink3722.xml" ContentType="application/inkml+xml"/>
  <Override PartName="/ppt/ink/ink3723.xml" ContentType="application/inkml+xml"/>
  <Override PartName="/ppt/ink/ink3724.xml" ContentType="application/inkml+xml"/>
  <Override PartName="/ppt/ink/ink3725.xml" ContentType="application/inkml+xml"/>
  <Override PartName="/ppt/ink/ink3726.xml" ContentType="application/inkml+xml"/>
  <Override PartName="/ppt/ink/ink3727.xml" ContentType="application/inkml+xml"/>
  <Override PartName="/ppt/ink/ink3728.xml" ContentType="application/inkml+xml"/>
  <Override PartName="/ppt/ink/ink3729.xml" ContentType="application/inkml+xml"/>
  <Override PartName="/ppt/ink/ink3730.xml" ContentType="application/inkml+xml"/>
  <Override PartName="/ppt/ink/ink3731.xml" ContentType="application/inkml+xml"/>
  <Override PartName="/ppt/ink/ink3732.xml" ContentType="application/inkml+xml"/>
  <Override PartName="/ppt/ink/ink3733.xml" ContentType="application/inkml+xml"/>
  <Override PartName="/ppt/ink/ink3734.xml" ContentType="application/inkml+xml"/>
  <Override PartName="/ppt/ink/ink3735.xml" ContentType="application/inkml+xml"/>
  <Override PartName="/ppt/ink/ink3736.xml" ContentType="application/inkml+xml"/>
  <Override PartName="/ppt/ink/ink3737.xml" ContentType="application/inkml+xml"/>
  <Override PartName="/ppt/ink/ink3738.xml" ContentType="application/inkml+xml"/>
  <Override PartName="/ppt/ink/ink3739.xml" ContentType="application/inkml+xml"/>
  <Override PartName="/ppt/ink/ink3740.xml" ContentType="application/inkml+xml"/>
  <Override PartName="/ppt/ink/ink3741.xml" ContentType="application/inkml+xml"/>
  <Override PartName="/ppt/ink/ink3742.xml" ContentType="application/inkml+xml"/>
  <Override PartName="/ppt/ink/ink3743.xml" ContentType="application/inkml+xml"/>
  <Override PartName="/ppt/ink/ink3744.xml" ContentType="application/inkml+xml"/>
  <Override PartName="/ppt/ink/ink3745.xml" ContentType="application/inkml+xml"/>
  <Override PartName="/ppt/ink/ink3746.xml" ContentType="application/inkml+xml"/>
  <Override PartName="/ppt/ink/ink3747.xml" ContentType="application/inkml+xml"/>
  <Override PartName="/ppt/ink/ink3748.xml" ContentType="application/inkml+xml"/>
  <Override PartName="/ppt/ink/ink3749.xml" ContentType="application/inkml+xml"/>
  <Override PartName="/ppt/ink/ink3750.xml" ContentType="application/inkml+xml"/>
  <Override PartName="/ppt/ink/ink3751.xml" ContentType="application/inkml+xml"/>
  <Override PartName="/ppt/ink/ink3752.xml" ContentType="application/inkml+xml"/>
  <Override PartName="/ppt/ink/ink3753.xml" ContentType="application/inkml+xml"/>
  <Override PartName="/ppt/ink/ink3754.xml" ContentType="application/inkml+xml"/>
  <Override PartName="/ppt/ink/ink3755.xml" ContentType="application/inkml+xml"/>
  <Override PartName="/ppt/ink/ink3756.xml" ContentType="application/inkml+xml"/>
  <Override PartName="/ppt/ink/ink3757.xml" ContentType="application/inkml+xml"/>
  <Override PartName="/ppt/ink/ink3758.xml" ContentType="application/inkml+xml"/>
  <Override PartName="/ppt/ink/ink3759.xml" ContentType="application/inkml+xml"/>
  <Override PartName="/ppt/ink/ink3760.xml" ContentType="application/inkml+xml"/>
  <Override PartName="/ppt/ink/ink3761.xml" ContentType="application/inkml+xml"/>
  <Override PartName="/ppt/ink/ink3762.xml" ContentType="application/inkml+xml"/>
  <Override PartName="/ppt/ink/ink3763.xml" ContentType="application/inkml+xml"/>
  <Override PartName="/ppt/ink/ink3764.xml" ContentType="application/inkml+xml"/>
  <Override PartName="/ppt/ink/ink3765.xml" ContentType="application/inkml+xml"/>
  <Override PartName="/ppt/ink/ink3766.xml" ContentType="application/inkml+xml"/>
  <Override PartName="/ppt/ink/ink3767.xml" ContentType="application/inkml+xml"/>
  <Override PartName="/ppt/ink/ink3768.xml" ContentType="application/inkml+xml"/>
  <Override PartName="/ppt/ink/ink3769.xml" ContentType="application/inkml+xml"/>
  <Override PartName="/ppt/ink/ink3770.xml" ContentType="application/inkml+xml"/>
  <Override PartName="/ppt/ink/ink3771.xml" ContentType="application/inkml+xml"/>
  <Override PartName="/ppt/ink/ink3772.xml" ContentType="application/inkml+xml"/>
  <Override PartName="/ppt/ink/ink3773.xml" ContentType="application/inkml+xml"/>
  <Override PartName="/ppt/ink/ink3774.xml" ContentType="application/inkml+xml"/>
  <Override PartName="/ppt/ink/ink3775.xml" ContentType="application/inkml+xml"/>
  <Override PartName="/ppt/ink/ink3776.xml" ContentType="application/inkml+xml"/>
  <Override PartName="/ppt/ink/ink3777.xml" ContentType="application/inkml+xml"/>
  <Override PartName="/ppt/ink/ink3778.xml" ContentType="application/inkml+xml"/>
  <Override PartName="/ppt/ink/ink3779.xml" ContentType="application/inkml+xml"/>
  <Override PartName="/ppt/ink/ink3780.xml" ContentType="application/inkml+xml"/>
  <Override PartName="/ppt/ink/ink3781.xml" ContentType="application/inkml+xml"/>
  <Override PartName="/ppt/ink/ink3782.xml" ContentType="application/inkml+xml"/>
  <Override PartName="/ppt/ink/ink3783.xml" ContentType="application/inkml+xml"/>
  <Override PartName="/ppt/ink/ink3784.xml" ContentType="application/inkml+xml"/>
  <Override PartName="/ppt/ink/ink3785.xml" ContentType="application/inkml+xml"/>
  <Override PartName="/ppt/ink/ink3786.xml" ContentType="application/inkml+xml"/>
  <Override PartName="/ppt/ink/ink3787.xml" ContentType="application/inkml+xml"/>
  <Override PartName="/ppt/ink/ink3788.xml" ContentType="application/inkml+xml"/>
  <Override PartName="/ppt/ink/ink3789.xml" ContentType="application/inkml+xml"/>
  <Override PartName="/ppt/ink/ink3790.xml" ContentType="application/inkml+xml"/>
  <Override PartName="/ppt/ink/ink3791.xml" ContentType="application/inkml+xml"/>
  <Override PartName="/ppt/ink/ink3792.xml" ContentType="application/inkml+xml"/>
  <Override PartName="/ppt/ink/ink3793.xml" ContentType="application/inkml+xml"/>
  <Override PartName="/ppt/ink/ink3794.xml" ContentType="application/inkml+xml"/>
  <Override PartName="/ppt/ink/ink3795.xml" ContentType="application/inkml+xml"/>
  <Override PartName="/ppt/ink/ink3796.xml" ContentType="application/inkml+xml"/>
  <Override PartName="/ppt/ink/ink3797.xml" ContentType="application/inkml+xml"/>
  <Override PartName="/ppt/ink/ink3798.xml" ContentType="application/inkml+xml"/>
  <Override PartName="/ppt/ink/ink3799.xml" ContentType="application/inkml+xml"/>
  <Override PartName="/ppt/ink/ink3800.xml" ContentType="application/inkml+xml"/>
  <Override PartName="/ppt/ink/ink3801.xml" ContentType="application/inkml+xml"/>
  <Override PartName="/ppt/ink/ink3802.xml" ContentType="application/inkml+xml"/>
  <Override PartName="/ppt/ink/ink3803.xml" ContentType="application/inkml+xml"/>
  <Override PartName="/ppt/ink/ink3804.xml" ContentType="application/inkml+xml"/>
  <Override PartName="/ppt/ink/ink3805.xml" ContentType="application/inkml+xml"/>
  <Override PartName="/ppt/ink/ink3806.xml" ContentType="application/inkml+xml"/>
  <Override PartName="/ppt/ink/ink3807.xml" ContentType="application/inkml+xml"/>
  <Override PartName="/ppt/ink/ink3808.xml" ContentType="application/inkml+xml"/>
  <Override PartName="/ppt/ink/ink3809.xml" ContentType="application/inkml+xml"/>
  <Override PartName="/ppt/ink/ink3810.xml" ContentType="application/inkml+xml"/>
  <Override PartName="/ppt/ink/ink3811.xml" ContentType="application/inkml+xml"/>
  <Override PartName="/ppt/ink/ink3812.xml" ContentType="application/inkml+xml"/>
  <Override PartName="/ppt/ink/ink3813.xml" ContentType="application/inkml+xml"/>
  <Override PartName="/ppt/ink/ink3814.xml" ContentType="application/inkml+xml"/>
  <Override PartName="/ppt/ink/ink3815.xml" ContentType="application/inkml+xml"/>
  <Override PartName="/ppt/ink/ink3816.xml" ContentType="application/inkml+xml"/>
  <Override PartName="/ppt/ink/ink3817.xml" ContentType="application/inkml+xml"/>
  <Override PartName="/ppt/ink/ink3818.xml" ContentType="application/inkml+xml"/>
  <Override PartName="/ppt/ink/ink3819.xml" ContentType="application/inkml+xml"/>
  <Override PartName="/ppt/ink/ink3820.xml" ContentType="application/inkml+xml"/>
  <Override PartName="/ppt/ink/ink3821.xml" ContentType="application/inkml+xml"/>
  <Override PartName="/ppt/ink/ink3822.xml" ContentType="application/inkml+xml"/>
  <Override PartName="/ppt/ink/ink3823.xml" ContentType="application/inkml+xml"/>
  <Override PartName="/ppt/ink/ink3824.xml" ContentType="application/inkml+xml"/>
  <Override PartName="/ppt/ink/ink3825.xml" ContentType="application/inkml+xml"/>
  <Override PartName="/ppt/ink/ink3826.xml" ContentType="application/inkml+xml"/>
  <Override PartName="/ppt/ink/ink3827.xml" ContentType="application/inkml+xml"/>
  <Override PartName="/ppt/ink/ink3828.xml" ContentType="application/inkml+xml"/>
  <Override PartName="/ppt/ink/ink3829.xml" ContentType="application/inkml+xml"/>
  <Override PartName="/ppt/ink/ink3830.xml" ContentType="application/inkml+xml"/>
  <Override PartName="/ppt/ink/ink3831.xml" ContentType="application/inkml+xml"/>
  <Override PartName="/ppt/ink/ink3832.xml" ContentType="application/inkml+xml"/>
  <Override PartName="/ppt/ink/ink3833.xml" ContentType="application/inkml+xml"/>
  <Override PartName="/ppt/ink/ink3834.xml" ContentType="application/inkml+xml"/>
  <Override PartName="/ppt/ink/ink3835.xml" ContentType="application/inkml+xml"/>
  <Override PartName="/ppt/ink/ink3836.xml" ContentType="application/inkml+xml"/>
  <Override PartName="/ppt/ink/ink3837.xml" ContentType="application/inkml+xml"/>
  <Override PartName="/ppt/ink/ink3838.xml" ContentType="application/inkml+xml"/>
  <Override PartName="/ppt/ink/ink3839.xml" ContentType="application/inkml+xml"/>
  <Override PartName="/ppt/ink/ink3840.xml" ContentType="application/inkml+xml"/>
  <Override PartName="/ppt/ink/ink3841.xml" ContentType="application/inkml+xml"/>
  <Override PartName="/ppt/ink/ink3842.xml" ContentType="application/inkml+xml"/>
  <Override PartName="/ppt/ink/ink3843.xml" ContentType="application/inkml+xml"/>
  <Override PartName="/ppt/ink/ink3844.xml" ContentType="application/inkml+xml"/>
  <Override PartName="/ppt/ink/ink3845.xml" ContentType="application/inkml+xml"/>
  <Override PartName="/ppt/ink/ink3846.xml" ContentType="application/inkml+xml"/>
  <Override PartName="/ppt/ink/ink3847.xml" ContentType="application/inkml+xml"/>
  <Override PartName="/ppt/ink/ink3848.xml" ContentType="application/inkml+xml"/>
  <Override PartName="/ppt/ink/ink3849.xml" ContentType="application/inkml+xml"/>
  <Override PartName="/ppt/ink/ink3850.xml" ContentType="application/inkml+xml"/>
  <Override PartName="/ppt/ink/ink3851.xml" ContentType="application/inkml+xml"/>
  <Override PartName="/ppt/ink/ink3852.xml" ContentType="application/inkml+xml"/>
  <Override PartName="/ppt/ink/ink3853.xml" ContentType="application/inkml+xml"/>
  <Override PartName="/ppt/ink/ink3854.xml" ContentType="application/inkml+xml"/>
  <Override PartName="/ppt/ink/ink3855.xml" ContentType="application/inkml+xml"/>
  <Override PartName="/ppt/ink/ink3856.xml" ContentType="application/inkml+xml"/>
  <Override PartName="/ppt/ink/ink3857.xml" ContentType="application/inkml+xml"/>
  <Override PartName="/ppt/ink/ink3858.xml" ContentType="application/inkml+xml"/>
  <Override PartName="/ppt/ink/ink3859.xml" ContentType="application/inkml+xml"/>
  <Override PartName="/ppt/ink/ink3860.xml" ContentType="application/inkml+xml"/>
  <Override PartName="/ppt/ink/ink3861.xml" ContentType="application/inkml+xml"/>
  <Override PartName="/ppt/ink/ink3862.xml" ContentType="application/inkml+xml"/>
  <Override PartName="/ppt/ink/ink3863.xml" ContentType="application/inkml+xml"/>
  <Override PartName="/ppt/ink/ink3864.xml" ContentType="application/inkml+xml"/>
  <Override PartName="/ppt/ink/ink3865.xml" ContentType="application/inkml+xml"/>
  <Override PartName="/ppt/ink/ink3866.xml" ContentType="application/inkml+xml"/>
  <Override PartName="/ppt/ink/ink3867.xml" ContentType="application/inkml+xml"/>
  <Override PartName="/ppt/ink/ink3868.xml" ContentType="application/inkml+xml"/>
  <Override PartName="/ppt/ink/ink3869.xml" ContentType="application/inkml+xml"/>
  <Override PartName="/ppt/ink/ink3870.xml" ContentType="application/inkml+xml"/>
  <Override PartName="/ppt/ink/ink3871.xml" ContentType="application/inkml+xml"/>
  <Override PartName="/ppt/ink/ink3872.xml" ContentType="application/inkml+xml"/>
  <Override PartName="/ppt/ink/ink3873.xml" ContentType="application/inkml+xml"/>
  <Override PartName="/ppt/ink/ink3874.xml" ContentType="application/inkml+xml"/>
  <Override PartName="/ppt/ink/ink3875.xml" ContentType="application/inkml+xml"/>
  <Override PartName="/ppt/ink/ink3876.xml" ContentType="application/inkml+xml"/>
  <Override PartName="/ppt/ink/ink3877.xml" ContentType="application/inkml+xml"/>
  <Override PartName="/ppt/ink/ink3878.xml" ContentType="application/inkml+xml"/>
  <Override PartName="/ppt/ink/ink3879.xml" ContentType="application/inkml+xml"/>
  <Override PartName="/ppt/ink/ink3880.xml" ContentType="application/inkml+xml"/>
  <Override PartName="/ppt/ink/ink3881.xml" ContentType="application/inkml+xml"/>
  <Override PartName="/ppt/ink/ink3882.xml" ContentType="application/inkml+xml"/>
  <Override PartName="/ppt/ink/ink3883.xml" ContentType="application/inkml+xml"/>
  <Override PartName="/ppt/ink/ink3884.xml" ContentType="application/inkml+xml"/>
  <Override PartName="/ppt/ink/ink3885.xml" ContentType="application/inkml+xml"/>
  <Override PartName="/ppt/ink/ink3886.xml" ContentType="application/inkml+xml"/>
  <Override PartName="/ppt/ink/ink3887.xml" ContentType="application/inkml+xml"/>
  <Override PartName="/ppt/ink/ink3888.xml" ContentType="application/inkml+xml"/>
  <Override PartName="/ppt/ink/ink3889.xml" ContentType="application/inkml+xml"/>
  <Override PartName="/ppt/ink/ink3890.xml" ContentType="application/inkml+xml"/>
  <Override PartName="/ppt/ink/ink3891.xml" ContentType="application/inkml+xml"/>
  <Override PartName="/ppt/ink/ink3892.xml" ContentType="application/inkml+xml"/>
  <Override PartName="/ppt/ink/ink3893.xml" ContentType="application/inkml+xml"/>
  <Override PartName="/ppt/ink/ink3894.xml" ContentType="application/inkml+xml"/>
  <Override PartName="/ppt/ink/ink3895.xml" ContentType="application/inkml+xml"/>
  <Override PartName="/ppt/ink/ink3896.xml" ContentType="application/inkml+xml"/>
  <Override PartName="/ppt/ink/ink3897.xml" ContentType="application/inkml+xml"/>
  <Override PartName="/ppt/ink/ink3898.xml" ContentType="application/inkml+xml"/>
  <Override PartName="/ppt/ink/ink3899.xml" ContentType="application/inkml+xml"/>
  <Override PartName="/ppt/ink/ink3900.xml" ContentType="application/inkml+xml"/>
  <Override PartName="/ppt/ink/ink3901.xml" ContentType="application/inkml+xml"/>
  <Override PartName="/ppt/ink/ink3902.xml" ContentType="application/inkml+xml"/>
  <Override PartName="/ppt/ink/ink3903.xml" ContentType="application/inkml+xml"/>
  <Override PartName="/ppt/ink/ink3904.xml" ContentType="application/inkml+xml"/>
  <Override PartName="/ppt/ink/ink3905.xml" ContentType="application/inkml+xml"/>
  <Override PartName="/ppt/ink/ink3906.xml" ContentType="application/inkml+xml"/>
  <Override PartName="/ppt/ink/ink3907.xml" ContentType="application/inkml+xml"/>
  <Override PartName="/ppt/ink/ink3908.xml" ContentType="application/inkml+xml"/>
  <Override PartName="/ppt/ink/ink3909.xml" ContentType="application/inkml+xml"/>
  <Override PartName="/ppt/ink/ink3910.xml" ContentType="application/inkml+xml"/>
  <Override PartName="/ppt/ink/ink3911.xml" ContentType="application/inkml+xml"/>
  <Override PartName="/ppt/ink/ink3912.xml" ContentType="application/inkml+xml"/>
  <Override PartName="/ppt/ink/ink3913.xml" ContentType="application/inkml+xml"/>
  <Override PartName="/ppt/ink/ink3914.xml" ContentType="application/inkml+xml"/>
  <Override PartName="/ppt/ink/ink3915.xml" ContentType="application/inkml+xml"/>
  <Override PartName="/ppt/ink/ink3916.xml" ContentType="application/inkml+xml"/>
  <Override PartName="/ppt/ink/ink3917.xml" ContentType="application/inkml+xml"/>
  <Override PartName="/ppt/ink/ink3918.xml" ContentType="application/inkml+xml"/>
  <Override PartName="/ppt/ink/ink3919.xml" ContentType="application/inkml+xml"/>
  <Override PartName="/ppt/ink/ink3920.xml" ContentType="application/inkml+xml"/>
  <Override PartName="/ppt/ink/ink3921.xml" ContentType="application/inkml+xml"/>
  <Override PartName="/ppt/ink/ink3922.xml" ContentType="application/inkml+xml"/>
  <Override PartName="/ppt/ink/ink3923.xml" ContentType="application/inkml+xml"/>
  <Override PartName="/ppt/ink/ink3924.xml" ContentType="application/inkml+xml"/>
  <Override PartName="/ppt/ink/ink3925.xml" ContentType="application/inkml+xml"/>
  <Override PartName="/ppt/ink/ink3926.xml" ContentType="application/inkml+xml"/>
  <Override PartName="/ppt/ink/ink3927.xml" ContentType="application/inkml+xml"/>
  <Override PartName="/ppt/ink/ink3928.xml" ContentType="application/inkml+xml"/>
  <Override PartName="/ppt/ink/ink3929.xml" ContentType="application/inkml+xml"/>
  <Override PartName="/ppt/ink/ink3930.xml" ContentType="application/inkml+xml"/>
  <Override PartName="/ppt/ink/ink3931.xml" ContentType="application/inkml+xml"/>
  <Override PartName="/ppt/ink/ink3932.xml" ContentType="application/inkml+xml"/>
  <Override PartName="/ppt/ink/ink3933.xml" ContentType="application/inkml+xml"/>
  <Override PartName="/ppt/ink/ink3934.xml" ContentType="application/inkml+xml"/>
  <Override PartName="/ppt/ink/ink3935.xml" ContentType="application/inkml+xml"/>
  <Override PartName="/ppt/ink/ink3936.xml" ContentType="application/inkml+xml"/>
  <Override PartName="/ppt/ink/ink3937.xml" ContentType="application/inkml+xml"/>
  <Override PartName="/ppt/ink/ink3938.xml" ContentType="application/inkml+xml"/>
  <Override PartName="/ppt/ink/ink3939.xml" ContentType="application/inkml+xml"/>
  <Override PartName="/ppt/ink/ink3940.xml" ContentType="application/inkml+xml"/>
  <Override PartName="/ppt/ink/ink3941.xml" ContentType="application/inkml+xml"/>
  <Override PartName="/ppt/ink/ink3942.xml" ContentType="application/inkml+xml"/>
  <Override PartName="/ppt/ink/ink3943.xml" ContentType="application/inkml+xml"/>
  <Override PartName="/ppt/ink/ink3944.xml" ContentType="application/inkml+xml"/>
  <Override PartName="/ppt/ink/ink3945.xml" ContentType="application/inkml+xml"/>
  <Override PartName="/ppt/ink/ink3946.xml" ContentType="application/inkml+xml"/>
  <Override PartName="/ppt/ink/ink3947.xml" ContentType="application/inkml+xml"/>
  <Override PartName="/ppt/ink/ink3948.xml" ContentType="application/inkml+xml"/>
  <Override PartName="/ppt/ink/ink3949.xml" ContentType="application/inkml+xml"/>
  <Override PartName="/ppt/ink/ink3950.xml" ContentType="application/inkml+xml"/>
  <Override PartName="/ppt/ink/ink3951.xml" ContentType="application/inkml+xml"/>
  <Override PartName="/ppt/ink/ink3952.xml" ContentType="application/inkml+xml"/>
  <Override PartName="/ppt/ink/ink3953.xml" ContentType="application/inkml+xml"/>
  <Override PartName="/ppt/ink/ink3954.xml" ContentType="application/inkml+xml"/>
  <Override PartName="/ppt/ink/ink3955.xml" ContentType="application/inkml+xml"/>
  <Override PartName="/ppt/ink/ink3956.xml" ContentType="application/inkml+xml"/>
  <Override PartName="/ppt/ink/ink3957.xml" ContentType="application/inkml+xml"/>
  <Override PartName="/ppt/ink/ink3958.xml" ContentType="application/inkml+xml"/>
  <Override PartName="/ppt/ink/ink3959.xml" ContentType="application/inkml+xml"/>
  <Override PartName="/ppt/ink/ink3960.xml" ContentType="application/inkml+xml"/>
  <Override PartName="/ppt/ink/ink3961.xml" ContentType="application/inkml+xml"/>
  <Override PartName="/ppt/ink/ink3962.xml" ContentType="application/inkml+xml"/>
  <Override PartName="/ppt/ink/ink3963.xml" ContentType="application/inkml+xml"/>
  <Override PartName="/ppt/ink/ink3964.xml" ContentType="application/inkml+xml"/>
  <Override PartName="/ppt/ink/ink3965.xml" ContentType="application/inkml+xml"/>
  <Override PartName="/ppt/ink/ink3966.xml" ContentType="application/inkml+xml"/>
  <Override PartName="/ppt/ink/ink3967.xml" ContentType="application/inkml+xml"/>
  <Override PartName="/ppt/ink/ink3968.xml" ContentType="application/inkml+xml"/>
  <Override PartName="/ppt/ink/ink3969.xml" ContentType="application/inkml+xml"/>
  <Override PartName="/ppt/ink/ink3970.xml" ContentType="application/inkml+xml"/>
  <Override PartName="/ppt/ink/ink3971.xml" ContentType="application/inkml+xml"/>
  <Override PartName="/ppt/ink/ink3972.xml" ContentType="application/inkml+xml"/>
  <Override PartName="/ppt/ink/ink3973.xml" ContentType="application/inkml+xml"/>
  <Override PartName="/ppt/ink/ink3974.xml" ContentType="application/inkml+xml"/>
  <Override PartName="/ppt/ink/ink3975.xml" ContentType="application/inkml+xml"/>
  <Override PartName="/ppt/ink/ink3976.xml" ContentType="application/inkml+xml"/>
  <Override PartName="/ppt/ink/ink3977.xml" ContentType="application/inkml+xml"/>
  <Override PartName="/ppt/ink/ink3978.xml" ContentType="application/inkml+xml"/>
  <Override PartName="/ppt/ink/ink3979.xml" ContentType="application/inkml+xml"/>
  <Override PartName="/ppt/ink/ink3980.xml" ContentType="application/inkml+xml"/>
  <Override PartName="/ppt/ink/ink3981.xml" ContentType="application/inkml+xml"/>
  <Override PartName="/ppt/ink/ink3982.xml" ContentType="application/inkml+xml"/>
  <Override PartName="/ppt/ink/ink3983.xml" ContentType="application/inkml+xml"/>
  <Override PartName="/ppt/ink/ink3984.xml" ContentType="application/inkml+xml"/>
  <Override PartName="/ppt/ink/ink3985.xml" ContentType="application/inkml+xml"/>
  <Override PartName="/ppt/ink/ink3986.xml" ContentType="application/inkml+xml"/>
  <Override PartName="/ppt/ink/ink3987.xml" ContentType="application/inkml+xml"/>
  <Override PartName="/ppt/ink/ink3988.xml" ContentType="application/inkml+xml"/>
  <Override PartName="/ppt/ink/ink3989.xml" ContentType="application/inkml+xml"/>
  <Override PartName="/ppt/ink/ink3990.xml" ContentType="application/inkml+xml"/>
  <Override PartName="/ppt/ink/ink3991.xml" ContentType="application/inkml+xml"/>
  <Override PartName="/ppt/ink/ink3992.xml" ContentType="application/inkml+xml"/>
  <Override PartName="/ppt/ink/ink3993.xml" ContentType="application/inkml+xml"/>
  <Override PartName="/ppt/ink/ink3994.xml" ContentType="application/inkml+xml"/>
  <Override PartName="/ppt/ink/ink3995.xml" ContentType="application/inkml+xml"/>
  <Override PartName="/ppt/ink/ink3996.xml" ContentType="application/inkml+xml"/>
  <Override PartName="/ppt/ink/ink3997.xml" ContentType="application/inkml+xml"/>
  <Override PartName="/ppt/ink/ink3998.xml" ContentType="application/inkml+xml"/>
  <Override PartName="/ppt/ink/ink3999.xml" ContentType="application/inkml+xml"/>
  <Override PartName="/ppt/ink/ink4000.xml" ContentType="application/inkml+xml"/>
  <Override PartName="/ppt/ink/ink4001.xml" ContentType="application/inkml+xml"/>
  <Override PartName="/ppt/ink/ink4002.xml" ContentType="application/inkml+xml"/>
  <Override PartName="/ppt/ink/ink4003.xml" ContentType="application/inkml+xml"/>
  <Override PartName="/ppt/ink/ink4004.xml" ContentType="application/inkml+xml"/>
  <Override PartName="/ppt/ink/ink4005.xml" ContentType="application/inkml+xml"/>
  <Override PartName="/ppt/ink/ink4006.xml" ContentType="application/inkml+xml"/>
  <Override PartName="/ppt/ink/ink4007.xml" ContentType="application/inkml+xml"/>
  <Override PartName="/ppt/ink/ink4008.xml" ContentType="application/inkml+xml"/>
  <Override PartName="/ppt/ink/ink4009.xml" ContentType="application/inkml+xml"/>
  <Override PartName="/ppt/ink/ink4010.xml" ContentType="application/inkml+xml"/>
  <Override PartName="/ppt/ink/ink4011.xml" ContentType="application/inkml+xml"/>
  <Override PartName="/ppt/ink/ink4012.xml" ContentType="application/inkml+xml"/>
  <Override PartName="/ppt/ink/ink4013.xml" ContentType="application/inkml+xml"/>
  <Override PartName="/ppt/ink/ink4014.xml" ContentType="application/inkml+xml"/>
  <Override PartName="/ppt/ink/ink4015.xml" ContentType="application/inkml+xml"/>
  <Override PartName="/ppt/ink/ink4016.xml" ContentType="application/inkml+xml"/>
  <Override PartName="/ppt/ink/ink4017.xml" ContentType="application/inkml+xml"/>
  <Override PartName="/ppt/ink/ink4018.xml" ContentType="application/inkml+xml"/>
  <Override PartName="/ppt/ink/ink4019.xml" ContentType="application/inkml+xml"/>
  <Override PartName="/ppt/ink/ink4020.xml" ContentType="application/inkml+xml"/>
  <Override PartName="/ppt/ink/ink4021.xml" ContentType="application/inkml+xml"/>
  <Override PartName="/ppt/ink/ink4022.xml" ContentType="application/inkml+xml"/>
  <Override PartName="/ppt/ink/ink4023.xml" ContentType="application/inkml+xml"/>
  <Override PartName="/ppt/ink/ink4024.xml" ContentType="application/inkml+xml"/>
  <Override PartName="/ppt/ink/ink4025.xml" ContentType="application/inkml+xml"/>
  <Override PartName="/ppt/ink/ink4026.xml" ContentType="application/inkml+xml"/>
  <Override PartName="/ppt/ink/ink4027.xml" ContentType="application/inkml+xml"/>
  <Override PartName="/ppt/ink/ink4028.xml" ContentType="application/inkml+xml"/>
  <Override PartName="/ppt/ink/ink4029.xml" ContentType="application/inkml+xml"/>
  <Override PartName="/ppt/ink/ink4030.xml" ContentType="application/inkml+xml"/>
  <Override PartName="/ppt/ink/ink4031.xml" ContentType="application/inkml+xml"/>
  <Override PartName="/ppt/ink/ink4032.xml" ContentType="application/inkml+xml"/>
  <Override PartName="/ppt/ink/ink4033.xml" ContentType="application/inkml+xml"/>
  <Override PartName="/ppt/ink/ink4034.xml" ContentType="application/inkml+xml"/>
  <Override PartName="/ppt/ink/ink4035.xml" ContentType="application/inkml+xml"/>
  <Override PartName="/ppt/ink/ink4036.xml" ContentType="application/inkml+xml"/>
  <Override PartName="/ppt/ink/ink4037.xml" ContentType="application/inkml+xml"/>
  <Override PartName="/ppt/ink/ink4038.xml" ContentType="application/inkml+xml"/>
  <Override PartName="/ppt/ink/ink4039.xml" ContentType="application/inkml+xml"/>
  <Override PartName="/ppt/ink/ink4040.xml" ContentType="application/inkml+xml"/>
  <Override PartName="/ppt/ink/ink4041.xml" ContentType="application/inkml+xml"/>
  <Override PartName="/ppt/ink/ink4042.xml" ContentType="application/inkml+xml"/>
  <Override PartName="/ppt/ink/ink4043.xml" ContentType="application/inkml+xml"/>
  <Override PartName="/ppt/ink/ink4044.xml" ContentType="application/inkml+xml"/>
  <Override PartName="/ppt/ink/ink4045.xml" ContentType="application/inkml+xml"/>
  <Override PartName="/ppt/ink/ink4046.xml" ContentType="application/inkml+xml"/>
  <Override PartName="/ppt/ink/ink4047.xml" ContentType="application/inkml+xml"/>
  <Override PartName="/ppt/ink/ink4048.xml" ContentType="application/inkml+xml"/>
  <Override PartName="/ppt/ink/ink4049.xml" ContentType="application/inkml+xml"/>
  <Override PartName="/ppt/ink/ink4050.xml" ContentType="application/inkml+xml"/>
  <Override PartName="/ppt/ink/ink4051.xml" ContentType="application/inkml+xml"/>
  <Override PartName="/ppt/ink/ink4052.xml" ContentType="application/inkml+xml"/>
  <Override PartName="/ppt/ink/ink4053.xml" ContentType="application/inkml+xml"/>
  <Override PartName="/ppt/ink/ink4054.xml" ContentType="application/inkml+xml"/>
  <Override PartName="/ppt/ink/ink4055.xml" ContentType="application/inkml+xml"/>
  <Override PartName="/ppt/ink/ink4056.xml" ContentType="application/inkml+xml"/>
  <Override PartName="/ppt/ink/ink4057.xml" ContentType="application/inkml+xml"/>
  <Override PartName="/ppt/ink/ink4058.xml" ContentType="application/inkml+xml"/>
  <Override PartName="/ppt/ink/ink4059.xml" ContentType="application/inkml+xml"/>
  <Override PartName="/ppt/ink/ink4060.xml" ContentType="application/inkml+xml"/>
  <Override PartName="/ppt/ink/ink4061.xml" ContentType="application/inkml+xml"/>
  <Override PartName="/ppt/ink/ink4062.xml" ContentType="application/inkml+xml"/>
  <Override PartName="/ppt/ink/ink4063.xml" ContentType="application/inkml+xml"/>
  <Override PartName="/ppt/ink/ink4064.xml" ContentType="application/inkml+xml"/>
  <Override PartName="/ppt/ink/ink4065.xml" ContentType="application/inkml+xml"/>
  <Override PartName="/ppt/ink/ink4066.xml" ContentType="application/inkml+xml"/>
  <Override PartName="/ppt/ink/ink4067.xml" ContentType="application/inkml+xml"/>
  <Override PartName="/ppt/ink/ink4068.xml" ContentType="application/inkml+xml"/>
  <Override PartName="/ppt/ink/ink4069.xml" ContentType="application/inkml+xml"/>
  <Override PartName="/ppt/ink/ink4070.xml" ContentType="application/inkml+xml"/>
  <Override PartName="/ppt/ink/ink4071.xml" ContentType="application/inkml+xml"/>
  <Override PartName="/ppt/ink/ink4072.xml" ContentType="application/inkml+xml"/>
  <Override PartName="/ppt/ink/ink4073.xml" ContentType="application/inkml+xml"/>
  <Override PartName="/ppt/ink/ink4074.xml" ContentType="application/inkml+xml"/>
  <Override PartName="/ppt/ink/ink4075.xml" ContentType="application/inkml+xml"/>
  <Override PartName="/ppt/ink/ink4076.xml" ContentType="application/inkml+xml"/>
  <Override PartName="/ppt/ink/ink4077.xml" ContentType="application/inkml+xml"/>
  <Override PartName="/ppt/ink/ink4078.xml" ContentType="application/inkml+xml"/>
  <Override PartName="/ppt/ink/ink4079.xml" ContentType="application/inkml+xml"/>
  <Override PartName="/ppt/ink/ink4080.xml" ContentType="application/inkml+xml"/>
  <Override PartName="/ppt/ink/ink4081.xml" ContentType="application/inkml+xml"/>
  <Override PartName="/ppt/ink/ink4082.xml" ContentType="application/inkml+xml"/>
  <Override PartName="/ppt/ink/ink4083.xml" ContentType="application/inkml+xml"/>
  <Override PartName="/ppt/ink/ink4084.xml" ContentType="application/inkml+xml"/>
  <Override PartName="/ppt/ink/ink4085.xml" ContentType="application/inkml+xml"/>
  <Override PartName="/ppt/ink/ink4086.xml" ContentType="application/inkml+xml"/>
  <Override PartName="/ppt/ink/ink4087.xml" ContentType="application/inkml+xml"/>
  <Override PartName="/ppt/ink/ink4088.xml" ContentType="application/inkml+xml"/>
  <Override PartName="/ppt/ink/ink4089.xml" ContentType="application/inkml+xml"/>
  <Override PartName="/ppt/ink/ink4090.xml" ContentType="application/inkml+xml"/>
  <Override PartName="/ppt/ink/ink4091.xml" ContentType="application/inkml+xml"/>
  <Override PartName="/ppt/ink/ink4092.xml" ContentType="application/inkml+xml"/>
  <Override PartName="/ppt/ink/ink4093.xml" ContentType="application/inkml+xml"/>
  <Override PartName="/ppt/ink/ink4094.xml" ContentType="application/inkml+xml"/>
  <Override PartName="/ppt/ink/ink4095.xml" ContentType="application/inkml+xml"/>
  <Override PartName="/ppt/ink/ink4096.xml" ContentType="application/inkml+xml"/>
  <Override PartName="/ppt/ink/ink4097.xml" ContentType="application/inkml+xml"/>
  <Override PartName="/ppt/ink/ink4098.xml" ContentType="application/inkml+xml"/>
  <Override PartName="/ppt/ink/ink4099.xml" ContentType="application/inkml+xml"/>
  <Override PartName="/ppt/ink/ink4100.xml" ContentType="application/inkml+xml"/>
  <Override PartName="/ppt/ink/ink4101.xml" ContentType="application/inkml+xml"/>
  <Override PartName="/ppt/ink/ink4102.xml" ContentType="application/inkml+xml"/>
  <Override PartName="/ppt/ink/ink4103.xml" ContentType="application/inkml+xml"/>
  <Override PartName="/ppt/ink/ink4104.xml" ContentType="application/inkml+xml"/>
  <Override PartName="/ppt/ink/ink4105.xml" ContentType="application/inkml+xml"/>
  <Override PartName="/ppt/ink/ink4106.xml" ContentType="application/inkml+xml"/>
  <Override PartName="/ppt/ink/ink4107.xml" ContentType="application/inkml+xml"/>
  <Override PartName="/ppt/ink/ink4108.xml" ContentType="application/inkml+xml"/>
  <Override PartName="/ppt/ink/ink4109.xml" ContentType="application/inkml+xml"/>
  <Override PartName="/ppt/ink/ink4110.xml" ContentType="application/inkml+xml"/>
  <Override PartName="/ppt/ink/ink4111.xml" ContentType="application/inkml+xml"/>
  <Override PartName="/ppt/ink/ink4112.xml" ContentType="application/inkml+xml"/>
  <Override PartName="/ppt/ink/ink4113.xml" ContentType="application/inkml+xml"/>
  <Override PartName="/ppt/ink/ink4114.xml" ContentType="application/inkml+xml"/>
  <Override PartName="/ppt/ink/ink4115.xml" ContentType="application/inkml+xml"/>
  <Override PartName="/ppt/ink/ink4116.xml" ContentType="application/inkml+xml"/>
  <Override PartName="/ppt/ink/ink4117.xml" ContentType="application/inkml+xml"/>
  <Override PartName="/ppt/ink/ink4118.xml" ContentType="application/inkml+xml"/>
  <Override PartName="/ppt/ink/ink4119.xml" ContentType="application/inkml+xml"/>
  <Override PartName="/ppt/ink/ink4120.xml" ContentType="application/inkml+xml"/>
  <Override PartName="/ppt/ink/ink4121.xml" ContentType="application/inkml+xml"/>
  <Override PartName="/ppt/ink/ink4122.xml" ContentType="application/inkml+xml"/>
  <Override PartName="/ppt/ink/ink4123.xml" ContentType="application/inkml+xml"/>
  <Override PartName="/ppt/ink/ink4124.xml" ContentType="application/inkml+xml"/>
  <Override PartName="/ppt/ink/ink4125.xml" ContentType="application/inkml+xml"/>
  <Override PartName="/ppt/ink/ink4126.xml" ContentType="application/inkml+xml"/>
  <Override PartName="/ppt/ink/ink4127.xml" ContentType="application/inkml+xml"/>
  <Override PartName="/ppt/ink/ink4128.xml" ContentType="application/inkml+xml"/>
  <Override PartName="/ppt/ink/ink4129.xml" ContentType="application/inkml+xml"/>
  <Override PartName="/ppt/ink/ink4130.xml" ContentType="application/inkml+xml"/>
  <Override PartName="/ppt/ink/ink4131.xml" ContentType="application/inkml+xml"/>
  <Override PartName="/ppt/ink/ink4132.xml" ContentType="application/inkml+xml"/>
  <Override PartName="/ppt/ink/ink4133.xml" ContentType="application/inkml+xml"/>
  <Override PartName="/ppt/ink/ink4134.xml" ContentType="application/inkml+xml"/>
  <Override PartName="/ppt/ink/ink4135.xml" ContentType="application/inkml+xml"/>
  <Override PartName="/ppt/ink/ink4136.xml" ContentType="application/inkml+xml"/>
  <Override PartName="/ppt/ink/ink4137.xml" ContentType="application/inkml+xml"/>
  <Override PartName="/ppt/ink/ink4138.xml" ContentType="application/inkml+xml"/>
  <Override PartName="/ppt/ink/ink4139.xml" ContentType="application/inkml+xml"/>
  <Override PartName="/ppt/ink/ink4140.xml" ContentType="application/inkml+xml"/>
  <Override PartName="/ppt/ink/ink4141.xml" ContentType="application/inkml+xml"/>
  <Override PartName="/ppt/ink/ink4142.xml" ContentType="application/inkml+xml"/>
  <Override PartName="/ppt/ink/ink4143.xml" ContentType="application/inkml+xml"/>
  <Override PartName="/ppt/ink/ink4144.xml" ContentType="application/inkml+xml"/>
  <Override PartName="/ppt/ink/ink4145.xml" ContentType="application/inkml+xml"/>
  <Override PartName="/ppt/ink/ink4146.xml" ContentType="application/inkml+xml"/>
  <Override PartName="/ppt/ink/ink4147.xml" ContentType="application/inkml+xml"/>
  <Override PartName="/ppt/ink/ink4148.xml" ContentType="application/inkml+xml"/>
  <Override PartName="/ppt/ink/ink4149.xml" ContentType="application/inkml+xml"/>
  <Override PartName="/ppt/ink/ink4150.xml" ContentType="application/inkml+xml"/>
  <Override PartName="/ppt/ink/ink4151.xml" ContentType="application/inkml+xml"/>
  <Override PartName="/ppt/ink/ink4152.xml" ContentType="application/inkml+xml"/>
  <Override PartName="/ppt/ink/ink4153.xml" ContentType="application/inkml+xml"/>
  <Override PartName="/ppt/ink/ink4154.xml" ContentType="application/inkml+xml"/>
  <Override PartName="/ppt/ink/ink4155.xml" ContentType="application/inkml+xml"/>
  <Override PartName="/ppt/ink/ink4156.xml" ContentType="application/inkml+xml"/>
  <Override PartName="/ppt/ink/ink4157.xml" ContentType="application/inkml+xml"/>
  <Override PartName="/ppt/ink/ink4158.xml" ContentType="application/inkml+xml"/>
  <Override PartName="/ppt/ink/ink4159.xml" ContentType="application/inkml+xml"/>
  <Override PartName="/ppt/ink/ink4160.xml" ContentType="application/inkml+xml"/>
  <Override PartName="/ppt/ink/ink4161.xml" ContentType="application/inkml+xml"/>
  <Override PartName="/ppt/ink/ink4162.xml" ContentType="application/inkml+xml"/>
  <Override PartName="/ppt/ink/ink4163.xml" ContentType="application/inkml+xml"/>
  <Override PartName="/ppt/ink/ink4164.xml" ContentType="application/inkml+xml"/>
  <Override PartName="/ppt/ink/ink4165.xml" ContentType="application/inkml+xml"/>
  <Override PartName="/ppt/ink/ink4166.xml" ContentType="application/inkml+xml"/>
  <Override PartName="/ppt/ink/ink4167.xml" ContentType="application/inkml+xml"/>
  <Override PartName="/ppt/ink/ink4168.xml" ContentType="application/inkml+xml"/>
  <Override PartName="/ppt/ink/ink4169.xml" ContentType="application/inkml+xml"/>
  <Override PartName="/ppt/ink/ink4170.xml" ContentType="application/inkml+xml"/>
  <Override PartName="/ppt/ink/ink4171.xml" ContentType="application/inkml+xml"/>
  <Override PartName="/ppt/ink/ink4172.xml" ContentType="application/inkml+xml"/>
  <Override PartName="/ppt/ink/ink4173.xml" ContentType="application/inkml+xml"/>
  <Override PartName="/ppt/ink/ink4174.xml" ContentType="application/inkml+xml"/>
  <Override PartName="/ppt/ink/ink4175.xml" ContentType="application/inkml+xml"/>
  <Override PartName="/ppt/ink/ink4176.xml" ContentType="application/inkml+xml"/>
  <Override PartName="/ppt/ink/ink4177.xml" ContentType="application/inkml+xml"/>
  <Override PartName="/ppt/ink/ink4178.xml" ContentType="application/inkml+xml"/>
  <Override PartName="/ppt/ink/ink4179.xml" ContentType="application/inkml+xml"/>
  <Override PartName="/ppt/ink/ink4180.xml" ContentType="application/inkml+xml"/>
  <Override PartName="/ppt/ink/ink4181.xml" ContentType="application/inkml+xml"/>
  <Override PartName="/ppt/ink/ink4182.xml" ContentType="application/inkml+xml"/>
  <Override PartName="/ppt/ink/ink4183.xml" ContentType="application/inkml+xml"/>
  <Override PartName="/ppt/ink/ink4184.xml" ContentType="application/inkml+xml"/>
  <Override PartName="/ppt/ink/ink4185.xml" ContentType="application/inkml+xml"/>
  <Override PartName="/ppt/ink/ink4186.xml" ContentType="application/inkml+xml"/>
  <Override PartName="/ppt/ink/ink4187.xml" ContentType="application/inkml+xml"/>
  <Override PartName="/ppt/ink/ink4188.xml" ContentType="application/inkml+xml"/>
  <Override PartName="/ppt/ink/ink4189.xml" ContentType="application/inkml+xml"/>
  <Override PartName="/ppt/ink/ink4190.xml" ContentType="application/inkml+xml"/>
  <Override PartName="/ppt/ink/ink4191.xml" ContentType="application/inkml+xml"/>
  <Override PartName="/ppt/ink/ink4192.xml" ContentType="application/inkml+xml"/>
  <Override PartName="/ppt/ink/ink4193.xml" ContentType="application/inkml+xml"/>
  <Override PartName="/ppt/ink/ink4194.xml" ContentType="application/inkml+xml"/>
  <Override PartName="/ppt/ink/ink4195.xml" ContentType="application/inkml+xml"/>
  <Override PartName="/ppt/ink/ink4196.xml" ContentType="application/inkml+xml"/>
  <Override PartName="/ppt/ink/ink4197.xml" ContentType="application/inkml+xml"/>
  <Override PartName="/ppt/ink/ink4198.xml" ContentType="application/inkml+xml"/>
  <Override PartName="/ppt/ink/ink4199.xml" ContentType="application/inkml+xml"/>
  <Override PartName="/ppt/ink/ink4200.xml" ContentType="application/inkml+xml"/>
  <Override PartName="/ppt/ink/ink4201.xml" ContentType="application/inkml+xml"/>
  <Override PartName="/ppt/ink/ink4202.xml" ContentType="application/inkml+xml"/>
  <Override PartName="/ppt/ink/ink4203.xml" ContentType="application/inkml+xml"/>
  <Override PartName="/ppt/ink/ink4204.xml" ContentType="application/inkml+xml"/>
  <Override PartName="/ppt/ink/ink4205.xml" ContentType="application/inkml+xml"/>
  <Override PartName="/ppt/ink/ink4206.xml" ContentType="application/inkml+xml"/>
  <Override PartName="/ppt/ink/ink4207.xml" ContentType="application/inkml+xml"/>
  <Override PartName="/ppt/ink/ink4208.xml" ContentType="application/inkml+xml"/>
  <Override PartName="/ppt/ink/ink4209.xml" ContentType="application/inkml+xml"/>
  <Override PartName="/ppt/ink/ink4210.xml" ContentType="application/inkml+xml"/>
  <Override PartName="/ppt/ink/ink4211.xml" ContentType="application/inkml+xml"/>
  <Override PartName="/ppt/ink/ink4212.xml" ContentType="application/inkml+xml"/>
  <Override PartName="/ppt/ink/ink4213.xml" ContentType="application/inkml+xml"/>
  <Override PartName="/ppt/ink/ink4214.xml" ContentType="application/inkml+xml"/>
  <Override PartName="/ppt/ink/ink4215.xml" ContentType="application/inkml+xml"/>
  <Override PartName="/ppt/ink/ink4216.xml" ContentType="application/inkml+xml"/>
  <Override PartName="/ppt/ink/ink4217.xml" ContentType="application/inkml+xml"/>
  <Override PartName="/ppt/ink/ink4218.xml" ContentType="application/inkml+xml"/>
  <Override PartName="/ppt/ink/ink4219.xml" ContentType="application/inkml+xml"/>
  <Override PartName="/ppt/ink/ink4220.xml" ContentType="application/inkml+xml"/>
  <Override PartName="/ppt/ink/ink4221.xml" ContentType="application/inkml+xml"/>
  <Override PartName="/ppt/ink/ink4222.xml" ContentType="application/inkml+xml"/>
  <Override PartName="/ppt/ink/ink4223.xml" ContentType="application/inkml+xml"/>
  <Override PartName="/ppt/ink/ink4224.xml" ContentType="application/inkml+xml"/>
  <Override PartName="/ppt/ink/ink4225.xml" ContentType="application/inkml+xml"/>
  <Override PartName="/ppt/ink/ink4226.xml" ContentType="application/inkml+xml"/>
  <Override PartName="/ppt/ink/ink4227.xml" ContentType="application/inkml+xml"/>
  <Override PartName="/ppt/ink/ink4228.xml" ContentType="application/inkml+xml"/>
  <Override PartName="/ppt/ink/ink4229.xml" ContentType="application/inkml+xml"/>
  <Override PartName="/ppt/ink/ink4230.xml" ContentType="application/inkml+xml"/>
  <Override PartName="/ppt/ink/ink4231.xml" ContentType="application/inkml+xml"/>
  <Override PartName="/ppt/ink/ink4232.xml" ContentType="application/inkml+xml"/>
  <Override PartName="/ppt/ink/ink4233.xml" ContentType="application/inkml+xml"/>
  <Override PartName="/ppt/ink/ink4234.xml" ContentType="application/inkml+xml"/>
  <Override PartName="/ppt/ink/ink4235.xml" ContentType="application/inkml+xml"/>
  <Override PartName="/ppt/ink/ink4236.xml" ContentType="application/inkml+xml"/>
  <Override PartName="/ppt/ink/ink4237.xml" ContentType="application/inkml+xml"/>
  <Override PartName="/ppt/ink/ink4238.xml" ContentType="application/inkml+xml"/>
  <Override PartName="/ppt/ink/ink4239.xml" ContentType="application/inkml+xml"/>
  <Override PartName="/ppt/ink/ink4240.xml" ContentType="application/inkml+xml"/>
  <Override PartName="/ppt/ink/ink4241.xml" ContentType="application/inkml+xml"/>
  <Override PartName="/ppt/ink/ink4242.xml" ContentType="application/inkml+xml"/>
  <Override PartName="/ppt/ink/ink4243.xml" ContentType="application/inkml+xml"/>
  <Override PartName="/ppt/ink/ink4244.xml" ContentType="application/inkml+xml"/>
  <Override PartName="/ppt/ink/ink4245.xml" ContentType="application/inkml+xml"/>
  <Override PartName="/ppt/ink/ink4246.xml" ContentType="application/inkml+xml"/>
  <Override PartName="/ppt/ink/ink4247.xml" ContentType="application/inkml+xml"/>
  <Override PartName="/ppt/ink/ink4248.xml" ContentType="application/inkml+xml"/>
  <Override PartName="/ppt/ink/ink4249.xml" ContentType="application/inkml+xml"/>
  <Override PartName="/ppt/ink/ink4250.xml" ContentType="application/inkml+xml"/>
  <Override PartName="/ppt/ink/ink4251.xml" ContentType="application/inkml+xml"/>
  <Override PartName="/ppt/ink/ink4252.xml" ContentType="application/inkml+xml"/>
  <Override PartName="/ppt/ink/ink4253.xml" ContentType="application/inkml+xml"/>
  <Override PartName="/ppt/ink/ink4254.xml" ContentType="application/inkml+xml"/>
  <Override PartName="/ppt/ink/ink4255.xml" ContentType="application/inkml+xml"/>
  <Override PartName="/ppt/ink/ink4256.xml" ContentType="application/inkml+xml"/>
  <Override PartName="/ppt/ink/ink4257.xml" ContentType="application/inkml+xml"/>
  <Override PartName="/ppt/ink/ink4258.xml" ContentType="application/inkml+xml"/>
  <Override PartName="/ppt/ink/ink4259.xml" ContentType="application/inkml+xml"/>
  <Override PartName="/ppt/ink/ink4260.xml" ContentType="application/inkml+xml"/>
  <Override PartName="/ppt/ink/ink4261.xml" ContentType="application/inkml+xml"/>
  <Override PartName="/ppt/ink/ink4262.xml" ContentType="application/inkml+xml"/>
  <Override PartName="/ppt/ink/ink4263.xml" ContentType="application/inkml+xml"/>
  <Override PartName="/ppt/ink/ink4264.xml" ContentType="application/inkml+xml"/>
  <Override PartName="/ppt/ink/ink4265.xml" ContentType="application/inkml+xml"/>
  <Override PartName="/ppt/ink/ink4266.xml" ContentType="application/inkml+xml"/>
  <Override PartName="/ppt/ink/ink4267.xml" ContentType="application/inkml+xml"/>
  <Override PartName="/ppt/ink/ink4268.xml" ContentType="application/inkml+xml"/>
  <Override PartName="/ppt/ink/ink4269.xml" ContentType="application/inkml+xml"/>
  <Override PartName="/ppt/ink/ink4270.xml" ContentType="application/inkml+xml"/>
  <Override PartName="/ppt/ink/ink4271.xml" ContentType="application/inkml+xml"/>
  <Override PartName="/ppt/ink/ink4272.xml" ContentType="application/inkml+xml"/>
  <Override PartName="/ppt/ink/ink4273.xml" ContentType="application/inkml+xml"/>
  <Override PartName="/ppt/ink/ink4274.xml" ContentType="application/inkml+xml"/>
  <Override PartName="/ppt/ink/ink4275.xml" ContentType="application/inkml+xml"/>
  <Override PartName="/ppt/ink/ink4276.xml" ContentType="application/inkml+xml"/>
  <Override PartName="/ppt/ink/ink4277.xml" ContentType="application/inkml+xml"/>
  <Override PartName="/ppt/ink/ink4278.xml" ContentType="application/inkml+xml"/>
  <Override PartName="/ppt/ink/ink4279.xml" ContentType="application/inkml+xml"/>
  <Override PartName="/ppt/ink/ink4280.xml" ContentType="application/inkml+xml"/>
  <Override PartName="/ppt/ink/ink4281.xml" ContentType="application/inkml+xml"/>
  <Override PartName="/ppt/ink/ink4282.xml" ContentType="application/inkml+xml"/>
  <Override PartName="/ppt/ink/ink4283.xml" ContentType="application/inkml+xml"/>
  <Override PartName="/ppt/ink/ink4284.xml" ContentType="application/inkml+xml"/>
  <Override PartName="/ppt/ink/ink4285.xml" ContentType="application/inkml+xml"/>
  <Override PartName="/ppt/ink/ink4286.xml" ContentType="application/inkml+xml"/>
  <Override PartName="/ppt/ink/ink4287.xml" ContentType="application/inkml+xml"/>
  <Override PartName="/ppt/ink/ink4288.xml" ContentType="application/inkml+xml"/>
  <Override PartName="/ppt/ink/ink4289.xml" ContentType="application/inkml+xml"/>
  <Override PartName="/ppt/ink/ink4290.xml" ContentType="application/inkml+xml"/>
  <Override PartName="/ppt/ink/ink4291.xml" ContentType="application/inkml+xml"/>
  <Override PartName="/ppt/ink/ink4292.xml" ContentType="application/inkml+xml"/>
  <Override PartName="/ppt/ink/ink4293.xml" ContentType="application/inkml+xml"/>
  <Override PartName="/ppt/ink/ink4294.xml" ContentType="application/inkml+xml"/>
  <Override PartName="/ppt/ink/ink4295.xml" ContentType="application/inkml+xml"/>
  <Override PartName="/ppt/ink/ink4296.xml" ContentType="application/inkml+xml"/>
  <Override PartName="/ppt/ink/ink4297.xml" ContentType="application/inkml+xml"/>
  <Override PartName="/ppt/ink/ink4298.xml" ContentType="application/inkml+xml"/>
  <Override PartName="/ppt/ink/ink4299.xml" ContentType="application/inkml+xml"/>
  <Override PartName="/ppt/ink/ink4300.xml" ContentType="application/inkml+xml"/>
  <Override PartName="/ppt/ink/ink4301.xml" ContentType="application/inkml+xml"/>
  <Override PartName="/ppt/ink/ink4302.xml" ContentType="application/inkml+xml"/>
  <Override PartName="/ppt/ink/ink4303.xml" ContentType="application/inkml+xml"/>
  <Override PartName="/ppt/ink/ink4304.xml" ContentType="application/inkml+xml"/>
  <Override PartName="/ppt/ink/ink4305.xml" ContentType="application/inkml+xml"/>
  <Override PartName="/ppt/ink/ink4306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0"/>
  </p:notesMasterIdLst>
  <p:handoutMasterIdLst>
    <p:handoutMasterId r:id="rId41"/>
  </p:handoutMasterIdLst>
  <p:sldIdLst>
    <p:sldId id="801" r:id="rId2"/>
    <p:sldId id="800" r:id="rId3"/>
    <p:sldId id="672" r:id="rId4"/>
    <p:sldId id="822" r:id="rId5"/>
    <p:sldId id="854" r:id="rId6"/>
    <p:sldId id="825" r:id="rId7"/>
    <p:sldId id="855" r:id="rId8"/>
    <p:sldId id="856" r:id="rId9"/>
    <p:sldId id="826" r:id="rId10"/>
    <p:sldId id="848" r:id="rId11"/>
    <p:sldId id="857" r:id="rId12"/>
    <p:sldId id="858" r:id="rId13"/>
    <p:sldId id="859" r:id="rId14"/>
    <p:sldId id="860" r:id="rId15"/>
    <p:sldId id="861" r:id="rId16"/>
    <p:sldId id="846" r:id="rId17"/>
    <p:sldId id="845" r:id="rId18"/>
    <p:sldId id="862" r:id="rId19"/>
    <p:sldId id="849" r:id="rId20"/>
    <p:sldId id="850" r:id="rId21"/>
    <p:sldId id="836" r:id="rId22"/>
    <p:sldId id="847" r:id="rId23"/>
    <p:sldId id="837" r:id="rId24"/>
    <p:sldId id="863" r:id="rId25"/>
    <p:sldId id="851" r:id="rId26"/>
    <p:sldId id="864" r:id="rId27"/>
    <p:sldId id="829" r:id="rId28"/>
    <p:sldId id="821" r:id="rId29"/>
    <p:sldId id="852" r:id="rId30"/>
    <p:sldId id="795" r:id="rId31"/>
    <p:sldId id="796" r:id="rId32"/>
    <p:sldId id="816" r:id="rId33"/>
    <p:sldId id="818" r:id="rId34"/>
    <p:sldId id="819" r:id="rId35"/>
    <p:sldId id="820" r:id="rId36"/>
    <p:sldId id="853" r:id="rId37"/>
    <p:sldId id="827" r:id="rId38"/>
    <p:sldId id="828" r:id="rId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Yasser Khan" initials="YK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1B1E"/>
    <a:srgbClr val="8C1515"/>
    <a:srgbClr val="AFEBFF"/>
    <a:srgbClr val="FFAAAA"/>
    <a:srgbClr val="E3B7F1"/>
    <a:srgbClr val="C6D4FF"/>
    <a:srgbClr val="C5FFC5"/>
    <a:srgbClr val="05274E"/>
    <a:srgbClr val="B0C3FF"/>
    <a:srgbClr val="FFFF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173" autoAdjust="0"/>
    <p:restoredTop sz="90435" autoAdjust="0"/>
  </p:normalViewPr>
  <p:slideViewPr>
    <p:cSldViewPr snapToGrid="0">
      <p:cViewPr>
        <p:scale>
          <a:sx n="117" d="100"/>
          <a:sy n="117" d="100"/>
        </p:scale>
        <p:origin x="130" y="269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-2856"/>
    </p:cViewPr>
  </p:sorterViewPr>
  <p:notesViewPr>
    <p:cSldViewPr snapToGrid="0">
      <p:cViewPr varScale="1">
        <p:scale>
          <a:sx n="65" d="100"/>
          <a:sy n="65" d="100"/>
        </p:scale>
        <p:origin x="2578" y="5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commentAuthors" Target="commentAuthor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9E6E90-D057-4D0D-B992-091951C9891F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CD6554-DBE6-4CB7-8C9A-72353E7B63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7987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19.13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62 244 8754 0 0,'-10'4'637'0'0,"1"1"-1"0"0,-1 0 1 0 0,-11 10 0 0 0,10-7-248 0 0,60-16 924 0 0,578-104-204 0 0,-475 90-709 0 0,143-26 72 0 0,103-14 614 0 0,1 34-480 0 0,-308 30-638 0 0,1 3 0 0 0,115 23 1 0 0,-188-24-849 0 0,-1 0 0 0 0,23 8 1 0 0,-36-9 179 0 0,1-1 1 0 0,-1 1 0 0 0,1 0 0 0 0,-1 0 0 0 0,0 0 0 0 0,0 1-1 0 0,0-1 1 0 0,-1 2 0 0 0,1-1 0 0 0,6 9 0 0 0,-4-5 593 0 0,-8-10 106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19.6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4609 0 0,'22'10'3007'0'0,"-6"-1"-1775"0"0,0 0-1 0 0,0 1 0 0 0,-1 1 0 0 0,0 0 0 0 0,22 23 1 0 0,-13-9-6 0 0,-1 1 0 0 0,22 33 1 0 0,-42-56-1119 0 0,-1 1 0 0 0,1 0 0 0 0,-1 0 0 0 0,0 0 0 0 0,0 0 0 0 0,0 1 0 0 0,-1-1 0 0 0,0 0 0 0 0,0 1 0 0 0,0-1 0 0 0,0 1 0 0 0,0-1 1 0 0,-1 1-1 0 0,0-1 0 0 0,0 1 0 0 0,0-1 0 0 0,-1 1 0 0 0,1-1 0 0 0,-3 10 0 0 0,-1-4-19 0 0,-1 0-1 0 0,0 0 1 0 0,0-1-1 0 0,-1 1 1 0 0,0-1-1 0 0,-1 0 1 0 0,-9 9 0 0 0,-6 6 60 0 0,-45 39 1 0 0,25-29-4383 0 0,29-24 1557 0 0,-5 6-3761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17.5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1 247 6449 0 0,'35'-10'1335'0'0,"292"-69"1818"0"0,93 19-1807 0 0,-343 52-1070 0 0,536-32 1852 0 0,-50 6-1665 0 0,-508 28-425 0 0,-17 1-117 0 0,0 2 0 0 0,0 1 0 0 0,61 5 1 0 0,-97-2-77 0 0,0-1 1 0 0,0 0 0 0 0,-1 0 0 0 0,1 1 0 0 0,0-1 0 0 0,0 1 0 0 0,-1 0 0 0 0,1-1-1 0 0,-1 1 1 0 0,1 0 0 0 0,0 0 0 0 0,-1 0 0 0 0,0 0 0 0 0,1 0 0 0 0,2 3 0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18.3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9218 0 0,'1'3'199'0'0,"0"0"1"0"0,1 0-1 0 0,0 0 0 0 0,-1 0 1 0 0,1 0-1 0 0,0 0 1 0 0,1-1-1 0 0,-1 1 0 0 0,0-1 1 0 0,1 1-1 0 0,2 1 0 0 0,8 4 171 0 0,-1 0-1 0 0,1-1 1 0 0,0-1-1 0 0,0 0 0 0 0,1-1 1 0 0,26 7-1 0 0,18 7 137 0 0,-28-8-439 0 0,-12-5-76 0 0,0 1 1 0 0,0 1-1 0 0,0 0 0 0 0,-1 1 0 0 0,-1 1 0 0 0,30 23 0 0 0,-43-31 69 0 0,-1 0-1 0 0,0 0 0 0 0,0 0 1 0 0,-1 0-1 0 0,1 1 1 0 0,0-1-1 0 0,-1 0 0 0 0,1 1 1 0 0,-1-1-1 0 0,0 1 1 0 0,0 0-1 0 0,0-1 0 0 0,1 6 1 0 0,-2-6 49 0 0,0 0 0 0 0,0 0-1 0 0,-1 0 1 0 0,1 0 0 0 0,-1 0 0 0 0,1 0 0 0 0,-1 0 0 0 0,0 0-1 0 0,0 0 1 0 0,1 0 0 0 0,-1-1 0 0 0,-1 1 0 0 0,1 0 0 0 0,0-1 0 0 0,0 1-1 0 0,-1-1 1 0 0,1 1 0 0 0,0-1 0 0 0,-4 3 0 0 0,-20 23 553 0 0,0 1-1 0 0,1 1 1 0 0,-28 48 0 0 0,-16 19-775 0 0,53-77-453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21.16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200 0 3681 0 0,'-7'1'402'0'0,"1"0"0"0"0,0 0 0 0 0,-1 0 0 0 0,1 1-1 0 0,0 0 1 0 0,0 0 0 0 0,0 0 0 0 0,0 1 0 0 0,0 0 0 0 0,1 0 0 0 0,-1 1 0 0 0,1-1 0 0 0,0 1 0 0 0,0 0 0 0 0,0 1 0 0 0,1-1 0 0 0,-1 1 0 0 0,1 0 0 0 0,0 0 0 0 0,-6 11 0 0 0,-5 9 61 0 0,1 0 1 0 0,2 1 0 0 0,-13 34-1 0 0,23-53-437 0 0,-1-1 0 0 0,1 1-1 0 0,0 0 1 0 0,1 0 0 0 0,-1 1-1 0 0,1-1 1 0 0,1 0 0 0 0,-1 0 0 0 0,2 9-1 0 0,-1-14-42 0 0,1 0 0 0 0,-1 0 1 0 0,1 1-1 0 0,-1-1 0 0 0,1 0 0 0 0,0 0 0 0 0,0 0 0 0 0,0 0 0 0 0,0 0 0 0 0,1 0 0 0 0,-1 0 0 0 0,0 0 0 0 0,1-1 0 0 0,0 1 0 0 0,-1 0 1 0 0,1-1-1 0 0,0 1 0 0 0,0-1 0 0 0,-1 0 0 0 0,1 1 0 0 0,0-1 0 0 0,0 0 0 0 0,1 0 0 0 0,-1 0 0 0 0,0-1 0 0 0,0 1 0 0 0,0 0 1 0 0,1-1-1 0 0,-1 0 0 0 0,0 1 0 0 0,0-1 0 0 0,4 0 0 0 0,9 0-66 0 0,0-1 0 0 0,1 0 0 0 0,-1-1 1 0 0,0-1-1 0 0,0 0 0 0 0,20-7 0 0 0,-22 5 90 0 0,1 1 1 0 0,0 1-1 0 0,-1 0 1 0 0,1 1-1 0 0,0 0 1 0 0,0 1-1 0 0,25 2 1 0 0,-37-1 5 0 0,0 0 0 0 0,0 1 0 0 0,0-1 0 0 0,0 0-1 0 0,0 1 1 0 0,0 0 0 0 0,0-1 0 0 0,0 1 0 0 0,0 0 0 0 0,-1 0 0 0 0,1 0 0 0 0,0 0 0 0 0,-1 0 0 0 0,1 1 0 0 0,-1-1 0 0 0,1 0 0 0 0,-1 1 0 0 0,1-1-1 0 0,-1 1 1 0 0,0 0 0 0 0,0-1 0 0 0,1 3 0 0 0,-1-1 11 0 0,0 1 1 0 0,0-1-1 0 0,0 0 0 0 0,-1 0 0 0 0,0 0 0 0 0,1 1 1 0 0,-1-1-1 0 0,0 0 0 0 0,-1 0 0 0 0,1 1 0 0 0,-1-1 1 0 0,0 5-1 0 0,-4 5 23 0 0,1 1 1 0 0,-2-1 0 0 0,0-1-1 0 0,0 1 1 0 0,-10 13-1 0 0,-16 17-15 0 0,-1-1-1 0 0,-3-2 0 0 0,-1-1 0 0 0,-81 64 0 0 0,97-87-773 0 0,1 0-225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21.9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1 413 5785 0 0,'13'-9'211'0'0,"-1"-1"-1"0"0,0 0 1 0 0,-1-1 0 0 0,0 0-1 0 0,0-1 1 0 0,-1-1-1 0 0,13-21 1 0 0,-16 24 72 0 0,-1-1 0 0 0,-1 1 1 0 0,0-2-1 0 0,0 1 0 0 0,-1 0 0 0 0,-1-1 0 0 0,0 0 0 0 0,0 0 1 0 0,-1 0-1 0 0,0-16 0 0 0,-2 11 122 0 0,-1 0 0 0 0,-6-30-1 0 0,5 39-345 0 0,0 1 0 0 0,0 0 0 0 0,0 0 0 0 0,-1 0 1 0 0,0 0-1 0 0,0 1 0 0 0,-1-1 0 0 0,-8-11 0 0 0,12 18-59 0 0,0-1 1 0 0,0 1-1 0 0,-1 0 1 0 0,1-1-1 0 0,-1 1 1 0 0,1-1-1 0 0,0 1 1 0 0,-1 0-1 0 0,1-1 1 0 0,-1 1-1 0 0,1 0 1 0 0,-1-1 0 0 0,1 1-1 0 0,-1 0 1 0 0,1 0-1 0 0,-1-1 1 0 0,1 1-1 0 0,-1 0 1 0 0,1 0-1 0 0,-1 0 1 0 0,1 0-1 0 0,-1 0 1 0 0,0 0-1 0 0,1 0 1 0 0,-1 0-1 0 0,1 0 1 0 0,-1 0 0 0 0,1 0-1 0 0,-1 0 1 0 0,1 0-1 0 0,-2 1 1 0 0,-10 14-45 0 0,0 27-224 0 0,6-9 31 0 0,1 0 1 0 0,0 53-1 0 0,5-71 166 0 0,1 0-1 0 0,0 0 0 0 0,1 0 1 0 0,0-1-1 0 0,2 1 1 0 0,-1-1-1 0 0,2 1 1 0 0,7 16-1 0 0,-8-24 40 0 0,0-1-1 0 0,1 1 1 0 0,0-1-1 0 0,0-1 0 0 0,0 1 1 0 0,1-1-1 0 0,-1 0 1 0 0,1 0-1 0 0,0 0 0 0 0,1-1 1 0 0,-1 0-1 0 0,1 0 1 0 0,0-1-1 0 0,0 0 0 0 0,0 0 1 0 0,0 0-1 0 0,1-1 1 0 0,-1 0-1 0 0,1-1 0 0 0,-1 1 1 0 0,1-2-1 0 0,0 1 1 0 0,11-1-1 0 0,-11 0-11 0 0,1 0 0 0 0,0-1 0 0 0,-1 0 0 0 0,1 0 1 0 0,0-1-1 0 0,-1 0 0 0 0,0-1 0 0 0,1 0 0 0 0,-1 0 0 0 0,0 0 0 0 0,-1-1 0 0 0,1-1 0 0 0,-1 1 0 0 0,1-1 0 0 0,-1 0 0 0 0,-1-1 1 0 0,1 1-1 0 0,-1-2 0 0 0,0 1 0 0 0,8-11 0 0 0,-7 3-31 0 0,0-1-1 0 0,-1 0 1 0 0,0 0 0 0 0,-1-1-1 0 0,-1 0 1 0 0,-1 0 0 0 0,0 0 0 0 0,-1 0-1 0 0,0-17 1 0 0,0 10 359 0 0,0 1 0 0 0,2 0 1 0 0,10-36-1 0 0,-14 57-235 0 0,1 0 0 0 0,-1 0 0 0 0,0 0 0 0 0,0 1 0 0 0,0-1 0 0 0,0 0 1 0 0,1 0-1 0 0,-1 1 0 0 0,0-1 0 0 0,1 0 0 0 0,-1 1 0 0 0,1-1 0 0 0,-1 0 0 0 0,1 1 0 0 0,-1-1 0 0 0,1 1 0 0 0,-1-1 0 0 0,1 0 0 0 0,-1 1 0 0 0,1 0 1 0 0,0-1-1 0 0,-1 1 0 0 0,1-1 0 0 0,0 1 0 0 0,0-1 0 0 0,0 2 19 0 0,0-1 1 0 0,-1 1-1 0 0,1-1 0 0 0,0 1 0 0 0,-1-1 1 0 0,1 1-1 0 0,-1 0 0 0 0,1-1 1 0 0,-1 1-1 0 0,1 0 0 0 0,-1-1 0 0 0,1 1 1 0 0,-1 0-1 0 0,0 0 0 0 0,1-1 1 0 0,-1 1-1 0 0,0 0 0 0 0,1 1 0 0 0,8 43 1496 0 0,-4-2-587 0 0,-3-22-920 0 0,0 0 0 0 0,1 0-1 0 0,1-1 1 0 0,1 1 0 0 0,1-1 0 0 0,1 0-1 0 0,15 31 1 0 0,-22-50-89 0 0,1 0 1 0 0,-1-1 0 0 0,0 1-1 0 0,1-1 1 0 0,-1 1-1 0 0,0-1 1 0 0,1 1-1 0 0,-1-1 1 0 0,1 1 0 0 0,-1-1-1 0 0,0 1 1 0 0,1-1-1 0 0,0 1 1 0 0,-1-1-1 0 0,1 0 1 0 0,-1 1 0 0 0,1-1-1 0 0,-1 0 1 0 0,1 0-1 0 0,0 1 1 0 0,-1-1-1 0 0,1 0 1 0 0,-1 0-1 0 0,1 0 1 0 0,0 0 0 0 0,-1 0-1 0 0,1 0 1 0 0,0 0-1 0 0,-1 0 1 0 0,1 0-1 0 0,0 0 1 0 0,-1 0 0 0 0,2 0-1 0 0,0-1 11 0 0,0-1 0 0 0,0 1 0 0 0,-1 0 0 0 0,1 0 0 0 0,0-1 0 0 0,-1 1 0 0 0,1-1 0 0 0,-1 0 0 0 0,1 1 0 0 0,1-4 0 0 0,25-47 124 0 0,-27 50-129 0 0,27-78-39 0 0,-22 59 199 0 0,1 0 0 0 0,1 1 0 0 0,17-32 0 0 0,-25 51-86 0 0,0 1-1 0 0,1-1 1 0 0,-1 0 0 0 0,0 1 0 0 0,1-1 0 0 0,-1 0 0 0 0,1 1 0 0 0,-1-1 0 0 0,1 1-1 0 0,-1-1 1 0 0,1 1 0 0 0,-1-1 0 0 0,1 1 0 0 0,-1 0 0 0 0,1-1 0 0 0,0 1 0 0 0,-1-1-1 0 0,1 1 1 0 0,0 0 0 0 0,-1 0 0 0 0,1-1 0 0 0,0 1 0 0 0,-1 0 0 0 0,1 0-1 0 0,0 0 1 0 0,0 0 0 0 0,-1 0 0 0 0,2 0 0 0 0,-1 0 26 0 0,0 1 0 0 0,0 0 1 0 0,1-1-1 0 0,-1 1 0 0 0,0 0 0 0 0,0 0 1 0 0,0 0-1 0 0,0-1 0 0 0,0 1 0 0 0,0 0 1 0 0,0 0-1 0 0,-1 0 0 0 0,1 1 0 0 0,1 1 1 0 0,4 8 346 0 0,-1 1 0 0 0,8 21 0 0 0,-8-19-323 0 0,2 2-906 0 0,1 0 0 0 0,0 0 0 0 0,1-1-1 0 0,20 25 1 0 0,-15-24-4398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22.3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47 2 7834 0 0,'1'0'120'0'0,"-1"0"-1"0"0,1 0 1 0 0,-1-1 0 0 0,1 1 0 0 0,-1 0 0 0 0,1 0 0 0 0,-1 0 0 0 0,1 0 0 0 0,-1 0 0 0 0,1 0-1 0 0,-1 0 1 0 0,1 0 0 0 0,-1 0 0 0 0,1 0 0 0 0,-1 0 0 0 0,1 0 0 0 0,-1 0 0 0 0,1 0 0 0 0,-1 1 0 0 0,1-1-1 0 0,-1 0 1 0 0,1 0 0 0 0,-1 0 0 0 0,0 1 0 0 0,1-1 0 0 0,-1 0 0 0 0,1 1 0 0 0,-1-1 0 0 0,0 0-1 0 0,1 1 1 0 0,-1-1 0 0 0,0 1 0 0 0,1-1 0 0 0,-1 0 0 0 0,0 1 0 0 0,3 23 2221 0 0,-14 29-632 0 0,10-49-1532 0 0,-21 59 779 0 0,16-51-845 0 0,1 1 1 0 0,1 0-1 0 0,0 0 1 0 0,0 1-1 0 0,1-1 0 0 0,1 1 1 0 0,0 0-1 0 0,1 21 1 0 0,1-33-127 0 0,0 0 0 0 0,0 0 0 0 0,1 0 0 0 0,-1 0 0 0 0,1-1 1 0 0,0 1-1 0 0,0 0 0 0 0,-1 0 0 0 0,1-1 0 0 0,0 1 0 0 0,0 0 0 0 0,1-1 0 0 0,-1 1 0 0 0,0-1 0 0 0,0 1 0 0 0,1-1 1 0 0,-1 0-1 0 0,1 1 0 0 0,2 0 0 0 0,-1 0-53 0 0,0 0-1 0 0,1-1 1 0 0,-1 0 0 0 0,1 0 0 0 0,0 0 0 0 0,-1 0 0 0 0,1 0-1 0 0,0-1 1 0 0,6 1 0 0 0,7-2-198 0 0,0 0 0 0 0,0-1 0 0 0,26-6 0 0 0,-28 4 304 0 0,-3 2-52 0 0,1-1-1 0 0,0 1 1 0 0,1 1-1 0 0,-1 0 1 0 0,25 2-1 0 0,-35 0 65 0 0,-1-1-1 0 0,1 1 0 0 0,-1-1 1 0 0,1 1-1 0 0,-1 0 0 0 0,1 0 0 0 0,-1 0 1 0 0,0 0-1 0 0,0 0 0 0 0,1 1 0 0 0,-1-1 1 0 0,0 1-1 0 0,0-1 0 0 0,0 1 1 0 0,0 0-1 0 0,-1 0 0 0 0,1 0 0 0 0,0 0 1 0 0,-1 0-1 0 0,0 0 0 0 0,1 0 0 0 0,-1 0 1 0 0,0 1-1 0 0,0-1 0 0 0,0 1 1 0 0,0-1-1 0 0,0 0 0 0 0,-1 1 0 0 0,1-1 1 0 0,-1 1-1 0 0,0 0 0 0 0,0-1 1 0 0,0 1-1 0 0,0-1 0 0 0,0 1 0 0 0,0-1 1 0 0,-1 4-1 0 0,-1 6 234 0 0,0 0 1 0 0,0-1-1 0 0,-2 1 1 0 0,1-1-1 0 0,-1 0 1 0 0,-9 17-1 0 0,-39 59-4074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22.68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25 5985 0 0,'13'-24'4445'0'0,"-13"23"-4402"0"0,1 18 2728 0 0,-2 10-626 0 0,1-1 0 0 0,5 42 0 0 0,3-28-3592 0 0,4-2-3676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23.0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3225 0 0,'0'4'288'0'0,"0"-1"-288"0"0,0 0 0 0 0,0-2 0 0 0,0 2 280 0 0,0 0 0 0 0,2 2 0 0 0,-1 5 0 0 0,0 2-760 0 0,4 3-144 0 0,3 4-32 0 0,0-1-9 0 0,2 0 521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23.38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1840 0 0,'39'22'8835'0'0,"-7"2"-4322"0"0,-27-18-4240 0 0,0-1 1 0 0,0 1-1 0 0,-1-1 1 0 0,1 2-1 0 0,-2-1 1 0 0,1 0-1 0 0,-1 1 1 0 0,0-1-1 0 0,4 14 0 0 0,3 21-273 0 0,-8-30-498 0 0,0 0 1 0 0,1 0-1 0 0,5 13 0 0 0,-8-23 416 0 0,0-1 0 0 0,1 1 0 0 0,-1-1 0 0 0,0 0 0 0 0,0 1 0 0 0,0-1 0 0 0,0 1 0 0 0,1-1 0 0 0,-1 0 0 0 0,0 1 0 0 0,1-1 0 0 0,-1 0 0 0 0,0 0 0 0 0,0 1 0 0 0,1-1 0 0 0,-1 0 0 0 0,0 0 0 0 0,1 1 0 0 0,-1-1 0 0 0,1 0 0 0 0,-1 0 0 0 0,0 0 0 0 0,1 0 0 0 0,-1 1 0 0 0,1-1 0 0 0,-1 0 0 0 0,0 0 0 0 0,1 0 0 0 0,-1 0 0 0 0,1 0 0 0 0,-1 0 0 0 0,1 0 0 0 0,13-9-1353 0 0,7-19 657 0 0,-14 15 698 0 0,0-1 1 0 0,9-28-1 0 0,-13 32 184 0 0,0 0-1 0 0,1 0 1 0 0,1 0 0 0 0,0 0-1 0 0,0 1 1 0 0,1 0 0 0 0,12-16-1 0 0,-17 24-81 0 0,-1 1 0 0 0,0 0 0 0 0,1 0 0 0 0,-1-1 0 0 0,1 1 0 0 0,-1 0 0 0 0,1 0 0 0 0,-1-1 0 0 0,1 1 0 0 0,0 0 0 0 0,-1 0 0 0 0,1 0 0 0 0,-1 0 0 0 0,1 0 0 0 0,-1 0 0 0 0,1 0 0 0 0,-1 0 0 0 0,1 0 0 0 0,0 0 0 0 0,-1 0 0 0 0,1 0 0 0 0,-1 0 0 0 0,1 1 0 0 0,-1-1 0 0 0,1 0 0 0 0,-1 0 0 0 0,1 1 0 0 0,-1-1 0 0 0,1 0 0 0 0,-1 0 0 0 0,0 1 0 0 0,1-1 0 0 0,-1 1 0 0 0,1-1 0 0 0,-1 0 0 0 0,0 1 0 0 0,1-1 0 0 0,-1 1 0 0 0,0-1 0 0 0,1 1-1 0 0,-1-1 1 0 0,0 1 0 0 0,0-1 0 0 0,0 1 0 0 0,1-1 0 0 0,-1 2 0 0 0,13 27 638 0 0,-12-25-544 0 0,40 129 411 0 0,-35-117-1038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23.7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124 13 5185 0 0,'-4'-13'1627'0'0,"-3"30"2061"0"0,-29 53-38 0 0,19-42-2973 0 0,3 0 0 0 0,0 1 0 0 0,-12 39 0 0 0,25-64-685 0 0,0 1 0 0 0,0-1-1 0 0,0 1 1 0 0,0-1 0 0 0,1 1 0 0 0,0 0-1 0 0,0-1 1 0 0,0 1 0 0 0,1-1 0 0 0,-1 1-1 0 0,1 0 1 0 0,0-1 0 0 0,1 0 0 0 0,-1 1-1 0 0,1-1 1 0 0,2 5 0 0 0,-3-7-105 0 0,1 0 0 0 0,0 1 1 0 0,0-1-1 0 0,0 0 0 0 0,0 0 1 0 0,0 0-1 0 0,0 0 1 0 0,1 0-1 0 0,-1-1 0 0 0,0 1 1 0 0,1-1-1 0 0,0 0 0 0 0,-1 1 1 0 0,1-1-1 0 0,0 0 0 0 0,0-1 1 0 0,-1 1-1 0 0,1 0 0 0 0,0-1 1 0 0,0 0-1 0 0,0 1 0 0 0,0-1 1 0 0,0 0-1 0 0,0-1 1 0 0,0 1-1 0 0,3-1 0 0 0,-2 0-60 0 0,1 1 1 0 0,-1-1-1 0 0,1-1 0 0 0,-1 1 0 0 0,0-1 0 0 0,0 1 1 0 0,0-1-1 0 0,0 0 0 0 0,0-1 0 0 0,0 1 0 0 0,0-1 0 0 0,-1 0 1 0 0,1 1-1 0 0,4-7 0 0 0,-3 3 48 0 0,0 0 0 0 0,-1 0 0 0 0,0-1 0 0 0,0 0-1 0 0,-1 1 1 0 0,0-1 0 0 0,0 0 0 0 0,2-8 0 0 0,1-13 608 0 0,-1 1-1 0 0,-1-1 1 0 0,0-47 0 0 0,-3 62-23 0 0,-2 0 250 0 0,1 9-309 0 0,0 1 0 0 0,0-1 0 0 0,0 0 0 0 0,0 1 0 0 0,1-1-1 0 0,-1 1 1 0 0,3-7 0 0 0,12 47 2081 0 0,4 48-1694 0 0,-3 2 0 0 0,9 158 0 0 0,-25-238-767 0 0,6 93 265 0 0,-9 133 0 0 0,-2-174-654 0 0,-3 1 0 0 0,-2-2 1 0 0,-29 92-1 0 0,2-34-947 0 0,20-56 1064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25.2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89 3681 0 0,'0'0'185'0'0,"1"0"-1"0"0,-1 0 1 0 0,1-1 0 0 0,-1 1 0 0 0,1 0-1 0 0,-1 0 1 0 0,1 0 0 0 0,0 0 0 0 0,-1 0-1 0 0,1 0 1 0 0,-1 0 0 0 0,1 0 0 0 0,-1 0-1 0 0,1 1 1 0 0,-1-1 0 0 0,1 0 0 0 0,-1 0-1 0 0,1 0 1 0 0,-1 1 0 0 0,1-1 0 0 0,2 3 1293 0 0,-2-3-1293 0 0,-1 1-1 0 0,0-1 1 0 0,1 1 0 0 0,-1-1 0 0 0,0 1-1 0 0,0-1 1 0 0,1 1 0 0 0,10 15 389 0 0,0 0-1 0 0,-1 0 1 0 0,0 1 0 0 0,-2 1-1 0 0,0-1 1 0 0,-1 1 0 0 0,8 31-1 0 0,-2 8-676 0 0,8 75-1 0 0,4-191-2511 0 0,-4-28 1021 0 0,17-55 1699 0 0,-32 122 39 0 0,2 1-1 0 0,0 0 0 0 0,1 1 0 0 0,23-35 1 0 0,-31 50-58 0 0,1 0 1 0 0,1 0-1 0 0,-1 1 1 0 0,0-1-1 0 0,1 1 1 0 0,-1-1-1 0 0,1 1 1 0 0,0 0-1 0 0,0 0 0 0 0,0 0 1 0 0,0 0-1 0 0,0 0 1 0 0,0 1-1 0 0,1 0 1 0 0,3-2-1 0 0,-5 3-8 0 0,0 0 1 0 0,0 0-1 0 0,-1 0 0 0 0,1 0 0 0 0,0 1 0 0 0,0-1 0 0 0,0 1 0 0 0,0-1 1 0 0,0 1-1 0 0,0 0 0 0 0,0-1 0 0 0,0 1 0 0 0,-1 0 0 0 0,1 0 0 0 0,0 0 1 0 0,-1 0-1 0 0,1 1 0 0 0,-1-1 0 0 0,1 0 0 0 0,-1 1 0 0 0,1-1 0 0 0,-1 1 1 0 0,0-1-1 0 0,0 1 0 0 0,0 0 0 0 0,0 0 0 0 0,1 3 0 0 0,7 12 235 0 0,0 0 0 0 0,-2 1 0 0 0,0 0 1 0 0,6 31-1 0 0,10 82 104 0 0,0-5-829 0 0,-4-64-1255 0 0,-8-35-3750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25.62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62 6449 0 0,'-2'14'204'0'0,"0"-1"1"0"0,0 0-1 0 0,1 0 0 0 0,1 0 0 0 0,2 25 0 0 0,-1-8 249 0 0,-1-18-247 0 0,1 1 1 0 0,0-1-1 0 0,1 0 0 0 0,0 0 1 0 0,1 0-1 0 0,0 0 0 0 0,0 0 0 0 0,6 11 1 0 0,-7-20-185 0 0,0 1 1 0 0,0-1 0 0 0,0 0 0 0 0,0 0-1 0 0,1 0 1 0 0,-1 0 0 0 0,1 0 0 0 0,0-1-1 0 0,0 1 1 0 0,0-1 0 0 0,0 1 0 0 0,0-1 0 0 0,0 0-1 0 0,1-1 1 0 0,-1 1 0 0 0,1 0 0 0 0,-1-1-1 0 0,1 0 1 0 0,0 0 0 0 0,-1 0 0 0 0,1 0-1 0 0,0 0 1 0 0,0-1 0 0 0,0 0 0 0 0,-1 0-1 0 0,1 0 1 0 0,0 0 0 0 0,0-1 0 0 0,6 0-1 0 0,-3-1 29 0 0,0 1-1 0 0,0-1 0 0 0,-1 0 0 0 0,1-1 1 0 0,0 0-1 0 0,-1 0 0 0 0,1 0 0 0 0,-1-1 1 0 0,0 1-1 0 0,0-2 0 0 0,-1 1 1 0 0,1-1-1 0 0,-1 1 0 0 0,0-2 0 0 0,0 1 1 0 0,0 0-1 0 0,-1-1 0 0 0,0 0 0 0 0,0 0 1 0 0,0 0-1 0 0,-1-1 0 0 0,0 1 1 0 0,0-1-1 0 0,2-10 0 0 0,-2 9 49 0 0,-2-1 0 0 0,1 1 0 0 0,-1-1 0 0 0,0 1 0 0 0,-1-1 0 0 0,0 0 0 0 0,0 1-1 0 0,-1-1 1 0 0,0 1 0 0 0,0-1 0 0 0,-1 1 0 0 0,0-1 0 0 0,-1 1 0 0 0,0 0 0 0 0,0 0 0 0 0,-1 0 0 0 0,0 1 0 0 0,0-1 0 0 0,0 1-1 0 0,-7-8 1 0 0,6 9 30 0 0,0 1-1 0 0,-1 0 0 0 0,0-1 1 0 0,0 2-1 0 0,0-1 0 0 0,0 1 1 0 0,-1 0-1 0 0,0 0 0 0 0,0 1 1 0 0,0 0-1 0 0,0 0 1 0 0,0 1-1 0 0,-14-4 0 0 0,13 5-678 0 0,0 0-1 0 0,0 0 1 0 0,1 1-1 0 0,-1 0 0 0 0,0 1 1 0 0,0-1-1 0 0,0 1 1 0 0,-10 3-1 0 0,-4 3-4122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26.02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5 2304 0 0,'9'-5'10550'0'0,"2"24"-7149"0"0,5 28-1912 0 0,27 194 2107 0 0,-36-183-3649 0 0,2 0 0 0 0,3-1-1 0 0,2 0 1 0 0,22 55 0 0 0,-30-97-351 0 0,1-1 0 0 0,1 0 0 0 0,17 25-1 0 0,-21-33-186 0 0,1 0-1 0 0,1-1 0 0 0,-1 1 0 0 0,1-1 1 0 0,-1-1-1 0 0,9 6 0 0 0,5 0-5177 0 0</inkml:trace>
  <inkml:trace contextRef="#ctx0" brushRef="#br0" timeOffset="1">24 350 6913 0 0,'2'0'609'0'0,"1"-2"-481"0"0,3 1-128 0 0,-2-2 0 0 0,1 2 272 0 0,-1-2 32 0 0,5 0 8 0 0,6-3 0 0 0,8-4 232 0 0,10-4 56 0 0,8-2 8 0 0,3-2 0 0 0,-1 3-288 0 0,0 0-47 0 0,-2 1-17 0 0,8 0-2361 0 0,-2 0-471 0 0,-1 2-97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26.39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378 0 6449 0 0,'-11'1'605'0'0,"-1"0"-1"0"0,1 1 0 0 0,0 0 0 0 0,0 1 0 0 0,0 0 0 0 0,0 1 0 0 0,0 0 1 0 0,1 1-1 0 0,-1 0 0 0 0,1 0 0 0 0,0 1 0 0 0,-14 12 0 0 0,4-2-168 0 0,2 0 0 0 0,0 2 0 0 0,0 0 0 0 0,-25 35 1 0 0,-21 44 83 0 0,57-85-469 0 0,0 1 1 0 0,1 0-1 0 0,1 0 0 0 0,0 0 1 0 0,1 1-1 0 0,-3 14 1 0 0,6-25-71 0 0,1-1 1 0 0,0 1-1 0 0,0-1 1 0 0,0 1-1 0 0,0 0 0 0 0,1-1 1 0 0,-1 1-1 0 0,1-1 1 0 0,-1 1-1 0 0,1-1 1 0 0,0 0-1 0 0,0 1 1 0 0,0-1-1 0 0,0 0 1 0 0,0 1-1 0 0,1-1 1 0 0,-1 0-1 0 0,1 0 0 0 0,-1 0 1 0 0,1 0-1 0 0,0 0 1 0 0,0-1-1 0 0,0 1 1 0 0,0 0-1 0 0,0-1 1 0 0,0 0-1 0 0,0 1 1 0 0,0-1-1 0 0,1 0 1 0 0,3 1-1 0 0,9 4-149 0 0,0-1 0 0 0,0-1 1 0 0,1-1-1 0 0,15 2 0 0 0,0 1 56 0 0,-20-4 176 0 0,0 0 0 0 0,-1 1 1 0 0,1 1-1 0 0,-1 0 0 0 0,0 0 0 0 0,17 10 0 0 0,-25-12-53 0 0,0-1-1 0 0,0 1 0 0 0,0-1 0 0 0,-1 1 1 0 0,1-1-1 0 0,0 1 0 0 0,-1 0 1 0 0,1 0-1 0 0,-1 0 0 0 0,1 0 0 0 0,-1 0 1 0 0,0 1-1 0 0,0-1 0 0 0,0 0 0 0 0,0 0 1 0 0,-1 1-1 0 0,1-1 0 0 0,0 0 1 0 0,-1 1-1 0 0,0-1 0 0 0,0 1 0 0 0,1-1 1 0 0,-1 1-1 0 0,-1-1 0 0 0,1 0 1 0 0,0 1-1 0 0,-1-1 0 0 0,1 1 0 0 0,-1-1 1 0 0,0 0-1 0 0,1 1 0 0 0,-1-1 0 0 0,0 0 1 0 0,-1 0-1 0 0,1 0 0 0 0,-2 3 1 0 0,-8 13 51 0 0,-1-1-1 0 0,-1 0 1 0 0,0 0 0 0 0,-2-2 0 0 0,1 0 0 0 0,-31 24 0 0 0,-19 4-2323 0 0,41-32-3153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27.0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0 350 4609 0 0,'6'-2'368'0'0,"-1"0"0"0"0,0-1 0 0 0,0 1 0 0 0,0-1 0 0 0,0 0 0 0 0,-1-1 0 0 0,1 1 0 0 0,-1-1 0 0 0,6-6 0 0 0,-1 1 297 0 0,0-1-1 0 0,14-21 0 0 0,-18 21-424 0 0,0 0 0 0 0,0 0 0 0 0,-1-1-1 0 0,0 1 1 0 0,-1-1 0 0 0,0 0 0 0 0,-1 0-1 0 0,0 0 1 0 0,0-11 0 0 0,-1-3 286 0 0,-1 1-1 0 0,-7-49 0 0 0,7 72-516 0 0,0-1-1 0 0,0 1 0 0 0,0 0 1 0 0,0 0-1 0 0,0 0 1 0 0,0 0-1 0 0,-1-1 0 0 0,1 1 1 0 0,0 0-1 0 0,-1 0 0 0 0,1 0 1 0 0,0 0-1 0 0,-1 0 0 0 0,0 0 1 0 0,1 0-1 0 0,-1 0 1 0 0,1 0-1 0 0,-1 0 0 0 0,0 0 1 0 0,0 0-1 0 0,0 1 0 0 0,0-2 1 0 0,0 2 0 0 0,0 1-1 0 0,0-1 1 0 0,0 0 0 0 0,0 1-1 0 0,1-1 1 0 0,-1 1 0 0 0,0-1 0 0 0,0 1-1 0 0,1-1 1 0 0,-1 1 0 0 0,1 0 0 0 0,-1-1-1 0 0,0 1 1 0 0,1 0 0 0 0,-1 0 0 0 0,1-1-1 0 0,-1 1 1 0 0,1 0 0 0 0,0 0-1 0 0,-1 1 1 0 0,-20 54 352 0 0,13-29-373 0 0,2-1 0 0 0,1 1 0 0 0,1 0 0 0 0,-1 30 0 0 0,5-48-146 0 0,0 0 0 0 0,1 0-1 0 0,0-1 1 0 0,1 1 0 0 0,0 0-1 0 0,0 0 1 0 0,5 9 0 0 0,-5-13-63 0 0,0 0 1 0 0,1-1-1 0 0,0 1 0 0 0,0-1 1 0 0,0 1-1 0 0,0-1 1 0 0,1 0-1 0 0,-1-1 0 0 0,1 1 1 0 0,0 0-1 0 0,0-1 0 0 0,0 0 1 0 0,7 3-1 0 0,-9-4 146 0 0,1-1 0 0 0,0 1-1 0 0,-1-1 1 0 0,1 0-1 0 0,0 0 1 0 0,0 0 0 0 0,0-1-1 0 0,0 1 1 0 0,0-1-1 0 0,0 1 1 0 0,0-1 0 0 0,0 0-1 0 0,0 0 1 0 0,0 0 0 0 0,0-1-1 0 0,0 1 1 0 0,0-1-1 0 0,5-1 1 0 0,-3 0 118 0 0,-1-1-1 0 0,0 1 0 0 0,1-1 1 0 0,-1 1-1 0 0,0-1 1 0 0,-1-1-1 0 0,1 1 1 0 0,-1 0-1 0 0,1-1 1 0 0,4-6-1 0 0,1-4 336 0 0,0-1 1 0 0,-1 0-1 0 0,0 0 0 0 0,-2-1 0 0 0,9-26 1 0 0,-8 12 232 0 0,-6 23-320 0 0,0 0 0 0 0,0 1 1 0 0,1-1-1 0 0,0 1 0 0 0,0 0 0 0 0,1 0 1 0 0,0 0-1 0 0,4-8 0 0 0,-6 13-222 0 0,-1 1 0 0 0,0 0-1 0 0,0-1 1 0 0,1 1 0 0 0,-1-1 0 0 0,0 1-1 0 0,1 0 1 0 0,-1 0 0 0 0,1-1-1 0 0,-1 1 1 0 0,1 0 0 0 0,-1 0 0 0 0,0-1-1 0 0,1 1 1 0 0,-1 0 0 0 0,1 0 0 0 0,-1 0-1 0 0,1 0 1 0 0,-1-1 0 0 0,1 1-1 0 0,-1 0 1 0 0,1 0 0 0 0,-1 0 0 0 0,1 0-1 0 0,-1 0 1 0 0,1 0 0 0 0,-1 1-1 0 0,1-1 1 0 0,-1 0 0 0 0,1 0 0 0 0,-1 0-1 0 0,1 1 1 0 0,14 13 929 0 0,3 21-303 0 0,4 29-290 0 0,-14-37-507 0 0,16 38 1 0 0,-20-58-143 0 0,-1 0-1 0 0,1 0 0 0 0,0-1 0 0 0,0 0 1 0 0,1 1-1 0 0,0-1 0 0 0,0-1 0 0 0,1 1 1 0 0,-1-1-1 0 0,8 5 0 0 0,-11-9 91 0 0,-1 0 0 0 0,1 0 0 0 0,0 0 0 0 0,0 0 0 0 0,-1-1 1 0 0,1 1-1 0 0,0-1 0 0 0,0 1 0 0 0,0-1 0 0 0,0 0 0 0 0,0 0 0 0 0,0 0 0 0 0,0 0 0 0 0,0 0 0 0 0,0 0 0 0 0,0 0 0 0 0,0-1 0 0 0,0 1 0 0 0,0-1 0 0 0,0 1 0 0 0,-1-1 0 0 0,1 0 0 0 0,0 0 0 0 0,0 0 1 0 0,-1 0-1 0 0,1 0 0 0 0,0 0 0 0 0,-1 0 0 0 0,1 0 0 0 0,-1-1 0 0 0,0 1 0 0 0,1-1 0 0 0,-1 1 0 0 0,2-4 0 0 0,6-6-118 0 0,-1 0 0 0 0,-1-1 0 0 0,12-23 0 0 0,-15 26 428 0 0,27-55 571 0 0,-22 41-137 0 0,1 1 0 0 0,0 0 0 0 0,2 1 0 0 0,1 1 0 0 0,1 0 0 0 0,20-24 0 0 0,-32 42-491 0 0,-1 0 0 0 0,1 0-1 0 0,0 1 1 0 0,0-1 0 0 0,0 1-1 0 0,0-1 1 0 0,0 1 0 0 0,0-1-1 0 0,0 1 1 0 0,0 0 0 0 0,1 0 0 0 0,-1 0-1 0 0,0 0 1 0 0,1 1 0 0 0,-1-1-1 0 0,1 1 1 0 0,-1-1 0 0 0,1 1-1 0 0,-1 0 1 0 0,1 0 0 0 0,-1 0-1 0 0,5 1 1 0 0,-5 0-15 0 0,1 0 0 0 0,-1 1 0 0 0,0-1 0 0 0,0 1 0 0 0,0-1 0 0 0,0 1 0 0 0,0 0 0 0 0,0 0 0 0 0,0 0 0 0 0,0 0 0 0 0,-1 0 0 0 0,1 1-1 0 0,-1-1 1 0 0,0 0 0 0 0,1 1 0 0 0,-1-1 0 0 0,0 1 0 0 0,-1-1 0 0 0,1 1 0 0 0,1 4 0 0 0,3 17 286 0 0,3 39 0 0 0,-7-48-745 0 0,1 0 1 0 0,0 0-1 0 0,1 0 0 0 0,0 0 0 0 0,1 0 1 0 0,1-1-1 0 0,11 24 0 0 0,-1-15-5809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27.79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97 109 456 0 0,'20'-44'1432'0'0,"-13"25"272"0"0,2 1 1 0 0,12-10 5012 0 0,-29 63-4752 0 0,-51 104 2145 0 0,33-82-3385 0 0,-30 96 0 0 0,55-149-751 0 0,0 0 0 0 0,0 0 0 0 0,0 1 0 0 0,1-1 0 0 0,-1 0 0 0 0,1 0 0 0 0,0 1 0 0 0,0-1 0 0 0,1 0 0 0 0,-1 1 0 0 0,1-1 0 0 0,1 5 0 0 0,-1-7-35 0 0,0 0 1 0 0,0-1-1 0 0,0 1 0 0 0,0-1 0 0 0,0 1 1 0 0,1-1-1 0 0,-1 1 0 0 0,0-1 0 0 0,1 0 0 0 0,-1 1 1 0 0,1-1-1 0 0,-1 0 0 0 0,1 0 0 0 0,-1 0 1 0 0,1 0-1 0 0,0-1 0 0 0,-1 1 0 0 0,1 0 1 0 0,0-1-1 0 0,0 1 0 0 0,0-1 0 0 0,0 1 1 0 0,0-1-1 0 0,-1 0 0 0 0,1 0 0 0 0,0 0 1 0 0,0 0-1 0 0,0 0 0 0 0,4-1 0 0 0,7-2-221 0 0,0 1-1 0 0,0-2 0 0 0,0 0 0 0 0,0 0 1 0 0,16-9-1 0 0,-17 7 251 0 0,1 1 0 0 0,0 0 1 0 0,0 1-1 0 0,0 0 0 0 0,17-2 0 0 0,-29 6 39 0 0,1-1-1 0 0,-1 1 0 0 0,1 0 1 0 0,-1 0-1 0 0,1 0 1 0 0,-1 0-1 0 0,1 0 0 0 0,-1 0 1 0 0,1 0-1 0 0,0 1 1 0 0,-1-1-1 0 0,1 1 0 0 0,-1-1 1 0 0,0 1-1 0 0,1-1 0 0 0,-1 1 1 0 0,1 0-1 0 0,-1-1 1 0 0,0 1-1 0 0,1 0 0 0 0,-1 0 1 0 0,0 0-1 0 0,2 2 1 0 0,-3-1 12 0 0,1-1 0 0 0,0 1 0 0 0,0 0 0 0 0,-1 0 0 0 0,0 0 1 0 0,1 0-1 0 0,-1 0 0 0 0,0 0 0 0 0,0 0 0 0 0,0 0 0 0 0,0 0 1 0 0,0 0-1 0 0,0 0 0 0 0,0-1 0 0 0,-2 5 0 0 0,-2 8 49 0 0,-1 0 1 0 0,-1-1-1 0 0,-13 25 0 0 0,15-30-142 0 0,-24 47-2260 0 0,20-39-2712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28.1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9218 0 0,'12'26'1083'0'0,"-2"1"-1"0"0,0 0 1 0 0,-2 0 0 0 0,-1 0 0 0 0,-1 1-1 0 0,-1 0 1 0 0,-2 1 0 0 0,0 49 0 0 0,-8-39-1596 0 0,4-37 127 0 0,1 0 0 0 0,-1-1 0 0 0,1 1 0 0 0,-1 0 0 0 0,0 0 1 0 0,0 0-1 0 0,0 0 0 0 0,0-1 0 0 0,0 1 0 0 0,0 0 0 0 0,0-1 0 0 0,-1 1 0 0 0,1-1 0 0 0,0 0 0 0 0,-1 1 0 0 0,-2 1 0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28.47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6209 0 0,'4'1'0'0'0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28.7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11522 0 0,'10'7'609'0'0,"0"0"0"0"0,-1 0 0 0 0,1 1-1 0 0,-1 0 1 0 0,-1 1 0 0 0,0 0 0 0 0,0 0-1 0 0,-1 1 1 0 0,0 0 0 0 0,0 0 0 0 0,-1 0-1 0 0,6 15 1 0 0,-7-7-315 0 0,0 1-1 0 0,-1 0 1 0 0,-1 0-1 0 0,2 25 1 0 0,-4-22-683 0 0,2-1 1 0 0,10 40 0 0 0,-13-60 298 0 0,0 0 1 0 0,0 0-1 0 0,1 0 1 0 0,-1 0-1 0 0,0-1 1 0 0,1 1-1 0 0,-1 0 1 0 0,0 0-1 0 0,1 0 1 0 0,-1-1-1 0 0,1 1 1 0 0,-1 0-1 0 0,1 0 1 0 0,0-1-1 0 0,-1 1 1 0 0,1 0-1 0 0,0-1 1 0 0,-1 1-1 0 0,1-1 1 0 0,0 1-1 0 0,0-1 1 0 0,0 1-1 0 0,-1-1 1 0 0,1 0 0 0 0,0 1-1 0 0,1-1 1 0 0,0 0-11 0 0,-1 0 0 0 0,1 0 1 0 0,-1-1-1 0 0,1 1 1 0 0,-1 0-1 0 0,0-1 1 0 0,1 1-1 0 0,-1-1 0 0 0,1 0 1 0 0,-1 1-1 0 0,0-1 1 0 0,1 0-1 0 0,-1 0 1 0 0,2-1-1 0 0,6-6-209 0 0,-1-1 0 0 0,0 0 0 0 0,9-12 0 0 0,-11 14 200 0 0,23-34-683 0 0,39-70 0 0 0,8-11 383 0 0,-74 119 445 0 0,0-1 1 0 0,1 1-1 0 0,-1 0 1 0 0,1 0 0 0 0,0 0-1 0 0,0 1 1 0 0,0-1-1 0 0,0 1 1 0 0,7-4-1 0 0,-10 6-6 0 0,1-1 0 0 0,-1 1 1 0 0,1 0-1 0 0,-1 0 0 0 0,1 0 0 0 0,-1 0 0 0 0,1 0 0 0 0,-1 0 0 0 0,1 0 0 0 0,-1 0 0 0 0,1 0 0 0 0,-1 0 0 0 0,1 0 0 0 0,-1 0 0 0 0,1 0 0 0 0,-1 0 0 0 0,1 0 0 0 0,-1 1 0 0 0,1-1 0 0 0,-1 0 0 0 0,0 0 0 0 0,1 0 0 0 0,-1 1 0 0 0,1-1 0 0 0,-1 0 0 0 0,0 1 0 0 0,1-1 0 0 0,0 1 0 0 0,0 1 58 0 0,0-1 0 0 0,-1 1-1 0 0,1 0 1 0 0,0 0 0 0 0,-1-1-1 0 0,1 1 1 0 0,-1 0 0 0 0,1 0-1 0 0,-1 0 1 0 0,0 0 0 0 0,0 4-1 0 0,1 53 1268 0 0,-1 8-1078 0 0,7-22-4889 0 0,-3-27-466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29.13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3225 0 0,'1'1'141'0'0,"0"0"0"0"0,0 0 0 0 0,0-1 0 0 0,0 1 0 0 0,-1 0 0 0 0,1 0 1 0 0,0 0-1 0 0,0 0 0 0 0,0 0 0 0 0,-1 0 0 0 0,1 0 0 0 0,-1 0 0 0 0,1 0 0 0 0,-1 1 1 0 0,1-1-1 0 0,-1 0 0 0 0,1 0 0 0 0,-1 0 0 0 0,0 2 0 0 0,5 30 2826 0 0,-5-25-2723 0 0,2 14 1096 0 0,-2 1 0 0 0,-3 35 1 0 0,0-35-1332 0 0,2-1 0 0 0,3 35 0 0 0,14-91-8749 0 0,-9-10 8996 0 0,6-30 1486 0 0,-11 69-1375 0 0,-1 0 0 0 0,1 0 0 0 0,0 0 1 0 0,0 0-1 0 0,0 0 0 0 0,1 0 0 0 0,0 1 0 0 0,0-1 0 0 0,0 1 0 0 0,6-7 0 0 0,-8 10-268 0 0,0 1 0 0 0,0-1-1 0 0,0 1 1 0 0,0-1 0 0 0,0 0-1 0 0,0 1 1 0 0,0 0 0 0 0,0-1 0 0 0,0 1-1 0 0,0 0 1 0 0,0-1 0 0 0,0 1-1 0 0,0 0 1 0 0,1 0 0 0 0,-1 0-1 0 0,0 0 1 0 0,0 0 0 0 0,0 0-1 0 0,0 0 1 0 0,0 0 0 0 0,0 1 0 0 0,0-1-1 0 0,1 0 1 0 0,-1 1 0 0 0,0-1-1 0 0,0 0 1 0 0,0 1 0 0 0,0 0-1 0 0,0-1 1 0 0,-1 1 0 0 0,1-1-1 0 0,0 1 1 0 0,0 0 0 0 0,0 0 0 0 0,0 0-1 0 0,-1-1 1 0 0,1 1 0 0 0,0 0-1 0 0,-1 0 1 0 0,1 0 0 0 0,0 1-1 0 0,4 7 357 0 0,1-1-1 0 0,-1 1 0 0 0,5 13 0 0 0,-9-19-318 0 0,15 39 180 0 0,-1 1 1 0 0,-3 0 0 0 0,-1 1 0 0 0,-3 0-1 0 0,-1 1 1 0 0,-2-1 0 0 0,-3 1-1 0 0,-1 0 1 0 0,-2 0 0 0 0,-2 0 0 0 0,-12 59-1 0 0,9-75-519 0 0,-2-1-1 0 0,-1 0 1 0 0,-1-1-1 0 0,-2 0 0 0 0,-25 44 1 0 0,9-24-6705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33.8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279 58 2761 0 0,'-14'-58'8609'0'0,"6"67"-5244"0"0,-12 7-2744 0 0,19-15-518 0 0,-13 11-20 0 0,1 2 0 0 0,0 0 0 0 0,2 0-1 0 0,-1 1 1 0 0,2 0 0 0 0,0 1 0 0 0,1 0-1 0 0,0 1 1 0 0,2 0 0 0 0,0 0 0 0 0,0 1 0 0 0,2 0-1 0 0,0 0 1 0 0,-3 24 0 0 0,8-39-90 0 0,0 0 1 0 0,1 0-1 0 0,-1 0 1 0 0,0 0-1 0 0,1 0 1 0 0,0 1-1 0 0,-1-1 1 0 0,1 0-1 0 0,0 0 1 0 0,1 0-1 0 0,-1-1 1 0 0,1 1-1 0 0,-1 0 1 0 0,1 0-1 0 0,0-1 1 0 0,0 1 0 0 0,0-1-1 0 0,0 0 1 0 0,0 1-1 0 0,0-1 1 0 0,1 0-1 0 0,-1 0 1 0 0,1 0-1 0 0,3 1 1 0 0,8 4-13 0 0,0 0 0 0 0,0-1 0 0 0,1-1 1 0 0,15 4-1 0 0,16 6-112 0 0,-20-4 40 0 0,0 1 0 0 0,-1 1 0 0 0,24 17 0 0 0,-42-25 56 0 0,0 0 0 0 0,0 0 0 0 0,-1 1 0 0 0,1 0 0 0 0,-1 0 1 0 0,-1 1-1 0 0,1-1 0 0 0,-1 1 0 0 0,0 0 0 0 0,-1 1 1 0 0,1-1-1 0 0,-1 1 0 0 0,-1 0 0 0 0,4 11 0 0 0,-6-15 26 0 0,0 0 0 0 0,-1 0 0 0 0,1 0 0 0 0,-1 0-1 0 0,0 0 1 0 0,0 0 0 0 0,-1 1 0 0 0,1-1 0 0 0,-1 0-1 0 0,0 0 1 0 0,0 0 0 0 0,0 0 0 0 0,-1 0 0 0 0,-2 5-1 0 0,0-2 90 0 0,0-1-1 0 0,0 0 0 0 0,0 0 0 0 0,-1-1 0 0 0,0 0 0 0 0,0 1 0 0 0,-10 7 0 0 0,-1-3 159 0 0,1 1-1 0 0,-2-2 0 0 0,1 0 1 0 0,-1-1-1 0 0,-28 9 0 0 0,2-5 105 0 0,-59 9 0 0 0,62-14-2921 0 0,-73 22 0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34.2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61 6449 0 0,'48'-15'1937'0'0,"1"2"-1"0"0,0 1 1 0 0,1 3-1 0 0,54-2 0 0 0,-59 13-4355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34.60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34 1 5065 0 0,'-10'-1'5092'0'0,"9"2"-4955"0"0,-5 15 2279 0 0,3 31-1092 0 0,2-33-357 0 0,-8 110 9 0 0,5-1 0 0 0,17 170 0 0 0,-12-284-1463 0 0,6 36 811 0 0,4-22-6816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35.0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1 141 4145 0 0,'35'-3'2106'0'0,"-31"2"-1809"0"0,-1 0 0 0 0,0 0 0 0 0,1 1 0 0 0,-1-1 0 0 0,1 1 0 0 0,-1 0 0 0 0,1 0 0 0 0,-1 0 0 0 0,1 1 0 0 0,-1-1 0 0 0,1 1-1 0 0,-1-1 1 0 0,0 1 0 0 0,1 1 0 0 0,-1-1 0 0 0,0 0 0 0 0,0 1 0 0 0,0-1 0 0 0,0 1 0 0 0,0 0 0 0 0,0 0 0 0 0,0 0 0 0 0,4 5 0 0 0,71 88 1672 0 0,-53-60-1763 0 0,59 59 1 0 0,-74-85-129 0 0,0-1 0 0 0,0 0 0 0 0,0 0 0 0 0,1-1 0 0 0,0-1 0 0 0,1 1 0 0 0,-1-2 0 0 0,1 0 0 0 0,0 0 0 0 0,24 5 0 0 0,-35-10 3 0 0,1 1 0 0 0,-1-1 0 0 0,1 0 0 0 0,0 0 1 0 0,-1 0-1 0 0,1 0 0 0 0,-1 0 0 0 0,1 0 0 0 0,0 0 0 0 0,-1 0 0 0 0,1-1 0 0 0,-1 1 0 0 0,1 0 0 0 0,-1-1 0 0 0,1 0 0 0 0,-1 1 0 0 0,1-1 0 0 0,-1 0 1 0 0,1 0-1 0 0,-1 0 0 0 0,0 1 0 0 0,0-2 0 0 0,1 1 0 0 0,0-1 0 0 0,0-1 16 0 0,0 0 1 0 0,0 0-1 0 0,-1 0 1 0 0,1-1-1 0 0,-1 1 1 0 0,0 0-1 0 0,0-1 1 0 0,0 1-1 0 0,0 0 1 0 0,0-7-1 0 0,0-8 91 0 0,-1 1 0 0 0,-1 0 0 0 0,-4-26 0 0 0,5 41-173 0 0,-9-41 137 0 0,-16-55 1 0 0,13 59-2829 0 0,-12-74 1 0 0,22 96-3057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35.5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180 0 4145 0 0,'-5'6'1031'0'0,"-1"0"-1"0"0,0-1 1 0 0,0 1 0 0 0,0-1-1 0 0,-14 7 1 0 0,-17 16 1071 0 0,26-18-1322 0 0,-4 2-186 0 0,1 2 1 0 0,-17 19-1 0 0,29-30-584 0 0,-1-1 0 0 0,1 1 1 0 0,0-1-1 0 0,1 1 0 0 0,-1 0 0 0 0,0 0 1 0 0,1 0-1 0 0,-1 0 0 0 0,1 0 0 0 0,0 0 1 0 0,0 0-1 0 0,0 1 0 0 0,1-1 0 0 0,-1 0 1 0 0,1 0-1 0 0,0 1 0 0 0,0-1 0 0 0,0 0 1 0 0,0 1-1 0 0,0-1 0 0 0,1 4 0 0 0,1-5-8 0 0,-1 0 0 0 0,0 1-1 0 0,1-1 1 0 0,-1 0 0 0 0,1 0 0 0 0,0 0-1 0 0,0 0 1 0 0,0-1 0 0 0,0 1-1 0 0,0 0 1 0 0,0-1 0 0 0,0 1 0 0 0,1-1-1 0 0,-1 0 1 0 0,0 0 0 0 0,1 0-1 0 0,-1 0 1 0 0,1 0 0 0 0,-1 0 0 0 0,4 0-1 0 0,8 2 127 0 0,1-1 0 0 0,20 1-1 0 0,-20-2-50 0 0,19 1 23 0 0,50 6-65 0 0,-77-6-37 0 0,0-1 0 0 0,0 1 0 0 0,-1 0 0 0 0,1 0 0 0 0,-1 1 0 0 0,1-1 0 0 0,-1 2 0 0 0,0-1 0 0 0,8 7 0 0 0,-11-9-1 0 0,-1 1 1 0 0,0 0-1 0 0,0 1 1 0 0,-1-1-1 0 0,1 0 0 0 0,0 0 1 0 0,-1 1-1 0 0,1-1 1 0 0,-1 1-1 0 0,0-1 0 0 0,0 1 1 0 0,0 0-1 0 0,0 0 1 0 0,0-1-1 0 0,-1 1 0 0 0,1 0 1 0 0,-1 5-1 0 0,0-2 36 0 0,0 0 0 0 0,-1 0 0 0 0,1 0 0 0 0,-2 0 0 0 0,1 0 1 0 0,-1 0-1 0 0,-4 10 0 0 0,-3 3 126 0 0,0-2 0 0 0,-1 1 0 0 0,-25 31 0 0 0,23-36-90 0 0,1 0 1 0 0,-2 0-1 0 0,0-1 1 0 0,-14 10 0 0 0,-10 2-4813 0 0,19-14-537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36.0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75 0 6913 0 0,'-1'0'126'0'0,"0"1"0"0"0,1-1-1 0 0,-1 0 1 0 0,1 1-1 0 0,-1-1 1 0 0,0 1-1 0 0,1-1 1 0 0,-1 1-1 0 0,1-1 1 0 0,-1 1-1 0 0,1-1 1 0 0,0 1-1 0 0,-1-1 1 0 0,1 1-1 0 0,0 0 1 0 0,-1-1-1 0 0,1 1 1 0 0,0 0-1 0 0,-1-1 1 0 0,1 1-1 0 0,0 0 1 0 0,0-1-1 0 0,0 2 1 0 0,-9 26 970 0 0,7-22-732 0 0,-9 33 761 0 0,1 0 0 0 0,-6 71-1 0 0,4 85-26 0 0,10-151-865 0 0,0 75-20 0 0,19 197 0 0 0,-6-234-368 0 0,3-2 1 0 0,4 1-1 0 0,37 101 0 0 0,-44-153-119 0 0,1 0 0 0 0,2-1 0 0 0,0-1 0 0 0,2 0 0 0 0,1-1 0 0 0,1-1 0 0 0,1-1 0 0 0,2 0 0 0 0,0-2 0 0 0,1 0 0 0 0,1-1 0 0 0,1-2 0 0 0,1 0 0 0 0,41 22 0 0 0,6-5-4080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36.5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10594 0 0,'8'1'270'0'0,"0"0"-1"0"0,-1 0 1 0 0,1 1 0 0 0,0 0-1 0 0,0 0 1 0 0,-1 1-1 0 0,1 0 1 0 0,-1 0-1 0 0,0 1 1 0 0,0 0 0 0 0,7 5-1 0 0,2 3 238 0 0,-1 0-1 0 0,0 0 1 0 0,19 21-1 0 0,-19-14-354 0 0,0 0-1 0 0,-2 1 0 0 0,0 1 1 0 0,-1 0-1 0 0,-1 1 0 0 0,-1 0 1 0 0,-1 0-1 0 0,-1 1 0 0 0,8 36 1 0 0,-3 8 219 0 0,-2 1 1 0 0,1 76 0 0 0,-10-47-1695 0 0,-4-1 0 0 0,-4 0-1 0 0,-5 0 1 0 0,-25 104 0 0 0,9-75-3800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7:34.88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98 56 6449 0 0,'-4'-55'3666'0'0,"-4"90"-289"0"0,-11 139-1294 0 0,-26 500 156 0 0,36-471-2725 0 0,-4-119-3320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7:35.00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0 163 2761 0 0,'0'-51'4196'0'0,"13"-61"2484"0"0,-4 122-5813 0 0,10 13-760 0 0,-18-21 52 0 0,92 124 2372 0 0,-87-115-1545 0 0,-11-12-531 0 0,-11-19-486 0 0,2-17-2678 0 0,10 21-3131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7:35.66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 40 5985 0 0,'-1'0'45'0'0,"1"0"0"0"0,-1-1 0 0 0,1 1 1 0 0,-1 0-1 0 0,1 0 0 0 0,-1-1 0 0 0,1 1 0 0 0,0-1 0 0 0,-1 1 0 0 0,1 0 0 0 0,-1-1 0 0 0,1 1 0 0 0,0-1 0 0 0,0 1 0 0 0,-1-1 0 0 0,1 1 0 0 0,0-1 0 0 0,-1 1 0 0 0,1-1 0 0 0,0 1 0 0 0,0-1 1 0 0,0 1-1 0 0,0-1 0 0 0,0 1 0 0 0,0-1 0 0 0,0 0 0 0 0,0 1 0 0 0,0-1 0 0 0,0 1 0 0 0,0-1 0 0 0,0 1 0 0 0,0-1 0 0 0,0 1 0 0 0,0-1 0 0 0,0 0 0 0 0,1 1 0 0 0,-1-1 0 0 0,1 0 1 0 0,0 0 99 0 0,-1 1 1 0 0,1-1 0 0 0,0 0-1 0 0,0 1 1 0 0,0-1 0 0 0,0 1-1 0 0,0-1 1 0 0,0 1 0 0 0,0-1 0 0 0,1 1-1 0 0,-1 0 1 0 0,0 0 0 0 0,0 0-1 0 0,0-1 1 0 0,0 1 0 0 0,0 0-1 0 0,0 0 1 0 0,1 0 0 0 0,-1 1 0 0 0,1-1-1 0 0,2 1 116 0 0,0 1-1 0 0,0-1 0 0 0,-1 1 0 0 0,1 0 0 0 0,-1 0 1 0 0,1 0-1 0 0,-1 1 0 0 0,0-1 0 0 0,0 1 0 0 0,0-1 1 0 0,0 1-1 0 0,0 0 0 0 0,0 0 0 0 0,-1 1 0 0 0,0-1 1 0 0,0 0-1 0 0,3 6 0 0 0,4 9 228 0 0,0 0 1 0 0,6 20-1 0 0,-14-34-403 0 0,47 147 1211 0 0,9 25-763 0 0,-47-151-444 0 0,1-1-1 0 0,1-1 1 0 0,1 0 0 0 0,31 41-1 0 0,-41-60-51 0 0,0-1 0 0 0,0 1 0 0 0,0-1 0 0 0,0 0 0 0 0,0 0 0 0 0,1-1-1 0 0,0 1 1 0 0,-1-1 0 0 0,1 1 0 0 0,0-1 0 0 0,0-1 0 0 0,0 1 0 0 0,0 0 0 0 0,6 0 0 0 0,-8-1-9 0 0,0-1 0 0 0,1 0 0 0 0,-1 0 0 0 0,0 0 1 0 0,0-1-1 0 0,0 1 0 0 0,0-1 0 0 0,1 1 0 0 0,-1-1 0 0 0,0 0 1 0 0,0 1-1 0 0,0-1 0 0 0,0 0 0 0 0,0 0 0 0 0,0-1 0 0 0,-1 1 1 0 0,1 0-1 0 0,0-1 0 0 0,-1 1 0 0 0,1-1 0 0 0,0 1 1 0 0,-1-1-1 0 0,0 0 0 0 0,1 0 0 0 0,-1 1 0 0 0,0-1 0 0 0,0 0 1 0 0,0 0-1 0 0,0 0 0 0 0,0-4 0 0 0,10-24 194 0 0,-1-1 0 0 0,-2 0 0 0 0,7-60 0 0 0,-3 22-116 0 0,-4 21-81 0 0,26-113-105 0 0,-27 137 78 0 0,0 1 0 0 0,2-1 0 0 0,1 2 0 0 0,18-33-1 0 0,-28 54 11 0 0,1 0-1 0 0,-1-1 1 0 0,1 1-1 0 0,0 0 1 0 0,0-1-1 0 0,0 1 1 0 0,0 0 0 0 0,0 0-1 0 0,0 0 1 0 0,0 0-1 0 0,0 0 1 0 0,0 0-1 0 0,0 0 1 0 0,0 0-1 0 0,1 1 1 0 0,-1-1-1 0 0,0 0 1 0 0,1 1-1 0 0,-1-1 1 0 0,0 1-1 0 0,1-1 1 0 0,1 1-1 0 0,-2 0 7 0 0,1 0-1 0 0,-1 1 1 0 0,0-1 0 0 0,0 1-1 0 0,0-1 1 0 0,1 1-1 0 0,-1 0 1 0 0,0-1-1 0 0,0 1 1 0 0,0 0-1 0 0,0 0 1 0 0,0 0-1 0 0,0 0 1 0 0,-1 0-1 0 0,1 0 1 0 0,0 0-1 0 0,0 0 1 0 0,-1 0-1 0 0,2 2 1 0 0,3 8 49 0 0,0 0-1 0 0,-1 0 0 0 0,6 23 1 0 0,-10-32-70 0 0,28 122-67 0 0,32 111 392 0 0,-51-206-675 0 0,2-1 0 0 0,1 0 0 0 0,2 0 0 0 0,0-2 0 0 0,34 47 0 0 0,-31-52-971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7:36.04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2 577 5065 0 0,'-1'1'33'0'0,"1"-1"-1"0"0,0 1 1 0 0,0-1-1 0 0,0 1 1 0 0,0 0 0 0 0,0-1-1 0 0,0 1 1 0 0,0 0-1 0 0,0-1 1 0 0,0 1 0 0 0,0 0-1 0 0,0-1 1 0 0,0 1-1 0 0,0 0 1 0 0,0-1 0 0 0,1 1-1 0 0,-1-1 1 0 0,0 1-1 0 0,0 0 1 0 0,1-1 0 0 0,-1 1-1 0 0,0-1 1 0 0,1 1-1 0 0,-1-1 1 0 0,1 1 0 0 0,-1-1-1 0 0,1 1 1 0 0,-1-1-1 0 0,1 0 1 0 0,-1 1 0 0 0,1-1-1 0 0,-1 1 1 0 0,1-1-1 0 0,-1 0 1 0 0,1 0 0 0 0,0 1-1 0 0,2-1 99 0 0,-1 0-1 0 0,0 0 1 0 0,1 0 0 0 0,-1 0 0 0 0,1 0-1 0 0,-1-1 1 0 0,0 1 0 0 0,1-1-1 0 0,-1 0 1 0 0,3-1 0 0 0,8-3 867 0 0,-1-1 0 0 0,21-13 1 0 0,-17 6-370 0 0,0 0 0 0 0,-2-1 0 0 0,1 0 1 0 0,-2-1-1 0 0,0-1 0 0 0,-1 0 0 0 0,0 0 0 0 0,-2-2 1 0 0,0 1-1 0 0,13-32 0 0 0,-9 15-341 0 0,-3 0 0 0 0,0-1 0 0 0,-2 0-1 0 0,-2 0 1 0 0,4-41 0 0 0,-11 65-250 0 0,0 1 0 0 0,0-1 0 0 0,-1 0 0 0 0,-3-17 0 0 0,4 25-31 0 0,-1 0-1 0 0,0 0 0 0 0,0 0 0 0 0,0 0 0 0 0,-1 0 1 0 0,1 1-1 0 0,0-1 0 0 0,-1 0 0 0 0,-2-2 0 0 0,3 4-7 0 0,0 0 0 0 0,0 0 1 0 0,0 0-1 0 0,0 0 0 0 0,0 1 0 0 0,0-1 0 0 0,0 1 0 0 0,0-1 0 0 0,0 0 0 0 0,0 1 0 0 0,-1 0 1 0 0,1-1-1 0 0,0 1 0 0 0,0 0 0 0 0,0 0 0 0 0,-1-1 0 0 0,1 1 0 0 0,0 0 0 0 0,0 0 0 0 0,0 0 1 0 0,-1 0-1 0 0,1 1 0 0 0,-2-1 0 0 0,1 1-33 0 0,-1 0 1 0 0,1 0-1 0 0,-1 1 1 0 0,1-1 0 0 0,0 0-1 0 0,0 1 1 0 0,0 0-1 0 0,-1-1 1 0 0,2 1-1 0 0,-1 0 1 0 0,0 0-1 0 0,0 0 1 0 0,1 0-1 0 0,-1 0 1 0 0,1 1 0 0 0,-3 3-1 0 0,-16 43-296 0 0,17-41 266 0 0,-5 14-168 0 0,2 1 1 0 0,0-1-1 0 0,1 1 0 0 0,2 0 1 0 0,0 0-1 0 0,1 45 0 0 0,2-58 191 0 0,1 0 0 0 0,0-1-1 0 0,0 1 1 0 0,1 0-1 0 0,0-1 1 0 0,1 1-1 0 0,0-1 1 0 0,0 0 0 0 0,1 0-1 0 0,0 0 1 0 0,1 0-1 0 0,0-1 1 0 0,0 0 0 0 0,1 0-1 0 0,0 0 1 0 0,0-1-1 0 0,1 0 1 0 0,0 0 0 0 0,9 6-1 0 0,-11-9-263 0 0,0-1-1 0 0,1 0 1 0 0,-1 0 0 0 0,1-1-1 0 0,10 4 1 0 0,10 0-4911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7:36.39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190 10 3681 0 0,'-1'-1'70'0'0,"1"0"0"0"0,-1 1 0 0 0,1-1 0 0 0,0 1 0 0 0,-1-1 1 0 0,1 0-1 0 0,-1 1 0 0 0,0-1 0 0 0,1 1 0 0 0,-1 0 0 0 0,1-1 0 0 0,-1 1 0 0 0,0-1 1 0 0,1 1-1 0 0,-1 0 0 0 0,0-1 0 0 0,1 1 0 0 0,-1 0 0 0 0,0 0 0 0 0,0-1 0 0 0,1 1 1 0 0,-1 0-1 0 0,0 0 0 0 0,0 0 0 0 0,1 0 0 0 0,-1 0 0 0 0,0 0 0 0 0,0 0 0 0 0,1 0 1 0 0,-1 1-1 0 0,0-1 0 0 0,1 0 0 0 0,-1 0 0 0 0,-1 1 0 0 0,-19 22 3138 0 0,16-17-3325 0 0,-13 18 508 0 0,1 0 1 0 0,2 2-1 0 0,1-1 0 0 0,0 2 1 0 0,2 0-1 0 0,1 0 0 0 0,2 1 1 0 0,0 0-1 0 0,2 1 1 0 0,-6 50-1 0 0,12-69-313 0 0,1 0 1 0 0,1 1-1 0 0,0-1 0 0 0,0 0 1 0 0,4 14-1 0 0,-5-22-79 0 0,1 0-1 0 0,0 0 0 0 0,-1 0 1 0 0,1 0-1 0 0,0 0 1 0 0,1 0-1 0 0,-1 0 1 0 0,0 0-1 0 0,0 0 1 0 0,1 0-1 0 0,-1 0 0 0 0,1-1 1 0 0,2 3-1 0 0,-3-4-18 0 0,0 1 0 0 0,0-1 0 0 0,1 1 0 0 0,-1-1-1 0 0,0 1 1 0 0,1-1 0 0 0,-1 0 0 0 0,0 1 0 0 0,1-1 0 0 0,-1 0-1 0 0,0 0 1 0 0,1 0 0 0 0,-1 0 0 0 0,0-1 0 0 0,1 1-1 0 0,-1 0 1 0 0,0 0 0 0 0,1-1 0 0 0,-1 1 0 0 0,0-1 0 0 0,0 1-1 0 0,0-1 1 0 0,1 0 0 0 0,1-1 0 0 0,4-2-163 0 0,0-1 1 0 0,0-1-1 0 0,0 0 0 0 0,-1 0 1 0 0,0 0-1 0 0,0 0 0 0 0,9-14 1 0 0,32-58-639 0 0,-34 54 654 0 0,25-48-98 0 0,-24 43 592 0 0,1 0 0 0 0,31-42 1 0 0,-45 69-184 0 0,0 0 0 0 0,1 0 0 0 0,-1 0 0 0 0,1 1 0 0 0,-1-1 0 0 0,1 1 0 0 0,-1-1 1 0 0,1 1-1 0 0,0 0 0 0 0,0-1 0 0 0,0 1 0 0 0,0 0 0 0 0,0 0 0 0 0,0 0 1 0 0,0 1-1 0 0,0-1 0 0 0,0 0 0 0 0,0 1 0 0 0,0-1 0 0 0,0 1 0 0 0,5 0 1 0 0,-4 0 18 0 0,-1 1 0 0 0,1 0 0 0 0,-1 0 1 0 0,1 0-1 0 0,-1 0 0 0 0,1 0 0 0 0,-1 1 1 0 0,1-1-1 0 0,-1 1 0 0 0,0-1 0 0 0,0 1 1 0 0,0 0-1 0 0,0 0 0 0 0,0 0 0 0 0,2 3 1 0 0,6 9 336 0 0,0 1 1 0 0,-1 1 0 0 0,-1 0-1 0 0,9 21 1 0 0,-13-29-518 0 0,17 45 393 0 0,-12-29-805 0 0,1-1 0 0 0,1 0 1 0 0,0-1-1 0 0,24 33 0 0 0,-20-37-6197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7:36.70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128 22 3225 0 0,'0'0'34'0'0,"1"-1"0"0"0,-1 0 0 0 0,1 0 0 0 0,-1 0-1 0 0,1 0 1 0 0,-1 0 0 0 0,1 0 0 0 0,-1 0 0 0 0,0 0 0 0 0,0 0 0 0 0,0-1 0 0 0,1 1 0 0 0,-1 0 0 0 0,0 0 0 0 0,0 0 0 0 0,-1-2 0 0 0,1 3 53 0 0,0 0 1 0 0,-1-1-1 0 0,1 1 0 0 0,0 0 1 0 0,-1 0-1 0 0,1 0 1 0 0,0 0-1 0 0,-1-1 0 0 0,1 1 1 0 0,-1 0-1 0 0,1 0 0 0 0,0 0 1 0 0,-1 0-1 0 0,1 0 1 0 0,0 0-1 0 0,-1 0 0 0 0,1 0 1 0 0,-1 0-1 0 0,1 0 1 0 0,0 0-1 0 0,-1 0 0 0 0,1 0 1 0 0,0 0-1 0 0,-1 1 0 0 0,1-1 1 0 0,-1 0-1 0 0,1 0 1 0 0,0 0-1 0 0,-1 1 0 0 0,-3 1 565 0 0,0 0 0 0 0,0 0 0 0 0,0 1 1 0 0,0 0-1 0 0,1-1 0 0 0,-6 7 0 0 0,-3 4 188 0 0,2 1 0 0 0,0 0 1 0 0,1 1-1 0 0,-13 27 1 0 0,17-32-605 0 0,1-1 0 0 0,1 1-1 0 0,-1 0 1 0 0,2 0 0 0 0,-1 0 0 0 0,2 1 0 0 0,-1-1 0 0 0,1 0 0 0 0,1 13 0 0 0,0-20-222 0 0,0 0 1 0 0,1 0-1 0 0,0 0 0 0 0,-1-1 0 0 0,1 1 1 0 0,0 0-1 0 0,0-1 0 0 0,0 1 1 0 0,1-1-1 0 0,-1 1 0 0 0,1-1 0 0 0,-1 1 1 0 0,1-1-1 0 0,0 0 0 0 0,0 0 0 0 0,0 0 1 0 0,2 2-1 0 0,1-1 31 0 0,-1 0 0 0 0,1 0 0 0 0,-1-1 0 0 0,1 0 0 0 0,0 0 1 0 0,0 0-1 0 0,0 0 0 0 0,9 1 0 0 0,7 0 116 0 0,0-1 0 0 0,1-1 0 0 0,33-2 1 0 0,-40 0-143 0 0,-3 1-32 0 0,-8-1-14 0 0,0 1 0 0 0,0 0 1 0 0,1 0-1 0 0,-1 0 1 0 0,0 0-1 0 0,0 1 0 0 0,7 1 1 0 0,-10-1 20 0 0,0-1 1 0 0,0 1-1 0 0,0 0 1 0 0,0 0-1 0 0,0-1 1 0 0,0 1-1 0 0,0 0 1 0 0,0 0-1 0 0,-1 0 1 0 0,1 0-1 0 0,0 0 1 0 0,0 0-1 0 0,-1 0 1 0 0,1 0-1 0 0,-1 0 1 0 0,1 0-1 0 0,-1 0 0 0 0,0 1 1 0 0,1-1-1 0 0,-1 0 1 0 0,0 0-1 0 0,0 0 1 0 0,0 1-1 0 0,1-1 1 0 0,-1 0-1 0 0,-1 0 1 0 0,1 1-1 0 0,0-1 1 0 0,0 0-1 0 0,0 0 1 0 0,-1 2-1 0 0,-3 16-115 0 0,-1 0-1 0 0,-1 0 1 0 0,-1-1-1 0 0,-1 0 1 0 0,0 0 0 0 0,-1 0-1 0 0,-14 18 1 0 0,-12 27-1276 0 0,32-55-233 0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7:37.07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 0 1840 0 0,'1'0'131'0'0,"0"1"-1"0"0,0-1 0 0 0,0 0 1 0 0,0 1-1 0 0,-1-1 0 0 0,1 1 1 0 0,0-1-1 0 0,0 1 0 0 0,0 0 1 0 0,-1-1-1 0 0,1 1 1 0 0,0 0-1 0 0,-1-1 0 0 0,1 1 1 0 0,-1 0-1 0 0,1 0 0 0 0,-1-1 1 0 0,1 1-1 0 0,-1 0 0 0 0,1 0 1 0 0,-1 0-1 0 0,0 0 0 0 0,0 0 1 0 0,1 0-1 0 0,-1 0 0 0 0,0 0 1 0 0,0-1-1 0 0,0 1 0 0 0,0 0 1 0 0,0 2-1 0 0,0 36 2305 0 0,0-33-2044 0 0,-13 146 3350 0 0,0 23-1088 0 0,17-210-2796 0 0,2 0 0 0 0,17-55 1 0 0,-18 72 92 0 0,-1 7 43 0 0,24-80-289 0 0,-25 84 428 0 0,0-1 0 0 0,1 1-1 0 0,0 0 1 0 0,0 0-1 0 0,0 0 1 0 0,1 0 0 0 0,0 1-1 0 0,0 0 1 0 0,8-7 0 0 0,-12 12-34 0 0,0 0 1 0 0,0 1-1 0 0,0-1 1 0 0,0 1-1 0 0,0-1 1 0 0,0 1-1 0 0,1-1 1 0 0,-1 1-1 0 0,0 0 1 0 0,0-1-1 0 0,0 1 0 0 0,0 0 1 0 0,1 0-1 0 0,-1 0 1 0 0,0 0-1 0 0,0 0 1 0 0,0 0-1 0 0,1 0 1 0 0,-1 1-1 0 0,0-1 1 0 0,0 0-1 0 0,0 1 1 0 0,0-1-1 0 0,1 1 1 0 0,-1-1-1 0 0,0 1 1 0 0,0-1-1 0 0,0 1 1 0 0,0 0-1 0 0,0-1 1 0 0,0 1-1 0 0,-1 0 1 0 0,1 0-1 0 0,0 0 1 0 0,0 0-1 0 0,0 0 1 0 0,-1 0-1 0 0,1 0 1 0 0,-1 0-1 0 0,1 1 1 0 0,5 7 305 0 0,-1 0 1 0 0,0 1 0 0 0,6 14 0 0 0,-9-18-281 0 0,25 66 458 0 0,-15-37-394 0 0,25 50-1 0 0,-32-74-542 0 0,1-1-1 0 0,1 0 0 0 0,0 0 0 0 0,0-1 1 0 0,0 0-1 0 0,2 0 0 0 0,-1-1 0 0 0,18 14 0 0 0,-7-11-1469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7:37.41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28 137 920 0 0,'-2'1'289'0'0,"0"0"0"0"0,0 1 0 0 0,0-1 0 0 0,0 0 0 0 0,0 1 0 0 0,0 0 0 0 0,1-1-1 0 0,-1 1 1 0 0,0 0 0 0 0,1 0 0 0 0,0 0 0 0 0,-1 0 0 0 0,1 0 0 0 0,0 0 0 0 0,0 1 0 0 0,-1 2 0 0 0,2-4-110 0 0,0 1 0 0 0,1-1 1 0 0,-1 1-1 0 0,0-1 0 0 0,1 0 1 0 0,-1 1-1 0 0,1-1 0 0 0,-1 0 0 0 0,1 1 1 0 0,0-1-1 0 0,-1 0 0 0 0,1 0 1 0 0,0 0-1 0 0,0 0 0 0 0,0 0 1 0 0,0 0-1 0 0,0 0 0 0 0,0 0 1 0 0,0 0-1 0 0,0 0 0 0 0,0 0 1 0 0,1-1-1 0 0,-1 1 0 0 0,0 0 0 0 0,1-1 1 0 0,-1 1-1 0 0,0-1 0 0 0,3 1 1 0 0,3 2 350 0 0,7 2 347 0 0,0 1 1 0 0,0 0 0 0 0,-1 1-1 0 0,1 0 1 0 0,-2 1-1 0 0,1 1 1 0 0,19 17 0 0 0,25 41-221 0 0,-17-19-365 0 0,-28-39-93 0 0,-11-20 276 0 0,-10-25 573 0 0,7 32-912 0 0,-5-20 227 0 0,1-1 1 0 0,1-1-1 0 0,1 1 1 0 0,-2-46-1 0 0,6 60-649 0 0,1-1 0 0 0,0 1 1 0 0,0 0-1 0 0,1 0 0 0 0,0 0 0 0 0,1 1 0 0 0,0-1 0 0 0,1 0 1 0 0,0 1-1 0 0,1 0 0 0 0,0 0 0 0 0,1 0 0 0 0,9-13 0 0 0,-1 6-6740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7:38.05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68 337 8754 0 0,'2'-4'783'0'0,"0"1"1"0"0,0 0 0 0 0,0 0-1 0 0,0 0 1 0 0,1 0 0 0 0,-1 0-1 0 0,1 1 1 0 0,5-5 0 0 0,2-2 430 0 0,7-9-406 0 0,-1-1-1 0 0,-1 0 1 0 0,15-27 0 0 0,-24 36-783 0 0,-1-1 1 0 0,0 1 0 0 0,0-1-1 0 0,-1 0 1 0 0,-1 0 0 0 0,0 0-1 0 0,0 0 1 0 0,-1-1 0 0 0,0-12-1 0 0,-1 21-21 0 0,-1 1-1 0 0,0-1 0 0 0,0 0 1 0 0,0 0-1 0 0,0 1 0 0 0,-1-1 0 0 0,1 0 1 0 0,-1 0-1 0 0,0 1 0 0 0,1-1 1 0 0,-1 1-1 0 0,0-1 0 0 0,-1 0 1 0 0,1 1-1 0 0,0 0 0 0 0,-1-1 0 0 0,1 1 1 0 0,-1 0-1 0 0,0 0 0 0 0,0 0 1 0 0,0 0-1 0 0,0 0 0 0 0,0 0 0 0 0,0 0 1 0 0,0 1-1 0 0,-1-1 0 0 0,1 1 1 0 0,0 0-1 0 0,-1 0 0 0 0,-4-2 1 0 0,3 2-19 0 0,0 1 0 0 0,0-1 1 0 0,0 1-1 0 0,0 0 1 0 0,0 0-1 0 0,0 0 1 0 0,1 0-1 0 0,-1 1 1 0 0,0 0-1 0 0,0 0 1 0 0,0 0-1 0 0,0 0 1 0 0,0 0-1 0 0,1 1 1 0 0,-1 0-1 0 0,1 0 1 0 0,-1 0-1 0 0,1 0 1 0 0,0 0-1 0 0,-6 6 1 0 0,0 2 15 0 0,0 0 1 0 0,0 0 0 0 0,1 1-1 0 0,0 1 1 0 0,1-1 0 0 0,0 1 0 0 0,1 0-1 0 0,0 1 1 0 0,1-1 0 0 0,1 1-1 0 0,-6 27 1 0 0,9-33 28 0 0,0-1 0 0 0,0 1 1 0 0,1-1-1 0 0,0 1 0 0 0,0 0 0 0 0,1-1 0 0 0,0 1 0 0 0,0 0 1 0 0,0-1-1 0 0,1 0 0 0 0,4 11 0 0 0,-4-13 2 0 0,0 0 0 0 0,1 1 0 0 0,0-1 0 0 0,0 0 0 0 0,0 0 0 0 0,0-1 0 0 0,1 1 0 0 0,-1-1 0 0 0,1 0 0 0 0,0 0 0 0 0,0 0-1 0 0,0 0 1 0 0,1 0 0 0 0,-1-1 0 0 0,0 0 0 0 0,1 0 0 0 0,5 1 0 0 0,-3-1 16 0 0,0 0 0 0 0,-1 0-1 0 0,1-1 1 0 0,0 0 0 0 0,0-1-1 0 0,0 0 1 0 0,0 0 0 0 0,1 0-1 0 0,-1-1 1 0 0,13-3 0 0 0,-4 0-555 0 0,0-2 1 0 0,-1 1-1 0 0,24-13 1 0 0,0-3-6605 0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7:38.8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 2 14283 0 0,'3'-2'-667'0'0,"1"10"345"0"0,-1 11 748 0 0,1 70 1484 0 0,-11 110-1 0 0,2-103-1348 0 0,-2 19-300 0 0,-1 46-158 0 0,11-54-5908 0 0,-1-93 356 0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7:39.17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4145 0 0,'2'3'281'0'0,"0"-1"1"0"0,0 1-1 0 0,0 0 1 0 0,0-1-1 0 0,0 1 1 0 0,1-1-1 0 0,0 1 1 0 0,4 2-1 0 0,1 2 528 0 0,35 37 2260 0 0,-1 1-1 0 0,46 67 1 0 0,57 111 402 0 0,-131-199-3342 0 0,1-1-1 0 0,1-1 0 0 0,29 31 0 0 0,-40-47-103 0 0,1 0 0 0 0,0-1 0 0 0,0 0-1 0 0,0 0 1 0 0,0 0 0 0 0,1-1 0 0 0,0 0-1 0 0,0 0 1 0 0,0-1 0 0 0,0 0 0 0 0,1 0 0 0 0,-1-1-1 0 0,1 0 1 0 0,0 0 0 0 0,-1 0 0 0 0,1-1-1 0 0,9 0 1 0 0,-15-1 20 0 0,0-1-1 0 0,1 1 0 0 0,-1 0 1 0 0,0-1-1 0 0,0 1 1 0 0,0-1-1 0 0,1 0 0 0 0,-1 1 1 0 0,0-1-1 0 0,0 0 1 0 0,0 0-1 0 0,0-1 0 0 0,0 1 1 0 0,-1 0-1 0 0,1-1 1 0 0,0 1-1 0 0,0-1 1 0 0,1-2-1 0 0,0 1 12 0 0,-1-1-1 0 0,0 0 1 0 0,0 1 0 0 0,0-1-1 0 0,-1 0 1 0 0,1 0 0 0 0,-1 0-1 0 0,0 0 1 0 0,1-6-1 0 0,-1-8 46 0 0,0 1 0 0 0,-1 0-1 0 0,-3-32 1 0 0,2 45-102 0 0,-3-34-319 0 0,-7-124 186 0 0,11 135-2461 0 0,2 1 0 0 0,5-31 0 0 0,0 25-3745 0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7:39.41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8754 0 0,'10'12'583'0'0,"0"0"0"0"0,-1 0 0 0 0,0 1 1 0 0,-1 0-1 0 0,-1 1 0 0 0,0 0 0 0 0,-1 0 0 0 0,0 1 1 0 0,-1-1-1 0 0,-1 1 0 0 0,0 0 0 0 0,2 21 0 0 0,-6-34-845 0 0,1 0 0 0 0,-1 0 0 0 0,0 0 0 0 0,1 0-1 0 0,-1 0 1 0 0,0 0 0 0 0,-1 0 0 0 0,1 0 0 0 0,0-1-1 0 0,0 1 1 0 0,-1 0 0 0 0,1 0 0 0 0,-1 0 0 0 0,0 0-1 0 0,0 0 1 0 0,1-1 0 0 0,-2 3 0 0 0,-1-5 224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7:39.57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0 10594 0 0,'-3'2'944'0'0,"3"-1"-751"0"0,1 0-193 0 0,1 1 0 0 0,0 0 144 0 0,0 0-8 0 0,2 0 0 0 0,-1 2 0 0 0,2 4-224 0 0,3 2-40 0 0,0 0-16 0 0,0 1 0 0 0,0 0-329 0 0,1 0-63 0 0,-1 1-8 0 0,3 0-8 0 0,1 0 552 0 0,-2 0 0 0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7:39.81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1 5529 0 0,'0'0'130'0'0,"-1"1"0"0"0,1-1-1 0 0,0 1 1 0 0,0-1 0 0 0,-1 0-1 0 0,1 1 1 0 0,0-1 0 0 0,0 1-1 0 0,0-1 1 0 0,-1 1 0 0 0,1-1-1 0 0,0 1 1 0 0,0-1 0 0 0,0 1 0 0 0,0-1-1 0 0,0 1 1 0 0,0-1 0 0 0,0 1-1 0 0,0-1 1 0 0,0 1 0 0 0,1-1-1 0 0,-1 1 1 0 0,0-1 0 0 0,0 1-1 0 0,0-1 1 0 0,0 1 0 0 0,1-1-1 0 0,-1 1 1 0 0,0-1 0 0 0,0 0 0 0 0,1 1-1 0 0,0 0 1 0 0,9 22 1701 0 0,-9-20-1492 0 0,14 27 1597 0 0,3 6-478 0 0,-1 2 0 0 0,-2-1 0 0 0,11 45 0 0 0,1 82-570 0 0,-20-94-6412 0 0,-3-25-969 0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7:40.0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6 103 6913 0 0,'0'0'36'0'0,"-1"0"-1"0"0,1 0 1 0 0,0-1-1 0 0,-1 1 0 0 0,1 0 1 0 0,0 0-1 0 0,0-1 0 0 0,-1 1 1 0 0,1 0-1 0 0,0 0 0 0 0,0-1 1 0 0,-1 1-1 0 0,1 0 1 0 0,0-1-1 0 0,0 1 0 0 0,0 0 1 0 0,-1-1-1 0 0,1 1 0 0 0,0 0 1 0 0,0-1-1 0 0,0 1 0 0 0,0 0 1 0 0,0-1-1 0 0,0 1 1 0 0,0-1-1 0 0,0 1 0 0 0,0 0 1 0 0,0-1-1 0 0,0 1 0 0 0,0 0 1 0 0,0-1-1 0 0,0 1 0 0 0,0-1 1 0 0,0 1-1 0 0,0 0 0 0 0,1-1 1 0 0,-1 1-1 0 0,0 0 1 0 0,0-1-1 0 0,1 1 0 0 0,15-19 1191 0 0,26-10 742 0 0,-30 22-1610 0 0,0 1-1 0 0,1 1 1 0 0,0 0 0 0 0,0 1 0 0 0,0 0-1 0 0,0 1 1 0 0,1 0 0 0 0,19-1-1 0 0,4 3-886 0 0,65 7-1 0 0,-64-3 648 0 0,-4 0-118 0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7:40.31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1 250 3225 0 0,'4'8'537'0'0,"2"-1"1"0"0,-1 1-1 0 0,1-1 1 0 0,0 0-1 0 0,0 0 1 0 0,0-1-1 0 0,1 0 1 0 0,0 0 0 0 0,1-1-1 0 0,-1 0 1 0 0,1 0-1 0 0,0 0 1 0 0,11 3-1 0 0,-18-7-393 0 0,0-1-1 0 0,-1 0 0 0 0,1 1 1 0 0,0-1-1 0 0,0 0 0 0 0,0 0 1 0 0,0 0-1 0 0,0 0 0 0 0,0 0 1 0 0,0 0-1 0 0,0 0 0 0 0,0 0 1 0 0,0 0-1 0 0,0 0 0 0 0,0 0 1 0 0,0-1-1 0 0,0 1 0 0 0,0 0 1 0 0,0-1-1 0 0,0 1 0 0 0,0-1 1 0 0,0 1-1 0 0,-1-1 0 0 0,1 0 1 0 0,1 0-1 0 0,0-1 128 0 0,-1 0-1 0 0,0 0 1 0 0,0 0 0 0 0,0 0-1 0 0,0 0 1 0 0,-1 0 0 0 0,1 0-1 0 0,0 0 1 0 0,-1 0 0 0 0,1 0-1 0 0,-1-4 1 0 0,1-6 629 0 0,-1 0 0 0 0,0 0 0 0 0,-3-16 1 0 0,2 24-838 0 0,-2-20 150 0 0,-1 1 129 0 0,2-1-1 0 0,0 1 0 0 0,2-25 1 0 0,0 43-553 0 0,1 0 1 0 0,-1-1-1 0 0,1 1 0 0 0,0 0 1 0 0,1-1-1 0 0,-1 1 1 0 0,1 0-1 0 0,0 0 1 0 0,0 0-1 0 0,1 0 0 0 0,-1 1 1 0 0,1-1-1 0 0,0 1 1 0 0,0-1-1 0 0,1 1 0 0 0,-1 0 1 0 0,1 0-1 0 0,8-6 1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7:40.6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152 22 1840 0 0,'-2'-2'373'0'0,"1"1"0"0"0,-1-1 0 0 0,0 0-1 0 0,1 1 1 0 0,-1-1 0 0 0,0 1 0 0 0,0-1-1 0 0,0 1 1 0 0,0 0 0 0 0,0 0 0 0 0,0 0-1 0 0,0 0 1 0 0,0 0 0 0 0,-1 0 0 0 0,1 1 0 0 0,0-1-1 0 0,0 1 1 0 0,-1-1 0 0 0,1 1 0 0 0,0 0-1 0 0,-1 0 1 0 0,-3 1 0 0 0,3 0-50 0 0,-1 1 0 0 0,1-1 0 0 0,1 1 1 0 0,-1 0-1 0 0,0 0 0 0 0,0 0 0 0 0,1 0 0 0 0,-1 1 1 0 0,1-1-1 0 0,0 1 0 0 0,-1 0 0 0 0,1-1 1 0 0,0 1-1 0 0,-2 5 0 0 0,-10 14 910 0 0,-16 36 0 0 0,28-53-1177 0 0,-1 1 0 0 0,1 0 0 0 0,0 0 0 0 0,0 0 0 0 0,1 0 0 0 0,-1 1 0 0 0,1-1 0 0 0,1 0 0 0 0,-1 0 0 0 0,1 1 0 0 0,0-1 0 0 0,2 9 0 0 0,-2-15-121 0 0,0 1 0 0 0,0 0 0 0 0,0-1 0 0 0,0 1 0 0 0,0 0 0 0 0,1 0 0 0 0,-1-1 0 0 0,0 1 0 0 0,0 0 0 0 0,1-1 0 0 0,-1 1 0 0 0,1 0 0 0 0,-1-1 0 0 0,0 1 0 0 0,1-1 0 0 0,-1 1 0 0 0,1-1-1 0 0,-1 1 1 0 0,1-1 0 0 0,0 1 0 0 0,-1-1 0 0 0,1 1 0 0 0,-1-1 0 0 0,1 0 0 0 0,0 1 0 0 0,-1-1 0 0 0,1 0 0 0 0,0 0 0 0 0,-1 1 0 0 0,1-1 0 0 0,0 0 0 0 0,0 0 0 0 0,0 0 0 0 0,1 0-124 0 0,1-1 1 0 0,-1 0-1 0 0,0 1 0 0 0,0-1 0 0 0,-1 0 1 0 0,1 0-1 0 0,0 0 0 0 0,0 0 1 0 0,0-1-1 0 0,-1 1 0 0 0,3-3 0 0 0,6-4-830 0 0,-2-2-1 0 0,14-17 0 0 0,16-35-1135 0 0,-30 45 2065 0 0,2 1 0 0 0,1 0 0 0 0,15-19 0 0 0,-26 35 198 0 0,1-1 1 0 0,-1 0-1 0 0,1 0 0 0 0,-1 1 1 0 0,1-1-1 0 0,0 0 0 0 0,-1 1 1 0 0,1-1-1 0 0,0 0 0 0 0,0 1 1 0 0,0-1-1 0 0,-1 1 0 0 0,1-1 1 0 0,0 1-1 0 0,0 0 0 0 0,0-1 1 0 0,0 1-1 0 0,0 0 1 0 0,0 0-1 0 0,0 0 0 0 0,0-1 1 0 0,0 1-1 0 0,0 0 0 0 0,-1 0 1 0 0,1 0-1 0 0,2 1 0 0 0,-2-1 33 0 0,0 1 0 0 0,0 0-1 0 0,0 0 1 0 0,0 0-1 0 0,-1-1 1 0 0,1 1 0 0 0,0 0-1 0 0,0 0 1 0 0,0 0-1 0 0,-1 0 1 0 0,1 1 0 0 0,-1-1-1 0 0,1 0 1 0 0,-1 0-1 0 0,1 0 1 0 0,0 3 0 0 0,1 5 337 0 0,0 0 0 0 0,0 1 0 0 0,0 17 0 0 0,-2-20-464 0 0,1 29-296 0 0,6 38 1 0 0,-3-55-737 0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7:40.90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37 0 9674 0 0,'-1'0'126'0'0,"0"0"0"0"0,0 0 0 0 0,0 1 0 0 0,0-1 0 0 0,0 0 0 0 0,1 0 0 0 0,-1 1 1 0 0,0-1-1 0 0,0 0 0 0 0,0 1 0 0 0,0-1 0 0 0,0 1 0 0 0,1 0 0 0 0,-1-1 0 0 0,0 1 0 0 0,0-1 0 0 0,1 1 0 0 0,-1 0 0 0 0,0 0 0 0 0,1-1 0 0 0,-1 1 0 0 0,1 0 0 0 0,-1 0 0 0 0,1 0 0 0 0,-1 0 1 0 0,1-1-1 0 0,0 1 0 0 0,-1 0 0 0 0,1 0 0 0 0,0 0 0 0 0,0 0 0 0 0,-1 2 0 0 0,-8 37 1771 0 0,6-14-1237 0 0,1 1-1 0 0,2 1 0 0 0,1-1 0 0 0,1 0 1 0 0,1-1-1 0 0,1 1 0 0 0,11 36 0 0 0,71 179 858 0 0,-75-213-1508 0 0,49 118-2025 0 0,-45-112-5360 0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7:41.09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39 98 14283 0 0,'-7'-4'326'0'0,"3"2"-152"0"0,0 0-1 0 0,0 0 1 0 0,0 0-1 0 0,1-1 1 0 0,-1 0-1 0 0,-5-5 0 0 0,9 6-153 0 0,1 1 0 0 0,-1-1 0 0 0,1 1 1 0 0,-1 0-1 0 0,1-1 0 0 0,0 1 0 0 0,-1 0 0 0 0,1-1 0 0 0,0 1 0 0 0,0 0 0 0 0,0 0 0 0 0,0 0 0 0 0,0 0 0 0 0,0 0 0 0 0,0 0 0 0 0,0 0 0 0 0,0 0 0 0 0,1 0 0 0 0,-1 0 0 0 0,0 1 0 0 0,1-1 0 0 0,-1 1 0 0 0,0-1 0 0 0,3 0 0 0 0,39-10 1230 0 0,-39 10-1224 0 0,43-9 749 0 0,-20 3-1111 0 0,0 2-1 0 0,1 0 1 0 0,43 0 0 0 0,-41 6 318 0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7:41.37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35 393 1840 0 0,'5'-3'460'0'0,"0"-1"0"0"0,1 0-1 0 0,-1 0 1 0 0,0-1-1 0 0,-1 1 1 0 0,1-1-1 0 0,-1 0 1 0 0,0 0 0 0 0,5-10-1 0 0,2-3 904 0 0,14-33 0 0 0,-19 36-985 0 0,-1-1 0 0 0,-1 1 0 0 0,0-1 0 0 0,0 0 0 0 0,1-32 0 0 0,-4 41-337 0 0,-1-1-1 0 0,0 1 1 0 0,-1 0-1 0 0,1-1 1 0 0,-1 1-1 0 0,-1 0 0 0 0,1 0 1 0 0,-1-1-1 0 0,-1 1 1 0 0,1 1-1 0 0,-1-1 1 0 0,0 0-1 0 0,-1 1 0 0 0,0-1 1 0 0,-6-8-1 0 0,8 13 48 0 0,1 1 0 0 0,0-1 0 0 0,-1 0 0 0 0,0 1 0 0 0,1-1 0 0 0,-1 1 0 0 0,0-1 0 0 0,0 1 0 0 0,1 0 0 0 0,-1 0 0 0 0,0 0-1 0 0,0 0 1 0 0,-1 0 0 0 0,1 0 0 0 0,0 0 0 0 0,0 1 0 0 0,0-1 0 0 0,0 1 0 0 0,-1 0 0 0 0,1-1 0 0 0,0 1 0 0 0,0 0 0 0 0,-1 0 0 0 0,1 1 0 0 0,0-1 0 0 0,0 0-1 0 0,0 1 1 0 0,-1-1 0 0 0,1 1 0 0 0,0 0 0 0 0,0 0 0 0 0,0 0 0 0 0,0 0 0 0 0,0 0 0 0 0,0 0 0 0 0,-2 2 0 0 0,0 0 134 0 0,1 1-1 0 0,-1-1 1 0 0,1 1 0 0 0,0 0 0 0 0,0 0-1 0 0,0 0 1 0 0,1 0 0 0 0,0 0-1 0 0,-1 0 1 0 0,1 1 0 0 0,1-1 0 0 0,-1 1-1 0 0,1 0 1 0 0,0-1 0 0 0,-2 10 0 0 0,3-2-35 0 0,1 0-1 0 0,0 0 1 0 0,0 0 0 0 0,1-1 0 0 0,1 1 0 0 0,0 0-1 0 0,0-1 1 0 0,1 0 0 0 0,1 0 0 0 0,0 0 0 0 0,0 0-1 0 0,14 19 1 0 0,-4-9-50 0 0,0-1 0 0 0,1-1 1 0 0,1 0-1 0 0,1-1 0 0 0,23 18 0 0 0,-22-22-507 0 0,1-1 0 0 0,0-1 0 0 0,0 0 0 0 0,45 17 0 0 0,-23-15-6915 0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7:41.83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22 35 6913 0 0,'-19'-20'1098'0'0,"16"10"456"0"0,4 9-1448 0 0,-1 1-1 0 0,0 0 1 0 0,1-1-1 0 0,-1 1 1 0 0,1 0-1 0 0,-1-1 1 0 0,0 1-1 0 0,1 0 1 0 0,-1 0-1 0 0,1 0 1 0 0,-1-1-1 0 0,1 1 1 0 0,-1 0-1 0 0,1 0 1 0 0,-1 0-1 0 0,1 0 1 0 0,0 0-1 0 0,-1 0 1 0 0,1 0-1 0 0,-1 0 1 0 0,1 0-1 0 0,-1 0 1 0 0,1 0-1 0 0,-1 0 0 0 0,1 1 1 0 0,2 0 127 0 0,0-1 0 0 0,-1 1 0 0 0,1 1-1 0 0,-1-1 1 0 0,1 0 0 0 0,-1 1 0 0 0,0-1 0 0 0,1 1 0 0 0,-1 0 0 0 0,0 0 0 0 0,0 0-1 0 0,0 0 1 0 0,0 0 0 0 0,2 4 0 0 0,24 36 1374 0 0,-26-38-1437 0 0,62 127 2401 0 0,-17-32-2505 0 0,-35-76-1396 0 0,2 0 0 0 0,16 22 0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7:42.0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31 14283 0 0,'4'-2'-89'0'0,"1"-1"1"0"0,0 1-1 0 0,0 0 0 0 0,0 0 1 0 0,0 0-1 0 0,6-1 0 0 0,-8 2 205 0 0,5-1 62 0 0,32-9-12 0 0,-38 11-413 0 0,0 0-1 0 0,0-1 1 0 0,0 1 0 0 0,0 0 0 0 0,0 0-1 0 0,0 1 1 0 0,0-1 0 0 0,0 0 0 0 0,0 1-1 0 0,0-1 1 0 0,0 1 0 0 0,-1-1 0 0 0,1 1-1 0 0,0 0 1 0 0,0 0 0 0 0,0 0 0 0 0,2 2-1 0 0,4 5-261 0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7:42.6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17 181 6913 0 0,'-17'-4'2245'0'0,"31"11"1560"0"0,-3 5-3153 0 0,-1 1 0 0 0,0 0 0 0 0,-1 0 0 0 0,0 1 0 0 0,-1 1 0 0 0,0-1 0 0 0,5 17 0 0 0,4 6-219 0 0,-20-45-497 0 0,1 0 0 0 0,0 0 0 0 0,0 0 0 0 0,0 0 0 0 0,1 0 0 0 0,0 0 0 0 0,1 0 0 0 0,0 0 0 0 0,0 0 0 0 0,2-13 0 0 0,1 1-238 0 0,1 0-1 0 0,0 0 1 0 0,9-21-1 0 0,-8 28 148 0 0,0 1-1 0 0,1 0 1 0 0,0 0-1 0 0,0 1 1 0 0,2 0-1 0 0,-1 0 1 0 0,15-15-1 0 0,-20 23 251 0 0,1 0-1 0 0,0 0 0 0 0,1 0 1 0 0,-1 0-1 0 0,0 1 0 0 0,1-1 0 0 0,-1 1 1 0 0,1 0-1 0 0,0 0 0 0 0,0 0 1 0 0,0 1-1 0 0,0-1 0 0 0,0 1 1 0 0,0 0-1 0 0,0 0 0 0 0,0 1 0 0 0,0-1 1 0 0,0 1-1 0 0,1 0 0 0 0,-1 0 1 0 0,0 0-1 0 0,0 0 0 0 0,1 1 0 0 0,-1 0 1 0 0,0 0-1 0 0,0 0 0 0 0,7 3 1 0 0,-6-1 95 0 0,0 0 0 0 0,0 1 1 0 0,0-1-1 0 0,-1 1 1 0 0,1 0-1 0 0,-1 0 0 0 0,0 1 1 0 0,0-1-1 0 0,-1 1 1 0 0,1 0-1 0 0,-1 0 0 0 0,4 8 1 0 0,5 11-34 0 0,12 37 0 0 0,-15-37-254 0 0,49 107-2984 0 0,-46-104 2099 0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7:43.04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329 7 8290 0 0,'-4'-1'188'0'0,"0"-1"0"0"0,-1 1 0 0 0,1 0 1 0 0,0 0-1 0 0,-1 1 0 0 0,1-1 0 0 0,0 1 1 0 0,-1 0-1 0 0,1 0 0 0 0,-1 1 0 0 0,1-1 0 0 0,-1 1 1 0 0,1 0-1 0 0,0 0 0 0 0,-8 3 0 0 0,-8 3 614 0 0,-35 17-1 0 0,37-15-204 0 0,1 1-1 0 0,0 1 1 0 0,0 0 0 0 0,-25 25-1 0 0,35-31-461 0 0,1 1-1 0 0,0 0 1 0 0,1 0-1 0 0,0 1 0 0 0,0 0 1 0 0,0 0-1 0 0,1 0 1 0 0,0 1-1 0 0,0-1 0 0 0,1 1 1 0 0,0 0-1 0 0,0 0 1 0 0,-3 15-1 0 0,6-21-144 0 0,0 0-1 0 0,0 0 1 0 0,0 0-1 0 0,1 0 1 0 0,-1 0 0 0 0,1 0-1 0 0,-1 0 1 0 0,1-1-1 0 0,0 1 1 0 0,-1 0 0 0 0,1 0-1 0 0,0-1 1 0 0,0 1-1 0 0,0 0 1 0 0,0-1 0 0 0,1 1-1 0 0,-1-1 1 0 0,0 0-1 0 0,1 1 1 0 0,-1-1-1 0 0,0 0 1 0 0,1 0 0 0 0,0 0-1 0 0,-1 0 1 0 0,1 0-1 0 0,0 0 1 0 0,-1 0 0 0 0,1 0-1 0 0,4 0 1 0 0,6 3-247 0 0,0-1-1 0 0,1 0 1 0 0,19 2 0 0 0,-14-3-72 0 0,75 7-660 0 0,-55-7 550 0 0,47 9-1 0 0,-75-9 306 0 0,0 1 0 0 0,-1-1 0 0 0,1 2 0 0 0,-1-1-1 0 0,1 1 1 0 0,-1 1 0 0 0,0 0 0 0 0,-1 0 0 0 0,14 10-1 0 0,-20-13 109 0 0,1 0-1 0 0,-1 0 0 0 0,0 0 0 0 0,0 1 0 0 0,0-1 0 0 0,0 1 0 0 0,0-1 1 0 0,0 1-1 0 0,-1 0 0 0 0,1-1 0 0 0,-1 1 0 0 0,0 0 0 0 0,0 0 1 0 0,0 0-1 0 0,0 0 0 0 0,0 0 0 0 0,-1 0 0 0 0,1 1 0 0 0,-1-1 0 0 0,0 3 1 0 0,-1-1 152 0 0,0-1 1 0 0,0 1-1 0 0,0-1 0 0 0,0 0 1 0 0,-1 1-1 0 0,0-1 1 0 0,0 0-1 0 0,0 0 1 0 0,0 0-1 0 0,-1 0 1 0 0,1-1-1 0 0,-6 6 0 0 0,0 0-3 0 0,-1 0 0 0 0,0-1 0 0 0,0-1 0 0 0,-1 0 0 0 0,0 0 0 0 0,0 0 0 0 0,-1-2 0 0 0,0 1 0 0 0,-20 6 0 0 0,-16-1-2159 0 0,22-6 980 0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7:43.39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72 8754 0 0,'1'0'71'0'0,"0"0"-1"0"0,0 0 1 0 0,-1 0 0 0 0,1 0 0 0 0,0 0 0 0 0,-1 0-1 0 0,1 0 1 0 0,0 0 0 0 0,-1 0 0 0 0,1 0-1 0 0,0 1 1 0 0,0-1 0 0 0,-1 0 0 0 0,1 0 0 0 0,0 1-1 0 0,-1-1 1 0 0,1 0 0 0 0,-1 1 0 0 0,1-1-1 0 0,0 1 1 0 0,-1-1 0 0 0,1 1 0 0 0,-1-1-1 0 0,1 1 1 0 0,-1-1 0 0 0,0 1 0 0 0,1-1 0 0 0,-1 1-1 0 0,1 0 1 0 0,-1-1 0 0 0,0 1 0 0 0,0-1-1 0 0,1 1 1 0 0,-1 0 0 0 0,0 0 0 0 0,0-1 0 0 0,0 1-1 0 0,0 0 1 0 0,0-1 0 0 0,0 1 0 0 0,0 0-1 0 0,0-1 1 0 0,0 1 0 0 0,0 1 0 0 0,-1 39 1422 0 0,1-37-1226 0 0,-8 56 1104 0 0,5-38-967 0 0,0 0 1 0 0,1 0 0 0 0,1 0-1 0 0,1 1 1 0 0,3 23 0 0 0,-3-41-368 0 0,1 0 0 0 0,1 1 0 0 0,-1-1 0 0 0,1 0 0 0 0,0-1 0 0 0,0 1 0 0 0,0 0 1 0 0,0 0-1 0 0,1-1 0 0 0,0 1 0 0 0,0-1 0 0 0,0 0 0 0 0,1 0 0 0 0,-1 0 0 0 0,1-1 1 0 0,0 1-1 0 0,0-1 0 0 0,0 0 0 0 0,1 0 0 0 0,-1 0 0 0 0,1 0 0 0 0,0-1 0 0 0,-1 0 1 0 0,1 0-1 0 0,0 0 0 0 0,9 1 0 0 0,-8-2-64 0 0,0 0 0 0 0,0-1 1 0 0,0 1-1 0 0,0-2 0 0 0,0 1 1 0 0,0 0-1 0 0,0-1 0 0 0,0 0 0 0 0,-1-1 1 0 0,1 1-1 0 0,0-1 0 0 0,-1 0 0 0 0,1-1 1 0 0,-1 1-1 0 0,0-1 0 0 0,0 0 0 0 0,0-1 1 0 0,0 1-1 0 0,0-1 0 0 0,-1 0 1 0 0,1 0-1 0 0,-1 0 0 0 0,0 0 0 0 0,4-8 1 0 0,1 2 19 0 0,-2-1 0 0 0,0 0 0 0 0,0 0 0 0 0,-1 0 0 0 0,0-1 0 0 0,-1 0 0 0 0,0-1 0 0 0,-1 1-1 0 0,0-1 1 0 0,2-14 0 0 0,-6 17 68 0 0,1 0-1 0 0,-1-1 0 0 0,-1 1 1 0 0,0-1-1 0 0,0 1 0 0 0,-1 0 0 0 0,0 0 1 0 0,-1 0-1 0 0,0 0 0 0 0,0 0 1 0 0,-1 0-1 0 0,-1 1 0 0 0,0 0 0 0 0,0 0 1 0 0,-8-10-1 0 0,8 11-104 0 0,-1 1 0 0 0,1 1 0 0 0,-2-1 0 0 0,1 1 0 0 0,-1 0 0 0 0,0 0 0 0 0,0 1 0 0 0,0 0 0 0 0,-1 0 0 0 0,0 1 0 0 0,0 0 0 0 0,0 0 0 0 0,0 1 0 0 0,0 0 0 0 0,-1 0 0 0 0,0 1 0 0 0,-17-2-1 0 0,7 5-797 0 0,0 1-215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7:43.66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10594 0 0,'5'6'469'0'0,"-2"0"0"0"0,1 0 0 0 0,-1 0 0 0 0,0 0 0 0 0,0 1 0 0 0,-1-1 0 0 0,1 1 0 0 0,0 7 0 0 0,4 6 454 0 0,29 101 3596 0 0,-27-83-4063 0 0,2-1 0 0 0,2 0 1 0 0,30 60-1 0 0,-22-66-946 0 0,-1-17-2639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7:43.85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14283 0 0,'4'0'299'0'0,"0"1"1"0"0,0 0-1 0 0,-1-1 0 0 0,1 1 1 0 0,0 0-1 0 0,0 1 0 0 0,-1-1 1 0 0,1 1-1 0 0,-1-1 0 0 0,1 1 0 0 0,-1 0 1 0 0,7 5-1 0 0,-8-5-526 0 0,1 0 0 0 0,-1 1 0 0 0,1-1 1 0 0,-1 1-1 0 0,0-1 0 0 0,0 1 0 0 0,0-1 0 0 0,0 1 0 0 0,-1 0 1 0 0,1 0-1 0 0,-1 0 0 0 0,0 0 0 0 0,1 0 0 0 0,-1 1 0 0 0,0 4 0 0 0,-1 4-210 0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7:44.10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6913 0 0,'1'0'77'0'0,"0"0"-1"0"0,0 0 0 0 0,0 0 0 0 0,1 0 1 0 0,-1 0-1 0 0,0 0 0 0 0,0 1 0 0 0,0-1 0 0 0,0 0 1 0 0,-1 1-1 0 0,1-1 0 0 0,0 0 0 0 0,0 1 1 0 0,0 0-1 0 0,0-1 0 0 0,0 1 0 0 0,0-1 0 0 0,-1 1 1 0 0,1 0-1 0 0,0-1 0 0 0,0 1 0 0 0,-1 0 0 0 0,1 0 1 0 0,-1 0-1 0 0,1 0 0 0 0,-1 0 0 0 0,1-1 1 0 0,-1 1-1 0 0,1 0 0 0 0,-1 0 0 0 0,0 0 0 0 0,1 0 1 0 0,-1 0-1 0 0,0 0 0 0 0,0 2 0 0 0,2 3 200 0 0,54 280 9119 0 0,-19-79-6768 0 0,120 329-2455 0 0,-129-452-1385 0 0,-16-48 999 0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7:44.9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13827 0 0,'7'974'71'0'0,"-2"-690"-174"0"0,-7 1555 2027 0 0,6-1454-922 0 0,-3-323-6945 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7:46.0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67 381 15667 0 0,'-4'-2'373'0'0,"3"1"-327"0"0,0 1 0 0 0,1 0 0 0 0,-1 0 0 0 0,0-1 0 0 0,1 1-1 0 0,-1 0 1 0 0,1-1 0 0 0,-1 1 0 0 0,0-1 0 0 0,1 1 0 0 0,-1 0-1 0 0,1-1 1 0 0,-1 1 0 0 0,1-1 0 0 0,-1 0 0 0 0,1 1 0 0 0,0-1-1 0 0,-1 1 1 0 0,1-1 0 0 0,0 0 0 0 0,-1 1 0 0 0,1-1 0 0 0,0 0-1 0 0,0 1 1 0 0,0-1 0 0 0,-1 0 0 0 0,1-1 0 0 0,1 1-88 0 0,-1-1 0 0 0,1 1 0 0 0,-1 0 0 0 0,1-1 0 0 0,0 1 1 0 0,-1 0-1 0 0,1-1 0 0 0,0 1 0 0 0,0 0 0 0 0,0 0 0 0 0,0 0 1 0 0,0 0-1 0 0,0 0 0 0 0,0 0 0 0 0,0 0 0 0 0,1 0 0 0 0,-1 0 0 0 0,0 0 1 0 0,3 0-1 0 0,0-1-50 0 0,0 1 0 0 0,0 0-1 0 0,0 0 1 0 0,0 0 0 0 0,0 1 0 0 0,0-1 0 0 0,5 1 0 0 0,9 1-332 0 0,-1 0 1 0 0,28 6-1 0 0,-36-5 235 0 0,48 9-353 0 0,31 5 235 0 0,140 10-1 0 0,-45-26 328 0 0,202-25 1 0 0,180-51 896 0 0,-470 62-697 0 0,1402-119 2547 0 0,174 96-4270 0 0,-381-6-3420 0 0,-651 15 4420 0 0,1421 12 3311 0 0,-962 28-475 0 0,-432-8-2021 0 0,146-35-4568 0 0,-719 24 4207 0 0,0 5-1 0 0,-1 3 0 0 0,101 16 1 0 0,-180-16 397 0 0,0 2 0 0 0,-1 0 1 0 0,0 0-1 0 0,0 1 0 0 0,0 1 1 0 0,0 0-1 0 0,-1 0 0 0 0,1 1 1 0 0,-1 1-1 0 0,-1 0 0 0 0,1 0 1 0 0,15 16-1 0 0,-17-14-100 0 0,-2 0 0 0 0,1 1 0 0 0,-1 0 0 0 0,-1 0 0 0 0,1 1 0 0 0,-2 0 0 0 0,0 0 0 0 0,0 0 0 0 0,-1 1 0 0 0,0 0 0 0 0,-1-1 0 0 0,0 1 0 0 0,1 17 0 0 0,12 370 84 0 0,-16-249-237 0 0,2 51-37 0 0,30 555 225 0 0,31-250-230 0 0,50 599 118 0 0,-109-1031-143 0 0,3 143 236 0 0,-9-177-214 0 0,-1 0 1 0 0,-1 0-1 0 0,-14 54 1 0 0,14-82-99 0 0,1 0 1 0 0,-1-1 0 0 0,-1 1 0 0 0,0-1-1 0 0,0 0 1 0 0,-1 0 0 0 0,-1-1 0 0 0,0 0-1 0 0,0 0 1 0 0,-1 0 0 0 0,0-1 0 0 0,-1 0-1 0 0,0-1 1 0 0,0 0 0 0 0,-1 0 0 0 0,0-1-1 0 0,0 0 1 0 0,-1-1 0 0 0,1 0-1 0 0,-2-1 1 0 0,1 0 0 0 0,0 0 0 0 0,-1-1-1 0 0,-20 3 1 0 0,-21 3-186 0 0,0-2 0 0 0,-95 1 0 0 0,-111-18 585 0 0,142 3-125 0 0,-251-11 587 0 0,-319-10 325 0 0,-649 33 276 0 0,185 66-1442 0 0,0 26-1787 0 0,-663 102-398 0 0,916-77 2137 0 0,-568 63 1837 0 0,462-112 105 0 0,-2-82-531 0 0,454-30-2959 0 0,385 27-6232 0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8:17.62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509 42 6913 0 0,'-11'-12'1942'0'0,"8"9"-1276"0"0,0 0 0 0 0,0-1 1 0 0,0 1-1 0 0,0 1 0 0 0,-1-1 0 0 0,1 0 0 0 0,-7-3 1 0 0,8 6-504 0 0,0-1 1 0 0,0 1 0 0 0,0-1 0 0 0,0 1-1 0 0,0 0 1 0 0,0 0 0 0 0,0 0-1 0 0,0 0 1 0 0,0 0 0 0 0,0 0 0 0 0,0 0-1 0 0,0 1 1 0 0,0-1 0 0 0,0 1-1 0 0,0 0 1 0 0,0-1 0 0 0,0 1 0 0 0,1 0-1 0 0,-1 0 1 0 0,0 0 0 0 0,-2 2-1 0 0,-41 27 168 0 0,2 1 0 0 0,0 3 0 0 0,2 1 0 0 0,2 3 0 0 0,2 0 0 0 0,1 3 0 0 0,2 1 0 0 0,-42 68-1 0 0,71-103-307 0 0,1 0 1 0 0,1 0-1 0 0,-1 0 0 0 0,1 1 0 0 0,-3 11 0 0 0,5-18-27 0 0,1 0 1 0 0,0 0 0 0 0,0 0-1 0 0,0 0 1 0 0,0 0-1 0 0,0 0 1 0 0,0 0 0 0 0,0 0-1 0 0,0 0 1 0 0,0 0 0 0 0,1 0-1 0 0,-1 0 1 0 0,0 0-1 0 0,1 0 1 0 0,-1 0 0 0 0,0 0-1 0 0,1 0 1 0 0,0 0 0 0 0,-1 0-1 0 0,2 1 1 0 0,-1-1-23 0 0,0 0 0 0 0,1 0 0 0 0,-1-1 0 0 0,1 1 0 0 0,-1 0 0 0 0,1-1 0 0 0,-1 1 0 0 0,1-1 0 0 0,0 1 0 0 0,-1-1 0 0 0,1 0 0 0 0,0 0 0 0 0,-1 0 0 0 0,1 0 0 0 0,-1 0 0 0 0,1 0 0 0 0,2-1 0 0 0,28-3-1090 0 0,54-15-1 0 0,9-1 216 0 0,-64 16 692 0 0,-1 1 0 0 0,1 1-1 0 0,0 2 1 0 0,39 4 0 0 0,-58-2 183 0 0,1 0 0 0 0,-1 0 0 0 0,0 1 0 0 0,0 1 0 0 0,0 0-1 0 0,-1 0 1 0 0,1 2 0 0 0,-1-1 0 0 0,0 1 0 0 0,0 1 0 0 0,-1 0 0 0 0,0 0 0 0 0,14 14 0 0 0,-21-18 107 0 0,-1 0-1 0 0,1 1 0 0 0,0-1 1 0 0,-1 1-1 0 0,0 0 0 0 0,0 0 1 0 0,0 0-1 0 0,0 0 0 0 0,0 0 1 0 0,-1 0-1 0 0,0 0 1 0 0,0 0-1 0 0,0 1 0 0 0,-1-1 1 0 0,1 6-1 0 0,-1-2 150 0 0,-1 0 0 0 0,1-1-1 0 0,-2 1 1 0 0,1 0 0 0 0,-1 0 0 0 0,0-1 0 0 0,-6 14 0 0 0,-4 3 393 0 0,-1 0 0 0 0,-1-1 0 0 0,-31 38 1 0 0,20-30-413 0 0,-1 0-1 0 0,-2-2 1 0 0,0-1 0 0 0,-56 41 0 0 0,62-54-2426 0 0,-2-1-1 0 0,-29 14 1 0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8:18.40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0 465 5985 0 0,'15'-8'821'0'0,"0"-1"-1"0"0,-1 0 0 0 0,-1-1 0 0 0,1-1 1 0 0,-1 0-1 0 0,-1-1 0 0 0,0 0 0 0 0,-1-1 1 0 0,0 0-1 0 0,-1-1 0 0 0,13-22 1 0 0,-14 18-496 0 0,0-1 1 0 0,0 0-1 0 0,-2-1 1 0 0,0 1-1 0 0,-2-1 1 0 0,0-1-1 0 0,-1 1 1 0 0,-1-1 0 0 0,0-21-1 0 0,-2 34-237 0 0,-1 1 0 0 0,-1 0 0 0 0,1 0 0 0 0,-1 0 0 0 0,0 0 0 0 0,-1 0 0 0 0,-2-7 0 0 0,4 12-77 0 0,-1 1 1 0 0,1-1-1 0 0,-1 1 1 0 0,0 0-1 0 0,0 0 1 0 0,1-1-1 0 0,-1 1 1 0 0,0 0-1 0 0,0 0 1 0 0,0 0-1 0 0,0 0 1 0 0,0 0 0 0 0,-1 0-1 0 0,1 0 1 0 0,0 0-1 0 0,0 1 1 0 0,-1-1-1 0 0,1 0 1 0 0,0 1-1 0 0,-1-1 1 0 0,1 1-1 0 0,0-1 1 0 0,-1 1-1 0 0,1 0 1 0 0,-1 0-1 0 0,1-1 1 0 0,-1 1-1 0 0,1 0 1 0 0,0 0-1 0 0,-1 1 1 0 0,1-1 0 0 0,-1 0-1 0 0,1 0 1 0 0,-1 1-1 0 0,1-1 1 0 0,0 0-1 0 0,-1 1 1 0 0,1 0-1 0 0,0-1 1 0 0,-2 2-1 0 0,-2 0-69 0 0,-1 1 0 0 0,1-1 1 0 0,0 1-1 0 0,0 0 0 0 0,1 1 0 0 0,-1-1 0 0 0,1 1 0 0 0,-1 0 0 0 0,1 0 0 0 0,1 0 0 0 0,-1 1 0 0 0,0-1 0 0 0,1 1 0 0 0,0 0 1 0 0,-3 6-1 0 0,3-3-20 0 0,0 0-1 0 0,0 0 1 0 0,1 1 0 0 0,0 0 0 0 0,0-1 0 0 0,1 1 0 0 0,0 0 0 0 0,1 0 0 0 0,0 9 0 0 0,2 4 8 0 0,1 0 0 0 0,1 0 0 0 0,1 0 0 0 0,1 0 0 0 0,1-1 0 0 0,1 0 0 0 0,10 20 0 0 0,-10-26 66 0 0,0 0 0 0 0,0-1 0 0 0,1 0 1 0 0,1 0-1 0 0,1-1 0 0 0,-1 0 0 0 0,2-1 0 0 0,0 0 0 0 0,21 15 0 0 0,-26-22 17 0 0,0-1 1 0 0,0 0-1 0 0,1 0 1 0 0,-1 0-1 0 0,1-1 1 0 0,0 0-1 0 0,0-1 0 0 0,0 0 1 0 0,0 0-1 0 0,1-1 1 0 0,-1 0-1 0 0,0 0 0 0 0,1-1 1 0 0,-1 0-1 0 0,0 0 1 0 0,1-1-1 0 0,-1 0 1 0 0,0-1-1 0 0,0 0 0 0 0,0 0 1 0 0,8-4-1 0 0,-4 2-227 0 0,0-2 0 0 0,-1 0 0 0 0,1 0 0 0 0,-1-1 0 0 0,-1 0-1 0 0,1-1 1 0 0,-2 0 0 0 0,1-1 0 0 0,-1 0 0 0 0,0 0 0 0 0,-1-1-1 0 0,0 0 1 0 0,9-15 0 0 0,-7 7 318 0 0,-1 0 1 0 0,0-1-1 0 0,-2 0 0 0 0,0 0 0 0 0,-1-1 0 0 0,-1 1 1 0 0,5-35-1 0 0,-9 46 362 0 0,-1 4-153 0 0,0 1 0 0 0,0-1 0 0 0,1 0 0 0 0,0 1 0 0 0,-1-1 0 0 0,1 1-1 0 0,1-1 1 0 0,-1 1 0 0 0,3-5 0 0 0,-1 12-27 0 0,1-1 0 0 0,-1 1 0 0 0,1-1 0 0 0,-1 1 0 0 0,0 0 0 0 0,2 5 0 0 0,11 19-146 0 0,-1 1-1 0 0,-2 0 1 0 0,18 59 0 0 0,-14-38-60 0 0,-2-3-53 0 0,-10-31-16 0 0,0 1 1 0 0,0-1-1 0 0,2 0 1 0 0,0-1 0 0 0,0 1-1 0 0,20 27 1 0 0,-27-42-13 0 0,1-1 0 0 0,-1 0 0 0 0,0 0 0 0 0,0 1 0 0 0,1-1 0 0 0,-1 0 0 0 0,0 0 0 0 0,0 1 0 0 0,1-1 0 0 0,-1 0 0 0 0,0 0 0 0 0,0 0 0 0 0,1 1 1 0 0,-1-1-1 0 0,0 0 0 0 0,1 0 0 0 0,-1 0 0 0 0,0 0 0 0 0,1 0 0 0 0,-1 0 0 0 0,0 0 0 0 0,1 0 0 0 0,-1 1 0 0 0,1-1 0 0 0,-1-1 0 0 0,0 1 0 0 0,1 0 0 0 0,-1 0 0 0 0,0 0 0 0 0,1 0 0 0 0,-1 0 0 0 0,0 0 0 0 0,1 0 1 0 0,-1-1-1 0 0,9-11-76 0 0,0-23-62 0 0,-8 33 134 0 0,12-80-6 0 0,-10 51 12 0 0,2 2-1 0 0,2-1 0 0 0,0 0 0 0 0,15-37 0 0 0,-20 64 10 0 0,0-1 0 0 0,-1 1 0 0 0,1 0 0 0 0,0-1 0 0 0,1 1 0 0 0,-1 0 0 0 0,1 0 0 0 0,-1 1 0 0 0,1-1 0 0 0,0 0-1 0 0,0 1 1 0 0,0 0 0 0 0,0-1 0 0 0,6-2 0 0 0,-7 4-1 0 0,0 1 0 0 0,0-1 0 0 0,1 1 1 0 0,-1-1-1 0 0,0 1 0 0 0,0 0 0 0 0,0 0 0 0 0,0 0 0 0 0,0 0 0 0 0,0 0 0 0 0,1 0 0 0 0,-1 0 0 0 0,0 1 0 0 0,0-1 0 0 0,0 1 0 0 0,0 0 0 0 0,0-1 0 0 0,0 1 0 0 0,0 0 0 0 0,0 0 0 0 0,-1 0 0 0 0,1 1 0 0 0,0-1 0 0 0,-1 0 0 0 0,1 1 0 0 0,0-1 0 0 0,1 3 0 0 0,9 11 65 0 0,-1-1-1 0 0,0 2 0 0 0,12 24 0 0 0,-11-19-36 0 0,21 30 0 0 0,-28-45-299 0 0,-1-1 1 0 0,1 1-1 0 0,0-1 1 0 0,1-1-1 0 0,-1 1 1 0 0,1-1-1 0 0,0 1 1 0 0,0-2-1 0 0,9 6 1 0 0,3-3-7079 0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8:18.90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230 40 11522 0 0,'0'-2'148'0'0,"0"1"0"0"0,0-1 0 0 0,0 1 0 0 0,0-1-1 0 0,0 1 1 0 0,0-1 0 0 0,0 1 0 0 0,-1 0 0 0 0,1-1-1 0 0,0 1 1 0 0,-1-1 0 0 0,1 1 0 0 0,-1 0 0 0 0,0-1 0 0 0,1 1-1 0 0,-1 0 1 0 0,0 0 0 0 0,0-1 0 0 0,0 1 0 0 0,0 0-1 0 0,0 0 1 0 0,0 0 0 0 0,0 0 0 0 0,0 0 0 0 0,0 0-1 0 0,0 1 1 0 0,-1-1 0 0 0,1 0 0 0 0,0 0 0 0 0,-1 1-1 0 0,1-1 1 0 0,0 1 0 0 0,-1-1 0 0 0,1 1 0 0 0,-1 0-1 0 0,1 0 1 0 0,-1-1 0 0 0,1 1 0 0 0,-1 0 0 0 0,1 0-1 0 0,-1 1 1 0 0,1-1 0 0 0,0 0 0 0 0,-1 0 0 0 0,1 1-1 0 0,-3 0 1 0 0,-3 0 189 0 0,1 2-1 0 0,-1-1 0 0 0,1 0 1 0 0,-1 1-1 0 0,1 0 0 0 0,0 1 1 0 0,0 0-1 0 0,-10 7 1 0 0,-6 9 13 0 0,-26 30 1 0 0,42-44-306 0 0,1 0 1 0 0,0 0 0 0 0,1 1 0 0 0,-1 0-1 0 0,1 0 1 0 0,1 0 0 0 0,-1 1 0 0 0,1-1-1 0 0,1 1 1 0 0,-3 9 0 0 0,5-15-55 0 0,-1-1 1 0 0,1 1 0 0 0,0 0-1 0 0,0 0 1 0 0,0 0-1 0 0,0 0 1 0 0,1-1-1 0 0,-1 1 1 0 0,0 0 0 0 0,1 0-1 0 0,-1-1 1 0 0,1 1-1 0 0,0 0 1 0 0,-1-1-1 0 0,1 1 1 0 0,0 0 0 0 0,0-1-1 0 0,0 1 1 0 0,0-1-1 0 0,3 3 1 0 0,-2-2-30 0 0,1 0 1 0 0,0 1-1 0 0,0-2 1 0 0,0 1 0 0 0,0 0-1 0 0,1-1 1 0 0,-1 1-1 0 0,0-1 1 0 0,1 0-1 0 0,3 1 1 0 0,9 0-167 0 0,1 0 0 0 0,-1-1-1 0 0,28-1 1 0 0,-37 0 160 0 0,6-1-28 0 0,6 0-239 0 0,0 1-1 0 0,0 1 1 0 0,0 0-1 0 0,20 5 0 0 0,-35-5 274 0 0,-1-1-1 0 0,0 1 0 0 0,1 0 0 0 0,-1 0 1 0 0,0 0-1 0 0,0 0 0 0 0,1 1 0 0 0,-1-1 1 0 0,0 1-1 0 0,0 0 0 0 0,-1 0 0 0 0,1 0 1 0 0,0 0-1 0 0,-1 0 0 0 0,1 1 0 0 0,-1-1 1 0 0,0 1-1 0 0,0 0 0 0 0,0 0 0 0 0,0 0 1 0 0,0 0-1 0 0,0 0 0 0 0,-1 0 0 0 0,0 0 0 0 0,1 0 1 0 0,-1 0-1 0 0,0 1 0 0 0,-1-1 0 0 0,1 1 1 0 0,0 2-1 0 0,-2 2 74 0 0,0 0 0 0 0,0 0 0 0 0,0-1 0 0 0,-1 1 0 0 0,0-1 0 0 0,0 1 1 0 0,-1-1-1 0 0,0 0 0 0 0,-1 0 0 0 0,1 0 0 0 0,-1-1 0 0 0,-1 1 0 0 0,1-1 0 0 0,-1 0 0 0 0,-7 7 0 0 0,-9 10 54 0 0,-2-2-1 0 0,-33 26 1 0 0,41-36-1844 0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8:19.2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29 52 1376 0 0,'17'-14'-166'0'0,"20"-9"14156"0"0,-47 61-12098 0 0,5-19-1709 0 0,1-1 0 0 0,0 1 0 0 0,1 1 1 0 0,1-1-1 0 0,1 0 0 0 0,1 1 1 0 0,4 30-1 0 0,-4-43-201 0 0,1 0-1 0 0,0 0 1 0 0,1 0 0 0 0,0-1-1 0 0,0 1 1 0 0,0-1 0 0 0,1 1-1 0 0,0-1 1 0 0,0 0 0 0 0,0 0-1 0 0,1 0 1 0 0,0 0 0 0 0,0-1-1 0 0,1 0 1 0 0,0 0 0 0 0,-1 0-1 0 0,2 0 1 0 0,-1-1 0 0 0,0 1-1 0 0,1-1 1 0 0,0-1 0 0 0,0 1 0 0 0,0-1-1 0 0,11 4 1 0 0,-14-6-31 0 0,0 0 0 0 0,0-1-1 0 0,1 1 1 0 0,-1-1 0 0 0,0 1 0 0 0,1-1 0 0 0,-1 0 0 0 0,0-1-1 0 0,0 1 1 0 0,1 0 0 0 0,-1-1 0 0 0,0 0 0 0 0,0 0-1 0 0,0 0 1 0 0,1 0 0 0 0,3-2 0 0 0,-1-1 77 0 0,-1 1 0 0 0,1-1 0 0 0,-1 0-1 0 0,0-1 1 0 0,0 1 0 0 0,0-1 0 0 0,7-9 0 0 0,-2-1 188 0 0,0 0-1 0 0,0-1 1 0 0,-2 0-1 0 0,0-1 1 0 0,6-18-1 0 0,-11 26-62 0 0,0-1 1 0 0,0 0-1 0 0,-1 0 0 0 0,-1 0 1 0 0,1 0-1 0 0,-2 0 0 0 0,1 0 1 0 0,-1-1-1 0 0,-1 1 0 0 0,0 0 1 0 0,-2-10-1 0 0,2 15-76 0 0,-1 1 0 0 0,1-1-1 0 0,-1 1 1 0 0,0 0 0 0 0,0 0 0 0 0,0 0-1 0 0,0 0 1 0 0,-1 0 0 0 0,1 0 0 0 0,-1 1-1 0 0,0-1 1 0 0,0 1 0 0 0,-1 0 0 0 0,1 0 0 0 0,-1 0-1 0 0,1 0 1 0 0,-1 1 0 0 0,0-1 0 0 0,0 1-1 0 0,0 0 1 0 0,0 0 0 0 0,0 0 0 0 0,-1 1 0 0 0,1 0-1 0 0,-1-1 1 0 0,-6 1 0 0 0,-1 0-41 0 0,1 0-1 0 0,-1 1 1 0 0,1 1 0 0 0,0 0 0 0 0,-1 0 0 0 0,1 1-1 0 0,0 1 1 0 0,-17 5 0 0 0,1 2-1161 0 0,0 1-1 0 0,-30 17 1 0 0,38-17-6023 0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8:19.5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1 148 7834 0 0,'11'-2'5754'0'0,"-11"2"-5657"0"0,11 10 2013 0 0,-5-1-1268 0 0,0 0-1 0 0,-1 0 0 0 0,0 0 0 0 0,4 13 0 0 0,20 79 528 0 0,-19-61-1230 0 0,-8-33-130 0 0,0-3 8 0 0,-1 1 1 0 0,1-1-1 0 0,-1 1 1 0 0,0-1-1 0 0,-1 1 1 0 0,1 0-1 0 0,-1-1 1 0 0,0 1-1 0 0,0 0 0 0 0,-1 5 1 0 0,1-10-5 0 0,0 0 0 0 0,0 0 1 0 0,0 0-1 0 0,0 0 0 0 0,0 1 0 0 0,0-1 0 0 0,0 0 0 0 0,0 0 1 0 0,0 0-1 0 0,-1 0 0 0 0,1 0 0 0 0,0 0 0 0 0,0 1 0 0 0,0-1 1 0 0,0 0-1 0 0,0 0 0 0 0,0 0 0 0 0,-1 0 0 0 0,1 0 1 0 0,0 0-1 0 0,0 0 0 0 0,0 0 0 0 0,0 0 0 0 0,0 0 0 0 0,-1 0 1 0 0,1 0-1 0 0,0 0 0 0 0,0 0 0 0 0,0 0 0 0 0,0 0 0 0 0,-1 0 1 0 0,1 0-1 0 0,0 0 0 0 0,0 0 0 0 0,0 0 0 0 0,0 0 1 0 0,0 0-1 0 0,-1 0 0 0 0,1 0 0 0 0,0 0 0 0 0,0 0 0 0 0,0 0 1 0 0,0 0-1 0 0,-1 0 0 0 0,-6-9 393 0 0,-2-10 141 0 0,7 6-407 0 0,0-1 0 0 0,0 1 0 0 0,2 0 0 0 0,-1-1 0 0 0,2 1 1 0 0,0-1-1 0 0,0 1 0 0 0,1 0 0 0 0,1 0 0 0 0,5-16 0 0 0,2-4-205 0 0,3 0 1 0 0,27-53-1 0 0,-16 45-1718 0 0,3 4-6410 0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8:20.98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286 37 6449 0 0,'0'-2'190'0'0,"-1"0"-1"0"0,0 0 0 0 0,1 0 1 0 0,-1 1-1 0 0,0-1 0 0 0,0 0 0 0 0,0 0 1 0 0,0 1-1 0 0,-1-1 0 0 0,1 0 1 0 0,0 1-1 0 0,-1-1 0 0 0,1 1 0 0 0,-1 0 1 0 0,1-1-1 0 0,-1 1 0 0 0,0 0 1 0 0,0 0-1 0 0,1 0 0 0 0,-1 0 1 0 0,0 0-1 0 0,0 1 0 0 0,0-1 0 0 0,0 0 1 0 0,0 1-1 0 0,0 0 0 0 0,0-1 1 0 0,0 1-1 0 0,0 0 0 0 0,0 0 0 0 0,0 0 1 0 0,0 0-1 0 0,0 0 0 0 0,0 1 1 0 0,0-1-1 0 0,0 1 0 0 0,0-1 1 0 0,0 1-1 0 0,0 0 0 0 0,0 0 0 0 0,-2 1 1 0 0,-7 3 191 0 0,0 1 1 0 0,1 0-1 0 0,0 0 1 0 0,0 1-1 0 0,-15 14 1 0 0,10-7-227 0 0,0-1 0 0 0,1 2 0 0 0,1 0 0 0 0,0 1 0 0 0,1 0 1 0 0,0 1-1 0 0,2 0 0 0 0,0 1 0 0 0,-12 31 0 0 0,21-48-144 0 0,1 1-1 0 0,-1 0 1 0 0,1 0 0 0 0,0 0-1 0 0,-1 0 1 0 0,1 0 0 0 0,0 0-1 0 0,0 0 1 0 0,1 0 0 0 0,-1 0-1 0 0,0 0 1 0 0,0 0 0 0 0,1 0-1 0 0,0-1 1 0 0,-1 1 0 0 0,1 0-1 0 0,0 0 1 0 0,0 0 0 0 0,1 2-1 0 0,0-1 6 0 0,1-1 0 0 0,-1 1-1 0 0,1 0 1 0 0,0-1-1 0 0,0 1 1 0 0,0-1 0 0 0,0 0-1 0 0,0 0 1 0 0,6 3-1 0 0,8 1 70 0 0,0 0 0 0 0,0-1-1 0 0,27 5 1 0 0,-28-7 23 0 0,24 5-29 0 0,-12-3-62 0 0,0 1 0 0 0,31 12 1 0 0,-53-16-62 0 0,1 0 1 0 0,-1 1-1 0 0,0 0 0 0 0,0 1 1 0 0,0-1-1 0 0,0 1 0 0 0,-1 0 1 0 0,1 0-1 0 0,-1 1 0 0 0,0 0 1 0 0,-1 0-1 0 0,1 0 0 0 0,-1 0 1 0 0,5 8-1 0 0,-7-10 9 0 0,-1 1 1 0 0,1-1-1 0 0,-1 1 0 0 0,0-1 1 0 0,0 1-1 0 0,0 0 1 0 0,0 0-1 0 0,-1 0 0 0 0,1-1 1 0 0,-1 1-1 0 0,0 0 1 0 0,0 0-1 0 0,-1 0 0 0 0,1 0 1 0 0,-3 6-1 0 0,1-3 62 0 0,0-1-1 0 0,-1 0 1 0 0,1 0-1 0 0,-1 0 1 0 0,-1 0-1 0 0,1-1 1 0 0,-1 1-1 0 0,-8 9 1 0 0,6-10 71 0 0,1 1-1 0 0,-1-1 1 0 0,1 0-1 0 0,-1 0 1 0 0,-1 0 0 0 0,1-1-1 0 0,-1 0 1 0 0,0 0-1 0 0,1-1 1 0 0,-2 0 0 0 0,1 0-1 0 0,0-1 1 0 0,-1 0-1 0 0,1 0 1 0 0,-1 0 0 0 0,-10 0-1 0 0,11-3-15 0 0,-1 0 1 0 0,1 0-1 0 0,0-1 0 0 0,0 0 0 0 0,1-1 1 0 0,-1 1-1 0 0,0-1 0 0 0,1-1 0 0 0,0 1 1 0 0,-1-1-1 0 0,2 0 0 0 0,-1 0 0 0 0,0-1 1 0 0,1 0-1 0 0,0 0 0 0 0,-6-6 0 0 0,7 6-81 0 0,0 1 1 0 0,1-1-1 0 0,-1 0 0 0 0,1 0 0 0 0,0 0 0 0 0,0 0 1 0 0,1-1-1 0 0,-1 1 0 0 0,1-1 0 0 0,1 1 0 0 0,-1-1 1 0 0,1 0-1 0 0,0 0 0 0 0,0 0 0 0 0,0 0 0 0 0,1 0 0 0 0,0 0 1 0 0,0 0-1 0 0,1 1 0 0 0,1-7 0 0 0,-2 10-11 0 0,0 0 0 0 0,1 0 0 0 0,-1 0 0 0 0,1 0 0 0 0,0 0 0 0 0,-1 1 0 0 0,1-1 0 0 0,0 0 0 0 0,0 0 0 0 0,0 1 0 0 0,0-1 0 0 0,0 1 0 0 0,1-1 0 0 0,-1 1 0 0 0,0-1 0 0 0,1 1 0 0 0,-1 0 1 0 0,1 0-1 0 0,0 0 0 0 0,-1 0 0 0 0,1 0 0 0 0,0 0 0 0 0,-1 0 0 0 0,1 0 0 0 0,0 1 0 0 0,0-1 0 0 0,0 0 0 0 0,0 1 0 0 0,0 0 0 0 0,0-1 0 0 0,0 1 0 0 0,-1 0 0 0 0,1 0 0 0 0,0 0 0 0 0,0 1 0 0 0,0-1 0 0 0,0 0 0 0 0,0 1 0 0 0,2 0 0 0 0,2 1-172 0 0,0 0 0 0 0,0 0 0 0 0,0 1 0 0 0,-1 0 0 0 0,1 0 0 0 0,-1 1 0 0 0,0-1 0 0 0,0 1 1 0 0,0 0-1 0 0,8 9 0 0 0,3 7-497 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8:21.5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1 495 10594 0 0,'6'-2'533'0'0,"0"0"1"0"0,0-1-1 0 0,-1 0 0 0 0,1 0 0 0 0,-1 0 0 0 0,1-1 1 0 0,-1 0-1 0 0,0 0 0 0 0,7-7 0 0 0,0-2-315 0 0,0 0 0 0 0,0 0-1 0 0,-1-1 1 0 0,-1-1 0 0 0,0 0 0 0 0,-1 0-1 0 0,-1-1 1 0 0,0 0 0 0 0,-1 0 0 0 0,-1-1 0 0 0,5-20-1 0 0,-8 24-81 0 0,0 0 0 0 0,-1-1 1 0 0,0 0-1 0 0,-1 0 0 0 0,0 1 0 0 0,-2-1 0 0 0,1 0 0 0 0,-2 0 0 0 0,0 1 0 0 0,0-1 0 0 0,-1 1 0 0 0,-1-1 0 0 0,0 1 0 0 0,-11-23 0 0 0,14 34-121 0 0,0 0 0 0 0,0 0 0 0 0,0 0-1 0 0,0 1 1 0 0,-1-1 0 0 0,1 0-1 0 0,0 0 1 0 0,-1 1 0 0 0,1-1-1 0 0,-1 1 1 0 0,0 0 0 0 0,1-1 0 0 0,-1 1-1 0 0,0 0 1 0 0,0 0 0 0 0,0 0-1 0 0,0 0 1 0 0,0 0 0 0 0,-3 0-1 0 0,3 1 0 0 0,0 0 0 0 0,1 0 0 0 0,-1 0 0 0 0,0 1 0 0 0,1-1 0 0 0,-1 1 0 0 0,0-1 0 0 0,1 1 0 0 0,-1 0 0 0 0,1-1 0 0 0,-1 1 0 0 0,1 0-1 0 0,0 0 1 0 0,-1 0 0 0 0,1 0 0 0 0,0 0 0 0 0,-1 0 0 0 0,1 1 0 0 0,0-1 0 0 0,0 0 0 0 0,0 1 0 0 0,0-1 0 0 0,0 1 0 0 0,1-1 0 0 0,-2 3 0 0 0,-10 21-25 0 0,1 1 0 0 0,2-1 1 0 0,0 2-1 0 0,2-1 0 0 0,1 1 1 0 0,1 0-1 0 0,1 1 0 0 0,0 29 1 0 0,4-47 8 0 0,1 1 0 0 0,0-1 1 0 0,1 1-1 0 0,0-1 1 0 0,0 0-1 0 0,1 1 1 0 0,0-1-1 0 0,1 0 1 0 0,0-1-1 0 0,1 1 1 0 0,0-1-1 0 0,0 0 1 0 0,11 13-1 0 0,-11-16-66 0 0,-1 0-1 0 0,2-1 1 0 0,-1 1-1 0 0,1-1 1 0 0,-1-1-1 0 0,1 1 1 0 0,1-1-1 0 0,-1 0 1 0 0,1 0-1 0 0,-1 0 1 0 0,1-1-1 0 0,0 0 1 0 0,0-1-1 0 0,1 0 1 0 0,-1 0-1 0 0,0 0 1 0 0,1-1-1 0 0,-1 0 1 0 0,13 0 0 0 0,0-3-878 0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8:21.87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7 5985 0 0,'4'-6'5879'0'0,"-4"6"-5751"0"0,9 13 4330 0 0,41 178-2664 0 0,-29-100-1514 0 0,-19-99-135 0 0,0 1 1 0 0,0 0-1 0 0,0 0 1 0 0,5-11-1 0 0,0 1-319 0 0,-2 3-219 0 0,-1-2 150 0 0,1 0 0 0 0,1 1 0 0 0,1 0 0 0 0,0 0 0 0 0,1 1 0 0 0,0 0 0 0 0,1 0 0 0 0,12-14 0 0 0,-20 26 336 0 0,1 0 0 0 0,-1 1-1 0 0,0 0 1 0 0,0-1 0 0 0,1 1 0 0 0,-1 0 0 0 0,1-1 0 0 0,-1 1-1 0 0,1 0 1 0 0,0 0 0 0 0,-1 0 0 0 0,1 1 0 0 0,0-1 0 0 0,0 0 0 0 0,0 1-1 0 0,-1-1 1 0 0,1 1 0 0 0,0-1 0 0 0,0 1 0 0 0,0 0 0 0 0,0 0-1 0 0,0 0 1 0 0,0 0 0 0 0,0 0 0 0 0,-1 0 0 0 0,1 1 0 0 0,0-1 0 0 0,0 1-1 0 0,0-1 1 0 0,0 1 0 0 0,0 0 0 0 0,-1-1 0 0 0,1 1 0 0 0,0 0-1 0 0,-1 0 1 0 0,1 0 0 0 0,-1 0 0 0 0,1 1 0 0 0,-1-1 0 0 0,1 0 0 0 0,-1 1-1 0 0,0-1 1 0 0,0 1 0 0 0,2 1 0 0 0,5 9 335 0 0,-1 1 0 0 0,0 0-1 0 0,0 0 1 0 0,8 26 0 0 0,-5-15-546 0 0,-7-17 45 0 0,2 5-178 0 0,0 0-1 0 0,1 0 0 0 0,1 0 1 0 0,0 0-1 0 0,0-1 0 0 0,1 0 0 0 0,13 13 1 0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8:28.80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160 20 6449 0 0,'-20'-20'13050'0'0,"9"30"-13438"0"0,-8 13 858 0 0,1 0 0 0 0,1 1 1 0 0,2 1-1 0 0,0 0 0 0 0,-16 40 1 0 0,29-61-463 0 0,0 0 0 0 0,0-1 0 0 0,1 1 0 0 0,-1 0 0 0 0,1 1 1 0 0,0-1-1 0 0,0 0 0 0 0,1 0 0 0 0,-1 7 0 0 0,1-10-8 0 0,0-1 0 0 0,0 1 0 0 0,0 0 0 0 0,0 0 0 0 0,1-1-1 0 0,-1 1 1 0 0,0 0 0 0 0,1-1 0 0 0,-1 1 0 0 0,0 0 0 0 0,1-1 0 0 0,-1 1 0 0 0,1-1 0 0 0,-1 1-1 0 0,1-1 1 0 0,-1 1 0 0 0,1-1 0 0 0,-1 1 0 0 0,1-1 0 0 0,0 1 0 0 0,0-1 0 0 0,2 1-10 0 0,-1 0 1 0 0,0 0 0 0 0,1-1 0 0 0,-1 0 0 0 0,0 1-1 0 0,1-1 1 0 0,-1 0 0 0 0,1 0 0 0 0,3-1-1 0 0,20-3-248 0 0,-1-1 0 0 0,1-1-1 0 0,-2-1 1 0 0,45-20 0 0 0,-39 15 109 0 0,0 1-1 0 0,43-10 1 0 0,-70 20 150 0 0,0 1 0 0 0,0-1 0 0 0,0 1 0 0 0,0-1 0 0 0,0 1 0 0 0,1 0 0 0 0,-1 1 0 0 0,0-1 0 0 0,0 0 0 0 0,0 1 0 0 0,0-1 0 0 0,0 1 0 0 0,0 0 0 0 0,0 0 0 0 0,0 0 0 0 0,0 1 0 0 0,-1-1 0 0 0,5 3 0 0 0,-6-2 28 0 0,1 0 1 0 0,-1 0 0 0 0,1 0-1 0 0,-1-1 1 0 0,0 1 0 0 0,0 1 0 0 0,0-1-1 0 0,0 0 1 0 0,0 0 0 0 0,0 0 0 0 0,-1 0-1 0 0,1 1 1 0 0,-1-1 0 0 0,0 0-1 0 0,1 1 1 0 0,-1-1 0 0 0,0 0 0 0 0,0 1-1 0 0,-1-1 1 0 0,1 0 0 0 0,0 0 0 0 0,-1 1-1 0 0,1-1 1 0 0,-3 4 0 0 0,-4 13 92 0 0,0-1 0 0 0,-2-1 0 0 0,0 1 0 0 0,-1-2-1 0 0,-1 1 1 0 0,-17 19 0 0 0,-5 10-919 0 0,22-29-165 0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8:28.99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1840 0 0,'19'0'13707'0'0,"-18"1"-13200"0"0,1 1-43 0 0,-1-1 0 0 0,1 1 0 0 0,-1 0 0 0 0,0 0 0 0 0,0 0-1 0 0,0 0 1 0 0,0 0 0 0 0,0 0 0 0 0,0 0 0 0 0,0 2 0 0 0,2 9-331 0 0,-1 0 0 0 0,2 22 1 0 0,-3-27 631 0 0,0 12-1155 0 0,12 79 1569 0 0,-10-88-2868 0 0,-1 0 0 0 0,2 0 0 0 0,8 18 0 0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8:29.17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 0 11979 0 0,'-2'0'1064'0'0,"0"0"-848"0"0,1 2-216 0 0,1 3 2304 0 0,0-1-1031 0 0,0 3 7 0 0,1 3-624 0 0,1 2-120 0 0,0 2-24 0 0,2-1-8 0 0,2 1-504 0 0,-1 0-160 0 0,2 4 0 0 0,7 10-3416 0 0,-3 1-681 0 0,-7 1-144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8:29.44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12443 0 0,'3'0'717'0'0,"1"0"0"0"0,-1 0 1 0 0,0 1-1 0 0,0-1 0 0 0,0 1 1 0 0,0-1-1 0 0,0 1 0 0 0,0 0 1 0 0,3 2-1 0 0,-3-1-566 0 0,-1-1 0 0 0,0 1 0 0 0,0 0 0 0 0,0 0 0 0 0,0 0 0 0 0,0 0-1 0 0,0 0 1 0 0,-1 1 0 0 0,1-1 0 0 0,-1 0 0 0 0,1 1 0 0 0,-1-1 0 0 0,0 1 0 0 0,0-1 0 0 0,0 1 0 0 0,0 0 0 0 0,0 3 0 0 0,7 35 73 0 0,-1 0 0 0 0,-2 1 0 0 0,-2 66 0 0 0,8 64 128 0 0,0-115-1480 0 0,20 60 0 0 0,-25-98 809 0 0,-1 0-1299 0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8:29.61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1 255 9674 0 0,'0'-1'107'0'0,"1"-1"-1"0"0,-1 0 0 0 0,1 0 1 0 0,0 0-1 0 0,0 1 1 0 0,0-1-1 0 0,0 0 1 0 0,0 1-1 0 0,0-1 1 0 0,0 0-1 0 0,0 1 1 0 0,0 0-1 0 0,1-1 1 0 0,-1 1-1 0 0,2-2 0 0 0,30-22 1296 0 0,-18 13-993 0 0,23-19 1199 0 0,80-52 1 0 0,-100 72-1817 0 0,1 1 1 0 0,0 1 0 0 0,1 1 0 0 0,-1 1 0 0 0,2 0 0 0 0,-1 2-1 0 0,27-4 1 0 0,-6 4-1148 0 0,0 0-18 0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8:29.77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9218 0 0,'10'49'2525'0'0,"27"162"3594"0"0,-34-174-5800 0 0,-3-26-754 0 0,1 0-1 0 0,0 0 0 0 0,0 0 0 0 0,1 0 1 0 0,0 0-1 0 0,7 17 0 0 0,-3-24 107 0 0,-4-13 271 0 0,-2-4 45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8:29.96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22 27 17972 0 0,'-4'-6'714'0'0,"-10"-13"1466"0"0,10 17-871 0 0,6 12 18 0 0,1-1-1493 0 0,1 1-1 0 0,1-1 0 0 0,-1 0 1 0 0,2 0-1 0 0,-1 0 0 0 0,9 10 0 0 0,-3-6-1572 0 0,0-1 0 0 0,1 1-1 0 0,17 11 1 0 0,-10-9-732 0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8:30.23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1 291 10594 0 0,'64'56'8112'0'0,"-14"-14"-5035"0"0,-50-41-3062 0 0,1 0 0 0 0,0 1-1 0 0,0-1 1 0 0,1 0-1 0 0,-1 0 1 0 0,0 0-1 0 0,0 0 1 0 0,0 0 0 0 0,1-1-1 0 0,-1 1 1 0 0,0 0-1 0 0,1-1 1 0 0,-1 1 0 0 0,0 0-1 0 0,1-1 1 0 0,-1 0-1 0 0,1 1 1 0 0,-1-1 0 0 0,1 0-1 0 0,-1 0 1 0 0,1 0-1 0 0,-1 0 1 0 0,4 0 0 0 0,-3-2 25 0 0,0 1 1 0 0,0-1 0 0 0,0 0 0 0 0,-1 0 0 0 0,1 0-1 0 0,0 0 1 0 0,-1 0 0 0 0,1-1 0 0 0,-1 1 0 0 0,0 0-1 0 0,0-1 1 0 0,0 1 0 0 0,1-3 0 0 0,8-25 60 0 0,0-1-1 0 0,-2 0 1 0 0,-2-1 0 0 0,-1 1 0 0 0,2-63 0 0 0,0 8-1926 0 0,-3 50-5889 0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8:30.78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0 433 11058 0 0,'3'1'438'0'0,"-1"-1"0"0"0,0 0 0 0 0,0 0 0 0 0,1 0 0 0 0,-1 0 0 0 0,0-1 0 0 0,0 1 0 0 0,1-1 0 0 0,-1 1 0 0 0,0-1 0 0 0,3-1 0 0 0,4-2-6 0 0,-1 0 0 0 0,0-1 0 0 0,1 0 0 0 0,-2 0 0 0 0,1-1 1 0 0,-1 0-1 0 0,0-1 0 0 0,0 1 0 0 0,0-1 0 0 0,6-10 0 0 0,-1 1-270 0 0,-2 1-1 0 0,0-2 1 0 0,0 1 0 0 0,7-22-1 0 0,-12 25-163 0 0,0-1 0 0 0,-1 0 0 0 0,-1 0 0 0 0,0 0 0 0 0,-1 0 0 0 0,1-24 0 0 0,-3 31-139 0 0,0-1 0 0 0,-1 1 1 0 0,1-1-1 0 0,-2 1 0 0 0,1-1 0 0 0,-1 1 1 0 0,0-1-1 0 0,0 1 0 0 0,-1 0 0 0 0,0 0 1 0 0,-1 0-1 0 0,1 1 0 0 0,-1-1 0 0 0,-5-6 1 0 0,8 12 81 0 0,-1-1 0 0 0,1 1 1 0 0,0-1-1 0 0,-1 1 0 0 0,1-1 1 0 0,-1 1-1 0 0,1 0 0 0 0,-1 0 1 0 0,1 0-1 0 0,-1 0 0 0 0,0 0 1 0 0,0 0-1 0 0,1 0 0 0 0,-1 1 1 0 0,0-1-1 0 0,0 0 0 0 0,0 1 1 0 0,0 0-1 0 0,0-1 0 0 0,0 1 1 0 0,0 0-1 0 0,-2 0 0 0 0,1 1 25 0 0,0 0-1 0 0,1 0 1 0 0,-1 0 0 0 0,0 0-1 0 0,1 0 1 0 0,-1 1-1 0 0,1-1 1 0 0,-1 1-1 0 0,1-1 1 0 0,0 1 0 0 0,0 0-1 0 0,0 0 1 0 0,-3 4-1 0 0,-2 2 68 0 0,0 1 0 0 0,1 1 0 0 0,1-1 0 0 0,-1 1-1 0 0,1 0 1 0 0,-6 18 0 0 0,8-17 57 0 0,0 0-1 0 0,1 0 1 0 0,0 1-1 0 0,0-1 1 0 0,1 0 0 0 0,1 1-1 0 0,0-1 1 0 0,0 1 0 0 0,1-1-1 0 0,1 0 1 0 0,0 1 0 0 0,5 17-1 0 0,-3-20 22 0 0,-1-1 0 0 0,2 1-1 0 0,-1-1 1 0 0,1 0-1 0 0,0 0 1 0 0,1 0 0 0 0,0-1-1 0 0,0 0 1 0 0,0 0-1 0 0,1 0 1 0 0,0-1 0 0 0,1 0-1 0 0,-1 0 1 0 0,1-1 0 0 0,14 7-1 0 0,3-1-219 0 0,0-1 0 0 0,1-1 0 0 0,0-1-1 0 0,0-1 1 0 0,0-2 0 0 0,1-1 0 0 0,0-1-1 0 0,0-1 1 0 0,45-2 0 0 0,-29-4-1046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8:31.54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18 133 11058 0 0,'-14'-52'6515'0'0,"13"50"-6323"0"0,0-1 0 0 0,1 1-1 0 0,0-1 1 0 0,-1 0 0 0 0,1 1 0 0 0,0-1-1 0 0,0 1 1 0 0,0-1 0 0 0,1 0 0 0 0,-1 1-1 0 0,0-1 1 0 0,1 1 0 0 0,0-1 0 0 0,0 1-1 0 0,0-1 1 0 0,0 1 0 0 0,2-5 0 0 0,-1 8-399 0 0,-1 0 490 0 0,-1-1-252 0 0,0 0 1 0 0,0 0-1 0 0,0 0 1 0 0,0 0-1 0 0,0 0 1 0 0,1 0-1 0 0,-1 0 1 0 0,0 0-1 0 0,0 0 0 0 0,0 0 1 0 0,0 0-1 0 0,0 0 1 0 0,0 0-1 0 0,0 0 1 0 0,0 0-1 0 0,0 0 1 0 0,1 0-1 0 0,-1 0 0 0 0,0 0 1 0 0,0 0-1 0 0,0 0 1 0 0,0 0-1 0 0,0 0 1 0 0,0 0-1 0 0,0 0 1 0 0,1 0 314 0 0,-1-1-315 0 0,0 1 0 0 0,0 0 1 0 0,0 0-1 0 0,0 0 1 0 0,0 0-1 0 0,0 0 1 0 0,0 0-1 0 0,0 0 1 0 0,0 0-1 0 0,0 0 0 0 0,0 0 1 0 0,1-1-1 0 0,-1 1 1 0 0,0 0-1 0 0,0 0 1 0 0,0 0-1 0 0,0 0 1 0 0,-1 0-1 0 0,1 0 0 0 0,0 0 1 0 0,8-31 336 0 0,-7 36-296 0 0,118 469 443 0 0,-110-444-510 0 0,-4-10-358 0 0,1 0 0 0 0,1 0 1 0 0,1-1-1 0 0,1 0 0 0 0,0 0 0 0 0,14 19 0 0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8:31.97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0 321 5529 0 0,'5'-1'207'0'0,"-1"0"-1"0"0,1 0 1 0 0,-1 0-1 0 0,0-1 0 0 0,0 1 1 0 0,0-1-1 0 0,7-4 1 0 0,6-2 211 0 0,203-84 6064 0 0,-1-7-4353 0 0,-76 34-2012 0 0,-117 55-304 0 0,1 1 1 0 0,-1 2 0 0 0,46-8 0 0 0,-71 15 178 0 0,0-1 1 0 0,1 1-1 0 0,-1 0 0 0 0,0 0 0 0 0,0 0 1 0 0,1 0-1 0 0,-1 0 0 0 0,0 0 0 0 0,1 0 1 0 0,-1 1-1 0 0,0-1 0 0 0,0 0 0 0 0,0 1 1 0 0,1-1-1 0 0,-1 1 0 0 0,2 0 0 0 0,-3 0 27 0 0,1-1 0 0 0,-1 1 0 0 0,0-1 0 0 0,1 1 0 0 0,-1-1-1 0 0,0 1 1 0 0,0 0 0 0 0,1-1 0 0 0,-1 1 0 0 0,0-1 0 0 0,0 1 0 0 0,0 0 0 0 0,0-1-1 0 0,0 1 1 0 0,0 0 0 0 0,0-1 0 0 0,0 1 0 0 0,0-1 0 0 0,0 1 0 0 0,0 0-1 0 0,0-1 1 0 0,0 1 0 0 0,-1 1 0 0 0,-2 4 313 0 0,0 1-1 0 0,0 0 1 0 0,-1-1 0 0 0,-7 11-1 0 0,1-2 289 0 0,-3 5 187 0 0,9-16-681 0 0,1 0 1 0 0,-1 1-1 0 0,1 0 0 0 0,0 0 1 0 0,1 0-1 0 0,-1 0 0 0 0,1 0 1 0 0,0 0-1 0 0,0 1 0 0 0,1-1 1 0 0,0 1-1 0 0,0-1 0 0 0,-1 9 0 0 0,3-12-139 0 0,-1-1 0 0 0,1 1 0 0 0,0-1 0 0 0,0 0 0 0 0,0 1 0 0 0,0-1 0 0 0,0 0 0 0 0,0 1 0 0 0,0-1 0 0 0,0 0 0 0 0,1 0 0 0 0,-1 0 0 0 0,0 0 0 0 0,1 0 0 0 0,-1 0 0 0 0,0-1 0 0 0,1 1 0 0 0,-1 0-1 0 0,1-1 1 0 0,-1 1 0 0 0,1-1 0 0 0,0 0 0 0 0,-1 1 0 0 0,1-1 0 0 0,0 0 0 0 0,-1 0 0 0 0,1 0 0 0 0,2 0 0 0 0,47-2-195 0 0,-36-1 368 0 0,0 0 1 0 0,0 0 0 0 0,0-1-1 0 0,26-12 1 0 0,-37 14-94 0 0,0 0 0 0 0,0 1-1 0 0,-1-1 1 0 0,1-1 0 0 0,0 1 0 0 0,-1 0-1 0 0,0-1 1 0 0,0 0 0 0 0,1 0 0 0 0,-2 0 0 0 0,1 0-1 0 0,0 0 1 0 0,-1 0 0 0 0,1-1 0 0 0,-1 0-1 0 0,0 1 1 0 0,0-1 0 0 0,0 0 0 0 0,-1 0-1 0 0,1 0 1 0 0,-1 0 0 0 0,1-7 0 0 0,-2 8-40 0 0,0-1 1 0 0,-1 1-1 0 0,1 0 1 0 0,-1 0-1 0 0,1 0 0 0 0,-1 0 1 0 0,0-1-1 0 0,-1 1 1 0 0,1 0-1 0 0,0 1 1 0 0,-1-1-1 0 0,0 0 1 0 0,0 0-1 0 0,0 1 0 0 0,0-1 1 0 0,0 1-1 0 0,0-1 1 0 0,0 1-1 0 0,-1 0 1 0 0,1 0-1 0 0,-1 0 0 0 0,0 0 1 0 0,0 1-1 0 0,1-1 1 0 0,-1 1-1 0 0,0-1 1 0 0,0 1-1 0 0,0 0 1 0 0,-5-1-1 0 0,1 0-35 0 0,-1 0-1 0 0,0 0 1 0 0,0 0-1 0 0,-1 1 1 0 0,1 1 0 0 0,0-1-1 0 0,0 1 1 0 0,-1 0-1 0 0,1 1 1 0 0,-13 3 0 0 0,13-2-449 0 0,0 1 0 0 0,0 0 1 0 0,1 0-1 0 0,-11 6 0 0 0,-4 6-7112 0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8:32.69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74 11979 0 0,'1'-4'283'0'0,"0"0"1"0"0,0 0 0 0 0,0 0-1 0 0,1 0 1 0 0,0 0 0 0 0,0 0 0 0 0,0 0-1 0 0,0 1 1 0 0,0-1 0 0 0,1 1 0 0 0,-1-1-1 0 0,1 1 1 0 0,0 0 0 0 0,6-5-1 0 0,-8 7-158 0 0,1 0 0 0 0,-1 0 0 0 0,1 0-1 0 0,0 0 1 0 0,-1 0 0 0 0,1 0-1 0 0,0 0 1 0 0,-1 1 0 0 0,1-1-1 0 0,0 1 1 0 0,0-1 0 0 0,-1 1-1 0 0,1 0 1 0 0,0 0 0 0 0,0-1-1 0 0,0 1 1 0 0,0 0 0 0 0,0 1-1 0 0,-1-1 1 0 0,1 0 0 0 0,0 1 0 0 0,0-1-1 0 0,0 1 1 0 0,-1-1 0 0 0,1 1-1 0 0,0 0 1 0 0,-1 0 0 0 0,1-1-1 0 0,0 1 1 0 0,-1 0 0 0 0,0 1-1 0 0,1-1 1 0 0,-1 0 0 0 0,1 0-1 0 0,1 3 1 0 0,6 8 15 0 0,0 1 0 0 0,-1 0 0 0 0,-1 1 0 0 0,0 0 0 0 0,-1 0 0 0 0,0 0 0 0 0,7 27 0 0 0,-9-24-130 0 0,1-1-1 0 0,1 1 1 0 0,1-2 0 0 0,1 1-1 0 0,17 28 1 0 0,-24-43-15 0 0,0 0-1 0 0,-1 0 1 0 0,1 0 0 0 0,0 0 0 0 0,0 0 0 0 0,0 0 0 0 0,-1-1 0 0 0,1 1 0 0 0,0 0 0 0 0,0-1-1 0 0,0 1 1 0 0,1 0 0 0 0,-1-1 0 0 0,0 1 0 0 0,0-1 0 0 0,0 1 0 0 0,0-1 0 0 0,0 0 0 0 0,0 0-1 0 0,1 1 1 0 0,-1-1 0 0 0,0 0 0 0 0,3 0 0 0 0,-3-1-25 0 0,1 1 0 0 0,0-1 0 0 0,0 0 0 0 0,0 0 0 0 0,-1 0 0 0 0,1 0 0 0 0,0 0 0 0 0,-1 0-1 0 0,1 0 1 0 0,-1 0 0 0 0,1-1 0 0 0,-1 1 0 0 0,2-3 0 0 0,5-6-238 0 0,-1-1 0 0 0,0 0 0 0 0,8-20 0 0 0,-10 22 106 0 0,18-41-563 0 0,-13 27 646 0 0,0 1 0 0 0,2 0 0 0 0,0 1 0 0 0,17-21 0 0 0,-28 40 128 0 0,1 0 0 0 0,-1 0 1 0 0,1 1-1 0 0,0-1 0 0 0,-1 0 1 0 0,1 1-1 0 0,0-1 0 0 0,0 1 1 0 0,0 0-1 0 0,0-1 0 0 0,0 1 1 0 0,0 0-1 0 0,1 0 0 0 0,-1 1 1 0 0,0-1-1 0 0,1 0 0 0 0,-1 1 1 0 0,0-1-1 0 0,1 1 0 0 0,2 0 1 0 0,-3 0 21 0 0,0 1 1 0 0,0-1-1 0 0,0 1 1 0 0,0 0 0 0 0,-1 0-1 0 0,1 0 1 0 0,0 0-1 0 0,-1 0 1 0 0,1 0 0 0 0,-1 1-1 0 0,1-1 1 0 0,-1 0-1 0 0,1 1 1 0 0,-1-1 0 0 0,0 1-1 0 0,0 0 1 0 0,0-1-1 0 0,0 1 1 0 0,0 0 0 0 0,0 0-1 0 0,0 0 1 0 0,0-1-1 0 0,-1 1 1 0 0,1 3 0 0 0,13 46 293 0 0,-11-36-209 0 0,0 0 1 0 0,1 0 0 0 0,1 0-1 0 0,1 0 1 0 0,11 20 0 0 0,-15-32-376 0 0,0 0 1 0 0,0 0-1 0 0,0 0 1 0 0,1 0-1 0 0,-1 0 1 0 0,1-1 0 0 0,0 1-1 0 0,0-1 1 0 0,0 0-1 0 0,0 0 1 0 0,0 0-1 0 0,0 0 1 0 0,1-1-1 0 0,-1 1 1 0 0,0-1-1 0 0,1 0 1 0 0,0 0-1 0 0,-1 0 1 0 0,1 0-1 0 0,-1 0 1 0 0,1-1 0 0 0,0 0-1 0 0,0 0 1 0 0,-1 0-1 0 0,1 0 1 0 0,0-1-1 0 0,-1 1 1 0 0,6-2-1 0 0,-2 0-461 0 0,1 0-1 0 0,-1-1 1 0 0,0 0-1 0 0,0 0 0 0 0,0-1 1 0 0,-1 1-1 0 0,1-1 1 0 0,-1-1-1 0 0,0 1 1 0 0,0-1-1 0 0,0-1 0 0 0,8-9 1 0 0,20-33 1360 0 0,-11-2 6635 0 0,-23 71-1735 0 0,9 24-5548 0 0,-6-30 484 0 0,0-1-381 0 0,0 1-1 0 0,10 23 1 0 0,-11-34-483 0 0,0 0 0 0 0,0 0 0 0 0,0 0 0 0 0,0 0 0 0 0,1 0 0 0 0,-1-1 0 0 0,1 1 0 0 0,0-1 0 0 0,0 0 0 0 0,0 0 0 0 0,1 0 0 0 0,-1 0 0 0 0,6 3 0 0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8:32.94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 9 11979 0 0,'-7'-8'9498'0'0,"25"35"-9578"0"0,-9-15 0 0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8:33.2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117 25 11522 0 0,'-3'-2'361'0'0,"0"-1"-1"0"0,0 1 1 0 0,0-1-1 0 0,-1 1 1 0 0,1 0-1 0 0,0 0 1 0 0,-1 1-1 0 0,0-1 1 0 0,1 1-1 0 0,-1-1 1 0 0,-7 0-1 0 0,9 2-182 0 0,0 0 0 0 0,0 0 0 0 0,0 0 0 0 0,0 0 0 0 0,0 1 0 0 0,0-1 0 0 0,0 1 0 0 0,0-1 0 0 0,0 1 0 0 0,0 0 0 0 0,0-1 0 0 0,1 1-1 0 0,-1 0 1 0 0,0 0 0 0 0,1 1 0 0 0,-1-1 0 0 0,1 0 0 0 0,-1 0 0 0 0,1 1 0 0 0,-1-1 0 0 0,1 1 0 0 0,0-1 0 0 0,0 1 0 0 0,0 0 0 0 0,0 0 0 0 0,-1 2-1 0 0,-2 4 42 0 0,0 1 0 0 0,0 0 0 0 0,1 1-1 0 0,1-1 1 0 0,0 0 0 0 0,0 1 0 0 0,1 0-1 0 0,-1 10 1 0 0,4 82 53 0 0,-1-79-145 0 0,3 53-142 0 0,3 0 1 0 0,4-1 0 0 0,3 0 0 0 0,36 113 0 0 0,-39-157-602 0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8:33.41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32 242 7834 0 0,'-2'-1'76'0'0,"0"0"1"0"0,-1 0-1 0 0,1 0 1 0 0,0-1-1 0 0,0 1 1 0 0,1-1-1 0 0,-1 1 0 0 0,0-1 1 0 0,0 0-1 0 0,1 0 1 0 0,-1 0-1 0 0,1 1 1 0 0,0-1-1 0 0,-1-1 1 0 0,1 1-1 0 0,0 0 1 0 0,-1-4-1 0 0,2 3 113 0 0,0 0-1 0 0,0 0 1 0 0,0-1-1 0 0,0 1 1 0 0,1 0-1 0 0,0 0 1 0 0,-1 0-1 0 0,1 0 1 0 0,1 0-1 0 0,-1 0 1 0 0,0 0-1 0 0,1 1 1 0 0,2-6-1 0 0,3-2 238 0 0,1-1-1 0 0,0 1 1 0 0,0 0-1 0 0,1 1 0 0 0,0 0 1 0 0,0 1-1 0 0,1-1 1 0 0,0 2-1 0 0,1 0 1 0 0,0 0-1 0 0,21-10 1 0 0,-13 9-742 0 0,1 0 1 0 0,0 1-1 0 0,0 1 1 0 0,1 1 0 0 0,-1 1-1 0 0,33-2 1 0 0,-21 4-805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8:33.80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0 181 6193 0 0,'3'0'219'0'0,"0"-1"-1"0"0,0 0 0 0 0,0 1 1 0 0,0-1-1 0 0,-1 0 0 0 0,1 0 1 0 0,-1-1-1 0 0,1 1 0 0 0,0 0 0 0 0,3-4 1 0 0,-4 3 178 0 0,1 0 0 0 0,-1 1 1 0 0,0-1-1 0 0,1 1 0 0 0,0 0 0 0 0,-1 0 1 0 0,1 0-1 0 0,0 0 0 0 0,-1 0 0 0 0,1 0 1 0 0,0 1-1 0 0,0-1 0 0 0,-1 1 1 0 0,5 0-1 0 0,-3 1-18 0 0,1 0 1 0 0,-1 1 0 0 0,0-1-1 0 0,0 1 1 0 0,0 0 0 0 0,0 1-1 0 0,0-1 1 0 0,0 0 0 0 0,-1 1-1 0 0,1 0 1 0 0,-1 0 0 0 0,5 5-1 0 0,38 47 859 0 0,-34-39-888 0 0,8 8-161 0 0,-2 0 0 0 0,26 48 1 0 0,-50-85-210 0 0,1-1 0 0 0,0 0 0 0 0,1 0 0 0 0,1 0 0 0 0,0-1 0 0 0,1 1 0 0 0,0-1 0 0 0,2 0 0 0 0,0-22 0 0 0,1 19-69 0 0,1 1 0 0 0,1 0 0 0 0,0 0 0 0 0,1 0-1 0 0,1 1 1 0 0,1-1 0 0 0,0 1 0 0 0,9-16 0 0 0,-12 28-231 0 0,-1 0 0 0 0,0 0 0 0 0,1 0 0 0 0,0 0 0 0 0,0 1 0 0 0,0 0 0 0 0,5-5 0 0 0,8-2-991 0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8:34.3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196 20 6913 0 0,'0'-1'158'0'0,"-1"0"0"0"0,0-1 0 0 0,1 1 0 0 0,-1 0 0 0 0,0 0 0 0 0,0 0 0 0 0,0 0 0 0 0,0 0 0 0 0,0 0 0 0 0,0 0 0 0 0,0 0 0 0 0,0 0 0 0 0,0 0 0 0 0,-1 0 0 0 0,1 1 0 0 0,0-1 0 0 0,0 0 0 0 0,-1 1 0 0 0,1-1 0 0 0,-1 1 0 0 0,1 0 0 0 0,-2-1 0 0 0,0 1 105 0 0,0 0 1 0 0,1 0 0 0 0,-1 1 0 0 0,0-1 0 0 0,1 1 0 0 0,-1-1 0 0 0,0 1-1 0 0,1 0 1 0 0,-1 0 0 0 0,1 0 0 0 0,-3 2 0 0 0,-3 1 284 0 0,1 1 1 0 0,0-1 0 0 0,1 2-1 0 0,-1-1 1 0 0,1 1-1 0 0,-11 12 1 0 0,6-2 4 0 0,0 1-1 0 0,0 0 0 0 0,-12 30 1 0 0,19-38-501 0 0,0 0 1 0 0,1 0 0 0 0,0 0-1 0 0,1 0 1 0 0,0 0-1 0 0,1 1 1 0 0,-1-1-1 0 0,2 0 1 0 0,0 19-1 0 0,0-27-62 0 0,0 1 0 0 0,0 0-1 0 0,0-1 1 0 0,0 1-1 0 0,1 0 1 0 0,-1-1 0 0 0,0 1-1 0 0,1-1 1 0 0,-1 1 0 0 0,1-1-1 0 0,0 1 1 0 0,-1-1-1 0 0,1 1 1 0 0,0-1 0 0 0,0 1-1 0 0,0-1 1 0 0,0 0 0 0 0,0 0-1 0 0,0 0 1 0 0,1 1-1 0 0,-1-1 1 0 0,0 0 0 0 0,0 0-1 0 0,1 0 1 0 0,-1-1 0 0 0,1 1-1 0 0,-1 0 1 0 0,1-1-1 0 0,-1 1 1 0 0,1 0 0 0 0,-1-1-1 0 0,1 0 1 0 0,-1 1 0 0 0,1-1-1 0 0,0 0 1 0 0,-1 0-1 0 0,1 0 1 0 0,0 0 0 0 0,-1 0-1 0 0,1 0 1 0 0,2-1 0 0 0,1 0-170 0 0,0-1 0 0 0,-1 0 0 0 0,1 0 1 0 0,0 0-1 0 0,-1-1 0 0 0,1 1 0 0 0,-1-1 1 0 0,0 0-1 0 0,0 0 0 0 0,0-1 0 0 0,0 1 0 0 0,3-5 1 0 0,8-12-724 0 0,-1 0 1 0 0,21-39-1 0 0,-9 13 1934 0 0,-26 45-945 0 0,0 1-1 0 0,0 0 1 0 0,0-1-1 0 0,0 1 1 0 0,1 0 0 0 0,-1-1-1 0 0,0 1 1 0 0,0 0-1 0 0,0 0 1 0 0,1-1-1 0 0,-1 1 1 0 0,0 0-1 0 0,1-1 1 0 0,-1 1-1 0 0,0 0 1 0 0,0 0-1 0 0,1 0 1 0 0,-1-1-1 0 0,0 1 1 0 0,1 0-1 0 0,-1 0 1 0 0,1 0-1 0 0,-1 0 1 0 0,0 0-1 0 0,1 0 1 0 0,-1-1 0 0 0,0 1-1 0 0,1 0 1 0 0,-1 0-1 0 0,1 0 1 0 0,-1 0-1 0 0,0 1 1 0 0,1-1-1 0 0,-1 0 1 0 0,0 0-1 0 0,1 0 1 0 0,11 14 1598 0 0,3 28-491 0 0,-13-38-983 0 0,8 28-346 0 0,15 39 896 0 0,-2-26-7346 0 0,-13-29-349 0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8:34.5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 0 12899 0 0,'-9'5'4324'0'0,"9"-4"-4184"0"0,0-1-1 0 0,0 0 1 0 0,0 1-1 0 0,0-1 1 0 0,0 0-1 0 0,0 1 1 0 0,-2 23 1955 0 0,8 25-542 0 0,-6-49-1508 0 0,14 84 650 0 0,28 87 0 0 0,-32-138-740 0 0,1-1 0 0 0,2 0 0 0 0,2 0 1 0 0,0-2-1 0 0,31 45 0 0 0,-22-45-276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8:34.76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0 128 9218 0 0,'4'0'604'0'0,"-1"0"0"0"0,1 0 1 0 0,0 0-1 0 0,-1-1 0 0 0,1 1 0 0 0,0-1 1 0 0,-1 0-1 0 0,1 0 0 0 0,-1 0 0 0 0,1 0 1 0 0,3-3-1 0 0,1 1-213 0 0,105-39 2998 0 0,-2-1-3984 0 0,-88 36-2242 0 0,0 1 1 0 0,48-6-1 0 0,-38 8-345 0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8:35.03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0 456 1840 0 0,'29'-40'2648'0'0,"-1"-1"0"0"0,21-46-1 0 0,-38 65-2206 0 0,0-1-1 0 0,-2-1 1 0 0,-1 0-1 0 0,-1 0 1 0 0,8-45 0 0 0,-15 61-345 0 0,1 0 0 0 0,-2 0 1 0 0,1 0-1 0 0,-1 0 0 0 0,0 0 0 0 0,-1 1 1 0 0,-2-10-1 0 0,3 15-73 0 0,0 0 0 0 0,1 0 0 0 0,-1 0 0 0 0,0 0 1 0 0,0 0-1 0 0,0 1 0 0 0,0-1 0 0 0,-1 0 0 0 0,1 1 0 0 0,0-1 0 0 0,-1 1 0 0 0,1-1 1 0 0,-1 1-1 0 0,-1-2 0 0 0,1 3-10 0 0,1-1 1 0 0,0 1-1 0 0,-1-1 1 0 0,1 1-1 0 0,0 0 1 0 0,-1 0-1 0 0,1-1 1 0 0,-1 1-1 0 0,1 0 0 0 0,0 0 1 0 0,-1 1-1 0 0,1-1 1 0 0,0 0-1 0 0,-1 0 1 0 0,1 1-1 0 0,0-1 1 0 0,-1 0-1 0 0,1 1 1 0 0,0 0-1 0 0,-1-1 1 0 0,1 1-1 0 0,0 0 0 0 0,-2 1 1 0 0,0 0 162 0 0,1 1 0 0 0,-1 0 0 0 0,0-1 0 0 0,1 1 0 0 0,0 0 0 0 0,0 1 0 0 0,0-1 0 0 0,0 0 0 0 0,1 0 0 0 0,-1 1 0 0 0,1-1 0 0 0,-1 1 0 0 0,1-1 0 0 0,1 1 0 0 0,-1 0 0 0 0,0-1 0 0 0,1 5 0 0 0,-2 9 616 0 0,1-1 1 0 0,3 25-1 0 0,-1-28-568 0 0,0 0 0 0 0,2 0 0 0 0,-1 0 0 0 0,2 0 0 0 0,0-1 0 0 0,0 1 0 0 0,1-1 0 0 0,1 0 0 0 0,0 0-1 0 0,1-1 1 0 0,0 0 0 0 0,0 0 0 0 0,1-1 0 0 0,1 0 0 0 0,-1 0 0 0 0,12 9 0 0 0,-8-9-295 0 0,1 0 0 0 0,1 0 0 0 0,0-2 1 0 0,0 0-1 0 0,0 0 0 0 0,1-1 0 0 0,0-1 0 0 0,1 0 0 0 0,-1-1 1 0 0,1-1-1 0 0,0-1 0 0 0,26 3 0 0 0,14-3-5339 0 0,4-5-1844 0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9:43.45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88 54 5529 0 0,'-2'-3'339'0'0,"1"-1"0"0"0,-1 1 0 0 0,1-1 0 0 0,0 0 0 0 0,0 0 0 0 0,0 1 0 0 0,-1-7 0 0 0,-7-9 7014 0 0,-1 56-5503 0 0,-11 214 1282 0 0,13-112-2585 0 0,-2-20-199 0 0,-9 172 392 0 0,19-251-856 0 0,2-1 0 0 0,2 0 0 0 0,1 0 0 0 0,3 0 0 0 0,14 49 0 0 0,-16-75-622 0 0,-6-13 664 0 0,0 0-1 0 0,0 0 0 0 0,0 0 0 0 0,0 1 0 0 0,1-1 0 0 0,-1 0 1 0 0,3 2-1573 0 0,-2-2 1573 0 0,-1 0-1 0 0,0 0 0 0 0,0 0 0 0 0,0 0 0 0 0,1 0 0 0 0,-1 0 1 0 0,0 0-1 0 0,0 0 0 0 0,0 0 0 0 0,1 0 0 0 0,-1-1 1 0 0,0 1-1 0 0,0 0 0 0 0,2-3-1347 0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9:43.93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51 113 2304 0 0,'-1'-3'411'0'0,"-1"0"-1"0"0,1-1 0 0 0,0 1 1 0 0,0 0-1 0 0,0-1 0 0 0,0 1 0 0 0,0 0 1 0 0,1-1-1 0 0,-1 1 0 0 0,1-1 0 0 0,0 1 1 0 0,0-1-1 0 0,1 1 0 0 0,-1-1 1 0 0,1 1-1 0 0,0-1 0 0 0,-1 1 0 0 0,2 0 1 0 0,-1-1-1 0 0,3-4 0 0 0,-3 5-364 0 0,1 0 0 0 0,0 1 1 0 0,0-1-1 0 0,0 1 0 0 0,1 0 0 0 0,-1-1 0 0 0,1 1 0 0 0,-1 0 0 0 0,1 0 1 0 0,0 1-1 0 0,-1-1 0 0 0,1 1 0 0 0,0-1 0 0 0,0 1 0 0 0,0 0 0 0 0,0 0 0 0 0,0 0 1 0 0,1 0-1 0 0,-1 1 0 0 0,0-1 0 0 0,0 1 0 0 0,6 0 0 0 0,-1 1 118 0 0,-1 0 1 0 0,1 0-1 0 0,-1 1 0 0 0,0 0 0 0 0,0 1 1 0 0,0-1-1 0 0,0 1 0 0 0,0 1 0 0 0,0-1 0 0 0,-1 1 1 0 0,1 0-1 0 0,-1 1 0 0 0,0-1 0 0 0,-1 1 1 0 0,1 1-1 0 0,-1-1 0 0 0,0 1 0 0 0,0 0 0 0 0,6 10 1 0 0,-4-6 10 0 0,-1 0 1 0 0,1 1-1 0 0,-2 0 1 0 0,0 0-1 0 0,0 0 1 0 0,-1 1-1 0 0,0-1 1 0 0,-1 1-1 0 0,0 0 1 0 0,-1 0-1 0 0,1 17 1 0 0,-4-12-83 0 0,-1 0 1 0 0,0-1-1 0 0,-2 0 1 0 0,0 0 0 0 0,0 0-1 0 0,-2 0 1 0 0,0-1-1 0 0,0 1 1 0 0,-2-1-1 0 0,0-1 1 0 0,0 0 0 0 0,-17 20-1 0 0,-4 3-13 0 0,-2-2 0 0 0,-2-1 0 0 0,-42 34 0 0 0,66-60 474 0 0,-1 0 0 0 0,-1-1 0 0 0,-13 8 1 0 0,37-20-234 0 0,-1 1 1 0 0,1 0 0 0 0,-1 1 0 0 0,1 0 0 0 0,0 1 0 0 0,22-1 0 0 0,86 5-103 0 0,-98 0-217 0 0,0 1 0 0 0,0 1 0 0 0,-1 1-1 0 0,0 1 1 0 0,0 1 0 0 0,-1 1 0 0 0,1 1 0 0 0,-2 1 0 0 0,1 0-1 0 0,-2 2 1 0 0,1 0 0 0 0,-2 2 0 0 0,0 0 0 0 0,0 1 0 0 0,27 30-1 0 0,-41-41-203 0 0,0 1 0 0 0,1-1 0 0 0,0 0-1 0 0,-1 0 1 0 0,11 5 0 0 0,-7-5-534 0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9:44.45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61 271 11058 0 0,'-16'14'673'0'0,"8"-7"-38"0"0,1 0 1 0 0,0 1-1 0 0,0-1 1 0 0,-8 14 0 0 0,45-60 3419 0 0,7-5-3455 0 0,37-80 509 0 0,3-4 447 0 0,-81 230-844 0 0,9-48-712 0 0,2 0 0 0 0,3 0 0 0 0,16 52 0 0 0,8 38 0 0 0,-28-111-22 0 0,-1 1-35 0 0,2 0 0 0 0,2-1 0 0 0,13 36 1 0 0,-15-57-1158 0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9:44.63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5 160 6913 0 0,'-1'-1'124'0'0,"1"1"-1"0"0,0 0 0 0 0,-1-1 0 0 0,1 1 0 0 0,0 0 0 0 0,0-1 0 0 0,-1 1 0 0 0,1 0 0 0 0,0-1 0 0 0,0 1 1 0 0,-1 0-1 0 0,1-1 0 0 0,0 1 0 0 0,0-1 0 0 0,0 1 0 0 0,0 0 0 0 0,0-1 0 0 0,0 1 0 0 0,0-1 0 0 0,-1 1 0 0 0,1-1 1 0 0,0 1-1 0 0,1 0 0 0 0,-1-1 0 0 0,0 1 0 0 0,0-1 0 0 0,0 1 0 0 0,0-1 0 0 0,0 1 0 0 0,0 0 0 0 0,0-1 1 0 0,1 1-1 0 0,-1-1 0 0 0,0 1 0 0 0,0 0 0 0 0,1-1 0 0 0,-1 1 0 0 0,0 0 0 0 0,0-1 0 0 0,1 1 0 0 0,9-19 2433 0 0,41-40 1368 0 0,7 8-4891 0 0,-37 36-5288 0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9:45.52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14 227 14283 0 0,'0'1'73'0'0,"0"-1"0"0"0,-1 0-1 0 0,1 0 1 0 0,0 0 0 0 0,0 1 0 0 0,-1-1 0 0 0,1 0 0 0 0,-1 0-1 0 0,1 0 1 0 0,0 0 0 0 0,-1 0 0 0 0,1 0 0 0 0,0 0-1 0 0,-1 0 1 0 0,1 0 0 0 0,0 0 0 0 0,-1 0 0 0 0,1 0 0 0 0,-1 0-1 0 0,1 0 1 0 0,0 0 0 0 0,-1 0 0 0 0,1 0 0 0 0,0 0-1 0 0,-1 0 1 0 0,1-1 0 0 0,0 1 0 0 0,-1 0 0 0 0,1 0 0 0 0,0 0-1 0 0,-1-1 1 0 0,1 1 0 0 0,0 0 0 0 0,0 0 0 0 0,-1-1-1 0 0,1 1 1 0 0,0 0 0 0 0,0-1 0 0 0,0 1 0 0 0,-1 0-1 0 0,1-1 1 0 0,0 1 0 0 0,0 0 0 0 0,0-1 0 0 0,0 1 0 0 0,0-1-1 0 0,0 0-27 0 0,0 0 1 0 0,0 1-1 0 0,0-1 0 0 0,0 0 0 0 0,0 0 0 0 0,0 0 0 0 0,1 1 0 0 0,-1-1 0 0 0,0 0 0 0 0,1 0 0 0 0,-1 1 0 0 0,1-1 0 0 0,-1 0 0 0 0,1 1 1 0 0,-1-1-1 0 0,1 1 0 0 0,-1-1 0 0 0,1 0 0 0 0,-1 1 0 0 0,2-1 0 0 0,25-14-119 0 0,0 2 1 0 0,1 1-1 0 0,0 1 0 0 0,1 2 0 0 0,39-8 1 0 0,-47 11 114 0 0,296-54-190 0 0,-180 37 243 0 0,-5 4 372 0 0,2 6 0 0 0,135 4 0 0 0,267 35 99 0 0,-429-12-559 0 0,160 42 0 0 0,-119-23-501 0 0,-127-29 307 0 0,-11-2 45 0 0,0 0-1 0 0,0 0 1 0 0,0 1 0 0 0,10 4 0 0 0,-19-6 23 0 0,0 1 186 0 0,-1 1 1 0 0,0-1-1 0 0,1 1 0 0 0,-1-1 1 0 0,0 1-1 0 0,0-1 0 0 0,-1 1 1 0 0,1-1-1 0 0,-1 5 1 0 0,0-1 196 0 0,0 21 322 0 0,2-1 0 0 0,1 1-1 0 0,10 51 1 0 0,28 76-66 0 0,-36-140-450 0 0,37 123-35 0 0,29 105 72 0 0,-55-176-74 0 0,12 117-1 0 0,-21-99 17 0 0,-3 1 1 0 0,-5-1-1 0 0,-3 1 1 0 0,-4-1-1 0 0,-20 89 1 0 0,19-135-9 0 0,-2 1 0 0 0,-1-2 1 0 0,-2 0-1 0 0,-2-1 0 0 0,-1 0 1 0 0,-1-2-1 0 0,-36 48 0 0 0,42-67 22 0 0,0-1-1 0 0,0-1 0 0 0,-2-1 0 0 0,1 0 1 0 0,-26 16-1 0 0,-84 42 494 0 0,124-70-555 0 0,-28 15 28 0 0,0-2-1 0 0,-1 0 1 0 0,-46 12-1 0 0,60-21-2366 0 0,-1-2 0 0 0,-27 3 0 0 0,20-5-5117 0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9:45.99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94 42 3225 0 0,'-30'-18'348'0'0,"24"14"911"0"0,-1 0 0 0 0,0 0 0 0 0,0 0 0 0 0,-10-3-1 0 0,16 7-1134 0 0,0 0-1 0 0,0 0 1 0 0,0 0-1 0 0,1 0 0 0 0,-1 0 1 0 0,0 0-1 0 0,0 0 1 0 0,1 1-1 0 0,-1-1 1 0 0,0 0-1 0 0,1 0 0 0 0,-1 1 1 0 0,0-1-1 0 0,1 1 1 0 0,-1-1-1 0 0,0 1 0 0 0,1-1 1 0 0,-1 1-1 0 0,1-1 1 0 0,-1 1-1 0 0,1-1 0 0 0,-1 1 1 0 0,1-1-1 0 0,-1 1 1 0 0,1 0-1 0 0,0-1 1 0 0,-1 1-1 0 0,1 0 0 0 0,0 0 1 0 0,0-1-1 0 0,-1 1 1 0 0,1 0-1 0 0,0 0 0 0 0,0-1 1 0 0,0 1-1 0 0,0 0 1 0 0,0 0-1 0 0,0-1 0 0 0,0 1 1 0 0,0 1-1 0 0,0 42 1123 0 0,1-37-959 0 0,6 157 1021 0 0,14 424 306 0 0,-26 2-1592 0 0,2-523-24 0 0,-4 44 1014 0 0,17 212 0 0 0,-9-314-842 0 0,0 0 1 0 0,1 1-1 0 0,0-1 1 0 0,1 0 0 0 0,6 17-1 0 0,-8-24-155 0 0,0 0 0 0 0,1 0-1 0 0,-1 0 1 0 0,0 0 0 0 0,1 0 0 0 0,-1 0-1 0 0,1 0 1 0 0,-1-1 0 0 0,1 1 0 0 0,0 0-1 0 0,0-1 1 0 0,0 0 0 0 0,0 1 0 0 0,0-1-1 0 0,0 0 1 0 0,0 0 0 0 0,0 0 0 0 0,0 0-1 0 0,1-1 1 0 0,-1 1 0 0 0,0-1 0 0 0,1 1-1 0 0,-1-1 1 0 0,0 0 0 0 0,1 0 0 0 0,-1 0-1 0 0,0 0 1 0 0,5-1 0 0 0,12-3-23 0 0,0-2-1 0 0,-1 0 1 0 0,1-1 0 0 0,-2 0 0 0 0,33-20-1 0 0,10-4-65 0 0,71-22 41 0 0,145-39 1 0 0,6 24-43 0 0,-61 18-315 0 0,-44 9-874 0 0,-59 23-2354 0 0,-82 15-2769 0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9:47.22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381 13 9674 0 0,'0'-1'120'0'0,"-1"1"0"0"0,1-1 0 0 0,0 0 0 0 0,-1 1 0 0 0,1-1 0 0 0,-1 0 0 0 0,1 0 0 0 0,-1 1 0 0 0,1-1 1 0 0,-1 1-1 0 0,1-1 0 0 0,-1 1 0 0 0,0-1 0 0 0,1 1 0 0 0,-1-1 0 0 0,0 1 0 0 0,1-1 0 0 0,-1 1 0 0 0,0 0 0 0 0,0-1 0 0 0,1 1 0 0 0,-1 0 0 0 0,0 0 0 0 0,0 0 0 0 0,0 0 0 0 0,0-1 0 0 0,1 1 0 0 0,-1 0 0 0 0,0 0 0 0 0,0 1 0 0 0,0-1 0 0 0,1 0 0 0 0,-1 0 1 0 0,0 0-1 0 0,-1 1 0 0 0,-34 7 1671 0 0,18 0-1418 0 0,0 2-1 0 0,1 0 0 0 0,0 1 1 0 0,1 0-1 0 0,-28 26 0 0 0,8-2-207 0 0,-36 45 0 0 0,71-78-166 0 0,-6 5 21 0 0,0 1 0 0 0,1 0 0 0 0,1 0 0 0 0,-1 0 0 0 0,1 1 0 0 0,-4 9-1 0 0,9-15-2 0 0,-1-1 0 0 0,0 0 0 0 0,1 1 0 0 0,0-1 0 0 0,-1 1 0 0 0,1-1-1 0 0,0 0 1 0 0,0 1 0 0 0,0-1 0 0 0,1 1 0 0 0,-1-1 0 0 0,1 1 0 0 0,-1-1-1 0 0,1 0 1 0 0,0 1 0 0 0,0-1 0 0 0,0 0 0 0 0,0 0 0 0 0,0 0 0 0 0,0 0-1 0 0,1 0 1 0 0,-1 0 0 0 0,1 0 0 0 0,-1 0 0 0 0,1 0 0 0 0,0 0 0 0 0,-1-1-1 0 0,1 1 1 0 0,0-1 0 0 0,3 2 0 0 0,14 9 94 0 0,1-1 0 0 0,1-1-1 0 0,-1-1 1 0 0,2-1 0 0 0,-1 0 0 0 0,1-2 0 0 0,23 4-1 0 0,-23-6-135 0 0,0 2-1 0 0,-1 0 1 0 0,0 1-1 0 0,0 1 0 0 0,0 1 1 0 0,-1 1-1 0 0,22 15 1 0 0,-40-24 14 0 0,0 1 1 0 0,0 0 0 0 0,1 0 0 0 0,-1-1 0 0 0,-1 2 0 0 0,1-1 0 0 0,0 0 0 0 0,0 0-1 0 0,-1 0 1 0 0,1 1 0 0 0,-1-1 0 0 0,0 1 0 0 0,0-1 0 0 0,0 1 0 0 0,0 0-1 0 0,0-1 1 0 0,0 1 0 0 0,-1 0 0 0 0,1 4 0 0 0,-1-3 18 0 0,-1 0 0 0 0,1 0 0 0 0,-1 1 1 0 0,0-1-1 0 0,0 0 0 0 0,0 0 0 0 0,-1 0 0 0 0,0 0 0 0 0,1 0 1 0 0,-1 0-1 0 0,-4 5 0 0 0,-5 5 136 0 0,0 0 0 0 0,-1-1 0 0 0,0 0-1 0 0,-28 21 1 0 0,-5-2-89 0 0,-1-1-1 0 0,-2-3 1 0 0,-58 25-1 0 0,1 0-4298 0 0,89-43 2917 0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9:47.90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1 335 11058 0 0,'12'-7'778'0'0,"0"0"1"0"0,0 0-1 0 0,-1-1 0 0 0,20-17 0 0 0,-22 15-658 0 0,0 0 0 0 0,0-1 0 0 0,-1 1-1 0 0,-1-2 1 0 0,0 1 0 0 0,-1-1 0 0 0,0 0 0 0 0,0 0 0 0 0,-1 0 0 0 0,-1-1 0 0 0,0 0 0 0 0,-1 0 0 0 0,3-26 0 0 0,-5 31-115 0 0,0 0 0 0 0,-1 0 0 0 0,0-1 0 0 0,0 1 1 0 0,-1 0-1 0 0,-3-13 0 0 0,4 20-28 0 0,0 0-1 0 0,-1-1 1 0 0,1 1-1 0 0,-1 0 1 0 0,1 0-1 0 0,-1 0 1 0 0,1 0-1 0 0,-1 0 1 0 0,1 0-1 0 0,-1 0 1 0 0,0 0-1 0 0,0 0 1 0 0,0 0-1 0 0,1 0 1 0 0,-1 1-1 0 0,0-1 1 0 0,0 0-1 0 0,0 1 1 0 0,0-1-1 0 0,0 0 1 0 0,-2 0-1 0 0,2 1-18 0 0,-1 0 1 0 0,0 0-1 0 0,0 0 1 0 0,0 1-1 0 0,1-1 1 0 0,-1 0-1 0 0,0 1 0 0 0,1-1 1 0 0,-1 1-1 0 0,0-1 1 0 0,1 1-1 0 0,-1 0 0 0 0,0 0 1 0 0,1 0-1 0 0,-1 0 1 0 0,1 0-1 0 0,0 0 0 0 0,-1 0 1 0 0,-1 2-1 0 0,-4 4 67 0 0,0 1-1 0 0,0 0 0 0 0,0 0 0 0 0,1 0 1 0 0,0 1-1 0 0,1 0 0 0 0,0 0 0 0 0,0 1 1 0 0,-4 14-1 0 0,-1 3 372 0 0,2 2 1 0 0,-5 31 0 0 0,11-49-356 0 0,1-1 1 0 0,1 1 0 0 0,0-1-1 0 0,0 1 1 0 0,1-1 0 0 0,1 1-1 0 0,-1-1 1 0 0,2 1 0 0 0,-1-1-1 0 0,2 0 1 0 0,5 12 0 0 0,-8-18-17 0 0,1 0-1 0 0,-1 0 1 0 0,1 0 0 0 0,1-1-1 0 0,-1 1 1 0 0,0-1 0 0 0,1 1-1 0 0,0-1 1 0 0,-1 0 0 0 0,1 0-1 0 0,1 0 1 0 0,-1 0 0 0 0,0-1-1 0 0,1 0 1 0 0,-1 1 0 0 0,1-1 0 0 0,0 0-1 0 0,-1-1 1 0 0,1 1 0 0 0,0-1-1 0 0,0 1 1 0 0,0-1 0 0 0,0 0-1 0 0,1-1 1 0 0,-1 1 0 0 0,0-1-1 0 0,0 0 1 0 0,0 0 0 0 0,1 0-1 0 0,7-1 1 0 0,-4-2 11 0 0,0 0 0 0 0,0 0 0 0 0,0-1 0 0 0,-1 0 0 0 0,1 0-1 0 0,-1 0 1 0 0,0-1 0 0 0,0 0 0 0 0,0-1 0 0 0,-1 0 0 0 0,0 0 0 0 0,0 0 0 0 0,5-8-1 0 0,7-9-213 0 0,-2 0 0 0 0,21-41 0 0 0,-11 2-106 0 0,-21 46 444 0 0,1 1 1 0 0,0 1 0 0 0,13-21 0 0 0,-18 34-101 0 0,0-1 0 0 0,0 1 0 0 0,0 0 0 0 0,0 0 0 0 0,1 0-1 0 0,-1 0 1 0 0,0 0 0 0 0,0 0 0 0 0,1 0 0 0 0,-1 1 0 0 0,1-1 0 0 0,-1 0 0 0 0,1 1 0 0 0,-1-1 0 0 0,1 1 0 0 0,-1-1 0 0 0,1 1 0 0 0,-1 0-1 0 0,1 0 1 0 0,-1 0 0 0 0,1 0 0 0 0,0 0 0 0 0,-1 0 0 0 0,1 0 0 0 0,-1 0 0 0 0,1 0 0 0 0,0 1 0 0 0,-1-1 0 0 0,1 1 0 0 0,-1-1 0 0 0,1 1-1 0 0,-1 0 1 0 0,0 0 0 0 0,1-1 0 0 0,-1 1 0 0 0,0 0 0 0 0,1 0 0 0 0,1 2 0 0 0,2 1 8 0 0,-1 0 1 0 0,1 0-1 0 0,-1 0 1 0 0,1 0-1 0 0,-1 1 0 0 0,0 0 1 0 0,-1 0-1 0 0,6 9 1 0 0,-3 1 11 0 0,-2-1 1 0 0,1 1 0 0 0,-2 0 0 0 0,0 0 0 0 0,-1 1 0 0 0,0 15 0 0 0,0-11-147 0 0,1 1 1 0 0,6 27-1 0 0,-9-48 51 0 0,0 0 1 0 0,0 1-1 0 0,0-1 0 0 0,0 0 1 0 0,0 0-1 0 0,0 0 1 0 0,0 0-1 0 0,0 0 0 0 0,0 0 1 0 0,0 0-1 0 0,1 0 0 0 0,-1 0 1 0 0,0 0-1 0 0,0 1 1 0 0,0-1-1 0 0,0 0 0 0 0,0 0 1 0 0,0 0-1 0 0,0 0 0 0 0,0 0 1 0 0,0 0-1 0 0,0 0 0 0 0,0 0 1 0 0,0 0-1 0 0,0 0 1 0 0,0 0-1 0 0,1 0 0 0 0,-1 0 1 0 0,0 0-1 0 0,0 0 0 0 0,0 0 1 0 0,0 0-1 0 0,0 0 1 0 0,0 0-1 0 0,0 0 0 0 0,0 0 1 0 0,0 0-1 0 0,1 0 0 0 0,-1 0 1 0 0,0 0-1 0 0,0 0 0 0 0,0 0 1 0 0,0 0-1 0 0,0 0 1 0 0,0 0-1 0 0,0 0 0 0 0,0 0 1 0 0,0 0-1 0 0,0 0 0 0 0,1 0 1 0 0,-1 0-1 0 0,0 0 1 0 0,0 0-1 0 0,0 0 0 0 0,0 0 1 0 0,0 0-1 0 0,0 0 0 0 0,0 0 1 0 0,0-1-1 0 0,0 1 1 0 0,0 0-1 0 0,0 0 0 0 0,0 0 1 0 0,0 0-1 0 0,0 0 0 0 0,0 0 1 0 0,0 0-1 0 0,6-11-731 0 0,5-17-214 0 0,-10 26 863 0 0,6-19-303 0 0,49-118-1134 0 0,-49 125 1543 0 0,0 1-1 0 0,1 0 1 0 0,0 0 0 0 0,1 1-1 0 0,0 0 1 0 0,1 0 0 0 0,19-17 0 0 0,-27 28 100 0 0,0-1 1 0 0,0 0 0 0 0,0 0-1 0 0,0 1 1 0 0,0-1 0 0 0,1 1-1 0 0,-1 0 1 0 0,1 0 0 0 0,-1-1 0 0 0,1 2-1 0 0,-1-1 1 0 0,1 0 0 0 0,-1 0-1 0 0,1 1 1 0 0,0-1 0 0 0,-1 1-1 0 0,1 0 1 0 0,0 0 0 0 0,0 0-1 0 0,-1 0 1 0 0,1 1 0 0 0,0-1 0 0 0,-1 1-1 0 0,1-1 1 0 0,3 2 0 0 0,-3 1 7 0 0,0-1 1 0 0,0 0 0 0 0,0 1-1 0 0,0 0 1 0 0,0-1 0 0 0,0 1 0 0 0,-1 0-1 0 0,1 1 1 0 0,-1-1 0 0 0,0 0-1 0 0,0 1 1 0 0,0-1 0 0 0,0 1 0 0 0,-1 0-1 0 0,0-1 1 0 0,2 7 0 0 0,12 55 277 0 0,-10-42-431 0 0,14 44 0 0 0,-15-58-661 0 0,0-1 0 0 0,0 1 0 0 0,1-1 0 0 0,9 13 0 0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9:48.3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195 20 11979 0 0,'0'0'111'0'0,"1"-1"0"0"0,-1 1 0 0 0,0-1 0 0 0,0 1 0 0 0,1-1 0 0 0,-1 1 0 0 0,0-1 0 0 0,0 1 0 0 0,0-1 1 0 0,0 1-1 0 0,1-1 0 0 0,-1 0 0 0 0,0 1 0 0 0,0-1 0 0 0,0 1 0 0 0,0-1 0 0 0,0 1 0 0 0,-1-1 1 0 0,1 0-1 0 0,0 1 0 0 0,0-1 0 0 0,0 1 0 0 0,0-1 0 0 0,-1 1 0 0 0,1-1 0 0 0,0 1 0 0 0,-1-1 0 0 0,1 1 1 0 0,0-1-1 0 0,-1 1 0 0 0,1-1 0 0 0,0 1 0 0 0,-1 0 0 0 0,1-1 0 0 0,-1 1 0 0 0,1 0 0 0 0,-1-1 0 0 0,1 1 1 0 0,-1 0-1 0 0,0-1 0 0 0,-1 1 105 0 0,-1 1 1 0 0,1-1-1 0 0,0 1 1 0 0,0 0-1 0 0,0 0 1 0 0,0 0 0 0 0,0 0-1 0 0,0 0 1 0 0,0 0-1 0 0,-3 3 1 0 0,-47 42 1463 0 0,39-34-1552 0 0,2 0-1 0 0,-1 1 1 0 0,2 0-1 0 0,0 1 1 0 0,0 0-1 0 0,2 1 1 0 0,-1 0-1 0 0,2 0 1 0 0,-11 31-1 0 0,17-44-127 0 0,1 0-1 0 0,-1 0 0 0 0,1 0 1 0 0,0 0-1 0 0,-1 0 0 0 0,1 0 0 0 0,0 0 1 0 0,0 0-1 0 0,0 0 0 0 0,1 0 1 0 0,-1 0-1 0 0,0 0 0 0 0,1 0 1 0 0,0 0-1 0 0,-1 0 0 0 0,1 0 0 0 0,0 0 1 0 0,0-1-1 0 0,0 1 0 0 0,0 0 1 0 0,2 3-1 0 0,0-4-4 0 0,-1 1 1 0 0,0 0-1 0 0,1-1 1 0 0,-1 1-1 0 0,1-1 1 0 0,-1 0-1 0 0,1 0 1 0 0,-1 0-1 0 0,1 0 0 0 0,0 0 1 0 0,0-1-1 0 0,-1 1 1 0 0,6-1-1 0 0,7 1 4 0 0,-1-2 0 0 0,1 0-1 0 0,-1-1 1 0 0,26-6 0 0 0,10-5-84 0 0,36-9 21 0 0,-77 20 2 0 0,-1 1 0 0 0,0 0 0 0 0,1 1 0 0 0,-1 0 0 0 0,1 0 0 0 0,-1 1 0 0 0,17 3 0 0 0,-24-4 56 0 0,0 0 0 0 0,0 1 0 0 0,0-1 0 0 0,0 0 1 0 0,0 1-1 0 0,0-1 0 0 0,0 1 0 0 0,0 0 1 0 0,0-1-1 0 0,0 1 0 0 0,0 0 0 0 0,0-1 1 0 0,0 1-1 0 0,-1 0 0 0 0,1 0 0 0 0,0 0 1 0 0,0 0-1 0 0,-1 0 0 0 0,1 0 0 0 0,-1 0 1 0 0,1 0-1 0 0,-1 0 0 0 0,1 0 0 0 0,0 1 1 0 0,-1 1 6 0 0,0-1 1 0 0,0 0 0 0 0,0 1-1 0 0,0-1 1 0 0,0 0 0 0 0,0 1-1 0 0,-1-1 1 0 0,1 0-1 0 0,-1 1 1 0 0,0-1 0 0 0,-1 3-1 0 0,-3 7 73 0 0,-1-1 0 0 0,-1 0 0 0 0,-10 15-1 0 0,13-21-27 0 0,-83 98 980 0 0,22-28-1906 0 0,53-56-2036 0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9:48.60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15147 0 0,'2'7'1054'0'0,"0"1"0"0"0,0-1 0 0 0,-1 0-1 0 0,0 1 1 0 0,0 10 0 0 0,0 18-102 0 0,-4 51 0 0 0,0-61-1566 0 0,2 1 0 0 0,0-1-1 0 0,2 1 1 0 0,5 29 0 0 0,-6-56 570 0 0,0 0 1 0 0,0 1-1 0 0,0-1 0 0 0,0 0 1 0 0,0 0-1 0 0,0 0 0 0 0,0 1 1 0 0,0-1-1 0 0,0 0 0 0 0,0 0 1 0 0,0 0-1 0 0,0 1 0 0 0,0-1 1 0 0,0 0-1 0 0,0 0 1 0 0,0 0-1 0 0,0 0 0 0 0,1 1 1 0 0,-1-1-1 0 0,0 0 0 0 0,0 0 1 0 0,0 0-1 0 0,0 0 0 0 0,0 1 1 0 0,0-1-1 0 0,0 0 0 0 0,1 0 1 0 0,-1 0-1 0 0,0 0 0 0 0,0 0 1 0 0,0 0-1 0 0,0 1 0 0 0,1-1 1 0 0,-1 0-1 0 0,0 0 0 0 0,0 0 1 0 0,0 0-1 0 0,1 0 0 0 0,-1 0 1 0 0,0 0-1 0 0,0 0 1 0 0,0 0-1 0 0,1 0 0 0 0,-1 0 1 0 0,0 0-1 0 0,0 0 0 0 0,0 0 1 0 0,0 0-1 0 0,1 0 0 0 0,-1 0 1 0 0,0 0-1 0 0,0 0 0 0 0,0 0 1 0 0,1 0-1 0 0,-1-1 0 0 0,0 1 1 0 0,0 0-1 0 0,0 0 0 0 0,8-11-263 0 0,-3-4 291 0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9:48.7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17972 0 0,'0'2'1600'0'0,"0"-1"-1280"0"0,1 0-256 0 0,0 1-64 0 0,2-1 0 0 0,0 2 0 0 0,-1 1 0 0 0,1 1-64 0 0,2 4 384 0 0,1 2 88 0 0,-1 0 8 0 0,0 1 9 0 0,2 1-1010 0 0,1 2-207 0 0,3 0-40 0 0,4-3 0 0 0,1-4 656 0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9:49.35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 2 5985 0 0,'-8'-2'6681'0'0,"8"24"-4541"0"0,8 31-1032 0 0,1-21-445 0 0,68 273 586 0 0,-60-348-3336 0 0,-4 5 1835 0 0,41-103-47 0 0,-48 128 547 0 0,0 2 0 0 0,0-1 0 0 0,2 1 0 0 0,-1 0-1 0 0,1 0 1 0 0,1 1 0 0 0,0 0 0 0 0,19-16-1 0 0,-20 21 163 0 0,1 0 0 0 0,-1 0 0 0 0,0 1 0 0 0,1 0 0 0 0,14-4 0 0 0,-21 7-281 0 0,1 0-1 0 0,-1 0 0 0 0,1 0 1 0 0,0 1-1 0 0,-1-1 1 0 0,1 1-1 0 0,0 0 0 0 0,-1-1 1 0 0,1 1-1 0 0,0 0 1 0 0,0 1-1 0 0,-1-1 0 0 0,1 0 1 0 0,0 1-1 0 0,-1 0 0 0 0,1 0 1 0 0,0-1-1 0 0,-1 1 1 0 0,1 1-1 0 0,-1-1 0 0 0,0 0 1 0 0,1 1-1 0 0,3 2 1 0 0,-5-2-123 0 0,0-1 0 0 0,-1 0 0 0 0,1 0 1 0 0,-1 0-1 0 0,1 1 0 0 0,-1-1 0 0 0,1 0 0 0 0,-1 0 1 0 0,0 1-1 0 0,0-1 0 0 0,1 0 0 0 0,-1 1 1 0 0,0-1-1 0 0,0 0 0 0 0,0 1 0 0 0,-1-1 1 0 0,1 0-1 0 0,0 1 0 0 0,0-1 0 0 0,-1 0 1 0 0,1 1-1 0 0,-1-1 0 0 0,1 0 0 0 0,-1 0 0 0 0,1 1 1 0 0,-1-1-1 0 0,0 0 0 0 0,0 0 0 0 0,1 0 1 0 0,-1 0-1 0 0,0 0 0 0 0,0 0 0 0 0,-2 1 1 0 0,3-12-201 0 0,0 5-3 0 0,2-15 215 0 0,1 7-3126 0 0,-1 10 1997 0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9:49.71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22 5065 0 0,'9'-22'4560'0'0,"-8"23"-4336"0"0,-1-1-1 0 0,1 1 1 0 0,0 0 0 0 0,-1-1 0 0 0,1 1 0 0 0,0 0 0 0 0,-1-1 0 0 0,1 1 0 0 0,0 0 0 0 0,-1 0 0 0 0,1-1 0 0 0,-1 1 0 0 0,0 0 0 0 0,1 0 0 0 0,-1 0 0 0 0,0 0 0 0 0,1 0 0 0 0,-1-1 0 0 0,0 1 0 0 0,0 0 0 0 0,0 0-1 0 0,0 0 1 0 0,0 0 0 0 0,0 0 0 0 0,0 1 0 0 0,21 305 6407 0 0,-9 155-5637 0 0,-10-362-541 0 0,-5 11-2915 0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9:50.06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1 134 11522 0 0,'0'1'93'0'0,"1"-1"0"0"0,0 1 0 0 0,-1-1-1 0 0,1 1 1 0 0,0-1 0 0 0,0 0-1 0 0,-1 1 1 0 0,1-1 0 0 0,0 0 0 0 0,0 0-1 0 0,0 1 1 0 0,0-1 0 0 0,-1 0-1 0 0,1 0 1 0 0,0 0 0 0 0,0 0 0 0 0,0 0-1 0 0,0 0 1 0 0,0 0 0 0 0,-1 0-1 0 0,1 0 1 0 0,0-1 0 0 0,0 1 0 0 0,0 0-1 0 0,0-1 1 0 0,0 1 0 0 0,31-8 1198 0 0,-31 7-1227 0 0,73-23 1606 0 0,0-5-3456 0 0,-24 9-3085 0 0,80-21 0 0 0,-122 39 4856 0 0,43-8 36 0 0,-49 9 223 0 0,0 1 0 0 0,1 0 0 0 0,-1 0 0 0 0,0 0 0 0 0,0 0 0 0 0,1 0 0 0 0,-1 0 0 0 0,0 1 0 0 0,0-1-1 0 0,0 1 1 0 0,1-1 0 0 0,-1 1 0 0 0,0 0 0 0 0,0 0 0 0 0,0 0 0 0 0,0 0 0 0 0,0 0 0 0 0,2 2 0 0 0,-3-1 32 0 0,0-1 1 0 0,-1 0 0 0 0,1 1 0 0 0,-1-1 0 0 0,1 1 0 0 0,-1-1 0 0 0,1 1 0 0 0,-1-1 0 0 0,0 1-1 0 0,0-1 1 0 0,0 1 0 0 0,0-1 0 0 0,0 1 0 0 0,0-1 0 0 0,0 1 0 0 0,0-1 0 0 0,-1 1 0 0 0,0 2 0 0 0,-12 32 2787 0 0,6-18-1991 0 0,3-1-780 0 0,1 1 0 0 0,0 1 0 0 0,2-1 0 0 0,0 0-1 0 0,0 0 1 0 0,4 26 0 0 0,21 107-60 0 0,-7-80-625 0 0,-6-42-5354 0 0,-2-12-1007 0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9:50.26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 7 21661 0 0,'-4'-7'2216'0'0,"9"27"-6118"0"0,2-3 3875 0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9:50.50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5529 0 0,'10'6'1175'0'0,"-1"0"-1"0"0,0 0 0 0 0,-1 1 1 0 0,1 0-1 0 0,-1 0 1 0 0,-1 1-1 0 0,1 0 1 0 0,8 13-1 0 0,46 79 2523 0 0,-53-84-3146 0 0,5 8 149 0 0,19 34 324 0 0,-30-54-930 0 0,0 0 0 0 0,0 0 0 0 0,0 0 1 0 0,1 0-1 0 0,-1-1 0 0 0,1 1 0 0 0,0-1 0 0 0,0 0 1 0 0,8 5-1 0 0,-11-8-87 0 0,0 0-1 0 0,0 1 1 0 0,-1-1 0 0 0,1 0-1 0 0,0 0 1 0 0,0 0 0 0 0,0 1-1 0 0,0-1 1 0 0,0 0 0 0 0,0 0 0 0 0,0 0-1 0 0,0 0 1 0 0,0-1 0 0 0,0 1-1 0 0,-1 0 1 0 0,1 0 0 0 0,0 0-1 0 0,0-1 1 0 0,0 1 0 0 0,0 0 0 0 0,0-1-1 0 0,-1 1 1 0 0,1-1 0 0 0,0 1-1 0 0,0-1 1 0 0,-1 1 0 0 0,1-1-1 0 0,0 0 1 0 0,-1 1 0 0 0,1-1 0 0 0,-1 0-1 0 0,1 0 1 0 0,0 1 0 0 0,-1-1-1 0 0,0 0 1 0 0,1 0 0 0 0,-1 0-1 0 0,0 0 1 0 0,1-1 0 0 0,10-40 56 0 0,-10 34-23 0 0,30-185-587 0 0,-22 153 19 0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9:50.80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0 387 7834 0 0,'2'1'261'0'0,"0"0"1"0"0,1-1-1 0 0,-1 1 1 0 0,0-1 0 0 0,0 1-1 0 0,0-1 1 0 0,1 0-1 0 0,-1 0 1 0 0,0 0 0 0 0,0 0-1 0 0,1 0 1 0 0,-1 0-1 0 0,0-1 1 0 0,0 1 0 0 0,0-1-1 0 0,0 0 1 0 0,1 0-1 0 0,-1 1 1 0 0,0-1 0 0 0,0 0-1 0 0,0-1 1 0 0,2-1-1 0 0,44-29 3051 0 0,-35 21-2782 0 0,0-1 0 0 0,-1 0 0 0 0,0-1 0 0 0,-1 0-1 0 0,-1-1 1 0 0,10-15 0 0 0,-11 14-495 0 0,-1 0-1 0 0,-1 0 1 0 0,0-1-1 0 0,-1 0 1 0 0,0 0-1 0 0,-1 0 1 0 0,-1-1 0 0 0,-1 0-1 0 0,-1 1 1 0 0,2-25-1 0 0,-4 39-57 0 0,0 1-1 0 0,0-1 1 0 0,0 1 0 0 0,1-1-1 0 0,-1 0 1 0 0,-1 1-1 0 0,1-1 1 0 0,0 1 0 0 0,0-1-1 0 0,-1 1 1 0 0,1-1-1 0 0,0 1 1 0 0,-1-1-1 0 0,0 1 1 0 0,1-1 0 0 0,-1 1-1 0 0,0 0 1 0 0,0-1-1 0 0,1 1 1 0 0,-1 0 0 0 0,0-1-1 0 0,-1 1 1 0 0,1 0-1 0 0,0 0 1 0 0,0 0 0 0 0,0 0-1 0 0,-1 0 1 0 0,1 0-1 0 0,0 1 1 0 0,-1-1 0 0 0,1 0-1 0 0,-1 1 1 0 0,-2-2-1 0 0,1 2-28 0 0,0 1-1 0 0,0-1 1 0 0,-1 0 0 0 0,1 1-1 0 0,0 0 1 0 0,0 0-1 0 0,0 0 1 0 0,0 0 0 0 0,0 0-1 0 0,0 1 1 0 0,0-1-1 0 0,1 1 1 0 0,-1 0-1 0 0,0-1 1 0 0,1 1 0 0 0,-3 3-1 0 0,-2 1 137 0 0,0 0 0 0 0,1 1 1 0 0,0 0-1 0 0,0 0 0 0 0,0 0 0 0 0,1 1 0 0 0,0 0 0 0 0,1 0 0 0 0,0 0 0 0 0,0 0 0 0 0,1 1 1 0 0,0-1-1 0 0,0 1 0 0 0,1 0 0 0 0,0 0 0 0 0,1 0 0 0 0,-1 0 0 0 0,2 0 0 0 0,0 0 1 0 0,0 1-1 0 0,0-1 0 0 0,1 0 0 0 0,0 0 0 0 0,1 0 0 0 0,0 0 0 0 0,1 0 0 0 0,0-1 1 0 0,0 1-1 0 0,1-1 0 0 0,0 0 0 0 0,0 1 0 0 0,1-2 0 0 0,0 1 0 0 0,0-1 0 0 0,1 1 0 0 0,0-1 1 0 0,0-1-1 0 0,0 1 0 0 0,8 5 0 0 0,0-3-235 0 0,1-1 0 0 0,-1 0-1 0 0,1 0 1 0 0,1-2 0 0 0,-1 0 0 0 0,1 0 0 0 0,0-2 0 0 0,0 0 0 0 0,1-1-1 0 0,-1 0 1 0 0,25 0 0 0 0,2-2-536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9:51.1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63 2 12443 0 0,'-2'-1'236'0'0,"0"1"1"0"0,0-1 0 0 0,1 1 0 0 0,-1 0 0 0 0,0 0-1 0 0,0 0 1 0 0,0 0 0 0 0,0 0 0 0 0,0 1 0 0 0,0-1-1 0 0,0 1 1 0 0,0-1 0 0 0,1 1 0 0 0,-1 0 0 0 0,0-1-1 0 0,0 1 1 0 0,1 0 0 0 0,-1 0 0 0 0,1 0-1 0 0,-1 0 1 0 0,-1 2 0 0 0,1 0 135 0 0,0 0-1 0 0,0 0 1 0 0,0 0 0 0 0,1 0-1 0 0,-1 0 1 0 0,1 1-1 0 0,0-1 1 0 0,0 0 0 0 0,0 1-1 0 0,1-1 1 0 0,-1 6-1 0 0,-3 42 126 0 0,3 0-1 0 0,2 0 0 0 0,10 73 1 0 0,-2-39-337 0 0,-1-3 186 0 0,19 83 1 0 0,6-45-1477 0 0,-21-87-2333 0 0,25 48-1 0 0,-26-63-3803 0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9:51.3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0 179 5065 0 0,'12'-2'447'0'0,"-1"0"0"0"0,0-1 0 0 0,-1 0 1 0 0,1-1-1 0 0,14-7 0 0 0,4-1-211 0 0,89-28 323 0 0,114-45 452 0 0,-195 69-1251 0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9:51.5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212 1 3225 0 0,'-16'11'570'0'0,"0"0"1"0"0,1 1-1 0 0,1 1 1 0 0,-18 20 0 0 0,26-27 77 0 0,1 0 1 0 0,-1 1 0 0 0,1 0 0 0 0,1 0 0 0 0,-1 1 0 0 0,1-1 0 0 0,1 1 0 0 0,-1 0 0 0 0,1 0 0 0 0,1 0 0 0 0,-1 0 0 0 0,0 11 0 0 0,3-14-400 0 0,0 0 0 0 0,1 0 0 0 0,0-1-1 0 0,0 1 1 0 0,0 0 0 0 0,0-1 0 0 0,1 1 0 0 0,0-1 0 0 0,0 1 0 0 0,0-1 0 0 0,0 0 0 0 0,1 0 0 0 0,0 0 0 0 0,0 0-1 0 0,0 0 1 0 0,0-1 0 0 0,0 1 0 0 0,1-1 0 0 0,0 0 0 0 0,-1 0 0 0 0,1 0 0 0 0,0 0 0 0 0,1-1 0 0 0,-1 0 0 0 0,0 0-1 0 0,6 2 1 0 0,-4-1-162 0 0,1 0 0 0 0,0 0 0 0 0,0-1 0 0 0,1 0 0 0 0,-1 0 0 0 0,0-1 0 0 0,1 0 0 0 0,-1 0-1 0 0,1 0 1 0 0,-1-1 0 0 0,1-1 0 0 0,-1 1 0 0 0,1-1 0 0 0,-1 0 0 0 0,0-1 0 0 0,10-3 0 0 0,-15 4-75 0 0,1 1 0 0 0,-1-2 0 0 0,0 1 0 0 0,0 0 0 0 0,0 0 1 0 0,0-1-1 0 0,0 1 0 0 0,0-1 0 0 0,0 0 0 0 0,0 1 1 0 0,0-1-1 0 0,-1 0 0 0 0,1 0 0 0 0,-1 0 0 0 0,1 0 1 0 0,-1 0-1 0 0,0-1 0 0 0,0 1 0 0 0,0 0 0 0 0,0-1 1 0 0,0 1-1 0 0,-1 0 0 0 0,1-1 0 0 0,-1 1 0 0 0,1-1 0 0 0,-1 1 1 0 0,0-1-1 0 0,0 1 0 0 0,0-1 0 0 0,0 1 0 0 0,-1-1 1 0 0,1 1-1 0 0,-1-1 0 0 0,1 1 0 0 0,-1 0 0 0 0,0-1 1 0 0,0 1-1 0 0,0 0 0 0 0,-2-4 0 0 0,-2-3 34 0 0,0 0 0 0 0,-1 1 1 0 0,0 0-1 0 0,0 0 0 0 0,-1 0 0 0 0,0 1 0 0 0,0 0 0 0 0,-14-10 0 0 0,4 7-223 0 0,0 0-1 0 0,-1 2 0 0 0,0 0 0 0 0,0 1 1 0 0,-1 1-1 0 0,0 1 0 0 0,0 0 0 0 0,0 2 0 0 0,-24-2 1 0 0,16 3-399 0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9:52.30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13363 0 0,'16'32'762'0'0,"-1"0"1"0"0,-2 0-1 0 0,-1 1 0 0 0,-1 1 1 0 0,-2 0-1 0 0,-2 0 0 0 0,4 40 0 0 0,-11 25-978 0 0,0-99 216 0 0,0 1 0 0 0,0-1 0 0 0,0 0-1 0 0,0 0 1 0 0,0 0 0 0 0,0 0 0 0 0,0 1 0 0 0,0-1-1 0 0,0 0 1 0 0,0 0 0 0 0,0 0 0 0 0,0 0-1 0 0,0 1 1 0 0,0-1 0 0 0,1 0 0 0 0,-1 0-1 0 0,0 0 1 0 0,0 0 0 0 0,0 0 0 0 0,0 0-1 0 0,0 1 1 0 0,0-1 0 0 0,0 0 0 0 0,1 0-1 0 0,-1 0 1 0 0,0 0 0 0 0,0 0 0 0 0,0 0 0 0 0,0 0-1 0 0,0 0 1 0 0,1 1 0 0 0,-1-1 0 0 0,0 0-1 0 0,0 0 1 0 0,0 0 0 0 0,0 0 0 0 0,1 0-1 0 0,-1 0 1 0 0,0 0 0 0 0,0 0 0 0 0,0 0-1 0 0,0 0 1 0 0,1 0 0 0 0,-1 0 0 0 0,0 0-1 0 0,0 0 1 0 0,0-1 0 0 0,0 1 0 0 0,1 0 0 0 0,-1 0-1 0 0,0 0 1 0 0,0 0 0 0 0,0 0 0 0 0,15-9-29 0 0,10-14-62 0 0,-7-1-239 0 0,0 0-1 0 0,-1-1 1 0 0,13-29-1 0 0,-19 33 491 0 0,0 1 1 0 0,1 0-1 0 0,1 1 0 0 0,1 1 0 0 0,0 0 0 0 0,27-25 0 0 0,-38 41-7 0 0,0-1 1 0 0,0 1-1 0 0,0 0 0 0 0,0 0 0 0 0,1 0 1 0 0,-1 0-1 0 0,0 1 0 0 0,1-1 1 0 0,-1 1-1 0 0,1 0 0 0 0,0 0 0 0 0,-1 0 1 0 0,8 0-1 0 0,-9 1-109 0 0,0 0 1 0 0,-1 1-1 0 0,1-1 1 0 0,0 1-1 0 0,-1-1 1 0 0,1 1 0 0 0,-1 0-1 0 0,1 0 1 0 0,0 0-1 0 0,-1 0 1 0 0,0 0-1 0 0,1 0 1 0 0,-1 0-1 0 0,1 0 1 0 0,-1 0-1 0 0,0 1 1 0 0,0-1-1 0 0,0 0 1 0 0,0 1-1 0 0,0-1 1 0 0,0 1-1 0 0,0 0 1 0 0,-1-1-1 0 0,1 1 1 0 0,0 0 0 0 0,-1-1-1 0 0,1 1 1 0 0,-1 0-1 0 0,0-1 1 0 0,1 4-1 0 0,2 18 110 0 0,1 42-1 0 0,-3-41-246 0 0,7 47-1 0 0,-6-64-243 0 0,-1 0 0 0 0,1-1 0 0 0,0 1-1 0 0,1-1 1 0 0,0 1 0 0 0,0-1 0 0 0,0 0 0 0 0,1 0-1 0 0,-1-1 1 0 0,2 1 0 0 0,5 7 0 0 0,-8-12 72 0 0,-1 0 1 0 0,0 0-1 0 0,0 0 1 0 0,1 0-1 0 0,-1 0 1 0 0,1-1-1 0 0,-1 1 1 0 0,0 0-1 0 0,1-1 1 0 0,0 1-1 0 0,-1-1 1 0 0,1 1-1 0 0,-1-1 1 0 0,1 0-1 0 0,-1 0 1 0 0,1 1-1 0 0,0-1 1 0 0,-1 0-1 0 0,1-1 1 0 0,2 1-1 0 0,1-1-215 0 0,-1-1 0 0 0,1 1-1 0 0,-1-1 1 0 0,0 0 0 0 0,1 0-1 0 0,-1 0 1 0 0,5-4 0 0 0,3-3-475 0 0,0 0 1 0 0,-1-1 0 0 0,17-18-1 0 0,4-22 322 0 0,-28 42 1349 0 0,1 0 0 0 0,-1 1-1 0 0,1-1 1 0 0,1 1-1 0 0,-1 0 1 0 0,1 1-1 0 0,11-11 1 0 0,-16 17-455 0 0,0-1-1 0 0,0 0 1 0 0,0 1 0 0 0,0-1-1 0 0,0 1 1 0 0,0 0 0 0 0,0-1-1 0 0,0 1 1 0 0,0 0 0 0 0,0-1-1 0 0,0 1 1 0 0,0 0 0 0 0,0 0 0 0 0,0 0-1 0 0,0 0 1 0 0,0 0 0 0 0,0 0-1 0 0,1 0 1 0 0,-1 0 0 0 0,0 1-1 0 0,0-1 1 0 0,0 0 0 0 0,0 1-1 0 0,1 0 1 0 0,0 0 59 0 0,1 1 0 0 0,-1-1 0 0 0,0 1 0 0 0,0 0 0 0 0,0 0-1 0 0,0 0 1 0 0,0 0 0 0 0,-1 0 0 0 0,3 3 0 0 0,3 7 139 0 0,-1-1 0 0 0,0 1 0 0 0,4 13-1 0 0,-9-21-299 0 0,5 10-44 0 0,-4-5-242 0 0,1-1-1 0 0,0 1 1 0 0,1 0 0 0 0,0-1 0 0 0,0 0-1 0 0,1 0 1 0 0,0 0 0 0 0,0-1 0 0 0,1 1 0 0 0,0-1-1 0 0,14 11 1 0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9:52.51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1 14283 0 0,'-3'3'1272'0'0,"2"-1"-1016"0"0,2 4 1505 0 0,-1-2-801 0 0,1 1 8 0 0,-1 2-224 0 0,3-2-40 0 0,0 0-15 0 0,-1-1-1 0 0,2-1-840 0 0,2 0-168 0 0,-1 1-32 0 0,4 7-3521 0 0,1 1-712 0 0,-1 0-144 0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9:52.80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9674 0 0,'6'11'8286'0'0,"6"20"-6018"0"0,-10-26-1395 0 0,7 19-308 0 0,-1 1 0 0 0,-2 0 0 0 0,0 1 0 0 0,3 51 0 0 0,-7 108 169 0 0,-3-117-720 0 0,8 80 0 0 0,27 31-3205 0 0,-27-154-4607 0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9:53.16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86 9674 0 0,'0'-1'98'0'0,"0"0"0"0"0,0 0 0 0 0,1 0 0 0 0,-1 0 0 0 0,0-1 0 0 0,1 1 0 0 0,-1 0 0 0 0,0 0 0 0 0,1 0 0 0 0,-1 0 0 0 0,1 0 0 0 0,-1 0 0 0 0,1 0 0 0 0,0 0 0 0 0,0 0 0 0 0,-1 0 0 0 0,1 0 0 0 0,0 1 0 0 0,0-1 0 0 0,0 0 0 0 0,0 0 0 0 0,0 1 0 0 0,0-1 0 0 0,0 1 0 0 0,0-1 0 0 0,2 0 0 0 0,36-16 2759 0 0,-28 13-2488 0 0,13-7 1015 0 0,36-9 1 0 0,-52 17-1413 0 0,1 1-1 0 0,-1 1 1 0 0,1-1 0 0 0,-1 2-1 0 0,1-1 1 0 0,0 1 0 0 0,0 0-1 0 0,9 2 1 0 0,2 3 28 0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9:53.48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57 9674 0 0,'7'0'851'0'0,"0"0"0"0"0,1 1-1 0 0,-1 0 1 0 0,0 0 0 0 0,0 1 0 0 0,0 0 0 0 0,0 0-1 0 0,0 1 1 0 0,0 0 0 0 0,-1 0 0 0 0,12 7-1 0 0,-10-4-544 0 0,-1 0 0 0 0,0 0 0 0 0,0 1-1 0 0,0 0 1 0 0,-1 0 0 0 0,0 0 0 0 0,0 1-1 0 0,5 11 1 0 0,-3-5-308 0 0,-1 1 0 0 0,-1 0 0 0 0,0 0 0 0 0,-1 0 0 0 0,-1 1 0 0 0,0 0 0 0 0,-1 0 0 0 0,-1 0 0 0 0,-1 0 0 0 0,0 24 0 0 0,-1-38 1 0 0,0 1 0 0 0,0-1 0 0 0,0 0 0 0 0,0 0 0 0 0,-1 1 0 0 0,1-1-1 0 0,-1 0 1 0 0,0 0 0 0 0,1 0 0 0 0,-1 0 0 0 0,0 1 0 0 0,0-1 0 0 0,0 0 0 0 0,-1-1 0 0 0,1 1 0 0 0,-2 2 0 0 0,3-4 0 0 0,-1 1 1 0 0,1-1-1 0 0,0 0 0 0 0,-1 0 1 0 0,1 0-1 0 0,-1 1 0 0 0,1-1 1 0 0,-1 0-1 0 0,1 0 0 0 0,-1 0 1 0 0,1 0-1 0 0,-1 0 0 0 0,1 0 1 0 0,-1 0-1 0 0,1 0 0 0 0,-1 0 1 0 0,1 0-1 0 0,-1 0 0 0 0,1 0 1 0 0,-1 0-1 0 0,1 0 0 0 0,-1-1 1 0 0,1 1-1 0 0,-1 0 0 0 0,0-1 1 0 0,-16-17 50 0 0,12 9-47 0 0,1-1 1 0 0,0 1-1 0 0,0-1 1 0 0,0 0 0 0 0,1 0-1 0 0,1 0 1 0 0,0-1-1 0 0,0 1 1 0 0,1-1 0 0 0,1 1-1 0 0,0-1 1 0 0,0 1 0 0 0,1-1-1 0 0,0 1 1 0 0,0 0-1 0 0,7-21 1 0 0,-5 19-163 0 0,1 0-1 0 0,1 0 1 0 0,0 0 0 0 0,1 0-1 0 0,0 1 1 0 0,0 0-1 0 0,1 1 1 0 0,1-1 0 0 0,0 1-1 0 0,0 0 1 0 0,1 1-1 0 0,0 0 1 0 0,17-12 0 0 0,-2 5 137 0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9:53.80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206 1 5065 0 0,'-8'5'4562'0'0,"-7"0"-3204"0"0,0 1-997 0 0,1 3-215 0 0,1 0-1 0 0,1 0 0 0 0,0 1 1 0 0,0 1-1 0 0,1 0 0 0 0,0 0 0 0 0,1 1 1 0 0,0 0-1 0 0,1 1 0 0 0,1 0 1 0 0,0 1-1 0 0,0 0 0 0 0,2 0 0 0 0,0 0 1 0 0,0 1-1 0 0,-4 18 0 0 0,10-31-154 0 0,-1 1-1 0 0,1-1 0 0 0,0 0 0 0 0,-1 1 1 0 0,1-1-1 0 0,0 0 0 0 0,1 1 0 0 0,-1-1 1 0 0,0 0-1 0 0,0 1 0 0 0,2 1 0 0 0,-2-3-3 0 0,0 0 0 0 0,1 0 0 0 0,-1-1-1 0 0,1 1 1 0 0,-1 0 0 0 0,1 0 0 0 0,-1-1 0 0 0,1 1-1 0 0,-1 0 1 0 0,1-1 0 0 0,0 1 0 0 0,-1-1-1 0 0,1 1 1 0 0,0-1 0 0 0,-1 1 0 0 0,1-1-1 0 0,0 1 1 0 0,0-1 0 0 0,0 0 0 0 0,1 1 0 0 0,0-1-10 0 0,1 0 0 0 0,-1 0 0 0 0,1 0 0 0 0,0 0 0 0 0,-1 0 1 0 0,1-1-1 0 0,-1 1 0 0 0,1-1 0 0 0,-1 1 0 0 0,1-1 1 0 0,-1 0-1 0 0,1 0 0 0 0,-1-1 0 0 0,0 1 0 0 0,1 0 0 0 0,-1-1 1 0 0,3-2-1 0 0,8-7 123 0 0,-1-1 1 0 0,0-1 0 0 0,0 0-1 0 0,-2 0 1 0 0,1-1-1 0 0,11-23 1 0 0,-11 19 88 0 0,2-1 1 0 0,0 1-1 0 0,17-17 0 0 0,-29 33-67 0 0,1 1 0 0 0,-1-1 0 0 0,0 1-1 0 0,1 0 1 0 0,-1 0 0 0 0,1 0-1 0 0,-1 0 1 0 0,1 0 0 0 0,-1 0 0 0 0,1 0-1 0 0,0 0 1 0 0,0 1 0 0 0,-1-1-1 0 0,1 1 1 0 0,0-1 0 0 0,0 1-1 0 0,3-1 1 0 0,-4 2-29 0 0,1-1 0 0 0,-1 0-1 0 0,0 1 1 0 0,1-1 0 0 0,-1 1 0 0 0,0-1-1 0 0,1 1 1 0 0,-1 0 0 0 0,0-1 0 0 0,0 1-1 0 0,0 0 1 0 0,0 0 0 0 0,0 0-1 0 0,0 0 1 0 0,0 0 0 0 0,0 0 0 0 0,0 0-1 0 0,1 2 1 0 0,3 7 247 0 0,0-1-1 0 0,-1 1 1 0 0,0 0 0 0 0,0 1-1 0 0,1 10 1 0 0,2 2-151 0 0,-4-14-159 0 0,0 0 0 0 0,1 0 1 0 0,1 0-1 0 0,-1 0 0 0 0,9 10 0 0 0,-10-15-407 0 0,0 0 1 0 0,0 0-1 0 0,1-1 1 0 0,0 1-1 0 0,-1-1 1 0 0,1 0 0 0 0,8 4-1 0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9:54.00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26 4609 0 0,'11'-26'13707'0'0,"11"142"-9319"0"0,-6-50-3869 0 0,3-1 0 0 0,28 65 0 0 0,12 21-149 0 0,2 4-3060 0 0,-49-128-5224 0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9:54.20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20 142 12443 0 0,'-1'0'57'0'0,"0"0"1"0"0,1 0 0 0 0,-1 0-1 0 0,0 0 1 0 0,0 0 0 0 0,1 0 0 0 0,-1 0-1 0 0,0-1 1 0 0,0 1 0 0 0,1 0-1 0 0,-1 0 1 0 0,0 0 0 0 0,1-1 0 0 0,-1 1-1 0 0,0 0 1 0 0,1-1 0 0 0,-1 1-1 0 0,1-1 1 0 0,-1 1 0 0 0,1-1 0 0 0,-1 1-1 0 0,0-1 1 0 0,1 1 0 0 0,0-1-1 0 0,-1 1 1 0 0,1-1 0 0 0,-1 0 0 0 0,1 1-1 0 0,0-1 1 0 0,-1 0 0 0 0,1 1-1 0 0,0-1 1 0 0,-1-1 0 0 0,3 0 210 0 0,-1 0 0 0 0,0-1 0 0 0,1 1 0 0 0,-1 0 0 0 0,1 0 0 0 0,0-1 0 0 0,0 1 0 0 0,3-3 0 0 0,-4 4-188 0 0,10-10 322 0 0,1 0 0 0 0,0 1-1 0 0,23-15 1 0 0,-24 18-636 0 0,0 1 0 0 0,1 0 0 0 0,-1 1 0 0 0,1 0 0 0 0,1 1 0 0 0,-1 1-1 0 0,0-1 1 0 0,1 2 0 0 0,0 0 0 0 0,0 1 0 0 0,0 0 0 0 0,-1 0 0 0 0,1 2 0 0 0,13 1 0 0 0,5 3 220 0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9:54.4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0 374 2304 0 0,'7'0'462'0'0,"-1"0"0"0"0,1 0-1 0 0,-1-1 1 0 0,0 0 0 0 0,1-1-1 0 0,-1 1 1 0 0,0-1 0 0 0,0 0-1 0 0,0-1 1 0 0,0 1-1 0 0,-1-1 1 0 0,1 0 0 0 0,-1-1-1 0 0,1 1 1 0 0,7-8 0 0 0,3-3 928 0 0,-1 0 1 0 0,0-1-1 0 0,17-22 1 0 0,-22 23-923 0 0,-1 0 1 0 0,0 0-1 0 0,-1-1 1 0 0,0 0-1 0 0,6-19 1 0 0,-11 28-402 0 0,-1 0 1 0 0,0 0 0 0 0,0 0 0 0 0,-1-1 0 0 0,0 1-1 0 0,0 0 1 0 0,-1-1 0 0 0,1 1 0 0 0,-1 0 0 0 0,-1-1-1 0 0,1 1 1 0 0,-1 0 0 0 0,0 0 0 0 0,-1-1 0 0 0,1 1-1 0 0,-5-10 1 0 0,4 13-138 0 0,1 1-1 0 0,-1 0 1 0 0,1 0-1 0 0,-1 0 1 0 0,0 0-1 0 0,0 0 0 0 0,0 0 1 0 0,0 0-1 0 0,0 0 1 0 0,0 1-1 0 0,-1-1 1 0 0,1 1-1 0 0,-1 0 1 0 0,1-1-1 0 0,-1 1 1 0 0,1 0-1 0 0,-1 0 1 0 0,0 1-1 0 0,1-1 1 0 0,-1 1-1 0 0,0-1 1 0 0,0 1-1 0 0,1 0 1 0 0,-1 0-1 0 0,0 0 1 0 0,0 0-1 0 0,1 1 1 0 0,-1-1-1 0 0,0 1 1 0 0,1-1-1 0 0,-1 1 0 0 0,0 0 1 0 0,1 0-1 0 0,-5 3 1 0 0,-2 0-120 0 0,1 0 0 0 0,-1 1 0 0 0,1 0 0 0 0,0 0 0 0 0,0 1 0 0 0,0 0 0 0 0,1 1 0 0 0,-10 11 0 0 0,12-14 341 0 0,2 1-1 0 0,-1 0 1 0 0,0 1 0 0 0,1-1 0 0 0,0 1-1 0 0,1-1 1 0 0,-1 1 0 0 0,1 0-1 0 0,0 0 1 0 0,0 0 0 0 0,1 0 0 0 0,0 1-1 0 0,0-1 1 0 0,0 0 0 0 0,1 0 0 0 0,0 1-1 0 0,0-1 1 0 0,0 0 0 0 0,1 1 0 0 0,0-1-1 0 0,1 0 1 0 0,-1 0 0 0 0,4 9-1 0 0,-1-6 58 0 0,1 0 0 0 0,0 0 0 0 0,0-1-1 0 0,1 0 1 0 0,0 0 0 0 0,0 0 0 0 0,1 0-1 0 0,0-1 1 0 0,0 0 0 0 0,1-1-1 0 0,0 0 1 0 0,0 0 0 0 0,1 0 0 0 0,10 4-1 0 0,2 0-68 0 0,1 0 0 0 0,0-2 0 0 0,1-1 0 0 0,-1-1 0 0 0,2-1 0 0 0,28 3 1 0 0,47-2-1231 0 0,-1-8-4726 0 0,-33-2-994 0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9:55.20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25349 0 0,'13'301'-3363'0'0,"36"149"4845"0"0,-32-303-1430 0 0,-13-112-177 0 0,20 135-193 0 0,-18-134-407 0 0,3-1-1 0 0,21 57 0 0 0,-22-74-4389 0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9:55.57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1 169 9674 0 0,'1'-4'371'0'0,"1"1"0"0"0,0-1 0 0 0,0 1 0 0 0,0 0 0 0 0,0-1 0 0 0,0 1 0 0 0,1 0 0 0 0,-1 0 0 0 0,1 0 0 0 0,5-4 0 0 0,38-28 3308 0 0,-25 20-3216 0 0,-8 4-129 0 0,1 0 0 0 0,1 1 0 0 0,0 1 0 0 0,0 0 0 0 0,1 1 0 0 0,17-6 0 0 0,-30 13-284 0 0,1 0 1 0 0,-1 0-1 0 0,1 0 1 0 0,0 0-1 0 0,-1 0 1 0 0,1 1-1 0 0,0 0 1 0 0,-1 0-1 0 0,1 0 1 0 0,0 0-1 0 0,0 0 1 0 0,-1 1-1 0 0,1 0 1 0 0,0-1-1 0 0,-1 1 1 0 0,1 1-1 0 0,-1-1 1 0 0,1 0-1 0 0,-1 1 1 0 0,0 0-1 0 0,0 0 1 0 0,0 0-1 0 0,0 0 1 0 0,0 0-1 0 0,0 1 1 0 0,0-1-1 0 0,-1 1 1 0 0,1 0-1 0 0,-1 0 1 0 0,1 0-1 0 0,-1 0 1 0 0,0 0-1 0 0,-1 0 1 0 0,1 0-1 0 0,1 5 1 0 0,2 4-90 0 0,-1 0 0 0 0,0 0 0 0 0,-1 1-1 0 0,-1-1 1 0 0,0 1 0 0 0,0 0 0 0 0,-1 0 0 0 0,-1 0 0 0 0,0-1 0 0 0,-1 1 0 0 0,-1 0 0 0 0,-2 13 0 0 0,-7 22-307 0 0,-30 84 0 0 0,24-84 289 0 0,-7 6 95 0 0,19-43-7 0 0,-1 0 0 0 0,2 0 0 0 0,-1 0 0 0 0,1 0 0 0 0,1 0 0 0 0,-2 13 0 0 0,5-23 7 0 0,0 1 0 0 0,1-1 0 0 0,-1 0 0 0 0,1 1 0 0 0,-1-1 0 0 0,1 0 0 0 0,-1 0 0 0 0,1 1 0 0 0,0-1 0 0 0,-1 0 0 0 0,1 0 0 0 0,0 0 0 0 0,0 0 0 0 0,0 0 0 0 0,0 0 0 0 0,0 0 0 0 0,0 0 0 0 0,0 0 0 0 0,0-1 0 0 0,0 1 0 0 0,0 0 0 0 0,1-1 0 0 0,-1 1 0 0 0,0 0 0 0 0,0-1 0 0 0,1 0 1 0 0,-1 1-1 0 0,0-1 0 0 0,1 0 0 0 0,-1 0 0 0 0,0 0 0 0 0,3 0 0 0 0,48 4 54 0 0,-48-4-67 0 0,433-28-1146 0 0,-412 26 442 0 0,-12 0-1519 0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9:56.0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6 167 2304 0 0,'-5'-25'-216'0'0,"4"22"799"0"0,1 0 0 0 0,0 0 0 0 0,1 0-1 0 0,-1 0 1 0 0,1 1 0 0 0,-1-1 0 0 0,1 0 0 0 0,2-5 0 0 0,14-20 5202 0 0,0 8-5044 0 0,-11 14-360 0 0,0-1-1 0 0,0 1 0 0 0,1 1 0 0 0,0-1 0 0 0,0 1 1 0 0,1 0-1 0 0,-1 1 0 0 0,1-1 0 0 0,13-4 0 0 0,-19 8-322 0 0,1 1 0 0 0,0-1 0 0 0,0 0 0 0 0,0 1 0 0 0,0-1 0 0 0,0 1 0 0 0,0 0 0 0 0,0 0 0 0 0,0 0 0 0 0,0 0 0 0 0,0 1 0 0 0,0-1 0 0 0,-1 1 0 0 0,1 0 0 0 0,0 0 0 0 0,0 0 0 0 0,0 0 0 0 0,-1 0 0 0 0,1 0 0 0 0,0 1 0 0 0,-1-1 0 0 0,1 1 0 0 0,-1 0 0 0 0,0 0 0 0 0,0 0 0 0 0,0 0 0 0 0,0 0 0 0 0,0 1 0 0 0,0-1 0 0 0,0 0 0 0 0,2 5 0 0 0,0 2-46 0 0,0-1 1 0 0,-1 1-1 0 0,0 0 1 0 0,0 0-1 0 0,-1 0 1 0 0,0 0 0 0 0,-1 0-1 0 0,0 0 1 0 0,0 1-1 0 0,-1-1 1 0 0,0 0-1 0 0,0 1 1 0 0,-3 9 0 0 0,-3 17-164 0 0,-21 67-1 0 0,27-101 146 0 0,-23 69-231 0 0,-13 46 201 0 0,32-100 274 0 0,1-1-1 0 0,0 1 0 0 0,1 0 1 0 0,1 0-1 0 0,1 17 0 0 0,0-31-149 0 0,1 1 0 0 0,-1-1-1 0 0,1 0 1 0 0,0 1 0 0 0,-1-1-1 0 0,1 0 1 0 0,1 0 0 0 0,-1 0 0 0 0,0 0-1 0 0,1 0 1 0 0,0 0 0 0 0,-1 0-1 0 0,1 0 1 0 0,0 0 0 0 0,1-1-1 0 0,-1 1 1 0 0,0-1 0 0 0,4 3-1 0 0,-2-2-25 0 0,1 0-1 0 0,0-1 1 0 0,0 1-1 0 0,0-1 0 0 0,0 0 1 0 0,0 0-1 0 0,1-1 1 0 0,-1 1-1 0 0,0-1 0 0 0,7 0 1 0 0,13 1-68 0 0,-1-2 0 0 0,0-1 0 0 0,0-1 0 0 0,25-6 0 0 0,-36 6-5 0 0,-1 1 4 0 0,34-6-1068 0 0,1-1 1 0 0,-2-2-1 0 0,64-23 1 0 0,-84 21 1074 0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9:56.71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144 210 15203 0 0,'-40'-4'922'0'0,"13"2"1273"0"0,-41-8 0 0 0,68 10-2166 0 0,0 0 0 0 0,-1 0 0 0 0,1 0 0 0 0,0 0 0 0 0,-1 0 0 0 0,1 0 0 0 0,0 0 0 0 0,-1 0 0 0 0,1 0 0 0 0,0 0 0 0 0,0 0 1 0 0,-1 0-1 0 0,1 0 0 0 0,0 0 0 0 0,0-1 0 0 0,-1 1 0 0 0,1 0 0 0 0,0 0 0 0 0,0 0 0 0 0,-1 0 0 0 0,1-1 0 0 0,0 1 0 0 0,0 0 0 0 0,-1 0 0 0 0,1 0 0 0 0,0-1 0 0 0,0 1 0 0 0,0 0 0 0 0,0 0 0 0 0,-1-1 0 0 0,1 1 0 0 0,0 0 0 0 0,0 0 0 0 0,0-1 0 0 0,0 1 1 0 0,0 0-1 0 0,0 0 0 0 0,0-1 0 0 0,0 1 0 0 0,0 0 0 0 0,0-1 0 0 0,0 1 0 0 0,0 0 0 0 0,0 0 0 0 0,0-1 0 0 0,0 1 0 0 0,0 0 0 0 0,0-1 0 0 0,0 1 0 0 0,0 0 0 0 0,0-1 0 0 0,19-11 495 0 0,29-8-453 0 0,74-17-50 0 0,2 5 1 0 0,1 5 0 0 0,215-17-1 0 0,-125 33-67 0 0,298 23-1 0 0,933 165 127 0 0,-1393-169-86 0 0,-22-4 29 0 0,0 1 1 0 0,45 15-1 0 0,-74-19-23 0 0,-1 0 0 0 0,0 0 1 0 0,1 0-1 0 0,-1 0 0 0 0,0 0 1 0 0,0 0-1 0 0,0 0 0 0 0,0 0 0 0 0,0 0 1 0 0,0 0-1 0 0,0 1 0 0 0,0-1 1 0 0,0 0-1 0 0,-1 1 0 0 0,1-1 0 0 0,0 1 1 0 0,-1-1-1 0 0,1 1 0 0 0,-1-1 1 0 0,0 1-1 0 0,1-1 0 0 0,-1 1 1 0 0,0-1-1 0 0,0 1 0 0 0,0 0 0 0 0,0-1 1 0 0,0 1-1 0 0,0-1 0 0 0,-1 1 1 0 0,1-1-1 0 0,-1 1 0 0 0,1-1 0 0 0,-1 3 1 0 0,-3 9 35 0 0,0 0-1 0 0,-12 24 1 0 0,10-23 15 0 0,-14 41 17 0 0,3 1-1 0 0,2 1 1 0 0,3 0 0 0 0,2 1-1 0 0,3 0 1 0 0,0 102 0 0 0,13 1 116 0 0,31 188 1 0 0,-25-269-95 0 0,-4-35 142 0 0,-1 0-1 0 0,-1 85 0 0 0,-6-116-199 0 0,-1-1 0 0 0,-1 1 0 0 0,0-1-1 0 0,-1 0 1 0 0,0 0 0 0 0,-1 0 0 0 0,-1 0 0 0 0,0-1 0 0 0,-1 0-1 0 0,0 0 1 0 0,0 0 0 0 0,-2 0 0 0 0,1-1 0 0 0,-11 12-1 0 0,-2-3-78 0 0,-1-1 0 0 0,-1 0-1 0 0,0-2 1 0 0,-1 0-1 0 0,-1-2 1 0 0,-34 17 0 0 0,3-6-156 0 0,-110 35 0 0 0,96-43-334 0 0,-109 16 1 0 0,72-19-6078 0 0,56-10-517 0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9:57.06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113 23 8754 0 0,'-22'-7'587'0'0,"-27"-7"264"0"0,46 14-340 0 0,1-1 0 0 0,-1 1 1 0 0,1 0-1 0 0,-1 0 0 0 0,1 0 0 0 0,-1 0 0 0 0,1 0 0 0 0,0 1 0 0 0,-4 0 0 0 0,5 0-393 0 0,0-1 0 0 0,0 1 0 0 0,0 0-1 0 0,0-1 1 0 0,1 1 0 0 0,-1 0 0 0 0,0-1 0 0 0,0 1-1 0 0,1 0 1 0 0,-1 0 0 0 0,1 0 0 0 0,-1 0 0 0 0,0 0-1 0 0,1 0 1 0 0,0 0 0 0 0,-1 0 0 0 0,1 0-1 0 0,0 0 1 0 0,-1 0 0 0 0,1 0 0 0 0,0 0 0 0 0,0 0-1 0 0,0 0 1 0 0,0 0 0 0 0,0 0 0 0 0,0 1 0 0 0,4 33 1385 0 0,-3-31-1319 0 0,61 222 1247 0 0,-19-81-1166 0 0,133 719-275 0 0,-168-799-127 0 0,3 0 1 0 0,3-2 0 0 0,40 114-1 0 0,-49-166 178 0 0,-1 0 1 0 0,2 0-1 0 0,0-1 0 0 0,0 0 0 0 0,1 0 0 0 0,0-1 1 0 0,0 0-1 0 0,10 9 0 0 0,-12-14-11 0 0,0 0 0 0 0,0 0 0 0 0,0-1 1 0 0,0 0-1 0 0,1 0 0 0 0,-1 0 0 0 0,1 0 0 0 0,0-1 0 0 0,0 0 0 0 0,-1 0 0 0 0,1-1 0 0 0,1 1 1 0 0,-1-1-1 0 0,0-1 0 0 0,0 1 0 0 0,12-2 0 0 0,6-2-16 0 0,0 0 1 0 0,0-2-1 0 0,-1-1 0 0 0,0-1 0 0 0,44-20 0 0 0,105-64 92 0 0,-163 86-109 0 0,46-26-334 0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9:57.59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291 4 11058 0 0,'-2'0'345'0'0,"0"-1"0"0"0,-1 0 1 0 0,1 1-1 0 0,0-1 0 0 0,0 1 0 0 0,-1 0 0 0 0,1-1 0 0 0,0 1 0 0 0,0 0 0 0 0,-1 1 0 0 0,1-1 0 0 0,0 0 0 0 0,0 1 0 0 0,-1-1 0 0 0,1 1 0 0 0,0-1 0 0 0,0 1 0 0 0,0 0 1 0 0,0 0-1 0 0,0 0 0 0 0,0 0 0 0 0,0 1 0 0 0,-3 1 0 0 0,0 1-44 0 0,1 0 1 0 0,-1 0 0 0 0,1 0-1 0 0,0 1 1 0 0,0-1-1 0 0,1 1 1 0 0,-6 8 0 0 0,-3 15-77 0 0,1 1 0 0 0,1 1 0 0 0,1-1 0 0 0,1 1 0 0 0,-4 42 1 0 0,-4 14-69 0 0,-32 98 6 0 0,-8 44-365 0 0,53-215 72 0 0,-8 54 175 0 0,10-61-339 0 0,0 0 0 0 0,1 0-1 0 0,0 0 1 0 0,1 0 0 0 0,-1 0 0 0 0,1 0 0 0 0,0 0 0 0 0,3 9 0 0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9:57.91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29 12899 0 0,'1'-2'208'0'0,"1"0"0"0"0,-1 0 0 0 0,1 0 1 0 0,0 0-1 0 0,-1 0 0 0 0,1 0 0 0 0,0 1 1 0 0,0-1-1 0 0,0 1 0 0 0,0-1 0 0 0,0 1 1 0 0,0 0-1 0 0,1 0 0 0 0,-1 0 0 0 0,0 0 1 0 0,1 0-1 0 0,-1 0 0 0 0,0 1 0 0 0,1-1 0 0 0,-1 1 1 0 0,1 0-1 0 0,-1-1 0 0 0,1 1 0 0 0,-1 0 1 0 0,1 1-1 0 0,-1-1 0 0 0,1 0 0 0 0,-1 1 1 0 0,1-1-1 0 0,-1 1 0 0 0,0 0 0 0 0,1 0 1 0 0,-1 0-1 0 0,3 2 0 0 0,3 1 66 0 0,0 0 1 0 0,0 1-1 0 0,-1 0 0 0 0,1 0 0 0 0,-1 0 1 0 0,-1 1-1 0 0,1 1 0 0 0,8 10 1 0 0,9 15-213 0 0,-2 1 1 0 0,30 62-1 0 0,24 79-235 0 0,-45-98 15 0 0,54 95-1 0 0,-77-157 217 0 0,1 0 0 0 0,1-1 0 0 0,13 15 0 0 0,-20-25-25 0 0,0 0 0 0 0,-1 0 0 0 0,1 0 0 0 0,0 0 0 0 0,1-1 0 0 0,-1 0 0 0 0,0 1 0 0 0,1-1 0 0 0,-1 0 0 0 0,1-1 0 0 0,-1 1 0 0 0,1-1 0 0 0,0 1 0 0 0,0-1 0 0 0,0 0 0 0 0,0-1 0 0 0,0 1 0 0 0,7 0 0 0 0,-9-2-4 0 0,1 0-1 0 0,-1 1 1 0 0,0-1 0 0 0,-1 0 0 0 0,1 0 0 0 0,0-1 0 0 0,0 1 0 0 0,0 0 0 0 0,-1-1 0 0 0,1 1 0 0 0,0-1 0 0 0,-1 1 0 0 0,0-1 0 0 0,1 0 0 0 0,-1 0-1 0 0,0 1 1 0 0,0-1 0 0 0,0 0 0 0 0,0 0 0 0 0,0 0 0 0 0,0 0 0 0 0,-1 0 0 0 0,1 0 0 0 0,0-1 0 0 0,-1 1 0 0 0,0-4 0 0 0,3-9 40 0 0,-2 0-1 0 0,0-26 1 0 0,-1 31-24 0 0,-7-120 350 0 0,2 94-577 0 0,3 0 0 0 0,1-1 0 0 0,2 1 0 0 0,1-1 1 0 0,7-36-1 0 0,-3 55-1688 0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9:58.19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82 5985 0 0,'0'1'623'0'0,"10"17"5599"0"0,-5 18-4262 0 0,-2-18-1077 0 0,2 11 185 0 0,1-1 0 0 0,12 35 0 0 0,-15-56-888 0 0,0 1 1 0 0,0-1-1 0 0,1 1 1 0 0,0-1-1 0 0,0 0 1 0 0,0-1-1 0 0,1 1 0 0 0,0-1 1 0 0,1 0-1 0 0,-1 0 1 0 0,1 0-1 0 0,0-1 1 0 0,8 5-1 0 0,-12-8-146 0 0,0-1 0 0 0,-1 0 0 0 0,1-1 0 0 0,0 1 0 0 0,0 0 0 0 0,0 0 0 0 0,0-1 0 0 0,0 1 0 0 0,0-1 0 0 0,0 1 0 0 0,0-1 0 0 0,0 0 0 0 0,0 0 0 0 0,0 0 0 0 0,0 0 0 0 0,0 0-1 0 0,0-1 1 0 0,0 1 0 0 0,0-1 0 0 0,0 1 0 0 0,4-2 0 0 0,-3 0-1 0 0,0 0 0 0 0,1-1 0 0 0,-1 1 0 0 0,0-1-1 0 0,0 1 1 0 0,0-1 0 0 0,-1 0 0 0 0,1 0 0 0 0,-1 0 0 0 0,4-6 0 0 0,0-2-6 0 0,0 0 1 0 0,-1-1-1 0 0,0 1 1 0 0,-1-1 0 0 0,0 0-1 0 0,3-18 1 0 0,-6 18 34 0 0,0 0 0 0 0,-1 0 1 0 0,0 0-1 0 0,-1 0 0 0 0,0 0 0 0 0,-1 0 1 0 0,0 0-1 0 0,-1 0 0 0 0,0 0 0 0 0,-9-19 0 0 0,9 24-168 0 0,-1 0 0 0 0,0 0 0 0 0,0 1 0 0 0,0 0 0 0 0,-1 0 0 0 0,0 0 0 0 0,0 0 0 0 0,-7-5 0 0 0,8 8-361 0 0,0 0 0 0 0,-1 0 1 0 0,1 0-1 0 0,-1 0 0 0 0,0 1 0 0 0,0 0 0 0 0,0 0 0 0 0,0 0 0 0 0,0 0 0 0 0,0 1 0 0 0,0 0 0 0 0,-8-1 0 0 0,-12 3-6568 0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9:58.60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3681 0 0,'18'27'8665'0'0,"2"-2"-5224"0"0,-12-16-3101 0 0,0 1 0 0 0,-1-1-1 0 0,11 21 1 0 0,36 99 118 0 0,-52-143-658 0 0,0 0-1 0 0,1 0 1 0 0,9-25 0 0 0,-11 37 193 0 0,0 0-33 0 0,1-8 3 0 0,1 1 0 0 0,0-1 0 0 0,1 1 0 0 0,0 0 0 0 0,1 0 0 0 0,0 1 0 0 0,9-14 0 0 0,-12 37-3348 0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9:58.97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39 67 11522 0 0,'-7'-25'886'0'0,"6"20"38"0"0,0 1 0 0 0,0-1 0 0 0,-1 0 0 0 0,0 0 0 0 0,0 0 0 0 0,-5-7 0 0 0,5 20 2354 0 0,-2 39-2404 0 0,1 35-339 0 0,-3 117-62 0 0,22 241 0 0 0,-11-399-449 0 0,15 61 0 0 0,-16-88-130 0 0,0 0 0 0 0,1 0 0 0 0,0-1 1 0 0,1 0-1 0 0,0 0 0 0 0,2-1 0 0 0,-1 0 1 0 0,11 13-1 0 0,-18-25 78 0 0,0 1-111 0 0,1 0 0 0 0,0 0 0 0 0,-1 0 0 0 0,1 0 0 0 0,0 0 0 0 0,0-1 0 0 0,0 1 0 0 0,0 0 0 0 0,0 0 0 0 0,0 0 0 0 0,0-1 0 0 0,0 1 0 0 0,0-1 0 0 0,0 1 0 0 0,0-1 0 0 0,0 1 0 0 0,0-1 0 0 0,0 0 0 0 0,0 1 0 0 0,1-1-1 0 0,-1 0 1 0 0,0 0 0 0 0,2 0 0 0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9:59.17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63 130 920 0 0,'-20'-4'-325'0'0,"-18"-16"12004"0"0,37 19-11303 0 0,1 0 1 0 0,-1 0-1 0 0,1 0 0 0 0,-1 0 0 0 0,1 0 1 0 0,0 0-1 0 0,-1 0 0 0 0,1 0 0 0 0,0 0 1 0 0,0 0-1 0 0,-1 0 0 0 0,1 0 1 0 0,0 0-1 0 0,0 0 0 0 0,0-2 0 0 0,1 2-248 0 0,-1-1-1 0 0,1 1 0 0 0,0-1 1 0 0,-1 0-1 0 0,1 1 0 0 0,0-1 1 0 0,0 1-1 0 0,0 0 0 0 0,0-1 1 0 0,0 1-1 0 0,0 0 0 0 0,3-3 1 0 0,1 1 148 0 0,0-1 0 0 0,0 1 0 0 0,0 0-1 0 0,0 0 1 0 0,1 0 0 0 0,-1 1 0 0 0,1 0 0 0 0,0 0 0 0 0,10-2 0 0 0,61-7 200 0 0,-48 8-373 0 0,85-14-313 0 0,-72 10-111 0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09:59.87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260 35 11058 0 0,'0'-1'106'0'0,"0"-1"0"0"0,0 1 0 0 0,0 0 0 0 0,0 0 0 0 0,0-1 0 0 0,0 1 0 0 0,0 0 0 0 0,0 0 0 0 0,-1-1 0 0 0,1 1-1 0 0,0 0 1 0 0,-1 0 0 0 0,1 0 0 0 0,-1 0 0 0 0,1-1 0 0 0,-1 1 0 0 0,0 0 0 0 0,1 0 0 0 0,-1 0 0 0 0,0 0 0 0 0,0 0-1 0 0,0 1 1 0 0,0-1 0 0 0,0 0 0 0 0,0 0 0 0 0,0 0 0 0 0,0 1 0 0 0,0-1 0 0 0,0 1 0 0 0,0-1 0 0 0,0 1 0 0 0,0-1 0 0 0,-1 1-1 0 0,1 0 1 0 0,0-1 0 0 0,0 1 0 0 0,0 0 0 0 0,-1 0 0 0 0,1 0 0 0 0,0 0 0 0 0,0 0 0 0 0,-1 0 0 0 0,1 0 0 0 0,0 0-1 0 0,0 1 1 0 0,-1-1 0 0 0,1 0 0 0 0,-1 1 0 0 0,-4 1 42 0 0,1 0 1 0 0,-1 0-1 0 0,1 0 0 0 0,0 1 0 0 0,0-1 1 0 0,0 1-1 0 0,0 1 0 0 0,0-1 0 0 0,-4 5 0 0 0,-12 14 276 0 0,1 2-1 0 0,1 0 0 0 0,2 0 0 0 0,0 2 1 0 0,2 0-1 0 0,1 1 0 0 0,-21 56 1 0 0,34-79-391 0 0,-1 1 1 0 0,1 0 0 0 0,1 0 0 0 0,-1 0 0 0 0,1 0 0 0 0,0 0 0 0 0,0-1 0 0 0,0 1-1 0 0,1 0 1 0 0,-1 0 0 0 0,1 0 0 0 0,1 0 0 0 0,-1-1 0 0 0,0 1 0 0 0,1 0 0 0 0,0-1 0 0 0,0 1-1 0 0,1-1 1 0 0,-1 0 0 0 0,7 7 0 0 0,4 5-113 0 0,1-1 0 0 0,1 0 0 0 0,29 22-1 0 0,6 6-501 0 0,-38-31 253 0 0,-1 1 1 0 0,0 0-1 0 0,-1 0 1 0 0,0 1-1 0 0,-1 0 1 0 0,-1 1-1 0 0,8 17 1 0 0,-14-26 209 0 0,0-1 0 0 0,-1 0 0 0 0,1 0 1 0 0,-1 1-1 0 0,0-1 0 0 0,-1 0 0 0 0,1 1 0 0 0,-1-1 1 0 0,0 1-1 0 0,-1-1 0 0 0,0 8 0 0 0,-1-10 117 0 0,1 1 0 0 0,0 0 0 0 0,-1 0 0 0 0,0 0 0 0 0,1-1-1 0 0,-2 1 1 0 0,1-1 0 0 0,0 1 0 0 0,-1-1 0 0 0,1 0 0 0 0,-1 0 0 0 0,0 0-1 0 0,0-1 1 0 0,0 1 0 0 0,0 0 0 0 0,-7 3 0 0 0,7-5-37 0 0,0 1-1 0 0,0-1 1 0 0,0 0-1 0 0,0 0 1 0 0,0 0-1 0 0,0 0 1 0 0,0-1-1 0 0,0 1 1 0 0,0-1 0 0 0,0 0-1 0 0,-1 0 1 0 0,1 0-1 0 0,0 0 1 0 0,0-1-1 0 0,0 1 1 0 0,0-1 0 0 0,0 0-1 0 0,0 0 1 0 0,0 0-1 0 0,0 0 1 0 0,-4-2-1 0 0,-10-6-5702 0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0:00.5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0 321 7370 0 0,'12'-4'516'0'0,"0"0"1"0"0,-1-1-1 0 0,0 0 1 0 0,0 0-1 0 0,0-2 1 0 0,0 1-1 0 0,-1-1 1 0 0,0-1 0 0 0,-1 0-1 0 0,1 0 1 0 0,-1-1-1 0 0,-1 0 1 0 0,0 0-1 0 0,0-1 1 0 0,-1 0-1 0 0,0-1 1 0 0,7-15 0 0 0,-11 17-312 0 0,-1-1 1 0 0,0 1-1 0 0,0-1 1 0 0,-1 1-1 0 0,0-1 1 0 0,-1 0-1 0 0,-1-14 1 0 0,1 19-83 0 0,-1 1 1 0 0,0-1-1 0 0,0 1 1 0 0,0 0 0 0 0,0-1-1 0 0,-1 1 1 0 0,1 0-1 0 0,-4-5 1 0 0,4 7-74 0 0,0 0 0 0 0,-1 1 1 0 0,1-1-1 0 0,0 1 0 0 0,-1-1 1 0 0,1 1-1 0 0,-1-1 1 0 0,1 1-1 0 0,-1 0 0 0 0,0 0 1 0 0,1 0-1 0 0,-1 0 0 0 0,0 0 1 0 0,0 0-1 0 0,0 0 0 0 0,0 1 1 0 0,0-1-1 0 0,-3 0 0 0 0,2 1-32 0 0,0 0 0 0 0,0 0 0 0 0,1 0-1 0 0,-1 1 1 0 0,0-1 0 0 0,0 1 0 0 0,0 0-1 0 0,1-1 1 0 0,-1 1 0 0 0,0 1-1 0 0,1-1 1 0 0,-1 0 0 0 0,1 0 0 0 0,-1 1-1 0 0,1 0 1 0 0,-1-1 0 0 0,1 1 0 0 0,0 0-1 0 0,0 0 1 0 0,0 0 0 0 0,0 0 0 0 0,1 1-1 0 0,-1-1 1 0 0,0 1 0 0 0,1-1 0 0 0,0 1-1 0 0,-1-1 1 0 0,1 1 0 0 0,0-1 0 0 0,-1 6-1 0 0,0-1 3 0 0,-1 1-1 0 0,1 0 0 0 0,0 0 0 0 0,1 0 1 0 0,0-1-1 0 0,1 1 0 0 0,-1 0 1 0 0,1 1-1 0 0,2 13 0 0 0,0-15 2 0 0,1 0 0 0 0,-1-1 1 0 0,1 0-1 0 0,0 1 0 0 0,1-1 0 0 0,-1 0 0 0 0,1-1 0 0 0,0 1 0 0 0,1-1 1 0 0,-1 1-1 0 0,1-1 0 0 0,0-1 0 0 0,1 1 0 0 0,-1-1 0 0 0,1 0 0 0 0,0 0 0 0 0,-1 0 1 0 0,2-1-1 0 0,-1 0 0 0 0,0 0 0 0 0,8 2 0 0 0,-2-1-46 0 0,0 0 0 0 0,-1-1 0 0 0,1-1-1 0 0,0 0 1 0 0,0 0 0 0 0,0-1 0 0 0,1-1 0 0 0,-1 0-1 0 0,0-1 1 0 0,0 0 0 0 0,17-4 0 0 0,-23 3-89 0 0,0 0 1 0 0,0-1-1 0 0,-1 1 0 0 0,1-2 1 0 0,0 1-1 0 0,-1 0 0 0 0,0-1 0 0 0,0 0 1 0 0,0 0-1 0 0,-1-1 0 0 0,1 0 1 0 0,-1 1-1 0 0,0-1 0 0 0,0 0 1 0 0,-1-1-1 0 0,1 1 0 0 0,-1-1 1 0 0,3-7-1 0 0,4-13-370 0 0,0 0 0 0 0,11-51 0 0 0,-13 45 508 0 0,-8 31 4 0 0,0 0 0 0 0,0 0 1 0 0,1 0-1 0 0,-1-1 0 0 0,0 1 0 0 0,1 0 0 0 0,-1 0 0 0 0,1 0 0 0 0,-1 0 0 0 0,1 0 0 0 0,0 0 0 0 0,-1 0 0 0 0,1 0 0 0 0,0 0 0 0 0,0 0 0 0 0,-1 0 0 0 0,1 0 0 0 0,0 0 0 0 0,2-1 0 0 0,-2 2 27 0 0,0 0-1 0 0,-1 0 1 0 0,1 0 0 0 0,0 1 0 0 0,0-1 0 0 0,-1 0-1 0 0,1 0 1 0 0,0 0 0 0 0,-1 1 0 0 0,1-1 0 0 0,0 0-1 0 0,-1 1 1 0 0,1-1 0 0 0,0 0 0 0 0,-1 1 0 0 0,1-1-1 0 0,-1 1 1 0 0,1-1 0 0 0,-1 1 0 0 0,1-1 0 0 0,-1 1-1 0 0,1-1 1 0 0,0 2 0 0 0,4 7 425 0 0,0-1-1 0 0,0 1 1 0 0,5 13 0 0 0,-9-19-502 0 0,36 103 1060 0 0,-29-78-995 0 0,1 0 0 0 0,1-1 0 0 0,2 0 1 0 0,25 44-1 0 0,-36-69-51 0 0,0-1 1 0 0,0 1-1 0 0,0-1 1 0 0,1 1-1 0 0,-1-1 1 0 0,0 1-1 0 0,1-1 1 0 0,-1 0-1 0 0,1 1 1 0 0,-1-1-1 0 0,1 0 1 0 0,-1 0-1 0 0,1 0 1 0 0,0-1 0 0 0,0 1-1 0 0,2 1 1 0 0,-3-2-16 0 0,0 0 0 0 0,0 0 0 0 0,0 0 0 0 0,0 0 1 0 0,0-1-1 0 0,0 1 0 0 0,0 0 0 0 0,0 0 1 0 0,0-1-1 0 0,0 1 0 0 0,0-1 0 0 0,0 1 1 0 0,0-1-1 0 0,0 1 0 0 0,0-1 0 0 0,0 1 0 0 0,0-1 1 0 0,0 0-1 0 0,-1 0 0 0 0,3-1 0 0 0,2-6-135 0 0,0 1 0 0 0,0-1-1 0 0,-1 0 1 0 0,0-1-1 0 0,4-12 1 0 0,0 3 130 0 0,29-76-303 0 0,-27 64 351 0 0,2 0-1 0 0,1 1 0 0 0,31-52 0 0 0,-43 79 10 0 0,0 0-1 0 0,0 1 0 0 0,0-1 1 0 0,1 0-1 0 0,-1 1 1 0 0,1-1-1 0 0,-1 1 0 0 0,1-1 1 0 0,-1 1-1 0 0,1-1 1 0 0,0 1-1 0 0,-1 0 0 0 0,1 0 1 0 0,0 0-1 0 0,0 0 1 0 0,0 0-1 0 0,0 1 0 0 0,0-1 1 0 0,0 1-1 0 0,3-1 1 0 0,-4 1 23 0 0,1 0 0 0 0,0 1 0 0 0,-1-1 0 0 0,1 1 0 0 0,0-1 0 0 0,-1 1 0 0 0,1 0 0 0 0,0 0 0 0 0,-1-1 0 0 0,1 1 1 0 0,-1 0-1 0 0,1 1 0 0 0,-1-1 0 0 0,0 0 0 0 0,0 0 0 0 0,1 1 0 0 0,-1-1 0 0 0,1 3 0 0 0,6 8 180 0 0,-1 0-1 0 0,-1 0 1 0 0,-1 1-1 0 0,8 21 1 0 0,-11-28-290 0 0,6 21-171 0 0,12 30 408 0 0,-18-54-451 0 0,0 1 1 0 0,0-1-1 0 0,0 1 1 0 0,1-1-1 0 0,-1 1 0 0 0,1-1 1 0 0,0 0-1 0 0,0 0 1 0 0,0-1-1 0 0,0 1 0 0 0,0-1 1 0 0,4 3-1 0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0:00.87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162 68 6913 0 0,'1'-3'441'0'0,"0"0"0"0"0,-1 0 0 0 0,0 0-1 0 0,1 0 1 0 0,-1 0 0 0 0,0 0 0 0 0,-1 0-1 0 0,1 0 1 0 0,0 0 0 0 0,-1 0-1 0 0,0 0 1 0 0,0 0 0 0 0,0 0 0 0 0,0 0-1 0 0,0 0 1 0 0,-3-4 0 0 0,3 6-306 0 0,1 0-1 0 0,-1 0 1 0 0,0 0 0 0 0,0 0 0 0 0,0 0 0 0 0,0 0-1 0 0,0 1 1 0 0,-1-1 0 0 0,1 0 0 0 0,0 1 0 0 0,0-1-1 0 0,0 0 1 0 0,-1 1 0 0 0,1 0 0 0 0,0-1 0 0 0,-1 1-1 0 0,1 0 1 0 0,0-1 0 0 0,-1 1 0 0 0,1 0 0 0 0,0 0-1 0 0,-1 0 1 0 0,1 0 0 0 0,0 0 0 0 0,-1 1 0 0 0,1-1-1 0 0,0 0 1 0 0,-1 1 0 0 0,1-1 0 0 0,0 1 0 0 0,0-1-1 0 0,-1 1 1 0 0,1-1 0 0 0,0 1 0 0 0,0 0-1 0 0,0 0 1 0 0,0 0 0 0 0,-1 0 0 0 0,-8 7 0 0 0,1 0 1 0 0,0 0-1 0 0,0 1 1 0 0,1 0-1 0 0,0 1 0 0 0,0-1 1 0 0,1 1-1 0 0,-9 18 1 0 0,13-23-88 0 0,0 1 0 0 0,0 0 0 0 0,0-1 0 0 0,1 1 1 0 0,0 0-1 0 0,0 0 0 0 0,1 1 0 0 0,0-1 0 0 0,0 0 0 0 0,0 0 0 0 0,1 1 1 0 0,0-1-1 0 0,0 1 0 0 0,0-1 0 0 0,1 0 0 0 0,0 0 0 0 0,0 1 1 0 0,3 7-1 0 0,-1-9-45 0 0,0 0 0 0 0,0 0 1 0 0,1-1-1 0 0,-1 1 1 0 0,1-1-1 0 0,0 1 0 0 0,0-1 1 0 0,1-1-1 0 0,-1 1 1 0 0,1 0-1 0 0,0-1 0 0 0,0 0 1 0 0,0 0-1 0 0,5 2 1 0 0,13 4 24 0 0,1 0 0 0 0,25 6 0 0 0,7 3-3 0 0,-53-18-54 0 0,-1 1 0 0 0,1 0 0 0 0,-1 0-1 0 0,1 0 1 0 0,-1 1 0 0 0,0-1 0 0 0,1 0 0 0 0,-1 1 0 0 0,0 0 0 0 0,0-1 0 0 0,0 1 0 0 0,0 0 0 0 0,0 0 0 0 0,-1 0 0 0 0,1 0 0 0 0,0 0 0 0 0,-1 1 0 0 0,0-1 0 0 0,2 4-1 0 0,-3-4-26 0 0,0 1 0 0 0,1 0 0 0 0,-2-1 0 0 0,1 1-1 0 0,0 0 1 0 0,0-1 0 0 0,-1 1 0 0 0,0 0-1 0 0,1-1 1 0 0,-1 1 0 0 0,0-1 0 0 0,0 1 0 0 0,0-1-1 0 0,-1 0 1 0 0,1 1 0 0 0,0-1 0 0 0,-1 0-1 0 0,0 0 1 0 0,-3 3 0 0 0,-31 29-1510 0 0,8-20-2401 0 0,27-17 3443 0 0,4-3 509 0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0:01.01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2761 0 0,'1'0'305'0'0,"0"0"1"0"0,0 0 0 0 0,0 0-1 0 0,1 0 1 0 0,-1 0-1 0 0,0 0 1 0 0,0 0 0 0 0,0 0-1 0 0,0 1 1 0 0,0-1 0 0 0,1 0-1 0 0,-1 1 1 0 0,0-1 0 0 0,0 1-1 0 0,0-1 1 0 0,0 1 0 0 0,0 0-1 0 0,0-1 1 0 0,0 1 0 0 0,-1 0-1 0 0,1 0 1 0 0,0-1-1 0 0,0 1 1 0 0,0 0 0 0 0,-1 0-1 0 0,1 0 1 0 0,-1 0 0 0 0,1 0-1 0 0,0 0 1 0 0,0 2 0 0 0,17 34 4142 0 0,-11-16-3408 0 0,-2-1 1 0 0,0 1-1 0 0,-1 0 1 0 0,1 30-1 0 0,-2-22-1243 0 0,10 42-1 0 0,-9-57-503 0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0:01.17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18 14283 0 0,'1'-5'632'0'0,"1"1"136"0"0,-1 1-616 0 0,2 0-152 0 0,-1 2 0 0 0,0 1 0 0 0,0 0 561 0 0,4-1 79 0 0,2 1 24 0 0,4 2 0 0 0,-1 2-768 0 0,1 3-152 0 0,-3 4-32 0 0,0 2-8 0 0,2 5 216 0 0,-4 2 80 0 0,-6 1 0 0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0:01.44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10 16043 0 0,'-4'-10'1738'0'0,"12"14"8"0"0,13 14 822 0 0,-12-3-2208 0 0,-1-1 0 0 0,-1 1-1 0 0,-1 0 1 0 0,0 1 0 0 0,5 17-1 0 0,14 85 359 0 0,-15-69-589 0 0,70 326-546 0 0,-70-311-614 0 0,-8-37-5504 0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0:01.63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0 176 10138 0 0,'19'-5'835'0'0,"-1"0"-1"0"0,-1-2 0 0 0,1 0 1 0 0,20-11-1 0 0,5-2 281 0 0,-1 1-684 0 0,120-46 1806 0 0,-129 55-4849 0 0,46-10 0 0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0:01.86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 1 3681 0 0,'-4'4'2232'0'0,"3"-3"-1786"0"0,0 0 1 0 0,0 0-1 0 0,1 1 0 0 0,-1-1 1 0 0,1 0-1 0 0,-1 0 1 0 0,1 0-1 0 0,-1 1 1 0 0,1-1-1 0 0,0 0 0 0 0,-1 0 1 0 0,1 1-1 0 0,0 1 1 0 0,4 29 4274 0 0,22 33-985 0 0,-22-57-3233 0 0,17 40 513 0 0,20 64 0 0 0,-35-92-1098 0 0,-1 1-1 0 0,-1 0 1 0 0,-1 1 0 0 0,0-1-1 0 0,-2 42 1 0 0,-2-53-422 0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0:02.0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15291 0 0,'16'70'5511'0'0,"-3"-37"-5183"0"0,11 11-4864 0 0,-11-21 1649 0 0,-4-5 2199 0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0:02.31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14283 0 0,'5'4'711'0'0,"1"0"0"0"0,-1 0-1 0 0,1-1 1 0 0,0 1 0 0 0,11 3-1 0 0,20 13 1306 0 0,-27-11-1791 0 0,0 0-1 0 0,-1 1 1 0 0,0 1-1 0 0,0 0 1 0 0,-1 0-1 0 0,-1 0 1 0 0,0 1-1 0 0,-1 0 1 0 0,0 0-1 0 0,7 22 1 0 0,-3-11 265 0 0,21 39 0 0 0,-31-62-478 0 0,0 0 1 0 0,0 0-1 0 0,0 0 0 0 0,0 1 0 0 0,0-1 0 0 0,1 0 1 0 0,-1 0-1 0 0,0 0 0 0 0,0 1 0 0 0,0-1 0 0 0,0 0 1 0 0,0 0-1 0 0,1 0 0 0 0,-1 0 0 0 0,0 0 0 0 0,0 1 1 0 0,0-1-1 0 0,0 0 0 0 0,1 0 0 0 0,-1 0 0 0 0,0 0 1 0 0,0 0-1 0 0,0 0 0 0 0,1 0 0 0 0,-1 0 0 0 0,0 0 1 0 0,0 0-1 0 0,0 0 0 0 0,1 0 0 0 0,-1 0 0 0 0,0 0 1 0 0,0 0-1 0 0,0 0 0 0 0,1 0 0 0 0,-1 0 0 0 0,0 0 1 0 0,0 0-1 0 0,1 0 0 0 0,-1 0 0 0 0,0 0 0 0 0,0 0 1 0 0,0 0-1 0 0,0 0 0 0 0,1 0 0 0 0,-1-1 0 0 0,0 1 1 0 0,8-13 131 0 0,1-22-306 0 0,-9 32 166 0 0,21-102-2463 0 0,-15 77-5500 0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0:02.56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1 193 2304 0 0,'14'24'6'0'0,"-11"-20"606"0"0,1-1 1 0 0,-1 1-1 0 0,0-1 0 0 0,1 1 1 0 0,0-1-1 0 0,7 4 1 0 0,-9-6-370 0 0,-1 1 0 0 0,1-1 0 0 0,0-1 0 0 0,0 1 1 0 0,0 0-1 0 0,0 0 0 0 0,0-1 0 0 0,0 1 0 0 0,0-1 1 0 0,0 0-1 0 0,1 0 0 0 0,-1 1 0 0 0,0-1 0 0 0,0-1 1 0 0,0 1-1 0 0,0 0 0 0 0,0 0 0 0 0,0-1 0 0 0,0 1 1 0 0,0-1-1 0 0,0 0 0 0 0,0 0 0 0 0,0 1 0 0 0,0-1 1 0 0,0 0-1 0 0,0-1 0 0 0,-1 1 0 0 0,1 0 0 0 0,0 0 1 0 0,-1-1-1 0 0,2-1 0 0 0,3-4-25 0 0,0 0-1 0 0,-1-1 1 0 0,0 1-1 0 0,0-1 1 0 0,-1-1 0 0 0,0 1-1 0 0,5-15 1 0 0,14-64-1517 0 0,-20 77 914 0 0,-2 6 195 0 0,0 0 0 0 0,0 0 0 0 0,0 0-1 0 0,0 0 1 0 0,-1 0 0 0 0,1 0 0 0 0,-1-1 0 0 0,0 1 0 0 0,0 0 0 0 0,-1 0 0 0 0,1 0 0 0 0,-2-6 0 0 0,2 10 193 0 0,0 0-1 0 0,0-1 1 0 0,-1 1 0 0 0,1 0-1 0 0,0 0 1 0 0,0 0-1 0 0,0-1 1 0 0,0 1 0 0 0,0 0-1 0 0,-1 0 1 0 0,1 0-1 0 0,0 0 1 0 0,0-1 0 0 0,0 1-1 0 0,-1 0 1 0 0,1 0-1 0 0,0 0 1 0 0,0 0 0 0 0,0 0-1 0 0,-1 0 1 0 0,1 0-1 0 0,0-1 1 0 0,0 1 0 0 0,-1 0-1 0 0,1 0 1 0 0,0 0-1 0 0,0 0 1 0 0,-1 0 0 0 0,1 0-1 0 0,0 0 1 0 0,0 0-1 0 0,0 0 1 0 0,-1 1 0 0 0,1-1-1 0 0,0 0 1 0 0,0 0-1 0 0,-1 0 1 0 0,1 0-1 0 0,0 0 1 0 0,0 0 0 0 0,-1 1-1 0 0,-8 10 609 0 0,-4 15 1122 0 0,11-17-1273 0 0,-1 0 1 0 0,2 1-1 0 0,0 0 1 0 0,0-1-1 0 0,0 1 1 0 0,2 0 0 0 0,-1 0-1 0 0,1-1 1 0 0,0 1-1 0 0,1-1 1 0 0,0 1-1 0 0,1-1 1 0 0,5 15-1 0 0,-5-19-481 0 0,-1 1 1 0 0,1-1-1 0 0,0 0 0 0 0,0 0 0 0 0,0 0 1 0 0,1 0-1 0 0,0 0 0 0 0,0-1 0 0 0,0 0 1 0 0,1 1-1 0 0,-1-2 0 0 0,1 1 0 0 0,0 0 1 0 0,0-1-1 0 0,0 0 0 0 0,0 0 0 0 0,1-1 1 0 0,-1 1-1 0 0,1-1 0 0 0,0-1 0 0 0,-1 1 1 0 0,1-1-1 0 0,7 1 0 0 0,15-1-7279 0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0:02.85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83 1 13363 0 0,'4'18'1375'0'0,"-1"0"-1"0"0,-1 0 1 0 0,-1 0 0 0 0,-1 31 0 0 0,-14 74 277 0 0,13-111-1343 0 0,-35 183 587 0 0,-2 25-702 0 0,36-205-312 0 0,1 1 1 0 0,0-1 0 0 0,1 1 0 0 0,1-1 0 0 0,1 0-1 0 0,0 1 1 0 0,1-1 0 0 0,1 0 0 0 0,0 0 0 0 0,1-1-1 0 0,0 1 1 0 0,1-1 0 0 0,1 0 0 0 0,0 0 0 0 0,1-1-1 0 0,16 21 1 0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0:03.23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0 166 1840 0 0,'16'-1'1191'0'0,"0"-1"1"0"0,0-1-1 0 0,0 0 0 0 0,18-7 0 0 0,5-1 98 0 0,13-1 368 0 0,1-3 0 0 0,-2-2 0 0 0,0-3 0 0 0,69-36 0 0 0,-116 53-1686 0 0,22-8 1275 0 0,-20 15-195 0 0,-8 12-157 0 0,-4 5-812 0 0,-1 1 133 0 0,0 1 0 0 0,2 1 0 0 0,0-1-1 0 0,-1 37 1 0 0,5-54-185 0 0,1-1 0 0 0,1 1 0 0 0,-1 0 0 0 0,1 0 0 0 0,0 0 0 0 0,0-1 0 0 0,1 1 0 0 0,-1-1 0 0 0,1 1 0 0 0,0-1 0 0 0,1 1 0 0 0,0-1 0 0 0,0 0 0 0 0,0 0-1 0 0,0-1 1 0 0,1 1 0 0 0,-1 0 0 0 0,1-1 0 0 0,0 0 0 0 0,1 0 0 0 0,-1 0 0 0 0,1-1 0 0 0,-1 1 0 0 0,8 2 0 0 0,-10-4-20 0 0,1 0 1 0 0,-1-1 0 0 0,1 1-1 0 0,-1-1 1 0 0,1 0-1 0 0,0 0 1 0 0,-1 0 0 0 0,1 0-1 0 0,0 0 1 0 0,0-1-1 0 0,0 1 1 0 0,0-1 0 0 0,0 0-1 0 0,-1 0 1 0 0,1 0-1 0 0,0 0 1 0 0,0 0 0 0 0,0-1-1 0 0,0 1 1 0 0,0-1-1 0 0,0 0 1 0 0,-1 0 0 0 0,1 0-1 0 0,0 0 1 0 0,-1 0-1 0 0,1 0 1 0 0,-1-1 0 0 0,1 1-1 0 0,-1-1 1 0 0,0 0-1 0 0,1 0 1 0 0,-1 0 0 0 0,0 0-1 0 0,0 0 1 0 0,0-1 0 0 0,-1 1-1 0 0,1 0 1 0 0,-1-1-1 0 0,2-2 1 0 0,1-2 23 0 0,-1 0-1 0 0,-1 0 1 0 0,1-1 0 0 0,-1 1-1 0 0,0-1 1 0 0,-1 0 0 0 0,0 1 0 0 0,0-1-1 0 0,-1 0 1 0 0,0 0 0 0 0,0 0 0 0 0,-1 1-1 0 0,-2-14 1 0 0,-1 10-151 0 0,0 0-1 0 0,-1 0 1 0 0,0 0-1 0 0,-1 1 1 0 0,0 0-1 0 0,-1 0 1 0 0,0 0 0 0 0,0 1-1 0 0,-1 0 1 0 0,0 0-1 0 0,-1 1 1 0 0,0 0-1 0 0,0 0 1 0 0,-1 1-1 0 0,0 1 1 0 0,0 0 0 0 0,-19-9-1 0 0,10 6-7530 0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0:04.3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 1 5529 0 0,'-1'0'224'0'0,"1"1"-1"0"0,-1-1 1 0 0,0 1 0 0 0,1-1-1 0 0,-1 1 1 0 0,1-1-1 0 0,-1 1 1 0 0,1 0 0 0 0,0-1-1 0 0,-1 1 1 0 0,1 0-1 0 0,-1 0 1 0 0,1-1 0 0 0,0 1-1 0 0,0 0 1 0 0,-1 0-1 0 0,1-1 1 0 0,0 1 0 0 0,0 0-1 0 0,0 0 1 0 0,0-1-1 0 0,0 1 1 0 0,0 0 0 0 0,0 0-1 0 0,0 0 1 0 0,0-1-1 0 0,1 1 1 0 0,-1 0 0 0 0,0 0-1 0 0,0-1 1 0 0,1 1-1 0 0,-1 0 1 0 0,0 0 0 0 0,1 0-1 0 0,19 34 4235 0 0,-11-18-4454 0 0,8 19 440 0 0,-2 0 0 0 0,-1 1 0 0 0,14 68 0 0 0,4 120 967 0 0,-31-208-1428 0 0,-1-4-50 0 0,1 0 0 0 0,1 0 0 0 0,0 1 0 0 0,0-1 0 0 0,2 0 0 0 0,-1-1 0 0 0,10 22 0 0 0,-13-34 42 0 0,0 0 0 0 0,0 1 0 0 0,1-1 1 0 0,-1 0-1 0 0,0 0 0 0 0,0 1 0 0 0,0-1 0 0 0,0 0 0 0 0,1 0 0 0 0,-1 1 1 0 0,0-1-1 0 0,0 0 0 0 0,0 0 0 0 0,1 1 0 0 0,-1-1 0 0 0,0 0 0 0 0,0 0 1 0 0,1 0-1 0 0,-1 0 0 0 0,0 1 0 0 0,1-1 0 0 0,-1 0 0 0 0,0 0 0 0 0,0 0 1 0 0,1 0-1 0 0,-1 0 0 0 0,0 0 0 0 0,1 0 0 0 0,-1 0 0 0 0,0 0 0 0 0,1 0 0 0 0,-1 0 1 0 0,7-9-585 0 0,3-26-210 0 0,-8 25 548 0 0,8-25-190 0 0,44-134-4330 0 0,-47 152 4854 0 0,1-1-1 0 0,1 1 0 0 0,0 0 1 0 0,1 1-1 0 0,1 0 0 0 0,1 0 0 0 0,13-13 1 0 0,-24 27 95 0 0,1 0 1 0 0,-1 0-1 0 0,1 0 1 0 0,0 1-1 0 0,-1-1 0 0 0,1 1 1 0 0,0-1-1 0 0,0 1 1 0 0,0 0-1 0 0,0 0 1 0 0,0 0-1 0 0,0 0 1 0 0,0 0-1 0 0,1 0 0 0 0,-1 1 1 0 0,0-1-1 0 0,0 1 1 0 0,1-1-1 0 0,-1 1 1 0 0,0 0-1 0 0,1 0 1 0 0,-1 0-1 0 0,0 0 0 0 0,0 0 1 0 0,1 0-1 0 0,-1 1 1 0 0,0-1-1 0 0,1 1 1 0 0,-1 0-1 0 0,0 0 1 0 0,0 0-1 0 0,0 0 0 0 0,0 0 1 0 0,0 0-1 0 0,0 0 1 0 0,0 1-1 0 0,0-1 1 0 0,-1 1-1 0 0,1-1 1 0 0,0 1-1 0 0,-1 0 0 0 0,2 1 1 0 0,6 8 259 0 0,-2 1 0 0 0,1 0 0 0 0,-2 0 1 0 0,1 0-1 0 0,6 20 0 0 0,6 11-271 0 0,-12-29-130 0 0,0 0 0 0 0,-1 0 0 0 0,-1 1 0 0 0,0 0 0 0 0,-1 0 0 0 0,-1 0 0 0 0,2 21 0 0 0,17-59-694 0 0,13-31-709 0 0,-20 30 800 0 0,24-29 1 0 0,-34 47 610 0 0,0 1 0 0 0,0-1-1 0 0,0 1 1 0 0,1 0-1 0 0,0 1 1 0 0,0-1-1 0 0,0 1 1 0 0,1 0 0 0 0,12-5-1 0 0,-17 8 65 0 0,0 1 0 0 0,1-1 0 0 0,-1 0 0 0 0,0 1 0 0 0,0 0 0 0 0,1 0 0 0 0,-1 0 0 0 0,0 0 0 0 0,1 0 0 0 0,-1 0 0 0 0,0 0 0 0 0,1 1 0 0 0,-1-1 0 0 0,0 1 0 0 0,0-1 0 0 0,1 1 0 0 0,-1 0 0 0 0,0 0 0 0 0,0 0 0 0 0,0 0 0 0 0,0 1 0 0 0,0-1 0 0 0,0 1 0 0 0,0-1 0 0 0,-1 1 0 0 0,1-1 0 0 0,2 5 0 0 0,4 4-26 0 0,0 1 1 0 0,-2 0-1 0 0,1 0 0 0 0,5 14 0 0 0,8 15-1332 0 0,11-3-1545 0 0,-15-21 1361 0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0:04.85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7370 0 0,'1'3'1008'0'0,"0"0"0"0"0,0 0 1 0 0,0 0-1 0 0,1 0 1 0 0,-1-1-1 0 0,1 1 0 0 0,-1 0 1 0 0,1-1-1 0 0,0 1 1 0 0,3 2-1 0 0,6 10 1118 0 0,-1 4-1457 0 0,-1 1 0 0 0,-1 0-1 0 0,-1 1 1 0 0,8 34 0 0 0,6 86-153 0 0,-2-5-2845 0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0:05.10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4609 0 0,'3'18'16754'0'0,"6"-13"-19080"0"0,0 2 2268 0 0,-3 3 43 0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0:05.4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27 91 6913 0 0,'0'-8'545'0'0,"-1"-1"1"0"0,0 0-1 0 0,0 1 0 0 0,-5-16 0 0 0,5 21 246 0 0,0 0 1 0 0,0-1 0 0 0,-1 1-1 0 0,1 0 1 0 0,-1 0 0 0 0,0 0-1 0 0,0 0 1 0 0,-4-4 0 0 0,11 19 2924 0 0,-2 16-2868 0 0,-2-17-462 0 0,6 38 77 0 0,35 233 829 0 0,-28-215-1668 0 0,3 0 1 0 0,28 72-1 0 0,-20-62-2733 0 0,-21-62 2712 0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0:05.65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1 205 4609 0 0,'156'-98'8671'0'0,"-108"71"-8141"0"0,69-28 0 0 0,-52 36-4026 0 0,-51 13 3054 0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0:05.9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0 101 5985 0 0,'11'0'1018'0'0,"0"1"0"0"0,1 1-1 0 0,-1-1 1 0 0,0 2-1 0 0,-1-1 1 0 0,1 2 0 0 0,0-1-1 0 0,16 10 1 0 0,-19-10-461 0 0,-1 2 1 0 0,0-1-1 0 0,0 1 0 0 0,-1 0 0 0 0,1 0 1 0 0,-1 0-1 0 0,0 1 0 0 0,-1 0 1 0 0,1 1-1 0 0,-1-1 0 0 0,0 1 0 0 0,5 9 1 0 0,-9-13-24 0 0,-4-27-511 0 0,2 0-157 0 0,1 1-1 0 0,4-30 1 0 0,9-14-2968 0 0,-6 46-3976 0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0:06.30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180 0 7858 0 0,'-8'8'767'0'0,"1"0"1"0"0,-1-1-1 0 0,-1 0 1 0 0,1 0 0 0 0,-14 7-1 0 0,13-9 139 0 0,0 2 0 0 0,0-1 1 0 0,1 1-1 0 0,-1 0 0 0 0,-10 13 0 0 0,13-11-764 0 0,-1 1 0 0 0,1 1 0 0 0,0-1 1 0 0,1 1-1 0 0,1 0 0 0 0,0 0 0 0 0,0 1 1 0 0,1-1-1 0 0,0 1 0 0 0,1-1 0 0 0,-1 22 0 0 0,2-25-130 0 0,1 1-1 0 0,0-1 0 0 0,0 1 1 0 0,1-1-1 0 0,0 1 0 0 0,1-1 0 0 0,0 1 1 0 0,0-1-1 0 0,1 0 0 0 0,0 0 1 0 0,0 0-1 0 0,1-1 0 0 0,0 1 0 0 0,1-1 1 0 0,-1 0-1 0 0,1 0 0 0 0,6 6 1 0 0,-9-11-94 0 0,-1 0 1 0 0,1-1 0 0 0,-1 1 0 0 0,1-1 0 0 0,0 0 0 0 0,0 0 0 0 0,-1 0 0 0 0,1 0-1 0 0,0 0 1 0 0,0 0 0 0 0,0 0 0 0 0,0 0 0 0 0,0-1 0 0 0,1 1 0 0 0,-1-1 0 0 0,0 1-1 0 0,0-1 1 0 0,0 0 0 0 0,0 0 0 0 0,0 0 0 0 0,1 0 0 0 0,1-1 0 0 0,0 0-107 0 0,0 0 0 0 0,0-1-1 0 0,-1 0 1 0 0,1 0 0 0 0,-1 0 0 0 0,1 0 0 0 0,-1 0 0 0 0,0 0 0 0 0,0-1 0 0 0,0 0 0 0 0,3-3 0 0 0,5-7-375 0 0,-1 0 1 0 0,-1 0-1 0 0,0-1 1 0 0,12-26 0 0 0,-11 14 512 0 0,-2 0 0 0 0,-1-1 1 0 0,6-46-1 0 0,-8 33 2756 0 0,-3 22 3386 0 0,3 43-5769 0 0,1 0-1 0 0,1 0 1 0 0,1 0 0 0 0,2-1 0 0 0,22 44 0 0 0,-27-60-546 0 0,1 0 0 0 0,-1-1 0 0 0,2 0 0 0 0,-1 0 1 0 0,1 0-1 0 0,0 0 0 0 0,0-1 0 0 0,11 7 0 0 0,-12-9-350 0 0,2-1 0 0 0,-1 1-1 0 0,0-1 1 0 0,1 0 0 0 0,-1-1 0 0 0,1 0-1 0 0,0 0 1 0 0,0 0 0 0 0,0-1-1 0 0,0 0 1 0 0,9-1 0 0 0,-13 0 127 0 0,0 0 0 0 0,0 0 0 0 0,1 0 0 0 0,-1 0 1 0 0,0-1-1 0 0,0 0 0 0 0,1 0 0 0 0,-1 0 0 0 0,0-1 0 0 0,0 1 0 0 0,0-1 1 0 0,0 0-1 0 0,-1 0 0 0 0,1 0 0 0 0,6-5 0 0 0,3-11 200 0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0:06.46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76 11522 0 0,'-3'-76'5604'0'0,"18"96"-3775"0"0,40 116 1685 0 0,8 78-2739 0 0,-54-182-575 0 0,23 91-55 0 0,-9-28-1529 0 0,43 107 1 0 0,-53-172-6156 0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0:06.67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1 118 7834 0 0,'2'0'344'0'0,"2"-3"72"0"0,3 0-328 0 0,0 0-88 0 0,-1 1 0 0 0,0-1 0 0 0,2-2-128 0 0,6-3-32 0 0,9-6-16 0 0,8-3 0 0 0,8-2 176 0 0,1-1 0 0 0,-1 0 0 0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0:06.91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47 308 5529 0 0,'3'3'490'0'0,"-1"0"0"0"0,1 0 1 0 0,0 0-1 0 0,0 0 0 0 0,1 0 0 0 0,-1 0 0 0 0,0-1 0 0 0,1 0 0 0 0,0 1 1 0 0,0-1-1 0 0,-1-1 0 0 0,1 1 0 0 0,0-1 0 0 0,0 1 0 0 0,1-1 0 0 0,-1 0 1 0 0,0-1-1 0 0,0 1 0 0 0,0-1 0 0 0,1 1 0 0 0,-1-1 0 0 0,8-2 0 0 0,-7 1-332 0 0,-1 0-1 0 0,1-1 0 0 0,-1 1 1 0 0,1-1-1 0 0,-1 0 0 0 0,0-1 0 0 0,0 1 1 0 0,0-1-1 0 0,0 0 0 0 0,0 0 1 0 0,-1 0-1 0 0,1 0 0 0 0,-1-1 1 0 0,0 1-1 0 0,0-1 0 0 0,0 0 0 0 0,0 0 1 0 0,-1 0-1 0 0,1 0 0 0 0,1-6 1 0 0,2-4-129 0 0,-1 0 0 0 0,-1-1 0 0 0,0 0 0 0 0,-1 1 0 0 0,3-32 0 0 0,-5 36-53 0 0,-1-1 1 0 0,0 0-1 0 0,-1 0 1 0 0,0 0 0 0 0,0 0-1 0 0,-1 0 1 0 0,-1 1-1 0 0,0-1 1 0 0,-5-11 0 0 0,7 20-7 0 0,0-1 0 0 0,0 1-1 0 0,0-1 1 0 0,-1 1 0 0 0,1 0 0 0 0,-1-1 0 0 0,1 1 0 0 0,-1 0 0 0 0,0 0 0 0 0,0 0 0 0 0,0 0 0 0 0,0 0 0 0 0,0 1 0 0 0,-1-1 0 0 0,1 1 0 0 0,-1-1 0 0 0,1 1 0 0 0,-1 0 0 0 0,1 0 0 0 0,-1 0 0 0 0,1 0 0 0 0,-1 0 0 0 0,0 1-1 0 0,0-1 1 0 0,1 1 0 0 0,-1 0 0 0 0,0-1 0 0 0,0 1 0 0 0,1 1 0 0 0,-1-1 0 0 0,0 0 0 0 0,0 1 0 0 0,1-1 0 0 0,-1 1 0 0 0,0 0 0 0 0,1 0 0 0 0,-1 0 0 0 0,1 0 0 0 0,-1 1 0 0 0,-2 0 0 0 0,-5 4-26 0 0,0 1 1 0 0,0 0-1 0 0,0 0 1 0 0,1 1 0 0 0,0 0-1 0 0,0 0 1 0 0,-14 19 0 0 0,18-19 118 0 0,0-1 1 0 0,0 0 0 0 0,1 1-1 0 0,0 0 1 0 0,1 0 0 0 0,-1 0-1 0 0,2 1 1 0 0,-1-1 0 0 0,1 1-1 0 0,0-1 1 0 0,1 1 0 0 0,0 0-1 0 0,0-1 1 0 0,1 1 0 0 0,0 0-1 0 0,1 0 1 0 0,0 0 0 0 0,0-1-1 0 0,1 1 1 0 0,0-1 0 0 0,1 1-1 0 0,-1-1 1 0 0,2 0 0 0 0,-1 0-1 0 0,1 0 1 0 0,0 0 0 0 0,1-1-1 0 0,0 1 1 0 0,0-1 0 0 0,1 0-1 0 0,-1-1 1 0 0,1 1 0 0 0,1-1-1 0 0,-1 0 1 0 0,1-1 0 0 0,0 0-1 0 0,1 0 1 0 0,-1 0 0 0 0,1-1-1 0 0,0 0 1 0 0,0-1 0 0 0,11 4 0 0 0,11 1-5148 0 0,2-3-1787 0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0:07.0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 1 21661 0 0,'-8'11'960'0'0,"4"-6"192"0"0,1 2-920 0 0,2-1-232 0 0,2-2 0 0 0,0-2 0 0 0,2-1-72 0 0,-2 0-64 0 0,6 1-16 0 0,-4-8 0 0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1:10:34.64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156 118 14579,'97'-118'0,"-350"249"0,409-144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0:31.17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12 157 6449 0 0,'-12'-157'11881'0'0,"29"184"-11152"0"0,-12-15-576 0 0,-2-1 1 0 0,1 1-1 0 0,-1 0 1 0 0,-1 0 0 0 0,0-1-1 0 0,-1 2 1 0 0,0 12-1 0 0,-7 90 417 0 0,1-63-375 0 0,9 822 222 0 0,-3-341 98 0 0,-2-66-166 0 0,4-388-215 0 0,4-1 0 0 0,32 147 1 0 0,-34-210-95 0 0,-4-17-194 0 0,-4-28-750 0 0,1 12-190 0 0,2 1-190 0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0:32.19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129 111 1840 0 0,'-8'-12'590'0'0,"-1"0"0"0"0,-17-19 0 0 0,19 24 388 0 0,-1 0 1 0 0,1 1 0 0 0,-1 0-1 0 0,0 0 1 0 0,-1 1-1 0 0,0 0 1 0 0,0 1 0 0 0,-11-5-1 0 0,57 38 4393 0 0,27 22-4355 0 0,256 137 433 0 0,15-25-1375 0 0,-203-101 46 0 0,209 83-6 0 0,85 42 25 0 0,145 143 384 0 0,-506-282-447 0 0,-2 4-1 0 0,91 96 0 0 0,-118-113 41 0 0,-36-34-103 0 0,0-1 1 0 0,0 0 0 0 0,1 0 0 0 0,-1 0 0 0 0,0 0 0 0 0,0 0 0 0 0,0 0 0 0 0,1 0-1 0 0,-1 1 1 0 0,0-1 0 0 0,0 0 0 0 0,1 0 0 0 0,-1 0 0 0 0,0 1 0 0 0,0-1-1 0 0,0 0 1 0 0,0 0 0 0 0,0 0 0 0 0,1 1 0 0 0,-1-1 0 0 0,0 0 0 0 0,0 0-1 0 0,0 1 1 0 0,0-1 0 0 0,0 0 0 0 0,0 0 0 0 0,0 1 0 0 0,0-1 0 0 0,0 0-1 0 0,0 1 1 0 0,0-1 0 0 0,0 0 0 0 0,0 0 0 0 0,0 1 0 0 0,0-1 0 0 0,0 0 0 0 0,0 0-1 0 0,0 1 1 0 0,0-1 0 0 0,0 0 0 0 0,0 0 0 0 0,-1 1 0 0 0,1-1 0 0 0,0 0-1 0 0,0 0 1 0 0,0 1 0 0 0,0-1 0 0 0,-1 0 0 0 0,1 0 0 0 0,0 0 0 0 0,0 0-1 0 0,0 1 1 0 0,-1-1 0 0 0,1 0 0 0 0,0 0 0 0 0,0 0 0 0 0,-1 0 0 0 0,1 0 0 0 0,0 0-1 0 0,0 1 1 0 0,-1-1 0 0 0,1 0 0 0 0,-27 1 504 0 0,0 2-336 0 0,-28 19-42 0 0,-58 35 0 0 0,-2 0-57 0 0,-42 16-429 0 0,4 6 0 0 0,-163 112 0 0 0,251-141 249 0 0,-100 99-1 0 0,102-88 95 0 0,-85 62-1 0 0,-96 69-118 0 0,59-43 116 0 0,33-48 44 0 0,107-74 232 0 0,1 2 1 0 0,2 1-1 0 0,-52 48 1 0 0,91-74-391 0 0,-1-1 1 0 0,1 1-1 0 0,0-1 1 0 0,0 1-1 0 0,0 0 1 0 0,0 0-1 0 0,1 0 1 0 0,0 0-1 0 0,0 1 1 0 0,0-1-1 0 0,0 1 1 0 0,-1 5-1 0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0:33.3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831 195 5057 0 0,'-45'0'410'0'0,"-1"-3"-1"0"0,1-1 1 0 0,-86-19 0 0 0,-17-3 1108 0 0,121 24-1185 0 0,1 0 0 0 0,-1 1 0 0 0,-44 6 0 0 0,-5 6 431 0 0,27-3 2117 0 0,-79 3 1 0 0,117-12-1711 0 0,18-2-173 0 0,21-1-840 0 0,129-10-584 0 0,108-4-384 0 0,-85 23 914 0 0,158-2 413 0 0,-259-7-393 0 0,0-3-1 0 0,101-22 1 0 0,-159 24-40 0 0,84-18 1151 0 0,116-43 1 0 0,-217 65-1188 0 0,1 0-133 0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0:33.96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233 216 3225 0 0,'-12'4'-57'0'0,"-58"19"3969"0"0,-76 37 0 0 0,146-60-3883 0 0,0 0 1 0 0,0 0 0 0 0,0 0 0 0 0,-1 0 0 0 0,1 0 0 0 0,0 0-1 0 0,0 0 1 0 0,0 0 0 0 0,0 0 0 0 0,0 0 0 0 0,-1 0-1 0 0,1 0 1 0 0,0 0 0 0 0,0 0 0 0 0,0 0 0 0 0,0 0-1 0 0,0 0 1 0 0,-1 0 0 0 0,1 0 0 0 0,0 0 0 0 0,0 1-1 0 0,0-1 1 0 0,0 0 0 0 0,0 0 0 0 0,0 0 0 0 0,0 0-1 0 0,-1 0 1 0 0,1 0 0 0 0,0 0 0 0 0,0 0 0 0 0,0 1-1 0 0,0-1 1 0 0,0 0 0 0 0,0 0 0 0 0,0 0 0 0 0,0 0 0 0 0,0 0-1 0 0,0 1 1 0 0,0-1 0 0 0,0 0 0 0 0,0 0 0 0 0,0 0-1 0 0,0 0 1 0 0,0 0 0 0 0,0 1 0 0 0,0-1 0 0 0,0 0-1 0 0,0 0 1 0 0,0 0 0 0 0,0 0 0 0 0,0 0 0 0 0,0 1-1 0 0,0-1 1 0 0,0 0 0 0 0,0 0 0 0 0,0 0 0 0 0,0 0-1 0 0,0 0 1 0 0,0 0 0 0 0,0 1 0 0 0,1-1 0 0 0,-1 0 0 0 0,0 0-1 0 0,0 0 1 0 0,0 0 0 0 0,0 0 0 0 0,0 0 0 0 0,0 0-1 0 0,1 0 1 0 0,16 3 799 0 0,23-2-373 0 0,138-15 492 0 0,230-48 0 0 0,-72-20-782 0 0,-206 45-57 0 0,148-20 1 0 0,-92 35 1191 0 0,97-15 1166 0 0,-283 37-2619 0 0,1 0 0 0 0,-1 0 0 0 0,1-1 0 0 0,-1 1 0 0 0,1 0 0 0 0,-1 0 0 0 0,1 0 0 0 0,-1 0 0 0 0,1 0-1 0 0,-1-1 1 0 0,1 1 0 0 0,-1 0 0 0 0,1 0 0 0 0,0 1 0 0 0,-1-1 0 0 0,1 0 0 0 0,-1 0 0 0 0,1 0 0 0 0,-1 0 0 0 0,1 0-1 0 0,-1 0 1 0 0,1 1 0 0 0,-1-1 0 0 0,1 0 0 0 0,-1 0 0 0 0,1 1 0 0 0,-1-1 0 0 0,0 0 0 0 0,1 1 0 0 0,-1-1-1 0 0,1 1 1 0 0,-1-1 0 0 0,0 0 0 0 0,1 1 0 0 0,-1-1 0 0 0,0 1 0 0 0,0-1 0 0 0,1 1 0 0 0,-1-1 0 0 0,0 1 0 0 0,0-1-1 0 0,0 1 1 0 0,1 0 0 0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0:35.1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82 11 1376 0 0,'-33'-2'1498'0'0,"-16"-7"6230"0"0,51 10-7233 0 0,-1-1 0 0 0,1 1 0 0 0,-1 0 0 0 0,0 0 0 0 0,0 0 0 0 0,4 3 1485 0 0,-4-3-1485 0 0,0 0 0 0 0,0 1 0 0 0,1 0 0 0 0,10 25 1733 0 0,2 31-1045 0 0,-8-11-464 0 0,0 67 0 0 0,-2-26-1482 0 0,7-2-5200 0 0,-7-63-762 0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0:35.54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18 5065 0 0,'49'-1'7966'0'0,"8"-2"-3679"0"0,65-6-3645 0 0,-80 6-2049 0 0,-23 1-4584 0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0:36.63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27 111 3777 0 0,'-14'-16'973'0'0,"13"15"-713"0"0,0-1 0 0 0,-1 1 0 0 0,1 0 1 0 0,0 0-1 0 0,0-1 0 0 0,0 1 0 0 0,0-1 0 0 0,0 1 0 0 0,1-1 0 0 0,-1 1 1 0 0,-1-3-1 0 0,2 3-179 0 0,1 0 1 0 0,-1 0 0 0 0,0 0 0 0 0,0 0-1 0 0,1 0 1 0 0,-1 0 0 0 0,1 0 0 0 0,-1 0-1 0 0,1 0 1 0 0,-1 0 0 0 0,1 0-1 0 0,0 0 1 0 0,-1 1 0 0 0,1-1 0 0 0,0 0-1 0 0,0 1 1 0 0,-1-1 0 0 0,1 0 0 0 0,0 1-1 0 0,0-1 1 0 0,0 1 0 0 0,0-1 0 0 0,0 1-1 0 0,0-1 1 0 0,1 1 0 0 0,16-10 1171 0 0,0 2 0 0 0,0 0 0 0 0,1 1 0 0 0,0 1 0 0 0,22-4 0 0 0,6 4-1566 0 0,2 5-3874 0 0,-29 2-1402 0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0:38.30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42 7834 0 0,'3'-42'9149'0'0,"1"60"-7547"0"0,7 56-490 0 0,10 80-285 0 0,55 204 0 0 0,-69-335-1573 0 0,-1 1 0 0 0,4 35 0 0 0,-10-44-267 0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0:38.73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0 252 5985 0 0,'4'-11'262'0'0,"0"0"-1"0"0,0 1 1 0 0,1-1-1 0 0,0 1 1 0 0,1 0-1 0 0,0 1 1 0 0,0-1-1 0 0,1 1 1 0 0,0 1-1 0 0,9-9 1 0 0,6-5 829 0 0,1 1 0 0 0,38-25 0 0 0,-61 46-1091 0 0,13-9 680 0 0,1 0 0 0 0,18-9 0 0 0,-29 16-540 0 0,1 1 1 0 0,-1-1 0 0 0,0 1 0 0 0,1 0-1 0 0,-1 0 1 0 0,1 0 0 0 0,-1 0-1 0 0,1 1 1 0 0,-1-1 0 0 0,1 1 0 0 0,-1 0-1 0 0,1 0 1 0 0,0 1 0 0 0,-1-1-1 0 0,1 1 1 0 0,-1-1 0 0 0,4 2 0 0 0,-5 0-110 0 0,0-1 0 0 0,-1 0 0 0 0,1 0 0 0 0,-1 1 0 0 0,1-1 0 0 0,-1 1 0 0 0,0 0 0 0 0,1-1 0 0 0,-1 1 0 0 0,0 0 0 0 0,0 0 1 0 0,0-1-1 0 0,-1 1 0 0 0,1 0 0 0 0,0 0 0 0 0,-1 0 0 0 0,1 0 0 0 0,-1 0 0 0 0,0 0 0 0 0,1 0 0 0 0,-1 0 0 0 0,0 0 0 0 0,0 1 0 0 0,-1-1 1 0 0,1 3-1 0 0,-11 54 663 0 0,11-58-692 0 0,-13 40 38 0 0,-27 59 1 0 0,23-62 9 0 0,-20 69 0 0 0,37-103 1 0 0,-1-1-1 0 0,1 0 1 0 0,0 1-1 0 0,0-1 0 0 0,0 1 1 0 0,0-1-1 0 0,1 0 1 0 0,0 1-1 0 0,-1-1 0 0 0,1 0 1 0 0,0 0-1 0 0,0 1 1 0 0,1-1-1 0 0,-1 0 1 0 0,1 0-1 0 0,-1 0 0 0 0,1-1 1 0 0,0 1-1 0 0,0 0 1 0 0,3 2-1 0 0,7 7 361 0 0,-1 0 1 0 0,2-2-1 0 0,13 11 1 0 0,-3-3-41 0 0,-19-15-406 0 0,0 0 1 0 0,0 0 0 0 0,1 0-1 0 0,-1-1 1 0 0,1 1 0 0 0,0-1-1 0 0,-1-1 1 0 0,1 1 0 0 0,0 0 0 0 0,0-1-1 0 0,0 0 1 0 0,0 0 0 0 0,0-1-1 0 0,10 0 1 0 0,27-4-2059 0 0,1-5-3300 0 0,-40 8 4938 0 0,18-4-5156 0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0:39.1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56 175 1496 0 0,'-5'-11'1037'0'0,"1"0"-1"0"0,1 0 0 0 0,0 0 0 0 0,-3-24 1 0 0,5 26-124 0 0,0-1 1 0 0,-1 1 0 0 0,0 0-1 0 0,-1-1 1 0 0,0 1 0 0 0,0 0-1 0 0,-16-22 7064 0 0,18 40-5776 0 0,7 20-3092 0 0,-5-24 1512 0 0,7 41-368 0 0,0 50 0 0 0,-7-63-230 0 0,2-1 1 0 0,1 0-1 0 0,2 0 0 0 0,14 48 1 0 0,-12-58-528 0 0,22 41-1 0 0,-18-43-197 0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0:40.1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39 48 4609 0 0,'-4'-2'645'0'0,"0"-1"1"0"0,1 0-1 0 0,-1 0 0 0 0,0 0 1 0 0,1 0-1 0 0,0-1 0 0 0,0 0 1 0 0,0 1-1 0 0,0-1 0 0 0,-1-11 3617 0 0,4 15-4205 0 0,10 6 1441 0 0,8 9-400 0 0,-4 4-604 0 0,0 0 0 0 0,-1 0 1 0 0,-1 1-1 0 0,0 1 0 0 0,10 27 0 0 0,36 116-1181 0 0,-51-140 342 0 0,2 20-2807 0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0:40.57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34 237 3681 0 0,'-4'-6'382'0'0,"0"0"0"0"0,0-1 0 0 0,0 1 0 0 0,1-1 0 0 0,0 0 0 0 0,1 0 1 0 0,-1 0-1 0 0,1-1 0 0 0,1 1 0 0 0,-1-1 0 0 0,1 1 0 0 0,1 0 0 0 0,-1-1 0 0 0,1 0 1 0 0,1 1-1 0 0,1-13 0 0 0,-1 15-206 0 0,0 0-1 0 0,1 0 1 0 0,-1-1 0 0 0,1 2 0 0 0,0-1-1 0 0,0 0 1 0 0,1 0 0 0 0,-1 1 0 0 0,1-1 0 0 0,0 1-1 0 0,1 0 1 0 0,-1 0 0 0 0,1 0 0 0 0,-1 0-1 0 0,1 0 1 0 0,0 1 0 0 0,1 0 0 0 0,-1 0-1 0 0,0 0 1 0 0,1 0 0 0 0,0 1 0 0 0,0 0 0 0 0,-1 0-1 0 0,7-2 1 0 0,-7 3-90 0 0,-1 0 0 0 0,0 0-1 0 0,0 0 1 0 0,0 1 0 0 0,1-1-1 0 0,-1 1 1 0 0,0 0 0 0 0,1 0-1 0 0,-1 0 1 0 0,0 0 0 0 0,1 0 0 0 0,-1 1-1 0 0,0 0 1 0 0,0-1 0 0 0,1 1-1 0 0,-1 0 1 0 0,0 1 0 0 0,0-1-1 0 0,0 1 1 0 0,3 1 0 0 0,-3 0-104 0 0,0 0 1 0 0,0 1-1 0 0,-1-1 1 0 0,1 0-1 0 0,-1 1 1 0 0,0-1-1 0 0,0 1 0 0 0,0 0 1 0 0,0 0-1 0 0,-1 0 1 0 0,1 0-1 0 0,-1 0 1 0 0,0 0-1 0 0,-1 0 1 0 0,2 7-1 0 0,-1-1-100 0 0,0-1 1 0 0,-1 0-1 0 0,0 1 1 0 0,0-1-1 0 0,-1 0 0 0 0,0 1 1 0 0,-1-1-1 0 0,0 0 0 0 0,-7 18 1 0 0,4-15 64 0 0,-1 0 0 0 0,-1 0 0 0 0,0-1 1 0 0,0 0-1 0 0,-1 0 0 0 0,-13 13 0 0 0,3-5 18 0 0,-29 36 74 0 0,44-51 100 0 0,0 0 0 0 0,0 0-1 0 0,1 0 1 0 0,0 0 0 0 0,0 1-1 0 0,0-1 1 0 0,0 1 0 0 0,1 0 0 0 0,-1-1-1 0 0,1 1 1 0 0,0 9 0 0 0,1-12-47 0 0,0-1-1 0 0,1 1 1 0 0,-1-1 0 0 0,1 1-1 0 0,0-1 1 0 0,-1 1 0 0 0,1-1 0 0 0,0 1-1 0 0,0-1 1 0 0,0 0 0 0 0,0 1 0 0 0,0-1-1 0 0,0 0 1 0 0,0 0 0 0 0,1 0-1 0 0,-1 0 1 0 0,0 0 0 0 0,1 0 0 0 0,-1 0-1 0 0,1 0 1 0 0,-1-1 0 0 0,1 1 0 0 0,-1 0-1 0 0,1-1 1 0 0,-1 1 0 0 0,1-1-1 0 0,0 0 1 0 0,-1 1 0 0 0,4-1 0 0 0,50 4 784 0 0,-55-4-867 0 0,142-8 1074 0 0,-81 2-3050 0 0,4 0-5158 0 0,-50 5 6422 0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0:41.07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12 135 3225 0 0,'-1'0'50'0'0,"0"-1"1"0"0,1 1-1 0 0,-1-1 1 0 0,0 1 0 0 0,0-1-1 0 0,1 0 1 0 0,-1 1-1 0 0,1-1 1 0 0,-1 0 0 0 0,0 0-1 0 0,1 0 1 0 0,0 1-1 0 0,-1-1 1 0 0,1 0 0 0 0,-1 0-1 0 0,1 0 1 0 0,0 0-1 0 0,-1 0 1 0 0,1 0-1 0 0,0 0 1 0 0,0 1 0 0 0,0-1-1 0 0,0 0 1 0 0,0 0-1 0 0,0 0 1 0 0,0 0 0 0 0,0-1-1 0 0,1-2 151 0 0,0 1 0 0 0,0-1 0 0 0,1 1 1 0 0,-1 0-1 0 0,1-1 0 0 0,-1 1 0 0 0,5-5 0 0 0,0-1 460 0 0,1 1 0 0 0,0 0-1 0 0,0 1 1 0 0,15-13 0 0 0,-16 17-358 0 0,-1-1 1 0 0,0 1-1 0 0,1 0 1 0 0,-1 1-1 0 0,1-1 1 0 0,0 1-1 0 0,0 0 1 0 0,0 0-1 0 0,0 1 1 0 0,0 0-1 0 0,1 0 0 0 0,11 0 1 0 0,-16 1-195 0 0,1 1 1 0 0,0-1-1 0 0,-1 1 0 0 0,1-1 1 0 0,0 1-1 0 0,-1 0 0 0 0,1 0 1 0 0,-1 0-1 0 0,1 0 0 0 0,-1 0 1 0 0,0 1-1 0 0,0-1 1 0 0,1 1-1 0 0,-1 0 0 0 0,0-1 1 0 0,0 1-1 0 0,-1 0 0 0 0,1 0 1 0 0,0 0-1 0 0,-1 1 0 0 0,1-1 1 0 0,-1 0-1 0 0,1 0 0 0 0,-1 1 1 0 0,0-1-1 0 0,0 1 1 0 0,0-1-1 0 0,-1 1 0 0 0,1 0 1 0 0,0-1-1 0 0,-1 1 0 0 0,0 3 1 0 0,2 7-70 0 0,-1 0 0 0 0,-1 0 0 0 0,0 0 1 0 0,-1 0-1 0 0,-1 0 0 0 0,-2 13 0 0 0,-25 76 480 0 0,11-41-296 0 0,17-61-163 0 0,1 1 0 0 0,0 0-1 0 0,0-1 1 0 0,-1 1 0 0 0,1 0-1 0 0,0-1 1 0 0,0 1 0 0 0,0 0-1 0 0,0 0 1 0 0,0-1 0 0 0,0 1 0 0 0,0 0-1 0 0,0 0 1 0 0,0-1 0 0 0,0 1-1 0 0,1 0 1 0 0,-1-1 0 0 0,0 1-1 0 0,0 0 1 0 0,1-1 0 0 0,-1 1-1 0 0,0 0 1 0 0,1-1 0 0 0,-1 1 0 0 0,1-1-1 0 0,-1 1 1 0 0,1 0 0 0 0,0 0-1 0 0,0 0 8 0 0,1-1 0 0 0,-1 1 0 0 0,1-1-1 0 0,0 1 1 0 0,-1-1 0 0 0,1 0-1 0 0,-1 0 1 0 0,1 1 0 0 0,-1-1 0 0 0,1 0-1 0 0,0 0 1 0 0,2-1 0 0 0,8-1 140 0 0,0-1 0 0 0,21-8 1 0 0,-26 9-59 0 0,154-56 1024 0 0,1 0-2991 0 0,-141 51-5678 0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0:42.09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61 268 9218 0 0,'-1'-1'100'0'0,"0"-1"0"0"0,1 0 1 0 0,-1 0-1 0 0,1 0 0 0 0,-1 0 0 0 0,1 0 0 0 0,0 0 0 0 0,0 0 1 0 0,0 0-1 0 0,0 0 0 0 0,0 0 0 0 0,0 0 0 0 0,1 1 1 0 0,-1-1-1 0 0,1 0 0 0 0,-1 0 0 0 0,1 0 0 0 0,-1 0 0 0 0,1 0 1 0 0,0 1-1 0 0,0-1 0 0 0,0 0 0 0 0,0 1 0 0 0,1-1 1 0 0,1-2-1 0 0,0 1 175 0 0,-1 0 0 0 0,1 1 0 0 0,0-1 0 0 0,0 1 0 0 0,0 0 0 0 0,0-1 1 0 0,1 1-1 0 0,-1 0 0 0 0,1 1 0 0 0,-1-1 0 0 0,1 1 0 0 0,4-2 0 0 0,12-4 980 0 0,-20 7-1247 0 0,0 0-1 0 0,0 0 0 0 0,0 0 1 0 0,0 0-1 0 0,0 0 1 0 0,1 0-1 0 0,-1 0 1 0 0,0 0-1 0 0,0 0 1 0 0,0 0-1 0 0,0-1 1 0 0,0 1-1 0 0,0 0 1 0 0,1 0-1 0 0,-1 0 0 0 0,0 0 1 0 0,0 0-1 0 0,0 0 1 0 0,0 0-1 0 0,0 0 1 0 0,0-1-1 0 0,0 1 1 0 0,0 0-1 0 0,0 0 1 0 0,0 0-1 0 0,0 0 1 0 0,0 0-1 0 0,0-1 1 0 0,0 1-1 0 0,0 0 0 0 0,0 0 1 0 0,0 0-1 0 0,0 0 1 0 0,0 0-1 0 0,0 0 1 0 0,0-1-1 0 0,0 1 1 0 0,0 0-1 0 0,0 0 1 0 0,0 0-1 0 0,0 0 1 0 0,0 0-1 0 0,0-1 0 0 0,0 1 1 0 0,0 0-1 0 0,0 0 1 0 0,0 0-1 0 0,0 0 1 0 0,0 0-1 0 0,-1 0 1 0 0,1-1-1 0 0,-20-3-191 0 0,-52 4 530 0 0,28 1 2470 0 0,579-32-521 0 0,-321 14-2045 0 0,56-14 6 0 0,-49 4-88 0 0,-62 9-149 0 0,-67 5 8 0 0,126 0-1 0 0,-179 14-28 0 0,-10 1-38 0 0,0-2-1 0 0,0-1 0 0 0,0-1 1 0 0,0-1-1 0 0,32-8 1 0 0,-42 3-3204 0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0:42.6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35 114 7834 0 0,'-8'-15'699'0'0,"1"-1"0"0"0,-6-20 0 0 0,11 29 376 0 0,1 0 0 0 0,-1-1 0 0 0,1 1 0 0 0,0-11 0 0 0,8 30 3464 0 0,2 13-3910 0 0,9 130 791 0 0,-7-33-1200 0 0,11 43-156 0 0,27 160-1180 0 0,-45-310-1461 0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0:43.04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5 178 6913 0 0,'-1'-4'133'0'0,"0"1"-1"0"0,0-1 0 0 0,0 1 0 0 0,1-1 0 0 0,0 1 0 0 0,-1-1 0 0 0,2 1 0 0 0,-1-1 0 0 0,0 0 0 0 0,1 1 0 0 0,-1-1 0 0 0,1 1 0 0 0,0-1 0 0 0,0 1 0 0 0,0 0 0 0 0,1-1 0 0 0,-1 1 0 0 0,1 0 1 0 0,0 0-1 0 0,0 0 0 0 0,4-5 0 0 0,0-1 194 0 0,0 1 1 0 0,0 0-1 0 0,1 0 1 0 0,0 1-1 0 0,1 0 0 0 0,15-12 1 0 0,-13 14-124 0 0,1 0 1 0 0,-1 1-1 0 0,1 0 0 0 0,0 1 1 0 0,0 0-1 0 0,0 0 0 0 0,1 2 1 0 0,-1-1-1 0 0,1 1 1 0 0,-1 1-1 0 0,22 1 0 0 0,-27 0-79 0 0,0 0-1 0 0,-1 0 1 0 0,1 0-1 0 0,0 1 1 0 0,-1 0 0 0 0,1 0-1 0 0,-1 0 1 0 0,1 1-1 0 0,-1-1 1 0 0,0 1-1 0 0,5 4 1 0 0,-7-4-89 0 0,-1-1 1 0 0,1 1-1 0 0,-1 0 1 0 0,1 0-1 0 0,-1 0 0 0 0,0 0 1 0 0,0 0-1 0 0,0 0 1 0 0,-1 0-1 0 0,1 1 0 0 0,-1-1 1 0 0,0 1-1 0 0,0-1 1 0 0,0 1-1 0 0,0-1 0 0 0,-1 1 1 0 0,1 0-1 0 0,-1 7 1 0 0,-1-2-36 0 0,0 0 0 0 0,0-1 0 0 0,-1 1 1 0 0,0 0-1 0 0,-1 0 0 0 0,0-1 1 0 0,0 0-1 0 0,-1 1 0 0 0,0-1 1 0 0,0 0-1 0 0,-7 8 0 0 0,-10 13-98 0 0,-36 39 1 0 0,27-34 210 0 0,17-20-53 0 0,4-4 190 0 0,1 0 0 0 0,0 0 0 0 0,0 1 1 0 0,1 0-1 0 0,0 0 0 0 0,-5 13 0 0 0,12-23-189 0 0,0-1-1 0 0,0 1 1 0 0,-1-1-1 0 0,1 1 1 0 0,0 0-1 0 0,0-1 1 0 0,0 1-1 0 0,0-1 1 0 0,0 1 0 0 0,0 0-1 0 0,0-1 1 0 0,0 1-1 0 0,0-1 1 0 0,0 1-1 0 0,0 0 1 0 0,0-1 0 0 0,1 1-1 0 0,-1-1 1 0 0,0 1-1 0 0,0 0 1 0 0,1-1-1 0 0,-1 1 1 0 0,0-1 0 0 0,1 1-1 0 0,-1-1 1 0 0,0 1-1 0 0,1-1 1 0 0,0 1-1 0 0,19 7 979 0 0,27-7-114 0 0,-43-1-828 0 0,94-7 597 0 0,34-1-3395 0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0:43.46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57 6913 0 0,'1'-4'871'0'0,"0"-1"0"0"0,1 0 0 0 0,-1 1 0 0 0,1-1 0 0 0,-1 1 0 0 0,1-1-1 0 0,1 1 1 0 0,-1 0 0 0 0,1 0 0 0 0,5-7 0 0 0,-7 10-752 0 0,-1 1 0 0 0,1 0-1 0 0,-1 0 1 0 0,1 0 0 0 0,0 0 0 0 0,-1 0 0 0 0,1 0 0 0 0,0 0 0 0 0,-1 0 0 0 0,1 0-1 0 0,0 0 1 0 0,-1 0 0 0 0,1 1 0 0 0,-1-1 0 0 0,1 0 0 0 0,0 0 0 0 0,-1 1 0 0 0,1-1-1 0 0,-1 0 1 0 0,1 1 0 0 0,-1-1 0 0 0,1 0 0 0 0,-1 1 0 0 0,1-1 0 0 0,-1 1 0 0 0,1-1-1 0 0,-1 1 1 0 0,0-1 0 0 0,1 1 0 0 0,-1-1 0 0 0,0 1 0 0 0,1-1 0 0 0,-1 1 0 0 0,0 0-1 0 0,0-1 1 0 0,1 1 0 0 0,-1 0 0 0 0,0 0 0 0 0,14 28 548 0 0,-14-28-513 0 0,12 34 66 0 0,-2 0-1 0 0,-2 1 1 0 0,-1-1-1 0 0,-1 2 1 0 0,0 50 0 0 0,11 66-440 0 0,-13-132-31 0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0:43.80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1 100 920 0 0,'18'-10'7310'0'0,"36"-15"-3939"0"0,-39 19-2709 0 0,110-37 3711 0 0,-106 38-4652 0 0,0 1-1 0 0,29-2 1 0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0:44.0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 1 8754 0 0,'0'0'673'0'0,"17"22"6071"0"0,-16-15-6412 0 0,0 1-1 0 0,-1-1 1 0 0,0 1-1 0 0,0 0 1 0 0,-1-1-1 0 0,0 1 1 0 0,0-1-1 0 0,-1 1 1 0 0,-3 9-1 0 0,-1 11-21 0 0,0 11-63 0 0,2 0 0 0 0,2-1 0 0 0,4 64-1 0 0,28 115-341 0 0,-27-202-321 0 0,1 8-551 0 0,-3-8-2760 0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0:44.51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1 176 2745 0 0,'0'-3'120'0'0,"1"-1"1"0"0,0 1 0 0 0,0-1 0 0 0,0 1 0 0 0,0 0 0 0 0,1 0 0 0 0,-1 0-1 0 0,1 0 1 0 0,0 0 0 0 0,0 0 0 0 0,0 0 0 0 0,0 0 0 0 0,1 1-1 0 0,-1-1 1 0 0,1 1 0 0 0,-1-1 0 0 0,7-3 0 0 0,8-6 2322 0 0,32-17 0 0 0,-35 21-1743 0 0,11-6 1077 0 0,1 1 0 0 0,37-13 0 0 0,-53 23-1461 0 0,0-1-1 0 0,1 2 0 0 0,0-1 0 0 0,-1 2 0 0 0,1-1 1 0 0,0 1-1 0 0,0 1 0 0 0,0 0 0 0 0,17 2 0 0 0,-26-1-261 0 0,1-1 0 0 0,-1 1-1 0 0,1-1 1 0 0,-1 1 0 0 0,0 0 0 0 0,1-1-1 0 0,-1 1 1 0 0,0 0 0 0 0,0 1-1 0 0,1-1 1 0 0,-1 0 0 0 0,0 1-1 0 0,0-1 1 0 0,0 1 0 0 0,0 0-1 0 0,-1-1 1 0 0,1 1 0 0 0,0 0-1 0 0,-1 0 1 0 0,0 0 0 0 0,3 3 0 0 0,-3-1-40 0 0,-1-1 1 0 0,1 0 0 0 0,0 0 0 0 0,-1 0 0 0 0,0 1-1 0 0,0-1 1 0 0,0 0 0 0 0,0 1 0 0 0,0-1 0 0 0,-1 0 0 0 0,1 0-1 0 0,-1 1 1 0 0,0-1 0 0 0,-1 3 0 0 0,-4 8-68 0 0,0 0-1 0 0,-1-1 1 0 0,-1 0 0 0 0,0 0 0 0 0,-17 21 0 0 0,-17 11-126 0 0,27-30 430 0 0,1 0 1 0 0,1 0-1 0 0,-14 22 0 0 0,27-37-200 0 0,-1 1-1 0 0,1 0 1 0 0,-1-1-1 0 0,1 1 0 0 0,0 0 1 0 0,-1 0-1 0 0,1-1 1 0 0,0 1-1 0 0,0 0 0 0 0,-1 0 1 0 0,1-1-1 0 0,0 1 0 0 0,0 0 1 0 0,0 0-1 0 0,0 0 1 0 0,0-1-1 0 0,0 1 0 0 0,0 0 1 0 0,0 0-1 0 0,1-1 0 0 0,-1 1 1 0 0,0 0-1 0 0,0 0 1 0 0,1-1-1 0 0,-1 1 0 0 0,0 0 1 0 0,1 0-1 0 0,-1-1 0 0 0,1 1 1 0 0,-1 0-1 0 0,1 0 1 0 0,1 0-5 0 0,0 1 1 0 0,0 0 0 0 0,1-1 0 0 0,-1 0 0 0 0,0 0 0 0 0,0 1-1 0 0,1-2 1 0 0,-1 1 0 0 0,6 1 0 0 0,2 1-36 0 0,1-2-1 0 0,0 1 1 0 0,19-1 0 0 0,-13-2-349 0 0,1-1 1 0 0,-1-1 0 0 0,0 0 0 0 0,32-12 0 0 0,-36 11-997 0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0:45.03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52 7370 0 0,'0'-2'105'0'0,"0"1"1"0"0,-1 0 0 0 0,1 0 0 0 0,0 0-1 0 0,0-1 1 0 0,0 1 0 0 0,0 0 0 0 0,0 0 0 0 0,0 0-1 0 0,1-1 1 0 0,-1 1 0 0 0,0 0 0 0 0,0 0-1 0 0,1 0 1 0 0,-1 0 0 0 0,1 0 0 0 0,-1-1-1 0 0,1 1 1 0 0,0 0 0 0 0,-1 0 0 0 0,1 0 0 0 0,0 1-1 0 0,0-1 1 0 0,1-1 0 0 0,0 0 219 0 0,1-1 0 0 0,0 1 0 0 0,-1 0 0 0 0,1 0 1 0 0,0 1-1 0 0,0-1 0 0 0,0 1 0 0 0,1-1 0 0 0,3 0 0 0 0,-4 1-11 0 0,1 0-1 0 0,-1 1 0 0 0,0-1 0 0 0,0 1 1 0 0,1-1-1 0 0,-1 1 0 0 0,0 0 1 0 0,1 1-1 0 0,5 0 0 0 0,-7-1-213 0 0,-1 1-1 0 0,0-1 1 0 0,0 1-1 0 0,1-1 1 0 0,-1 1-1 0 0,0-1 1 0 0,1 1-1 0 0,-1 0 1 0 0,0 0-1 0 0,0-1 1 0 0,0 1-1 0 0,0 0 1 0 0,0 0-1 0 0,0 0 1 0 0,0 0-1 0 0,0 0 1 0 0,0 1-1 0 0,-1-1 1 0 0,1 0-1 0 0,0 0 1 0 0,-1 0-1 0 0,2 3 1 0 0,1 13 40 0 0,-1 0 0 0 0,-1 0 1 0 0,0 0-1 0 0,-1 0 0 0 0,-1 0 1 0 0,0 0-1 0 0,-5 17 0 0 0,0 17 13 0 0,5-17 399 0 0,1-1 0 0 0,5 50 0 0 0,-4-82-523 0 0,-1 0 0 0 0,0 0 1 0 0,1-1-1 0 0,-1 1 0 0 0,1 0 0 0 0,-1-1 0 0 0,1 1 1 0 0,-1 0-1 0 0,1-1 0 0 0,0 1 0 0 0,-1-1 0 0 0,1 1 1 0 0,0-1-1 0 0,-1 1 0 0 0,1-1 0 0 0,0 1 0 0 0,-1-1 0 0 0,1 0 1 0 0,0 0-1 0 0,0 1 0 0 0,0-1 0 0 0,-1 0 0 0 0,1 0 1 0 0,0 0-1 0 0,0 0 0 0 0,0 1 0 0 0,0-1 0 0 0,-1-1 1 0 0,1 1-1 0 0,0 0 0 0 0,0 0 0 0 0,0 0 0 0 0,-1 0 1 0 0,1 0-1 0 0,0-1 0 0 0,0 1 0 0 0,1-1 0 0 0,32-11 174 0 0,8-7-373 0 0,72-45-1 0 0,-18-3-5434 0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0:45.49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276 20 8290 0 0,'-1'-1'112'0'0,"0"-1"1"0"0,0 1 0 0 0,0 0-1 0 0,0-1 1 0 0,-1 1-1 0 0,1 0 1 0 0,0 0-1 0 0,0 0 1 0 0,-1 0 0 0 0,1 0-1 0 0,-1 0 1 0 0,1 0-1 0 0,-1 0 1 0 0,1 1-1 0 0,-1-1 1 0 0,0 0 0 0 0,1 1-1 0 0,-1-1 1 0 0,0 1-1 0 0,1 0 1 0 0,-5 0 0 0 0,4 1 58 0 0,-1 0 1 0 0,0 0 0 0 0,1 1-1 0 0,-1 0 1 0 0,1-1 0 0 0,-1 1-1 0 0,1 0 1 0 0,0 0 0 0 0,-1 0 0 0 0,1 1-1 0 0,0-1 1 0 0,-2 4 0 0 0,-15 19 303 0 0,1 1-1 0 0,1 1 1 0 0,1 1 0 0 0,1 0 0 0 0,-13 37 0 0 0,7-8 30 0 0,-23 107 0 0 0,34-114-316 0 0,2 1 0 0 0,2 0-1 0 0,2 0 1 0 0,3 1 0 0 0,6 60-1 0 0,-2-79-111 0 0,3 0 0 0 0,0-1 0 0 0,2 1 0 0 0,2-1 0 0 0,0-1 0 0 0,3 0 0 0 0,0 0 0 0 0,2-2 0 0 0,20 32 0 0 0,-11-29 80 0 0,0-2 0 0 0,2 0-1 0 0,1-1 1 0 0,2-2 0 0 0,0-1 0 0 0,2-1-1 0 0,1-2 1 0 0,0-1 0 0 0,2-1 0 0 0,59 26 0 0 0,-18-16-424 0 0,1-2 0 0 0,2-4-1 0 0,0-3 1 0 0,93 12 0 0 0,-56-17-6607 0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0:45.9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31 11522 0 0,'0'0'36'0'0,"0"0"-1"0"0,-1-1 1 0 0,1 1-1 0 0,-1-1 1 0 0,1 1-1 0 0,0-1 1 0 0,-1 1-1 0 0,1-1 1 0 0,0 1-1 0 0,0-1 1 0 0,0 0-1 0 0,-1 1 1 0 0,1-1-1 0 0,0 1 1 0 0,0-1-1 0 0,0 1 1 0 0,0-1-1 0 0,0 0 1 0 0,0 1-1 0 0,0-1 1 0 0,0 1-1 0 0,0-1 1 0 0,0 0-1 0 0,0 1 1 0 0,1-1-1 0 0,-1 1 1 0 0,0-1-1 0 0,0 1 1 0 0,0-1-1 0 0,1 0 1 0 0,0 0 15 0 0,1 0 1 0 0,-1 0 0 0 0,0 0-1 0 0,0 0 1 0 0,1 0 0 0 0,-1 1-1 0 0,1-1 1 0 0,-1 1-1 0 0,0-1 1 0 0,1 1 0 0 0,-1-1-1 0 0,3 1 1 0 0,57-3 979 0 0,-46 3-467 0 0,10-1-171 0 0,0 1 1 0 0,0 0 0 0 0,0 3 0 0 0,0 0 0 0 0,-1 1 0 0 0,1 1 0 0 0,-1 1 0 0 0,0 2 0 0 0,-1 0-1 0 0,0 1 1 0 0,0 2 0 0 0,-1 0 0 0 0,0 2 0 0 0,-1 0 0 0 0,-1 1 0 0 0,27 24 0 0 0,-20-13-226 0 0,-2 0 1 0 0,-1 2-1 0 0,-1 1 1 0 0,-1 1-1 0 0,-2 1 1 0 0,-1 0-1 0 0,17 37 1 0 0,-26-44-152 0 0,0 0 0 0 0,-2 1 1 0 0,-1-1-1 0 0,-1 1 0 0 0,0 1 1 0 0,-2-1-1 0 0,-1 1 1 0 0,-1 0-1 0 0,-1 0 0 0 0,-1 0 1 0 0,-5 29-1 0 0,-2-14 8 0 0,-2-2 1 0 0,-1 1-1 0 0,-2-2 1 0 0,-2 1-1 0 0,-24 45 1 0 0,-32 46-1384 0 0,-6-5-4367 0 0,15-28-1252 0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33.6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14 407 1376 0 0,'-6'-43'987'0'0,"1"-1"1"0"0,2 0-1 0 0,5-72 0 0 0,1 24 838 0 0,2 25 3692 0 0,4 108-1659 0 0,-1-13-3437 0 0,39 355 1821 0 0,-25 5-1693 0 0,-2-18-610 0 0,-14-297 233 0 0,28 475 949 0 0,-31-375-615 0 0,-23 202 0 0 0,-1-144-277 0 0,18-223-770 0 0,0-11-385 0 0,-3-15-2233 0 0,5 2-3295 0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34.2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67 42 4145 0 0,'-7'-7'1099'0'0,"0"2"1"0"0,-1-1-1 0 0,0 1 0 0 0,-1 0 1 0 0,-10-4-1 0 0,11 5 568 0 0,72 26 2410 0 0,6 18-3290 0 0,-2 3 0 0 0,-2 3 1 0 0,61 55-1 0 0,41 30-420 0 0,-126-102-286 0 0,1-2 0 0 0,55 27 0 0 0,-36-28-95 0 0,1-2 0 0 0,76 18 0 0 0,134 16-164 0 0,-272-57 179 0 0,52 8-523 0 0,95 31 0 0 0,-134-35 230 0 0,0 0 0 0 0,-1 1 1 0 0,0 1-1 0 0,0 0 1 0 0,0 0-1 0 0,-1 2 1 0 0,0-1-1 0 0,0 2 1 0 0,-1-1-1 0 0,0 1 1 0 0,17 23-1 0 0,-19-18-67 0 0,-2 1-1 0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34.98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 1 2304 0 0,'0'0'43'0'0,"-13"15"4257"0"0,22-9-300 0 0,8 0-3149 0 0,19 12-80 0 0,-1 1 0 0 0,0 2-1 0 0,-1 1 1 0 0,-2 2-1 0 0,0 1 1 0 0,-2 1-1 0 0,0 2 1 0 0,-2 1 0 0 0,35 46-1 0 0,-46-55-2279 0 0,1 0-1 0 0,1-1 1 0 0,36 27 0 0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35.6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2186 2 3681 0 0,'1'-1'194'0'0,"0"1"0"0"0,0 0 0 0 0,0 0 0 0 0,0 0 0 0 0,0 0 0 0 0,0 0 0 0 0,0 0 1 0 0,1 0-1 0 0,-1 1 0 0 0,0-1 0 0 0,-1 0 0 0 0,1 0 0 0 0,0 1 0 0 0,0-1 0 0 0,0 1 0 0 0,0-1 0 0 0,0 1 1 0 0,0-1-1 0 0,0 1 0 0 0,1 1 0 0 0,-2-2-56 0 0,0 1-1 0 0,0 0 1 0 0,0-1 0 0 0,0 1 0 0 0,0 0-1 0 0,0-1 1 0 0,0 1 0 0 0,0 0 0 0 0,0-1 0 0 0,-1 1-1 0 0,1 0 1 0 0,0-1 0 0 0,0 1 0 0 0,-1 0-1 0 0,1-1 1 0 0,0 1 0 0 0,-1-1 0 0 0,1 1-1 0 0,0-1 1 0 0,-1 1 0 0 0,1-1 0 0 0,-1 1 0 0 0,0 0-1 0 0,-43 35 3524 0 0,32-27-3518 0 0,-134 120 1113 0 0,74-63-84 0 0,-106 76 1 0 0,-279 203-2731 0 0,454-343 1554 0 0,-488 424-1587 0 0,344-296 667 0 0,-21 20 72 0 0,-86 123 1468 0 0,246-265-613 0 0,-88 95 2345 0 0,84-92-1954 0 0,0-1 0 0 0,0 0 0 0 0,-1-1 0 0 0,0 0 0 0 0,-1-1 0 0 0,-24 11 0 0 0,37-19-446 0 0,1 0 1 0 0,0 0-1 0 0,-1 1 0 0 0,1-1 0 0 0,-1 0 0 0 0,1 0 1 0 0,0 0-1 0 0,-1 0 0 0 0,1 0 0 0 0,-1 0 1 0 0,1 1-1 0 0,0-1 0 0 0,-1 0 0 0 0,1 0 1 0 0,-1 0-1 0 0,1 0 0 0 0,-1-1 0 0 0,1 1 0 0 0,0 0 1 0 0,-1 0-1 0 0,1 0 0 0 0,-1 0 0 0 0,1 0 1 0 0,0 0-1 0 0,-1-1 0 0 0,1 1 0 0 0,-1 0 0 0 0,1-4-894 0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36.54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36 0 4145 0 0,'-1'0'151'0'0,"-1"0"0"0"0,1 0 0 0 0,-1 1 1 0 0,1-1-1 0 0,-1 0 0 0 0,1 0 0 0 0,-1 1 0 0 0,1-1 1 0 0,0 1-1 0 0,-1-1 0 0 0,1 1 0 0 0,0-1 0 0 0,0 1 1 0 0,-1 0-1 0 0,1 0 0 0 0,0 0 0 0 0,0 0 0 0 0,0 0 1 0 0,0 0-1 0 0,0 0 0 0 0,0 0 0 0 0,0 0 0 0 0,0 0 0 0 0,0 0 1 0 0,1 1-1 0 0,-1-1 0 0 0,0 0 0 0 0,1 1 0 0 0,-1-1 1 0 0,1 0-1 0 0,0 1 0 0 0,-1-1 0 0 0,1 1 0 0 0,0-1 1 0 0,0 3-1 0 0,-1 6 133 0 0,1-1 0 0 0,0 1 1 0 0,1 0-1 0 0,3 13 0 0 0,-1 0 300 0 0,22 220 898 0 0,-21-214-1946 0 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45.13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1 112 3681 0 0,'23'-3'2539'0'0,"34"-17"1204"0"0,-35 11-2546 0 0,0 2-1 0 0,37-8 0 0 0,59-12-1347 0 0,-41 3-3247 0 0,-55 18-364 0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46.0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62 57 4521 0 0,'-2'0'36'0'0,"0"0"1"0"0,0 0-1 0 0,0 1 0 0 0,0-1 1 0 0,0 1-1 0 0,0-1 0 0 0,0 1 1 0 0,0-1-1 0 0,0 1 0 0 0,0 0 1 0 0,0 0-1 0 0,0 0 0 0 0,1 0 1 0 0,-1 0-1 0 0,0 1 0 0 0,1-1 1 0 0,-1 0-1 0 0,1 1 0 0 0,-1-1 1 0 0,0 3-1 0 0,-20 13-439 0 0,21-17 326 0 0,7-12-21 0 0,1 6 686 0 0,0 0-1 0 0,0 1 0 0 0,0 0 0 0 0,1 1 0 0 0,0-1 0 0 0,0 1 1 0 0,0 1-1 0 0,14-5 0 0 0,78-16 2387 0 0,-51 14-4678 0 0,-41 9 728 0 0,1 1 5 0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46.5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1376 0 0,'0'15'8692'0'0,"1"-15"-8463"0"0,15 33 2030 0 0,1 1-165 0 0,-2 13-1373 0 0,-3 1 0 0 0,10 79 0 0 0,-14-77-2201 0 0,-3-16-4091 0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47.77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971 135 3569 0 0,'3'-11'253'0'0,"7"-20"-117"0"0,-9 30-136 0 0,-1 0 0 0 0,0 0-1 0 0,1 0 1 0 0,-1 0 0 0 0,1 0 0 0 0,-1 0-1 0 0,1 0 1 0 0,-1 0 0 0 0,1 0 0 0 0,0 0 0 0 0,-1 1-1 0 0,1-1 1 0 0,0 0 0 0 0,0 0 0 0 0,0 1-1 0 0,0-1 1 0 0,-1 1 0 0 0,1-1 0 0 0,0 1 0 0 0,0-1-1 0 0,0 1 1 0 0,2-1 0 0 0,18 4 7555 0 0,-68-16-5665 0 0,-23 10-947 0 0,-85-15 1 0 0,-19-2-55 0 0,-46 16-423 0 0,-91-9-518 0 0,299 13-386 0 0,9 0-119 0 0,0 0 0 0 0,-1 0 1 0 0,1-1-1 0 0,0 1 0 0 0,0-1 1 0 0,0 0-1 0 0,0 1 0 0 0,-5-4 1 0 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48.2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138 9 6913 0 0,'-3'-1'104'0'0,"0"-1"-1"0"0,0 1 1 0 0,-1 0-1 0 0,1 0 0 0 0,0 0 1 0 0,-1 0-1 0 0,1 1 0 0 0,-1-1 1 0 0,1 1-1 0 0,0 0 1 0 0,-1 0-1 0 0,1 0 0 0 0,-1 1 1 0 0,1-1-1 0 0,-1 1 0 0 0,1 0 1 0 0,0 0-1 0 0,-1 0 1 0 0,1 0-1 0 0,0 1 0 0 0,0-1 1 0 0,0 1-1 0 0,0-1 0 0 0,0 1 1 0 0,0 0-1 0 0,1 1 1 0 0,-1-1-1 0 0,1 0 0 0 0,-1 1 1 0 0,1-1-1 0 0,0 1 0 0 0,0 0 1 0 0,0 0-1 0 0,0 0 1 0 0,0 0-1 0 0,-1 4 0 0 0,-2 3-77 0 0,1 0 1 0 0,0 1-1 0 0,0 0 0 0 0,1-1 0 0 0,1 1 0 0 0,0 1 0 0 0,0-1 0 0 0,1 0 1 0 0,0 0-1 0 0,1 1 0 0 0,1-1 0 0 0,0 0 0 0 0,0 0 0 0 0,6 22 0 0 0,-6-27-39 0 0,1-1 0 0 0,0 1 0 0 0,0-1-1 0 0,1 0 1 0 0,0 1 0 0 0,0-1-1 0 0,0 0 1 0 0,0-1 0 0 0,1 1-1 0 0,0-1 1 0 0,-1 1 0 0 0,2-1 0 0 0,-1 0-1 0 0,0 0 1 0 0,1-1 0 0 0,0 1-1 0 0,0-1 1 0 0,0 0 0 0 0,0-1 0 0 0,0 1-1 0 0,1-1 1 0 0,-1 0 0 0 0,1 0-1 0 0,0-1 1 0 0,-1 1 0 0 0,1-1-1 0 0,0-1 1 0 0,0 1 0 0 0,0-1 0 0 0,7 0-1 0 0,7-2 177 0 0,0 0 0 0 0,-1 0 0 0 0,1-2 0 0 0,-1-1 0 0 0,35-12 0 0 0,-46 14-112 0 0,0 0-1 0 0,-1-1 1 0 0,0 1 0 0 0,1-2-1 0 0,-1 1 1 0 0,-1-1 0 0 0,1 0-1 0 0,-1 0 1 0 0,1 0 0 0 0,-1-1-1 0 0,-1 0 1 0 0,1-1 0 0 0,-1 1-1 0 0,-1-1 1 0 0,1 0 0 0 0,6-12-1 0 0,-10 13 14 0 0,1 0 0 0 0,-1 0 0 0 0,0 1 0 0 0,0-1 0 0 0,-1 0-1 0 0,1 0 1 0 0,-1 0 0 0 0,-1 0 0 0 0,1 0 0 0 0,-1 0 0 0 0,0 0-1 0 0,0 1 1 0 0,-1-1 0 0 0,0 0 0 0 0,0 1 0 0 0,0-1 0 0 0,-1 1-1 0 0,1 0 1 0 0,-1 0 0 0 0,-1 0 0 0 0,1 0 0 0 0,-4-4 0 0 0,3 4-165 0 0,0 0 1 0 0,-1 1-1 0 0,1 0 1 0 0,-1 0 0 0 0,0 0-1 0 0,0 0 1 0 0,0 1 0 0 0,0 0-1 0 0,0 0 1 0 0,-1 0-1 0 0,0 1 1 0 0,1 0 0 0 0,-1 0-1 0 0,0 0 1 0 0,0 1-1 0 0,0-1 1 0 0,0 1 0 0 0,0 1-1 0 0,0 0 1 0 0,0-1 0 0 0,-7 2-1 0 0,-7 3-802 0 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49.0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1006 1 4609 0 0,'-14'6'303'0'0,"-1"0"0"0"0,0-1 0 0 0,0-1 1 0 0,0 0-1 0 0,-20 2 0 0 0,-78 3 869 0 0,-99-16 681 0 0,-2 1 1271 0 0,186 8-2777 0 0,0 1-1 0 0,-1 1 0 0 0,1 1 1 0 0,1 1-1 0 0,-44 17 0 0 0,-74 29-2716 0 0,144-51 2133 0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49.5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78 107 3225 0 0,'0'0'142'0'0,"-1"-1"1"0"0,0 0 0 0 0,0 0 0 0 0,0 1-1 0 0,0-1 1 0 0,0 1 0 0 0,0-1 0 0 0,-1 1 0 0 0,1-1-1 0 0,0 1 1 0 0,0 0 0 0 0,0-1 0 0 0,0 1-1 0 0,0 0 1 0 0,-1 0 0 0 0,1 0 0 0 0,0 0-1 0 0,0 0 1 0 0,0 0 0 0 0,-1 0 0 0 0,1 0-1 0 0,0 1 1 0 0,0-1 0 0 0,0 0 0 0 0,0 1 0 0 0,0-1-1 0 0,-1 1 1 0 0,1-1 0 0 0,0 1 0 0 0,0-1-1 0 0,0 1 1 0 0,0 0 0 0 0,1-1 0 0 0,-1 1-1 0 0,0 0 1 0 0,0 0 0 0 0,0 0 0 0 0,0 0-1 0 0,1 0 1 0 0,-1 1 0 0 0,-3 3 303 0 0,0-1 1 0 0,1 1-1 0 0,0 0 0 0 0,0 0 1 0 0,0 1-1 0 0,-3 9 1 0 0,3-2-401 0 0,0 0 0 0 0,1 0 0 0 0,1 1 0 0 0,0-1 0 0 0,1 1 0 0 0,0-1 0 0 0,1 0 0 0 0,1 1 0 0 0,0-1 0 0 0,1 0 0 0 0,0 0 0 0 0,1 0 0 0 0,1 0 0 0 0,0 0 0 0 0,0-1 0 0 0,1 0 0 0 0,1 0 0 0 0,0-1 0 0 0,1 0 0 0 0,12 15 0 0 0,-15-21-72 0 0,0-1 0 0 0,0 0 0 0 0,1 0 0 0 0,-1 0 0 0 0,1 0 0 0 0,0-1 0 0 0,0 0 0 0 0,0 0 0 0 0,0-1 0 0 0,0 0 0 0 0,0 0 0 0 0,1 0 0 0 0,-1-1 0 0 0,1 0 0 0 0,0 0 0 0 0,-1 0 0 0 0,1-1 0 0 0,-1 0 0 0 0,1-1 0 0 0,0 1 0 0 0,-1-1 0 0 0,1-1 0 0 0,-1 1-1 0 0,1-1 1 0 0,-1 0 0 0 0,0 0 0 0 0,0-1 0 0 0,0 0 0 0 0,0 0 0 0 0,7-5 0 0 0,1-1 72 0 0,0-1 0 0 0,-1-1 0 0 0,0 0 0 0 0,-1-1 0 0 0,0 0-1 0 0,-1-1 1 0 0,0 0 0 0 0,-1-1 0 0 0,0 0 0 0 0,13-27 0 0 0,-17 28 41 0 0,-1-1 1 0 0,0 1 0 0 0,-1-1 0 0 0,0 0-1 0 0,-1 0 1 0 0,-1 0 0 0 0,0 0-1 0 0,-1-1 1 0 0,-1 1 0 0 0,0 0 0 0 0,-2-16-1 0 0,2 25-42 0 0,-1-1-1 0 0,0 1 1 0 0,-1 0 0 0 0,1-1-1 0 0,-1 1 1 0 0,0 0-1 0 0,-1 0 1 0 0,1 0-1 0 0,-1 0 1 0 0,0 0-1 0 0,0 1 1 0 0,0-1-1 0 0,-1 1 1 0 0,1 0-1 0 0,-1 0 1 0 0,0 0 0 0 0,0 0-1 0 0,-1 1 1 0 0,1-1-1 0 0,-1 1 1 0 0,0 0-1 0 0,0 1 1 0 0,0-1-1 0 0,0 1 1 0 0,0 0-1 0 0,0 0 1 0 0,0 1-1 0 0,-1 0 1 0 0,1 0 0 0 0,-1 0-1 0 0,-5 0 1 0 0,1 0-874 0 0,1 1-1 0 0,0 0 1 0 0,-1 1 0 0 0,1 0 0 0 0,-17 4 0 0 0,0 3-3636 0 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51.17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46 201 1840 0 0,'-3'1'135'0'0,"1"0"-1"0"0,0-1 1 0 0,-1 1-1 0 0,1-1 1 0 0,-1 1-1 0 0,1-1 0 0 0,-1 0 1 0 0,1 0-1 0 0,-1 0 1 0 0,1 0-1 0 0,-1-1 0 0 0,1 1 1 0 0,-4-2-1 0 0,5 2-44 0 0,1 0 1 0 0,-1-1-1 0 0,1 1 0 0 0,-1 0 0 0 0,1 0 0 0 0,0-1 0 0 0,-1 1 0 0 0,1 0 1 0 0,-1-1-1 0 0,1 1 0 0 0,0 0 0 0 0,-1-1 0 0 0,1 1 0 0 0,0-1 0 0 0,0 1 1 0 0,-1-1-1 0 0,1 1 0 0 0,0-1 0 0 0,0 1 0 0 0,0-1 0 0 0,0 1 0 0 0,-1-1 0 0 0,1 1 1 0 0,0-1-1 0 0,0 0 0 0 0,0 0 129 0 0,1-1 0 0 0,-1 1 0 0 0,1-1 0 0 0,-1 1 0 0 0,1-1 0 0 0,-1 1 0 0 0,1-1 0 0 0,0 1 0 0 0,-1 0 0 0 0,1-1 0 0 0,0 1 0 0 0,2-2 0 0 0,2 0 196 0 0,1 0 0 0 0,0 0 0 0 0,-1 1 0 0 0,1 0 0 0 0,0 0 1 0 0,0 0-1 0 0,0 1 0 0 0,0 0 0 0 0,8-1 0 0 0,9-2-84 0 0,97-17 219 0 0,233-11 0 0 0,-52 8 358 0 0,-158 5-273 0 0,39-6-52 0 0,192 0 1 0 0,-338 27-210 0 0,62 11 0 0 0,-12-2-903 0 0,-47-9-2448 0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51.62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119 47 2304 0 0,'-3'-1'360'0'0,"0"0"0"0"0,0 1-1 0 0,-1-1 1 0 0,1 1 0 0 0,0-1-1 0 0,-1 1 1 0 0,1 0 0 0 0,0 1-1 0 0,-1-1 1 0 0,1 0-1 0 0,0 1 1 0 0,-1 0 0 0 0,1 0-1 0 0,0 0 1 0 0,0 0 0 0 0,0 0-1 0 0,0 1 1 0 0,0-1-1 0 0,-4 4 1 0 0,3-2-34 0 0,0 1-1 0 0,1 0 1 0 0,0 0 0 0 0,-1 0 0 0 0,1 0-1 0 0,1 0 1 0 0,-1 1 0 0 0,0-1-1 0 0,1 1 1 0 0,0 0 0 0 0,-2 7-1 0 0,0 3-177 0 0,1-1-1 0 0,0 1 1 0 0,1-1-1 0 0,1 1 1 0 0,0 0-1 0 0,1 0 1 0 0,1-1-1 0 0,2 16 0 0 0,-2-23-149 0 0,1-1 0 0 0,0 1 0 0 0,0-1 0 0 0,1 0 0 0 0,-1 1 0 0 0,1-1 0 0 0,1 0 0 0 0,-1 0 0 0 0,1-1 0 0 0,0 1 0 0 0,0-1 0 0 0,1 0 0 0 0,-1 0 0 0 0,1 0 0 0 0,8 5 0 0 0,-9-7 65 0 0,0 0-1 0 0,1 0 1 0 0,-1-1-1 0 0,1 0 1 0 0,-1 1 0 0 0,1-2-1 0 0,0 1 1 0 0,0 0 0 0 0,0-1-1 0 0,0 0 1 0 0,0 0 0 0 0,0-1-1 0 0,0 1 1 0 0,0-1 0 0 0,0 0-1 0 0,0 0 1 0 0,1-1-1 0 0,-1 0 1 0 0,0 0 0 0 0,9-3-1 0 0,-5 1 121 0 0,-1-1-1 0 0,1 0 1 0 0,-1-1-1 0 0,1 0 1 0 0,-1-1-1 0 0,-1 1 1 0 0,1-2-1 0 0,-1 1 1 0 0,0-1-1 0 0,-1 0 1 0 0,1 0-1 0 0,-1-1 1 0 0,-1 1-1 0 0,1-1 1 0 0,-1-1-1 0 0,-1 1 0 0 0,0-1 1 0 0,0 0-1 0 0,3-11 1 0 0,-5 13-158 0 0,0 1 1 0 0,-1-1-1 0 0,0 0 0 0 0,0 1 1 0 0,0-1-1 0 0,-1 0 0 0 0,0 0 1 0 0,-1 0-1 0 0,1 1 1 0 0,-1-1-1 0 0,-1 0 0 0 0,1 0 1 0 0,-1 1-1 0 0,0-1 0 0 0,-1 1 1 0 0,1 0-1 0 0,-1 0 0 0 0,0 0 1 0 0,-1 0-1 0 0,0 0 1 0 0,0 1-1 0 0,0-1 0 0 0,0 1 1 0 0,-1 0-1 0 0,0 0 0 0 0,0 1 1 0 0,-10-7-1 0 0,2 2-855 0 0,-1 0 0 0 0,-1 1-1 0 0,0 1 1 0 0,0 0 0 0 0,-17-5 0 0 0,11 7-4898 0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52.2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70 76 9218 0 0,'-4'4'185'0'0,"1"0"0"0"0,0-1 1 0 0,0 1-1 0 0,0 1 0 0 0,0-1 0 0 0,1 0 0 0 0,-1 1 0 0 0,1-1 1 0 0,0 1-1 0 0,1 0 0 0 0,-1 0 0 0 0,-1 7 0 0 0,0-1 258 0 0,-5 15-147 0 0,1 0 0 0 0,1 0 0 0 0,1 0 0 0 0,2 1 0 0 0,1 0 0 0 0,1 0 0 0 0,3 45 0 0 0,0-56-318 0 0,0 1 0 0 0,2-1 1 0 0,-1 0-1 0 0,2 0 0 0 0,0 0 0 0 0,1 0 0 0 0,1-1 1 0 0,0 0-1 0 0,1 0 0 0 0,0-1 0 0 0,2 0 1 0 0,-1-1-1 0 0,20 21 0 0 0,-25-29-5 0 0,1-1-1 0 0,1 1 1 0 0,-1-1 0 0 0,0 0-1 0 0,1-1 1 0 0,0 1 0 0 0,0-1 0 0 0,0 0-1 0 0,0-1 1 0 0,1 1 0 0 0,-1-1-1 0 0,1 0 1 0 0,-1-1 0 0 0,1 0-1 0 0,6 1 1 0 0,-4-2 43 0 0,-1 0-1 0 0,1-1 1 0 0,-1 0 0 0 0,1 0-1 0 0,-1-1 1 0 0,1 0 0 0 0,-1-1-1 0 0,0 1 1 0 0,0-2-1 0 0,13-6 1 0 0,-9 3 93 0 0,0-1-1 0 0,-1 0 1 0 0,-1 0-1 0 0,1-1 1 0 0,-1 0 0 0 0,-1-1-1 0 0,1 0 1 0 0,-2 0 0 0 0,0-1-1 0 0,0-1 1 0 0,-1 1-1 0 0,0-1 1 0 0,-1 0 0 0 0,8-22-1 0 0,-10 18 44 0 0,-1 0 0 0 0,0 0 0 0 0,-1 0 0 0 0,-1-1 0 0 0,-1 1 0 0 0,0 0 0 0 0,-1 0 0 0 0,-1-1 0 0 0,0 1 0 0 0,-2 0 0 0 0,0 0 0 0 0,-7-19-1 0 0,3 12-88 0 0,-2 1-1 0 0,0 0 0 0 0,-2 0 1 0 0,0 1-1 0 0,-1 1 1 0 0,-1 0-1 0 0,-26-28 0 0 0,-1 12-929 0 0,11 18-3675 0 0,6 8-864 0 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52.7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9 4609 0 0,'-1'0'68'0'0,"1"-1"1"0"0,0 1-1 0 0,-1-1 1 0 0,1 1-1 0 0,0-1 1 0 0,-1 1-1 0 0,1-1 1 0 0,0 1-1 0 0,-1-1 1 0 0,1 1-1 0 0,-1 0 1 0 0,1-1-1 0 0,-1 1 1 0 0,1 0-1 0 0,-1-1 0 0 0,1 1 1 0 0,-1 0-1 0 0,0 0 1 0 0,1-1-1 0 0,-1 1 1 0 0,1 0-1 0 0,-1 0 1 0 0,1 0-1 0 0,-1 0 1 0 0,0 0-1 0 0,1 0 1 0 0,-1 0-1 0 0,1 0 1 0 0,-1 0-1 0 0,0 0 0 0 0,1 0 1 0 0,-1 0-1 0 0,1 1 1 0 0,-1-1-1 0 0,0 0 1 0 0,1 0-1 0 0,-1 0 1 0 0,1 1-1 0 0,-1-1 1 0 0,1 0-1 0 0,-1 1 1 0 0,1-1-1 0 0,-1 1 1 0 0,1-1-1 0 0,0 0 0 0 0,-1 1 1 0 0,1-1-1 0 0,0 1 1 0 0,-1-1-1 0 0,1 1 1 0 0,0-1-1 0 0,-1 1 1 0 0,1 0-1 0 0,0-1 1 0 0,0 1-1 0 0,0-1 1 0 0,-1 1-1 0 0,-1 3 318 0 0,1 0 1 0 0,-1-1-1 0 0,1 1 0 0 0,-1 0 1 0 0,1 0-1 0 0,0 0 1 0 0,1 0-1 0 0,-1 4 0 0 0,3 18 181 0 0,2 0 0 0 0,1 0 0 0 0,1 0 0 0 0,1-1 0 0 0,11 26 0 0 0,-16-46-593 0 0,0 0 0 0 0,0 0 0 0 0,0-1 0 0 0,0 1 0 0 0,1 0 0 0 0,0-1 0 0 0,0 0 0 0 0,0 1 0 0 0,1-1 0 0 0,-1-1 0 0 0,9 8 0 0 0,-10-10-36 0 0,0 0 0 0 0,0 0 0 0 0,0 0 0 0 0,0 0 0 0 0,0 0-1 0 0,0 0 1 0 0,1-1 0 0 0,-1 1 0 0 0,0-1 0 0 0,0 0 0 0 0,0 1-1 0 0,1-1 1 0 0,-1 0 0 0 0,0 0 0 0 0,0 0 0 0 0,0-1 0 0 0,1 1-1 0 0,-1-1 1 0 0,0 1 0 0 0,0-1 0 0 0,0 0 0 0 0,0 1 0 0 0,0-1-1 0 0,0 0 1 0 0,0 0 0 0 0,0-1 0 0 0,0 1 0 0 0,0 0 0 0 0,-1-1-1 0 0,4-2 1 0 0,4-5-40 0 0,-2 0 0 0 0,1 0 0 0 0,-1 0 0 0 0,0-1 0 0 0,-1 0 0 0 0,0 0 0 0 0,-1-1 0 0 0,0 0 0 0 0,0 0 0 0 0,-1 0 0 0 0,2-13 0 0 0,16-36 433 0 0,-22 60-292 0 0,0 0 1 0 0,0-1 0 0 0,0 1-1 0 0,0-1 1 0 0,0 1-1 0 0,0 0 1 0 0,0-1 0 0 0,0 1-1 0 0,0-1 1 0 0,0 1 0 0 0,1 0-1 0 0,-1-1 1 0 0,0 1-1 0 0,0 0 1 0 0,0-1 0 0 0,1 1-1 0 0,-1 0 1 0 0,0-1 0 0 0,0 1-1 0 0,1 0 1 0 0,-1-1-1 0 0,0 1 1 0 0,1 0 0 0 0,-1 0-1 0 0,0-1 1 0 0,1 1 0 0 0,-1 0-1 0 0,0 0 1 0 0,1 0-1 0 0,-1 0 1 0 0,1 0 0 0 0,-1-1-1 0 0,0 1 1 0 0,1 0-1 0 0,-1 0 1 0 0,1 0 0 0 0,-1 0-1 0 0,0 0 1 0 0,1 0 0 0 0,-1 0-1 0 0,1 0 1 0 0,-1 0-1 0 0,0 0 1 0 0,1 1 0 0 0,10 19 1423 0 0,0 33 190 0 0,15 94 130 0 0,2-53-4877 0 0,-21-79-918 0 0,1-1-1122 0 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53.12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24 1 4609 0 0,'-2'1'305'0'0,"0"1"0"0"0,0-1 0 0 0,1 1 0 0 0,-1 0 0 0 0,1 0 0 0 0,-1 0 0 0 0,1-1 1 0 0,-1 2-1 0 0,1-1 0 0 0,0 0 0 0 0,0 0 0 0 0,0 0 0 0 0,1 0 0 0 0,-1 1 0 0 0,0-1 0 0 0,1 0 0 0 0,-1 1 0 0 0,1-1 0 0 0,0 4 0 0 0,-1 2 313 0 0,1-1 1 0 0,0 0-1 0 0,0 0 0 0 0,1 1 0 0 0,2 9 0 0 0,10 26 975 0 0,25 57 1 0 0,0-4-701 0 0,-28-64-1006 0 0,63 165 1155 0 0,-25-103-2397 0 0,-33-71-1155 0 0,31 40-1 0 0,-34-51 925 0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53.4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1 248 5529 0 0,'48'-19'2735'0'0,"0"-2"-1"0"0,58-36 0 0 0,-49 25-905 0 0,22-13-238 0 0,44-23-4500 0 0,-111 62 2877 0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54.2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6449 0 0,'4'12'9041'0'0,"17"35"-6628"0"0,0 1-1904 0 0,3 24-37 0 0,19 98-1 0 0,-29-104-1368 0 0,3-1 0 0 0,30 73 0 0 0,-31-103-964 0 0,0-7-3620 0 0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54.84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78 181 4145 0 0,'-18'-32'2650'0'0,"-24"-32"1"0"0,24 38 978 0 0,49 45-308 0 0,-2 16-2724 0 0,37 56 0 0 0,-43-57-598 0 0,1-1 0 0 0,36 38 1 0 0,-59-70-86 0 0,0 1 1 0 0,1-1 0 0 0,-1 0 0 0 0,0 1-1 0 0,1-1 1 0 0,-1 0 0 0 0,1 0-1 0 0,-1 0 1 0 0,1 1 0 0 0,0-2-1 0 0,-1 1 1 0 0,1 0 0 0 0,0 0-1 0 0,0-1 1 0 0,0 1 0 0 0,-1-1 0 0 0,1 1-1 0 0,0-1 1 0 0,0 0 0 0 0,0 1-1 0 0,0-1 1 0 0,0 0 0 0 0,0-1-1 0 0,2 1 1 0 0,-1-1-28 0 0,-1-1 0 0 0,0 0 0 0 0,0 1 0 0 0,0-1 0 0 0,0 0-1 0 0,0 0 1 0 0,0 0 0 0 0,0 0 0 0 0,0 0 0 0 0,-1 0 0 0 0,1-1 0 0 0,-1 1 0 0 0,0 0 0 0 0,0-1-1 0 0,0 1 1 0 0,2-5 0 0 0,4-18-38 0 0,0 0-1 0 0,-1-1 1 0 0,4-45-1 0 0,-7 43 881 0 0,1 1 1 0 0,1 0-1 0 0,10-29 0 0 0,-14 54-621 0 0,0-1-1 0 0,-1 1 1 0 0,1 0-1 0 0,0 0 1 0 0,1 0-1 0 0,-1 0 1 0 0,0 0-1 0 0,0 0 1 0 0,1 0-1 0 0,-1 0 1 0 0,1 1-1 0 0,0-1 1 0 0,-1 1-1 0 0,1-1 1 0 0,0 1-1 0 0,0-1 1 0 0,0 1-1 0 0,4-2 1 0 0,-5 3-67 0 0,0 0 0 0 0,1 0 1 0 0,-1 0-1 0 0,0 0 0 0 0,1 0 1 0 0,-1 1-1 0 0,0-1 0 0 0,1 0 1 0 0,-1 1-1 0 0,0-1 0 0 0,0 1 1 0 0,1-1-1 0 0,-1 1 0 0 0,0-1 1 0 0,0 1-1 0 0,0 0 0 0 0,0 0 1 0 0,0 0-1 0 0,0-1 0 0 0,0 1 0 0 0,0 0 1 0 0,0 0-1 0 0,0 0 0 0 0,0 1 1 0 0,-1-1-1 0 0,1 0 0 0 0,0 0 1 0 0,-1 0-1 0 0,1 1 0 0 0,-1-1 1 0 0,1 0-1 0 0,-1 0 0 0 0,1 2 1 0 0,10 30 110 0 0,0 0 0 0 0,7 46 0 0 0,14 44-4244 0 0,-20-90-1721 0 0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55.3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5385 0 0,'11'4'480'0'0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55.67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60 138 2761 0 0,'-59'-4'10923'0'0,"88"-17"-9025"0"0,5 2-963 0 0,0 1 0 0 0,1 2 0 0 0,37-12 0 0 0,-43 19-1428 0 0,1 1 0 0 0,34-5-1 0 0,-50 11-592 0 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56.39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68 102 1840 0 0,'-24'-35'2041'0'0,"-4"-4"946"0"0,12 11 1994 0 0,46 68 541 0 0,-3-4-4842 0 0,7 24-91 0 0,51 120 0 0 0,-22-13-4144 0 0,-37-96-534 0 0,-11-32-919 0 0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56.8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1 152 6449 0 0,'12'8'975'0'0,"-1"0"-1"0"0,1 2 0 0 0,-2-1 1 0 0,1 1-1 0 0,14 19 0 0 0,-18-19-684 0 0,1 1-1 0 0,-1 1 0 0 0,-1-1 1 0 0,0 1-1 0 0,-1 0 0 0 0,5 18 0 0 0,-9-27-362 0 0,0-1-1 0 0,-1 1 0 0 0,1-1 0 0 0,0 0 0 0 0,0 1 1 0 0,1-1-1 0 0,-1 0 0 0 0,0 0 0 0 0,3 3 0 0 0,4-4-811 0 0,2-14 497 0 0,-1-8 367 0 0,-2 0 0 0 0,0-1 0 0 0,-1 0 0 0 0,4-33 0 0 0,-8 37 178 0 0,1 0 1 0 0,1 0-1 0 0,1 0 1 0 0,0 1 0 0 0,1 0-1 0 0,1 0 1 0 0,18-31-1 0 0,-24 46-69 0 0,0 0 0 0 0,0 1-1 0 0,0-1 1 0 0,0 0 0 0 0,0 1 0 0 0,0 0-1 0 0,1-1 1 0 0,-1 1 0 0 0,0 0 0 0 0,1-1-1 0 0,-1 1 1 0 0,1 0 0 0 0,0 0 0 0 0,-1 0-1 0 0,1 0 1 0 0,0 1 0 0 0,-1-1 0 0 0,1 0-1 0 0,0 1 1 0 0,0-1 0 0 0,0 1 0 0 0,0 0-1 0 0,-1-1 1 0 0,5 1 0 0 0,-3 1 51 0 0,0 1-1 0 0,0-1 1 0 0,0 1 0 0 0,0-1 0 0 0,0 1 0 0 0,-1 0-1 0 0,1 0 1 0 0,-1 0 0 0 0,1 0 0 0 0,-1 0 0 0 0,0 1-1 0 0,0-1 1 0 0,0 1 0 0 0,2 2 0 0 0,19 30 309 0 0,-1 1 1 0 0,-2 1-1 0 0,21 55 1 0 0,3 5-7342 0 0,-34-78 1438 0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57.1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1 180 3681 0 0,'58'-29'7953'0'0,"52"-26"-2758"0"0,-77 35-4454 0 0,54-24 1 0 0,-64 35-2904 0 0,41-10 0 0 0,-50 16-3008 0 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57.5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1 9218 0 0,'0'0'134'0'0,"-1"0"1"0"0,0 1-1 0 0,1-1 0 0 0,-1 0 0 0 0,1 1 1 0 0,-1-1-1 0 0,1 0 0 0 0,0 1 0 0 0,-1-1 1 0 0,1 1-1 0 0,-1-1 0 0 0,1 1 0 0 0,0-1 1 0 0,-1 1-1 0 0,1-1 0 0 0,0 1 0 0 0,-1-1 1 0 0,1 1-1 0 0,0-1 0 0 0,0 1 1 0 0,0 0-1 0 0,0-1 0 0 0,0 1 0 0 0,-1-1 1 0 0,1 2-1 0 0,1 23 3514 0 0,11 28 905 0 0,-11-50-4491 0 0,59 184 1769 0 0,-47-157-2696 0 0,1-1 0 0 0,20 31 0 0 0,-13-27-6428 0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9:28.4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40 1 4145 0 0,'-15'10'2613'0'0,"-8"8"3932"0"0,23-17-6478 0 0,0-1-1 0 0,0 0 1 0 0,-1 0-1 0 0,1 0 1 0 0,0 1-1 0 0,0-1 1 0 0,0 0-1 0 0,0 0 1 0 0,0 0-1 0 0,0 1 1 0 0,0-1-1 0 0,0 0 1 0 0,0 0-1 0 0,0 1 1 0 0,0-1-1 0 0,0 0 1 0 0,0 0-1 0 0,0 0 1 0 0,0 1-1 0 0,0-1 1 0 0,0 0-1 0 0,0 0 1 0 0,0 1-1 0 0,0-1 1 0 0,0 0-1 0 0,0 0 1 0 0,1 0-1 0 0,-1 0 1 0 0,0 1-1 0 0,0-1 1 0 0,0 0-1 0 0,0 0 1 0 0,0 0-1 0 0,1 0 1 0 0,-1 1-1 0 0,0-1 0 0 0,0 0 1 0 0,19 5 785 0 0,34-5-429 0 0,-24 0-1460 0 0,0 1-3521 0 0,-11 2-399 0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9:28.8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0 100 6913 0 0,'27'-14'1582'0'0,"0"1"0"0"0,0 1 0 0 0,57-16-1 0 0,-26 13-2326 0 0,-2 2-3707 0 0,-33 9 1546 0 0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9:29.2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164 29 6449 0 0,'15'-29'7168'0'0,"-18"45"-5006"0"0,-82 322 2449 0 0,48-185-4229 0 0,30-125-381 0 0,-9 38 75 0 0,-11 84 1 0 0,25-132-135 0 0,1 1 0 0 0,0 0-1 0 0,1 0 1 0 0,2 0 0 0 0,-1-1 0 0 0,2 1 0 0 0,1 0 0 0 0,0-1 0 0 0,10 26-1 0 0,-13-42-103 0 0,-1 0-147 0 0,1 0-1 0 0,0 0 1 0 0,0 0 0 0 0,0 0-1 0 0,0-1 1 0 0,0 1 0 0 0,0 0-1 0 0,1 0 1 0 0,-1-1 0 0 0,1 1 0 0 0,1 1-1 0 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9:29.55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27 4609 0 0,'0'-1'82'0'0,"-1"1"0"0"0,1 0 0 0 0,0 0 0 0 0,-1 0 0 0 0,1-1 0 0 0,-1 1 0 0 0,1 0 0 0 0,0-1 0 0 0,-1 1 0 0 0,1 0 0 0 0,-1-1 0 0 0,1 1 0 0 0,0 0 0 0 0,0-1 0 0 0,-1 1 0 0 0,1-1 0 0 0,0 1 0 0 0,0 0 0 0 0,-1-1 0 0 0,1 1 0 0 0,0-1 0 0 0,0 1 0 0 0,0-1 0 0 0,0 1 0 0 0,0-1 0 0 0,0 1 0 0 0,0-1 0 0 0,0 1 0 0 0,0-1 0 0 0,0 1 0 0 0,0-1 0 0 0,0 1 0 0 0,0-1 0 0 0,0 1 0 0 0,0-1 0 0 0,0 1 0 0 0,0-1 0 0 0,1 1 0 0 0,-1 0 0 0 0,0-1 0 0 0,0 1 0 0 0,1-1 0 0 0,-1 1 0 0 0,0-1 0 0 0,1 1 0 0 0,-1 0 0 0 0,0-1 0 0 0,1 1 0 0 0,-1 0 0 0 0,0 0 0 0 0,1-1 0 0 0,-1 1 0 0 0,1 0 0 0 0,-1 0 0 0 0,1-1 0 0 0,-1 1 0 0 0,1 0 0 0 0,-1 0 0 0 0,1 0 0 0 0,1-1 192 0 0,-1 0 0 0 0,1 1 0 0 0,-1-1 0 0 0,1 1 0 0 0,0 0 0 0 0,-1-1 0 0 0,1 1 0 0 0,-1 0 0 0 0,1 0 0 0 0,-1 0 0 0 0,1 0 0 0 0,0 0 0 0 0,-1 0 0 0 0,1 1 0 0 0,-1-1 0 0 0,1 1 0 0 0,-1-1 0 0 0,1 1 0 0 0,-1-1 0 0 0,4 2 0 0 0,3 6 191 0 0,0 0 0 0 0,0 0 0 0 0,-1 1 0 0 0,0 0 0 0 0,0 0 0 0 0,7 16 0 0 0,29 64 240 0 0,-33-67-501 0 0,34 83 36 0 0,14 28-620 0 0,-13-48-4291 0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9:29.90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83 5529 0 0,'-15'0'1223'0'0,"20"-4"752"0"0,32-11 1936 0 0,-24 10-3137 0 0,82-42 1712 0 0,-72 35-8094 0 0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9:30.2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370 1 6449 0 0,'-5'1'312'0'0,"1"-1"0"0"0,0 1-1 0 0,0 0 1 0 0,0 1 0 0 0,1-1-1 0 0,-1 1 1 0 0,0-1-1 0 0,0 1 1 0 0,1 1 0 0 0,-1-1-1 0 0,1 0 1 0 0,-6 6 0 0 0,-37 37 1131 0 0,43-41-1247 0 0,-17 20 241 0 0,1 1-1 0 0,1 1 1 0 0,1 1-1 0 0,1 1 1 0 0,1 0 0 0 0,-20 60-1 0 0,6 2 115 0 0,-17 97-1 0 0,27-99-151 0 0,-11 152 1 0 0,28-198-349 0 0,2-1 0 0 0,2 1 1 0 0,1-1-1 0 0,2 0 1 0 0,2 0-1 0 0,12 40 1 0 0,-11-56 17 0 0,2-1 1 0 0,0-1-1 0 0,2 0 0 0 0,0 0 1 0 0,1-1-1 0 0,2-1 1 0 0,0 0-1 0 0,1-1 1 0 0,1-1-1 0 0,1 0 0 0 0,0-1 1 0 0,2-1-1 0 0,0-1 1 0 0,1-1-1 0 0,0-1 1 0 0,1 0-1 0 0,1-2 0 0 0,0-1 1 0 0,0 0-1 0 0,31 8 1 0 0,-30-12-467 0 0,0-2 1 0 0,0 0 0 0 0,0-1 0 0 0,1-2-1 0 0,0 0 1 0 0,-1-2 0 0 0,50-5-1 0 0,-40-1-5384 0 0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9:31.9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34 32 5529 0 0,'-6'-7'1119'0'0,"5"5"-730"0"0,0 0 0 0 0,-1 0 0 0 0,1 1 0 0 0,0-1 0 0 0,0 0 0 0 0,-1 1-1 0 0,1-1 1 0 0,-1 1 0 0 0,0 0 0 0 0,1-1 0 0 0,-1 1 0 0 0,0 0 0 0 0,0 0 0 0 0,1 0 0 0 0,-4-1 0 0 0,5 5 61 0 0,0 1 0 0 0,0 0 0 0 0,1-1 0 0 0,0 0 0 0 0,0 1 0 0 0,0-1 0 0 0,2 6 0 0 0,-3-9-387 0 0,3 8 98 0 0,31 89 1049 0 0,34 160 1 0 0,-55-181-1488 0 0,13 69 345 0 0,-19-119-2917 0 0,16 40 0 0 0,-12-41-2830 0 0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9:32.3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0 123 4145 0 0,'16'10'2887'0'0,"-8"-7"-2198"0"0,1 1-1 0 0,-1 0 1 0 0,0 1 0 0 0,0 0-1 0 0,-1 0 1 0 0,0 1-1 0 0,0-1 1 0 0,10 12-1 0 0,-6-5-383 0 0,-1 1 0 0 0,-1 1 0 0 0,15 27-1 0 0,-23-38-301 0 0,0-1 0 0 0,0 1 0 0 0,1-1 0 0 0,0 1 0 0 0,-1-1 0 0 0,1 0 0 0 0,0 0 0 0 0,0 1-1 0 0,0-2 1 0 0,0 1 0 0 0,0 0 0 0 0,3 2 0 0 0,-4-4-13 0 0,0 0 0 0 0,-1 0-1 0 0,1 0 1 0 0,-1 1 0 0 0,1-1-1 0 0,0 0 1 0 0,-1 0 0 0 0,1 0 0 0 0,0 0-1 0 0,-1 0 1 0 0,1 0 0 0 0,-1 0 0 0 0,1 0-1 0 0,0-1 1 0 0,-1 1 0 0 0,1 0-1 0 0,-1 0 1 0 0,1 0 0 0 0,-1-1 0 0 0,1 1-1 0 0,1-1 1 0 0,12-18-570 0 0,-8 1 115 0 0,0 1-1 0 0,0-1 0 0 0,-2-1 1 0 0,4-30-1 0 0,-6 34 550 0 0,0 0 0 0 0,1 0 0 0 0,0 0 0 0 0,2 0 0 0 0,0 0 0 0 0,0 1 0 0 0,11-20 0 0 0,-16 33-51 0 0,1 0 1 0 0,-1 0-1 0 0,1 0 0 0 0,-1 0 1 0 0,1 0-1 0 0,-1 0 0 0 0,1 0 1 0 0,-1 1-1 0 0,1-1 0 0 0,0 0 1 0 0,-1 0-1 0 0,1 1 0 0 0,0-1 1 0 0,0 0-1 0 0,-1 1 0 0 0,1-1 1 0 0,0 1-1 0 0,0-1 0 0 0,0 1 1 0 0,0 0-1 0 0,0-1 0 0 0,0 1 1 0 0,0 0-1 0 0,0-1 1 0 0,0 1-1 0 0,0 0 0 0 0,0 0 1 0 0,0 0-1 0 0,0 0 0 0 0,0 0 1 0 0,0 0-1 0 0,0 0 0 0 0,0 0 1 0 0,0 1-1 0 0,0-1 0 0 0,-1 0 1 0 0,1 0-1 0 0,0 1 0 0 0,0-1 1 0 0,0 1-1 0 0,0-1 0 0 0,0 1 1 0 0,0-1-1 0 0,0 1 0 0 0,-1 0 1 0 0,1-1-1 0 0,0 1 0 0 0,-1 0 1 0 0,1-1-1 0 0,0 1 0 0 0,-1 0 1 0 0,1 0-1 0 0,-1 0 1 0 0,1 1-1 0 0,5 6 222 0 0,-1 0 0 0 0,-1 1 0 0 0,0 0 1 0 0,4 11-1 0 0,16 62 1104 0 0,-19-60-1256 0 0,1 0 0 0 0,1-1-1 0 0,1 0 1 0 0,16 29-1 0 0,-11-31-456 0 0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9:33.38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 68 5985 0 0,'-21'8'2981'0'0,"34"-17"1053"0"0,25-11-1839 0 0,24-12-972 0 0,-18 18-6080 0 0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9:33.8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74 3681 0 0,'31'-15'2270'0'0,"-1"1"-1"0"0,54-16 1 0 0,-67 26-2792 0 0,0 0-1 0 0,0 2 1 0 0,1 0-1 0 0,17 0 1 0 0,-22 2-2859 0 0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9:34.27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 0 5985 0 0,'-3'4'382'0'0,"1"0"-1"0"0,0-1 1 0 0,0 1-1 0 0,0 0 1 0 0,0 0-1 0 0,1 0 1 0 0,0 0-1 0 0,0 0 0 0 0,0 1 1 0 0,0-1-1 0 0,0 0 1 0 0,1 0-1 0 0,0 1 1 0 0,0-1-1 0 0,0 0 1 0 0,1 5-1 0 0,1 12 1777 0 0,8 38-1 0 0,2-22-1706 0 0,-3-13-5143 0 0,-1-8-690 0 0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9:34.62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84 5985 0 0,'17'-10'1769'0'0,"21"-5"-268"0"0,0 1 1 0 0,1 2-1 0 0,1 2 1 0 0,60-8-1 0 0,-72 15-1719 0 0,1 2-1 0 0,0 0 0 0 0,-1 2 1 0 0,33 5-1 0 0,-43-3-4907 0 0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9:35.1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0 3681 0 0,'-2'1'3519'0'0,"5"5"-1313"0"0,-2 0-1148 0 0,9 188 4301 0 0,2 15-4436 0 0,7-35-1093 0 0,-11-99-4559 0 0,-4-35-365 0 0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9:35.5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48 3681 0 0,'3'-1'259'0'0,"-1"-1"0"0"0,1 1 0 0 0,0 0 0 0 0,0 0 0 0 0,-1 0 0 0 0,1 1 0 0 0,0-1 0 0 0,0 1 0 0 0,0-1 0 0 0,0 1 0 0 0,0 0 1 0 0,0 0-1 0 0,0 0 0 0 0,-1 1 0 0 0,1-1 0 0 0,0 1 0 0 0,0 0 0 0 0,0-1 0 0 0,0 1 0 0 0,-1 0 0 0 0,1 1 0 0 0,0-1 0 0 0,-1 0 0 0 0,4 3 0 0 0,-3-1-43 0 0,1 0-1 0 0,0 1 1 0 0,-1-1-1 0 0,0 1 1 0 0,0 0 0 0 0,0 0-1 0 0,0 0 1 0 0,-1 0-1 0 0,1 0 1 0 0,-1 1-1 0 0,0-1 1 0 0,0 1-1 0 0,1 7 1 0 0,5 23 322 0 0,3 38 0 0 0,6 28-482 0 0,-17-100-76 0 0,0 1 0 0 0,0-1 0 0 0,0 0-1 0 0,1 0 1 0 0,-1 0 0 0 0,0 0 0 0 0,1 0 0 0 0,-1 0 0 0 0,1 0 0 0 0,-1 0-1 0 0,1 0 1 0 0,0 0 0 0 0,-1 0 0 0 0,1 0 0 0 0,0 0 0 0 0,0 0 0 0 0,-1-1-1 0 0,1 1 1 0 0,2 1 0 0 0,-2-2-37 0 0,-1 0 0 0 0,1 0 0 0 0,0 0 0 0 0,-1 0 0 0 0,1 0 0 0 0,0 0 1 0 0,-1 0-1 0 0,1-1 0 0 0,0 1 0 0 0,-1 0 0 0 0,1 0 0 0 0,-1-1 0 0 0,1 1 0 0 0,0 0 0 0 0,-1-1 0 0 0,1 1 0 0 0,-1-1 0 0 0,1 1 0 0 0,-1-1 0 0 0,1 1 0 0 0,-1-1 0 0 0,0 1 0 0 0,1-2 0 0 0,3-3-361 0 0,-1 0-1 0 0,1-1 1 0 0,-2 0-1 0 0,1 0 1 0 0,3-9-1 0 0,13-77-1927 0 0,-16 72 2429 0 0,0 1 0 0 0,1 0 0 0 0,1-1 0 0 0,1 1 0 0 0,1 1 0 0 0,0 0 0 0 0,13-23 0 0 0,-19 39 72 0 0,0 0-1 0 0,0 1 0 0 0,0-1 1 0 0,1 0-1 0 0,-1 0 0 0 0,0 1 1 0 0,1-1-1 0 0,-1 1 0 0 0,1 0 1 0 0,-1-1-1 0 0,1 1 0 0 0,0 0 1 0 0,0 0-1 0 0,-1 0 0 0 0,1 0 1 0 0,0 0-1 0 0,0 0 0 0 0,0 0 1 0 0,0 1-1 0 0,0-1 0 0 0,0 1 1 0 0,0 0-1 0 0,0-1 0 0 0,0 1 1 0 0,0 0-1 0 0,3 0 0 0 0,-2 1 73 0 0,0 1 0 0 0,0-1 0 0 0,0 0 0 0 0,-1 1-1 0 0,1-1 1 0 0,0 1 0 0 0,-1 0 0 0 0,0 0 0 0 0,1 0 0 0 0,-1 0-1 0 0,0 0 1 0 0,0 1 0 0 0,0-1 0 0 0,0 1 0 0 0,0-1 0 0 0,-1 1-1 0 0,2 3 1 0 0,8 15 20 0 0,-1 1-1 0 0,9 30 0 0 0,2 14-2558 0 0,-13-39 303 0 0,-1-5-2873 0 0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9:35.98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44 6913 0 0,'8'0'327'0'0,"-1"0"-1"0"0,1-1 0 0 0,0 0 0 0 0,-1 0 1 0 0,1-1-1 0 0,-1 1 0 0 0,1-2 1 0 0,-1 1-1 0 0,7-4 0 0 0,25-6 115 0 0,-24 8-445 0 0,-6 2-79 0 0,0-1-1 0 0,0 1 1 0 0,0 1-1 0 0,1 0 1 0 0,-1 0-1 0 0,0 1 1 0 0,0 0-1 0 0,1 0 1 0 0,9 3-1 0 0,-12-1 84 0 0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9:36.3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177 115 4145 0 0,'-109'-70'3172'0'0,"41"26"5947"0"0,108 64-7602 0 0,-7 5-1096 0 0,-1 1 1 0 0,-2 2-1 0 0,-1 1 0 0 0,-1 2 0 0 0,-1 0 0 0 0,28 46 1 0 0,-27-34-226 0 0,-2 2 0 0 0,-2 1 1 0 0,-2 1-1 0 0,25 80 0 0 0,-34-79-99 0 0,-2 0-1 0 0,-2 1 1 0 0,-2 0-1 0 0,-3 0 1 0 0,-2 1-1 0 0,-2 0 1 0 0,-10 81-1 0 0,1-64-620 0 0,-30 100-1 0 0,-41 58-5300 0 0,38-132-962 0 0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9:55.6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46 22 1376 0 0,'0'0'107'0'0,"-3"2"223"0"0,1-1 0 0 0,0 1 0 0 0,-1 0 0 0 0,1 0 0 0 0,0 0 0 0 0,0 0 0 0 0,0 0 1 0 0,0 0-1 0 0,1 0 0 0 0,-1 0 0 0 0,-2 6 0 0 0,0-3 477 0 0,3-4-475 0 0,-1 2 1 0 0,1-1-1 0 0,-1 0 1 0 0,1 0-1 0 0,0 0 1 0 0,-1 1-1 0 0,1-1 0 0 0,0 1 1 0 0,1-1-1 0 0,-1 1 1 0 0,0-1-1 0 0,0 6 1 0 0,1-8-228 0 0,1 1 0 0 0,-1 0 0 0 0,0 0 1 0 0,1 0-1 0 0,-1 0 0 0 0,1 0 0 0 0,-1 0 0 0 0,1 0 1 0 0,0-1-1 0 0,-1 1 0 0 0,1 0 0 0 0,0 0 1 0 0,0-1-1 0 0,-1 1 0 0 0,1-1 0 0 0,0 1 0 0 0,0-1 1 0 0,0 1-1 0 0,0-1 0 0 0,0 1 0 0 0,-1-1 0 0 0,1 0 1 0 0,0 1-1 0 0,0-1 0 0 0,0 0 0 0 0,0 0 0 0 0,0 0 1 0 0,0 0-1 0 0,0 1 0 0 0,0-2 0 0 0,0 1 0 0 0,0 0 1 0 0,0 0-1 0 0,2-1 0 0 0,6 1 74 0 0,0-1 1 0 0,0 0-1 0 0,0 0 0 0 0,-1-1 0 0 0,1-1 1 0 0,-1 1-1 0 0,1-1 0 0 0,-1-1 0 0 0,14-7 1 0 0,2-4-899 0 0,38-31 0 0 0,-50 37 268 0 0,-3 1-465 0 0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9:56.5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3833 0 0,'0'0'297'0'0,"10"36"5098"0"0,-5 35-1055 0 0,-4-40-4020 0 0,1 1 0 0 0,1-1 0 0 0,2 0 0 0 0,12 40 0 0 0,-16-68-645 0 0,0-1 0 0 0,0 1 0 0 0,0 0 0 0 0,0-1 0 0 0,1 1 0 0 0,-1-1 0 0 0,1 1 0 0 0,2 2 0 0 0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0:00.9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61 6913 0 0,'0'-3'184'0'0,"1"1"-1"0"0,-1-1 1 0 0,0 0-1 0 0,1 1 0 0 0,0-1 1 0 0,-1 0-1 0 0,1 1 0 0 0,0-1 1 0 0,0 1-1 0 0,1 0 0 0 0,-1-1 1 0 0,0 1-1 0 0,1 0 0 0 0,0 0 1 0 0,-1-1-1 0 0,1 1 1 0 0,0 1-1 0 0,0-1 0 0 0,0 0 1 0 0,0 0-1 0 0,0 1 0 0 0,1-1 1 0 0,-1 1-1 0 0,0 0 0 0 0,1 0 1 0 0,-1 0-1 0 0,1 0 1 0 0,-1 0-1 0 0,1 0 0 0 0,0 0 1 0 0,-1 1-1 0 0,1 0 0 0 0,0-1 1 0 0,-1 1-1 0 0,1 0 0 0 0,0 0 1 0 0,-1 1-1 0 0,1-1 0 0 0,0 0 1 0 0,-1 1-1 0 0,1 0 1 0 0,-1-1-1 0 0,1 1 0 0 0,-1 0 1 0 0,1 0-1 0 0,2 2 0 0 0,1 3 29 0 0,0 0 0 0 0,0 0 1 0 0,0 1-1 0 0,-1-1 0 0 0,0 1 0 0 0,0 0 0 0 0,-1 1 0 0 0,0-1 0 0 0,0 1 0 0 0,4 13 0 0 0,2 9 217 0 0,9 45 1 0 0,5 68 62 0 0,7 205 1 0 0,-21-198-343 0 0,32 172 0 0 0,-30-268 64 0 0,-4-20-79 0 0,6 52 0 0 0,-17-62-84 0 0,2-17-149 0 0,3-9-383 0 0,-2 1 216 0 0,0-3-1185 0 0,8-40-1844 0 0,-1 12-3226 0 0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0:01.3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0 121 1376 0 0,'29'-8'4564'0'0,"19"-7"-978"0"0,52-9 0 0 0,-55 16-2719 0 0,1 2 0 0 0,-1 3 0 0 0,48 1 0 0 0,391 27 489 0 0,-415-20-1331 0 0,0-2 0 0 0,0-4 0 0 0,0-3 0 0 0,-1-3 0 0 0,1-2 0 0 0,111-32 0 0 0,-164 36-301 0 0,58-13 516 0 0,-70 17-574 0 0,1 1 1 0 0,0-1-1 0 0,0 1 1 0 0,0 0-1 0 0,0 0 1 0 0,0 1-1 0 0,0-1 1 0 0,0 1-1 0 0,0 0 0 0 0,0 0 1 0 0,0 1-1 0 0,6 2 1 0 0,-3 2-979 0 0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0:01.6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9 145 3225 0 0,'-3'-17'2'0'0,"0"-1"1"0"0,1 1-1 0 0,1 0 1 0 0,2-29 0 0 0,10 16 12132 0 0,4 91-10130 0 0,-11-42-1192 0 0,17 90 38 0 0,8 129 0 0 0,5 39 180 0 0,-33-270-1043 0 0,8 31-295 0 0,-9-36 255 0 0,0-1-1 0 0,1 1 1 0 0,0 0 0 0 0,-1 0-1 0 0,1 0 1 0 0,0 0-1 0 0,0 0 1 0 0,0-1-1 0 0,0 1 1 0 0,0 0 0 0 0,1-1-1 0 0,-1 1 1 0 0,0-1-1 0 0,3 2 1 0 0,-4-2-21 0 0,1-1 0 0 0,-1 0 0 0 0,0 0 0 0 0,0 0 0 0 0,1 0 0 0 0,-1 0 0 0 0,0-1 0 0 0,0 1 0 0 0,1 0 1 0 0,-1 0-1 0 0,0 0 0 0 0,0 0 0 0 0,1 0 0 0 0,-1 0 0 0 0,0 0 0 0 0,0 0 0 0 0,1 0 0 0 0,-1-1 0 0 0,0 1 0 0 0,0 0 0 0 0,0 0 0 0 0,1 0 0 0 0,-1-1 0 0 0,0 1 0 0 0,0 0 0 0 0,0 0 1 0 0,0 0-1 0 0,0-1 0 0 0,1 1 0 0 0,-1 0 0 0 0,0 0 0 0 0,0-1 0 0 0,0 1 0 0 0,0 0 0 0 0,0-1 0 0 0,3-8-1293 0 0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0:02.1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131 78 2304 0 0,'-24'-27'1689'0'0,"19"21"-1156"0"0,1 0 0 0 0,-1 0-1 0 0,-1 1 1 0 0,1 0 0 0 0,-1 0 0 0 0,-6-4 0 0 0,10 7-258 0 0,-1 1 0 0 0,0 0 1 0 0,1 0-1 0 0,-1 0 0 0 0,0 0 1 0 0,1 1-1 0 0,-1-1 1 0 0,0 1-1 0 0,0-1 0 0 0,0 1 1 0 0,0 0-1 0 0,1 0 1 0 0,-1 0-1 0 0,0 1 0 0 0,0-1 1 0 0,0 1-1 0 0,0-1 0 0 0,1 1 1 0 0,-1 0-1 0 0,-5 6 2517 0 0,8-7-2744 0 0,9 6 1172 0 0,19 5-688 0 0,-20-9-222 0 0,152 75 903 0 0,-111-51-1206 0 0,1-2 0 0 0,1-3-1 0 0,85 25 1 0 0,-118-43-8 0 0,0-1 1 0 0,1-1-1 0 0,-1-1 0 0 0,0 0 0 0 0,0-1 1 0 0,26-6-1 0 0,26 0 161 0 0,-68 7-152 0 0,-1-1 0 0 0,1 1 0 0 0,-1 0 0 0 0,1 0 0 0 0,0 0-1 0 0,-1 0 1 0 0,1 0 0 0 0,-1 1 0 0 0,1-1 0 0 0,-1 0 0 0 0,1 1 0 0 0,-1-1 0 0 0,1 1 0 0 0,-1 0 0 0 0,0-1 0 0 0,1 1 0 0 0,1 1 0 0 0,-3-1 6 0 0,1-1 0 0 0,-1 1 1 0 0,0 0-1 0 0,1 0 0 0 0,-1-1 1 0 0,0 1-1 0 0,1 0 1 0 0,-1 0-1 0 0,0-1 0 0 0,0 1 1 0 0,0 0-1 0 0,0 0 0 0 0,0 0 1 0 0,0-1-1 0 0,0 1 0 0 0,0 0 1 0 0,0 0-1 0 0,0 0 0 0 0,0-1 1 0 0,-1 1-1 0 0,1 0 0 0 0,0 0 1 0 0,-1 1-1 0 0,-3 6 128 0 0,-1 0-1 0 0,0-1 1 0 0,0 1 0 0 0,-10 10-1 0 0,7-8-65 0 0,-25 28 283 0 0,-2-3 0 0 0,-1 0 0 0 0,-47 34 0 0 0,39-34-1682 0 0,1 3 0 0 0,-38 42 0 0 0,63-59-5364 0 0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0:09.18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53 71 3681 0 0,'-5'-2'537'0'0,"1"0"-1"0"0,-1-1 1 0 0,0 1 0 0 0,1-1-1 0 0,0 0 1 0 0,-1 0 0 0 0,1 0 0 0 0,-4-5-1 0 0,7 7-441 0 0,0 0 0 0 0,1 1 0 0 0,-1-1 0 0 0,0 0 0 0 0,1 1 0 0 0,-1-1 0 0 0,1 0 0 0 0,-1 0 0 0 0,1 0 0 0 0,-1 0 0 0 0,1 1 0 0 0,-1-1 0 0 0,1 0 0 0 0,0 0 0 0 0,0 0 0 0 0,-1 0 0 0 0,1 0 0 0 0,0 0 0 0 0,0 0 0 0 0,0 0 0 0 0,0 0 0 0 0,0 0-1 0 0,0 0 1 0 0,0 0 0 0 0,1 0 0 0 0,-1 0 0 0 0,0 0 0 0 0,0 0 0 0 0,1 1 0 0 0,-1-1 0 0 0,0 0 0 0 0,1 0 0 0 0,-1 0 0 0 0,1 0 0 0 0,-1 0 0 0 0,1 1 0 0 0,0-1 0 0 0,-1 0 0 0 0,1 1 0 0 0,0-1 0 0 0,0 0 0 0 0,-1 1 0 0 0,1-1 0 0 0,0 1 0 0 0,0-1 0 0 0,0 1 0 0 0,0-1 0 0 0,-1 1 0 0 0,1 0 0 0 0,0-1 0 0 0,2 1 0 0 0,-2-1-14 0 0,1 1 0 0 0,-1 0 1 0 0,0 0-1 0 0,1 0 1 0 0,-1-1-1 0 0,1 1 1 0 0,-1 1-1 0 0,0-1 1 0 0,1 0-1 0 0,-1 0 1 0 0,0 0-1 0 0,1 1 1 0 0,-1-1-1 0 0,0 1 1 0 0,1-1-1 0 0,-1 1 1 0 0,0-1-1 0 0,0 1 1 0 0,0 0-1 0 0,1-1 0 0 0,-1 1 1 0 0,0 0-1 0 0,0 0 1 0 0,0 0-1 0 0,0 0 1 0 0,0 0-1 0 0,-1 0 1 0 0,1 0-1 0 0,0 0 1 0 0,0 1-1 0 0,-1-1 1 0 0,1 0-1 0 0,-1 0 1 0 0,1 1-1 0 0,-1-1 1 0 0,1 2-1 0 0,3 6 190 0 0,-1 0-1 0 0,0 0 1 0 0,3 18-1 0 0,0 26 163 0 0,-2 0 0 0 0,-3 1 0 0 0,-11 102 0 0 0,1-20-2246 0 0,9-118-2496 0 0,0-4-1357 0 0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0:09.58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37 129 1376 0 0,'-10'4'3095'0'0,"9"-4"-2961"0"0,0 1 0 0 0,0-1 1 0 0,0 1-1 0 0,0-1 0 0 0,0 0 0 0 0,0 1 0 0 0,1-1 1 0 0,-1 1-1 0 0,0 0 0 0 0,0-1 0 0 0,1 1 0 0 0,-1 0 1 0 0,0-1-1 0 0,1 1 0 0 0,-1 0 0 0 0,1 0 0 0 0,-1 0 1 0 0,1-1-1 0 0,-1 1 0 0 0,1 0 0 0 0,0 0 0 0 0,-1 1 1 0 0,-2 9 17 0 0,0 0 1 0 0,1 1 0 0 0,1-1 0 0 0,0 0 0 0 0,0 1 0 0 0,1-1 0 0 0,3 23 0 0 0,-2-14 236 0 0,0-5-189 0 0,1 0 1 0 0,0 0 0 0 0,1 0-1 0 0,0 0 1 0 0,1-1-1 0 0,1 1 1 0 0,7 14-1 0 0,-11-25-181 0 0,1-1-1 0 0,-1 0 0 0 0,1 0 1 0 0,0 0-1 0 0,0 0 1 0 0,0 0-1 0 0,0 0 0 0 0,1-1 1 0 0,-1 1-1 0 0,1-1 1 0 0,-1 1-1 0 0,1-1 1 0 0,0 0-1 0 0,0 0 0 0 0,0 0 1 0 0,0 0-1 0 0,0-1 1 0 0,1 1-1 0 0,-1-1 0 0 0,0 0 1 0 0,1 0-1 0 0,-1 0 1 0 0,1 0-1 0 0,-1-1 1 0 0,1 1-1 0 0,-1-1 0 0 0,1 0 1 0 0,-1 0-1 0 0,1 0 1 0 0,-1-1-1 0 0,1 1 0 0 0,-1-1 1 0 0,1 0-1 0 0,-1 0 1 0 0,7-3-1 0 0,-2 0 37 0 0,1 0 1 0 0,-1-1-1 0 0,-1 0 1 0 0,1-1-1 0 0,-1 0 0 0 0,0 0 1 0 0,0 0-1 0 0,-1-1 0 0 0,0 0 1 0 0,0 0-1 0 0,0-1 0 0 0,-1 0 1 0 0,0 0-1 0 0,-1 0 1 0 0,6-13-1 0 0,1-8 159 0 0,0 0 1 0 0,-2-1-1 0 0,7-39 0 0 0,-12 55-123 0 0,-2-1-1 0 0,1 1 1 0 0,-2 0-1 0 0,0-1 1 0 0,-1 1-1 0 0,-2-21 1 0 0,1 32-65 0 0,1 0 1 0 0,-1-1 0 0 0,0 1-1 0 0,0 0 1 0 0,0 0 0 0 0,0 0-1 0 0,-1 0 1 0 0,1 0 0 0 0,-1 0-1 0 0,0 1 1 0 0,0-1 0 0 0,0 0-1 0 0,0 1 1 0 0,0-1 0 0 0,-1 1-1 0 0,1 0 1 0 0,-1 0 0 0 0,1 0-1 0 0,-1 0 1 0 0,0 0 0 0 0,0 1-1 0 0,0-1 1 0 0,0 1 0 0 0,0 0-1 0 0,0-1 1 0 0,0 1 0 0 0,0 1-1 0 0,0-1 1 0 0,-1 0 0 0 0,1 1-1 0 0,0 0 1 0 0,0 0 0 0 0,-7 0-1 0 0,-5 1 36 0 0,-1 1-1 0 0,1 0 0 0 0,0 1 0 0 0,0 0 0 0 0,0 1 0 0 0,1 1 0 0 0,0 1 0 0 0,-1 0 0 0 0,2 0 1 0 0,-22 15-1 0 0,11-5-5556 0 0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0:10.1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5 152 920 0 0,'-2'-9'1298'0'0,"1"1"0"0"0,0-1 0 0 0,0 0 0 0 0,1 1 0 0 0,0-1 0 0 0,3-16 0 0 0,-1 20-881 0 0,1 0 0 0 0,-1 0-1 0 0,1 0 1 0 0,1 1 0 0 0,-1-1 0 0 0,1 1-1 0 0,0 0 1 0 0,7-6 0 0 0,-8 7-262 0 0,0 0 0 0 0,1 0-1 0 0,-1 1 1 0 0,0 0 0 0 0,1 0 0 0 0,-1 0 0 0 0,1 0 0 0 0,0 0 0 0 0,0 1-1 0 0,0-1 1 0 0,0 1 0 0 0,6-1 0 0 0,-8 2-127 0 0,-1 0 1 0 0,1 1-1 0 0,-1-1 1 0 0,1 1-1 0 0,0-1 1 0 0,-1 1-1 0 0,1 0 0 0 0,-1-1 1 0 0,1 1-1 0 0,-1 0 1 0 0,0 0-1 0 0,1 0 0 0 0,-1 0 1 0 0,0 0-1 0 0,0 0 1 0 0,0 1-1 0 0,1-1 0 0 0,-1 0 1 0 0,0 1-1 0 0,-1-1 1 0 0,1 0-1 0 0,0 1 1 0 0,0-1-1 0 0,-1 1 0 0 0,1-1 1 0 0,-1 1-1 0 0,1 0 1 0 0,-1-1-1 0 0,1 1 0 0 0,-1 0 1 0 0,0-1-1 0 0,0 1 1 0 0,0 2-1 0 0,1 7-22 0 0,-1 1 1 0 0,0 0-1 0 0,-2 15 0 0 0,2-23 21 0 0,-5 22-40 0 0,-2 21-29 0 0,7-45 40 0 0,0 1 0 0 0,0-1 0 0 0,0 1 1 0 0,0-1-1 0 0,0 1 0 0 0,1-1 0 0 0,-1 1 0 0 0,1-1 1 0 0,-1 1-1 0 0,1-1 0 0 0,0 0 0 0 0,0 1 0 0 0,2 3 1 0 0,-2-5-2 0 0,0-1 0 0 0,0 1 1 0 0,1 0-1 0 0,-1 0 0 0 0,0-1 1 0 0,0 1-1 0 0,1 0 0 0 0,-1-1 1 0 0,0 1-1 0 0,1-1 0 0 0,-1 0 1 0 0,1 1-1 0 0,-1-1 0 0 0,0 0 1 0 0,1 0-1 0 0,-1 0 0 0 0,1 0 1 0 0,-1 0-1 0 0,1 0 0 0 0,-1-1 1 0 0,0 1-1 0 0,1 0 0 0 0,2-2 1 0 0,34-12-76 0 0,-34 12 76 0 0,16-8-23 0 0,33-13-26 0 0,-48 21 56 0 0,-1 1 1 0 0,0 0 0 0 0,1 0-1 0 0,-1 0 1 0 0,1 0 0 0 0,-1 0 0 0 0,1 1-1 0 0,-1 0 1 0 0,8 1 0 0 0,-11-1-2 0 0,0 1-1 0 0,1-1 1 0 0,-1 1 0 0 0,1-1 0 0 0,-1 1-1 0 0,0 0 1 0 0,0 0 0 0 0,1-1 0 0 0,-1 1-1 0 0,0 0 1 0 0,0 0 0 0 0,0 0 0 0 0,0 0-1 0 0,0 1 1 0 0,0-1 0 0 0,0 0 0 0 0,-1 0-1 0 0,1 1 1 0 0,0-1 0 0 0,-1 0 0 0 0,1 1-1 0 0,-1-1 1 0 0,1 0 0 0 0,-1 1 0 0 0,0-1-1 0 0,1 1 1 0 0,-1-1 0 0 0,0 1 0 0 0,0-1-1 0 0,0 1 1 0 0,0-1 0 0 0,0 1 0 0 0,0-1-1 0 0,-1 0 1 0 0,0 3 0 0 0,0 7 69 0 0,-2 1-1 0 0,0-1 1 0 0,-5 16 0 0 0,4-18-30 0 0,-3 10 61 0 0,-1-1-1 0 0,0-1 0 0 0,-21 31 1 0 0,9-15-1827 0 0,11-18-3964 0 0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0:10.49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478 68 6449 0 0,'16'-37'658'0'0,"-2"7"3468"0"0,-76 193 4672 0 0,-19 100-7881 0 0,39-124-82 0 0,-64 235-1138 0 0,-79 525 0 0 0,161-705-2399 0 0,16-112 1311 0 0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0:10.8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98 5 5065 0 0,'0'0'107'0'0,"0"-1"-1"0"0,-1 1 1 0 0,1 0 0 0 0,0-1 0 0 0,-1 1-1 0 0,1 0 1 0 0,-1 0 0 0 0,1-1-1 0 0,0 1 1 0 0,-1 0 0 0 0,1 0-1 0 0,-1 0 1 0 0,1-1 0 0 0,-1 1 0 0 0,1 0-1 0 0,-1 0 1 0 0,1 0 0 0 0,-1 0-1 0 0,1 0 1 0 0,-1 0 0 0 0,1 0-1 0 0,0 0 1 0 0,-1 0 0 0 0,1 0-1 0 0,-1 0 1 0 0,1 0 0 0 0,-1 1 0 0 0,1-1-1 0 0,-1 0 1 0 0,1 0 0 0 0,-1 1-1 0 0,-12 13 2224 0 0,-4 21 721 0 0,7-2-1844 0 0,1-1 0 0 0,1 1 0 0 0,-6 65 0 0 0,6 107-935 0 0,5-95-276 0 0,2-60-951 0 0,1 0-3422 0 0,0-2-1477 0 0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0:11.2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0 137 3225 0 0,'1'1'117'0'0,"0"-1"0"0"0,-1 1 1 0 0,1-1-1 0 0,-1 1 1 0 0,1-1-1 0 0,-1 1 1 0 0,1 0-1 0 0,-1-1 0 0 0,0 1 1 0 0,1-1-1 0 0,-1 1 1 0 0,0 0-1 0 0,1-1 0 0 0,-1 1 1 0 0,0 0-1 0 0,0 0 1 0 0,1-1-1 0 0,-1 1 0 0 0,0 0 1 0 0,0-1-1 0 0,0 1 1 0 0,0 1-1 0 0,2 23 926 0 0,-2-21-647 0 0,-2 114 3037 0 0,0-93-3091 0 0,1-1 0 0 0,0 1 0 0 0,2-1-1 0 0,1 1 1 0 0,1-1 0 0 0,7 28-1 0 0,-9-49-329 0 0,0 1-1 0 0,0-1 0 0 0,0 0 1 0 0,1 1-1 0 0,0-1 1 0 0,-1 0-1 0 0,1 0 0 0 0,0 0 1 0 0,0 0-1 0 0,1 0 0 0 0,-1-1 1 0 0,0 1-1 0 0,1-1 0 0 0,0 1 1 0 0,-1-1-1 0 0,1 0 0 0 0,0 0 1 0 0,0 0-1 0 0,1-1 0 0 0,-1 1 1 0 0,0-1-1 0 0,5 2 0 0 0,-4-2 6 0 0,0-1-1 0 0,0 0 1 0 0,-1 0-1 0 0,1 0 0 0 0,0 0 1 0 0,0 0-1 0 0,0-1 1 0 0,0 0-1 0 0,-1 0 0 0 0,1 0 1 0 0,0 0-1 0 0,-1-1 1 0 0,1 1-1 0 0,-1-1 0 0 0,0 0 1 0 0,1 0-1 0 0,-1 0 1 0 0,0 0-1 0 0,0-1 1 0 0,5-5-1 0 0,4-4 87 0 0,-1-1 0 0 0,-1-1 0 0 0,0 0 0 0 0,-1-1 0 0 0,0 1 0 0 0,-1-2 0 0 0,-1 1 0 0 0,0-1 0 0 0,8-32 0 0 0,-10 29 101 0 0,0-1 0 0 0,-2 1 0 0 0,0-1 0 0 0,-2 0 0 0 0,0 0 0 0 0,-1 1 0 0 0,-1-1 0 0 0,-4-27 0 0 0,3 38-94 0 0,-1 0 1 0 0,0 0-1 0 0,0 0 0 0 0,-1 0 1 0 0,0 0-1 0 0,0 0 1 0 0,-1 1-1 0 0,-1 0 0 0 0,1 0 1 0 0,-1 1-1 0 0,0-1 1 0 0,-1 1-1 0 0,-10-9 0 0 0,14 14-113 0 0,-1-1-1 0 0,1 0 1 0 0,-1 1-1 0 0,0 0 0 0 0,0 0 1 0 0,0 0-1 0 0,0 1 0 0 0,0-1 1 0 0,0 1-1 0 0,0 0 1 0 0,0 0-1 0 0,0 0 0 0 0,-1 0 1 0 0,1 1-1 0 0,0 0 0 0 0,-1 0 1 0 0,1 0-1 0 0,0 1 1 0 0,-1-1-1 0 0,1 1 0 0 0,0 0 1 0 0,0 0-1 0 0,0 0 1 0 0,-1 1-1 0 0,1 0 0 0 0,1-1 1 0 0,-1 1-1 0 0,0 1 0 0 0,0-1 1 0 0,1 0-1 0 0,-6 6 1 0 0,2-2-528 0 0,0 1 0 0 0,1 0 0 0 0,-9 12 0 0 0,0 2-5282 0 0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0:11.6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134 29 3681 0 0,'-1'-2'207'0'0,"0"0"0"0"0,-1 0 0 0 0,1 0 1 0 0,0 1-1 0 0,0-1 0 0 0,-1 0 0 0 0,1 1 0 0 0,-1-1 0 0 0,0 0 1 0 0,1 1-1 0 0,-1 0 0 0 0,0-1 0 0 0,0 1 0 0 0,0 0 1 0 0,0 0-1 0 0,0 0 0 0 0,0 0 0 0 0,0 1 0 0 0,-3-2 1 0 0,3 2-12 0 0,0 0 1 0 0,0 0-1 0 0,0 1 1 0 0,0-1-1 0 0,0 0 1 0 0,0 1 0 0 0,0 0-1 0 0,0-1 1 0 0,0 1-1 0 0,0 0 1 0 0,0 0 0 0 0,1 0-1 0 0,-1 0 1 0 0,0 0-1 0 0,0 0 1 0 0,1 0 0 0 0,-2 2-1 0 0,-3 3 46 0 0,1 0 0 0 0,0 0 0 0 0,0 0 0 0 0,1 1-1 0 0,0 0 1 0 0,0-1 0 0 0,0 1 0 0 0,1 1 0 0 0,-4 12 0 0 0,2-1-155 0 0,1-1 1 0 0,1 1-1 0 0,1 0 1 0 0,1 0-1 0 0,0 1 1 0 0,5 36-1 0 0,-3-48-61 0 0,0 0 0 0 0,0 0-1 0 0,1 0 1 0 0,0-1 0 0 0,0 1-1 0 0,1 0 1 0 0,0-1 0 0 0,0 0-1 0 0,1 0 1 0 0,0 0-1 0 0,0 0 1 0 0,1 0 0 0 0,0-1-1 0 0,0 0 1 0 0,0 0 0 0 0,1 0-1 0 0,0-1 1 0 0,0 0 0 0 0,8 6-1 0 0,-11-10-21 0 0,-1 1-1 0 0,1-1 0 0 0,0 0 1 0 0,1 0-1 0 0,-1 0 0 0 0,0 0 1 0 0,0-1-1 0 0,0 1 1 0 0,0-1-1 0 0,1 0 0 0 0,-1 0 1 0 0,0 0-1 0 0,0 0 1 0 0,1 0-1 0 0,-1-1 0 0 0,6-1 1 0 0,-3 0 10 0 0,-1 0 0 0 0,1-1 0 0 0,0 0 0 0 0,-1 0 0 0 0,0 0 0 0 0,1-1 0 0 0,-1 1 0 0 0,6-8 0 0 0,-3 4 5 0 0,0-2-1 0 0,-1 1 0 0 0,0-1 1 0 0,0 0-1 0 0,-1-1 1 0 0,0 1-1 0 0,-1-1 0 0 0,0 0 1 0 0,6-18-1 0 0,-9 19-11 0 0,0-1-1 0 0,0 0 0 0 0,-1 0 1 0 0,0-11-1 0 0,-1 19-4 0 0,0-1-1 0 0,0 1 0 0 0,0 0 0 0 0,0 0 0 0 0,0 0 1 0 0,-1-1-1 0 0,1 1 0 0 0,0 0 0 0 0,-1 0 1 0 0,0 0-1 0 0,0 0 0 0 0,1 0 0 0 0,-1 0 0 0 0,0 0 1 0 0,0 0-1 0 0,-1 0 0 0 0,1 0 0 0 0,0 1 1 0 0,-1-1-1 0 0,1 0 0 0 0,-1 1 0 0 0,1-1 1 0 0,-1 1-1 0 0,0 0 0 0 0,-2-2 0 0 0,3 3-55 0 0,0 0-1 0 0,0-1 0 0 0,0 1 1 0 0,-1 0-1 0 0,1 0 1 0 0,0 0-1 0 0,0 0 0 0 0,0 1 1 0 0,0-1-1 0 0,0 0 1 0 0,0 0-1 0 0,0 1 0 0 0,0-1 1 0 0,0 0-1 0 0,0 1 0 0 0,0-1 1 0 0,0 1-1 0 0,0 0 1 0 0,-1 0-1 0 0,-11 9-5054 0 0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0:12.03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488 1 5985 0 0,'-4'2'201'0'0,"0"1"-1"0"0,0 0 1 0 0,1-1 0 0 0,-1 1-1 0 0,1 1 1 0 0,0-1-1 0 0,0 0 1 0 0,0 1-1 0 0,0 0 1 0 0,1 0-1 0 0,-3 4 1 0 0,-22 52 3066 0 0,20-43-2995 0 0,-27 78 2725 0 0,-28 126 1 0 0,18-56-1565 0 0,-80 221-69 0 0,61-194-2216 0 0,3 2-4519 0 0,35-106-855 0 0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0:12.8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120 63 1376 0 0,'-3'-1'213'0'0,"0"-1"0"0"0,0 1 0 0 0,0-1 0 0 0,1 0 0 0 0,-1 0 0 0 0,1 0 0 0 0,-1-1 0 0 0,1 1 0 0 0,-3-4 0 0 0,-4-3 597 0 0,5 5-119 0 0,0 1 1 0 0,-1-1 0 0 0,0 1-1 0 0,0-1 1 0 0,0 1 0 0 0,0 1-1 0 0,-9-5 1 0 0,13 7-494 0 0,0 0 1 0 0,0 0-1 0 0,0 0 1 0 0,0 0-1 0 0,0-1 1 0 0,0 1-1 0 0,1 0 0 0 0,-1 1 1 0 0,0-1-1 0 0,0 0 1 0 0,0 0-1 0 0,0 0 1 0 0,0 0-1 0 0,0 1 0 0 0,1-1 1 0 0,-1 0-1 0 0,0 1 1 0 0,0-1-1 0 0,0 1 1 0 0,1-1-1 0 0,-1 1 0 0 0,0 0 1 0 0,-1 0 5 0 0,1 1 1 0 0,0 0-1 0 0,0 0 1 0 0,0 0-1 0 0,0-1 1 0 0,0 1-1 0 0,1 0 1 0 0,-1 0-1 0 0,0 0 1 0 0,1 0-1 0 0,0 0 1 0 0,-1 0-1 0 0,1 4 1 0 0,-3 46 1303 0 0,5 64 1 0 0,24 136-1344 0 0,-26-252-163 0 0,22 132-1737 0 0,4-46-5886 0 0,-14-57 3615 0 0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0:13.2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48 40 1376 0 0,'-2'1'288'0'0,"0"-1"1"0"0,0 1-1 0 0,0-1 0 0 0,0 1 0 0 0,0-1 0 0 0,0 1 1 0 0,0 0-1 0 0,0 0 0 0 0,0 0 0 0 0,0 0 0 0 0,1 1 1 0 0,-1-1-1 0 0,0 0 0 0 0,1 1 0 0 0,-1-1 0 0 0,1 1 1 0 0,0 0-1 0 0,-1-1 0 0 0,1 1 0 0 0,0 0 0 0 0,0 0 1 0 0,0-1-1 0 0,0 1 0 0 0,0 0 0 0 0,1 0 0 0 0,-1 0 1 0 0,1 0-1 0 0,-1 0 0 0 0,1 4 0 0 0,-3 20 533 0 0,1 1-1 0 0,2 0 1 0 0,4 43-1 0 0,20 79 535 0 0,-20-125-1123 0 0,2-1-1 0 0,12 33 1 0 0,-16-51-210 0 0,0 0 0 0 0,0 0 1 0 0,0 0-1 0 0,1 0 0 0 0,0 0 1 0 0,0-1-1 0 0,0 1 0 0 0,0-1 1 0 0,1 0-1 0 0,0 0 0 0 0,0 0 0 0 0,0-1 1 0 0,0 1-1 0 0,0-1 0 0 0,1 0 1 0 0,-1 0-1 0 0,8 3 0 0 0,-10-5-6 0 0,1-1 0 0 0,-1 1 0 0 0,0-1 0 0 0,1 1 0 0 0,-1-1 0 0 0,0 0 0 0 0,1 0 0 0 0,-1 0 0 0 0,0 0 0 0 0,1 0 0 0 0,-1 0 0 0 0,0-1 0 0 0,1 1 0 0 0,-1-1 0 0 0,0 0 0 0 0,1 0 0 0 0,-1 0-1 0 0,0 0 1 0 0,0 0 0 0 0,2-1 0 0 0,0-1 16 0 0,0 0 0 0 0,-1-1 0 0 0,1 1 0 0 0,-1-1 0 0 0,0 0 0 0 0,0 0 0 0 0,0 0 0 0 0,-1 0 0 0 0,3-6 0 0 0,2-4 43 0 0,-2 0-1 0 0,0 0 1 0 0,-1-1-1 0 0,0 0 0 0 0,2-21 1 0 0,-4 13-20 0 0,-2 0 1 0 0,0 0-1 0 0,-1 0 1 0 0,-2 0-1 0 0,0 0 1 0 0,-10-32-1 0 0,-5-5-1119 0 0,-28-64 0 0 0,34 94-4411 0 0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0:13.9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351 1 5529 0 0,'11'6'2454'0'0,"-8"2"-2099"0"0,-1 0-1 0 0,0 1 1 0 0,0-1-1 0 0,-1 0 1 0 0,0 1-1 0 0,-1-1 1 0 0,0 1 0 0 0,0-1-1 0 0,0 1 1 0 0,-1-1-1 0 0,-1 1 1 0 0,0-1-1 0 0,-3 11 1 0 0,-3 5-97 0 0,0 0 0 0 0,-2 0 0 0 0,-15 25 0 0 0,15-30-79 0 0,-1-1-1 0 0,-1 0 1 0 0,-1-1 0 0 0,0-1 0 0 0,-18 18-1 0 0,24-28-115 0 0,0 0 0 0 0,0 0 0 0 0,0 0 0 0 0,-1-1 0 0 0,0 0 0 0 0,0-1 0 0 0,0 1 0 0 0,-1-2 0 0 0,1 1 0 0 0,-1-1 0 0 0,0-1 0 0 0,0 1 0 0 0,0-1-1 0 0,-13 0 1 0 0,19-1-89 0 0,0-1 0 0 0,-1 0 0 0 0,1 0 0 0 0,0 0-1 0 0,-1-1 1 0 0,1 1 0 0 0,0-1 0 0 0,0 0 0 0 0,0 0 0 0 0,0 0-1 0 0,0 0 1 0 0,0 0 0 0 0,0-1 0 0 0,0 0 0 0 0,0 1-1 0 0,0-1 1 0 0,1 0 0 0 0,-1 0 0 0 0,1 0 0 0 0,-1-1 0 0 0,1 1-1 0 0,0-1 1 0 0,0 1 0 0 0,0-1 0 0 0,0 0 0 0 0,1 1-1 0 0,-1-1 1 0 0,1 0 0 0 0,-1 0 0 0 0,1 0 0 0 0,0 0-1 0 0,0-1 1 0 0,1 1 0 0 0,-2-5 0 0 0,1-4-86 0 0,0 1 1 0 0,1 0 0 0 0,0-1-1 0 0,1 1 1 0 0,0 0 0 0 0,0 0-1 0 0,1-1 1 0 0,6-17-1 0 0,0 6 22 0 0,1 1-1 0 0,1 0 1 0 0,17-29-1 0 0,-23 44 158 0 0,1-1 1 0 0,0 1-1 0 0,0 0 0 0 0,1 1 1 0 0,0-1-1 0 0,0 1 1 0 0,0 0-1 0 0,1 0 0 0 0,0 1 1 0 0,0 0-1 0 0,0 0 0 0 0,14-5 1 0 0,-18 9-20 0 0,0 0 0 0 0,0 0 0 0 0,1 1 0 0 0,-1 0 0 0 0,0 0 0 0 0,0 0 0 0 0,0 0 0 0 0,1 0 0 0 0,-1 0 0 0 0,0 1 0 0 0,0 0 0 0 0,0-1 0 0 0,0 1 0 0 0,0 1 0 0 0,0-1 0 0 0,0 0 0 0 0,0 1 0 0 0,0-1 0 0 0,-1 1 0 0 0,1 0 0 0 0,0 0 0 0 0,-1 0 0 0 0,0 0 0 0 0,1 0 0 0 0,-1 1 0 0 0,4 4 0 0 0,3 6 101 0 0,1 0 0 0 0,-2 0 0 0 0,15 29 0 0 0,-9-10 17 0 0,-1 2 1 0 0,-1 0-1 0 0,-2 0 0 0 0,-2 0 0 0 0,8 64 0 0 0,-11-40-325 0 0,-2 0 0 0 0,-10 103 0 0 0,2-119-472 0 0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0:16.9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86 186 456 0 0,'-1'-1'40'0'0,"1"0"-1"0"0,0 0 0 0 0,0 0 1 0 0,0 0-1 0 0,0 0 1 0 0,0 0-1 0 0,0 1 1 0 0,0-1-1 0 0,0 0 1 0 0,1 0-1 0 0,-1 0 1 0 0,0 0-1 0 0,0 0 1 0 0,1 1-1 0 0,-1-1 1 0 0,1 0-1 0 0,-1 0 0 0 0,1 0 1 0 0,-1 1-1 0 0,1-1 1 0 0,0-1-1 0 0,13-25 245 0 0,24-15 1777 0 0,-10 12-2721 0 0,-8-1 1241 0 0,5-5 2864 0 0,-26 38-2950 0 0,-1 1 0 0 0,1-1 0 0 0,-1 0 0 0 0,0 0 0 0 0,0 1 0 0 0,0-1 0 0 0,-4 3 0 0 0,5-5-654 0 0,-2 3 432 0 0,0 0-1 0 0,0 0 1 0 0,-1 0 0 0 0,0 0 0 0 0,1-1 0 0 0,-1 0 0 0 0,0 0 0 0 0,0 0 0 0 0,0 0-1 0 0,0-1 1 0 0,-1 1 0 0 0,1-1 0 0 0,-8 1 0 0 0,-17 5 1531 0 0,24-4-1601 0 0,0 0 1 0 0,-1 0 0 0 0,1 0 0 0 0,0 1 0 0 0,0 0 0 0 0,1 0 0 0 0,-1 0 0 0 0,1 0 0 0 0,0 1 0 0 0,-6 8 0 0 0,-33 54-264 0 0,40-60-646 0 0,0-2-211 0 0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1:51.8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83 76 3225 0 0,'-82'33'2704'0'0,"92"-36"-1689"0"0,0 0 0 0 0,0 1-1 0 0,0 0 1 0 0,1 1 0 0 0,12-1-1 0 0,17-1 72 0 0,-8-1-480 0 0,0 1-1 0 0,0 2 1 0 0,44 3 0 0 0,94 20-15 0 0,-112-12-605 0 0,1-3 0 0 0,99-1 0 0 0,-131-10 25 0 0,0 0 0 0 0,-1-2 0 0 0,1-1 0 0 0,-2-1 0 0 0,1-2 0 0 0,35-17 0 0 0,-36 14-12 0 0,1 2 0 0 0,0 1 1 0 0,1 1-1 0 0,0 2 0 0 0,47-8 0 0 0,-70 14 22 0 0,1 1 1 0 0,-1 0-1 0 0,1 0 0 0 0,-1 0 0 0 0,1 1 0 0 0,-1 0 0 0 0,9 2 0 0 0,-11-2-119 0 0,0 0 1 0 0,0 0 0 0 0,0 0-1 0 0,0 0 1 0 0,0 0-1 0 0,0 0 1 0 0,-1 1-1 0 0,1-1 1 0 0,0 1-1 0 0,-1 0 1 0 0,1-1-1 0 0,-1 1 1 0 0,1 0 0 0 0,-1 0-1 0 0,0 0 1 0 0,0 0-1 0 0,1 3 1 0 0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1:52.3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48 8 3681 0 0,'-1'-1'139'0'0,"-1"0"0"0"0,1 0-1 0 0,0 1 1 0 0,-1-1 0 0 0,1 0 0 0 0,0 1 0 0 0,-1-1 0 0 0,1 1 0 0 0,-1-1-1 0 0,1 1 1 0 0,0 0 0 0 0,-1-1 0 0 0,1 1 0 0 0,-1 0 0 0 0,1 0 0 0 0,-1 0-1 0 0,1 0 1 0 0,-1 0 0 0 0,1 1 0 0 0,-1-1 0 0 0,1 0 0 0 0,-1 1 0 0 0,1-1-1 0 0,-1 1 1 0 0,1-1 0 0 0,0 1 0 0 0,-1 0 0 0 0,-1 1 0 0 0,2-1-9 0 0,1 0 0 0 0,-1 1 0 0 0,0-1 0 0 0,1 0 0 0 0,0 0 0 0 0,-1 0 0 0 0,1 1 0 0 0,0-1 0 0 0,0 0 0 0 0,-1 0 0 0 0,1 1 0 0 0,0-1 0 0 0,0 0 0 0 0,0 0 0 0 0,1 1 0 0 0,-1-1 0 0 0,0 0 0 0 0,0 0 0 0 0,1 1-1 0 0,-1-1 1 0 0,0 0 0 0 0,1 0 0 0 0,0 0 0 0 0,-1 0 0 0 0,1 1 0 0 0,0-1 0 0 0,-1 0 0 0 0,1 0 0 0 0,0 0 0 0 0,0-1 0 0 0,0 1 0 0 0,0 0 0 0 0,0 0 0 0 0,1 1 0 0 0,15 12 251 0 0,0-1-1 0 0,0 0 1 0 0,2-2 0 0 0,32 17-1 0 0,20 12-4 0 0,-25-6-322 0 0,43 39-1 0 0,30 23 743 0 0,-118-96-775 0 0,0 1 0 0 0,-1-1 1 0 0,1 1-1 0 0,0-1 0 0 0,0 1 0 0 0,0 0 0 0 0,-1 0 0 0 0,1-1 0 0 0,0 1 0 0 0,-1 0 0 0 0,1 0 0 0 0,-1 0 0 0 0,1 0 0 0 0,-1 0 1 0 0,1 0-1 0 0,-1-1 0 0 0,1 1 0 0 0,-1 0 0 0 0,0 0 0 0 0,0 0 0 0 0,1 1 0 0 0,-1-1 0 0 0,0 0 0 0 0,0 0 0 0 0,0 0 0 0 0,0 0 1 0 0,0 0-1 0 0,-1 0 0 0 0,1 0 0 0 0,0 0 0 0 0,0 0 0 0 0,-1 0 0 0 0,1 0 0 0 0,0 0 0 0 0,-1 0 0 0 0,1 0 0 0 0,-1-1 0 0 0,0 1 1 0 0,0 1-1 0 0,-4 4-44 0 0,0 0 0 0 0,0 0 0 0 0,-1-1 1 0 0,-10 8-1 0 0,1 1 8 0 0,-57 59-2449 0 0,46-42-2544 0 0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2:00.61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694 60 1584 0 0,'-15'-6'161'0'0,"1"2"-1"0"0,-1-1 1 0 0,0 2-1 0 0,0 0 1 0 0,-29-1-1 0 0,-3-2 855 0 0,-10-4 340 0 0,30 4-518 0 0,0 1 1 0 0,-1 2-1 0 0,1 0 0 0 0,-1 2 1 0 0,1 1-1 0 0,-52 6 0 0 0,50-1-773 0 0,0 1 0 0 0,1 2 0 0 0,0 0 0 0 0,0 2 0 0 0,-51 27 0 0 0,78-37-62 0 0,1 0 0 0 0,0 0 0 0 0,-1 0-1 0 0,1 0 1 0 0,-1 0 0 0 0,1 1-1 0 0,0-1 1 0 0,-1 0 0 0 0,1 0 0 0 0,0 1-1 0 0,0-1 1 0 0,-1 0 0 0 0,1 0-1 0 0,0 1 1 0 0,0-1 0 0 0,-1 0 0 0 0,1 1-1 0 0,0-1 1 0 0,0 0 0 0 0,0 1 0 0 0,-1-1-1 0 0,1 1 1 0 0,0-1 0 0 0,0 0-1 0 0,0 1 1 0 0,0-1 0 0 0,0 0 0 0 0,0 1-1 0 0,0-1 1 0 0,0 1 0 0 0,0-1-1 0 0,0 0 1 0 0,0 1 0 0 0,0-1 0 0 0,0 1-1 0 0,0-1 1 0 0,0 0 0 0 0,0 1-1 0 0,1-1 1 0 0,-1 0 0 0 0,0 1 0 0 0,0 0-1 0 0,20 11 211 0 0,29 2 1 0 0,-14-9-132 0 0,0-1 0 0 0,0-2 1 0 0,45-2-1 0 0,108-18 420 0 0,-13 1 215 0 0,571 13-48 0 0,-696 2-713 0 0,89-14 1 0 0,-30 2 766 0 0,-63 14-1104 0 0,-30 7-4739 0 0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2:01.1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278 83 2761 0 0,'-8'-5'653'0'0,"0"-1"0"0"0,1 0 0 0 0,0 0 0 0 0,0-1 0 0 0,0 1 0 0 0,-9-14 0 0 0,-8-6 3822 0 0,43 38-1831 0 0,6 4-2860 0 0,114 80 1123 0 0,-103-73-566 0 0,-33-22-316 0 0,0 1-1 0 0,0 0 0 0 0,-1 0 1 0 0,1 0-1 0 0,-1 1 1 0 0,1-1-1 0 0,-1 1 0 0 0,0-1 1 0 0,0 1-1 0 0,0 0 1 0 0,0 0-1 0 0,0 0 0 0 0,0 0 1 0 0,1 4-1 0 0,-3-5 14 0 0,0 0 0 0 0,1 0 0 0 0,-1 0 0 0 0,0 0-1 0 0,0 0 1 0 0,-1 0 0 0 0,1 1 0 0 0,0-1 0 0 0,-1 0 0 0 0,1 0 0 0 0,-1 0-1 0 0,1 0 1 0 0,-1 0 0 0 0,0 0 0 0 0,0-1 0 0 0,0 1 0 0 0,0 0 0 0 0,0 0-1 0 0,-1-1 1 0 0,1 1 0 0 0,0 0 0 0 0,-1-1 0 0 0,1 1 0 0 0,-3 0 0 0 0,-161 142 1252 0 0,-74 73-4014 0 0,213-189 2005 0 0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2:03.1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34 4 5529 0 0,'-2'0'171'0'0,"1"-1"-1"0"0,0 1 1 0 0,0-1-1 0 0,0 1 1 0 0,-1-1-1 0 0,1 1 1 0 0,0 0-1 0 0,-1 0 1 0 0,1-1-1 0 0,0 1 1 0 0,-1 0-1 0 0,1 0 1 0 0,0 0-1 0 0,0 1 1 0 0,-1-1-1 0 0,1 0 1 0 0,0 0-1 0 0,-1 1 1 0 0,1-1-1 0 0,0 1 1 0 0,-2 0-1 0 0,3 0-88 0 0,-1-1 0 0 0,1 1 0 0 0,-1 0 0 0 0,1 0 0 0 0,0 0 0 0 0,-1 0 0 0 0,1 0 0 0 0,0 0 1 0 0,0 0-1 0 0,0 0 0 0 0,0 0 0 0 0,0 0 0 0 0,0 0 0 0 0,0-1 0 0 0,0 1 0 0 0,0 0 0 0 0,0 0 0 0 0,0 0 0 0 0,0 0 0 0 0,1 0 0 0 0,0 2 0 0 0,3 9 185 0 0,2-1 1 0 0,-1 1-1 0 0,11 13 0 0 0,-12-17-18 0 0,212 299 1675 0 0,-208-297-2163 0 0,11 15-4815 0 0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2:03.5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548 1 12443 0 0,'-4'2'115'0'0,"0"0"-1"0"0,0 0 1 0 0,0 0 0 0 0,0 1 0 0 0,1-1 0 0 0,-1 1 0 0 0,1 0 0 0 0,0 0 0 0 0,0 0 0 0 0,0 1 0 0 0,0-1 0 0 0,0 1-1 0 0,-2 5 1 0 0,-4 7 76 0 0,-14 35-1 0 0,5-10 125 0 0,-163 290 905 0 0,-29 59-1454 0 0,171-299-1368 0 0,21-53 770 0 0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1:59.0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373 145 3225 0 0,'-64'5'-1325'0'0,"55"-3"1334"0"0,-1-1 0 0 0,1 1 0 0 0,-1-2-1 0 0,1 0 1 0 0,-1 0 0 0 0,0 0-1 0 0,1-1 1 0 0,-1-1 0 0 0,1 0 0 0 0,0 0-1 0 0,-1-1 1 0 0,-13-5 0 0 0,19 6 124 0 0,-1 0 0 0 0,1 0 0 0 0,-1 1 0 0 0,1-1 1 0 0,-1 1-1 0 0,1 0 0 0 0,-1 1 0 0 0,0-1 0 0 0,1 1 0 0 0,-1 0 1 0 0,0 0-1 0 0,-4 1 0 0 0,-15 0 1811 0 0,3-2 1242 0 0,16 1-3111 0 0,-1-1-1 0 0,1 1 0 0 0,-1 0 0 0 0,1 1 0 0 0,-1 0 0 0 0,-9 2 0 0 0,2 1 91 0 0,12-1 344 0 0,23-2 815 0 0,3 1-785 0 0,4 1-406 0 0,1-1 1 0 0,-1-1 0 0 0,42-3 0 0 0,89-19-156 0 0,11-1 21 0 0,615-51 153 0 0,-690 59-52 0 0,1 5 0 0 0,155 4 0 0 0,-242 6-264 0 0,15 1 212 0 0,49 8 0 0 0,-68-8-379 0 0,1-1 0 0 0,-1 1 0 0 0,1 1 0 0 0,-1-1 0 0 0,0 1 0 0 0,0 0 0 0 0,0 0 0 0 0,0 1 0 0 0,-1 0 0 0 0,1 0 0 0 0,-1 0 0 0 0,7 7 0 0 0,-8-6-511 0 0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1:59.64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274 0 6449 0 0,'-19'0'-86'0'0,"0"1"0"0"0,-1 1-1 0 0,1 0 1 0 0,0 1-1 0 0,0 2 1 0 0,-29 9 0 0 0,-45 10 1489 0 0,75-22 188 0 0,45 6 627 0 0,51 31-1493 0 0,-50-24-645 0 0,0-1 0 0 0,1-1-1 0 0,1-1 1 0 0,0-1 0 0 0,0-2-1 0 0,48 8 1 0 0,-40-16 252 0 0,-32-2-268 0 0,1 1 0 0 0,0 0 0 0 0,0 1-1 0 0,0-1 1 0 0,-1 1 0 0 0,1 0 0 0 0,0 1 0 0 0,0 0 0 0 0,7 3 0 0 0,-13-4-51 0 0,0 0 0 0 0,-1 0 0 0 0,1 0 0 0 0,0 0 0 0 0,-1 0 0 0 0,1 0 0 0 0,0 0 0 0 0,-1 0 0 0 0,1 0 0 0 0,-1 1 0 0 0,0-1 0 0 0,1 0 0 0 0,-1 0 0 0 0,0 0 0 0 0,0 1 0 0 0,0-1 0 0 0,0 0 0 0 0,0 1 0 0 0,0-1 0 0 0,0 0 0 0 0,0 0 0 0 0,-1 0 0 0 0,1 1 0 0 0,-1 1 0 0 0,-9 30 294 0 0,-7 3 86 0 0,0-2 1 0 0,-39 56-1 0 0,-55 58-1920 0 0,96-130 1024 0 0,-7 11-587 0 0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2:02.2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5 7834 0 0,'1'-1'156'0'0,"1"0"1"0"0,0 1 0 0 0,-1-1 0 0 0,1 1 0 0 0,0-1-1 0 0,-1 1 1 0 0,1 0 0 0 0,0-1 0 0 0,0 1 0 0 0,-1 0-1 0 0,1 0 1 0 0,0 0 0 0 0,0 0 0 0 0,-1 1 0 0 0,1-1-1 0 0,0 0 1 0 0,-1 1 0 0 0,1-1 0 0 0,2 2-1 0 0,31 13 934 0 0,-27-9-842 0 0,-1 0 1 0 0,0 0 0 0 0,-1 0-1 0 0,1 1 1 0 0,-1 0 0 0 0,-1 1-1 0 0,9 13 1 0 0,30 63 780 0 0,-32-60-913 0 0,46 106 376 0 0,7 15-1383 0 0,-50-115-647 0 0,1-1 1 0 0,35 45 0 0 0,-39-59-2268 0 0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2:02.6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516 15 6913 0 0,'-12'-15'629'0'0,"2"15"137"0"0,8 3-613 0 0,-1-1-1 0 0,1 1 0 0 0,1-1 1 0 0,-1 1-1 0 0,0 0 0 0 0,0 0 1 0 0,1 0-1 0 0,-1 3 0 0 0,-3 3 50 0 0,-235 409 4038 0 0,43-81-5972 0 0,162-272-2767 0 0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2:36.32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2 173 4985 0 0,'2'-3'26'0'0,"0"1"-1"0"0,0 0 1 0 0,0-1-1 0 0,0 1 1 0 0,0-1-1 0 0,-1 1 1 0 0,1-1-1 0 0,-1 0 1 0 0,1 0-1 0 0,-1 0 1 0 0,0 1-1 0 0,0-1 1 0 0,0-1-1 0 0,-1 1 1 0 0,1 0 0 0 0,-1 0-1 0 0,0 0 1 0 0,1 0-1 0 0,-2 0 1 0 0,1-6-1 0 0,-1 9-27 0 0,1 0 0 0 0,-1 0 0 0 0,1 0-1 0 0,-1 0 1 0 0,1 0 0 0 0,-1 0 0 0 0,1 0 0 0 0,-1 0-1 0 0,1 0 1 0 0,-1 0 0 0 0,1 0 0 0 0,0 0 0 0 0,-1 1 0 0 0,1-1-1 0 0,-1 0 1 0 0,1 0 0 0 0,-1 0 0 0 0,1 1 0 0 0,0-1-1 0 0,-1 0 1 0 0,1 1 0 0 0,0-1 0 0 0,-1 0 0 0 0,1 1-1 0 0,0-1 1 0 0,-1 0 0 0 0,1 1 0 0 0,0-1 0 0 0,0 1 0 0 0,-1 0-1 0 0,-9 13 1053 0 0,10-13-998 0 0,-1-1 0 0 0,1 1 0 0 0,0 0 0 0 0,0-1 0 0 0,0 1 0 0 0,0 0 0 0 0,0 0 0 0 0,0 0 0 0 0,0-1 0 0 0,0 1 0 0 0,0 0 0 0 0,0 0 0 0 0,1-1 0 0 0,-1 1 0 0 0,0 0 0 0 0,1-1 0 0 0,-1 1 0 0 0,0 0 0 0 0,1 0 0 0 0,9 3-2096 0 0,-5-5 2033 0 0,0 0 1 0 0,1 0-1 0 0,-1-1 1 0 0,0 1-1 0 0,0-1 1 0 0,0 0-1 0 0,0-1 1 0 0,-1 1-1 0 0,1-1 1 0 0,0 0-1 0 0,5-5 1 0 0,-5 4 209 0 0,-1 0 0 0 0,1 1 1 0 0,0 0-1 0 0,0 0 0 0 0,0 1 1 0 0,1-1-1 0 0,-1 1 0 0 0,1 0 0 0 0,-1 0 1 0 0,1 1-1 0 0,10-2 0 0 0,2 2-206 0 0,-1-2-1 0 0,1 0 1 0 0,-1-1-1 0 0,1 0 1 0 0,-1-2-1 0 0,-1 0 1 0 0,21-10-1 0 0,-22 9-7 0 0,1 0 0 0 0,0 1 0 0 0,0 0 0 0 0,1 2 0 0 0,-1 0 0 0 0,1 0 1 0 0,0 2-1 0 0,22-1 0 0 0,-7 6 187 0 0,47 9 0 0 0,-57-7-41 0 0,1-1 1 0 0,0-1-1 0 0,0-1 0 0 0,41-1 0 0 0,-30-6 137 0 0,0 3 0 0 0,1 0 0 0 0,-1 3 0 0 0,0 0 0 0 0,59 12 0 0 0,17 16 38 0 0,-62-15-74 0 0,0-2 1 0 0,62 6-1 0 0,-67-13-587 0 0,-20-4 163 0 0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2:04.0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0 7834 0 0,'-5'1'5070'0'0,"5"-1"-4994"0"0,-4 16 1300 0 0,0 20-1169 0 0,1 62 274 0 0,4 0-1 0 0,4 0 1 0 0,4 0 0 0 0,30 130-1 0 0,-32-202-1156 0 0,0-1-1 0 0,1 0 1 0 0,2-1 0 0 0,16 32-1 0 0,-9-25-4353 0 0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2:04.37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20 112 5065 0 0,'-1'0'77'0'0,"0"0"0"0"0,0 0 0 0 0,0 0 0 0 0,1 0 1 0 0,-1 0-1 0 0,0 0 0 0 0,0 0 0 0 0,1 0 0 0 0,-1-1 0 0 0,0 1 0 0 0,1 0 0 0 0,-1-1 0 0 0,0 1 0 0 0,0 0 0 0 0,1-1 0 0 0,-1 1 1 0 0,1-1-1 0 0,-1 1 0 0 0,0-1 0 0 0,1 1 0 0 0,-1-1 0 0 0,1 0 0 0 0,0 1 0 0 0,-1-1 0 0 0,1 0 0 0 0,-1 1 0 0 0,1-1 1 0 0,0 0-1 0 0,-1 1 0 0 0,1-1 0 0 0,0 0 0 0 0,0 0 0 0 0,0 1 0 0 0,-1-1 0 0 0,1 0 0 0 0,0 0 0 0 0,0 1 0 0 0,0-1 0 0 0,0 0 1 0 0,1 0-1 0 0,-1 0 0 0 0,0 1 0 0 0,0-1 0 0 0,0 0 0 0 0,0 0 0 0 0,1 1 0 0 0,-1-1 0 0 0,0 0 0 0 0,1 1 0 0 0,-1-1 0 0 0,1 0 1 0 0,-1 1-1 0 0,1-1 0 0 0,-1 1 0 0 0,1-1 0 0 0,-1 0 0 0 0,1 1 0 0 0,-1-1 0 0 0,1 1 0 0 0,1-1 0 0 0,3-4 337 0 0,0 1 0 0 0,0 0-1 0 0,0 0 1 0 0,0 0 0 0 0,10-5-1 0 0,21-5 67 0 0,39-12-1 0 0,-47 18-5181 0 0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2:04.7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55 7946 0 0,'-14'2'-69'0'0,"-1"-1"3075"0"0,15-1-2960 0 0,0 0 0 0 0,0 0-1 0 0,-1 0 1 0 0,1-1 0 0 0,0 1 0 0 0,0 0-1 0 0,0 0 1 0 0,0 0 0 0 0,0-1 0 0 0,0 1-1 0 0,0 0 1 0 0,-1 0 0 0 0,1 0 0 0 0,0-1 0 0 0,0 1-1 0 0,0 0 1 0 0,0 0 0 0 0,0 0 0 0 0,0-1-1 0 0,0 1 1 0 0,0 0 0 0 0,0 0 0 0 0,0-1-1 0 0,0 1 1 0 0,0 0 0 0 0,0 0 0 0 0,0 0 0 0 0,1-1-1 0 0,-1 1 1 0 0,0 0 0 0 0,0 0 0 0 0,0 0-1 0 0,0-1 1 0 0,0 1 0 0 0,0 0 0 0 0,0 0-1 0 0,1 0 1 0 0,-1 0 0 0 0,0-1 0 0 0,0 1-1 0 0,0 0 1 0 0,0 0 0 0 0,1 0 0 0 0,-1 0 0 0 0,0 0-1 0 0,0 0 1 0 0,0 0 0 0 0,1-1 0 0 0,-1 1-1 0 0,0 0 1 0 0,0 0 0 0 0,0 0 0 0 0,1 0-1 0 0,-1 0 1 0 0,1 0-158 0 0,3-3-177 0 0,36-30-438 0 0,-31 20 714 0 0</inkml:trace>
  <inkml:trace contextRef="#ctx0" brushRef="#br0" timeOffset="1">73 156 2304 0 0,'0'0'47'0'0,"0"1"-1"0"0,-1 0 0 0 0,1-1 1 0 0,0 1-1 0 0,0-1 0 0 0,-1 1 1 0 0,1 0-1 0 0,0-1 0 0 0,0 1 1 0 0,0 0-1 0 0,0-1 0 0 0,0 1 1 0 0,0 0-1 0 0,0-1 0 0 0,0 1 1 0 0,0-1-1 0 0,0 1 0 0 0,0 0 1 0 0,1-1-1 0 0,-1 1 0 0 0,0 0 1 0 0,0-1-1 0 0,1 1 0 0 0,-1-1 1 0 0,0 1-1 0 0,1-1 0 0 0,-1 1 1 0 0,0-1-1 0 0,1 1 0 0 0,-1-1 1 0 0,1 1-1 0 0,-1-1 0 0 0,1 1 1 0 0,-1-1-1 0 0,1 0 0 0 0,0 1 1 0 0,2 0 84 0 0,0 0 0 0 0,-1 0 0 0 0,1 0 1 0 0,0-1-1 0 0,0 1 0 0 0,0-1 0 0 0,0 0 0 0 0,6 0 0 0 0,4-1 618 0 0,1-1 0 0 0,24-6 0 0 0,-34 8-840 0 0,-1-1 1 0 0,1 0-1 0 0,-1 0 1 0 0,0-1-1 0 0,0 1 1 0 0,1-1 0 0 0,-1 0-1 0 0,0 0 1 0 0,0 0-1 0 0,-1 0 1 0 0,1 0 0 0 0,0 0-1 0 0,-1-1 1 0 0,4-4-1 0 0,-2-2 91 0 0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2:05.06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77 9674 0 0,'0'0'75'0'0,"-1"0"-1"0"0,1 0 1 0 0,-1 0-1 0 0,1 0 1 0 0,-1 1-1 0 0,1-1 1 0 0,-1 0-1 0 0,1 0 1 0 0,-1 1-1 0 0,1-1 1 0 0,-1 0-1 0 0,1 1 1 0 0,0-1-1 0 0,-1 0 1 0 0,1 1-1 0 0,-1-1 1 0 0,1 1-1 0 0,0-1 1 0 0,0 1-1 0 0,-1-1 1 0 0,1 1-1 0 0,0-1 1 0 0,0 1-1 0 0,-1-1 1 0 0,1 1-1 0 0,0 0 1 0 0,-4 23 954 0 0,5 24-212 0 0,-1-48-793 0 0,1 17 16 0 0,1 0-1 0 0,1-1 0 0 0,0 0 1 0 0,2 1-1 0 0,0-1 0 0 0,0 0 0 0 0,2-1 1 0 0,0 0-1 0 0,17 28 0 0 0,-21-37-37 0 0,1-1-1 0 0,0 0 0 0 0,0 0 1 0 0,0-1-1 0 0,0 1 0 0 0,1-1 1 0 0,0 0-1 0 0,0 0 0 0 0,0 0 0 0 0,0-1 1 0 0,1 0-1 0 0,-1 0 0 0 0,1 0 1 0 0,0-1-1 0 0,0 0 0 0 0,0 0 0 0 0,0 0 1 0 0,0-1-1 0 0,0 0 0 0 0,1 0 1 0 0,-1 0-1 0 0,0-1 0 0 0,1 0 1 0 0,-1 0-1 0 0,0-1 0 0 0,0 0 0 0 0,1 0 1 0 0,-1 0-1 0 0,7-3 0 0 0,-7 2 118 0 0,1 0 0 0 0,-1-1 0 0 0,0 0-1 0 0,-1 0 1 0 0,1-1 0 0 0,0 1-1 0 0,-1-1 1 0 0,0 0 0 0 0,0-1 0 0 0,0 1-1 0 0,0-1 1 0 0,-1 0 0 0 0,0 0 0 0 0,0-1-1 0 0,0 1 1 0 0,4-9 0 0 0,-4 5 63 0 0,0-1 0 0 0,0 0-1 0 0,-1 1 1 0 0,0-1 0 0 0,-1-1 0 0 0,0 1 0 0 0,-1 0 0 0 0,0 0 0 0 0,0-1 0 0 0,-2-11 0 0 0,0 10-9 0 0,0 0 1 0 0,-1 0-1 0 0,0 0 0 0 0,-1 0 1 0 0,-1 0-1 0 0,0 1 1 0 0,0-1-1 0 0,-10-16 1 0 0,10 21-124 0 0,0 0 0 0 0,-1 1 0 0 0,1-1 0 0 0,-1 1 0 0 0,0 1 0 0 0,-1-1 0 0 0,0 1 0 0 0,0-1 0 0 0,0 2-1 0 0,0-1 1 0 0,-1 1 0 0 0,0 0 0 0 0,-10-5 0 0 0,-6 4 18 0 0,-2 5-304 0 0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2:41.1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3817 0 0,'4'3'344'0'0,"-2"-2"-280"0"0,-1 1-64 0 0,1-1 0 0 0,-1-1 0 0 0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2:41.9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21 289 5529 0 0,'-13'-14'2410'0'0,"6"6"700"0"0,12 25-1234 0 0,8 10-1333 0 0,0 0-1 0 0,2-2 1 0 0,1 1-1 0 0,31 37 0 0 0,89 85-55 0 0,-24-28-301 0 0,-70-75-14 0 0,14 18 1014 0 0,-56-78 443 0 0,-5-25-996 0 0,-66-259 188 0 0,44 203-430 0 0,4-1 0 0 0,-14-138 1 0 0,36 229-418 0 0,1 4-25 0 0,-1-1-1 0 0,1 0 0 0 0,0 1 1 0 0,-1-1-1 0 0,1 1 0 0 0,1-1 1 0 0,-1 0-1 0 0,0 1 1 0 0,1-1-1 0 0,-1 1 0 0 0,1-1 1 0 0,0 1-1 0 0,1-5 1 0 0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2:42.3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1 168 5529 0 0,'14'-11'449'0'0,"0"1"0"0"0,1 0 0 0 0,0 1 0 0 0,0 0 0 0 0,1 2 0 0 0,0-1 0 0 0,18-4 0 0 0,12-6 135 0 0,25-10 468 0 0,-41 18-1658 0 0,37-20 0 0 0,-57 24 87 0 0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2:42.6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0 7834 0 0,'-1'0'150'0'0,"0"0"1"0"0,0 0-1 0 0,1 0 0 0 0,-1 1 1 0 0,0-1-1 0 0,1 0 1 0 0,-1 0-1 0 0,1 1 1 0 0,-1-1-1 0 0,0 0 0 0 0,1 1 1 0 0,-1-1-1 0 0,1 0 1 0 0,-1 1-1 0 0,1-1 1 0 0,-1 1-1 0 0,1-1 0 0 0,-1 1 1 0 0,1-1-1 0 0,-1 1 1 0 0,1 0-1 0 0,0-1 1 0 0,-1 1-1 0 0,1-1 1 0 0,0 1-1 0 0,0 0 0 0 0,-1-1 1 0 0,1 1-1 0 0,0 0 1 0 0,0-1-1 0 0,0 1 1 0 0,0 0-1 0 0,0-1 0 0 0,0 1 1 0 0,0 0-1 0 0,0-1 1 0 0,0 1-1 0 0,0 0 1 0 0,0-1-1 0 0,0 1 0 0 0,0 0 1 0 0,1-1-1 0 0,-1 1 1 0 0,0 0-1 0 0,1-1 1 0 0,0 2-1 0 0,16 42 1552 0 0,-11-31-1220 0 0,72 185 1189 0 0,2 8-4579 0 0,-74-190 2112 0 0,0 0-1 0 0,-1 0 1 0 0,3 18-1 0 0,-4-12 679 0 0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2:43.3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83 240 5985 0 0,'-5'-1'275'0'0,"1"0"0"0"0,0-1 0 0 0,-1 0 0 0 0,1 1 0 0 0,0-1 0 0 0,0-1 0 0 0,-6-3 0 0 0,5 2 729 0 0,0 0 1 0 0,1-1-1 0 0,-1 1 1 0 0,1-1-1 0 0,0 0 1 0 0,1 0-1 0 0,-1 0 1 0 0,-4-10-1 0 0,34 30 151 0 0,38 41-934 0 0,72 76 1 0 0,-75-68-52 0 0,71 55 1 0 0,-103-93-157 0 0,-18-17 1 0 0,0 1 0 0 0,0-2 0 0 0,23 15 1 0 0,-35-61 202 0 0,-31-118 680 0 0,-7-38-200 0 0,33 153-1286 0 0,2 0 0 0 0,2-72 0 0 0,4 88-541 0 0,2 2-251 0 0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2:43.7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15 208 3225 0 0,'-2'1'5'0'0,"-9"3"913"0"0,11-4-780 0 0,0-1 0 0 0,0 1-1 0 0,0-1 1 0 0,-1 1 0 0 0,1-1 0 0 0,0 1 0 0 0,0-1-1 0 0,0 1 1 0 0,0-1 0 0 0,0 1 0 0 0,0-1-1 0 0,0 1 1 0 0,0-1 0 0 0,0 1 0 0 0,0-1 0 0 0,0 0-1 0 0,0 1 1 0 0,1-1 0 0 0,-1 1 0 0 0,0-1 0 0 0,0 1-1 0 0,0 0 1 0 0,1-1 0 0 0,-1 1 0 0 0,0-1 0 0 0,1 1-1 0 0,-1-1 1 0 0,0 1 0 0 0,1-1 0 0 0,5-10 529 0 0,0 0 0 0 0,1 0 0 0 0,0 1 0 0 0,1 0 0 0 0,0 0 0 0 0,0 1 0 0 0,1 0 1 0 0,1 0-1 0 0,-1 1 0 0 0,13-8 0 0 0,-9 8-442 0 0,-1 1-1 0 0,26-10 1 0 0,58-28-4096 0 0,-83 38-758 0 0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23.1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333 168 1376 0 0,'-34'-28'923'0'0,"0"1"1"0"0,-1 1-1 0 0,-2 3 0 0 0,-40-21 0 0 0,72 42-748 0 0,1-1-1 0 0,-1 1 1 0 0,0 1 0 0 0,0-1-1 0 0,0 1 1 0 0,0-1 0 0 0,0 1-1 0 0,0 1 1 0 0,0-1 0 0 0,0 1-1 0 0,-7 0 1 0 0,10 0-101 0 0,-1 0 0 0 0,1 1 0 0 0,0-1 0 0 0,-1 1 0 0 0,1 0 0 0 0,0-1 1 0 0,0 1-1 0 0,0 0 0 0 0,0 0 0 0 0,0 0 0 0 0,0 1 0 0 0,0-1 0 0 0,0 0 0 0 0,0 1 0 0 0,0-1 0 0 0,1 1 0 0 0,-1 0 0 0 0,1-1 0 0 0,-1 1 1 0 0,1 0-1 0 0,0 0 0 0 0,-1 0 0 0 0,1 0 0 0 0,0 0 0 0 0,0 0 0 0 0,0 0 0 0 0,0 4 0 0 0,1-5-53 0 0,0 0 0 0 0,0 1-1 0 0,0-1 1 0 0,1 0 0 0 0,-1 1 0 0 0,0-1-1 0 0,1 0 1 0 0,-1 0 0 0 0,1 1 0 0 0,-1-1-1 0 0,1 0 1 0 0,0 0 0 0 0,0 0-1 0 0,-1 0 1 0 0,1 0 0 0 0,0 0 0 0 0,0 0-1 0 0,0 0 1 0 0,0 0 0 0 0,0 0 0 0 0,0 0-1 0 0,0 0 1 0 0,0-1 0 0 0,0 1 0 0 0,1-1-1 0 0,-1 1 1 0 0,2 0 0 0 0,36 15 488 0 0,-25-12-340 0 0,1-1 0 0 0,-1-1 0 0 0,1 0 1 0 0,0-2-1 0 0,0 1 0 0 0,0-1 0 0 0,20-4 1 0 0,106-25 559 0 0,-56 10-237 0 0,-35 9-260 0 0,192-27 434 0 0,-212 34-631 0 0,-1 3 0 0 0,1 0 0 0 0,0 2-1 0 0,-1 1 1 0 0,1 1 0 0 0,34 10 0 0 0,-54-13-2488 0 0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23.6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32 21 920 0 0,'-19'-7'2723'0'0,"18"7"-2559"0"0,0-1 0 0 0,1 1 0 0 0,-1 0 0 0 0,1 0 0 0 0,-1 0 0 0 0,1 0 0 0 0,-1 0 0 0 0,1-1 0 0 0,-1 1 0 0 0,1 0 0 0 0,-1 0 0 0 0,1-1 0 0 0,0 1 0 0 0,-1 0 0 0 0,1-1 0 0 0,-1 1 0 0 0,1 0-1 0 0,0-1 1 0 0,-1 1 0 0 0,1-1 0 0 0,0 1 0 0 0,-1-1 0 0 0,1 1 0 0 0,0-1 0 0 0,0 1 0 0 0,-1-1 0 0 0,1 1 0 0 0,0-1 0 0 0,0 1 0 0 0,0-1 0 0 0,0 1 0 0 0,0-1 0 0 0,0 0 0 0 0,9 8 3763 0 0,4 9-3149 0 0,6 12-279 0 0,-2 0 1 0 0,-2 1-1 0 0,22 53 1 0 0,-6-11-155 0 0,-23-55-267 0 0,-2-4-3 0 0,0 1-1 0 0,-1 0 0 0 0,6 20 0 0 0,-10-28-46 0 0,0-1-1 0 0,0 1 0 0 0,-1 0 1 0 0,0-1-1 0 0,0 1 0 0 0,0-1 1 0 0,0 1-1 0 0,-1 0 0 0 0,0-1 1 0 0,0 1-1 0 0,0-1 1 0 0,-1 0-1 0 0,1 1 0 0 0,-5 6 1 0 0,-32 52-84 0 0,20-38-4391 0 0,3-6-940 0 0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24.2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80 1840 0 0,'0'0'101'0'0,"-1"0"0"0"0,1 0-1 0 0,0 1 1 0 0,-1-1 0 0 0,1 0-1 0 0,0 0 1 0 0,0 0 0 0 0,-1 0-1 0 0,1 0 1 0 0,0-1 0 0 0,-1 1-1 0 0,1 0 1 0 0,0 0 0 0 0,0 0-1 0 0,-3-2 1209 0 0,2 2-1209 0 0,1 0 1 0 0,0-1 0 0 0,0 1-1 0 0,0 0 1 0 0,0 0 0 0 0,0-1-1 0 0,4-9 1472 0 0,17-9-699 0 0,-3 13-352 0 0,0 0 0 0 0,0 1 0 0 0,1 0 0 0 0,0 2 0 0 0,-1 0 0 0 0,24 0 0 0 0,1-1-229 0 0,15 0-37 0 0,1 4 0 0 0,-1 2 0 0 0,93 14 0 0 0,46 3-360 0 0,-164-18 114 0 0,-1-1 0 0 0,0-2 0 0 0,0-1 0 0 0,36-9 0 0 0,-52 8-236 0 0,-1 0 1 0 0,24-11 0 0 0,-27 9-336 0 0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24.73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62 6 4145 0 0,'-22'-5'5163'0'0,"35"6"-3430"0"0,-5 0-1456 0 0,1 0-1 0 0,-1 1 1 0 0,0 0 0 0 0,0 1 0 0 0,0 0-1 0 0,-1 0 1 0 0,1 1 0 0 0,0-1 0 0 0,-1 2-1 0 0,0-1 1 0 0,0 1 0 0 0,-1 0-1 0 0,1 1 1 0 0,-1-1 0 0 0,6 8 0 0 0,-6-6-237 0 0,0 0 0 0 0,0 1 0 0 0,-1 0 0 0 0,-1-1 0 0 0,1 1 0 0 0,-1 1 0 0 0,-1-1 0 0 0,1 1 0 0 0,-1-1 0 0 0,-1 1 0 0 0,0 0 0 0 0,0 0 1 0 0,0 0-1 0 0,-1 1 0 0 0,-1-1 0 0 0,0 0 0 0 0,0 0 0 0 0,-1 0 0 0 0,0 0 0 0 0,0 1 0 0 0,-4 12 0 0 0,-11 16 368 0 0,-1 0 0 0 0,-2-1 0 0 0,-1 0 0 0 0,-46 59 0 0 0,-8 16-1714 0 0,62-91-4824 0 0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41.4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119 32 4705 0 0,'-1'-2'80'0'0,"1"0"0"0"0,-1 1 0 0 0,0-1 1 0 0,0 0-1 0 0,0 1 0 0 0,0-1 0 0 0,0 1 0 0 0,0-1 0 0 0,-1 1 0 0 0,1-1 1 0 0,0 1-1 0 0,-1 0 0 0 0,1 0 0 0 0,-1 0 0 0 0,1 0 0 0 0,-1 0 0 0 0,0 0 1 0 0,1 0-1 0 0,-1 0 0 0 0,0 1 0 0 0,0-1 0 0 0,0 0 0 0 0,-2 1 0 0 0,1-1 201 0 0,-1 0-1 0 0,1 1 1 0 0,0 0-1 0 0,0-1 1 0 0,0 1-1 0 0,-1 0 1 0 0,1 1-1 0 0,0-1 0 0 0,0 1 1 0 0,0-1-1 0 0,0 1 1 0 0,-5 2-1 0 0,5-2 52 0 0,0 0 1 0 0,0 1-1 0 0,0-1 0 0 0,0 1 0 0 0,0 0 0 0 0,0 0 1 0 0,1 0-1 0 0,-1 0 0 0 0,1 0 0 0 0,-1 1 1 0 0,-2 4-1 0 0,5-7-247 0 0,-1 1 0 0 0,1-1 1 0 0,0 1-1 0 0,0 0 1 0 0,0-1-1 0 0,0 1 0 0 0,0 0 1 0 0,0-1-1 0 0,0 1 0 0 0,0-1 1 0 0,0 1-1 0 0,0 0 0 0 0,0-1 1 0 0,0 1-1 0 0,0 0 1 0 0,1-1-1 0 0,-1 1 0 0 0,0-1 1 0 0,0 1-1 0 0,1 0 0 0 0,-1-1 1 0 0,1 1-1 0 0,19 17 416 0 0,7 0-443 0 0,-1 2 1 0 0,-1 0-1 0 0,35 38 1 0 0,61 81-110 0 0,-17-17-445 0 0,-103-122 486 0 0,0 1 0 0 0,0 0 0 0 0,0-1 0 0 0,-1 1 1 0 0,1 0-1 0 0,0 0 0 0 0,0 0 0 0 0,0 0 0 0 0,-1 0 1 0 0,1 0-1 0 0,-1 0 0 0 0,1 0 0 0 0,-1 0 0 0 0,1 0 1 0 0,-1 0-1 0 0,1 0 0 0 0,-1 0 0 0 0,0 1 0 0 0,0-1 1 0 0,0 0-1 0 0,1 0 0 0 0,-1 0 0 0 0,0 1 0 0 0,0-1 1 0 0,-1 0-1 0 0,1 0 0 0 0,0 0 0 0 0,0 0 0 0 0,-1 2 1 0 0,-1 0-5 0 0,0-1 1 0 0,-1 0 0 0 0,1 0 0 0 0,0 0 0 0 0,-1-1 0 0 0,1 1-1 0 0,-1 0 1 0 0,0-1 0 0 0,-3 2 0 0 0,-20 11 49 0 0,-5 12 77 0 0,-41 43 0 0 0,35-33 163 0 0,2 2 134 0 0,-46 63 0 0 0,19-21-1836 0 0,42-56-4282 0 0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41.96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30 69 5529 0 0,'-2'-10'1090'0'0,"-1"1"1"0"0,0 1-1 0 0,-1-1 0 0 0,0 0 0 0 0,-10-15 1 0 0,18 45 2498 0 0,1 3-3040 0 0,79 394 1918 0 0,-43-196-2387 0 0,-16-110-238 0 0,13 79 143 0 0,-34-160-1379 0 0,-1-1 0 0 0,-2 35 1 0 0,-2-50-3959 0 0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42.3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0 206 4609 0 0,'0'-2'94'0'0,"0"1"1"0"0,0 0-1 0 0,0-1 1 0 0,0 1-1 0 0,1 0 0 0 0,-1-1 1 0 0,0 1-1 0 0,1 0 1 0 0,-1-1-1 0 0,1 1 0 0 0,-1 0 1 0 0,1-1-1 0 0,-1 1 1 0 0,1 0-1 0 0,0 0 0 0 0,0 0 1 0 0,0 0-1 0 0,-1 0 1 0 0,2-1-1 0 0,24-25 1691 0 0,-15 16-998 0 0,18-24 1552 0 0,-19 22-1868 0 0,0 1 1 0 0,0-1-1 0 0,2 2 0 0 0,-1-1 0 0 0,2 2 1 0 0,23-17-1 0 0,-10 19-4497 0 0,-12 8-550 0 0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42.6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1 174 6449 0 0,'18'-21'2253'0'0,"12"-13"-334"0"0,-12 11 252 0 0,35-30-1 0 0,-12 24-2863 0 0,-37 27 111 0 0,1 0-1 0 0,0 0 0 0 0,0 0 1 0 0,-1 1-1 0 0,1-1 1 0 0,1 1-1 0 0,4 0 1 0 0,-4 1-1369 0 0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46.4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1 357 3225 0 0,'-1'-3'827'0'0,"7"-4"-24"0"0,6-3 287 0 0,43-24 2138 0 0,90-38-1 0 0,-30 17-1560 0 0,176-103-3327 0 0,-268 145-465 0 0,-15 9 1037 0 0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47.0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59 56 3681 0 0,'-2'-2'249'0'0,"0"1"-1"0"0,0-1 1 0 0,0 1 0 0 0,-1 0 0 0 0,1 0 0 0 0,-1 0 0 0 0,1 0 0 0 0,-1 0-1 0 0,-4-1 1 0 0,4 2-23 0 0,0-1 1 0 0,1 0-1 0 0,-1 0 0 0 0,1 0 0 0 0,-1 0 1 0 0,1 0-1 0 0,-1 0 0 0 0,1 0 0 0 0,-1-1 1 0 0,-1-1-1 0 0,4 2-174 0 0,0 0 0 0 0,0 1 0 0 0,0-1 0 0 0,0 1-1 0 0,0-1 1 0 0,0 1 0 0 0,0-1 0 0 0,0 0 0 0 0,1 1 0 0 0,-1-1 0 0 0,0 1 0 0 0,0-1 0 0 0,1 1 0 0 0,-1-1 0 0 0,0 1 0 0 0,1-1-1 0 0,-1 1 1 0 0,0-1 0 0 0,1 1 0 0 0,-1 0 0 0 0,1-1 0 0 0,-1 1 0 0 0,1 0 0 0 0,-1-1 0 0 0,1 1 0 0 0,-1 0 0 0 0,1-1 0 0 0,-1 1-1 0 0,1 0 1 0 0,-1 0 0 0 0,1 0 0 0 0,-1-1 0 0 0,1 1 0 0 0,-1 0 0 0 0,1 0 0 0 0,0 0 0 0 0,24-9 755 0 0,-6 6-465 0 0,1 2-1 0 0,0 0 1 0 0,-1 0-1 0 0,1 2 0 0 0,-1 1 1 0 0,20 3-1 0 0,19 2-218 0 0,-22-4-45 0 0,-9 0-113 0 0,1-1-1 0 0,0-2 0 0 0,38-3 1 0 0,-99 71 164 0 0,19-38-50 0 0,2 0-1 0 0,1 1 1 0 0,1 0-1 0 0,2 0 1 0 0,1 1-1 0 0,1 0 1 0 0,-1 48-1 0 0,7-66-1262 0 0,2-1-3662 0 0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47.59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8290 0 0,'0'6'645'0'0,"1"0"1"0"0,0-1 0 0 0,0 1-1 0 0,1 0 1 0 0,0-1-1 0 0,0 1 1 0 0,0-1 0 0 0,4 7-1 0 0,30 50 310 0 0,-9-19-247 0 0,37 84 111 0 0,-36-66-2320 0 0,52 81 0 0 0,-66-122-3501 0 0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48.05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81 85 2304 0 0,'0'-2'280'0'0,"0"-1"0"0"0,0 1 0 0 0,0-1 0 0 0,-1 1 0 0 0,1 0 0 0 0,-1 0-1 0 0,1-1 1 0 0,-1 1 0 0 0,0 0 0 0 0,0 0 0 0 0,0-1 0 0 0,0 1 0 0 0,0 0-1 0 0,0 0 1 0 0,-1 0 0 0 0,-1-2 0 0 0,2 3-156 0 0,0 1 0 0 0,1 0 0 0 0,-1-1 0 0 0,1 1 0 0 0,-1 0 0 0 0,1-1 0 0 0,-1 1-1 0 0,0 0 1 0 0,1 0 0 0 0,-1 0 0 0 0,0-1 0 0 0,1 1 0 0 0,-1 0 0 0 0,0 0 0 0 0,1 0 0 0 0,-1 0 0 0 0,0 0 0 0 0,1 0 0 0 0,-1 0 0 0 0,1 0 0 0 0,-1 0 0 0 0,-1 1 0 0 0,1 0 17 0 0,-1 0 1 0 0,1-1 0 0 0,-1 1-1 0 0,1 0 1 0 0,-1 1 0 0 0,1-1-1 0 0,0 0 1 0 0,-1 0 0 0 0,1 1-1 0 0,0-1 1 0 0,0 0 0 0 0,-1 3 0 0 0,-3 5 67 0 0,0 1 1 0 0,1-1 0 0 0,0 1 0 0 0,1 0 0 0 0,0 0 0 0 0,0 0 0 0 0,1 1 0 0 0,1-1 0 0 0,0 0 0 0 0,0 1 0 0 0,1 13 0 0 0,1-7-176 0 0,0 1-1 0 0,1-1 0 0 0,1 0 0 0 0,0-1 1 0 0,2 1-1 0 0,6 19 0 0 0,-10-33-33 0 0,0-1 0 0 0,0 1 0 0 0,1 0 0 0 0,-1-1 0 0 0,0 1 0 0 0,1-1 0 0 0,-1 1 1 0 0,1-1-1 0 0,0 1 0 0 0,0-1 0 0 0,0 0 0 0 0,0 0 0 0 0,0 0 0 0 0,1 0 0 0 0,-1-1 0 0 0,1 1 0 0 0,-1 0 0 0 0,1-1 0 0 0,-1 0 0 0 0,1 0 0 0 0,0 0 0 0 0,0 0 0 0 0,-1 0 0 0 0,5 1 1 0 0,-4-3-2 0 0,1 1 0 0 0,-1 0 0 0 0,1-1 0 0 0,-1 0 0 0 0,1 0 0 0 0,-1 0 0 0 0,0 0 1 0 0,1 0-1 0 0,-1-1 0 0 0,0 1 0 0 0,0-1 0 0 0,0 0 0 0 0,0 0 0 0 0,0 0 0 0 0,0-1 1 0 0,-1 1-1 0 0,1 0 0 0 0,-1-1 0 0 0,4-4 0 0 0,2-4-234 0 0,1-1 0 0 0,-2 0 0 0 0,0 0 0 0 0,0-1 0 0 0,-2 0 0 0 0,1 0 0 0 0,-1 0-1 0 0,3-15 1 0 0,2-18-1004 0 0,4-51-1 0 0,-8 54 1417 0 0,-5 40-142 0 0,-1 1 0 0 0,0 0 0 0 0,1 0 1 0 0,-1 0-1 0 0,1 0 0 0 0,0 0 0 0 0,0 0 0 0 0,-1 0 0 0 0,1 0 1 0 0,2-2-1 0 0,-3 3 33 0 0,1 1 1 0 0,-1-1 0 0 0,1 1-1 0 0,0-1 1 0 0,-1 1 0 0 0,1-1-1 0 0,-1 1 1 0 0,1 0 0 0 0,0-1-1 0 0,-1 1 1 0 0,1 0 0 0 0,-1 0-1 0 0,1-1 1 0 0,0 1 0 0 0,0 0-1 0 0,-1 0 1 0 0,1 0 0 0 0,0 0-1 0 0,-1 0 1 0 0,1 0 0 0 0,1 0-1 0 0,2 1 255 0 0,1 1 0 0 0,0-1 0 0 0,-1 1 0 0 0,0 0-1 0 0,1 0 1 0 0,-1 1 0 0 0,6 4 0 0 0,-9-6-317 0 0,46 36 1253 0 0,-34-25-1118 0 0,0-1 1 0 0,16 9 0 0 0,-24-17-435 0 0,-1-1 0 0 0,0 1 1 0 0,1-1-1 0 0,-1-1 0 0 0,1 1 1 0 0,-1-1-1 0 0,1 1 0 0 0,0-1 1 0 0,-1-1-1 0 0,1 1 0 0 0,10-1 1 0 0,-3-1-829 0 0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48.4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0 244 3225 0 0,'49'42'3744'0'0,"-48"-41"-3608"0"0,3 2 149 0 0,-1 0 0 0 0,1 0 1 0 0,1-1-1 0 0,-1 0 0 0 0,0 1 0 0 0,0-1 0 0 0,1-1 0 0 0,0 1 0 0 0,-1-1 0 0 0,9 2 0 0 0,-13-3-241 0 0,1-1 1 0 0,-1 1 0 0 0,1-1-1 0 0,-1 0 1 0 0,1 1 0 0 0,-1-1-1 0 0,0 0 1 0 0,1 1-1 0 0,-1-1 1 0 0,0 0 0 0 0,0 1-1 0 0,1-1 1 0 0,-1 0-1 0 0,0 0 1 0 0,0 1 0 0 0,0-1-1 0 0,0 0 1 0 0,0 0 0 0 0,0 1-1 0 0,0-1 1 0 0,0 0-1 0 0,0 0 1 0 0,0 1 0 0 0,-1-1-1 0 0,1 0 1 0 0,0 1-1 0 0,-1-2 1 0 0,-7-26 1073 0 0,7 25-842 0 0,-5-16 403 0 0,0 0 1 0 0,1 0-1 0 0,2-1 1 0 0,-4-32-1 0 0,7 45-989 0 0,1 0 0 0 0,-1-1 0 0 0,1 1 0 0 0,0 0-1 0 0,1 0 1 0 0,-1 1 0 0 0,1-1 0 0 0,1 0 0 0 0,-1 0 0 0 0,1 1 0 0 0,1 0 0 0 0,-1-1-1 0 0,1 1 1 0 0,0 1 0 0 0,0-1 0 0 0,8-7 0 0 0,0 0 295 0 0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48.82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86 47 5985 0 0,'-4'-6'52'0'0,"0"0"835"0"0,0 1-1 0 0,0-1 1 0 0,-1 1 0 0 0,-8-8 0 0 0,12 12-796 0 0,0 1-1 0 0,1-1 1 0 0,-1 1-1 0 0,0-1 1 0 0,1 1-1 0 0,-1 0 1 0 0,0-1-1 0 0,1 1 1 0 0,-1 0-1 0 0,0-1 1 0 0,0 1-1 0 0,1 0 1 0 0,-1 0-1 0 0,0-1 1 0 0,0 1-1 0 0,0 0 1 0 0,1 0-1 0 0,-1 0 1 0 0,0 0-1 0 0,0 0 1 0 0,0 1-1 0 0,1-1 1 0 0,-1 0-1 0 0,0 0 1 0 0,0 0 0 0 0,1 1-1 0 0,-1-1 1 0 0,0 0-1 0 0,0 1 1 0 0,1-1-1 0 0,-1 0 1 0 0,0 1-1 0 0,1-1 1 0 0,-1 1-1 0 0,1-1 1 0 0,-1 1-1 0 0,0 0 1 0 0,1-1-1 0 0,-1 1 1 0 0,1-1-1 0 0,0 1 1 0 0,-1 0-1 0 0,1 0 1 0 0,0-1-1 0 0,-1 1 1 0 0,1 0-1 0 0,0 0 1 0 0,-1-1-1 0 0,1 1 1 0 0,0 0-1 0 0,0 1 1 0 0,-5 14 159 0 0,1 0 0 0 0,0 0 0 0 0,2 0 0 0 0,-1 0 0 0 0,1 21 1 0 0,2-26-234 0 0,0 0 0 0 0,1 0 1 0 0,0 0-1 0 0,1 0 1 0 0,0 0-1 0 0,1 0 1 0 0,0 0-1 0 0,7 16 1 0 0,-9-24-13 0 0,1 0 1 0 0,0 0-1 0 0,-1 0 1 0 0,1 0-1 0 0,0 0 1 0 0,1-1-1 0 0,-1 1 1 0 0,0-1-1 0 0,1 1 1 0 0,0-1-1 0 0,-1 0 1 0 0,1 0-1 0 0,0 0 1 0 0,0 0 0 0 0,0 0-1 0 0,0-1 1 0 0,1 0-1 0 0,-1 1 1 0 0,0-1-1 0 0,1 0 1 0 0,-1-1-1 0 0,0 1 1 0 0,1-1-1 0 0,-1 1 1 0 0,7-1-1 0 0,-5-1-58 0 0,-1 1 0 0 0,1-1-1 0 0,0 0 1 0 0,-1-1 0 0 0,1 1-1 0 0,-1-1 1 0 0,1 0 0 0 0,-1 0-1 0 0,0 0 1 0 0,0-1 0 0 0,0 1-1 0 0,0-1 1 0 0,-1 0 0 0 0,1 0-1 0 0,-1 0 1 0 0,1-1 0 0 0,-1 1-1 0 0,4-7 1 0 0,-6 8-88 0 0,1 0 1 0 0,-1-1-1 0 0,0 0 0 0 0,0 1 0 0 0,0-1 1 0 0,0 1-1 0 0,0-1 0 0 0,-1 0 0 0 0,1-4 1 0 0,5-17-176 0 0,-5 23 323 0 0,-1 1 0 0 0,0 0 0 0 0,1-1 0 0 0,-1 1 1 0 0,1-1-1 0 0,-1 1 0 0 0,0 0 0 0 0,1 0 0 0 0,-1-1 0 0 0,1 1 0 0 0,-1 0 0 0 0,1 0 0 0 0,-1-1 1 0 0,1 1-1 0 0,-1 0 0 0 0,1 0 0 0 0,-1 0 0 0 0,1 0 0 0 0,-1 0 0 0 0,1 0 0 0 0,-1 0 0 0 0,1 0 0 0 0,0 0 1 0 0,-1 0-1 0 0,1 0 0 0 0,-1 0 0 0 0,1 0 0 0 0,-1 0 0 0 0,1 1 0 0 0,-1-1 0 0 0,1 0 0 0 0,-1 0 0 0 0,1 0 1 0 0,-1 1-1 0 0,0-1 0 0 0,1 0 0 0 0,-1 1 0 0 0,1-1 0 0 0,-1 0 0 0 0,0 1 0 0 0,1-1 0 0 0,-1 1 1 0 0,0-1-1 0 0,1 1 0 0 0,-1-1 0 0 0,0 0 0 0 0,0 1 0 0 0,1 0 0 0 0,16 23 525 0 0,19 36 303 0 0,-23-41-1589 0 0,0 2 0 0 0,16 37 0 0 0,-21-36-4228 0 0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49.32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2 343 6913 0 0,'-1'-2'2389'0'0,"5"-6"-480"0"0,13-15 414 0 0,-8 10-1922 0 0,0 0-195 0 0,-1 0 0 0 0,-1-1 1 0 0,0 0-1 0 0,-1-1 0 0 0,-1 0 0 0 0,0 1 1 0 0,3-20-1 0 0,-6 22-229 0 0,0 1-1 0 0,-1-1 1 0 0,0 1 0 0 0,-1-1-1 0 0,0 0 1 0 0,-1 1 0 0 0,0-1-1 0 0,-1 1 1 0 0,0-1 0 0 0,-6-15 0 0 0,8 26 30 0 0,0 0 1 0 0,-1-1-1 0 0,1 1 1 0 0,0 0-1 0 0,-1 0 1 0 0,1 0-1 0 0,-1 0 1 0 0,1 0-1 0 0,-1 0 1 0 0,1 1-1 0 0,-1-1 1 0 0,0 0-1 0 0,1 0 1 0 0,-1 0-1 0 0,0 0 1 0 0,0 1-1 0 0,0-1 1 0 0,0 0-1 0 0,0 1 1 0 0,1-1-1 0 0,-1 1 1 0 0,0-1-1 0 0,0 1 1 0 0,-2-1-1 0 0,2 1-10 0 0,0 0 0 0 0,0 1-1 0 0,-1-1 1 0 0,1 0 0 0 0,0 1-1 0 0,0-1 1 0 0,0 1-1 0 0,0-1 1 0 0,0 1 0 0 0,0 0-1 0 0,1-1 1 0 0,-1 1 0 0 0,0 0-1 0 0,0 0 1 0 0,0 0 0 0 0,0-1-1 0 0,1 1 1 0 0,-2 2 0 0 0,-2 4-46 0 0,0 0 1 0 0,0 0 0 0 0,1 0 0 0 0,-1 0-1 0 0,-2 11 1 0 0,4-9-1 0 0,0 0 1 0 0,0 0-1 0 0,1 0 0 0 0,0 0 0 0 0,0 0 0 0 0,1 0 0 0 0,0 1 1 0 0,1-1-1 0 0,3 14 0 0 0,-3-19 60 0 0,0 0 1 0 0,1 0-1 0 0,-1 0 1 0 0,1 0-1 0 0,0 0 1 0 0,1 0-1 0 0,-1-1 1 0 0,0 1-1 0 0,1-1 1 0 0,0 0-1 0 0,0 1 1 0 0,0-1-1 0 0,0-1 1 0 0,1 1-1 0 0,-1 0 1 0 0,1-1-1 0 0,-1 0 1 0 0,1 1-1 0 0,0-2 1 0 0,0 1-1 0 0,0 0 1 0 0,5 1-1 0 0,3 0 55 0 0,-1 0-1 0 0,0-1 1 0 0,1 0-1 0 0,0-1 0 0 0,-1 0 1 0 0,1-1-1 0 0,0 0 1 0 0,-1-1-1 0 0,1 0 1 0 0,-1-1-1 0 0,1 0 1 0 0,11-4-1 0 0,-10 2-652 0 0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50.0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12 2761 0 0,'0'0'24'0'0,"0"0"1"0"0,0 0 0 0 0,0 0 0 0 0,-1 0-1 0 0,1 0 1 0 0,0 0 0 0 0,0-1 0 0 0,0 1-1 0 0,-1 0 1 0 0,1 0 0 0 0,0 0 0 0 0,0 0-1 0 0,0 0 1 0 0,0-1 0 0 0,0 1 0 0 0,-1 0 0 0 0,1 0-1 0 0,0 0 1 0 0,0 0 0 0 0,0-1 0 0 0,0 1-1 0 0,0 0 1 0 0,0 0 0 0 0,0-1 0 0 0,0 1-1 0 0,0 0 1 0 0,0 0 0 0 0,0 0 0 0 0,0-1-1 0 0,0 1 1 0 0,0 0 0 0 0,0 0 0 0 0,0 0-1 0 0,0-1 1 0 0,0 1 0 0 0,0 0 0 0 0,0 0 0 0 0,0 0-1 0 0,0-1 1 0 0,0 1 0 0 0,0 0 0 0 0,0 0-1 0 0,1 0 1 0 0,-1-1 0 0 0,0 1 0 0 0,0 0-1 0 0,0 0 1 0 0,0 0 0 0 0,0 0 0 0 0,1-1-1 0 0,-1 1 1 0 0,0 0 0 0 0,0 0 0 0 0,0 0-1 0 0,1 0 1 0 0,-1-1 146 0 0,0 1 0 0 0,1 0 0 0 0,-1 0-1 0 0,1-1 1 0 0,-1 1 0 0 0,1 0 0 0 0,-1 0 0 0 0,1 0 0 0 0,-1 0-1 0 0,1 0 1 0 0,-1 0 0 0 0,1-1 0 0 0,-1 1 0 0 0,1 0-1 0 0,-1 0 1 0 0,1 0 0 0 0,-1 1 0 0 0,1-1 0 0 0,-1 0-1 0 0,0 0 1 0 0,1 0 0 0 0,-1 0 0 0 0,1 0 0 0 0,-1 0-1 0 0,1 1 1 0 0,-1-1 0 0 0,1 1 0 0 0,4 3 94 0 0,-1 1 0 0 0,0 0 1 0 0,0 0-1 0 0,0 0 0 0 0,-1 1 0 0 0,0-1 1 0 0,0 1-1 0 0,0 0 0 0 0,-1 0 0 0 0,0 0 0 0 0,2 9 1 0 0,2 13-1595 0 0,4 37 1 0 0,-9-59 594 0 0,1 17-3019 0 0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50.76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 72 5065 0 0,'-2'2'147'0'0,"0"0"0"0"0,1 0-1 0 0,-1 0 1 0 0,1 1 0 0 0,-1-1-1 0 0,1 1 1 0 0,0-1 0 0 0,0 1 0 0 0,0 0-1 0 0,0-1 1 0 0,0 1 0 0 0,1 0 0 0 0,-1-1-1 0 0,1 1 1 0 0,0 0 0 0 0,0 0-1 0 0,0 0 1 0 0,0-1 0 0 0,0 1 0 0 0,1 0-1 0 0,-1 0 1 0 0,2 2 0 0 0,-1 3 265 0 0,1 0 1 0 0,0 0-1 0 0,1 0 1 0 0,-1-1 0 0 0,2 1-1 0 0,6 12 1 0 0,-5-14-281 0 0,-1-1 0 0 0,1 1 1 0 0,0-1-1 0 0,0 0 0 0 0,1 0 1 0 0,0-1-1 0 0,0 0 0 0 0,0 0 1 0 0,0 0-1 0 0,9 3 0 0 0,-13-5-152 0 0,1-1-1 0 0,0 0 1 0 0,0 1-1 0 0,0-2 1 0 0,0 1 0 0 0,0 0-1 0 0,0 0 1 0 0,0-1-1 0 0,0 0 1 0 0,0 1 0 0 0,0-1-1 0 0,0-1 1 0 0,0 1-1 0 0,0 0 1 0 0,0-1 0 0 0,0 1-1 0 0,0-1 1 0 0,0 0-1 0 0,0 0 1 0 0,0 0-1 0 0,0 0 1 0 0,0-1 0 0 0,-1 1-1 0 0,1-1 1 0 0,0 0-1 0 0,3-2 1 0 0,-5 2-37 0 0,1 0 1 0 0,-1-1-1 0 0,0 1 0 0 0,0 0 0 0 0,1 0 1 0 0,-1-1-1 0 0,-1 1 0 0 0,1 0 1 0 0,0-1-1 0 0,0 1 0 0 0,-1-1 1 0 0,0 1-1 0 0,1-1 0 0 0,-1 0 0 0 0,0 1 1 0 0,0-1-1 0 0,-1 1 0 0 0,1-1 1 0 0,0 1-1 0 0,-1-1 0 0 0,1 1 0 0 0,-1-1 1 0 0,0 1-1 0 0,0 0 0 0 0,0-1 1 0 0,0 1-1 0 0,0 0 0 0 0,-1 0 1 0 0,1 0-1 0 0,-3-3 0 0 0,-4-7 36 0 0,-1-1 0 0 0,-1 1 0 0 0,-16-15 0 0 0,-12-21 208 0 0,31 37-13 0 0,-1 1 1 0 0,0 0-1 0 0,-16-16 0 0 0,24 26-177 0 0,0 0-1 0 0,0 0 0 0 0,0 0 0 0 0,-1-1 1 0 0,1 1-1 0 0,0 0 0 0 0,0 0 0 0 0,0 0 1 0 0,0 0-1 0 0,0 0 0 0 0,0 0 0 0 0,0-1 1 0 0,-1 1-1 0 0,1 0 0 0 0,0 0 0 0 0,0 0 1 0 0,0 0-1 0 0,0 0 0 0 0,-1 0 0 0 0,1 0 1 0 0,0 0-1 0 0,0 0 0 0 0,0 0 0 0 0,0 0 1 0 0,-1 0-1 0 0,1 0 0 0 0,0 0 0 0 0,0 0 0 0 0,0 0 1 0 0,0 0-1 0 0,-1 0 0 0 0,1 0 0 0 0,0 0 1 0 0,0 0-1 0 0,0 0 0 0 0,0 0 0 0 0,-1 0 1 0 0,1 0-1 0 0,0 0 0 0 0,0 0 0 0 0,0 1 1 0 0,0-1-1 0 0,0 0 0 0 0,-1 0 0 0 0,1 0 1 0 0,-1 10-1310 0 0,2 1-2259 0 0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51.1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91 2761 0 0,'2'-1'3154'0'0,"7"6"-1559"0"0,9 10 60 0 0,8 25 216 0 0,-20-28-1492 0 0,1 0-1 0 0,0-1 1 0 0,13 14 0 0 0,-17-22-346 0 0,-1-1 1 0 0,0 0-1 0 0,0 0 0 0 0,1 0 1 0 0,-1 0-1 0 0,1 0 1 0 0,0-1-1 0 0,-1 1 0 0 0,1-1 1 0 0,0 0-1 0 0,0 0 1 0 0,0 0-1 0 0,0 0 0 0 0,0 0 1 0 0,0 0-1 0 0,0-1 1 0 0,0 0-1 0 0,0 1 0 0 0,5-2 1 0 0,-6 1-71 0 0,-1 0 0 0 0,1-1 1 0 0,-1 0-1 0 0,1 1 0 0 0,-1-1 1 0 0,1 0-1 0 0,-1 0 0 0 0,0 1 0 0 0,1-1 1 0 0,-1 0-1 0 0,0 0 0 0 0,0-1 0 0 0,0 1 1 0 0,0 0-1 0 0,0 0 0 0 0,0 0 1 0 0,0-1-1 0 0,0 1 0 0 0,0-1 0 0 0,-1 1 1 0 0,1 0-1 0 0,0-1 0 0 0,-1 1 1 0 0,0-1-1 0 0,1 0 0 0 0,-1 1 0 0 0,0-1 1 0 0,1 1-1 0 0,-1-1 0 0 0,0 1 1 0 0,0-1-1 0 0,-1 0 0 0 0,1 1 0 0 0,0-3 1 0 0,-1-9-541 0 0,0 0 1 0 0,-7-25-1 0 0,7 32 554 0 0,-3-13-146 0 0,1 11 303 0 0,1-1-1 0 0,0 0 0 0 0,0 0 0 0 0,1 0 1 0 0,1 0-1 0 0,-1 0 0 0 0,1 0 0 0 0,2-9 1 0 0,-2 17-82 0 0,0 1 1 0 0,1-1-1 0 0,-1 0 1 0 0,0 0 0 0 0,1 1-1 0 0,-1-1 1 0 0,1 0-1 0 0,-1 1 1 0 0,1-1-1 0 0,-1 1 1 0 0,1-1 0 0 0,-1 1-1 0 0,1-1 1 0 0,0 1-1 0 0,-1-1 1 0 0,1 1-1 0 0,0-1 1 0 0,0 1 0 0 0,-1 0-1 0 0,1-1 1 0 0,0 1-1 0 0,0 0 1 0 0,-1 0-1 0 0,1 0 1 0 0,0-1 0 0 0,0 1-1 0 0,0 0 1 0 0,-1 0-1 0 0,1 0 1 0 0,0 0-1 0 0,0 0 1 0 0,0 1-1 0 0,-1-1 1 0 0,1 0 0 0 0,0 0-1 0 0,0 0 1 0 0,0 1-1 0 0,-1-1 1 0 0,1 0-1 0 0,0 1 1 0 0,-1-1 0 0 0,1 1-1 0 0,1 0 1 0 0,35 22 945 0 0,-32-19-1046 0 0,-4-4 42 0 0,4 4-300 0 0,0 0 1 0 0,1 0-1 0 0,0-1 0 0 0,0 0 0 0 0,0 0 0 0 0,7 2 0 0 0,-2-3-4196 0 0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51.5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6449 0 0,'20'35'7151'0'0,"23"43"-4909"0"0,69 171-3215 0 0,-97-215-1017 0 0,-7-18-2807 0 0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51.8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0 209 2761 0 0,'0'-3'95'0'0,"0"0"1"0"0,0 0-1 0 0,1 0 1 0 0,-1 0-1 0 0,1 1 1 0 0,-1-1-1 0 0,1 0 1 0 0,0 0-1 0 0,0 0 1 0 0,0 0 0 0 0,1 1-1 0 0,-1-1 1 0 0,1 0-1 0 0,-1 1 1 0 0,1-1-1 0 0,3-2 1 0 0,37-41 2031 0 0,-31 35-1719 0 0,7-7 1162 0 0,31-24 0 0 0,-42 37-1411 0 0,1-1 0 0 0,0 1 1 0 0,0 1-1 0 0,0-1 0 0 0,0 1 1 0 0,1 1-1 0 0,14-5 0 0 0,4 7-1452 0 0,-16 2 606 0 0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52.83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113 0 1840 0 0,'-4'14'8281'0'0,"4"-11"-8220"0"0,0 0 1 0 0,0 1-1 0 0,0-1 0 0 0,0 0 1 0 0,0 0-1 0 0,1 1 0 0 0,0-1 1 0 0,0 0-1 0 0,0 0 0 0 0,0 0 1 0 0,0 0-1 0 0,0 0 0 0 0,1 0 1 0 0,0 0-1 0 0,-1 0 0 0 0,3 2 1 0 0,86 99 891 0 0,-63-75-867 0 0,-1 0 0 0 0,-1 2 0 0 0,-2 1 0 0 0,24 44 0 0 0,-46-75-85 0 0,-1 0 0 0 0,1 0 0 0 0,-1 0 0 0 0,1 1 1 0 0,-1-1-1 0 0,1 0 0 0 0,-1 1 0 0 0,0-1 1 0 0,0 0-1 0 0,0 0 0 0 0,0 1 0 0 0,0-1 0 0 0,0 0 1 0 0,0 1-1 0 0,0-1 0 0 0,-1 0 0 0 0,1 1 0 0 0,0-1 1 0 0,-1 0-1 0 0,1 0 0 0 0,-1 1 0 0 0,1-1 0 0 0,-1 0 1 0 0,0 0-1 0 0,0 1 0 0 0,-1 1 6 0 0,-1 0 0 0 0,0-1 0 0 0,1 0-1 0 0,-1 1 1 0 0,0-1 0 0 0,0 0 0 0 0,0 0 0 0 0,0-1 0 0 0,-5 3 0 0 0,-4 1 13 0 0,-1-1 0 0 0,0 0 0 0 0,0-1 0 0 0,-15 2 0 0 0,16-3 40 0 0,1-1 1 0 0,-1 0-1 0 0,0 0 0 0 0,0-2 1 0 0,0 1-1 0 0,1-2 1 0 0,-1 0-1 0 0,0 0 0 0 0,-12-4 1 0 0,18 3-21 0 0,0 0 1 0 0,0 0 0 0 0,0 0-1 0 0,1 0 1 0 0,0-1 0 0 0,-1 0-1 0 0,1 0 1 0 0,0-1 0 0 0,1 1-1 0 0,-1-1 1 0 0,1 0 0 0 0,0-1-1 0 0,0 1 1 0 0,1 0-1 0 0,-1-1 1 0 0,1 0 0 0 0,0 0-1 0 0,-2-6 1 0 0,-1-6 21 0 0,0-1-1 0 0,1 1 1 0 0,1-1 0 0 0,0 0-1 0 0,2 0 1 0 0,0 0 0 0 0,1 0-1 0 0,1 0 1 0 0,1 0 0 0 0,0 0-1 0 0,6-23 1 0 0,2 6-5355 0 0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1:51.8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83 76 3225 0 0,'-82'33'2704'0'0,"92"-36"-1689"0"0,0 0 0 0 0,0 1-1 0 0,0 0 1 0 0,1 1 0 0 0,12-1-1 0 0,17-1 72 0 0,-8-1-480 0 0,0 1-1 0 0,0 2 1 0 0,44 3 0 0 0,94 20-15 0 0,-112-12-605 0 0,1-3 0 0 0,99-1 0 0 0,-131-10 25 0 0,0 0 0 0 0,-1-2 0 0 0,1-1 0 0 0,-2-1 0 0 0,1-2 0 0 0,35-17 0 0 0,-36 14-12 0 0,1 2 0 0 0,0 1 1 0 0,1 1-1 0 0,0 2 0 0 0,47-8 0 0 0,-70 14 22 0 0,1 1 1 0 0,-1 0-1 0 0,1 0 0 0 0,-1 0 0 0 0,1 1 0 0 0,-1 0 0 0 0,9 2 0 0 0,-11-2-119 0 0,0 0 1 0 0,0 0 0 0 0,0 0-1 0 0,0 0 1 0 0,0 0-1 0 0,0 0 1 0 0,-1 1-1 0 0,1-1 1 0 0,0 1-1 0 0,-1 0 1 0 0,1-1-1 0 0,-1 1 1 0 0,1 0 0 0 0,-1 0-1 0 0,0 0 1 0 0,0 0-1 0 0,1 3 1 0 0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1:52.3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48 8 3681 0 0,'-1'-1'139'0'0,"-1"0"0"0"0,1 0-1 0 0,0 1 1 0 0,-1-1 0 0 0,1 0 0 0 0,0 1 0 0 0,-1-1 0 0 0,1 1 0 0 0,-1-1-1 0 0,1 1 1 0 0,0 0 0 0 0,-1-1 0 0 0,1 1 0 0 0,-1 0 0 0 0,1 0 0 0 0,-1 0-1 0 0,1 0 1 0 0,-1 0 0 0 0,1 1 0 0 0,-1-1 0 0 0,1 0 0 0 0,-1 1 0 0 0,1-1-1 0 0,-1 1 1 0 0,1-1 0 0 0,0 1 0 0 0,-1 0 0 0 0,-1 1 0 0 0,2-1-9 0 0,1 0 0 0 0,-1 1 0 0 0,0-1 0 0 0,1 0 0 0 0,0 0 0 0 0,-1 0 0 0 0,1 1 0 0 0,0-1 0 0 0,0 0 0 0 0,-1 0 0 0 0,1 1 0 0 0,0-1 0 0 0,0 0 0 0 0,0 0 0 0 0,1 1 0 0 0,-1-1 0 0 0,0 0 0 0 0,0 0 0 0 0,1 1-1 0 0,-1-1 1 0 0,0 0 0 0 0,1 0 0 0 0,0 0 0 0 0,-1 0 0 0 0,1 1 0 0 0,0-1 0 0 0,-1 0 0 0 0,1 0 0 0 0,0 0 0 0 0,0-1 0 0 0,0 1 0 0 0,0 0 0 0 0,0 0 0 0 0,1 1 0 0 0,15 12 251 0 0,0-1-1 0 0,0 0 1 0 0,2-2 0 0 0,32 17-1 0 0,20 12-4 0 0,-25-6-322 0 0,43 39-1 0 0,30 23 743 0 0,-118-96-775 0 0,0 1 0 0 0,-1-1 1 0 0,1 1-1 0 0,0-1 0 0 0,0 1 0 0 0,0 0 0 0 0,-1 0 0 0 0,1-1 0 0 0,0 1 0 0 0,-1 0 0 0 0,1 0 0 0 0,-1 0 0 0 0,1 0 0 0 0,-1 0 1 0 0,1 0-1 0 0,-1-1 0 0 0,1 1 0 0 0,-1 0 0 0 0,0 0 0 0 0,0 0 0 0 0,1 1 0 0 0,-1-1 0 0 0,0 0 0 0 0,0 0 0 0 0,0 0 0 0 0,0 0 1 0 0,0 0-1 0 0,-1 0 0 0 0,1 0 0 0 0,0 0 0 0 0,0 0 0 0 0,-1 0 0 0 0,1 0 0 0 0,0 0 0 0 0,-1 0 0 0 0,1 0 0 0 0,-1-1 0 0 0,0 1 1 0 0,0 1-1 0 0,-4 4-44 0 0,0 0 0 0 0,0 0 0 0 0,-1-1 1 0 0,-10 8-1 0 0,1 1 8 0 0,-57 59-2449 0 0,46-42-2544 0 0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2:00.61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694 60 1584 0 0,'-15'-6'161'0'0,"1"2"-1"0"0,-1-1 1 0 0,0 2-1 0 0,0 0 1 0 0,-29-1-1 0 0,-3-2 855 0 0,-10-4 340 0 0,30 4-518 0 0,0 1 1 0 0,-1 2-1 0 0,1 0 0 0 0,-1 2 1 0 0,1 1-1 0 0,-52 6 0 0 0,50-1-773 0 0,0 1 0 0 0,1 2 0 0 0,0 0 0 0 0,0 2 0 0 0,-51 27 0 0 0,78-37-62 0 0,1 0 0 0 0,0 0 0 0 0,-1 0-1 0 0,1 0 1 0 0,-1 0 0 0 0,1 1-1 0 0,0-1 1 0 0,-1 0 0 0 0,1 0 0 0 0,0 1-1 0 0,0-1 1 0 0,-1 0 0 0 0,1 0-1 0 0,0 1 1 0 0,0-1 0 0 0,-1 0 0 0 0,1 1-1 0 0,0-1 1 0 0,0 0 0 0 0,0 1 0 0 0,-1-1-1 0 0,1 1 1 0 0,0-1 0 0 0,0 0-1 0 0,0 1 1 0 0,0-1 0 0 0,0 0 0 0 0,0 1-1 0 0,0-1 1 0 0,0 1 0 0 0,0-1-1 0 0,0 0 1 0 0,0 1 0 0 0,0-1 0 0 0,0 1-1 0 0,0-1 1 0 0,0 0 0 0 0,0 1-1 0 0,1-1 1 0 0,-1 0 0 0 0,0 1 0 0 0,0 0-1 0 0,20 11 211 0 0,29 2 1 0 0,-14-9-132 0 0,0-1 0 0 0,0-2 1 0 0,45-2-1 0 0,108-18 420 0 0,-13 1 215 0 0,571 13-48 0 0,-696 2-713 0 0,89-14 1 0 0,-30 2 766 0 0,-63 14-1104 0 0,-30 7-4739 0 0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2:01.1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278 83 2761 0 0,'-8'-5'653'0'0,"0"-1"0"0"0,1 0 0 0 0,0 0 0 0 0,0-1 0 0 0,0 1 0 0 0,-9-14 0 0 0,-8-6 3822 0 0,43 38-1831 0 0,6 4-2860 0 0,114 80 1123 0 0,-103-73-566 0 0,-33-22-316 0 0,0 1-1 0 0,0 0 0 0 0,-1 0 1 0 0,1 0-1 0 0,-1 1 1 0 0,1-1-1 0 0,-1 1 0 0 0,0-1 1 0 0,0 1-1 0 0,0 0 1 0 0,0 0-1 0 0,0 0 0 0 0,0 0 1 0 0,1 4-1 0 0,-3-5 14 0 0,0 0 0 0 0,1 0 0 0 0,-1 0 0 0 0,0 0-1 0 0,0 0 1 0 0,-1 0 0 0 0,1 1 0 0 0,0-1 0 0 0,-1 0 0 0 0,1 0 0 0 0,-1 0-1 0 0,1 0 1 0 0,-1 0 0 0 0,0 0 0 0 0,0-1 0 0 0,0 1 0 0 0,0 0 0 0 0,0 0-1 0 0,-1-1 1 0 0,1 1 0 0 0,0 0 0 0 0,-1-1 0 0 0,1 1 0 0 0,-3 0 0 0 0,-161 142 1252 0 0,-74 73-4014 0 0,213-189 2005 0 0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2:03.1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34 4 5529 0 0,'-2'0'171'0'0,"1"-1"-1"0"0,0 1 1 0 0,0-1-1 0 0,0 1 1 0 0,-1-1-1 0 0,1 1 1 0 0,0 0-1 0 0,-1 0 1 0 0,1-1-1 0 0,0 1 1 0 0,-1 0-1 0 0,1 0 1 0 0,0 0-1 0 0,0 1 1 0 0,-1-1-1 0 0,1 0 1 0 0,0 0-1 0 0,-1 1 1 0 0,1-1-1 0 0,0 1 1 0 0,-2 0-1 0 0,3 0-88 0 0,-1-1 0 0 0,1 1 0 0 0,-1 0 0 0 0,1 0 0 0 0,0 0 0 0 0,-1 0 0 0 0,1 0 0 0 0,0 0 1 0 0,0 0-1 0 0,0 0 0 0 0,0 0 0 0 0,0 0 0 0 0,0 0 0 0 0,0-1 0 0 0,0 1 0 0 0,0 0 0 0 0,0 0 0 0 0,0 0 0 0 0,0 0 0 0 0,1 0 0 0 0,0 2 0 0 0,3 9 185 0 0,2-1 1 0 0,-1 1-1 0 0,11 13 0 0 0,-12-17-18 0 0,212 299 1675 0 0,-208-297-2163 0 0,11 15-4815 0 0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2:03.5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548 1 12443 0 0,'-4'2'115'0'0,"0"0"-1"0"0,0 0 1 0 0,0 0 0 0 0,0 1 0 0 0,1-1 0 0 0,-1 1 0 0 0,1 0 0 0 0,0 0 0 0 0,0 0 0 0 0,0 1 0 0 0,0-1 0 0 0,0 1-1 0 0,-2 5 1 0 0,-4 7 76 0 0,-14 35-1 0 0,5-10 125 0 0,-163 290 905 0 0,-29 59-1454 0 0,171-299-1368 0 0,21-53 770 0 0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1:59.0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373 145 3225 0 0,'-64'5'-1325'0'0,"55"-3"1334"0"0,-1-1 0 0 0,1 1 0 0 0,-1-2-1 0 0,1 0 1 0 0,-1 0 0 0 0,0 0-1 0 0,1-1 1 0 0,-1-1 0 0 0,1 0 0 0 0,0 0-1 0 0,-1-1 1 0 0,-13-5 0 0 0,19 6 124 0 0,-1 0 0 0 0,1 0 0 0 0,-1 1 0 0 0,1-1 1 0 0,-1 1-1 0 0,1 0 0 0 0,-1 1 0 0 0,0-1 0 0 0,1 1 0 0 0,-1 0 1 0 0,0 0-1 0 0,-4 1 0 0 0,-15 0 1811 0 0,3-2 1242 0 0,16 1-3111 0 0,-1-1-1 0 0,1 1 0 0 0,-1 0 0 0 0,1 1 0 0 0,-1 0 0 0 0,-9 2 0 0 0,2 1 91 0 0,12-1 344 0 0,23-2 815 0 0,3 1-785 0 0,4 1-406 0 0,1-1 1 0 0,-1-1 0 0 0,42-3 0 0 0,89-19-156 0 0,11-1 21 0 0,615-51 153 0 0,-690 59-52 0 0,1 5 0 0 0,155 4 0 0 0,-242 6-264 0 0,15 1 212 0 0,49 8 0 0 0,-68-8-379 0 0,1-1 0 0 0,-1 1 0 0 0,1 1 0 0 0,-1-1 0 0 0,0 1 0 0 0,0 0 0 0 0,0 0 0 0 0,0 1 0 0 0,-1 0 0 0 0,1 0 0 0 0,-1 0 0 0 0,7 7 0 0 0,-8-6-511 0 0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1:59.64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274 0 6449 0 0,'-19'0'-86'0'0,"0"1"0"0"0,-1 1-1 0 0,1 0 1 0 0,0 1-1 0 0,0 2 1 0 0,-29 9 0 0 0,-45 10 1489 0 0,75-22 188 0 0,45 6 627 0 0,51 31-1493 0 0,-50-24-645 0 0,0-1 0 0 0,1-1-1 0 0,1-1 1 0 0,0-1 0 0 0,0-2-1 0 0,48 8 1 0 0,-40-16 252 0 0,-32-2-268 0 0,1 1 0 0 0,0 0 0 0 0,0 1-1 0 0,0-1 1 0 0,-1 1 0 0 0,1 0 0 0 0,0 1 0 0 0,0 0 0 0 0,7 3 0 0 0,-13-4-51 0 0,0 0 0 0 0,-1 0 0 0 0,1 0 0 0 0,0 0 0 0 0,-1 0 0 0 0,1 0 0 0 0,0 0 0 0 0,-1 0 0 0 0,1 0 0 0 0,-1 1 0 0 0,0-1 0 0 0,1 0 0 0 0,-1 0 0 0 0,0 0 0 0 0,0 1 0 0 0,0-1 0 0 0,0 0 0 0 0,0 1 0 0 0,0-1 0 0 0,0 0 0 0 0,0 0 0 0 0,-1 0 0 0 0,1 1 0 0 0,-1 1 0 0 0,-9 30 294 0 0,-7 3 86 0 0,0-2 1 0 0,-39 56-1 0 0,-55 58-1920 0 0,96-130 1024 0 0,-7 11-587 0 0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2:02.2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5 7834 0 0,'1'-1'156'0'0,"1"0"1"0"0,0 1 0 0 0,-1-1 0 0 0,1 1 0 0 0,0-1-1 0 0,-1 1 1 0 0,1 0 0 0 0,0-1 0 0 0,0 1 0 0 0,-1 0-1 0 0,1 0 1 0 0,0 0 0 0 0,0 0 0 0 0,-1 1 0 0 0,1-1-1 0 0,0 0 1 0 0,-1 1 0 0 0,1-1 0 0 0,2 2-1 0 0,31 13 934 0 0,-27-9-842 0 0,-1 0 1 0 0,0 0 0 0 0,-1 0-1 0 0,1 1 1 0 0,-1 0 0 0 0,-1 1-1 0 0,9 13 1 0 0,30 63 780 0 0,-32-60-913 0 0,46 106 376 0 0,7 15-1383 0 0,-50-115-647 0 0,1-1 1 0 0,35 45 0 0 0,-39-59-2268 0 0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2:02.6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516 15 6913 0 0,'-12'-15'629'0'0,"2"15"137"0"0,8 3-613 0 0,-1-1-1 0 0,1 1 0 0 0,1-1 1 0 0,-1 1-1 0 0,0 0 0 0 0,0 0 1 0 0,1 0-1 0 0,-1 3 0 0 0,-3 3 50 0 0,-235 409 4038 0 0,43-81-5972 0 0,162-272-2767 0 0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2:36.32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2 173 4985 0 0,'2'-3'26'0'0,"0"1"-1"0"0,0 0 1 0 0,0-1-1 0 0,0 1 1 0 0,0-1-1 0 0,-1 1 1 0 0,1-1-1 0 0,-1 0 1 0 0,1 0-1 0 0,-1 0 1 0 0,0 1-1 0 0,0-1 1 0 0,0-1-1 0 0,-1 1 1 0 0,1 0 0 0 0,-1 0-1 0 0,0 0 1 0 0,1 0-1 0 0,-2 0 1 0 0,1-6-1 0 0,-1 9-27 0 0,1 0 0 0 0,-1 0 0 0 0,1 0-1 0 0,-1 0 1 0 0,1 0 0 0 0,-1 0 0 0 0,1 0 0 0 0,-1 0-1 0 0,1 0 1 0 0,-1 0 0 0 0,1 0 0 0 0,0 0 0 0 0,-1 1 0 0 0,1-1-1 0 0,-1 0 1 0 0,1 0 0 0 0,-1 0 0 0 0,1 1 0 0 0,0-1-1 0 0,-1 0 1 0 0,1 1 0 0 0,0-1 0 0 0,-1 0 0 0 0,1 1-1 0 0,0-1 1 0 0,-1 0 0 0 0,1 1 0 0 0,0-1 0 0 0,0 1 0 0 0,-1 0-1 0 0,-9 13 1053 0 0,10-13-998 0 0,-1-1 0 0 0,1 1 0 0 0,0 0 0 0 0,0-1 0 0 0,0 1 0 0 0,0 0 0 0 0,0 0 0 0 0,0 0 0 0 0,0-1 0 0 0,0 1 0 0 0,0 0 0 0 0,0 0 0 0 0,1-1 0 0 0,-1 1 0 0 0,0 0 0 0 0,1-1 0 0 0,-1 1 0 0 0,0 0 0 0 0,1 0 0 0 0,9 3-2096 0 0,-5-5 2033 0 0,0 0 1 0 0,1 0-1 0 0,-1-1 1 0 0,0 1-1 0 0,0-1 1 0 0,0 0-1 0 0,0-1 1 0 0,-1 1-1 0 0,1-1 1 0 0,0 0-1 0 0,5-5 1 0 0,-5 4 209 0 0,-1 0 0 0 0,1 1 1 0 0,0 0-1 0 0,0 0 0 0 0,0 1 1 0 0,1-1-1 0 0,-1 1 0 0 0,1 0 0 0 0,-1 0 1 0 0,1 1-1 0 0,10-2 0 0 0,2 2-206 0 0,-1-2-1 0 0,1 0 1 0 0,-1-1-1 0 0,1 0 1 0 0,-1-2-1 0 0,-1 0 1 0 0,21-10-1 0 0,-22 9-7 0 0,1 0 0 0 0,0 1 0 0 0,0 0 0 0 0,1 2 0 0 0,-1 0 0 0 0,1 0 1 0 0,0 2-1 0 0,22-1 0 0 0,-7 6 187 0 0,47 9 0 0 0,-57-7-41 0 0,1-1 1 0 0,0-1-1 0 0,0-1 0 0 0,41-1 0 0 0,-30-6 137 0 0,0 3 0 0 0,1 0 0 0 0,-1 3 0 0 0,0 0 0 0 0,59 12 0 0 0,17 16 38 0 0,-62-15-74 0 0,0-2 1 0 0,62 6-1 0 0,-67-13-587 0 0,-20-4 163 0 0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23.1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333 168 1376 0 0,'-34'-28'923'0'0,"0"1"1"0"0,-1 1-1 0 0,-2 3 0 0 0,-40-21 0 0 0,72 42-748 0 0,1-1-1 0 0,-1 1 1 0 0,0 1 0 0 0,0-1-1 0 0,0 1 1 0 0,0-1 0 0 0,0 1-1 0 0,0 1 1 0 0,0-1 0 0 0,0 1-1 0 0,-7 0 1 0 0,10 0-101 0 0,-1 0 0 0 0,1 1 0 0 0,0-1 0 0 0,-1 1 0 0 0,1 0 0 0 0,0-1 1 0 0,0 1-1 0 0,0 0 0 0 0,0 0 0 0 0,0 0 0 0 0,0 1 0 0 0,0-1 0 0 0,0 0 0 0 0,0 1 0 0 0,0-1 0 0 0,1 1 0 0 0,-1 0 0 0 0,1-1 0 0 0,-1 1 1 0 0,1 0-1 0 0,0 0 0 0 0,-1 0 0 0 0,1 0 0 0 0,0 0 0 0 0,0 0 0 0 0,0 0 0 0 0,0 4 0 0 0,1-5-53 0 0,0 0 0 0 0,0 1-1 0 0,0-1 1 0 0,1 0 0 0 0,-1 1 0 0 0,0-1-1 0 0,1 0 1 0 0,-1 0 0 0 0,1 1 0 0 0,-1-1-1 0 0,1 0 1 0 0,0 0 0 0 0,0 0-1 0 0,-1 0 1 0 0,1 0 0 0 0,0 0 0 0 0,0 0-1 0 0,0 0 1 0 0,0 0 0 0 0,0 0 0 0 0,0 0-1 0 0,0 0 1 0 0,0-1 0 0 0,0 1 0 0 0,1-1-1 0 0,-1 1 1 0 0,2 0 0 0 0,36 15 488 0 0,-25-12-340 0 0,1-1 0 0 0,-1-1 0 0 0,1 0 1 0 0,0-2-1 0 0,0 1 0 0 0,0-1 0 0 0,20-4 1 0 0,106-25 559 0 0,-56 10-237 0 0,-35 9-260 0 0,192-27 434 0 0,-212 34-631 0 0,-1 3 0 0 0,1 0 0 0 0,0 2-1 0 0,-1 1 1 0 0,1 1 0 0 0,34 10 0 0 0,-54-13-2488 0 0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23.6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32 21 920 0 0,'-19'-7'2723'0'0,"18"7"-2559"0"0,0-1 0 0 0,1 1 0 0 0,-1 0 0 0 0,1 0 0 0 0,-1 0 0 0 0,1 0 0 0 0,-1 0 0 0 0,1-1 0 0 0,-1 1 0 0 0,1 0 0 0 0,-1 0 0 0 0,1-1 0 0 0,0 1 0 0 0,-1 0 0 0 0,1-1 0 0 0,-1 1 0 0 0,1 0-1 0 0,0-1 1 0 0,-1 1 0 0 0,1-1 0 0 0,0 1 0 0 0,-1-1 0 0 0,1 1 0 0 0,0-1 0 0 0,0 1 0 0 0,-1-1 0 0 0,1 1 0 0 0,0-1 0 0 0,0 1 0 0 0,0-1 0 0 0,0 1 0 0 0,0-1 0 0 0,0 0 0 0 0,9 8 3763 0 0,4 9-3149 0 0,6 12-279 0 0,-2 0 1 0 0,-2 1-1 0 0,22 53 1 0 0,-6-11-155 0 0,-23-55-267 0 0,-2-4-3 0 0,0 1-1 0 0,-1 0 0 0 0,6 20 0 0 0,-10-28-46 0 0,0-1-1 0 0,0 1 0 0 0,-1 0 1 0 0,0-1-1 0 0,0 1 0 0 0,0-1 1 0 0,0 1-1 0 0,-1 0 0 0 0,0-1 1 0 0,0 1-1 0 0,0-1 1 0 0,-1 0-1 0 0,1 1 0 0 0,-5 6 1 0 0,-32 52-84 0 0,20-38-4391 0 0,3-6-940 0 0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24.2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80 1840 0 0,'0'0'101'0'0,"-1"0"0"0"0,1 0-1 0 0,0 1 1 0 0,-1-1 0 0 0,1 0-1 0 0,0 0 1 0 0,0 0 0 0 0,-1 0-1 0 0,1 0 1 0 0,0-1 0 0 0,-1 1-1 0 0,1 0 1 0 0,0 0 0 0 0,0 0-1 0 0,-3-2 1209 0 0,2 2-1209 0 0,1 0 1 0 0,0-1 0 0 0,0 1-1 0 0,0 0 1 0 0,0 0 0 0 0,0-1-1 0 0,4-9 1472 0 0,17-9-699 0 0,-3 13-352 0 0,0 0 0 0 0,0 1 0 0 0,1 0 0 0 0,0 2 0 0 0,-1 0 0 0 0,24 0 0 0 0,1-1-229 0 0,15 0-37 0 0,1 4 0 0 0,-1 2 0 0 0,93 14 0 0 0,46 3-360 0 0,-164-18 114 0 0,-1-1 0 0 0,0-2 0 0 0,0-1 0 0 0,36-9 0 0 0,-52 8-236 0 0,-1 0 1 0 0,24-11 0 0 0,-27 9-336 0 0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24.73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62 6 4145 0 0,'-22'-5'5163'0'0,"35"6"-3430"0"0,-5 0-1456 0 0,1 0-1 0 0,-1 1 1 0 0,0 0 0 0 0,0 1 0 0 0,0 0-1 0 0,-1 0 1 0 0,1 1 0 0 0,0-1 0 0 0,-1 2-1 0 0,0-1 1 0 0,0 1 0 0 0,-1 0-1 0 0,1 1 1 0 0,-1-1 0 0 0,6 8 0 0 0,-6-6-237 0 0,0 0 0 0 0,0 1 0 0 0,-1 0 0 0 0,-1-1 0 0 0,1 1 0 0 0,-1 1 0 0 0,-1-1 0 0 0,1 1 0 0 0,-1-1 0 0 0,-1 1 0 0 0,0 0 0 0 0,0 0 1 0 0,0 0-1 0 0,-1 1 0 0 0,-1-1 0 0 0,0 0 0 0 0,0 0 0 0 0,-1 0 0 0 0,0 0 0 0 0,0 1 0 0 0,-4 12 0 0 0,-11 16 368 0 0,-1 0 0 0 0,-2-1 0 0 0,-1 0 0 0 0,-46 59 0 0 0,-8 16-1714 0 0,62-91-4824 0 0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4:07.24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1 192 6449 0 0,'2'-67'2352'0'0,"-1"38"-285"0"0,0-1 1 0 0,-3-36 3393 0 0,14 106-4623 0 0,-7 13-217 0 0,-2 92-1 0 0,-4-62-285 0 0,0 260 636 0 0,6 207-388 0 0,57-15-446 0 0,45-6 26 0 0,-55-272 390 0 0,37 498 1 0 0,-87-706-455 0 0,3 0 0 0 0,21 95 0 0 0,-23-136-128 0 0,-1-8-282 0 0,1-14-571 0 0,-3 12 784 0 0,3-13-590 0 0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4:08.81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47 14 4145 0 0,'-4'-2'205'0'0,"-20"-7"121"0"0,23 8-265 0 0,1 1 1 0 0,-1 0 0 0 0,1 0-1 0 0,-1-1 1 0 0,1 1 0 0 0,-1 0-1 0 0,0 0 1 0 0,1 0 0 0 0,-1 0-1 0 0,1 0 1 0 0,-1 0 0 0 0,1 0-1 0 0,-1 0 1 0 0,0 0-1 0 0,1 0 1 0 0,-1 0 0 0 0,1 0-1 0 0,-1 0 1 0 0,1 0 0 0 0,-1 0-1 0 0,1 1 1 0 0,-1-1 0 0 0,1 0-1 0 0,-1 0 1 0 0,1 1 0 0 0,-1-1-1 0 0,1 0 1 0 0,-1 1 0 0 0,1-1-1 0 0,-1 0 1 0 0,1 1 0 0 0,0-1-1 0 0,-1 1 1 0 0,0 0-1 0 0,2 0-6 0 0,-1 0 0 0 0,0-1 0 0 0,0 1 0 0 0,1 0 0 0 0,-1 0 0 0 0,0-1 0 0 0,1 1 0 0 0,-1 0 0 0 0,0-1 0 0 0,1 1-1 0 0,-1 0 1 0 0,1-1 0 0 0,-1 1 0 0 0,1 0 0 0 0,0-1 0 0 0,-1 1 0 0 0,1-1 0 0 0,0 1 0 0 0,-1-1 0 0 0,1 0 0 0 0,0 1 0 0 0,-1-1-1 0 0,1 0 1 0 0,0 1 0 0 0,0-1 0 0 0,-1 0 0 0 0,1 0 0 0 0,1 1 0 0 0,26 7 753 0 0,-25-8-653 0 0,43 11 1037 0 0,162 45 1451 0 0,86 44-663 0 0,203 80-228 0 0,122 90-1398 0 0,-14 31 388 0 0,-448-223-54 0 0,3-7 0 0 0,309 92 0 0 0,-416-147-630 0 0,-1 2-1 0 0,0 2 0 0 0,-2 2 1 0 0,0 3-1 0 0,55 37 0 0 0,-75-42-9 0 0,1-1 0 0 0,62 29 0 0 0,-78-42 107 0 0,1 0 1 0 0,0-1 0 0 0,0-1-1 0 0,0-1 1 0 0,0 0 0 0 0,0-1-1 0 0,0-1 1 0 0,29-2 0 0 0,-44 1-115 0 0,1 0 0 0 0,-1 0 1 0 0,1 0-1 0 0,-1 0 0 0 0,1 0 0 0 0,-1 0 1 0 0,1 0-1 0 0,-1 0 0 0 0,1 0 0 0 0,-1 1 1 0 0,1-1-1 0 0,-1 1 0 0 0,0-1 1 0 0,1 1-1 0 0,-1-1 0 0 0,0 1 0 0 0,1 0 1 0 0,0 1-1 0 0,-2-2 31 0 0,2 6 532 0 0,20 20-605 0 0,-21-26-70 0 0,-3 3-376 0 0,-1 1 436 0 0,0-1-1 0 0,1 1 0 0 0,-1-1 1 0 0,-1 0-1 0 0,1 1 0 0 0,0-1 1 0 0,-1-1-1 0 0,1 1 0 0 0,-1-1 1 0 0,0 1-1 0 0,0-1 0 0 0,0 0 1 0 0,0 0-1 0 0,0-1 0 0 0,-1 1 1 0 0,1-1-1 0 0,0 0 0 0 0,-6 1 1 0 0,6-1 11 0 0,0 1 0 0 0,0 0 0 0 0,0-1 0 0 0,0 2 0 0 0,0-1 0 0 0,1 0 0 0 0,-1 1 0 0 0,1 0 0 0 0,0 0 0 0 0,-4 3 0 0 0,-16 13 0 0 0,-246 131-81 0 0,6-2 2 0 0,5-17-851 0 0,164-88 247 0 0,-122 78-1 0 0,-236 172-2150 0 0,156-137 2175 0 0,109-63 1048 0 0,88-41-181 0 0,-160 93-857 0 0,216-117 582 0 0,1 1 0 0 0,2 3 0 0 0,-66 67 1 0 0,54-48 1144 0 0,31-32-140 0 0,2 1-1 0 0,0 0 1 0 0,-23 34 0 0 0,41-52-882 0 0,0 0 1 0 0,0 0 0 0 0,0 1 0 0 0,0-1 0 0 0,0 0-1 0 0,0 0 1 0 0,1 1 0 0 0,-1-1 0 0 0,1 1 0 0 0,0-1-1 0 0,0 0 1 0 0,-1 1 0 0 0,2-1 0 0 0,-1 1 0 0 0,0-1 0 0 0,0 1-1 0 0,1-1 1 0 0,-1 0 0 0 0,1 1 0 0 0,2 3 0 0 0,-2-3-10 0 0,0 0 0 0 0,0 0 1 0 0,-1 0-1 0 0,1 1 1 0 0,-1-1-1 0 0,1 0 0 0 0,-1 0 1 0 0,0 0-1 0 0,-1 7 1 0 0,0-8-11 0 0,1-1 1 0 0,-1 1 0 0 0,0 0 0 0 0,0-1-1 0 0,0 1 1 0 0,-1-1 0 0 0,1 1-1 0 0,0-1 1 0 0,0 0 0 0 0,-1 1 0 0 0,1-1-1 0 0,-1 0 1 0 0,1 0 0 0 0,-1 0 0 0 0,1 0-1 0 0,-4 1 1 0 0,1 0-26 0 0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4:17.67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17 3209 0 0,'6'-3'288'0'0,"-5"2"-288"0"0,2-2 0 0 0,-2 2 0 0 0,0-1 0 0 0,1 2 0 0 0,-2-1 0 0 0,1 0 0 0 0,0-1 0 0 0,-1 1 0 0 0,0 0 0 0 0,-1 1 0 0 0,-2 0 0 0 0,1 1 0 0 0,-2 0 0 0 0,-2 1 0 0 0,1 0 0 0 0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4:18.0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91 41 2481 0 0,'-6'1'488'0'0,"-1"-1"0"0"0,1 2 0 0 0,-1-1 0 0 0,1 1 0 0 0,-7 2 0 0 0,7-2 368 0 0,-1 0 1 0 0,1 0 0 0 0,0-1 0 0 0,-1 1 0 0 0,-7-1 1134 0 0,19-3-1356 0 0,-1 1-1 0 0,1-1 1 0 0,0 1 0 0 0,-1 0 0 0 0,9-1 0 0 0,260-39 3368 0 0,-92 31-3020 0 0,-180 10-962 0 0,0 0 0 0 0,0 0 0 0 0,0 0 0 0 0,0 0 0 0 0,0 1 0 0 0,0-1 0 0 0,0 0 0 0 0,0 1 0 0 0,0-1 0 0 0,-1 0 0 0 0,1 1 0 0 0,0-1-1 0 0,0 1 1 0 0,0 0 0 0 0,1 0 0 0 0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4:19.11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127 96 2256 0 0,'-11'2'161'0'0,"0"0"0"0"0,0 1 0 0 0,0 0 0 0 0,-20 8 0 0 0,19-6 110 0 0,0-1 1 0 0,-15 1 8394 0 0,125-33-7268 0 0,234-37 538 0 0,-108 34-3433 0 0,-209 28 949 0 0,8-1-755 0 0,-9 5-3167 0 0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4:19.6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50 70 920 0 0,'-12'-22'2576'0'0,"10"17"-1675"0"0,-1 0 0 0 0,1 0-1 0 0,-29-28 12874 0 0,36 51-13748 0 0,7 37 1136 0 0,1 0-461 0 0,-2-19-403 0 0,-1-1 1 0 0,-2 1 0 0 0,6 62-1 0 0,-8-60-124 0 0,-4-13-225 0 0,-1-14-127 0 0,0 0 0 0 0,1 0 0 0 0,0 0 1 0 0,0-1-1 0 0,1 1 0 0 0,0-1 0 0 0,1 1 0 0 0,7 13 0 0 0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4:24.34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1931 0 920 0 0,'-9'16'5947'0'0,"11"-13"-5522"0"0,5 15 4294 0 0,-19-12 160 0 0,0 0-4255 0 0,3-3-358 0 0,-1 0-1 0 0,1 0 0 0 0,-1-1 0 0 0,0 0 0 0 0,0 0 1 0 0,0-1-1 0 0,0-1 0 0 0,0 0 0 0 0,-14-1 0 0 0,-27 1 125 0 0,-243 15 698 0 0,50-4-735 0 0,82 0-223 0 0,-382 32-36 0 0,458-35-144 0 0,-35 4-36 0 0,-132 29 0 0 0,250-40-20 0 0,0-1 0 0 0,0 1 0 0 0,0 0 0 0 0,0 0 0 0 0,0 0 0 0 0,0 0 0 0 0,0 1 0 0 0,0-1 0 0 0,0 1 0 0 0,1 0 0 0 0,-1 0-1 0 0,-2 2 1 0 0,15 4-3373 0 0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4:24.76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115 70 5065 0 0,'-7'0'129'0'0,"0"0"0"0"0,0 0-1 0 0,1 1 1 0 0,-1-1 0 0 0,0 2 0 0 0,1-1 0 0 0,-1 1-1 0 0,1 0 1 0 0,-10 4 0 0 0,13-4 8 0 0,1 0-1 0 0,-1 0 1 0 0,0 0 0 0 0,1 0-1 0 0,0 1 1 0 0,-1-1 0 0 0,1 0 0 0 0,0 1-1 0 0,0 0 1 0 0,1-1 0 0 0,-1 1-1 0 0,0 0 1 0 0,1 0 0 0 0,0 0 0 0 0,-1 0-1 0 0,1 0 1 0 0,1 1 0 0 0,-1-1 0 0 0,0 0-1 0 0,1 0 1 0 0,-1 7 0 0 0,0 7 97 0 0,1 0 1 0 0,0 1 0 0 0,1-1-1 0 0,1 0 1 0 0,0 0 0 0 0,6 20-1 0 0,-6-30-170 0 0,0 0-1 0 0,1 0 1 0 0,0-1-1 0 0,0 1 1 0 0,0-1-1 0 0,1 1 0 0 0,0-1 1 0 0,0 0-1 0 0,0-1 1 0 0,1 1-1 0 0,0-1 1 0 0,0 0-1 0 0,0 0 1 0 0,1 0-1 0 0,-1-1 0 0 0,1 1 1 0 0,9 3-1 0 0,-2-2 87 0 0,0-2 1 0 0,0 0-1 0 0,0-1 0 0 0,1 0 0 0 0,0-1 0 0 0,-1 0 1 0 0,1-1-1 0 0,0 0 0 0 0,0-2 0 0 0,-1 1 0 0 0,1-2 1 0 0,0 0-1 0 0,-1 0 0 0 0,1-1 0 0 0,-1-1 0 0 0,0-1 1 0 0,0 1-1 0 0,0-2 0 0 0,17-10 0 0 0,-21 11 34 0 0,-1 0 0 0 0,0-1 0 0 0,0 0 0 0 0,-1 0 0 0 0,0-1 0 0 0,0 0 0 0 0,0 0 0 0 0,-1-1 0 0 0,0 0 0 0 0,0 0 0 0 0,-1 0 1 0 0,6-12-1 0 0,-8 12-65 0 0,0 1 0 0 0,-1-1 1 0 0,0-1-1 0 0,0 1 1 0 0,-1 0-1 0 0,0 0 1 0 0,0-1-1 0 0,-1 1 1 0 0,0 0-1 0 0,-1-1 0 0 0,0 1 1 0 0,0 0-1 0 0,0-1 1 0 0,-1 1-1 0 0,-1 0 1 0 0,-2-8-1 0 0,0 5 23 0 0,0 0 1 0 0,0 0-1 0 0,-1 0 0 0 0,0 1 1 0 0,-1 0-1 0 0,-13-16 0 0 0,-13-3-5839 0 0,14 18-684 0 0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4:25.66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1881 18 6449 0 0,'0'-1'51'0'0,"1"1"0"0"0,0 0-1 0 0,-1 0 1 0 0,1 0-1 0 0,-1-1 1 0 0,1 1-1 0 0,-1 0 1 0 0,1-1 0 0 0,-1 1-1 0 0,1-1 1 0 0,-1 1-1 0 0,0 0 1 0 0,1-1-1 0 0,-1 1 1 0 0,0-1 0 0 0,1 1-1 0 0,-1-1 1 0 0,0 1-1 0 0,1-1 1 0 0,-1 1-1 0 0,0-1 1 0 0,0 1 0 0 0,0-1-1 0 0,1 0 1 0 0,-1 1-1 0 0,0-2 1 0 0,-13-3 2079 0 0,-23 7-268 0 0,-234 52 2177 0 0,59-11-3694 0 0,112-29 13 0 0,-134 0 0 0 0,72-6 181 0 0,-190-4 1056 0 0,25-2-256 0 0,136 2-691 0 0,221-12-7950 0 0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4:26.15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246 19 4145 0 0,'-4'-1'3'0'0,"-9"-3"856"0"0,0 0 0 0 0,0 1 0 0 0,-1 1 0 0 0,1 0 0 0 0,-19-1 0 0 0,28 4-631 0 0,-1-1 1 0 0,1 1 0 0 0,-1 0-1 0 0,1 0 1 0 0,-1 0-1 0 0,1 1 1 0 0,0 0 0 0 0,0-1-1 0 0,-1 2 1 0 0,1-1-1 0 0,0 0 1 0 0,1 1-1 0 0,-1-1 1 0 0,0 1 0 0 0,1 0-1 0 0,0 1 1 0 0,0-1-1 0 0,0 0 1 0 0,-5 8 0 0 0,0-1-185 0 0,1 1 0 0 0,1-1 1 0 0,0 1-1 0 0,0 1 0 0 0,1-1 1 0 0,0 1-1 0 0,1 0 1 0 0,0 0-1 0 0,1 0 0 0 0,1 0 1 0 0,-2 18-1 0 0,4-21-47 0 0,0 0 1 0 0,1 0-1 0 0,0 0 1 0 0,0 0-1 0 0,1 0 1 0 0,0 0-1 0 0,1 0 1 0 0,0 0-1 0 0,0-1 1 0 0,1 1-1 0 0,0-1 1 0 0,0 0-1 0 0,1 0 1 0 0,0-1-1 0 0,1 1 1 0 0,8 8-1 0 0,-6-7-12 0 0,1 0 0 0 0,1 0 0 0 0,-1 0 0 0 0,2-2 0 0 0,-1 1-1 0 0,1-1 1 0 0,0-1 0 0 0,0 0 0 0 0,1 0 0 0 0,0-1 0 0 0,0-1 0 0 0,0 0 0 0 0,0 0 0 0 0,20 2 0 0 0,-21-5 51 0 0,-1 0 0 0 0,1-1 0 0 0,0-1 1 0 0,0 0-1 0 0,-1 0 0 0 0,1-1 1 0 0,-1 0-1 0 0,1-1 0 0 0,-1 0 0 0 0,0-1 1 0 0,0 0-1 0 0,0 0 0 0 0,-1-1 1 0 0,1 0-1 0 0,-1-1 0 0 0,0 0 1 0 0,13-13-1 0 0,-18 16 91 0 0,0-1 1 0 0,0 0 0 0 0,-1 0-1 0 0,1-1 1 0 0,-1 1 0 0 0,0-1-1 0 0,0 1 1 0 0,-1-1 0 0 0,0 0-1 0 0,0 0 1 0 0,0 0 0 0 0,0-1-1 0 0,-1 1 1 0 0,1 0 0 0 0,-1-1-1 0 0,-1 1 1 0 0,1 0 0 0 0,-1-1-1 0 0,0 1 1 0 0,0-1 0 0 0,-1 1-1 0 0,1-1 1 0 0,-1 1 0 0 0,0 0-1 0 0,-1-1 1 0 0,0 1 0 0 0,1 0-1 0 0,-1 0 1 0 0,-1 0 0 0 0,-5-9-1 0 0,3 6 80 0 0,0 0 0 0 0,0 0 0 0 0,-1 0-1 0 0,0 1 1 0 0,0 0 0 0 0,-1 0 0 0 0,0 0-1 0 0,0 1 1 0 0,-1 0 0 0 0,0 1 0 0 0,0 0-1 0 0,0 0 1 0 0,0 1 0 0 0,-1-1 0 0 0,0 2-1 0 0,0-1 1 0 0,-10-1 0 0 0,17 4-208 0 0,-8-1-146 0 0,0 1 0 0 0,0-1 0 0 0,0 2 0 0 0,-11 0 0 0 0,0 2-686 0 0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4:29.41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32 45 8290 0 0,'0'-3'632'0'0,"-1"0"0"0"0,0 0 0 0 0,0 0 0 0 0,0 0 0 0 0,0 0 0 0 0,0 1-1 0 0,-1-1 1 0 0,1 0 0 0 0,-1 1 0 0 0,0-1 0 0 0,1 1 0 0 0,-1-1 0 0 0,0 1 0 0 0,-5-4 0 0 0,6 6-513 0 0,1 1-1 0 0,-1-1 1 0 0,1 1 0 0 0,-1 0-1 0 0,1-1 1 0 0,-1 1-1 0 0,1 0 1 0 0,0-1 0 0 0,-1 1-1 0 0,1 0 1 0 0,0-1-1 0 0,0 1 1 0 0,-1 0 0 0 0,1 0-1 0 0,0-1 1 0 0,0 1-1 0 0,0 0 1 0 0,0 0 0 0 0,0-1-1 0 0,0 1 1 0 0,0 0 0 0 0,0 1-1 0 0,1 21 176 0 0,-1-21-139 0 0,34 295 631 0 0,-12-152-796 0 0,-15-92-66 0 0,14 51 0 0 0,-16-85-701 0 0,1 0 0 0 0,0 0 0 0 0,2-1 1 0 0,0 0-1 0 0,21 33 0 0 0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4:29.81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81 3225 0 0,'0'1'147'0'0,"0"-1"1"0"0,0 0-1 0 0,-1 1 1 0 0,1-1 0 0 0,0 1-1 0 0,0-1 1 0 0,0 0-1 0 0,0 1 1 0 0,0-1 0 0 0,0 1-1 0 0,0-1 1 0 0,0 0-1 0 0,0 1 1 0 0,0-1 0 0 0,0 1-1 0 0,4 4 2362 0 0,-4-4-2361 0 0,1-1 0 0 0,21 35 2189 0 0,31 42-604 0 0,-51-73-1530 0 0,10 12 112 0 0,1 0 1 0 0,0 0-1 0 0,1-2 0 0 0,1 1 1 0 0,0-2-1 0 0,1 0 0 0 0,0-1 1 0 0,1 0-1 0 0,0-1 1 0 0,1-1-1 0 0,0-1 0 0 0,33 12 1 0 0,-50-21-190 0 0,1 1 0 0 0,-1-1 0 0 0,1 1 0 0 0,-1-1 0 0 0,1 0 0 0 0,-1 1 0 0 0,1-1 0 0 0,-1 0 0 0 0,1 0 0 0 0,0 0 0 0 0,-1 0 1 0 0,1 0-1 0 0,-1-1 0 0 0,1 1 0 0 0,-1 0 0 0 0,1-1 0 0 0,-1 1 0 0 0,1-1 0 0 0,-1 0 0 0 0,1 1 0 0 0,-1-1 0 0 0,0 0 0 0 0,1 0 1 0 0,1-1-1 0 0,-1-1 20 0 0,0 1 0 0 0,0-1 0 0 0,-1 1 0 0 0,1-1-1 0 0,-1 0 1 0 0,1 0 0 0 0,-1 1 0 0 0,0-1 0 0 0,0 0 0 0 0,0 0 0 0 0,0-6 0 0 0,1-6 83 0 0,-1 0 1 0 0,0 0-1 0 0,-1 0 0 0 0,-3-16 0 0 0,-3-13 65 0 0,-18-63 0 0 0,5 31-659 0 0,19 73 240 0 0,-1-14-1219 0 0,3 13 325 0 0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4:30.46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11 4609 0 0,'-1'-10'4831'0'0,"2"10"-4728"0"0,15 1 3260 0 0,-12 0-2959 0 0,0 0 1 0 0,0 0-1 0 0,0 1 0 0 0,0 0 0 0 0,0 0 0 0 0,0 0 0 0 0,4 3 0 0 0,2 6 90 0 0,-1 0 0 0 0,1 2 0 0 0,-2-1-1 0 0,0 1 1 0 0,0 0 0 0 0,-1 1 0 0 0,-1 0-1 0 0,0 0 1 0 0,5 19 0 0 0,2 18-243 0 0,8 71 1 0 0,-9-45-239 0 0,-4-32-685 0 0,-3-15-4744 0 0,-3-7-1247 0 0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4:30.72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27 131 2761 0 0,'-2'0'205'0'0,"1"-1"0"0"0,-1 0 0 0 0,0 0 0 0 0,1 0 1 0 0,-1 0-1 0 0,1 0 0 0 0,-1 0 0 0 0,1-1 1 0 0,-1 1-1 0 0,1 0 0 0 0,0-1 0 0 0,0 1 0 0 0,0-1 1 0 0,-1 1-1 0 0,2-1 0 0 0,-1 0 0 0 0,0 1 0 0 0,-1-3 1 0 0,2 2-36 0 0,0 0 1 0 0,0 1 0 0 0,0-1 0 0 0,0 1 0 0 0,0-1-1 0 0,0 1 1 0 0,0-1 0 0 0,1 0 0 0 0,-1 1 0 0 0,1-1-1 0 0,-1 1 1 0 0,1-1 0 0 0,-1 1 0 0 0,1 0 0 0 0,0-1-1 0 0,0 1 1 0 0,1-2 0 0 0,3-2 161 0 0,-1-1-1 0 0,1 2 1 0 0,0-1 0 0 0,1 0-1 0 0,-1 1 1 0 0,1 0-1 0 0,0 1 1 0 0,8-5 0 0 0,-2 2-29 0 0,1 1 1 0 0,0 1-1 0 0,-1 0 1 0 0,2 0-1 0 0,-1 1 1 0 0,25-2-1 0 0,14 7-4501 0 0,-33 0-382 0 0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4:30.9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0 168 10594 0 0,'0'-1'81'0'0,"0"0"1"0"0,0 0-1 0 0,0 0 0 0 0,0 0 0 0 0,0 0 0 0 0,0 0 0 0 0,1 0 0 0 0,-1 0 0 0 0,0 0 0 0 0,0 0 1 0 0,1 0-1 0 0,-1 0 0 0 0,1 1 0 0 0,-1-1 0 0 0,1 0 0 0 0,-1 0 0 0 0,1 0 0 0 0,-1 1 1 0 0,1-1-1 0 0,0 0 0 0 0,-1 1 0 0 0,2-2 0 0 0,19-20 394 0 0,-19 20-359 0 0,-1 1-47 0 0,9-10 32 0 0,1 0-1 0 0,0 0 1 0 0,0 1 0 0 0,1 1 0 0 0,0 0-1 0 0,1 0 1 0 0,0 2 0 0 0,1-1-1 0 0,18-6 1 0 0,-3 0-113 0 0,-17 5 12 0 0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4:31.91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154 84 6449 0 0,'-4'-21'1740'0'0,"3"14"-1082"0"0,0 0 1 0 0,-1 0-1 0 0,0 0 0 0 0,-5-13 0 0 0,7 19-549 0 0,-1 0 0 0 0,1 0 0 0 0,-1 0 0 0 0,1 0 0 0 0,-1 1-1 0 0,0-1 1 0 0,1 0 0 0 0,-1 0 0 0 0,0 0 0 0 0,0 1 0 0 0,1-1 0 0 0,-1 1-1 0 0,0-1 1 0 0,0 0 0 0 0,0 1 0 0 0,0-1 0 0 0,0 1 0 0 0,0 0 0 0 0,0-1-1 0 0,0 1 1 0 0,0 0 0 0 0,0 0 0 0 0,0-1 0 0 0,0 1 0 0 0,0 0 0 0 0,0 0-1 0 0,0 0 1 0 0,0 0 0 0 0,0 0 0 0 0,0 1 0 0 0,0-1 0 0 0,0 0 0 0 0,0 0-1 0 0,0 1 1 0 0,0-1 0 0 0,0 0 0 0 0,0 1 0 0 0,1-1 0 0 0,-1 1 0 0 0,-1 0-1 0 0,-2 2-6 0 0,0 0-1 0 0,0 0 1 0 0,1 0-1 0 0,-1 1 1 0 0,1-1 0 0 0,0 1-1 0 0,0 0 1 0 0,0 0-1 0 0,1 0 1 0 0,-1 0-1 0 0,1 1 1 0 0,0-1-1 0 0,-2 6 1 0 0,-18 64 291 0 0,20-66-325 0 0,-9 39 96 0 0,3 1 0 0 0,1 0 0 0 0,3 0-1 0 0,1 1 1 0 0,3-1 0 0 0,2 1 0 0 0,2-1-1 0 0,11 52 1 0 0,-10-79-64 0 0,1-1 1 0 0,1 0-1 0 0,0 0 0 0 0,2 0 0 0 0,0-1 1 0 0,1 0-1 0 0,1-1 0 0 0,1 0 0 0 0,18 22 1 0 0,-19-28-135 0 0,1 0 1 0 0,0 0-1 0 0,1-1 1 0 0,0-1 0 0 0,0 0-1 0 0,1-1 1 0 0,1 0-1 0 0,-1-1 1 0 0,1-1-1 0 0,1 0 1 0 0,-1-1 0 0 0,24 6-1 0 0,-30-10-418 0 0,-1-1-1 0 0,1 0 0 0 0,0 0 0 0 0,-1-1 1 0 0,1 0-1 0 0,-1-1 0 0 0,1 0 1 0 0,0 0-1 0 0,-1-1 0 0 0,16-4 1 0 0,-10 0-1050 0 0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4:32.1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23 5985 0 0,'6'-3'7870'0'0,"22"-4"-5291"0"0,41-4-756 0 0,41 10 48 0 0,-38 11-5410 0 0,-57-6-2560 0 0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4:32.46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21 11 6913 0 0,'-21'-10'8559'0'0,"32"16"-6954"0"0,-1 0-1402 0 0,0-1 0 0 0,-1 1-1 0 0,0 1 1 0 0,0-1 0 0 0,-1 2 0 0 0,0-1 0 0 0,0 1-1 0 0,-1 0 1 0 0,0 1 0 0 0,0 0 0 0 0,-1 0 0 0 0,0 0-1 0 0,0 1 1 0 0,-1 0 0 0 0,-1 0 0 0 0,0 0-1 0 0,0 0 1 0 0,-1 1 0 0 0,0 0 0 0 0,-1-1 0 0 0,2 13-1 0 0,-2 2-156 0 0,-1 1 0 0 0,-1-1-1 0 0,-1 1 1 0 0,-1-1-1 0 0,-1 1 1 0 0,-2-1 0 0 0,0 0-1 0 0,-10 24 1 0 0,-6 13-450 0 0,-40 80 0 0 0,51-122-381 0 0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4:33.20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 7 9218 0 0,'-17'-7'7824'0'0,"17"8"-7731"0"0,9 39 4293 0 0,-5-25-5220 0 0,22 124 1636 0 0,8 34-329 0 0,-26-145-1162 0 0,1 0-1 0 0,1 0 1 0 0,1-1 0 0 0,14 25 0 0 0,-12-31-6072 0 0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4:33.46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35 5985 0 0,'4'-8'-432'0'0,"16"-19"11249"0"0,-22 43-9032 0 0,-8 29-1262 0 0,2 1 0 0 0,-2 67 0 0 0,9-69-1485 0 0,2 1 0 0 0,11 71 0 0 0,-8-82-2152 0 0,-2-22-2024 0 0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4:33.79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0 204 6449 0 0,'4'0'8466'0'0,"13"17"-6647"0"0,21 27-1741 0 0,-24-27 86 0 0,1-1 0 0 0,0 0 0 0 0,1-1 0 0 0,35 24 0 0 0,-42-33-88 0 0,-1 0 1 0 0,2-1-1 0 0,-1 0 0 0 0,0-1 1 0 0,1 0-1 0 0,0-1 0 0 0,0 1 0 0 0,0-2 1 0 0,0 0-1 0 0,1 0 0 0 0,-1 0 1 0 0,16-1-1 0 0,-23-1 15 0 0,0 0 0 0 0,0-1 0 0 0,0 1 0 0 0,0-1 0 0 0,0 0 0 0 0,0 0 1 0 0,0 0-1 0 0,0 0 0 0 0,-1 0 0 0 0,1-1 0 0 0,0 1 0 0 0,-1-1 0 0 0,1 0 0 0 0,-1 0 0 0 0,1 0 0 0 0,-1 0 0 0 0,0 0 0 0 0,2-3 1 0 0,-1 1 48 0 0,1-1 1 0 0,-2 0 0 0 0,1 0-1 0 0,0 0 1 0 0,-1-1 0 0 0,0 1-1 0 0,-1 0 1 0 0,1-1 0 0 0,0-6-1 0 0,1-5 72 0 0,-2 0-1 0 0,0-1 1 0 0,-1 1-1 0 0,-1-1 1 0 0,-3-22-1 0 0,1 23-197 0 0,0 1-1 0 0,-1 0 1 0 0,0 0 0 0 0,-1 0-1 0 0,-1 1 1 0 0,-1-1-1 0 0,0 2 1 0 0,0-1-1 0 0,-2 1 1 0 0,-15-21 0 0 0,15 24-1709 0 0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4:34.20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71 2 6913 0 0,'-16'-2'8997'0'0,"11"18"-9782"0"0,-6 19 873 0 0,1 0 0 0 0,1 0 0 0 0,2 1 0 0 0,1 0 0 0 0,0 42 0 0 0,5-51-35 0 0,2 0 0 0 0,0-1-1 0 0,2 1 1 0 0,1-1 0 0 0,2 0 0 0 0,0 0 0 0 0,17 45-1 0 0,-16-57-39 0 0,1-1-1 0 0,0 1 1 0 0,1-1-1 0 0,0-1 1 0 0,1 0-1 0 0,0 0 1 0 0,1-1-1 0 0,1 0 1 0 0,-1-1 0 0 0,2 0-1 0 0,-1-1 1 0 0,22 12-1 0 0,-15-10 37 0 0,0-2 0 0 0,0 0-1 0 0,1-1 1 0 0,0-1 0 0 0,0-1 0 0 0,0-1-1 0 0,1 0 1 0 0,38 2 0 0 0,-4-12-3246 0 0,-43 2 2056 0 0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4:34.46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 88 6913 0 0,'0'0'13'0'0,"-1"0"-1"0"0,0 0 0 0 0,1 1 1 0 0,-1-1-1 0 0,0 0 0 0 0,1 0 1 0 0,-1 0-1 0 0,0 0 0 0 0,1 0 1 0 0,-1 0-1 0 0,0 0 0 0 0,1 0 1 0 0,-1-1-1 0 0,0 1 0 0 0,0 0 1 0 0,1 0-1 0 0,-1 0 0 0 0,1-1 0 0 0,-1 1 1 0 0,0 0-1 0 0,1-1 0 0 0,-1 1 1 0 0,1-1-1 0 0,-1 1 0 0 0,1-1 1 0 0,-1 1-1 0 0,1-1 0 0 0,-2 0 1 0 0,16-12 2982 0 0,30-8 1566 0 0,-17 12-2733 0 0,0 2 0 0 0,46-7 0 0 0,14 3-3090 0 0,-29 5-4944 0 0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4:34.7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29 30 6913 0 0,'-7'-8'792'0'0,"-15"-14"6166"0"0,24 32-4873 0 0,-2-10-1851 0 0,6 19 132 0 0,4 22 234 0 0,-1 0 0 0 0,-3 1 0 0 0,3 68 0 0 0,-2-17 18 0 0,-4-57-521 0 0,-2-15-173 0 0,1 0 1 0 0,1 0-1 0 0,0-1 0 0 0,2 1 0 0 0,9 25 0 0 0,-14-45-197 0 0,1 0 0 0 0,0 1-1 0 0,-1-1 1 0 0,1 0-1 0 0,0 1 1 0 0,0-1 0 0 0,0 0-1 0 0,0 0 1 0 0,0 0-1 0 0,0 0 1 0 0,0 0 0 0 0,0 0-1 0 0,1 0 1 0 0,1 1-1 0 0,3 0-1262 0 0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4:35.11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 25 3681 0 0,'-1'0'64'0'0,"1"-1"-1"0"0,-1 1 1 0 0,1 0 0 0 0,0-1-1 0 0,-1 1 1 0 0,1-1 0 0 0,0 1 0 0 0,0 0-1 0 0,-1-1 1 0 0,1 1 0 0 0,0-1 0 0 0,0 1-1 0 0,-1-1 1 0 0,1 1 0 0 0,0-1 0 0 0,0 1-1 0 0,0-1 1 0 0,0 1 0 0 0,0-1 0 0 0,0 1-1 0 0,0-1 1 0 0,0 1 0 0 0,0-1-1 0 0,0 1 1 0 0,0-1 0 0 0,0 1 0 0 0,0-1-1 0 0,0 1 1 0 0,1 0 0 0 0,-1-1 0 0 0,0 1-1 0 0,0-1 1 0 0,0 1 0 0 0,1-1 0 0 0,-1 1-1 0 0,0-1 1 0 0,1 1 0 0 0,-1 0 0 0 0,0-1-1 0 0,1 1 1 0 0,-1 0 0 0 0,0-1 0 0 0,1 1-1 0 0,-1 0 1 0 0,1 0 0 0 0,-1-1-1 0 0,1 1 1 0 0,-1 0 0 0 0,0 0 0 0 0,1 0-1 0 0,-1-1 1 0 0,1 1 0 0 0,-1 0 0 0 0,1 0-1 0 0,-1 0 1 0 0,1 0 0 0 0,0 0 0 0 0,2-1 377 0 0,0 1 0 0 0,0-1 0 0 0,0 1 1 0 0,0-1-1 0 0,0 1 0 0 0,0 0 1 0 0,0 0-1 0 0,0 0 0 0 0,4 1 1 0 0,-2 1-139 0 0,-1 0 0 0 0,1 0 0 0 0,-1 0 0 0 0,1 0 0 0 0,-1 1 0 0 0,0 0 0 0 0,0 0 0 0 0,0 0 0 0 0,-1 0 0 0 0,1 0 0 0 0,-1 1 0 0 0,5 6 0 0 0,-2-2 19 0 0,-1 0-1 0 0,-1 0 1 0 0,1 1-1 0 0,-2 0 1 0 0,1-1 0 0 0,2 11-1 0 0,0 8 183 0 0,-1 0-1 0 0,-1 0 1 0 0,0 42-1 0 0,-3-31-123 0 0,-1 0 0 0 0,-3 0 0 0 0,-11 60 0 0 0,11-80-259 0 0,-2 0 0 0 0,-1 0 0 0 0,0-1 0 0 0,-1 1 0 0 0,0-1 0 0 0,-2-1 0 0 0,0 0 0 0 0,-1 0 0 0 0,-16 19 0 0 0,25-32-241 0 0,-1-1 0 0 0,0-1 0 0 0,0 1-1 0 0,0 0 1 0 0,0 0 0 0 0,0-1 0 0 0,0 1 0 0 0,0-1 0 0 0,0 0 0 0 0,-1 0 0 0 0,1 1-1 0 0,0-2 1 0 0,-1 1 0 0 0,-3 1 0 0 0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4:27.06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273 258 10594 0 0,'-111'-6'-573'0'0,"60"5"3556"0"0,-59-10 0 0 0,164 2-547 0 0,116 8-2288 0 0,70-4 77 0 0,321-44-246 0 0,284-23 62 0 0,-442 55 856 0 0,156-15 835 0 0,-526 29-1659 0 0,-1 0 20 0 0,0-1 0 0 0,41-11 0 0 0,-72 15-116 0 0,-1 0 1 0 0,0 0 0 0 0,1 0-1 0 0,-1 0 1 0 0,0 0 0 0 0,1-1 0 0 0,-1 1-1 0 0,1 0 1 0 0,-1 0 0 0 0,0 0-1 0 0,1 0 1 0 0,-1 0 0 0 0,0-1-1 0 0,0 1 1 0 0,1 0 0 0 0,-1 0-1 0 0,0 0 1 0 0,1-1 0 0 0,-1 1-1 0 0,0 0 1 0 0,0-1 0 0 0,1 1 0 0 0,-1 0-1 0 0,0 0 1 0 0,0-1 0 0 0,0 1-1 0 0,0 0 1 0 0,1-1 0 0 0,-1 1-1 0 0,0 0 1 0 0,0-1 0 0 0,0 1-1 0 0,0-1 1 0 0,0 1 0 0 0,0 0 0 0 0,0-1-1 0 0,0 1 1 0 0,0 0 0 0 0,0-1-1 0 0,0 1 1 0 0,0 0 0 0 0,0-1-1 0 0,0 1 1 0 0,0-1 0 0 0,-1 1-1 0 0,1 0 1 0 0,0-1 0 0 0,0 1 0 0 0,0 0-1 0 0,0 0 1 0 0,-1-1 0 0 0,1 1-1 0 0,0 0 1 0 0,0-1 0 0 0,-1 1-1 0 0,-17-15-3308 0 0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4:27.54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106 59 3657 0 0,'-37'-7'2829'0'0,"35"6"-2583"0"0,0 1 0 0 0,1-1-1 0 0,-1 0 1 0 0,0 0 0 0 0,0 1-1 0 0,-1-1 1 0 0,1 1 0 0 0,0 0-1 0 0,0-1 1 0 0,0 1-1 0 0,0 0 1 0 0,0 0 0 0 0,0 0-1 0 0,0 1 1 0 0,0-1 0 0 0,0 1-1 0 0,0-1 1 0 0,0 1 0 0 0,0-1-1 0 0,0 1 1 0 0,0 0 0 0 0,0 0-1 0 0,0 0 1 0 0,0 0 0 0 0,1 0-1 0 0,-1 1 1 0 0,0-1-1 0 0,1 0 1 0 0,-1 1 0 0 0,1-1-1 0 0,-2 3 1 0 0,2-3-147 0 0,0 1 1 0 0,0-1-1 0 0,0 1 0 0 0,1 0 1 0 0,-1-1-1 0 0,1 1 0 0 0,-1 0 0 0 0,1 0 1 0 0,-1-1-1 0 0,1 1 0 0 0,0 0 1 0 0,0 0-1 0 0,0 0 0 0 0,0-1 1 0 0,0 1-1 0 0,1 2 0 0 0,8 33 577 0 0,-3-12-661 0 0,-4-12-32 0 0,1 0 0 0 0,0 0 0 0 0,1-1 0 0 0,0 1 0 0 0,1-1 0 0 0,1 0 0 0 0,0 0 0 0 0,0 0 0 0 0,15 19 0 0 0,-16-26 51 0 0,-1 0 1 0 0,1 0 0 0 0,0-1 0 0 0,0 1 0 0 0,0-1 0 0 0,0 0 0 0 0,1-1 0 0 0,0 1 0 0 0,0-1 0 0 0,0 0 0 0 0,0-1 0 0 0,0 0-1 0 0,0 0 1 0 0,1 0 0 0 0,-1 0 0 0 0,1-1 0 0 0,-1 0 0 0 0,1-1 0 0 0,0 1 0 0 0,-1-1 0 0 0,12-2 0 0 0,-8 1 159 0 0,-1 0 0 0 0,1-1 1 0 0,-1 0-1 0 0,0-1 0 0 0,1 0 1 0 0,-1 0-1 0 0,-1-1 0 0 0,1-1 1 0 0,0 1-1 0 0,13-11 0 0 0,-18 12-69 0 0,0 0-1 0 0,0-1 0 0 0,-1 0 1 0 0,0 0-1 0 0,1 1 0 0 0,-1-2 1 0 0,-1 1-1 0 0,1 0 0 0 0,0-1 1 0 0,-1 1-1 0 0,0-1 0 0 0,0 0 1 0 0,-1 1-1 0 0,1-1 0 0 0,-1 0 1 0 0,0 0-1 0 0,0 0 0 0 0,-1 0 1 0 0,1 0-1 0 0,-1 0 0 0 0,-1-10 1 0 0,0 7-65 0 0,0 1 1 0 0,-1-1-1 0 0,1 1 1 0 0,-2 0-1 0 0,1 0 1 0 0,-1 0-1 0 0,0 0 1 0 0,0 0-1 0 0,-1 1 1 0 0,0-1-1 0 0,0 1 1 0 0,0 0-1 0 0,-1 0 1 0 0,0 0-1 0 0,0 1 1 0 0,-1 0-1 0 0,0 0 1 0 0,-9-7-1 0 0,-6-1-297 0 0,-2 1-1 0 0,1 1 0 0 0,-1 1 1 0 0,-28-8-1 0 0,34 11-126 0 0,-3-1 287 0 0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4:36.25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191 77 3225 0 0,'-5'-12'-33'0'0,"4"8"1094"0"0,-1 1 0 0 0,1-1 0 0 0,-1 1 0 0 0,0-1 0 0 0,0 1 1 0 0,0 0-1 0 0,0-1 0 0 0,-4-3 0 0 0,5 6-777 0 0,0 1 1 0 0,0-1-1 0 0,0 0 1 0 0,0 1-1 0 0,0-1 0 0 0,0 1 1 0 0,0-1-1 0 0,0 1 1 0 0,0 0-1 0 0,0-1 0 0 0,-1 1 1 0 0,1 0-1 0 0,0 0 1 0 0,0 0-1 0 0,0 0 0 0 0,0 0 1 0 0,-2 0-1 0 0,-17 6-644 0 0,13-2 423 0 0,1 0 0 0 0,-1 1-1 0 0,1 0 1 0 0,0 0 0 0 0,1 0 0 0 0,-1 1 0 0 0,1 0-1 0 0,0 0 1 0 0,0 0 0 0 0,1 1 0 0 0,0-1-1 0 0,0 1 1 0 0,1 0 0 0 0,-1 0 0 0 0,2 0 0 0 0,-1 1-1 0 0,-1 8 1 0 0,-5 18-92 0 0,2 1-1 0 0,-4 49 1 0 0,9-68 63 0 0,2-14-35 0 0,-5 30-11 0 0,3 1 1 0 0,0 0-1 0 0,2 0 1 0 0,5 43-1 0 0,-4-68 6 0 0,1 0-1 0 0,-1-1 1 0 0,1 1-1 0 0,0-1 1 0 0,1 0-1 0 0,0 1 1 0 0,0-1-1 0 0,0 0 1 0 0,1-1-1 0 0,0 1 1 0 0,1-1-1 0 0,-1 1 1 0 0,1-1-1 0 0,1-1 1 0 0,-1 1-1 0 0,1-1 1 0 0,0 0-1 0 0,0 0 1 0 0,0 0-1 0 0,0-1 1 0 0,1 0-1 0 0,0 0 1 0 0,0-1-1 0 0,10 4 1 0 0,-7-4 4 0 0,0-1 0 0 0,0 1 0 0 0,0-1 0 0 0,1-1-1 0 0,-1 0 1 0 0,1-1 0 0 0,-1 0 0 0 0,1 0 0 0 0,-1-1 0 0 0,0 0 0 0 0,1-1 0 0 0,-1 0 0 0 0,14-5-1 0 0,-18 4 21 0 0,1 1-1 0 0,-1-2 1 0 0,0 1-1 0 0,0 0 0 0 0,0-1 1 0 0,0 0-1 0 0,-1-1 1 0 0,0 1-1 0 0,1-1 1 0 0,-2 0-1 0 0,1-1 0 0 0,0 1 1 0 0,-1-1-1 0 0,0 1 1 0 0,-1-1-1 0 0,1-1 0 0 0,-1 1 1 0 0,0 0-1 0 0,-1-1 1 0 0,4-12-1 0 0,-2-3 300 0 0,0 0-1 0 0,-2 0 1 0 0,-1 0 0 0 0,0-1-1 0 0,-2 1 1 0 0,-6-42 0 0 0,-2 15 128 0 0,-2 1 0 0 0,-18-48-1 0 0,21 74-311 0 0,0 1-1 0 0,-20-37 0 0 0,25 53-374 0 0,0 0 0 0 0,0 0 0 0 0,-1 0 0 0 0,0 0 0 0 0,1 0 0 0 0,-2 1 0 0 0,1-1 0 0 0,0 1 0 0 0,-1 1 0 0 0,0-1 0 0 0,0 0 0 0 0,0 1 0 0 0,0 0 0 0 0,-1 0 0 0 0,-9-3 0 0 0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4:36.71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 22 6913 0 0,'-8'-21'7101'0'0,"8"33"-4426"0"0,2 22-1527 0 0,-1-13-750 0 0,1 0 1 0 0,1 0 0 0 0,7 31-1 0 0,-8-46-393 0 0,1 0 0 0 0,-1 0 0 0 0,1 0 0 0 0,0 0-1 0 0,0 0 1 0 0,1 0 0 0 0,-1-1 0 0 0,1 0 0 0 0,0 0-1 0 0,1 0 1 0 0,0 0 0 0 0,-1-1 0 0 0,1 1 0 0 0,1-1-1 0 0,8 5 1 0 0,-10-6-67 0 0,1 0 0 0 0,0-1-1 0 0,0 0 1 0 0,-1 0 0 0 0,1 0 0 0 0,0 0 0 0 0,1-1-1 0 0,-1 0 1 0 0,0 0 0 0 0,0 0 0 0 0,0-1-1 0 0,1 0 1 0 0,-1 0 0 0 0,0 0 0 0 0,10-2 0 0 0,-11 1-13 0 0,0-1 0 0 0,1 0 0 0 0,-1 0 0 0 0,0 0 1 0 0,0 0-1 0 0,0-1 0 0 0,0 1 0 0 0,-1-1 1 0 0,1 0-1 0 0,-1 0 0 0 0,1 0 0 0 0,-1-1 0 0 0,0 1 1 0 0,0-1-1 0 0,-1 0 0 0 0,1 0 0 0 0,-1 0 0 0 0,3-6 1 0 0,0-1 63 0 0,-1-1 0 0 0,0 1 0 0 0,3-19 1 0 0,-4 18 334 0 0,0 0 1 0 0,0 1-1 0 0,8-17 1 0 0,-11 28-268 0 0,0-1 0 0 0,0 0 0 0 0,1 1 0 0 0,-1-1 1 0 0,0 1-1 0 0,1-1 0 0 0,-1 1 0 0 0,0-1 1 0 0,1 1-1 0 0,-1-1 0 0 0,0 1 0 0 0,1-1 1 0 0,-1 1-1 0 0,1 0 0 0 0,-1-1 0 0 0,1 1 0 0 0,-1 0 1 0 0,1-1-1 0 0,-1 1 0 0 0,1 0 0 0 0,-1 0 1 0 0,1-1-1 0 0,0 1 0 0 0,-1 0 0 0 0,1 0 0 0 0,-1 0 1 0 0,1 0-1 0 0,0 0 0 0 0,-1 0 0 0 0,1 0 1 0 0,0 0-1 0 0,1 0 6 0 0,-1 1 1 0 0,1 0-1 0 0,-1 0 0 0 0,0 0 1 0 0,1-1-1 0 0,-1 1 1 0 0,0 0-1 0 0,0 1 1 0 0,1-1-1 0 0,-1 0 0 0 0,0 0 1 0 0,1 2-1 0 0,26 47 284 0 0,-24-42-214 0 0,4 8-124 0 0,1-1 0 0 0,0 0 0 0 0,2 0 0 0 0,23 26 0 0 0,7-8-3057 0 0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4:37.00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35 12 10594 0 0,'-4'-2'-117'0'0,"-20"-8"2721"0"0,17 14-277 0 0,9 11-165 0 0,14 43-1297 0 0,-3 0 0 0 0,-3 1 0 0 0,3 61-1 0 0,19 105 1096 0 0,-21-181-2312 0 0,21 59 0 0 0,-26-89 245 0 0,0 0 0 0 0,0 0 0 0 0,2-1 1 0 0,-1 0-1 0 0,2 0 0 0 0,0-1 0 0 0,0 0 0 0 0,13 11 0 0 0,-7-11-923 0 0,-5-8-2659 0 0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4:37.19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31 152 10594 0 0,'-2'0'188'0'0,"0"0"-1"0"0,0-1 1 0 0,0 1 0 0 0,-1 0-1 0 0,1-1 1 0 0,0 0 0 0 0,0 1-1 0 0,0-1 1 0 0,0 0-1 0 0,0 0 1 0 0,0 0 0 0 0,-2-2-1 0 0,4 3-100 0 0,0 0 1 0 0,0-1-1 0 0,-1 1 0 0 0,1 0 0 0 0,0 0 0 0 0,0-1 1 0 0,0 1-1 0 0,0 0 0 0 0,0-1 0 0 0,0 1 1 0 0,-1 0-1 0 0,1-1 0 0 0,0 1 0 0 0,0 0 0 0 0,0-1 1 0 0,0 1-1 0 0,0 0 0 0 0,0-1 0 0 0,0 1 1 0 0,0 0-1 0 0,0-1 0 0 0,1 1 0 0 0,-1 0 0 0 0,0-1 1 0 0,0 1-1 0 0,0 0 0 0 0,0 0 0 0 0,1-1 0 0 0,13-12 2300 0 0,58-29 549 0 0,42-13-2859 0 0,-90 45-417 0 0,2-2-510 0 0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4:58.20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181 1157 5065 0 0,'-9'5'9218'0'0,"8"-4"-9099"0"0,0 0-63 0 0,0 0 1 0 0,1 0-1 0 0,-1-1 0 0 0,0 1 1 0 0,0 0-1 0 0,1 0 0 0 0,-1 0 0 0 0,0 0 1 0 0,1 0-1 0 0,-1 0 0 0 0,1 0 0 0 0,-1 0 1 0 0,0 2 352 0 0,20 33 4076 0 0,-16-26-3982 0 0,-6-15 467 0 0,-7-24 398 0 0,-30-262-1211 0 0,-6-75 81 0 0,48 193-148 0 0,1 114-76 0 0,-4-61-1 0 0,-1 111-20 0 0,0 0 0 0 0,0 0 1 0 0,0 0-1 0 0,-1 0 0 0 0,-1 0 0 0 0,1 0 0 0 0,-2 1 0 0 0,1-1 1 0 0,-1 1-1 0 0,0 1 0 0 0,-9-12 0 0 0,-18-29-817 0 0,31 48 728 0 0,1-1 0 0 0,0 1-1 0 0,-1 0 1 0 0,1-1-1 0 0,0 1 1 0 0,0 0-1 0 0,-1-1 1 0 0,1 1 0 0 0,0-1-1 0 0,0 1 1 0 0,0 0-1 0 0,-1-1 1 0 0,1 1-1 0 0,0-1 1 0 0,0 1-1 0 0,0 0 1 0 0,0-1 0 0 0,0 1-1 0 0,0-1 1 0 0,0 1-1 0 0,0-1 1 0 0,0 1-1 0 0,0 0 1 0 0,0-1-1 0 0,0 1 1 0 0,0-1 0 0 0,0 1-1 0 0,0-1 1 0 0,0 1-1 0 0,1 0 1 0 0,-1-1-1 0 0,0 1 1 0 0,0-1 0 0 0,0 1-1 0 0,1 0 1 0 0,-1-1-1 0 0,0 1 1 0 0,1 0-1 0 0,-1-1 1 0 0,0 1-1 0 0,1 0 1 0 0,-1 0 0 0 0,0-1-1 0 0,1 1 1 0 0,-1 0-1 0 0,0 0 1 0 0,1-1-1 0 0,-1 1 1 0 0,1 0-1 0 0,-1 0 1 0 0,0 0 0 0 0,1 0-1 0 0,-1 0 1 0 0,1 0-1 0 0,-1 0 1 0 0,1 0-1 0 0,-1 0 1 0 0,1 0-1 0 0,-1 0 1 0 0,0 0 0 0 0,1 0-1 0 0,-1 0 1 0 0,1 0-1 0 0,0 0 1 0 0,1 1-453 0 0,1-1 0 0 0,-1 1 0 0 0,1-1 0 0 0,-1 1 0 0 0,1 0 0 0 0,-1 0 0 0 0,1 0 1 0 0,-1 0-1 0 0,0 0 0 0 0,3 3 0 0 0,4 6-314 0 0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4:58.7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178 180 3225 0 0,'-38'11'1020'0'0,"-53"8"0"0"0,42-10 845 0 0,64-14-709 0 0,-1 0 1 0 0,0-1 0 0 0,24-15 0 0 0,34-14 247 0 0,-9 16-402 0 0,0 3 0 0 0,129-16 0 0 0,13-3-213 0 0,-147 21-595 0 0,-18 4 41 0 0,60-9 0 0 0,-100 19-211 0 0,0 0 1 0 0,1 0 0 0 0,-1 0 0 0 0,0 0-1 0 0,0 0 1 0 0,0-1 0 0 0,0 1 0 0 0,1 0-1 0 0,-1 0 1 0 0,0 0 0 0 0,0 0-1 0 0,0 0 1 0 0,1 0 0 0 0,-1 0 0 0 0,0 0-1 0 0,0 0 1 0 0,1 0 0 0 0,-1 0-1 0 0,0 0 1 0 0,0 0 0 0 0,0 0 0 0 0,1 0-1 0 0,-1 0 1 0 0,0 0 0 0 0,0 0 0 0 0,1 0-1 0 0,-1 0 1 0 0,0 0 0 0 0,0 0-1 0 0,0 0 1 0 0,1 0 0 0 0,-1 1 0 0 0,0-1-1 0 0,0 0 1 0 0,0 0 0 0 0,0 0-1 0 0,1 0 1 0 0,-1 0 0 0 0,0 1 0 0 0,0-1-1 0 0,0 0 1 0 0,0 0 0 0 0,0 0 0 0 0,0 1-1 0 0,1-1 1 0 0,-1 0 0 0 0,0 0-1 0 0,0 0 1 0 0,0 1 0 0 0,0-1 0 0 0,0 0-1 0 0,0 0 1 0 0,0 1 0 0 0,-10 9 1063 0 0,2-2-2804 0 0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4:59.84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66 154 6913 0 0,'-9'-4'671'0'0,"1"-1"-1"0"0,-1 0 0 0 0,1 0 0 0 0,1-1 1 0 0,-1 0-1 0 0,-8-9 0 0 0,47 47 3451 0 0,85 77-2403 0 0,25 0-1487 0 0,5 3 127 0 0,-141-108-414 0 0,16 11 691 0 0,-16-18 40 0 0,-8-13 68 0 0,-13-47 172 0 0,-11-79 0 0 0,23 109-1613 0 0,1-1 0 0 0,2 1 0 0 0,2-1 1 0 0,4-39-1 0 0,1 43-3927 0 0,3 2-1311 0 0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5:01.53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233 288 8290 0 0,'-8'-3'401'0'0,"0"1"0"0"0,-1 0-1 0 0,1 0 1 0 0,-1 1 0 0 0,1 0 0 0 0,-1 1 0 0 0,0-1 0 0 0,1 2 0 0 0,-1-1-1 0 0,1 1 1 0 0,-1 1 0 0 0,1-1 0 0 0,-1 1 0 0 0,1 1 0 0 0,0 0 0 0 0,-13 6 0 0 0,15-5-273 0 0,0 1 1 0 0,0-1 0 0 0,1 2 0 0 0,0-1-1 0 0,0 1 1 0 0,0-1 0 0 0,1 1 0 0 0,-1 0-1 0 0,1 1 1 0 0,1-1 0 0 0,-1 1 0 0 0,1 0 0 0 0,0 0-1 0 0,1 0 1 0 0,0 0 0 0 0,0 0 0 0 0,-2 15-1 0 0,3-14-141 0 0,0 0-1 0 0,0 0 1 0 0,1 0-1 0 0,0 0 1 0 0,1 0-1 0 0,-1 0 1 0 0,2 0-1 0 0,-1 0 1 0 0,1-1-1 0 0,0 1 1 0 0,0 0-1 0 0,1-1 1 0 0,0 1-1 0 0,1-1 1 0 0,0 0 0 0 0,6 10-1 0 0,-8-15 21 0 0,0 1 0 0 0,0 0 1 0 0,1-1-1 0 0,-1 1 0 0 0,1-1 0 0 0,-1 0 0 0 0,1 0 0 0 0,0 0 1 0 0,0 0-1 0 0,0 0 0 0 0,0 0 0 0 0,0-1 0 0 0,0 0 1 0 0,0 1-1 0 0,1-1 0 0 0,-1 0 0 0 0,0-1 0 0 0,1 1 0 0 0,-1-1 1 0 0,0 1-1 0 0,1-1 0 0 0,-1 0 0 0 0,1 0 0 0 0,-1-1 0 0 0,6 0 1 0 0,-5 0-62 0 0,0-1 1 0 0,0 0 0 0 0,0 0-1 0 0,0 0 1 0 0,-1-1 0 0 0,1 1-1 0 0,0-1 1 0 0,-1 0 0 0 0,0 0-1 0 0,0 0 1 0 0,0 0 0 0 0,0-1-1 0 0,0 1 1 0 0,-1-1 0 0 0,1 1-1 0 0,-1-1 1 0 0,0 0 0 0 0,0 0-1 0 0,2-7 1 0 0,1-5-124 0 0,-1 0-1 0 0,0 0 1 0 0,-1 0 0 0 0,-1 0 0 0 0,-1-1-1 0 0,0 0 1 0 0,-1 1 0 0 0,0-1-1 0 0,-5-22 1 0 0,-5-19 182 0 0,-24-73 0 0 0,14 58 410 0 0,18 65 85 0 0,0 0 0 0 0,0 0 1 0 0,-1 1-1 0 0,0-1 1 0 0,0 0-1 0 0,-1 1 0 0 0,0 0 1 0 0,-9-14-1 0 0,32 42-76 0 0,-1 1 0 0 0,0 1 0 0 0,-2 0 1 0 0,0 1-1 0 0,-2 1 0 0 0,16 37 0 0 0,52 168-4160 0 0,-65-175 641 0 0,-1-7-3613 0 0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5:02.03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285 516 6913 0 0,'-3'-4'264'0'0,"0"0"-1"0"0,0 0 0 0 0,-1 0 0 0 0,1 1 1 0 0,-1-1-1 0 0,0 1 0 0 0,0 0 0 0 0,-1 0 1 0 0,1 0-1 0 0,0 1 0 0 0,-1 0 0 0 0,0-1 1 0 0,1 2-1 0 0,-1-1 0 0 0,0 0 0 0 0,0 1 1 0 0,0 0-1 0 0,0 0 0 0 0,0 1 0 0 0,0-1 1 0 0,-1 1-1 0 0,1 0 0 0 0,0 1 0 0 0,-6 0 1 0 0,3 1 47 0 0,1 0 1 0 0,-1 0 0 0 0,1 1 0 0 0,0 0-1 0 0,-1 0 1 0 0,1 1 0 0 0,1 0 0 0 0,-1 0-1 0 0,0 0 1 0 0,1 1 0 0 0,0 0 0 0 0,0 0-1 0 0,1 1 1 0 0,-1 0 0 0 0,-4 7 0 0 0,2-2-245 0 0,1 1 1 0 0,0-1 0 0 0,1 1 0 0 0,0 1 0 0 0,1-1-1 0 0,0 1 1 0 0,-5 25 0 0 0,9-33-106 0 0,0-1 0 0 0,1 1 0 0 0,0-1 0 0 0,0 1 0 0 0,0-1 0 0 0,0 1 0 0 0,1-1 0 0 0,-1 0 0 0 0,1 1 0 0 0,0-1-1 0 0,1 1 1 0 0,1 4 0 0 0,-1-7-7 0 0,-1 1-1 0 0,1 0 1 0 0,0-1-1 0 0,0 1 1 0 0,0-1-1 0 0,0 0 1 0 0,1 0-1 0 0,-1 0 1 0 0,1 0-1 0 0,-1 0 1 0 0,1 0-1 0 0,-1-1 0 0 0,1 1 1 0 0,0-1-1 0 0,0 0 1 0 0,0 0-1 0 0,0 0 1 0 0,0 0-1 0 0,5 1 1 0 0,-3-1-97 0 0,0-1-1 0 0,1 1 1 0 0,-1-1 0 0 0,1 0 0 0 0,-1 0-1 0 0,1-1 1 0 0,-1 1 0 0 0,1-1 0 0 0,-1-1 0 0 0,1 1-1 0 0,-1-1 1 0 0,0 0 0 0 0,7-3 0 0 0,-4 1-108 0 0,0-1 0 0 0,0-1 0 0 0,0 1 0 0 0,0-1-1 0 0,-1-1 1 0 0,0 1 0 0 0,8-11 0 0 0,-6 6 18 0 0,-1 0-1 0 0,0 0 0 0 0,0-1 1 0 0,-2-1-1 0 0,1 1 0 0 0,-2-1 1 0 0,1 0-1 0 0,-2 0 0 0 0,0 0 1 0 0,4-25-1 0 0,-6 5 231 0 0,-1-1 1 0 0,-2 1-1 0 0,-1 0 1 0 0,-10-49-1 0 0,-38-126 1874 0 0,46 191-1413 0 0,-11-34 954 0 0,14 48-1104 0 0,0 0 0 0 0,-1-1 0 0 0,1 1 0 0 0,-1 1-1 0 0,0-1 1 0 0,1 0 0 0 0,-1 0 0 0 0,-1 1 0 0 0,1-1 0 0 0,0 1-1 0 0,-1-1 1 0 0,-3-2 0 0 0,6 5-251 0 0,0 0 0 0 0,0 0 0 0 0,-1 0 0 0 0,1 0 1 0 0,0-1-1 0 0,0 1 0 0 0,0 0 0 0 0,0 0 0 0 0,-1 0 0 0 0,1 0 0 0 0,0 0 0 0 0,0 0 0 0 0,0 0 0 0 0,-1 0 1 0 0,1 0-1 0 0,0 0 0 0 0,0 0 0 0 0,0 0 0 0 0,0 0 0 0 0,-1 0 0 0 0,1 0 0 0 0,0 0 0 0 0,0 0 1 0 0,0 0-1 0 0,-1 0 0 0 0,1 0 0 0 0,0 0 0 0 0,0 0 0 0 0,0 1 0 0 0,0-1 0 0 0,-1 0 0 0 0,1 0 0 0 0,0 0 1 0 0,0 0-1 0 0,0 0 0 0 0,0 0 0 0 0,0 1 0 0 0,-1-1 0 0 0,1 0 0 0 0,0 0 0 0 0,0 0 0 0 0,0 0 0 0 0,0 1 1 0 0,0-1-1 0 0,0 0 0 0 0,0 0 0 0 0,0 0 0 0 0,-2 15 649 0 0,6 14-605 0 0,19 64-2 0 0,4-1 0 0 0,64 145 1 0 0,-62-166-87 0 0,61 133-1704 0 0,-65-156-5846 0 0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5:03.45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1 672 3577 0 0,'24'-71'117'0'0,"-2"0"1"0"0,14-88-1 0 0,-29 124-85 0 0,-7 35-31 0 0,6-25-15 0 0,-2 1 0 0 0,3-40-1 0 0,-7 55 58 0 0,-1 1 0 0 0,1-1-1 0 0,-2 1 1 0 0,1 0-1 0 0,-1 0 1 0 0,0 0-1 0 0,0 0 1 0 0,-1 0 0 0 0,0 0-1 0 0,-1 0 1 0 0,-6-10-1 0 0,4 9 767 0 0,1-1-1 0 0,0 1 0 0 0,1-1 0 0 0,0 0 1 0 0,0 0-1 0 0,-2-13 0 0 0,2-10 6797 0 0,5 37-7529 0 0,1 0-1 0 0,-1 0 0 0 0,1 0 1 0 0,0 0-1 0 0,0 0 1 0 0,0 0-1 0 0,0-1 1 0 0,1 1-1 0 0,-1-1 0 0 0,1 1 1 0 0,0-1-1 0 0,4 3 1 0 0,11 17 13 0 0,-9-5 129 0 0,-1 1 1 0 0,-1 1 0 0 0,-1-1-1 0 0,-1 1 1 0 0,-1 0 0 0 0,0 0-1 0 0,1 39 1 0 0,5 18-148 0 0,-9-66-67 0 0,109 551-80 0 0,-63-422 35 0 0,-33-104 19 0 0,-1 0 1 0 0,-2 0-1 0 0,9 56 0 0 0,-20-36-2421 0 0,0-44 1435 0 0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5:03.85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352 62 3209 0 0,'-6'2'75'0'0,"-262"112"1799"0"0,243-102-676 0 0,18-9-133 0 0,-1 0 1 0 0,1 0 0 0 0,0 1-1 0 0,1 0 1 0 0,-11 12 3430 0 0,27-18-3520 0 0,10-4-596 0 0,242-92 1076 0 0,-207 81-1090 0 0,1 3 1 0 0,108-13-1 0 0,-122 24-729 0 0,130-18 1165 0 0,-140 15-3962 0 0,48-16 1 0 0,-59 15-2954 0 0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5:04.38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1 338 10594 0 0,'-1'8'6556'0'0,"2"-8"-6435"0"0,14 21 1935 0 0,29 25-2634 0 0,-36-38 1265 0 0,203 219 417 0 0,-177-194-924 0 0,-31-31-116 0 0,0 0-1 0 0,-1 0 0 0 0,1 0 1 0 0,0-1-1 0 0,0 1 1 0 0,0-1-1 0 0,0 0 0 0 0,0 0 1 0 0,0 0-1 0 0,0 0 1 0 0,0 0-1 0 0,5 0 1 0 0,-7-1-34 0 0,-1 0 0 0 0,1-1 0 0 0,-1 1 0 0 0,0 0 0 0 0,1 0 0 0 0,-1-1 0 0 0,1 1 0 0 0,-1 0 0 0 0,0 0 0 0 0,1-1 1 0 0,-1 1-1 0 0,0 0 0 0 0,1-1 0 0 0,-1 1 0 0 0,0-1 0 0 0,0 1 0 0 0,1 0 0 0 0,-1-1 0 0 0,0 1 0 0 0,0-1 0 0 0,0 1 1 0 0,0-1-1 0 0,0 1 0 0 0,0 0 0 0 0,1-1 0 0 0,-1 1 0 0 0,0-1 0 0 0,0 1 0 0 0,0-1 0 0 0,0 1 0 0 0,-1-1 0 0 0,1 0 1 0 0,-2-20 100 0 0,2 16-60 0 0,0 3-69 0 0,-17-317 954 0 0,18 276-1529 0 0,1 1 0 0 0,3 0 0 0 0,1 0 0 0 0,2 0 0 0 0,20-61 0 0 0,-18 78-971 0 0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5:04.97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197 5 3681 0 0,'-3'-1'292'0'0,"-1"0"1"0"0,1 0-1 0 0,-1 0 1 0 0,0 1 0 0 0,1-1-1 0 0,-1 1 1 0 0,0 0-1 0 0,1 1 1 0 0,-1-1-1 0 0,0 0 1 0 0,1 1-1 0 0,-1 0 1 0 0,1 0 0 0 0,-1 0-1 0 0,1 0 1 0 0,-1 1-1 0 0,1-1 1 0 0,0 1-1 0 0,0 0 1 0 0,0 0-1 0 0,0 0 1 0 0,0 0 0 0 0,0 0-1 0 0,-3 4 1 0 0,-6 5 686 0 0,0 0 0 0 0,1 1 0 0 0,0 0 0 0 0,-10 15 0 0 0,14-18-809 0 0,2-3 189 0 0,0 1-1 0 0,1 0 1 0 0,0 0 0 0 0,0 0-1 0 0,0 0 1 0 0,-3 11 0 0 0,7-17-304 0 0,-1 1 1 0 0,1 0-1 0 0,0 0 0 0 0,0 0 1 0 0,0 0-1 0 0,0 0 1 0 0,0 0-1 0 0,0 0 0 0 0,0 0 1 0 0,1-1-1 0 0,-1 1 1 0 0,1 0-1 0 0,-1 0 0 0 0,1 0 1 0 0,0 0-1 0 0,0-1 1 0 0,0 1-1 0 0,0 0 0 0 0,0-1 1 0 0,0 1-1 0 0,0-1 1 0 0,0 1-1 0 0,1-1 0 0 0,-1 0 1 0 0,0 1-1 0 0,1-1 1 0 0,-1 0-1 0 0,1 0 0 0 0,0 0 1 0 0,-1 0-1 0 0,1 0 1 0 0,2 0-1 0 0,16 9-267 0 0,1-2 0 0 0,0-1 0 0 0,40 9 0 0 0,-40-12 33 0 0,-1 2 1 0 0,0 0 0 0 0,0 1 0 0 0,24 12 0 0 0,-43-19 186 0 0,-1 0-1 0 0,1 1 1 0 0,-1-1 0 0 0,1 0 0 0 0,-1 1-1 0 0,1-1 1 0 0,-1 0 0 0 0,0 1 0 0 0,1-1-1 0 0,-1 0 1 0 0,0 1 0 0 0,1-1-1 0 0,-1 0 1 0 0,0 1 0 0 0,1-1 0 0 0,-1 1-1 0 0,0-1 1 0 0,0 1 0 0 0,1-1 0 0 0,-1 1-1 0 0,0-1 1 0 0,0 1 0 0 0,0-1-1 0 0,0 1 1 0 0,0-1 0 0 0,0 1 0 0 0,0-1-1 0 0,0 1 1 0 0,0-1 0 0 0,0 1 0 0 0,0 0-1 0 0,-12 16 594 0 0,-24 8 407 0 0,35-24-998 0 0,-19 9 513 0 0,-1 0 1 0 0,-30 9 0 0 0,31-12-613 0 0,0 0 0 0 0,1 2 1 0 0,-21 11-1 0 0,39-19-99 0 0,0-1 1 0 0,0 1-1 0 0,0 0 0 0 0,0-1 1 0 0,0 1-1 0 0,0 0 1 0 0,0 0-1 0 0,0-1 0 0 0,0 1 1 0 0,1 0-1 0 0,-1 0 0 0 0,0 0 1 0 0,1 0-1 0 0,-1 0 1 0 0,0 0-1 0 0,1 0 0 0 0,-1 1 1 0 0,1-1-1 0 0,0 0 1 0 0,-1 0-1 0 0,1 0 0 0 0,0 0 1 0 0,0 1-1 0 0,-1-1 0 0 0,1 0 1 0 0,0 0-1 0 0,0 0 1 0 0,0 1-1 0 0,1-1 0 0 0,-1 0 1 0 0,0 2-1 0 0,4 2-1243 0 0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5:05.35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188 32 456 0 0,'0'-1'240'0'0,"0"0"1"0"0,0-1-1 0 0,0 1 0 0 0,0 0 1 0 0,-1-1-1 0 0,1 1 0 0 0,0 0 1 0 0,-1 0-1 0 0,1-1 0 0 0,-1 1 1 0 0,0 0-1 0 0,1 0 0 0 0,-1 0 1 0 0,0-1-1 0 0,0 1 0 0 0,1 0 1 0 0,-1 0-1 0 0,0 0 0 0 0,0 1 1 0 0,0-1-1 0 0,0 0 0 0 0,0 0 1 0 0,-1 0-1 0 0,1 1 0 0 0,0-1 1 0 0,0 0-1 0 0,0 1 0 0 0,-1-1 1 0 0,1 1-1 0 0,0 0 0 0 0,-1-1 1 0 0,1 1-1 0 0,0 0 0 0 0,-1 0 1 0 0,1 0-1 0 0,0 0 0 0 0,-1 0 1 0 0,1 0-1 0 0,0 0 0 0 0,-1 0 1 0 0,1 1-1 0 0,-2-1 0 0 0,-2 1 262 0 0,-1 0-1 0 0,0 1 1 0 0,1-1-1 0 0,-1 1 1 0 0,1 0-1 0 0,0 0 0 0 0,0 1 1 0 0,-9 4-1 0 0,5 0 78 0 0,0 0-1 0 0,1 1 0 0 0,0-1 1 0 0,-10 14-1 0 0,16-20-508 0 0,1 0 0 0 0,0 1-1 0 0,0-1 1 0 0,0 1 0 0 0,0-1 0 0 0,0 1 0 0 0,0-1-1 0 0,0 1 1 0 0,0 0 0 0 0,1 0 0 0 0,-1-1 0 0 0,1 1 0 0 0,-1 0-1 0 0,1 0 1 0 0,-1 0 0 0 0,1-1 0 0 0,0 1 0 0 0,0 0-1 0 0,0 0 1 0 0,0 0 0 0 0,1 0 0 0 0,-1 0 0 0 0,0-1 0 0 0,1 1-1 0 0,-1 0 1 0 0,1 0 0 0 0,0-1 0 0 0,-1 1 0 0 0,1 0-1 0 0,0-1 1 0 0,0 1 0 0 0,0-1 0 0 0,0 1 0 0 0,0-1 0 0 0,2 2-1 0 0,10 8-107 0 0,1-2-1 0 0,0 1 0 0 0,0-2 1 0 0,1 0-1 0 0,0-1 0 0 0,28 10 0 0 0,37 18-106 0 0,-77-34 175 0 0,-1 0 0 0 0,0 0 0 0 0,1 0 0 0 0,-1 1 0 0 0,0-1 0 0 0,0 1 0 0 0,0-1 0 0 0,0 1 0 0 0,0 0 0 0 0,-1 0 0 0 0,1 0 0 0 0,0 0 0 0 0,-1 0 0 0 0,1 0 0 0 0,-1 0 0 0 0,0 1 0 0 0,0-1 0 0 0,0 0 0 0 0,0 1-1 0 0,0-1 1 0 0,0 1 0 0 0,-1-1 0 0 0,1 1 0 0 0,-1-1 0 0 0,0 1 0 0 0,0-1 0 0 0,0 1 0 0 0,0 4 0 0 0,-2-2 74 0 0,1 0-1 0 0,-1 0 1 0 0,0 0 0 0 0,-1 0-1 0 0,1 0 1 0 0,-1-1 0 0 0,0 1-1 0 0,0-1 1 0 0,0 0 0 0 0,-1 0-1 0 0,0 0 1 0 0,-7 6 0 0 0,-6 3-159 0 0,-1-1 0 0 0,0-1 0 0 0,0-1 0 0 0,-1-1 0 0 0,-1 0 0 0 0,1-1 0 0 0,-34 8 0 0 0,18-5-875 0 0,13-4 251 0 0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5:26.06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5529 0 0,'13'2'7585'0'0,"38"7"-4165"0"0,-7-2-1705 0 0,-17-3-1392 0 0,1-2 0 0 0,42-1 1 0 0,-39-1-818 0 0,-19 3-1838 0 0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5:26.61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70 11 4185 0 0,'-8'-2'230'0'0,"-21"-5"1823"0"0,28 6-1837 0 0,0 1-1 0 0,0 0 1 0 0,0 0 0 0 0,0 0-1 0 0,0-1 1 0 0,0 1 0 0 0,1 0-1 0 0,-1 0 1 0 0,0 0-1 0 0,0 1 1 0 0,0-1 0 0 0,0 0-1 0 0,0 0 1 0 0,0 0 0 0 0,0 1-1 0 0,1-1 1 0 0,-1 0 0 0 0,0 1-1 0 0,0-1 1 0 0,0 1-1 0 0,1-1 1 0 0,-1 1 0 0 0,0-1-1 0 0,1 1 1 0 0,-2 0 0 0 0,1 3 396 0 0,0-1 1 0 0,1 1-1 0 0,-1 0 1 0 0,1-1 0 0 0,0 1-1 0 0,0-1 1 0 0,0 6-1 0 0,0 13 18 0 0,-3 2-167 0 0,0 1 0 0 0,3 50 0 0 0,0-65-494 0 0,1 0 0 0 0,1 0 0 0 0,0 0-1 0 0,0 0 1 0 0,1 0 0 0 0,0 0 0 0 0,1 0 0 0 0,0-1 0 0 0,0 0 0 0 0,7 10 0 0 0,-9-16 25 0 0,-1-1-1 0 0,1 0 1 0 0,0 0 0 0 0,0 0-1 0 0,0 0 1 0 0,1 0 0 0 0,-1-1 0 0 0,0 1-1 0 0,1-1 1 0 0,-1 1 0 0 0,1-1-1 0 0,-1 0 1 0 0,1 0 0 0 0,0 0 0 0 0,-1 0-1 0 0,1-1 1 0 0,4 2 0 0 0,4-1-38 0 0,1-1 1 0 0,-1 0 0 0 0,15-2-1 0 0,-18 1 27 0 0,0 0 0 0 0,0 0-1 0 0,0 1 1 0 0,0 1 0 0 0,0-1-1 0 0,16 4 1 0 0,-21-3 29 0 0,-1 0 1 0 0,1 0 0 0 0,0 0-1 0 0,0 0 1 0 0,-1 0-1 0 0,1 1 1 0 0,0-1 0 0 0,-1 1-1 0 0,1 0 1 0 0,-1 0-1 0 0,0 0 1 0 0,0 0-1 0 0,0 0 1 0 0,0 0 0 0 0,0 1-1 0 0,0-1 1 0 0,0 1-1 0 0,-1-1 1 0 0,0 1 0 0 0,1-1-1 0 0,1 5 1 0 0,-3-2 31 0 0,1-1 1 0 0,-1 1-1 0 0,1-1 1 0 0,-1 1-1 0 0,-1-1 1 0 0,1 1-1 0 0,-1-1 1 0 0,1 0-1 0 0,-1 1 1 0 0,0-1 0 0 0,-1 0-1 0 0,1 0 1 0 0,-3 5-1 0 0,-2 4 87 0 0,-2 0-1 0 0,1 0 1 0 0,-2-1-1 0 0,1 1 1 0 0,-2-2-1 0 0,1 0 1 0 0,-20 17-1 0 0,25-24-29 0 0,0-1-47 0 0,0 1 0 0 0,0 0 1 0 0,0-1-1 0 0,-1 0 1 0 0,1 0-1 0 0,-1 0 1 0 0,0 0-1 0 0,0-1 1 0 0,0 0-1 0 0,0 0 1 0 0,0 0-1 0 0,-9 1 0 0 0,14-3-78 0 0,0 0-1 0 0,0 0 0 0 0,0 0 0 0 0,0 0 1 0 0,0 0-1 0 0,-1 0 0 0 0,1 0 0 0 0,0 0 1 0 0,0-1-1 0 0,0 1 0 0 0,0 0 0 0 0,-1 0 1 0 0,1 0-1 0 0,0 0 0 0 0,0 0 0 0 0,0 0 0 0 0,0 0 1 0 0,0 0-1 0 0,0-1 0 0 0,0 1 0 0 0,-1 0 1 0 0,1 0-1 0 0,0 0 0 0 0,0 0 0 0 0,0 0 1 0 0,0-1-1 0 0,0 1 0 0 0,0 0 0 0 0,0 0 0 0 0,0 0 1 0 0,0 0-1 0 0,0 0 0 0 0,0-1 0 0 0,0 1 1 0 0,0 0-1 0 0,0 0 0 0 0,0 0 0 0 0,0 0 1 0 0,0-1-1 0 0,0 1 0 0 0,0 0 0 0 0,0 0 1 0 0,0 0-1 0 0,0 0 0 0 0,0-1 0 0 0,0 1 0 0 0,0 0 1 0 0,0 0-1 0 0,0 0 0 0 0,1 0 0 0 0,-1 0 1 0 0,0-1-1 0 0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5:27.05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47 132 3945 0 0,'-3'-3'548'0'0,"0"-1"-1"0"0,0 1 1 0 0,0-1-1 0 0,0 1 1 0 0,0 0 0 0 0,-6-3-1 0 0,-6 1 4624 0 0,15 5-4996 0 0,0 0-1 0 0,-1 1 175 0 0,0 0-175 0 0,1-1 1 0 0,0 0-1 0 0,-1 1 0 0 0,1-1 1 0 0,0 1-1 0 0,0-1 0 0 0,-1 1 1 0 0,1-1-1 0 0,0 1 0 0 0,0-1 1 0 0,0 1-1 0 0,-1-1 0 0 0,1 1 1 0 0,0-1-1 0 0,0 1 0 0 0,0 0 1 0 0,0-1-1 0 0,0 1 0 0 0,0-1 1 0 0,0 1-1 0 0,0-1 0 0 0,0 1 1 0 0,1-1-1 0 0,-1 1 1 0 0,0 0-1 0 0,3 10 131 0 0,0 0 0 0 0,1 0 0 0 0,1-1 1 0 0,-1 1-1 0 0,2-1 0 0 0,-1 0 0 0 0,13 15 0 0 0,5 13-107 0 0,64 131 180 0 0,-85-164-379 0 0,1-1 0 0 0,0 1 0 0 0,0-1 0 0 0,0 0 0 0 0,0 0 0 0 0,1 0 0 0 0,0-1 0 0 0,-1 1 1 0 0,1-1-1 0 0,6 4 0 0 0,-9-7 1 0 0,0 1 1 0 0,0-1-1 0 0,0 1 1 0 0,1-1-1 0 0,-1 1 1 0 0,0-1-1 0 0,0 0 1 0 0,0 1-1 0 0,1-1 1 0 0,-1 0-1 0 0,0 0 1 0 0,0 0-1 0 0,1 0 1 0 0,-1 0 0 0 0,0 0-1 0 0,0-1 1 0 0,1 1-1 0 0,1-1 1 0 0,-2 0 1 0 0,1 0 0 0 0,0 0 1 0 0,-1 0-1 0 0,1 0 1 0 0,-1-1-1 0 0,1 1 0 0 0,-1 0 1 0 0,0-1-1 0 0,0 0 1 0 0,0 1-1 0 0,0-1 1 0 0,0 1-1 0 0,0-1 0 0 0,0 0 1 0 0,1-3-1 0 0,11-35 458 0 0,-1 0-1 0 0,-2-1 0 0 0,8-76 1 0 0,-12 68-1313 0 0,2 1 0 0 0,19-62 0 0 0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5:27.5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119 119 4609 0 0,'1'-10'211'0'0,"2"0"0"0"0,-1-1-1 0 0,6-14 1 0 0,-4 17 690 0 0,-2 0 0 0 0,1 0 0 0 0,-1-1 0 0 0,0 1 0 0 0,0-13 0 0 0,-5 23-317 0 0,0 1 0 0 0,0 0 0 0 0,0 0 0 0 0,0 0 0 0 0,1 1 0 0 0,-4 5 0 0 0,-13 23-9 0 0,2 1 0 0 0,1 1 0 0 0,2 0 0 0 0,1 1-1 0 0,1 1 1 0 0,-9 52 0 0 0,16-58-478 0 0,1-1 0 0 0,2 1 0 0 0,1 0 0 0 0,1 0 0 0 0,1-1 0 0 0,2 1 0 0 0,1 0 0 0 0,12 45 0 0 0,-11-58-83 0 0,2 0 1 0 0,0-1-1 0 0,0 0 0 0 0,2 0 0 0 0,0-1 1 0 0,1 0-1 0 0,0 0 0 0 0,2-1 1 0 0,-1 0-1 0 0,2-1 0 0 0,-1-1 1 0 0,2 0-1 0 0,0-1 0 0 0,0 0 0 0 0,17 9 1 0 0,23 10 91 0 0,0-4-1 0 0,2-1 1 0 0,65 19 0 0 0,-2-1 319 0 0,-77-24-346 0 0,-25-8-5941 0 0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5:28.05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75 2 5985 0 0,'-5'-1'389'0'0,"1"1"0"0"0,-1 0-1 0 0,0-1 1 0 0,0 2 0 0 0,0-1-1 0 0,0 0 1 0 0,0 1 0 0 0,0 0-1 0 0,1 0 1 0 0,-1 1-1 0 0,0-1 1 0 0,1 1 0 0 0,-8 4-1 0 0,12-5-311 0 0,-1-1 0 0 0,1 1 0 0 0,0-1-1 0 0,0 1 1 0 0,0-1 0 0 0,0 1 0 0 0,0-1-1 0 0,0 1 1 0 0,0-1 0 0 0,0 1-1 0 0,0-1 1 0 0,0 1 0 0 0,1-1 0 0 0,-1 1-1 0 0,0-1 1 0 0,0 1 0 0 0,0-1-1 0 0,1 1 1 0 0,-1-1 0 0 0,0 0 0 0 0,0 1-1 0 0,1-1 1 0 0,-1 1 0 0 0,0-1 0 0 0,1 0-1 0 0,-1 1 1 0 0,1-1 0 0 0,-1 0-1 0 0,0 1 1 0 0,1-1 0 0 0,-1 0 0 0 0,1 0-1 0 0,0 1 1 0 0,21 17 563 0 0,-17-14-328 0 0,10 11 13 0 0,0 0 0 0 0,-1 0-1 0 0,-1 2 1 0 0,-1 0 0 0 0,0 0-1 0 0,-1 1 1 0 0,-1 1 0 0 0,-1-1 0 0 0,0 2-1 0 0,-1-1 1 0 0,7 31 0 0 0,-5-11-100 0 0,-2 1 0 0 0,-2 0 0 0 0,-1 0 1 0 0,-2 1-1 0 0,-3 41 0 0 0,-1-64-102 0 0,0 1 0 0 0,-2-1-1 0 0,0 0 1 0 0,-1 0 0 0 0,0-1 0 0 0,-2 1-1 0 0,0-1 1 0 0,-1 0 0 0 0,0-1 0 0 0,-2 1-1 0 0,0-2 1 0 0,-1 1 0 0 0,0-1 0 0 0,-1-1-1 0 0,-1 0 1 0 0,0 0 0 0 0,-24 19 0 0 0,18-17-1620 0 0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5:29.07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151 183 456 0 0,'5'-27'491'0'0,"4"-46"949"0"0,-9 67-935 0 0,0 1 0 0 0,0-1-1 0 0,-1 0 1 0 0,0 0 0 0 0,0 0 0 0 0,0 1 0 0 0,0-1-1 0 0,-1 1 1 0 0,-5-11 0 0 0,7 15-313 0 0,0 0 1 0 0,-1 0-1 0 0,1 0 1 0 0,-1 0-1 0 0,0 0 0 0 0,1 0 1 0 0,-1 0-1 0 0,0 1 1 0 0,1-1-1 0 0,-1 0 1 0 0,0 0-1 0 0,0 1 0 0 0,0-1 1 0 0,1 1-1 0 0,-1-1 1 0 0,0 1-1 0 0,0-1 1 0 0,0 1-1 0 0,0-1 0 0 0,0 1 1 0 0,0 0-1 0 0,0 0 1 0 0,0-1-1 0 0,0 1 1 0 0,0 0-1 0 0,0 0 0 0 0,-1 0 1 0 0,0 0-1 0 0,0 1 33 0 0,-1 0 0 0 0,1 0 0 0 0,-1 0 0 0 0,1 0 1 0 0,-1 0-1 0 0,1 0 0 0 0,0 1 0 0 0,0-1 0 0 0,-1 1 0 0 0,1-1 0 0 0,-2 3 0 0 0,-3 3 129 0 0,0 1 0 0 0,0 0 0 0 0,1 0 0 0 0,-10 18 0 0 0,6-5-132 0 0,2 0 0 0 0,0 0 0 0 0,2 1 0 0 0,0 1 0 0 0,2-1 0 0 0,0 1 0 0 0,0 28 0 0 0,2 12 137 0 0,8 86 0 0 0,-4-128-262 0 0,0-1-1 0 0,2 1 0 0 0,0-1 1 0 0,1 0-1 0 0,1-1 1 0 0,1 1-1 0 0,1-1 0 0 0,1-1 1 0 0,19 32-1 0 0,-22-40-36 0 0,1-1 1 0 0,0 0-1 0 0,1-1 1 0 0,0 0-1 0 0,1 0 0 0 0,-1 0 1 0 0,1-1-1 0 0,1 0 1 0 0,-1-1-1 0 0,1 0 0 0 0,1-1 1 0 0,-1 0-1 0 0,0-1 0 0 0,1 0 1 0 0,0 0-1 0 0,0-1 1 0 0,0 0-1 0 0,23 1 0 0 0,37 3-3182 0 0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5:29.5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135 68 6913 0 0,'-4'-1'367'0'0,"0"0"-1"0"0,0 0 0 0 0,-1 1 0 0 0,1-1 0 0 0,0 1 0 0 0,0 0 0 0 0,0 0 0 0 0,0 0 0 0 0,0 1 0 0 0,0-1 0 0 0,-1 1 0 0 0,1 0 0 0 0,0 0 0 0 0,1 0 0 0 0,-1 1 0 0 0,0 0 0 0 0,0-1 0 0 0,0 1 0 0 0,-4 4 0 0 0,4-3-144 0 0,0 1-1 0 0,1 0 1 0 0,-1 0-1 0 0,1 0 0 0 0,0 1 1 0 0,0-1-1 0 0,0 1 1 0 0,1-1-1 0 0,0 1 1 0 0,-1 0-1 0 0,2 0 0 0 0,-1 0 1 0 0,1 0-1 0 0,-2 9 1 0 0,-1 6-70 0 0,2-1 1 0 0,0 1-1 0 0,1 0 0 0 0,1-1 1 0 0,1 1-1 0 0,0 0 1 0 0,2-1-1 0 0,0 1 0 0 0,9 24 1 0 0,-10-37-163 0 0,0 0-1 0 0,1 0 1 0 0,0 0 0 0 0,0-1-1 0 0,1 0 1 0 0,-1 1 0 0 0,1-1-1 0 0,1 0 1 0 0,-1-1 0 0 0,1 1-1 0 0,0-1 1 0 0,1 0 0 0 0,-1 0-1 0 0,1-1 1 0 0,0 0 0 0 0,0 0-1 0 0,0 0 1 0 0,1-1 0 0 0,-1 1-1 0 0,1-1 1 0 0,0-1 0 0 0,0 0-1 0 0,0 0 1 0 0,0 0 0 0 0,0-1-1 0 0,0 0 1 0 0,15 1 0 0 0,-12-2-23 0 0,1 0 1 0 0,0-1 0 0 0,0-1-1 0 0,0 1 1 0 0,-1-1 0 0 0,1-1 0 0 0,-1 0-1 0 0,0-1 1 0 0,0 0 0 0 0,0 0-1 0 0,0-1 1 0 0,0 0 0 0 0,14-12-1 0 0,-17 12 178 0 0,0-1 0 0 0,-1 0-1 0 0,0-1 1 0 0,0 0-1 0 0,-1 0 1 0 0,0 0-1 0 0,0 0 1 0 0,0-1-1 0 0,-1 1 1 0 0,0-1 0 0 0,-1 0-1 0 0,0-1 1 0 0,0 1-1 0 0,-1 0 1 0 0,0-1-1 0 0,0 0 1 0 0,0-10-1 0 0,0-1-36 0 0,-2 1-1 0 0,0 0 0 0 0,-1 0 0 0 0,-1 0 0 0 0,-1 0 0 0 0,0 0 0 0 0,-2 0 1 0 0,-7-20-1 0 0,10 33-78 0 0,-1-1 0 0 0,0 1 1 0 0,0-1-1 0 0,0 1 0 0 0,-1 0 0 0 0,0 0 1 0 0,0 0-1 0 0,-1 1 0 0 0,0-1 1 0 0,0 1-1 0 0,0 0 0 0 0,0 1 0 0 0,-1-1 1 0 0,0 1-1 0 0,0 0 0 0 0,0 0 1 0 0,0 1-1 0 0,0 0 0 0 0,-1 0 0 0 0,0 0 1 0 0,0 1-1 0 0,1 0 0 0 0,-1 1 1 0 0,-11-2-1 0 0,-1 2-1404 0 0,0 1 0 0 0,1 0 0 0 0,-1 2 0 0 0,-20 3 0 0 0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5:29.89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5529 0 0,'0'1'173'0'0,"-1"0"-1"0"0,1 0 1 0 0,0 0-1 0 0,0 0 1 0 0,0 0-1 0 0,0 0 1 0 0,0-1-1 0 0,1 1 1 0 0,-1 0-1 0 0,0 0 1 0 0,0 0-1 0 0,1 0 1 0 0,-1-1-1 0 0,0 1 1 0 0,1 0-1 0 0,-1 0 1 0 0,1-1 0 0 0,-1 1-1 0 0,1 0 1 0 0,-1 0-1 0 0,2 0 1 0 0,12 18 2355 0 0,-14-19-2390 0 0,101 104 3489 0 0,-7-7-1441 0 0,-92-95-2148 0 0,22 25 649 0 0,-1 0 0 0 0,-1 2 1 0 0,25 45-1 0 0,-42-65-562 0 0,0 0 1 0 0,-1 0 0 0 0,-1 1-1 0 0,1-1 1 0 0,-2 1-1 0 0,1 0 1 0 0,-1 0 0 0 0,-1 0-1 0 0,0 0 1 0 0,0 0-1 0 0,-1 0 1 0 0,0 1 0 0 0,-1-1-1 0 0,0 0 1 0 0,-1 0-1 0 0,0 0 1 0 0,-3 10 0 0 0,-1-7-22 0 0,0 1 1 0 0,-1 0 0 0 0,0-1-1 0 0,-1-1 1 0 0,-1 1 0 0 0,-14 16 0 0 0,-1 1-29 0 0,18-20-185 0 0,6-10 105 0 0,0 0 0 0 0,0 0 0 0 0,0 0 0 0 0,1 0 0 0 0,-1 0 0 0 0,0 0 0 0 0,0 0 0 0 0,0 0 0 0 0,0 0 1 0 0,0 0-1 0 0,0 0 0 0 0,0 0 0 0 0,0 0 0 0 0,1 0 0 0 0,-1 1 0 0 0,0-1 0 0 0,0 0 0 0 0,0 0 0 0 0,0 0 0 0 0,0 0 0 0 0,0 0 0 0 0,0 0 0 0 0,0 0 0 0 0,0 0 0 0 0,0 0 0 0 0,0 0 1 0 0,0 0-1 0 0,0 1 0 0 0,0-1 0 0 0,0 0 0 0 0,1 0 0 0 0,-1 0 0 0 0,0 0 0 0 0,0 0 0 0 0,0 0 0 0 0,0 0 0 0 0,0 1 0 0 0,0-1 0 0 0,0 0 0 0 0,0 0 0 0 0,0 0 0 0 0,0 0 0 0 0,0 0 1 0 0,-1 0-1 0 0,1 0 0 0 0,0 0 0 0 0,0 1 0 0 0,0-1 0 0 0,0 0 0 0 0,0 0 0 0 0,0 0 0 0 0,0 0 0 0 0,0 0 0 0 0,0 0 0 0 0,0 0 0 0 0,0 0 0 0 0,0 0 0 0 0,0 0 0 0 0,0 0 0 0 0,-1 0 1 0 0,1 1-1 0 0,0-1 0 0 0,9-5-71 0 0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5:51.29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43 1 4609 0 0,'1'0'475'0'0,"7"1"2569"0"0,-21 4-2784 0 0,1 2 280 0 0,10-5-112 0 0,0-1 1 0 0,0 1 0 0 0,-1-1 0 0 0,1 0 0 0 0,-1 0-1 0 0,1 0 1 0 0,-1 0 0 0 0,-5 1 1432 0 0,10-2-1710 0 0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5:54.32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55 135 4609 0 0,'-54'6'8264'0'0,"79"-9"-3304"0"0,19-9-3419 0 0,-6 1-723 0 0,116-36 1158 0 0,-17 3-2058 0 0,-56 28-1629 0 0,-27 8-2271 0 0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5:54.77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73 0 6913 0 0,'-27'10'-2999'0'0,"19"-7"2986"0"0,4-1 470 0 0,0-1-1 0 0,1 1 0 0 0,-1 0 1 0 0,1 0-1 0 0,-1 0 0 0 0,1 1 1 0 0,-4 2-1 0 0,6-4-257 0 0,1 0 1 0 0,-1 0-1 0 0,0 0 1 0 0,1 0-1 0 0,-1 0 1 0 0,1 0-1 0 0,0 0 1 0 0,-1 1-1 0 0,1-1 1 0 0,0 0-1 0 0,-1 0 1 0 0,1 0-1 0 0,0 0 1 0 0,0 1-1 0 0,0-1 1 0 0,0 0-1 0 0,0 0 1 0 0,0 0-1 0 0,1 0 0 0 0,-1 1 1 0 0,0-1-1 0 0,1 0 1 0 0,-1 0-1 0 0,0 0 1 0 0,1 0-1 0 0,0 0 1 0 0,-1 0-1 0 0,1 0 1 0 0,0 1-1 0 0,4 8 296 0 0,0 0-1 0 0,-1 0 0 0 0,-1 0 0 0 0,0 1 1 0 0,0-1-1 0 0,2 23 0 0 0,-1 68 1174 0 0,-5-71-810 0 0,8 58 0 0 0,-7-85-814 0 0,1-1 0 0 0,-1 1 0 0 0,1 0 0 0 0,0-1 0 0 0,-1 1 0 0 0,1-1 0 0 0,1 1 0 0 0,-1-1 0 0 0,0 0 0 0 0,0 1 0 0 0,1-1 0 0 0,-1 0 0 0 0,1 0 0 0 0,0 0 0 0 0,0 0 0 0 0,0 0 0 0 0,0 0 0 0 0,0-1 0 0 0,0 1 0 0 0,4 2 0 0 0,1-2 46 0 0,-1 1 1 0 0,1-1-1 0 0,0-1 0 0 0,0 1 0 0 0,-1-1 1 0 0,10 0-1 0 0,12 2 147 0 0,-28-2-229 0 0,1-1 1 0 0,0 0-1 0 0,0 0 1 0 0,0 0-1 0 0,0 0 1 0 0,-1 0-1 0 0,1 1 1 0 0,0-1-1 0 0,0 0 1 0 0,-1 1-1 0 0,1-1 1 0 0,0 0-1 0 0,0 1 0 0 0,-1-1 1 0 0,1 1-1 0 0,0 0 1 0 0,-1-1-1 0 0,1 1 1 0 0,-1-1-1 0 0,1 1 1 0 0,-1 0-1 0 0,1-1 1 0 0,-1 1-1 0 0,1 0 1 0 0,-1 0-1 0 0,0-1 1 0 0,1 1-1 0 0,-1 0 1 0 0,0 0-1 0 0,0 0 1 0 0,1 0-1 0 0,-1 2-9 0 0,-1-1-1 0 0,1 1 1 0 0,0-1-1 0 0,-1 0 1 0 0,1 1-1 0 0,-1-1 1 0 0,0 1-1 0 0,0-1 1 0 0,0 0-1 0 0,-2 4 1 0 0,-4 5 2 0 0,0-1 1 0 0,0 0 0 0 0,-11 11-1 0 0,9-12-59 0 0,1-1 0 0 0,-1 0 0 0 0,-1-1-1 0 0,1 0 1 0 0,-1 0 0 0 0,-21 9 0 0 0,-12-3-3686 0 0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5:55.17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0 346 3225 0 0,'5'-26'16098'0'0,"10"47"-15389"0"0,0 0 0 0 0,24 44 0 0 0,-24-37-520 0 0,31 43-1 0 0,-39-63-151 0 0,0 1-1 0 0,1-2 1 0 0,-1 1-1 0 0,2-1 1 0 0,-1 0 0 0 0,1 0-1 0 0,0-1 1 0 0,18 9 0 0 0,-20-11-15 0 0,0-1 0 0 0,0 0 1 0 0,0-1-1 0 0,0 0 0 0 0,0 0 1 0 0,1-1-1 0 0,-1 1 0 0 0,1-2 0 0 0,-1 1 1 0 0,1-1-1 0 0,8-1 0 0 0,-11 0 10 0 0,0 0-1 0 0,0 0 1 0 0,-1 0-1 0 0,1-1 0 0 0,0 0 1 0 0,-1 0-1 0 0,0 0 1 0 0,1-1-1 0 0,-1 0 0 0 0,0 1 1 0 0,0-1-1 0 0,-1-1 1 0 0,1 1-1 0 0,-1 0 0 0 0,1-1 1 0 0,-1 0-1 0 0,0 0 1 0 0,3-5-1 0 0,5-10 155 0 0,-1 0 0 0 0,0-1 1 0 0,-1 0-1 0 0,-2 0 0 0 0,0-1 1 0 0,8-41-1 0 0,7-133 466 0 0,-7 46-1009 0 0,-7 109-2408 0 0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5:55.89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46 30 10138 0 0,'-45'-1'5633'0'0,"57"-7"-2378"0"0,9-1-2707 0 0,1 5-283 0 0,0 0 0 0 0,0 2 0 0 0,1 0 0 0 0,26 2 0 0 0,88 13 128 0 0,26 1-658 0 0,-103-19-2956 0 0,-41 1-3295 0 0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5:56.23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43 1 6449 0 0,'-3'0'237'0'0,"1"1"-1"0"0,-1 0 1 0 0,0 0-1 0 0,1 0 1 0 0,-1 0 0 0 0,1 0-1 0 0,-1 1 1 0 0,1-1-1 0 0,-1 1 1 0 0,1 0-1 0 0,0 0 1 0 0,0-1-1 0 0,0 1 1 0 0,-2 3-1 0 0,4-5-98 0 0,-1 1 0 0 0,1 0 1 0 0,-1-1-1 0 0,1 1 0 0 0,-1 0 0 0 0,1 0 0 0 0,0-1 0 0 0,0 1 0 0 0,-1 0 0 0 0,1 0 0 0 0,0 0 1 0 0,0 0-1 0 0,0-1 0 0 0,0 1 0 0 0,-1 0 0 0 0,1 0 0 0 0,1 0 0 0 0,-1 0 0 0 0,0-1 0 0 0,0 1 1 0 0,0 0-1 0 0,0 0 0 0 0,1 0 0 0 0,-1-1 0 0 0,0 1 0 0 0,0 0 0 0 0,1 0 0 0 0,-1-1 1 0 0,1 1-1 0 0,-1 0 0 0 0,1 0 0 0 0,-1-1 0 0 0,1 1 0 0 0,-1-1 0 0 0,1 1 0 0 0,0-1 0 0 0,-1 1 1 0 0,1-1-1 0 0,0 1 0 0 0,0-1 0 0 0,-1 1 0 0 0,1-1 0 0 0,0 0 0 0 0,0 1 0 0 0,-1-1 0 0 0,1 0 1 0 0,0 0-1 0 0,0 0 0 0 0,0 1 0 0 0,1-1 0 0 0,8 3 365 0 0,0-1-1 0 0,1 0 1 0 0,0 0-1 0 0,-1-1 1 0 0,1-1 0 0 0,20 0-1 0 0,69-13 481 0 0,-65 8-955 0 0,-17 2-622 0 0,48-8-3161 0 0,-26-3-4741 0 0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5:56.53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157 1 3681 0 0,'-9'1'451'0'0,"1"1"1"0"0,-1 1-1 0 0,1 0 1 0 0,0 0-1 0 0,0 0 1 0 0,0 1-1 0 0,0 0 1 0 0,1 1-1 0 0,-12 9 0 0 0,14-11-79 0 0,0 1-1 0 0,1 0 0 0 0,0 0 0 0 0,0 0 0 0 0,0 0 0 0 0,0 1 0 0 0,1 0 1 0 0,-1 0-1 0 0,1 0 0 0 0,1 0 0 0 0,-1 0 0 0 0,1 0 0 0 0,-1 1 0 0 0,2-1 1 0 0,-3 10-1 0 0,4-11-170 0 0,0 1 0 0 0,0 0 0 0 0,1-1 0 0 0,-1 1 0 0 0,1-1 1 0 0,0 1-1 0 0,1-1 0 0 0,-1 1 0 0 0,1-1 0 0 0,0 0 0 0 0,0 1 1 0 0,0-1-1 0 0,0 0 0 0 0,1 0 0 0 0,4 5 0 0 0,7 7 177 0 0,0 0-1 0 0,20 15 0 0 0,-9-7-86 0 0,-19-19-267 0 0,-1 1-1 0 0,1 0 1 0 0,-1 0 0 0 0,-1 0 0 0 0,1 1 0 0 0,-1 0 0 0 0,-1-1 0 0 0,1 1 0 0 0,-1 1 0 0 0,0-1 0 0 0,0 0 0 0 0,1 11-1 0 0,-3-12 30 0 0,-1-1 0 0 0,0 1 0 0 0,0-1 0 0 0,0 1 0 0 0,-1-1 0 0 0,1 1 0 0 0,-2-1 0 0 0,1 1 0 0 0,0-1 0 0 0,-1 0 0 0 0,0 0 0 0 0,0 0 0 0 0,-1 0 0 0 0,1 0 0 0 0,-1 0 0 0 0,0-1 0 0 0,-1 1 0 0 0,-5 5 0 0 0,-3 4 166 0 0,-1-1-1 0 0,-21 17 1 0 0,29-25-205 0 0,-1-1 1 0 0,0 0-1 0 0,0 0 1 0 0,-1 0 0 0 0,1-1-1 0 0,-1 0 1 0 0,0 0 0 0 0,0 0-1 0 0,-7 1 1 0 0,6-4-751 0 0,2 0-234 0 0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5:56.90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2 154 5985 0 0,'0'1'311'0'0,"0"0"0"0"0,-1 0 0 0 0,1 0-1 0 0,0-1 1 0 0,0 1 0 0 0,-1 0 0 0 0,1 0-1 0 0,0 0 1 0 0,0 0 0 0 0,0-1 0 0 0,0 1-1 0 0,0 0 1 0 0,0 0 0 0 0,1 0 0 0 0,-1 0-1 0 0,0 0 1 0 0,0-1 0 0 0,0 1 0 0 0,1 0-1 0 0,-1 0 1 0 0,1 0 0 0 0,0 0 0 0 0,12 24 2708 0 0,-9-17-2185 0 0,3 9-113 0 0,-1-1 0 0 0,0 1 0 0 0,5 30 0 0 0,-9-35-651 0 0,1 1 1 0 0,0-1 0 0 0,0 0-1 0 0,2 1 1 0 0,-1-2 0 0 0,2 1-1 0 0,-1 0 1 0 0,13 17 0 0 0,-17-27-52 0 0,1 0 0 0 0,0 0 0 0 0,-1 0 0 0 0,1-1 1 0 0,0 1-1 0 0,0 0 0 0 0,-1-1 0 0 0,1 1 0 0 0,0-1 0 0 0,1 0 0 0 0,-1 0 1 0 0,0 0-1 0 0,0 0 0 0 0,0 0 0 0 0,1 0 0 0 0,3 0 0 0 0,-5-1 35 0 0,1 0 0 0 0,0 0 0 0 0,0 0 0 0 0,-1 0-1 0 0,1 0 1 0 0,0-1 0 0 0,0 1 0 0 0,-1-1 0 0 0,1 0-1 0 0,-1 1 1 0 0,1-1 0 0 0,0 0 0 0 0,-1 0 0 0 0,1 0-1 0 0,-1 0 1 0 0,0 0 0 0 0,3-2 0 0 0,0-2 67 0 0,1-1 0 0 0,-1 1 1 0 0,0-1-1 0 0,-1 0 0 0 0,1 0 1 0 0,-1 0-1 0 0,-1-1 0 0 0,1 1 1 0 0,3-14-1 0 0,30-144 1110 0 0,4-17-2992 0 0,-33 157-6303 0 0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7:23.73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153 243 11058 0 0,'-19'-31'2899'0'0,"-23"-54"-1"0"0,29 55-1686 0 0,-2 1-1 0 0,-24-36 1 0 0,39 64-1197 0 0,0 1 1 0 0,0 0-1 0 0,0 0 1 0 0,0 0 0 0 0,0 0-1 0 0,-1 0 1 0 0,1-1-1 0 0,0 1 1 0 0,0 0 0 0 0,0 0-1 0 0,0 0 1 0 0,0 0-1 0 0,0 0 1 0 0,0 0 0 0 0,-1 0-1 0 0,1 0 1 0 0,0-1-1 0 0,0 1 1 0 0,0 0 0 0 0,0 0-1 0 0,-1 0 1 0 0,1 0-1 0 0,0 0 1 0 0,0 0 0 0 0,0 0-1 0 0,0 0 1 0 0,0 0-1 0 0,-1 0 1 0 0,1 0 0 0 0,0 0-1 0 0,0 0 1 0 0,0 0-1 0 0,0 0 1 0 0,-1 0-1 0 0,1 0 1 0 0,0 0 0 0 0,0 0-1 0 0,0 0 1 0 0,0 1-1 0 0,0-1 1 0 0,-1 0 0 0 0,1 0-1 0 0,0 0 1 0 0,0 0-1 0 0,0 0 1 0 0,0 0 0 0 0,0 0-1 0 0,0 0 1 0 0,-1 1-1 0 0,1-1 1 0 0,0 0 0 0 0,0 0-1 0 0,0 0 1 0 0,0 0-1 0 0,0 1 1 0 0,-6 14 319 0 0,1 20-167 0 0,-1 111 40 0 0,21 253 1 0 0,-9-317-127 0 0,93 777 209 0 0,7 45 510 0 0,-96-788-788 0 0,10 205 233 0 0,-19-266-198 0 0,-4 0 0 0 0,-1-1 0 0 0,-22 99 0 0 0,23-147-346 0 0,1-7-46 0 0,0-12-1177 0 0,1 8 458 0 0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7:24.45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191 59 5985 0 0,'-7'-7'409'0'0,"-1"0"-1"0"0,0 1 0 0 0,-1 0 1 0 0,0 0-1 0 0,1 1 0 0 0,-2 0 1 0 0,1 1-1 0 0,-11-4 1 0 0,17 7-207 0 0,-1 0 0 0 0,1 0 1 0 0,-1 0-1 0 0,1 1 0 0 0,0-1 1 0 0,-1 1-1 0 0,1 0 0 0 0,-1 0 1 0 0,1 0-1 0 0,-1 1 0 0 0,1-1 1 0 0,-1 1-1 0 0,1 0 0 0 0,-1 0 1 0 0,1 0-1 0 0,0 0 0 0 0,0 0 1 0 0,0 1-1 0 0,-1-1 1 0 0,1 1-1 0 0,1 0 0 0 0,-1 0 1 0 0,0 0-1 0 0,0 1 0 0 0,1-1 1 0 0,-1 0-1 0 0,1 1 0 0 0,-2 3 1 0 0,3-5-123 0 0,0 0 0 0 0,0 0 0 0 0,0 0 0 0 0,0 0 0 0 0,0 1 0 0 0,1-1 0 0 0,-1 0 0 0 0,1 0 0 0 0,-1 1 0 0 0,1-1 0 0 0,-1 0 0 0 0,1 1 0 0 0,0-1 0 0 0,-1 1 0 0 0,1-1 0 0 0,0 0 0 0 0,0 1 0 0 0,0-1 0 0 0,0 1 0 0 0,0-1 0 0 0,1 1 0 0 0,-1-1 0 0 0,0 0 0 0 0,1 1 0 0 0,-1-1 0 0 0,1 0 0 0 0,-1 1 0 0 0,1-1 0 0 0,0 0 0 0 0,-1 0 0 0 0,1 1 0 0 0,0-1 0 0 0,0 0 0 0 0,0 0 0 0 0,0 0 0 0 0,0 0 0 0 0,2 1 0 0 0,5 4 304 0 0,0-1 0 0 0,0 0-1 0 0,0-1 1 0 0,17 7 0 0 0,-7-4-258 0 0,72 41 520 0 0,-3 3-1 0 0,105 82 1 0 0,-36-23-528 0 0,8-4-91 0 0,4-7-1 0 0,226 95 1 0 0,64-11-186 0 0,-3-1-210 0 0,-195-66 331 0 0,47 21-12 0 0,7-25 26 0 0,-302-108-29 0 0,0-1 0 0 0,0-1-1 0 0,0 0 1 0 0,19 1 0 0 0,-35-2 161 0 0,-1 0 1 0 0,0 0-1 0 0,0 0 0 0 0,1 1 0 0 0,-1-1 0 0 0,1 1 0 0 0,-1 0 0 0 0,-6 5 0 0 0,-39 27 270 0 0,43-29-319 0 0,-114 82 323 0 0,-182 123-164 0 0,-212 165-265 0 0,384-275-74 0 0,-604 497-183 0 0,686-554 292 0 0,-332 316 439 0 0,355-331-387 0 0,-132 139 659 0 0,114-125-436 0 0,-86 63 0 0 0,124-101-347 0 0,0 0-1 0 0,-1 0 0 0 0,1 0 1 0 0,-1-1-1 0 0,-8 3 0 0 0,5-4-391 0 0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7:24.87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29 128 1840 0 0,'-29'3'12049'0'0,"44"-10"-10479"0"0,127-41 2818 0 0,77-17-2337 0 0,-206 62-2343 0 0,0 0-1 0 0,1 1 0 0 0,-1 1 1 0 0,1 0-1 0 0,25 2 1 0 0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7:25.34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187 54 3681 0 0,'-187'87'8099'0'0,"211"-97"-3503"0"0,21-2-2739 0 0,5-2-845 0 0,37-18 778 0 0,72-23-654 0 0,-141 50-1271 0 0,1 1 1 0 0,0 1 0 0 0,0 0 0 0 0,0 2 0 0 0,0 0-1 0 0,28 2 1 0 0,-44-1-194 0 0,0 1 0 0 0,0-1 0 0 0,0 1 0 0 0,0-1 0 0 0,0 1 0 0 0,0 0 0 0 0,0 0 0 0 0,-1 1 1 0 0,1-1-1 0 0,0 0 0 0 0,-1 1 0 0 0,3 1 0 0 0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7:25.73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6 8 3665 0 0,'-5'-7'16939'0'0,"9"20"-16681"0"0,0 1-1 0 0,0 0 0 0 0,-2 0 0 0 0,1 0 0 0 0,-2 0 0 0 0,0 0 1 0 0,-1 19-1 0 0,2 11-107 0 0,1 23 14 0 0,0-12-292 0 0,12 76 0 0 0,-10-106-219 0 0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7:26.44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2096 43 5065 0 0,'0'-1'208'0'0,"1"1"-1"0"0,-1-1 1 0 0,0 0 0 0 0,0 0-1 0 0,0 0 1 0 0,1 0 0 0 0,-1 0-1 0 0,0 0 1 0 0,0 1 0 0 0,0-1-1 0 0,-1 0 1 0 0,1 0 0 0 0,0 0-1 0 0,0 0 1 0 0,0 0-1 0 0,-1 1 1 0 0,1-1 0 0 0,0 0-1 0 0,-1 0 1 0 0,1 0 0 0 0,-1 1-1 0 0,1-1 1 0 0,-1 0 0 0 0,1 0-1 0 0,-1 1 1 0 0,0-1 0 0 0,-1-1 198 0 0,0 0 1 0 0,-1 1-1 0 0,1 0 1 0 0,0-1 0 0 0,-1 1-1 0 0,1 0 1 0 0,-1 0-1 0 0,-4-1 1 0 0,-6-1 848 0 0,0 1 0 0 0,-22 0 0 0 0,33 2-1146 0 0,-288 12 4102 0 0,176-3-3870 0 0,-96 6-174 0 0,-251 13 564 0 0,-1-38-277 0 0,344-1-2736 0 0,-228 10-1 0 0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7:27.06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1 156 6449 0 0,'5'-34'7183'0'0,"-4"33"-6904"0"0,1 3-98 0 0,0 1-1 0 0,0-1 1 0 0,-1 1-1 0 0,1 0 1 0 0,-1 0-1 0 0,0-1 1 0 0,0 1 0 0 0,0 0-1 0 0,1 4 1 0 0,2 7-134 0 0,1-1 0 0 0,0 1 1 0 0,1-1-1 0 0,0 0 1 0 0,1 0-1 0 0,1-1 0 0 0,12 16 1 0 0,-18-25-17 0 0,1 1-1 0 0,0-1 1 0 0,0 1 0 0 0,0-1 0 0 0,1 0 0 0 0,-1 0 0 0 0,1 0 0 0 0,-1-1 0 0 0,1 1 0 0 0,0-1 0 0 0,0 0-1 0 0,0 0 1 0 0,1 0 0 0 0,-1-1 0 0 0,0 1 0 0 0,1-1 0 0 0,-1 0 0 0 0,0 0 0 0 0,1-1 0 0 0,-1 1 0 0 0,1-1 0 0 0,0 0-1 0 0,-1-1 1 0 0,1 1 0 0 0,-1-1 0 0 0,1 1 0 0 0,5-3 0 0 0,-8 2 94 0 0,1 0 0 0 0,-1 0 0 0 0,1 0 0 0 0,-1-1 1 0 0,0 1-1 0 0,1-1 0 0 0,-1 1 0 0 0,0-1 0 0 0,0 0 0 0 0,0 0 0 0 0,0 0 0 0 0,-1 0 1 0 0,1 0-1 0 0,-1-1 0 0 0,1 1 0 0 0,-1 0 0 0 0,2-4 0 0 0,-1 1 62 0 0,0-1 1 0 0,-1 0-1 0 0,1 0 0 0 0,-1 1 0 0 0,0-1 1 0 0,-1 0-1 0 0,1-10 0 0 0,-3-3 226 0 0,0 0 0 0 0,0-1 0 0 0,-11-32 0 0 0,12 48-390 0 0,-3-11 60 0 0,-1 0 0 0 0,-10-22 0 0 0,14 34-87 0 0,0 1 0 0 0,0 0 0 0 0,0-1 0 0 0,0 1 0 0 0,-1 0 0 0 0,1 0 0 0 0,-1 0 0 0 0,1 0 0 0 0,-1 0 0 0 0,0 0 0 0 0,1 0 0 0 0,-1 1 0 0 0,0-1 0 0 0,0 1 0 0 0,-1-1 0 0 0,1 1 0 0 0,0 0 0 0 0,0 0 0 0 0,-1 0 0 0 0,1 0 0 0 0,0 0 0 0 0,-1 0 0 0 0,1 1 0 0 0,-5-1 0 0 0,-4 4-680 0 0,1 4-203 0 0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7:27.85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1675 4 5985 0 0,'-11'-3'6637'0'0,"-11"3"-4098"0"0,-24 6-377 0 0,-88 23 1 0 0,-15 3 780 0 0,-290 35-2879 0 0,355-55 41 0 0,0-3 1 0 0,-1-3 0 0 0,1-4-1 0 0,-169-19 1 0 0,226 13-132 0 0,0 0 0 0 0,1 3 1 0 0,-1 0-1 0 0,0 1 0 0 0,0 2 0 0 0,1 0 0 0 0,-1 2 1 0 0,-42 12-1 0 0,69-16-16 0 0,0 0 0 0 0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7:28.20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118 85 1984 0 0,'-1'-2'-43'0'0,"-3"-8"986"0"0,0 1-1 0 0,-1 0 1 0 0,-1 0-1 0 0,1 1 1 0 0,-2-1 0 0 0,1 1-1 0 0,-11-10 1 0 0,16 17-840 0 0,0 1 0 0 0,1 0 0 0 0,-1 0 0 0 0,1-1 0 0 0,-1 1 0 0 0,0 0 0 0 0,1 0 0 0 0,-1 0 0 0 0,0 0 0 0 0,1 0 0 0 0,-1 0 0 0 0,1 0 0 0 0,-1 0 0 0 0,0 0 0 0 0,1 0 0 0 0,-1 0 0 0 0,0 0 0 0 0,1 1 0 0 0,-1-1 0 0 0,1 0 0 0 0,-1 0 0 0 0,0 1 0 0 0,1-1 0 0 0,-1 0 0 0 0,1 1 0 0 0,-1-1 0 0 0,1 1 0 0 0,-1-1 0 0 0,1 0 0 0 0,-1 1 0 0 0,1-1 0 0 0,0 1 0 0 0,-1-1 0 0 0,1 1 0 0 0,0 0 0 0 0,-1-1 0 0 0,1 1 0 0 0,0-1 0 0 0,-1 1 0 0 0,1 0-1 0 0,0-1 1 0 0,0 1 0 0 0,0-1 0 0 0,0 2 0 0 0,-10 33 929 0 0,9-31-861 0 0,-5 22 397 0 0,-14 73-134 0 0,18-87-388 0 0,1 0 0 0 0,1 0 0 0 0,0 0 0 0 0,0 0 0 0 0,1 0 0 0 0,3 15 1 0 0,-3-25-4 0 0,-1 1 1 0 0,1-1-1 0 0,0 0 0 0 0,-1 1 1 0 0,1-1-1 0 0,0 0 1 0 0,0 0-1 0 0,1 1 1 0 0,-1-1-1 0 0,0 0 1 0 0,1 0-1 0 0,-1 0 1 0 0,1-1-1 0 0,-1 1 1 0 0,1 0-1 0 0,0-1 1 0 0,0 1-1 0 0,0-1 1 0 0,0 1-1 0 0,0-1 1 0 0,0 0-1 0 0,3 1 1 0 0,-2-1 14 0 0,1 0 1 0 0,0-1-1 0 0,-1 1 1 0 0,1-1-1 0 0,-1 0 1 0 0,1 0-1 0 0,0 0 1 0 0,-1-1-1 0 0,1 1 1 0 0,0-1-1 0 0,-1 0 1 0 0,1 0-1 0 0,4-2 1 0 0,2-1 59 0 0,1-1-1 0 0,0-1 1 0 0,-1 0 0 0 0,0 0 0 0 0,-1-1 0 0 0,1 0 0 0 0,-1-1 0 0 0,9-10 0 0 0,-11 10-31 0 0,-1-1 0 0 0,0 0 0 0 0,-1 1-1 0 0,0-2 1 0 0,0 1 0 0 0,-1-1 0 0 0,0 1 0 0 0,-1-1-1 0 0,0 0 1 0 0,3-19 0 0 0,-5 25-129 0 0,-1 1 0 0 0,1-1 0 0 0,-1 0 0 0 0,0 0 1 0 0,0 1-1 0 0,0-1 0 0 0,-1 0 0 0 0,1 1 0 0 0,-1-1 0 0 0,0 1 1 0 0,0-1-1 0 0,0 0 0 0 0,-1 1 0 0 0,1 0 0 0 0,-1-1 0 0 0,0 1 0 0 0,1 0 1 0 0,-2 0-1 0 0,1 0 0 0 0,0 0 0 0 0,-1 0 0 0 0,1 1 0 0 0,-1-1 1 0 0,0 1-1 0 0,1-1 0 0 0,-1 1 0 0 0,-1 0 0 0 0,1 0 0 0 0,0 0 0 0 0,0 1 1 0 0,-1-1-1 0 0,1 1 0 0 0,-6-2 0 0 0,-5 0-1258 0 0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7:29.17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123 248 3225 0 0,'-11'1'846'0'0,"1"1"0"0"0,0 1 0 0 0,0 0 0 0 0,-1 0 0 0 0,2 1 0 0 0,-1 0 0 0 0,0 1 0 0 0,-11 7 0 0 0,0-1 2598 0 0,32-14-2635 0 0,0 1-1 0 0,0 1 1 0 0,0 0-1 0 0,0 0 1 0 0,0 1-1 0 0,12 2 1 0 0,4-1 44 0 0,324-28-393 0 0,-76 2-95 0 0,-57 11 235 0 0,389-77 0 0 0,-317 52-558 0 0,-62 11 200 0 0,-26 4 91 0 0,12-2-257 0 0,-199 20-550 0 0,-14 5 366 0 0,-1 1 1 0 0,0 0 0 0 0,0-1 0 0 0,0 1 0 0 0,0 0 0 0 0,0-1 0 0 0,1 1-1 0 0,-1 0 1 0 0,0-1 0 0 0,0 1 0 0 0,0-1 0 0 0,0 1 0 0 0,0 0 0 0 0,0-1-1 0 0,0 1 1 0 0,0 0 0 0 0,0-1 0 0 0,0 1 0 0 0,-1-1 0 0 0,1 1-1 0 0,0 0 1 0 0,0-1 0 0 0,0 1 0 0 0,0 0 0 0 0,0-1 0 0 0,-1 1 0 0 0,1 0-1 0 0,-1-1 1 0 0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7:29.99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36 63 7834 0 0,'-13'22'5195'0'0,"11"-20"-4987"0"0,0 1-1 0 0,0-1 0 0 0,0 1 1 0 0,1-1-1 0 0,-1 1 0 0 0,1 0 1 0 0,0 0-1 0 0,-1 0 0 0 0,1 0 1 0 0,1-1-1 0 0,-1 1 0 0 0,0 0 1 0 0,1 1-1 0 0,0-1 1 0 0,-1 0-1 0 0,1 4 0 0 0,1-1-153 0 0,0 0 0 0 0,0 0 0 0 0,1 0 0 0 0,0-1 0 0 0,0 1 0 0 0,0 0 0 0 0,0-1 0 0 0,1 0 0 0 0,0 1 0 0 0,0-1 1 0 0,6 6-1 0 0,-8-9-12 0 0,0-1 0 0 0,0 0 0 0 0,0 0 0 0 0,0 1 0 0 0,0-1-1 0 0,0 0 1 0 0,1 0 0 0 0,-1 0 0 0 0,0 0 0 0 0,1-1 0 0 0,-1 1 0 0 0,1 0 0 0 0,-1 0 0 0 0,1-1 0 0 0,0 1 0 0 0,-1-1 0 0 0,1 0 0 0 0,-1 1 0 0 0,1-1 0 0 0,0 0 0 0 0,-1 0 0 0 0,1 0 0 0 0,0 0 0 0 0,-1 0 0 0 0,1 0 0 0 0,0 0 0 0 0,-1-1 0 0 0,1 1 0 0 0,-1-1 0 0 0,1 1 0 0 0,0-1 0 0 0,-1 0 0 0 0,0 1 0 0 0,1-1 0 0 0,-1 0 0 0 0,1 0 0 0 0,-1 0 0 0 0,0 0 0 0 0,1 0 0 0 0,-1 0 0 0 0,0-1 0 0 0,0 1 0 0 0,0 0 0 0 0,2-3 0 0 0,1-2 188 0 0,1-1-1 0 0,-1 1 1 0 0,0-1-1 0 0,-1 0 1 0 0,0 0-1 0 0,0 0 1 0 0,0-1-1 0 0,-1 1 1 0 0,0-1-1 0 0,-1 1 0 0 0,1-1 1 0 0,-1 0-1 0 0,-1 1 1 0 0,1-1-1 0 0,-2 0 1 0 0,0-11-1 0 0,0 15-237 0 0,1 1-1 0 0,-1 0 1 0 0,0-1-1 0 0,0 1 1 0 0,0 0-1 0 0,0-1 0 0 0,0 1 1 0 0,-1 0-1 0 0,0 0 1 0 0,1 0-1 0 0,-1 0 1 0 0,0 0-1 0 0,-1 1 1 0 0,1-1-1 0 0,0 1 0 0 0,-1-1 1 0 0,1 1-1 0 0,-1 0 1 0 0,0 0-1 0 0,0 0 1 0 0,0 0-1 0 0,0 0 0 0 0,0 1 1 0 0,0-1-1 0 0,0 1 1 0 0,-1 0-1 0 0,1 0 1 0 0,0 0-1 0 0,-1 1 1 0 0,1-1-1 0 0,-1 1 0 0 0,1 0 1 0 0,-1 0-1 0 0,1 0 1 0 0,-1 0-1 0 0,1 0 1 0 0,0 1-1 0 0,-5 1 1 0 0,-9 2-494 0 0,-1 3-123 0 0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7:41.93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108 45 2881 0 0,'-5'-4'554'0'0,"0"-1"0"0"0,0 1 0 0 0,-1 0 0 0 0,1 1 0 0 0,-1-1 0 0 0,0 1 0 0 0,0 0 0 0 0,0 0 0 0 0,0 1 0 0 0,-10-3 0 0 0,-20 1 9328 0 0,37 11-9584 0 0,0-1-1 0 0,1 1 1 0 0,0 0-1 0 0,0-1 1 0 0,0 0-1 0 0,0 1 1 0 0,1-1-1 0 0,0 0 1 0 0,1 0-1 0 0,6 9 1 0 0,47 55-546 0 0,-57-69 267 0 0,16 14-23 0 0,0 0 0 0 0,1-1 1 0 0,1-1-1 0 0,0 0 0 0 0,1-1 1 0 0,0-1-1 0 0,39 15 1 0 0,-8-2-32 0 0,-48-23 43 0 0,0 0 0 0 0,0 0 1 0 0,-1 0-1 0 0,1 0 0 0 0,0 0 1 0 0,-1 0-1 0 0,1 1 0 0 0,-1-1 1 0 0,1 1-1 0 0,-1-1 0 0 0,1 1 0 0 0,-1-1 1 0 0,0 1-1 0 0,0 0 0 0 0,0 0 1 0 0,0 0-1 0 0,0-1 0 0 0,0 1 1 0 0,-1 0-1 0 0,1 0 0 0 0,-1 0 1 0 0,1 0-1 0 0,-1 0 0 0 0,0 0 1 0 0,0 0-1 0 0,0 1 0 0 0,0-1 1 0 0,0 0-1 0 0,0 0 0 0 0,0 0 1 0 0,-1 0-1 0 0,1 0 0 0 0,-1 0 0 0 0,1 0 1 0 0,-1 0-1 0 0,0 0 0 0 0,0-1 1 0 0,0 1-1 0 0,-1 2 0 0 0,-6 9 105 0 0,0-1 0 0 0,0 0 0 0 0,-1 0-1 0 0,-15 14 1 0 0,16-17-166 0 0,-54 62 631 0 0,-102 149 1 0 0,161-210-540 0 0,3-10-85 0 0,0 0 0 0 0,0 0 0 0 0,0 0 0 0 0,0 0-1 0 0,0 0 1 0 0,0 1 0 0 0,0-1 0 0 0,0 0 0 0 0,1 0 0 0 0,-1 0-1 0 0,0 0 1 0 0,0 0 0 0 0,0 0 0 0 0,0 0 0 0 0,0 1-1 0 0,1-1 1 0 0,-1 0 0 0 0,0 0 0 0 0,0 0 0 0 0,0 0-1 0 0,0 0 1 0 0,1 0 0 0 0,-1 0 0 0 0,0 0 0 0 0,0 0 0 0 0,0 0-1 0 0,0 0 1 0 0,1 0 0 0 0,-1 0 0 0 0,0 0 0 0 0,0 0-1 0 0,0 0 1 0 0,0 0 0 0 0,0 0 0 0 0,1 0 0 0 0,-1 0-1 0 0,0 0 1 0 0,0 0 0 0 0,0-1 0 0 0,0 1 0 0 0,1 0-1 0 0,-1 0 1 0 0,0 0 0 0 0,0 0 0 0 0,0 0 0 0 0,0 0 0 0 0,0 0-1 0 0,0-1 1 0 0,0 1 0 0 0,1 0 0 0 0,-1 0 0 0 0,0 0-1 0 0,0 0 1 0 0,0 0 0 0 0,0-1 0 0 0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7:42.55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20 79 7370 0 0,'-2'-4'350'0'0,"0"1"0"0"0,1-1 0 0 0,-1 0 1 0 0,1 1-1 0 0,0-1 0 0 0,-1 0 1 0 0,2 0-1 0 0,-1 0 0 0 0,0 0 1 0 0,1 0-1 0 0,0 0 0 0 0,0 0 0 0 0,0 0 1 0 0,0 0-1 0 0,2-17 7750 0 0,-5 33-6239 0 0,-2 31-2131 0 0,42 278 613 0 0,-17-185-268 0 0,1-10-150 0 0,-11-77 2 0 0,-2 0 0 0 0,-2 0 0 0 0,-2 1 0 0 0,-4 58 0 0 0,-2-99-695 0 0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7:42.82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122 162 2304 0 0,'-16'0'76'0'0,"8"1"311"0"0,1 0 0 0 0,-1-1 1 0 0,0 0-1 0 0,1-1 0 0 0,-1 0 0 0 0,1 0 1 0 0,-1 0-1 0 0,1-1 0 0 0,0 0 0 0 0,0-1 1 0 0,-11-4-1 0 0,17 6-286 0 0,1 1-1 0 0,0 0 1 0 0,-1-1 0 0 0,1 1 0 0 0,-1 0-1 0 0,1-1 1 0 0,0 1 0 0 0,0-1 0 0 0,-1 1-1 0 0,1-1 1 0 0,0 1 0 0 0,0 0-1 0 0,-1-1 1 0 0,1 1 0 0 0,0-1 0 0 0,0 1-1 0 0,0-1 1 0 0,0 1 0 0 0,0-1 0 0 0,-1 1-1 0 0,1-1 1 0 0,0 1 0 0 0,0-1 0 0 0,0 1-1 0 0,1-1 1 0 0,-1 1 0 0 0,0-1 0 0 0,0 1-1 0 0,0-2 1 0 0,12-14 1964 0 0,21-9 137 0 0,-32 25-2131 0 0,23-14 1399 0 0,0 0 0 0 0,50-18 0 0 0,-53 25-1314 0 0,0 1 0 0 0,0 0 0 0 0,0 2-1 0 0,27-3 1 0 0,-33 9-2039 0 0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7:43.14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34 59 9674 0 0,'-26'18'1364'0'0,"19"-12"1139"0"0,23-13 1697 0 0,51-34-2598 0 0,-30 16-3551 0 0,-20 15-4331 0 0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7:43.65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59 163 5961 0 0,'-4'-2'127'0'0,"0"1"-1"0"0,0-1 0 0 0,1 0 1 0 0,-1-1-1 0 0,1 1 0 0 0,-1 0 1 0 0,1-1-1 0 0,0 0 1 0 0,0 0-1 0 0,0 0 0 0 0,0 0 1 0 0,-4-7-1 0 0,6 7 381 0 0,-1 0 0 0 0,1 0-1 0 0,-1 0 1 0 0,1-1 0 0 0,0 1 0 0 0,0 0 0 0 0,0-1-1 0 0,1 1 1 0 0,-1 0 0 0 0,4-7 3192 0 0,-3 10-3652 0 0,7 8 1226 0 0,6 12-413 0 0,1 9-838 0 0,-2 2 0 0 0,-1 0 0 0 0,-2 0 0 0 0,9 49 0 0 0,-2-10-39 0 0,-8-115-487 0 0,13-102 499 0 0,-17 128 477 0 0,1 0-1 0 0,0 1 1 0 0,2-1-1 0 0,0 1 1 0 0,15-27-1 0 0,-19 41-386 0 0,-1 0 0 0 0,1 0-1 0 0,0 1 1 0 0,0-1-1 0 0,0 1 1 0 0,0 0 0 0 0,1 0-1 0 0,-1 0 1 0 0,1 0-1 0 0,0 1 1 0 0,0 0-1 0 0,-1-1 1 0 0,2 1 0 0 0,-1 0-1 0 0,0 1 1 0 0,0-1-1 0 0,5 0 1 0 0,-5 1-73 0 0,0 1-1 0 0,-1 0 1 0 0,1 0 0 0 0,-1 0 0 0 0,1 0-1 0 0,-1 0 1 0 0,1 1 0 0 0,-1 0 0 0 0,1-1-1 0 0,-1 1 1 0 0,1 1 0 0 0,-1-1-1 0 0,0 0 1 0 0,0 1 0 0 0,1 0 0 0 0,-1-1-1 0 0,0 1 1 0 0,-1 0 0 0 0,1 1 0 0 0,0-1-1 0 0,-1 1 1 0 0,4 3 0 0 0,13 19-163 0 0,-1 0-1 0 0,-1 1 1 0 0,-1 1 0 0 0,12 30-1 0 0,8 13-7953 0 0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7:43.89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0 118 2761 0 0,'25'-19'5249'0'0,"13"-11"-850"0"0,21-14-159 0 0,-16 19-7993 0 0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7:45.06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39 40 7370 0 0,'-2'-4'873'0'0,"-1"1"1"0"0,0-1 0 0 0,1 1 0 0 0,-1 0 0 0 0,0 0 0 0 0,0 0 0 0 0,-4-2 0 0 0,-6-6 3600 0 0,15 16-4014 0 0,-1 1 0 0 0,0-1 0 0 0,0 1 0 0 0,0 0 0 0 0,-1-1 0 0 0,0 11 0 0 0,1-3-201 0 0,6 197 328 0 0,6 73-664 0 0,-12-262 74 0 0,2 0 0 0 0,0-1 0 0 0,1 1 0 0 0,1-1 0 0 0,1 0 0 0 0,1 0 0 0 0,15 29 0 0 0,-22-48-125 0 0,1 1 1 0 0,0-1-1 0 0,-1 0 1 0 0,1 0-1 0 0,0 1 1 0 0,0-1 0 0 0,0 0-1 0 0,0 0 1 0 0,0 0-1 0 0,0 0 1 0 0,0 0-1 0 0,1 0 1 0 0,-1 0 0 0 0,0 0-1 0 0,1 0 1 0 0,-1-1-1 0 0,0 1 1 0 0,1 0-1 0 0,2 0 1 0 0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7:45.73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3 399 2304 0 0,'-1'-73'1993'0'0,"0"-33"3085"0"0,2 74 156 0 0,7-40-1 0 0,-8 72-5188 0 0,0-1 0 0 0,0 1 0 0 0,0-1 0 0 0,0 1 0 0 0,0-1 0 0 0,0 1 0 0 0,0 0 1 0 0,0-1-1 0 0,0 1 0 0 0,0-1 0 0 0,0 1 0 0 0,0 0 0 0 0,0-1 0 0 0,0 1 1 0 0,1-1-1 0 0,-1 1 0 0 0,0 0 0 0 0,0-1 0 0 0,1 1 0 0 0,-1 0 0 0 0,0-1 0 0 0,0 1 1 0 0,1 0-1 0 0,-1-1 0 0 0,0 1 0 0 0,1 0 0 0 0,-1 0 0 0 0,0-1 0 0 0,1 1 0 0 0,-1 0 1 0 0,1 0-1 0 0,-1 0 0 0 0,0 0 0 0 0,1-1 0 0 0,-1 1 0 0 0,1 0 0 0 0,-1 0 0 0 0,0 0 1 0 0,1 0-1 0 0,0 0 0 0 0,15 14 588 0 0,10 26-393 0 0,69 130-80 0 0,-94-167-158 0 0,-2-6-8 0 0,-2-11-70 0 0,5-3 3 0 0,1 1 1 0 0,0 0-1 0 0,2 0 1 0 0,-1 0-1 0 0,2 1 1 0 0,0-1-1 0 0,1 1 1 0 0,16-25 0 0 0,-9 17 102 0 0,2 1 1 0 0,0 0 0 0 0,2 1 0 0 0,31-29 0 0 0,-48 49-8 0 0,0 1 1 0 0,-1-1-1 0 0,1 0 0 0 0,-1 1 0 0 0,1-1 0 0 0,0 1 0 0 0,0-1 0 0 0,-1 1 0 0 0,1-1 0 0 0,0 1 0 0 0,0-1 0 0 0,-1 1 0 0 0,1 0 0 0 0,0 0 0 0 0,0-1 0 0 0,0 1 0 0 0,0 0 1 0 0,0 0-1 0 0,-1 0 0 0 0,1 0 0 0 0,0 0 0 0 0,0 0 0 0 0,0 0 0 0 0,0 0 0 0 0,0 0 0 0 0,0 0 0 0 0,1 1 0 0 0,-1 0-2 0 0,0 0-1 0 0,0 0 1 0 0,1 0-1 0 0,-1 0 1 0 0,-1 1-1 0 0,1-1 1 0 0,0 0-1 0 0,0 0 1 0 0,0 1-1 0 0,-1-1 1 0 0,1 1-1 0 0,0-1 1 0 0,-1 1-1 0 0,1 2 1 0 0,2 10 23 0 0,-1 0 0 0 0,1 27 0 0 0,-3-30-16 0 0,1 8-540 0 0,0 1 1 0 0,1-1-1 0 0,1 1 0 0 0,1-1 1 0 0,11 31-1 0 0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7:46.12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51 30 10594 0 0,'-51'44'2181'0'0,"105"-65"2769"0"0,-28 10-3987 0 0,0 0 0 0 0,0 3 0 0 0,41-10 1 0 0,-53 16-1212 0 0,0 1 0 0 0,0 0 0 0 0,0 1 0 0 0,0 0 0 0 0,0 1 0 0 0,0 1 1 0 0,0 0-1 0 0,26 8 0 0 0,3 3-4041 0 0,-30-9 2738 0 0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7:46.46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24 1 1376 0 0,'-12'3'9311'0'0,"8"12"-4835"0"0,8 32-2429 0 0,-1-25-258 0 0,-12 237 1528 0 0,3-169-2788 0 0,7-65-402 0 0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7:47.30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128 222 3705 0 0,'-4'3'34'0'0,"0"0"1"0"0,0 0 0 0 0,0 0-1 0 0,-1-1 1 0 0,1 0-1 0 0,-1 1 1 0 0,1-2 0 0 0,-1 1-1 0 0,0 0 1 0 0,0-1-1 0 0,-9 1 1 0 0,11-2-27 0 0,1 0-1 0 0,0-1 1 0 0,0 1-1 0 0,-1-1 1 0 0,1 1-1 0 0,0-1 1 0 0,0 0 0 0 0,-1 0-1 0 0,1 0 1 0 0,0 0-1 0 0,0 0 1 0 0,0 0-1 0 0,0-1 1 0 0,1 1 0 0 0,-1-1-1 0 0,0 1 1 0 0,1-1-1 0 0,-1 0 1 0 0,1 0-1 0 0,-1 0 1 0 0,1 0 0 0 0,0 0-1 0 0,0 0 1 0 0,0 0-1 0 0,0 0 1 0 0,0 0-1 0 0,0 0 1 0 0,0-3 0 0 0,-3-10 1128 0 0,0 0 1 0 0,2-1 0 0 0,0 1 0 0 0,0-1 0 0 0,1 0-1 0 0,3-23 1 0 0,-2 8 1428 0 0,0 28-1985 0 0,0-1 0 0 0,0 0-1 0 0,1 0 1 0 0,-1 1 0 0 0,1-1 0 0 0,0 0 0 0 0,0 1 0 0 0,0-1 0 0 0,3-6-1 0 0,-2 12-430 0 0,-1 0 1 0 0,0 0-1 0 0,0 0 0 0 0,0 0 0 0 0,0 0 0 0 0,-1 0 0 0 0,1 0 0 0 0,-1 1 0 0 0,1-1 0 0 0,-1 0 0 0 0,1 3 0 0 0,-1-1-12 0 0,10 67 0 0 0,-4 0-1 0 0,-2 1 1 0 0,-10 110 0 0 0,2-93-113 0 0,11 142 0 0 0,-4-205-42 0 0,9 36 0 0 0,-10-53-368 0 0,1-1 1 0 0,-1 0-1 0 0,2 0 1 0 0,-1 0-1 0 0,1 0 1 0 0,0-1-1 0 0,1 1 0 0 0,7 7 1 0 0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7:47.54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0 185 3025 0 0,'1'-3'120'0'0,"-1"-1"1"0"0,1 1-1 0 0,0 0 1 0 0,0 0-1 0 0,0 0 1 0 0,0 0-1 0 0,1 0 1 0 0,2-4-1 0 0,0 2 611 0 0,-1 1-1 0 0,1 0 1 0 0,0-1-1 0 0,0 2 1 0 0,0-1-1 0 0,1 0 0 0 0,7-4 1 0 0,8-3 2690 0 0,0 1-1 0 0,32-11 1 0 0,-12 6-3266 0 0,-13 2-152 0 0,-2 1 405 0 0,37-12 0 0 0,-17 15-2448 0 0,-37 9 884 0 0,-1 0-1 0 0,0 0 0 0 0,1 0 0 0 0,9 2 1 0 0,0 3-4616 0 0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7:47.77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56 8754 0 0,'25'-7'2018'0'0,"39"-15"-1545"0"0,-52 17-393 0 0,0 1 0 0 0,0 0-1 0 0,0 0 1 0 0,0 1 0 0 0,0 1 0 0 0,1 0-1 0 0,-1 1 1 0 0,25 0 0 0 0,-24 2-80 0 0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7:48.24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6 5985 0 0,'1'0'142'0'0,"-1"-1"1"0"0,1 1-1 0 0,-1-1 0 0 0,0 1 0 0 0,1 0 0 0 0,-1-1 1 0 0,1 1-1 0 0,-1 0 0 0 0,1 0 0 0 0,-1-1 0 0 0,1 1 1 0 0,-1 0-1 0 0,1 0 0 0 0,-1-1 0 0 0,1 1 0 0 0,-1 0 0 0 0,1 0 1 0 0,-1 0-1 0 0,1 0 0 0 0,-1 0 0 0 0,1 0 0 0 0,-1 0 1 0 0,1 0-1 0 0,0 0 0 0 0,-1 0 0 0 0,1 0 0 0 0,-1 0 1 0 0,1 1-1 0 0,-1-1 0 0 0,1 0 0 0 0,-1 0 0 0 0,1 1 0 0 0,-1-1 1 0 0,1 0-1 0 0,0 1 0 0 0,19 7 2373 0 0,-15-6-2244 0 0,-1 1 0 0 0,0-1-1 0 0,1 1 1 0 0,-1 0 0 0 0,-1 0 0 0 0,1 1 0 0 0,0-1-1 0 0,-1 1 1 0 0,0 0 0 0 0,0 0 0 0 0,0 0 0 0 0,0 0-1 0 0,-1 1 1 0 0,1-1 0 0 0,-1 1 0 0 0,0 0 0 0 0,-1-1-1 0 0,3 10 1 0 0,-1 5-167 0 0,0-1-1 0 0,-2 1 1 0 0,-1 34-1 0 0,0-33-369 0 0,0-1 1 0 0,4 26-1 0 0,-4-44 255 0 0,0-1-1 0 0,0 0 1 0 0,-1 1 0 0 0,1-1-1 0 0,1 0 1 0 0,-1 1-1 0 0,0-1 1 0 0,0 0-1 0 0,0 1 1 0 0,0-1-1 0 0,0 0 1 0 0,0 1 0 0 0,0-1-1 0 0,0 0 1 0 0,0 1-1 0 0,1-1 1 0 0,-1 0-1 0 0,0 0 1 0 0,0 1 0 0 0,0-1-1 0 0,1 0 1 0 0,-1 0-1 0 0,0 1 1 0 0,0-1-1 0 0,1 0 1 0 0,-1 0 0 0 0,0 1-1 0 0,1-1 1 0 0,-1 0-1 0 0,0 0 1 0 0,0 0-1 0 0,1 0 1 0 0,-1 0 0 0 0,0 0-1 0 0,1 1 1 0 0,-1-1-1 0 0,0 0 1 0 0,1 0-1 0 0,-1 0 1 0 0,0 0 0 0 0,1 0-1 0 0,0 0 1 0 0,13-12-225 0 0,8-22 2 0 0,-14 18 266 0 0,-1-1-1 0 0,7-27 1 0 0,13-31 861 0 0,-24 69-723 0 0,-1 1 1 0 0,1 0-1 0 0,0 0 1 0 0,1 0-1 0 0,-1 1 1 0 0,1-1-1 0 0,0 1 1 0 0,0 0-1 0 0,0 0 1 0 0,9-6-1 0 0,-12 9-129 0 0,0 0 0 0 0,0 1-1 0 0,0-1 1 0 0,1 0 0 0 0,-1 1 0 0 0,0-1 0 0 0,0 1 0 0 0,0-1-1 0 0,1 1 1 0 0,-1 0 0 0 0,0 0 0 0 0,1-1 0 0 0,-1 1-1 0 0,0 0 1 0 0,0 0 0 0 0,1 0 0 0 0,-1 0 0 0 0,0 1 0 0 0,1-1-1 0 0,-1 0 1 0 0,0 0 0 0 0,0 1 0 0 0,2 0 0 0 0,-1 0 4 0 0,0 0 1 0 0,0 1 0 0 0,0-1 0 0 0,-1 1-1 0 0,1 0 1 0 0,-1-1 0 0 0,1 1-1 0 0,-1 0 1 0 0,1 0 0 0 0,-1 0 0 0 0,0 0-1 0 0,1 3 1 0 0,3 8-32 0 0,-1-1 1 0 0,0 1-1 0 0,3 23 1 0 0,-5-25-191 0 0,4 18-2031 0 0,12 33 0 0 0,-11-42-4188 0 0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7:48.89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92 1840 0 0,'7'-6'14389'0'0,"10"0"-8421"0"0,33-6-6839 0 0,-17 5 1902 0 0,-14 1-916 0 0,-1 0 1 0 0,0-2-1 0 0,19-10 0 0 0,1-4-2861 0 0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7:49.40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26 89 7834 0 0,'-26'8'4417'0'0,"40"-7"-2385"0"0,33-7 403 0 0,1-2-1 0 0,90-28 1 0 0,-1 0-2203 0 0,-100 28-1656 0 0,-20 4 41 0 0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7:49.64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36 5 5697 0 0,'-4'-2'128'0'0,"0"1"24"0"0,2 0 8 0 0,0 1 0 0 0,1 0-160 0 0,0 0 0 0 0,-1 1 0 0 0,1 0 0 0 0,-3 2 216 0 0,0 0 8 0 0,1-1 8 0 0,-1 1 1 0 0,3 0-393 0 0,-2-1-73 0 0,3 2-23 0 0,2-2 8 0 0,0 0 120 0 0,0-2 32 0 0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7:50.10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39 10594 0 0,'26'-4'7402'0'0,"23"-11"-6124"0"0,-10 3-1915 0 0,-20 7-3853 0 0,1 2-1583 0 0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7:50.53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10 47 6913 0 0,'0'-4'1204'0'0,"0"-1"-1"0"0,-1 1 1 0 0,1 0-1 0 0,-1-1 0 0 0,0 1 1 0 0,0-1-1 0 0,0 1 0 0 0,-4-7 1 0 0,7 15-926 0 0,-1-1 0 0 0,0 1 0 0 0,-1 0 0 0 0,1 0 1 0 0,-1 0-1 0 0,1 0 0 0 0,-1 0 0 0 0,-1-1 0 0 0,1 6 1 0 0,-1 3 71 0 0,4 181 963 0 0,7 137-817 0 0,-5-280-634 0 0,2 0 1 0 0,2 0-1 0 0,3 0 0 0 0,25 69 1 0 0,-36-117-65 0 0,11 24-482 0 0,-12-25 481 0 0,0-1-1 0 0,1 1 1 0 0,-1 0-1 0 0,0 0 0 0 0,1-1 1 0 0,-1 1-1 0 0,1 0 1 0 0,-1 0-1 0 0,1-1 1 0 0,-1 1-1 0 0,1-1 0 0 0,-1 1 1 0 0,1 0-1 0 0,0-1 1 0 0,-1 1-1 0 0,1-1 1 0 0,0 1-1 0 0,0-1 0 0 0,-1 0 1 0 0,1 1-1 0 0,0-1 1 0 0,0 0-1 0 0,0 1 1 0 0,-1-1-1 0 0,1 0 0 0 0,0 0 1 0 0,1 0-1 0 0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7:50.73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21 50 9218 0 0,'-20'-4'894'0'0,"20"4"-861"0"0,0-1 1 0 0,0 1 0 0 0,0 0 33 0 0,0 0-34 0 0,0 0 1 0 0,0 0-1 0 0,0 0 1 0 0,0 0 0 0 0,0 0-1 0 0,0 0 1 0 0,0 0-1 0 0,-1-1 1 0 0,1 1-1 0 0,0 0 1 0 0,0 0 0 0 0,0 0-1 0 0,0 0 1 0 0,0 0-1 0 0,0 0 1 0 0,0 0-1 0 0,0-1 1 0 0,0 1 0 0 0,0 0-1 0 0,0 0 1 0 0,0 0-1 0 0,0 0 1 0 0,0 0-1 0 0,0 0 1 0 0,0 0 0 0 0,0-1-1 0 0,1 1 1 0 0,-1 0-1 0 0,0 0 1 0 0,0 0-1 0 0,0 0 1 0 0,0 0 0 0 0,0 0-1 0 0,0 0 1 0 0,0 0-1 0 0,0 0 1 0 0,0 0-1 0 0,0-1 1 0 0,0 1 0 0 0,0 0-1 0 0,1 0 1 0 0,-1 0-1 0 0,0 0 1 0 0,0 0-1 0 0,0 0 1 0 0,0 0 0 0 0,0 0-1 0 0,0 0 1 0 0,0 0-1 0 0,1 0 1 0 0,-1 0-1 0 0,0 0 1 0 0,0 0 0 0 0,0 0-1 0 0,0 0 1 0 0,0 0-1 0 0,0 0 1 0 0,0 0-1 0 0,1 0 1 0 0,36-9 4439 0 0,-18 5-4178 0 0,87-19 1331 0 0,-61 19-6807 0 0,-20 3-612 0 0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7:51.04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43 6017 0 0,'18'-8'53'0'0,"1"0"-1"0"0,0 2 0 0 0,0 0 1 0 0,0 1-1 0 0,0 1 1 0 0,27-2-1 0 0,-16 10-667 0 0,-23-3 615 0 0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7:51.48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1 9674 0 0,'12'5'9869'0'0,"-9"-2"-9686"0"0,0 0 1 0 0,0 1 0 0 0,0 0-1 0 0,-1 0 1 0 0,0 0-1 0 0,0 0 1 0 0,0 0 0 0 0,0 0-1 0 0,-1 0 1 0 0,1 1-1 0 0,0 7 1 0 0,4 55 673 0 0,-6-50-892 0 0,1 0 0 0 0,6 28 0 0 0,-6-40-11 0 0,0 0 0 0 0,1 0 0 0 0,0-1 0 0 0,0 1 0 0 0,0-1 0 0 0,0 1 1 0 0,1-1-1 0 0,-1 1 0 0 0,1-1 0 0 0,0 0 0 0 0,1-1 0 0 0,-1 1 0 0 0,6 4 0 0 0,-9-7 24 0 0,0-1-1 0 0,0 0 1 0 0,1 1-1 0 0,-1-1 0 0 0,0 1 1 0 0,1-1-1 0 0,-1 0 1 0 0,0 1-1 0 0,1-1 0 0 0,-1 0 1 0 0,1 1-1 0 0,-1-1 1 0 0,0 0-1 0 0,1 1 0 0 0,-1-1 1 0 0,1 0-1 0 0,-1 0 1 0 0,1 0-1 0 0,-1 1 0 0 0,1-1 1 0 0,-1 0-1 0 0,1 0 1 0 0,-1 0-1 0 0,1 0 0 0 0,-1 0 1 0 0,1 0-1 0 0,-1 0 1 0 0,1 0-1 0 0,-1 0 0 0 0,1 0 1 0 0,-1 0-1 0 0,1-1 1 0 0,-1 1-1 0 0,1 0 1 0 0,-1 0-1 0 0,1 0 0 0 0,-1-1 1 0 0,1 1-1 0 0,-1 0 1 0 0,1 0-1 0 0,-1-1 0 0 0,0 1 1 0 0,1 0-1 0 0,-1-1 1 0 0,0 1-1 0 0,1-1 0 0 0,-1 1 1 0 0,0 0-1 0 0,1-1 1 0 0,-1 1-1 0 0,0-1 0 0 0,0 1 1 0 0,1-1-1 0 0,3-36 229 0 0,-3 15-181 0 0,3 8-14 0 0,0-1 0 0 0,1 1 0 0 0,0 0 1 0 0,9-15-1 0 0,-12 24-3 0 0,1-1 0 0 0,0 1 1 0 0,1 0-1 0 0,-1 0 0 0 0,1 1 0 0 0,0-1 1 0 0,0 1-1 0 0,0 0 0 0 0,0 0 1 0 0,1 0-1 0 0,0 0 0 0 0,0 1 1 0 0,6-4-1 0 0,-9 7 52 0 0,0-1 0 0 0,1 1 0 0 0,-1-1 0 0 0,0 1 0 0 0,0 0 0 0 0,0 0 0 0 0,0 0 0 0 0,0 0 0 0 0,0 0-1 0 0,0 1 1 0 0,0-1 0 0 0,0 0 0 0 0,0 1 0 0 0,0 0 0 0 0,0-1 0 0 0,0 1 0 0 0,0 0 0 0 0,0 0 0 0 0,0 0 0 0 0,-1 0 0 0 0,3 2 0 0 0,38 36 51 0 0,-14-12-734 0 0,0-8-2122 0 0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7:51.88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77 54 5065 0 0,'-28'1'759'0'0,"3"1"1846"0"0,1 2 3827 0 0,60-9-728 0 0,-5 2-5132 0 0,-3-3-281 0 0,85-19 1047 0 0,-41 3-4709 0 0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7:52.11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12 0 1840 0 0,'-5'7'14010'0'0,"8"15"-11363"0"0,-2-21-2420 0 0,2 26 607 0 0,0 0 0 0 0,-2 1 1 0 0,-1-1-1 0 0,-1 0 0 0 0,-7 38 0 0 0,1 8-2755 0 0,6-1-3481 0 0,3-47-1650 0 0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7:52.40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55 5985 0 0,'5'-3'705'0'0,"0"1"0"0"0,0 0 0 0 0,0 0 0 0 0,1 0-1 0 0,-1 0 1 0 0,9-1 0 0 0,-2 0 240 0 0,24-9 1694 0 0,-16 6-901 0 0,36-9-1 0 0,-50 14-2060 0 0,-1 0 1 0 0,1 1-1 0 0,0 0 0 0 0,0 0 1 0 0,-1 0-1 0 0,10 2 0 0 0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7:52.57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51 920 0 0,'13'-5'12364'0'0,"8"-4"-7741"0"0,56-22-7786 0 0,-62 26-2243 0 0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7:53.04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166 27 5065 0 0,'-3'-3'888'0'0,"-1"0"0"0"0,0 1 0 0 0,1-1 0 0 0,-1 1 0 0 0,0 0 0 0 0,0 0 0 0 0,-1 0-1 0 0,1 1 1 0 0,0-1 0 0 0,-9-1 0 0 0,11 3-629 0 0,0-1-1 0 0,0 1 0 0 0,0 0 1 0 0,0-1-1 0 0,1 1 1 0 0,-1 0-1 0 0,0 0 0 0 0,0 1 1 0 0,0-1-1 0 0,0 0 1 0 0,0 0-1 0 0,1 1 0 0 0,-1-1 1 0 0,0 1-1 0 0,0 0 1 0 0,0-1-1 0 0,1 1 0 0 0,-1 0 1 0 0,0 0-1 0 0,1 0 1 0 0,-1 0-1 0 0,1 1 0 0 0,0-1 1 0 0,-1 0-1 0 0,1 1 1 0 0,0-1-1 0 0,-3 4 0 0 0,-8 23-151 0 0,1 1-1 0 0,1 1 1 0 0,1 0-1 0 0,2 0 1 0 0,1 1-1 0 0,-2 35 1 0 0,7-47-110 0 0,2 1 0 0 0,0-1 0 0 0,1 0 0 0 0,1 0 1 0 0,1 0-1 0 0,1 0 0 0 0,0-1 0 0 0,2 0 0 0 0,0 0 0 0 0,1 0 0 0 0,0-1 1 0 0,2 0-1 0 0,0-1 0 0 0,1 0 0 0 0,0 0 0 0 0,1-1 0 0 0,1-1 0 0 0,0 0 1 0 0,1-1-1 0 0,24 18 0 0 0,-32-28 15 0 0,-1 1 1 0 0,0-1-1 0 0,1 0 1 0 0,0 0-1 0 0,0-1 1 0 0,0 1-1 0 0,0-1 1 0 0,0-1-1 0 0,0 1 0 0 0,1-1 1 0 0,-1 0-1 0 0,0-1 1 0 0,1 1-1 0 0,-1-1 1 0 0,1 0-1 0 0,-1-1 1 0 0,0 0-1 0 0,1 0 1 0 0,-1 0-1 0 0,12-5 0 0 0,-7 2 52 0 0,-1-1 0 0 0,0-1 0 0 0,0 0 0 0 0,-1 0 0 0 0,0-1 0 0 0,0 0 0 0 0,0-1 0 0 0,-1 0 0 0 0,0 0 0 0 0,14-19 0 0 0,-16 20-19 0 0,0-1-1 0 0,-1 0 1 0 0,0-1 0 0 0,0 1-1 0 0,-1-1 1 0 0,0 0-1 0 0,0 0 1 0 0,-1 0-1 0 0,0-1 1 0 0,-1 1-1 0 0,0-1 1 0 0,0 0-1 0 0,-1 1 1 0 0,0-1-1 0 0,-1 0 1 0 0,0 0-1 0 0,-1 1 1 0 0,0-1 0 0 0,0 0-1 0 0,-1 0 1 0 0,0 1-1 0 0,-1-1 1 0 0,0 1-1 0 0,-1 0 1 0 0,0 0-1 0 0,0 0 1 0 0,-7-10-1 0 0,-9-9 183 0 0,-1 2-1 0 0,-46-46 0 0 0,34 38-2429 0 0,1-1-3430 0 0,15 16-2029 0 0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8:48.71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206 78 5985 0 0,'-1'-6'588'0'0,"0"1"0"0"0,-1-1-1 0 0,1 1 1 0 0,-1-1 0 0 0,0 1-1 0 0,-1 0 1 0 0,1 0-1 0 0,-1 0 1 0 0,0 0 0 0 0,-6-7-1 0 0,8 11-429 0 0,0 0 0 0 0,0 0 0 0 0,-1 0 0 0 0,1 0 0 0 0,0 0 0 0 0,-1 0 0 0 0,1 0 0 0 0,0 0 0 0 0,-1 1 0 0 0,1-1 0 0 0,-1 0 0 0 0,1 1 0 0 0,-1-1 0 0 0,1 1 0 0 0,-1 0 0 0 0,1 0 0 0 0,-3-1 0 0 0,2 2-63 0 0,-1-1 1 0 0,1 1-1 0 0,0-1 0 0 0,0 1 1 0 0,-1 0-1 0 0,1-1 0 0 0,0 1 1 0 0,0 1-1 0 0,0-1 0 0 0,0 0 1 0 0,0 0-1 0 0,0 1 0 0 0,1-1 1 0 0,-1 1-1 0 0,-2 2 0 0 0,-6 8 61 0 0,0 0 0 0 0,1 0 0 0 0,0 1 0 0 0,1 0 0 0 0,0 1 0 0 0,1 0 0 0 0,1 0 0 0 0,-6 18 0 0 0,4-6 13 0 0,1 1 1 0 0,1 0-1 0 0,-5 49 1 0 0,8-34 106 0 0,2 0 0 0 0,2 1 0 0 0,1-1 0 0 0,2 0 0 0 0,3 0 0 0 0,1 0 0 0 0,18 56 1 0 0,-18-78-179 0 0,2-1 0 0 0,0 0 0 0 0,0 0 0 0 0,2-1 1 0 0,0-1-1 0 0,1 0 0 0 0,1 0 0 0 0,25 22 1 0 0,-13-16 49 0 0,1-2 0 0 0,1 0 0 0 0,0-2 0 0 0,49 24 0 0 0,-60-34-1024 0 0,0-1 1 0 0,1-1-1 0 0,0-1 1 0 0,0 0-1 0 0,0-1 1 0 0,0-1-1 0 0,27 2 1 0 0,-31-7-5060 0 0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8:49.00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32 4145 0 0,'22'-32'15207'0'0,"-21"33"-15011"0"0,4 10 191 0 0,0-1 1 0 0,0 1-1 0 0,-1 0 0 0 0,0 0 0 0 0,-1 0 1 0 0,0 1-1 0 0,1 18 0 0 0,-3-25-304 0 0,21 195 238 0 0,2 11-2146 0 0,-20-194-139 0 0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8:49.31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15 35 5065 0 0,'-14'-15'1535'0'0,"14"15"-1431"0"0,0-1 1 0 0,0 1 0 0 0,0 0 0 0 0,0-1 0 0 0,0 1 0 0 0,0 0 0 0 0,0-1 0 0 0,0 1 0 0 0,0-1 0 0 0,0 1-1 0 0,0 0 1 0 0,0-1 0 0 0,0 1 0 0 0,0 0 0 0 0,0-1 0 0 0,0 1 0 0 0,0 0 0 0 0,0-1 0 0 0,0 1 0 0 0,1-1-1 0 0,-1 1 1 0 0,0 0 0 0 0,0 0 0 0 0,0-1 0 0 0,1 1 0 0 0,-1 0 0 0 0,0-1 0 0 0,1 1 0 0 0,1-2 152 0 0,1 1 0 0 0,0 0 0 0 0,-1 0 0 0 0,1 0 1 0 0,0 0-1 0 0,0 0 0 0 0,-1 1 0 0 0,1-1 0 0 0,0 1 0 0 0,5 0 1 0 0,-2 0-8 0 0,0 1 1 0 0,0-1 0 0 0,0 1-1 0 0,-1 1 1 0 0,1-1 0 0 0,0 1-1 0 0,0 0 1 0 0,-1 0 0 0 0,1 1-1 0 0,-1 0 1 0 0,0 0 0 0 0,0 0 0 0 0,8 7-1 0 0,9 7 756 0 0,31 34 0 0 0,-39-37-643 0 0,6 7 3 0 0,0 1 1 0 0,-1 0 0 0 0,-2 1 0 0 0,0 1 0 0 0,-2 1 0 0 0,0 1 0 0 0,21 53 0 0 0,-31-65-276 0 0,0-1 1 0 0,-1 2 0 0 0,-1-1 0 0 0,0 0-1 0 0,-1 1 1 0 0,-1-1 0 0 0,0 1 0 0 0,-1-1-1 0 0,-1 1 1 0 0,0-1 0 0 0,-1 1-1 0 0,0-1 1 0 0,-1 0 0 0 0,-1 1 0 0 0,0-2-1 0 0,-1 1 1 0 0,-12 24 0 0 0,-25 30 621 0 0,22-36-1764 0 0,1 0-4895 0 0,9-14-1213 0 0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8:53.49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120 150 3225 0 0,'-3'-14'953'0'0,"2"0"1"0"0,-1-1-1 0 0,2 1 1 0 0,1-19-1 0 0,-7-26 10190 0 0,6 58-11016 0 0,-12 29 1412 0 0,-10 38-1569 0 0,1 8 197 0 0,3 0-1 0 0,-13 123 1 0 0,28-159-62 0 0,1 0 0 0 0,2 1-1 0 0,2-1 1 0 0,1 0 0 0 0,2 0-1 0 0,2-1 1 0 0,13 45 0 0 0,-16-70-74 0 0,0-1 0 0 0,1 0 0 0 0,0 0 0 0 0,1 0 0 0 0,1-1 0 0 0,-1 0 0 0 0,1 0 0 0 0,1-1 0 0 0,0 1 0 0 0,0-2 0 0 0,1 1 0 0 0,0-1 0 0 0,1 0 0 0 0,0-1 0 0 0,0 0 0 0 0,0-1 0 0 0,1 0 0 0 0,19 8 0 0 0,-19-11-345 0 0,-1 0 0 0 0,1 0 0 0 0,0-1 0 0 0,0-1 0 0 0,0 1 0 0 0,0-2 0 0 0,21-1 0 0 0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8:54.00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22 144 10594 0 0,'-1'0'81'0'0,"0"0"1"0"0,0 0-1 0 0,1 0 0 0 0,-1 0 0 0 0,0 0 0 0 0,0-1 0 0 0,0 1 0 0 0,0 0 1 0 0,1 0-1 0 0,-1-1 0 0 0,0 1 0 0 0,0 0 0 0 0,1-1 0 0 0,-1 1 0 0 0,0-1 1 0 0,0 1-1 0 0,1-1 0 0 0,-1 1 0 0 0,0-1 0 0 0,1 1 0 0 0,-1-1 0 0 0,1 0 1 0 0,-1 1-1 0 0,1-1 0 0 0,-1 0 0 0 0,1 1 0 0 0,0-1 0 0 0,-1 0 0 0 0,1 0 1 0 0,0 1-1 0 0,-1-1 0 0 0,1 0 0 0 0,0-1 0 0 0,0 0 123 0 0,0-1 0 0 0,1 1 0 0 0,0 0 0 0 0,-1-1-1 0 0,1 1 1 0 0,0 0 0 0 0,0 0 0 0 0,0 0 0 0 0,1 0 0 0 0,-1 0 0 0 0,0 0-1 0 0,2-2 1 0 0,5-5 345 0 0,1 0 0 0 0,-1 0-1 0 0,1 1 1 0 0,11-7 0 0 0,-12 9-341 0 0,1 0 1 0 0,0 1 0 0 0,0 0 0 0 0,1 1 0 0 0,0 0-1 0 0,-1 0 1 0 0,1 1 0 0 0,1 0 0 0 0,-1 1-1 0 0,0 0 1 0 0,19 0 0 0 0,-23 2-185 0 0,0 0-1 0 0,-1 1 1 0 0,1 0-1 0 0,0 0 1 0 0,0 1-1 0 0,-1-1 1 0 0,1 1 0 0 0,-1 0-1 0 0,0 1 1 0 0,1 0-1 0 0,-1-1 1 0 0,0 1-1 0 0,-1 1 1 0 0,1-1-1 0 0,-1 1 1 0 0,1 0 0 0 0,-1 0-1 0 0,0 0 1 0 0,0 1-1 0 0,-1-1 1 0 0,1 1-1 0 0,4 8 1 0 0,-2-1-33 0 0,-1 0 1 0 0,0 0-1 0 0,0 0 0 0 0,-1 1 1 0 0,-1-1-1 0 0,0 1 0 0 0,-1 0 1 0 0,0 0-1 0 0,-1 0 0 0 0,0 0 1 0 0,-1 0-1 0 0,-1 0 1 0 0,0 0-1 0 0,-4 20 0 0 0,-6 13-123 0 0,-2 0-1 0 0,-30 73 1 0 0,16-51 284 0 0,20-49-74 0 0,1-6 64 0 0,1 1 0 0 0,1-1 0 0 0,0 1-1 0 0,-3 21 1 0 0,7-33-128 0 0,-1 0-1 0 0,1 0 0 0 0,0 0 1 0 0,0 0-1 0 0,0 1 1 0 0,0-1-1 0 0,0 0 0 0 0,1 0 1 0 0,-1 0-1 0 0,1 0 0 0 0,-1 0 1 0 0,1 0-1 0 0,0 0 0 0 0,0 0 1 0 0,0 0-1 0 0,0 0 1 0 0,0 0-1 0 0,0 0 0 0 0,0 0 1 0 0,1-1-1 0 0,-1 1 0 0 0,0 0 1 0 0,1-1-1 0 0,0 1 0 0 0,-1-1 1 0 0,1 0-1 0 0,0 0 1 0 0,0 1-1 0 0,0-1 0 0 0,0 0 1 0 0,0-1-1 0 0,0 1 0 0 0,0 0 1 0 0,0 0-1 0 0,0-1 0 0 0,2 1 1 0 0,5 0-107 0 0,0 0 1 0 0,0 0 0 0 0,0-1-1 0 0,-1 0 1 0 0,1-1-1 0 0,0 0 1 0 0,0 0-1 0 0,-1-1 1 0 0,1 0 0 0 0,-1-1-1 0 0,17-6 1 0 0,0-4-827 0 0,0-1 1 0 0,31-22-1 0 0,-9 5-639 0 0,-22 16-4870 0 0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8:54.43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 25 5065 0 0,'-9'-15'9282'0'0,"14"14"-8318"0"0,6-2-645 0 0,1 1 0 0 0,-1 0 0 0 0,1 1 0 0 0,0 1 0 0 0,0 0 0 0 0,-1 0 0 0 0,1 1 0 0 0,0 0 0 0 0,0 1-1 0 0,-1 1 1 0 0,0 0 0 0 0,1 0 0 0 0,-1 1 0 0 0,0 1 0 0 0,-1 0 0 0 0,1 0 0 0 0,-1 1 0 0 0,11 8 0 0 0,-2-1-262 0 0,0 1 1 0 0,-1 1 0 0 0,-1 0 0 0 0,0 2-1 0 0,-1 0 1 0 0,-1 0 0 0 0,-1 2-1 0 0,19 29 1 0 0,-17-18-14 0 0,-1 0 1 0 0,-2 1-1 0 0,0 1 0 0 0,-3 0 1 0 0,0 1-1 0 0,-2 0 0 0 0,4 37 1 0 0,-9-45 46 0 0,-1 0 0 0 0,-1 1 0 0 0,-2-1 0 0 0,0 0 0 0 0,-2 1 0 0 0,0-1 0 0 0,-2 0 0 0 0,-1-1 0 0 0,-1 1 0 0 0,-11 26 0 0 0,11-34-30 0 0,1-1-22 0 0,-1-1 0 0 0,0 0 0 0 0,-1 0 0 0 0,0-1 0 0 0,-1 0 0 0 0,-13 14 0 0 0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8:56.76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31 410 2304 0 0,'0'-13'1281'0'0,"-1"1"0"0"0,0 0 0 0 0,-1 0 0 0 0,-5-18 0 0 0,-11-20 6926 0 0,17 39-6667 0 0,13 22 839 0 0,5 3-769 0 0,-14-1-405 0 0,2-11-1204 0 0,0 1 0 0 0,0 0-1 0 0,0 1 1 0 0,-1-1 0 0 0,0 1-1 0 0,0 0 1 0 0,0 0 0 0 0,0 0-1 0 0,0 0 1 0 0,5 9-1 0 0,32 59-103 0 0,-26-45 30 0 0,29 59-121 0 0,-29-53 133 0 0,2-1 0 0 0,1 0 1 0 0,1-2-1 0 0,2 0 0 0 0,29 33 0 0 0,-45-58 56 0 0,0 0-1 0 0,1 0 1 0 0,-1-1-1 0 0,1 1 0 0 0,0-1 1 0 0,0-1-1 0 0,0 1 1 0 0,1-1-1 0 0,-1 0 1 0 0,13 3-1 0 0,-16-5 17 0 0,1 0 1 0 0,-1-1-1 0 0,0 0 1 0 0,1 0-1 0 0,-1 0 1 0 0,0 0-1 0 0,0-1 1 0 0,1 1-1 0 0,-1-1 1 0 0,0 0-1 0 0,0 0 1 0 0,0 0-1 0 0,1 0 1 0 0,-1 0-1 0 0,0-1 1 0 0,-1 1-1 0 0,1-1 1 0 0,0 0-1 0 0,0 0 1 0 0,-1 0-1 0 0,1 0 1 0 0,-1-1-1 0 0,0 1 1 0 0,1-1-1 0 0,1-2 1 0 0,7-11 104 0 0,0-1 0 0 0,0 0 0 0 0,-2-1 1 0 0,0 0-1 0 0,-1-1 0 0 0,7-25 0 0 0,-1-6 156 0 0,10-64 0 0 0,-5-93-12 0 0,0 1-504 0 0,-13 175-623 0 0,1 11-5470 0 0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8:57.52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45 8290 0 0,'69'-7'10491'0'0,"3"-8"-6561"0"0,12-2-5981 0 0,-66 15-401 0 0,0 0 0 0 0,30 1 0 0 0,-34 2-3290 0 0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8:57.88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 94 6913 0 0,'-5'-13'7023'0'0,"9"10"-6616"0"0,22-11 276 0 0,0 0 0 0 0,1 2 0 0 0,38-12 0 0 0,-53 20-1511 0 0,1 1 0 0 0,0 0 0 0 0,15 0 0 0 0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8:58.06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 35 9218 0 0,'-1'1'66'0'0,"1"-1"0"0"0,-1 0 0 0 0,1 0 0 0 0,-1 0 0 0 0,1 0 0 0 0,-1 0 0 0 0,1 1 0 0 0,-1-1 1 0 0,1 0-1 0 0,-1 1 0 0 0,1-1 0 0 0,-1 0 0 0 0,1 1 0 0 0,-1-1 0 0 0,1 0 0 0 0,0 1 0 0 0,-1-1 0 0 0,1 1 0 0 0,0-1 0 0 0,-1 1 0 0 0,1-1 0 0 0,0 1 0 0 0,-1-1 0 0 0,1 1 1 0 0,0-1-1 0 0,0 1 0 0 0,0-1 0 0 0,0 1 0 0 0,-1-1 0 0 0,1 2 0 0 0,19-5 1789 0 0,31-13-325 0 0,-7 0-2989 0 0,1 6-3830 0 0,-26 8 3163 0 0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8:59.18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11 315 8754 0 0,'-1'-2'148'0'0,"-1"0"1"0"0,1 0-1 0 0,0 0 1 0 0,0 0-1 0 0,0 0 1 0 0,1 0 0 0 0,-1 0-1 0 0,0-1 1 0 0,1 1-1 0 0,-1 0 1 0 0,1 0-1 0 0,0-1 1 0 0,0 1-1 0 0,0 0 1 0 0,0 0-1 0 0,0-1 1 0 0,0 1-1 0 0,1 0 1 0 0,-1 0-1 0 0,1-1 1 0 0,-1 1-1 0 0,1 0 1 0 0,0 0-1 0 0,1-2 1 0 0,5-30 4122 0 0,-8 33-4120 0 0,1 0-1 0 0,0 1 0 0 0,0-1 0 0 0,0 0 1 0 0,0 0-1 0 0,0 0 0 0 0,0 0 0 0 0,0 0 1 0 0,0 1-1 0 0,1-1 0 0 0,-1 0 1 0 0,0 0-1 0 0,0 0 0 0 0,1 1 0 0 0,-1-1 1 0 0,0 0-1 0 0,1 0 0 0 0,-1 1 1 0 0,1-1-1 0 0,-1 0 0 0 0,1 0 0 0 0,-1 1 1 0 0,1-1-1 0 0,0 1 0 0 0,-1-1 0 0 0,1 1 1 0 0,0-1-1 0 0,-1 1 0 0 0,1-1 1 0 0,0 1-1 0 0,0-1 0 0 0,-1 1 0 0 0,1 0 1 0 0,0 0-1 0 0,0-1 0 0 0,0 1 1 0 0,1 0 443 0 0,-2-4-541 0 0,-2-10-42 0 0,42 76 669 0 0,19 84-813 0 0,-48-111 35 0 0,2-2 0 0 0,1 1 0 0 0,1-2 1 0 0,2 0-1 0 0,22 30 0 0 0,-30-51 67 0 0,0 0 0 0 0,1-1-1 0 0,15 13 1 0 0,-22-20 47 0 0,1 0 0 0 0,-1 0 0 0 0,1-1 0 0 0,0 0 0 0 0,0 1-1 0 0,-1-1 1 0 0,1-1 0 0 0,1 1 0 0 0,-1-1 0 0 0,0 1 0 0 0,0-1 0 0 0,1 0 0 0 0,-1-1-1 0 0,9 1 1 0 0,-11-1 15 0 0,-1-1 0 0 0,1 0 0 0 0,0 0 0 0 0,0 1 0 0 0,-1-1 0 0 0,1-1 0 0 0,0 1 0 0 0,-1 0 0 0 0,1 0-1 0 0,-1-1 1 0 0,0 1 0 0 0,1 0 0 0 0,-1-1 0 0 0,0 0 0 0 0,0 1 0 0 0,0-1 0 0 0,0 0 0 0 0,0 1 0 0 0,0-1 0 0 0,0 0 0 0 0,0-2-1 0 0,14-44 314 0 0,-14 43-306 0 0,84-473-408 0 0,-77 420-203 0 0,-7 47 383 0 0,6-29-1357 0 0,-7 38 1246 0 0,0 0 0 0 0,1 0 0 0 0,-1 0 0 0 0,1 0 0 0 0,0 1 0 0 0,0-1 0 0 0,0 0 0 0 0,0 0 0 0 0,0 0 0 0 0,0 1 0 0 0,0-1 0 0 0,0 0 0 0 0,1 1 0 0 0,2-3 0 0 0,-4 4 288 0 0,0 0-1 0 0,1 0 1 0 0,-1 0 0 0 0,0 0 0 0 0,0 0 0 0 0,1-1-1 0 0,-1 1 1 0 0,0 1 0 0 0,0-1 0 0 0,1 0-1 0 0,-1 0 1 0 0,0 0 0 0 0,0 0 0 0 0,1 0-1 0 0,-1 0 1 0 0,0 0 0 0 0,0 0 0 0 0,1 0-1 0 0,-1 0 1 0 0,0 0 0 0 0,0 1 0 0 0,0-1-1 0 0,1 0 1 0 0,-1 0 0 0 0,0 0 0 0 0,0 0 0 0 0,0 1-1 0 0,0-1 1 0 0,1 0 0 0 0,-1 0 0 0 0,0 1-1 0 0,0-1 1 0 0,0 0 0 0 0,0 0 0 0 0,0 0-1 0 0,0 1 1 0 0,0-1 0 0 0,0 0 0 0 0,1 0-1 0 0,-1 1 1 0 0,2 11-50 0 0,-1 2 63 0 0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9:00.13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0 122 7370 0 0,'18'-7'8630'0'0,"12"-6"-4587"0"0,111-43-2579 0 0,-85 40-3191 0 0,70-11 0 0 0,-111 24 598 0 0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9:00.46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0 456 0 0,'17'29'18065'0'0,"-4"12"-11872"0"0,6 55-9319 0 0,-11-46 4738 0 0,35 136-2063 0 0,-34-150-77 0 0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9:05.67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1 1 5857 0 0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9:13.76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92 152 2304 0 0,'-7'-9'898'0'0,"1"1"-1"0"0,-1 1 0 0 0,-1-1 0 0 0,-9-7 1 0 0,9 9 421 0 0,1-1 0 0 0,-1-1 0 0 0,1 1 1 0 0,-7-11-1 0 0,14 18-1193 0 0,0-1 1 0 0,-1 0-1 0 0,1 0 0 0 0,0 0 1 0 0,-1 0-1 0 0,1 1 0 0 0,0-1 1 0 0,0 0-1 0 0,0 0 0 0 0,0 0 1 0 0,0 0-1 0 0,0 0 1 0 0,0 0-1 0 0,0 1 0 0 0,0-1 1 0 0,0 0-1 0 0,1-1 0 0 0,4 1 1231 0 0,5 14-755 0 0,27 47-566 0 0,1-2 0 0 0,49 56 0 0 0,-67-91-23 0 0,1-1 1 0 0,1-1-1 0 0,0-1 1 0 0,2 0-1 0 0,0-2 1 0 0,1-1-1 0 0,38 20 1 0 0,-61-36 8 0 0,0 0 1 0 0,0 0-1 0 0,0 0 1 0 0,1 0-1 0 0,-1 0 0 0 0,0 0 1 0 0,0 0-1 0 0,0-1 1 0 0,1 1-1 0 0,-1-1 1 0 0,0 0-1 0 0,0 0 1 0 0,1 0-1 0 0,-1 0 1 0 0,4 0-1 0 0,-5-1 111 0 0,1-1 1 0 0,-1 1-1 0 0,0 0 1 0 0,0-1-1 0 0,0 1 0 0 0,0-1 1 0 0,0 1-1 0 0,0-1 1 0 0,0 0-1 0 0,0 1 0 0 0,-1-1 1 0 0,1 0-1 0 0,-1 1 1 0 0,1-1-1 0 0,-1 0 1 0 0,0 0-1 0 0,0 0 0 0 0,0 1 1 0 0,0-3-1 0 0,9-152 1440 0 0,-9 116-1660 0 0,2 0-1 0 0,1 0 1 0 0,9-41-1 0 0,2 42-1169 0 0,-1 14-4233 0 0,1 6-1119 0 0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9:15.19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94 5529 0 0,'0'0'631'0'0,"23"-14"4610"0"0,-4 2-3139 0 0,58-31 3571 0 0,-21 23-10931 0 0,-38 16-714 0 0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9:16.30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97 431 1840 0 0,'-10'-8'890'0'0,"1"0"0"0"0,-1 0 0 0 0,-14-7-1 0 0,6 3-276 0 0,17 11-363 0 0,-1 0 0 0 0,1 0 0 0 0,0 0 0 0 0,0-1 1 0 0,0 1-1 0 0,0 0 0 0 0,0-1 0 0 0,1 1 0 0 0,-1 0 0 0 0,0-1 0 0 0,0-2 0 0 0,0 2 198 0 0,0 1 0 0 0,1-1 0 0 0,-1 0-1 0 0,0 0 1 0 0,0 0 0 0 0,-1 1 0 0 0,1-1 0 0 0,0 1-1 0 0,0-1 1 0 0,-3-1 0 0 0,30 29 7557 0 0,-1 3-7995 0 0,34 52 1 0 0,-41-52-65 0 0,0 0 0 0 0,3-2 1 0 0,0 0-1 0 0,1-1 0 0 0,2-1 0 0 0,34 28 1 0 0,-57-53 59 0 0,-1 1 1 0 0,1-1-1 0 0,-1 0 1 0 0,1 1-1 0 0,-1-1 1 0 0,1 0-1 0 0,0 1 1 0 0,-1-1-1 0 0,1 0 1 0 0,0 0-1 0 0,-1 1 1 0 0,1-1-1 0 0,0 0 1 0 0,-1 0-1 0 0,1 0 1 0 0,0 0-1 0 0,-1 0 1 0 0,1 0-1 0 0,0 0 1 0 0,-1 0-1 0 0,1 0 1 0 0,0 0-1 0 0,-1-1 1 0 0,1 1-1 0 0,0 0 1 0 0,-1 0-1 0 0,1-1 1 0 0,-1 1-1 0 0,1 0 1 0 0,0-1-1 0 0,0 0 1 0 0,1-1 45 0 0,0 0 1 0 0,0 0-1 0 0,-1 0 0 0 0,1 0 1 0 0,-1-1-1 0 0,1 1 1 0 0,-1 0-1 0 0,2-6 0 0 0,14-56 762 0 0,-16 60-795 0 0,9-66 169 0 0,3-116 0 0 0,-12 128-573 0 0,3 1 0 0 0,2-1 1 0 0,18-73-1 0 0,-23 125-254 0 0,1 1 1 0 0,0 0-1 0 0,0-1 1 0 0,0 1-1 0 0,6-9 1 0 0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9:16.88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 76 3225 0 0,'-17'14'6536'0'0,"33"-16"-2081"0"0,12-5-2382 0 0,-1-1 0 0 0,46-19 0 0 0,-49 17-2897 0 0,1 0 1 0 0,1 2-1 0 0,35-7 1 0 0,-44 12-5468 0 0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19:17.58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 24 4745 0 0,'-6'-23'15029'0'0,"9"74"-14755"0"0,3 0 1 0 0,3 0 0 0 0,15 56 0 0 0,-6-29-5746 0 0,-9-38-1145 0 0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0:26.84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11 183 2761 0 0,'-7'-37'842'0'0,"5"26"1406"0"0,1-1-1 0 0,0 1 1 0 0,1-1 0 0 0,1 1-1 0 0,0-1 1 0 0,4-19 0 0 0,9-11-618 0 0,-14 42-1594 0 0,0 0 0 0 0,0 0 0 0 0,0-1 0 0 0,0 1 0 0 0,0 0 0 0 0,0 0 0 0 0,0 0 0 0 0,0 0-1 0 0,0 0 1 0 0,0-1 0 0 0,0 1 0 0 0,0 0 0 0 0,1 0 0 0 0,-1 0 0 0 0,0 0 0 0 0,0 0 0 0 0,0 0 0 0 0,0 0 0 0 0,0 0 0 0 0,0-1 0 0 0,1 1 0 0 0,-1 0-1 0 0,0 0 1 0 0,0 0 0 0 0,0 0 0 0 0,0 0 0 0 0,0 0 0 0 0,1 0 0 0 0,-1 0 0 0 0,0 0 0 0 0,0 0 0 0 0,0 0 0 0 0,0 0 0 0 0,1 0 0 0 0,-1 0 0 0 0,0 0-1 0 0,0 0 1 0 0,0 0 0 0 0,0 0 0 0 0,0 0 0 0 0,1 0 0 0 0,-1 0 0 0 0,0 0 0 0 0,0 0 0 0 0,0 1 0 0 0,7 7 442 0 0,3 12-292 0 0,1 10-87 0 0,-2 2 0 0 0,-2-1 1 0 0,-1 1-1 0 0,4 50 0 0 0,-6 134-169 0 0,-4-86 89 0 0,2-86-120 0 0,1 0 0 0 0,2 0 0 0 0,3 0 0 0 0,16 57 1 0 0,20 13-7894 0 0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0:27.08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12 163 11058 0 0,'-12'-2'3684'0'0,"25"-15"-1318"0"0,26-19-291 0 0,-18 21-2056 0 0,-1 0 0 0 0,39-18 0 0 0,-40 24-1629 0 0,1 1 0 0 0,0 0 0 0 0,31-6 0 0 0,-24 9-3292 0 0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0:27.44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123 104 12443 0 0,'-3'-1'397'0'0,"-1"1"0"0"0,1 0 1 0 0,0 0-1 0 0,-1 0 1 0 0,1 0-1 0 0,0 0 0 0 0,-1 1 1 0 0,1-1-1 0 0,0 1 1 0 0,0 0-1 0 0,0 0 1 0 0,-1 0-1 0 0,1 1 0 0 0,0-1 1 0 0,0 1-1 0 0,1-1 1 0 0,-1 1-1 0 0,-3 3 0 0 0,1-1-192 0 0,1 0-1 0 0,0 1 0 0 0,0 0 1 0 0,0 0-1 0 0,0 0 0 0 0,1 0 1 0 0,0 1-1 0 0,0 0 1 0 0,-3 7-1 0 0,2-2-217 0 0,0 0 1 0 0,1 0 0 0 0,0 0-1 0 0,1 0 1 0 0,1 0 0 0 0,-1 1-1 0 0,2-1 1 0 0,0 1-1 0 0,0-1 1 0 0,3 20 0 0 0,-2-27 6 0 0,0-1 0 0 0,-1 0 1 0 0,1 0-1 0 0,0 1 0 0 0,1-1 1 0 0,-1 0-1 0 0,0 0 1 0 0,1 0-1 0 0,0-1 0 0 0,0 1 1 0 0,0 0-1 0 0,0 0 0 0 0,0-1 1 0 0,0 0-1 0 0,1 1 0 0 0,-1-1 1 0 0,1 0-1 0 0,0 0 0 0 0,5 3 1 0 0,-4-4-5 0 0,-1 0 0 0 0,1 0 0 0 0,0 0 1 0 0,0 0-1 0 0,0-1 0 0 0,0 1 0 0 0,0-1 0 0 0,0 0 1 0 0,0 0-1 0 0,0-1 0 0 0,0 1 0 0 0,0-1 0 0 0,0 0 1 0 0,5-2-1 0 0,2-1 11 0 0,0 0 0 0 0,0-1 0 0 0,0-1 0 0 0,-1 0 0 0 0,0 0 0 0 0,0-1 0 0 0,-1 0 0 0 0,1-1 0 0 0,-2 0 1 0 0,10-10-1 0 0,-13 12 21 0 0,-1 0 0 0 0,0 0 0 0 0,0 0 0 0 0,-1 0 0 0 0,1-1-1 0 0,-1 0 1 0 0,-1 1 0 0 0,0-1 0 0 0,1 0 0 0 0,-2 0 0 0 0,1 0 0 0 0,-1-1 0 0 0,0 1 0 0 0,-1 0 0 0 0,0 0 0 0 0,0-1 0 0 0,0 1 0 0 0,-1 0 0 0 0,-2-9 0 0 0,0 6-9 0 0,0 0 0 0 0,0 1 0 0 0,-1-1-1 0 0,0 1 1 0 0,-1 0 0 0 0,0 0 0 0 0,-1 1 0 0 0,1-1-1 0 0,-2 1 1 0 0,1 0 0 0 0,-1 1 0 0 0,0 0 0 0 0,-12-9-1 0 0,16 13-185 0 0,-1 0 0 0 0,0 0-1 0 0,0 1 1 0 0,0-1 0 0 0,0 1-1 0 0,0 0 1 0 0,-1 0-1 0 0,1 1 1 0 0,-1-1 0 0 0,1 1-1 0 0,-10-2 1 0 0,4 5-1342 0 0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0:27.85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0 7834 0 0,'5'9'8521'0'0,"2"6"-4782"0"0,15 43-3796 0 0,-18-48 1138 0 0,2 8-848 0 0,-1-2-156 0 0,1 0 1 0 0,0 0-1 0 0,14 22 1 0 0,-19-36-98 0 0,0 1 0 0 0,1-1 0 0 0,-1 1 0 0 0,1-1 0 0 0,0 0 0 0 0,0 1 0 0 0,0-1 0 0 0,0 0 0 0 0,0 0 0 0 0,0 0 0 0 0,1-1 0 0 0,-1 1 0 0 0,1-1 0 0 0,-1 1 0 0 0,1-1 0 0 0,0 0 0 0 0,-1 0 0 0 0,1 0 0 0 0,0 0 0 0 0,0 0 0 0 0,0-1 0 0 0,-1 1 0 0 0,1-1 0 0 0,0 0 0 0 0,0 0 0 0 0,0 0 0 0 0,3 0 0 0 0,-2-1-16 0 0,-1 0 0 0 0,0-1 0 0 0,0 1 0 0 0,1-1 0 0 0,-1 0 0 0 0,0 0 0 0 0,-1 0 0 0 0,1 0 0 0 0,0 0 0 0 0,0-1 0 0 0,-1 1 0 0 0,0-1 0 0 0,1 0 0 0 0,-1 1 0 0 0,0-1 0 0 0,0 0 0 0 0,-1-1 0 0 0,1 1 0 0 0,-1 0 0 0 0,1 0 0 0 0,-1-1 0 0 0,1-4 0 0 0,3-10-275 0 0,0-1 1 0 0,2-36-1 0 0,-5 40 270 0 0,-1 11 123 0 0,-1 1 0 0 0,1-1 0 0 0,0 0 0 0 0,0 0 0 0 0,0 0 0 0 0,1 1 0 0 0,-1-1 0 0 0,1 1 0 0 0,4-7 0 0 0,-6 10-60 0 0,0-1 1 0 0,1 1-1 0 0,-1 0 0 0 0,0-1 0 0 0,1 1 0 0 0,-1 0 0 0 0,1-1 0 0 0,-1 1 1 0 0,1 0-1 0 0,-1-1 0 0 0,1 1 0 0 0,-1 0 0 0 0,1 0 0 0 0,-1-1 0 0 0,1 1 0 0 0,-1 0 1 0 0,1 0-1 0 0,-1 0 0 0 0,1 0 0 0 0,0 0 0 0 0,-1 0 0 0 0,1 0 0 0 0,-1 0 1 0 0,1 0-1 0 0,-1 0 0 0 0,2 0 0 0 0,-1 1 1 0 0,0 0 0 0 0,1 0-1 0 0,-1 0 1 0 0,0 0 0 0 0,1 0 0 0 0,-1 0 0 0 0,0 0 0 0 0,0 0-1 0 0,0 0 1 0 0,0 1 0 0 0,0-1 0 0 0,0 0 0 0 0,0 1 0 0 0,0 1-1 0 0,12 20 306 0 0,-5-7-101 0 0,1-1 0 0 0,12 17 0 0 0,-16-27-395 0 0,-1 0-1 0 0,0-1 1 0 0,1 1-1 0 0,0-1 1 0 0,0 0-1 0 0,0 0 1 0 0,1 0-1 0 0,0-1 1 0 0,9 5-1 0 0,-2-3-1219 0 0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0:28.10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13 920 0 0,'3'-13'11453'0'0,"2"48"-5171"0"0,-3-22-6126 0 0,38 169 3503 0 0,14-3-6545 0 0,-45-153-4207 0 0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0:28.29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38 175 9418 0 0,'-37'2'976'0'0,"49"-27"2001"0"0,-2 14-2556 0 0,0 1-1 0 0,1 0 1 0 0,-1 0 0 0 0,2 1-1 0 0,0 1 1 0 0,0 0 0 0 0,0 0 0 0 0,20-8-1 0 0,-5 4-776 0 0,1 1 1 0 0,0 2-1 0 0,33-8 0 0 0,-30 11-3506 0 0,1 0-1249 0 0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0:28.80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28 109 10138 0 0,'-25'14'2107'0'0,"24"-14"-2072"0"0,1 0 1 0 0,0 0-1 0 0,0 0 0 0 0,0 0 1 0 0,-1 1 532 0 0,1-1-533 0 0,0 0 1 0 0,0 0-1 0 0,0 1 1 0 0,-1-1-1 0 0,1 0 1 0 0,0 0-1 0 0,0 0 1 0 0,0 0-1 0 0,0 0 1 0 0,0 0-1 0 0,0 0 1 0 0,0 0-1 0 0,0 1 1 0 0,0-1-1 0 0,0 0 1 0 0,0 0-1 0 0,0 0 1 0 0,0 0-1 0 0,0 0 1 0 0,1 1 532 0 0,-1 0-533 0 0,0-1 1 0 0,1 0-1 0 0,16-2 1613 0 0,367-71 3864 0 0,-279 54-4897 0 0,-25 8-422 0 0,118-3 0 0 0,81 16-76 0 0,-251-1-76 0 0,31 3-64 0 0,-40-1-450 0 0,0-2 1 0 0,0 0-1 0 0,0-1 1 0 0,31-5-1 0 0,-21-6-2752 0 0,-24 6 1930 0 0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0:29.16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 10 456 0 0,'-3'-5'13463'0'0,"16"2"-9836"0"0,1 2-3875 0 0,2 3 917 0 0,1 1 0 0 0,-1 0 0 0 0,0 2-1 0 0,0 0 1 0 0,-1 0 0 0 0,20 11 0 0 0,-2 1-315 0 0,53 36 1 0 0,-77-47-332 0 0,0 0 0 0 0,-1 1 0 0 0,0 0 0 0 0,0 0 0 0 0,-1 1 0 0 0,13 16 0 0 0,-18-21-14 0 0,0 0 0 0 0,-1 0 0 0 0,1 0 0 0 0,-1 1 0 0 0,0-1 0 0 0,0 0 0 0 0,0 0 0 0 0,0 1 0 0 0,0-1 0 0 0,-1 1 0 0 0,1-1 0 0 0,-1 0 0 0 0,0 1 0 0 0,0-1 0 0 0,0 1 0 0 0,-1-1 0 0 0,1 1 1 0 0,-1-1-1 0 0,0 0 0 0 0,0 1 0 0 0,0-1 0 0 0,0 0 0 0 0,-1 0 0 0 0,1 0 0 0 0,-4 5 0 0 0,-5 5 64 0 0,0 0 0 0 0,-1-1 0 0 0,-1 0 0 0 0,0 0 0 0 0,0-1 0 0 0,-2-1 1 0 0,-16 11-1 0 0,16-12-89 0 0,0 1 1 0 0,0 1 0 0 0,1 0 0 0 0,0 1 0 0 0,1 0 0 0 0,-14 20 0 0 0,20-22-1706 0 0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0:30.75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67 48 7834 0 0,'-2'-8'1003'0'0,"1"5"-477"0"0,1 0 0 0 0,-1 0 0 0 0,0 0 0 0 0,0 0 1 0 0,0 0-1 0 0,0 0 0 0 0,-1 1 0 0 0,1-1 0 0 0,-1 0 0 0 0,0 1 0 0 0,0 0 1 0 0,-3-5-1 0 0,4 7-441 0 0,1 0 1 0 0,-1 0 0 0 0,0 0-1 0 0,1 0 1 0 0,-1 1-1 0 0,1-1 1 0 0,-1 0 0 0 0,1 0-1 0 0,-1 1 1 0 0,1-1 0 0 0,-1 0-1 0 0,1 0 1 0 0,-1 1 0 0 0,1-1-1 0 0,0 0 1 0 0,-1 1-1 0 0,1-1 1 0 0,-1 1 0 0 0,1-1-1 0 0,0 1 1 0 0,-1-1 0 0 0,1 1-1 0 0,0-1 1 0 0,0 1-1 0 0,-1-1 1 0 0,1 1 0 0 0,0-1-1 0 0,0 1 1 0 0,0-1 0 0 0,0 1-1 0 0,0-1 1 0 0,0 1 0 0 0,0 0-1 0 0,-6 22 756 0 0,6-21-723 0 0,-12 83 415 0 0,3 1 0 0 0,4-1 0 0 0,4 1 1 0 0,19 159-1 0 0,-12-202-348 0 0,19 71 0 0 0,-22-102-167 0 0,1 0-1 0 0,0-1 1 0 0,0 0-1 0 0,2 0 1 0 0,-1 0-1 0 0,1-1 1 0 0,1 1-1 0 0,0-2 1 0 0,0 1-1 0 0,1-1 0 0 0,9 9 1 0 0,-13-15-116 0 0,0 0-1 0 0,0 0 1 0 0,0 0 0 0 0,1-1 0 0 0,-1 0-1 0 0,0 0 1 0 0,1 0 0 0 0,-1-1 0 0 0,1 1-1 0 0,0-1 1 0 0,0 0 0 0 0,-1 0 0 0 0,1-1 0 0 0,0 1-1 0 0,0-1 1 0 0,0 0 0 0 0,0-1 0 0 0,-1 1-1 0 0,1-1 1 0 0,0 0 0 0 0,0 0 0 0 0,-1 0-1 0 0,1-1 1 0 0,6-2 0 0 0,3-3-978 0 0,0-1-1 0 0,0 0 1 0 0,-1-1 0 0 0,0 0-1 0 0,0-1 1 0 0,12-13 0 0 0,-5 3-493 0 0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0:31.24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23 73 10594 0 0,'-1'1'107'0'0,"0"-1"-1"0"0,0 0 1 0 0,0 1-1 0 0,-1-1 0 0 0,1 0 1 0 0,0 0-1 0 0,0 0 1 0 0,0 0-1 0 0,-1 0 0 0 0,1 0 1 0 0,0 0-1 0 0,0-1 1 0 0,0 1-1 0 0,0 0 1 0 0,-1-1-1 0 0,1 1 0 0 0,-2-1 1 0 0,3 0 23 0 0,0 1 0 0 0,0-1 0 0 0,0 1 0 0 0,0-1-1 0 0,0 0 1 0 0,0 1 0 0 0,0-1 0 0 0,0 1 0 0 0,0-1 0 0 0,1 1 0 0 0,-1-1 0 0 0,0 1 0 0 0,0 0 0 0 0,0-1 0 0 0,0 1 0 0 0,1-1 0 0 0,-1 1 0 0 0,0-1 0 0 0,1 1 0 0 0,-1 0-1 0 0,0-1 1 0 0,1 1 0 0 0,-1-1 0 0 0,0 1 0 0 0,1 0 0 0 0,0-1 0 0 0,4-4 499 0 0,1 1-1 0 0,-1 0 1 0 0,1 0 0 0 0,11-6-1 0 0,-4 4-391 0 0,0 1-1 0 0,0 0 0 0 0,1 1 0 0 0,0 1 0 0 0,0 0 0 0 0,0 0 0 0 0,0 2 1 0 0,0 0-1 0 0,0 0 0 0 0,15 2 0 0 0,-23 0-248 0 0,0 0 0 0 0,1 0 0 0 0,-1 0 0 0 0,0 1 0 0 0,0 0 0 0 0,0 0 0 0 0,0 1 0 0 0,0 0 0 0 0,0 0 0 0 0,-1 0 0 0 0,1 0 0 0 0,-1 1 0 0 0,0 0 0 0 0,0 0 0 0 0,-1 1 0 0 0,1-1 0 0 0,-1 1 0 0 0,0 0 0 0 0,0 0 0 0 0,0 0 0 0 0,-1 1 0 0 0,0-1 0 0 0,0 1 0 0 0,2 6 0 0 0,1 4-175 0 0,-2 0-1 0 0,0 0 0 0 0,-1 1 1 0 0,-1-1-1 0 0,0 31 0 0 0,4 22-750 0 0,-6-68 811 0 0,0 0 1 0 0,1 0-1 0 0,-1 0 1 0 0,1 0-1 0 0,-1 0 0 0 0,1 0 1 0 0,0 0-1 0 0,-1 0 1 0 0,1 0-1 0 0,0-1 1 0 0,0 1-1 0 0,-1 0 0 0 0,1 0 1 0 0,0-1-1 0 0,0 1 1 0 0,0 0-1 0 0,0-1 1 0 0,0 1-1 0 0,0-1 0 0 0,0 1 1 0 0,0-1-1 0 0,0 0 1 0 0,0 1-1 0 0,0-1 1 0 0,1 0-1 0 0,-1 0 0 0 0,1 0 1 0 0,40 2-1790 0 0,-27-2 984 0 0,-2 1 587 0 0,-1 0 0 0 0,-1 1 1 0 0,1 0-1 0 0,0 1 0 0 0,0 1 1 0 0,-1 0-1 0 0,0 0 0 0 0,0 1 1 0 0,21 12-1 0 0,-27-14 432 0 0,-1 1 0 0 0,0-1 0 0 0,0 1 0 0 0,0-1 1 0 0,0 1-1 0 0,-1 1 0 0 0,1-1 0 0 0,-1 0 0 0 0,0 1 0 0 0,-1 0 0 0 0,1-1 0 0 0,-1 1 0 0 0,0 0 0 0 0,0 0 0 0 0,0 1 0 0 0,-1-1 1 0 0,0 0-1 0 0,0 0 0 0 0,0 1 0 0 0,0-1 0 0 0,-1 1 0 0 0,0-1 0 0 0,0 0 0 0 0,-2 10 0 0 0,0-4 286 0 0,-1 0 0 0 0,0 0 0 0 0,-1 0 0 0 0,0 0 0 0 0,-1-1-1 0 0,0 0 1 0 0,-1 0 0 0 0,-8 12 0 0 0,0-2-253 0 0,-1-1 1 0 0,-33 31-1 0 0,36-39-831 0 0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0:31.62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12 5 1840 0 0,'-12'-3'14902'0'0,"34"3"-12500"0"0,-20 0-2252 0 0,0 0 0 0 0,0-1 0 0 0,0 1 1 0 0,0 0-1 0 0,0 0 0 0 0,0 0 0 0 0,0 0 1 0 0,0 1-1 0 0,0-1 0 0 0,0 0 0 0 0,0 1 1 0 0,0 0-1 0 0,3 0 0 0 0,4 5 15 0 0,1 0 0 0 0,-1 1 0 0 0,-1 0 0 0 0,1 0 0 0 0,-1 1 0 0 0,0-1 0 0 0,-1 2 0 0 0,0-1-1 0 0,0 1 1 0 0,6 13 0 0 0,8 15-124 0 0,22 50 0 0 0,-39-78 4 0 0,15 34-3 0 0,-2 0 1 0 0,-2 0-1 0 0,-2 2 1 0 0,-2 0-1 0 0,7 54 0 0 0,-16-77-2 0 0,0 1 0 0 0,-2 0 0 0 0,0-1 0 0 0,-2 1-1 0 0,0-1 1 0 0,-2 1 0 0 0,0-1 0 0 0,-2 0 0 0 0,0 0-1 0 0,-1-1 1 0 0,-2 0 0 0 0,-16 32 0 0 0,-3-11 135 0 0,-5 9-3020 0 0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0:31.97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64 0 6449 0 0,'-16'3'-888'0'0,"12"-2"1563"0"0,0-1 0 0 0,0 1 0 0 0,0 0 0 0 0,0 0 0 0 0,0 1 0 0 0,0-1 0 0 0,-5 4 0 0 0,8-5-437 0 0,0 1-1 0 0,0 0 0 0 0,0 0 0 0 0,1 0 0 0 0,-1 0 0 0 0,0 0 0 0 0,1 0 1 0 0,-1 0-1 0 0,0 0 0 0 0,1 0 0 0 0,-1 0 0 0 0,1 0 0 0 0,0 0 1 0 0,-1 1-1 0 0,1-1 0 0 0,0 0 0 0 0,0 0 0 0 0,-1 0 0 0 0,1 1 1 0 0,0-1-1 0 0,0 0 0 0 0,1 0 0 0 0,-1 0 0 0 0,0 1 0 0 0,0-1 0 0 0,0 0 1 0 0,1 0-1 0 0,-1 0 0 0 0,1 0 0 0 0,0 2 0 0 0,13 38 1498 0 0,16 49-262 0 0,27 132-1 0 0,-36-92-1521 0 0,-9-49-384 0 0,3 0 0 0 0,39 121 0 0 0,-50-191-544 0 0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0:32.17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22 147 5065 0 0,'-1'0'182'0'0,"0"0"1"0"0,-1-1-1 0 0,1 1 1 0 0,0-1-1 0 0,0 0 0 0 0,0 1 1 0 0,0-1-1 0 0,0 0 1 0 0,0 0-1 0 0,0 1 0 0 0,0-1 1 0 0,0 0-1 0 0,0 0 1 0 0,0 0-1 0 0,1 0 0 0 0,-1 0 1 0 0,0 0-1 0 0,1-1 1 0 0,-1 1-1 0 0,1 0 0 0 0,-1 0 1 0 0,1 0-1 0 0,-1 0 1 0 0,1-1-1 0 0,0-1 0 0 0,0 0 108 0 0,0 0-1 0 0,0 1 1 0 0,1-1-1 0 0,-1 0 1 0 0,1 1-1 0 0,0-1 1 0 0,0 1-1 0 0,0-1 1 0 0,0 1-1 0 0,0 0 1 0 0,4-5-1 0 0,0 0 181 0 0,0 0 0 0 0,0 0 0 0 0,1 1 0 0 0,0 0 0 0 0,1 0 0 0 0,0 0 0 0 0,8-5 0 0 0,-5 6-203 0 0,-1 0-1 0 0,1 0 1 0 0,-1 1-1 0 0,20-5 1 0 0,6 6-1141 0 0,-31 4 247 0 0,-1-1 1 0 0,1 1 0 0 0,0 0 0 0 0,-1 0 0 0 0,1 0 0 0 0,-1 1 0 0 0,6 2 0 0 0,5 5-4751 0 0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0:32.39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 63 10594 0 0,'0'1'49'0'0,"0"-1"-1"0"0,0 1 1 0 0,-1 0-1 0 0,1-1 1 0 0,0 1 0 0 0,0 0-1 0 0,0-1 1 0 0,0 1-1 0 0,0 0 1 0 0,0-1-1 0 0,0 1 1 0 0,0 0-1 0 0,0-1 1 0 0,0 1 0 0 0,0 0-1 0 0,1-1 1 0 0,-1 1-1 0 0,0-1 1 0 0,0 1-1 0 0,1 0 1 0 0,-1-1-1 0 0,0 1 1 0 0,1-1-1 0 0,-1 1 1 0 0,0-1 0 0 0,1 1-1 0 0,-1-1 1 0 0,1 1-1 0 0,-1-1 1 0 0,1 1-1 0 0,-1-1 1 0 0,2 1-1 0 0,22-3 1507 0 0,-17 1-1255 0 0,16-5 223 0 0,-1 0 0 0 0,0-2 0 0 0,32-16 0 0 0,12-4-6032 0 0,-47 20 3557 0 0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0:32.82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95 17 11058 0 0,'-6'4'222'0'0,"1"0"1"0"0,-1 0-1 0 0,1 0 0 0 0,1 1 0 0 0,-1 0 0 0 0,1 0 0 0 0,-1 0 0 0 0,2 0 0 0 0,-1 1 0 0 0,0 0 0 0 0,1-1 0 0 0,0 1 0 0 0,-3 10 0 0 0,-1 2 29 0 0,1 0-1 0 0,1 0 0 0 0,-5 29 1 0 0,8-35-237 0 0,1 1 0 0 0,1 0 0 0 0,0 0 0 0 0,0-1 1 0 0,1 1-1 0 0,1 0 0 0 0,0-1 0 0 0,1 1 0 0 0,8 22 0 0 0,-9-31 53 0 0,-1 0 0 0 0,1-1 0 0 0,-1 1 0 0 0,1-1-1 0 0,1 1 1 0 0,-1-1 0 0 0,0 0 0 0 0,1 0-1 0 0,-1 0 1 0 0,1 0 0 0 0,0 0 0 0 0,0 0 0 0 0,0-1-1 0 0,0 1 1 0 0,1-1 0 0 0,-1 0 0 0 0,1 0-1 0 0,-1 0 1 0 0,1-1 0 0 0,0 1 0 0 0,0-1 0 0 0,-1 0-1 0 0,1 0 1 0 0,0 0 0 0 0,0-1 0 0 0,0 1-1 0 0,0-1 1 0 0,0 0 0 0 0,0 0 0 0 0,0 0 0 0 0,0-1-1 0 0,0 0 1 0 0,0 1 0 0 0,0-1 0 0 0,4-2-1 0 0,1-1 110 0 0,0 0-1 0 0,0 0 0 0 0,0-1 1 0 0,-1 0-1 0 0,1 0 0 0 0,-1-1 0 0 0,-1 0 1 0 0,1-1-1 0 0,-1 1 0 0 0,0-2 1 0 0,-1 1-1 0 0,0-1 0 0 0,0 0 1 0 0,0 0-1 0 0,7-15 0 0 0,-8 13-32 0 0,0 0 0 0 0,0-1 0 0 0,-1 1 0 0 0,0-1 0 0 0,-1 0 0 0 0,0 0 0 0 0,-1-1 0 0 0,0 1 0 0 0,-1 0 0 0 0,0-1 0 0 0,-1 1 0 0 0,0-1 0 0 0,-3-14 0 0 0,1 20-117 0 0,1 1 1 0 0,-1-1-1 0 0,-1 0 1 0 0,1 1-1 0 0,-1-1 1 0 0,0 1-1 0 0,0 0 1 0 0,0 0-1 0 0,-1 0 1 0 0,0 1-1 0 0,0-1 1 0 0,0 1-1 0 0,0 0 1 0 0,-1 0-1 0 0,-9-6 1 0 0,6 5-405 0 0,0 0 0 0 0,-1 0 1 0 0,1 1-1 0 0,-1 0 0 0 0,0 1 1 0 0,0 0-1 0 0,-1 1 0 0 0,1 0 1 0 0,-12-2-1 0 0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0:33.26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50 10138 0 0,'5'5'905'0'0,"-2"-3"-508"0"0,0 1 0 0 0,0 0 0 0 0,0 0 0 0 0,-1 0 0 0 0,1 0 0 0 0,-1 0 0 0 0,0 0 0 0 0,0 1 0 0 0,0-1 0 0 0,0 1 0 0 0,0 0 0 0 0,-1-1 0 0 0,0 1 0 0 0,0 0 0 0 0,0 0 0 0 0,1 5 0 0 0,2 37 1423 0 0,-3-25-1350 0 0,1 0 0 0 0,5 26 0 0 0,-5-42-609 0 0,-1 0-1 0 0,0 0 1 0 0,1 0-1 0 0,0 0 1 0 0,0 0-1 0 0,1-1 1 0 0,-1 1-1 0 0,1-1 1 0 0,0 1-1 0 0,0-1 1 0 0,1 0-1 0 0,-1 0 0 0 0,1-1 1 0 0,4 5-1 0 0,-7-8-8 0 0,0 1 0 0 0,0-1 0 0 0,0 1-1 0 0,0-1 1 0 0,1 1 0 0 0,-1-1 0 0 0,0 0 0 0 0,0 1-1 0 0,0-1 1 0 0,0 0 0 0 0,0 0 0 0 0,0 0-1 0 0,1 0 1 0 0,-1 0 0 0 0,0 0 0 0 0,0 0-1 0 0,0 0 1 0 0,0 0 0 0 0,0-1 0 0 0,1 1 0 0 0,-1 0-1 0 0,0-1 1 0 0,0 1 0 0 0,0-1 0 0 0,0 1-1 0 0,0-1 1 0 0,0 0 0 0 0,0 1 0 0 0,0-1 0 0 0,-1 0-1 0 0,1 0 1 0 0,0 0 0 0 0,0 1 0 0 0,0-1-1 0 0,-1 0 1 0 0,1 0 0 0 0,-1 0 0 0 0,1 0-1 0 0,0-2 1 0 0,5-6-416 0 0,-1-1 0 0 0,0 0 0 0 0,4-13-1 0 0,-4 10 66 0 0,15-30-1654 0 0,24-40 1 0 0,-36 70 1465 0 0,1 0 1 0 0,0 1-1 0 0,0-1 0 0 0,2 2 1 0 0,-1-1-1 0 0,25-19 0 0 0,-9 18-299 0 0,-25 13 1133 0 0,0 0 1 0 0,0 0 0 0 0,0-1 0 0 0,0 1 0 0 0,0 0 0 0 0,0 0 0 0 0,0 0 0 0 0,0 0 0 0 0,0 0 0 0 0,0 1-1 0 0,1-1 1 0 0,-1 0 0 0 0,0 0 0 0 0,0 1 0 0 0,1 0 0 0 0,0 0 297 0 0,0 1 0 0 0,-1-1-1 0 0,1 1 1 0 0,-1 0 0 0 0,1 0 0 0 0,-1 0 0 0 0,0 0 0 0 0,0 0-1 0 0,0 0 1 0 0,0 0 0 0 0,0 0 0 0 0,0 0 0 0 0,0 0 0 0 0,-1 1-1 0 0,1-1 1 0 0,-1 0 0 0 0,0 0 0 0 0,1 4 0 0 0,5 77 6269 0 0,-5-56-6930 0 0,8 48 0 0 0,-5-56-5988 0 0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0:33.56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0 7370 0 0,'9'5'8617'0'0,"2"8"-4724"0"0,7 18-2686 0 0,-12-20-344 0 0,16 28-57 0 0,-1 2-1 0 0,27 79 1 0 0,-40-95-828 0 0,-1 1-1 0 0,-1 0 1 0 0,-1 0 0 0 0,-1 0 0 0 0,-2 1 0 0 0,0 33 0 0 0,-5-35-537 0 0,-4-9-2606 0 0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0:33.73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7 177 1376 0 0,'0'0'40'0'0,"0"0"1"0"0,-1 0-1 0 0,1 1 0 0 0,0-1 0 0 0,0 0 0 0 0,0 0 0 0 0,0 0 0 0 0,-1 0 0 0 0,1 0 0 0 0,0 0 1 0 0,0 0-1 0 0,0 0 0 0 0,-1 0 0 0 0,1 0 0 0 0,0 0 0 0 0,0 0 0 0 0,0 0 0 0 0,-1 0 1 0 0,1-1-1 0 0,0 1 0 0 0,0 0 0 0 0,0 0 0 0 0,0 0 0 0 0,-1 0 0 0 0,1 0 0 0 0,0 0 1 0 0,0 0-1 0 0,0 0 0 0 0,0-1 0 0 0,0 1 0 0 0,-1 0 0 0 0,1 0 0 0 0,0 0 0 0 0,0 0 0 0 0,0 0 1 0 0,0-1-1 0 0,0 1 0 0 0,0 0 0 0 0,0 0 0 0 0,0 0 0 0 0,0-1 0 0 0,-1 1 0 0 0,1 0 1 0 0,0 0-1 0 0,0 0 0 0 0,0 0 0 0 0,0-1 0 0 0,0 1 0 0 0,0 0 0 0 0,9-11 3032 0 0,17-8 164 0 0,-25 18-3360 0 0,33-21 1612 0 0,47-22-1 0 0,-39 24-2169 0 0,1 3 0 0 0,58-16 1 0 0,-80 27 627 0 0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0:36.06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 14283 0 0,'11'0'6327'0'0,"-10"1"-6201"0"0,12 9 895 0 0,-5 3-830 0 0,-2-1 1 0 0,1 1 0 0 0,-1 0 0 0 0,-1 0 0 0 0,-1 1 0 0 0,0 0-1 0 0,0 0 1 0 0,1 15 0 0 0,6 119 93 0 0,-9-110-235 0 0,0 13-100 0 0,-2-12-343 0 0,3 0 1 0 0,8 46-1 0 0,-5-62-320 0 0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0:36.53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201 52 5065 0 0,'-15'-19'5963'0'0,"13"15"-5133"0"0,-1 1-1 0 0,1 0 1 0 0,-1 0-1 0 0,0-1 1 0 0,0 1-1 0 0,0 1 1 0 0,-5-5-1 0 0,6 6-727 0 0,1 1 0 0 0,0-1-1 0 0,-1 1 1 0 0,1-1-1 0 0,-1 1 1 0 0,1 0-1 0 0,-1 0 1 0 0,1 0 0 0 0,0 0-1 0 0,-1 0 1 0 0,1 0-1 0 0,-1 0 1 0 0,1 0-1 0 0,-1 0 1 0 0,1 1 0 0 0,-1-1-1 0 0,1 0 1 0 0,0 1-1 0 0,-1-1 1 0 0,1 1-1 0 0,0 0 1 0 0,-1 0 0 0 0,1-1-1 0 0,0 1 1 0 0,0 0-1 0 0,0 0 1 0 0,-2 1-1 0 0,-6 7 33 0 0,0 0 0 0 0,0 0 1 0 0,1 0-1 0 0,0 1 0 0 0,0 1 0 0 0,-11 20 0 0 0,8-8-52 0 0,0 0 0 0 0,-11 35 0 0 0,21-53-95 0 0,0-1 1 0 0,0 0-1 0 0,0 1 1 0 0,1-1-1 0 0,-1 1 1 0 0,1-1-1 0 0,0 1 1 0 0,1-1-1 0 0,-1 0 1 0 0,1 1-1 0 0,0-1 1 0 0,2 7-1 0 0,-3-10-21 0 0,0 0-1 0 0,1 0 0 0 0,-1 0 1 0 0,1 0-1 0 0,-1-1 1 0 0,1 1-1 0 0,0 0 0 0 0,-1 0 1 0 0,1 0-1 0 0,0 0 1 0 0,0-1-1 0 0,-1 1 1 0 0,1 0-1 0 0,0-1 0 0 0,0 1 1 0 0,0-1-1 0 0,0 1 1 0 0,0-1-1 0 0,0 1 1 0 0,0-1-1 0 0,1 1 0 0 0,0-1-56 0 0,0 0-1 0 0,0 0 1 0 0,0-1 0 0 0,0 1-1 0 0,0 0 1 0 0,0-1-1 0 0,-1 1 1 0 0,1-1-1 0 0,0 0 1 0 0,0 1-1 0 0,-1-1 1 0 0,1 0 0 0 0,0 0-1 0 0,-1 0 1 0 0,1 0-1 0 0,2-3 1 0 0,4-4-416 0 0,1 0 0 0 0,-1 0 1 0 0,0-1-1 0 0,-1 0 0 0 0,0-1 1 0 0,9-16-1 0 0,28-67-259 0 0,-30 61 2158 0 0,-14 32-1286 0 0,1-1 0 0 0,-1 0-1 0 0,0 1 1 0 0,1-1 0 0 0,-1 1-1 0 0,0-1 1 0 0,1 1 0 0 0,-1-1 0 0 0,0 1-1 0 0,1-1 1 0 0,-1 1 0 0 0,1-1-1 0 0,-1 1 1 0 0,1 0 0 0 0,-1-1 0 0 0,1 1-1 0 0,-1 0 1 0 0,1-1 0 0 0,0 1-1 0 0,-1 0 1 0 0,1 0 0 0 0,-1-1-1 0 0,1 1 1 0 0,0 0 0 0 0,-1 0 0 0 0,1 0-1 0 0,0 0 1 0 0,-1 0 0 0 0,1 0-1 0 0,-1 0 1 0 0,1 0 0 0 0,0 0 0 0 0,-1 0-1 0 0,1 0 1 0 0,0 0 0 0 0,-1 1-1 0 0,1-1 1 0 0,-1 0 0 0 0,1 0 0 0 0,0 1-1 0 0,-1-1 1 0 0,1 0 0 0 0,-1 1-1 0 0,1-1 1 0 0,-1 1 0 0 0,1-1 0 0 0,-1 1-1 0 0,0-1 1 0 0,1 0 0 0 0,0 2-1 0 0,29 33 586 0 0,-19-20-455 0 0,-1-5-234 0 0,1 0 1 0 0,0 0 0 0 0,21 13-1 0 0,17 3-2901 0 0,-32-19-4269 0 0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0:36.83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 39 7370 0 0,'0'0'36'0'0,"0"0"0"0"0,0 0 0 0 0,0 0 0 0 0,0 0 0 0 0,0 0 0 0 0,0 0 1 0 0,-1 0-1 0 0,1 0 0 0 0,0 0 0 0 0,0 0 0 0 0,0-1 0 0 0,0 1 1 0 0,0 0-1 0 0,0 0 0 0 0,0 0 0 0 0,-1 0 0 0 0,1 0 0 0 0,0 0 0 0 0,0 0 1 0 0,0 0-1 0 0,0 0 0 0 0,0-1 0 0 0,0 1 0 0 0,0 0 0 0 0,0 0 1 0 0,0 0-1 0 0,0 0 0 0 0,0 0 0 0 0,0 0 0 0 0,0 0 0 0 0,0-1 0 0 0,0 1 1 0 0,0 0-1 0 0,0 0 0 0 0,0 0 0 0 0,0 0 0 0 0,0 0 0 0 0,0 0 1 0 0,0-1-1 0 0,0 1 0 0 0,0 0 0 0 0,0 0 0 0 0,0 0 0 0 0,0 0 0 0 0,0 0 1 0 0,0 0-1 0 0,0-1 0 0 0,0 1 0 0 0,0 0 0 0 0,0 0 0 0 0,0 0 0 0 0,1 0 1 0 0,-1 0-1 0 0,0 0 0 0 0,0 0 0 0 0,10-5 1655 0 0,14-1 827 0 0,-19 7-2235 0 0,1 0-1 0 0,-1 0 1 0 0,1 0 0 0 0,0 0 0 0 0,-1 1-1 0 0,0 0 1 0 0,1 0 0 0 0,-1 1-1 0 0,0-1 1 0 0,0 1 0 0 0,-1 0 0 0 0,1 0-1 0 0,0 1 1 0 0,-1-1 0 0 0,0 1-1 0 0,0 0 1 0 0,0 1 0 0 0,0-1 0 0 0,2 5-1 0 0,0-2-164 0 0,-2 0 0 0 0,1 0 0 0 0,-1 1-1 0 0,0-1 1 0 0,-1 1 0 0 0,0 0 0 0 0,0 0 0 0 0,-1 0-1 0 0,0 0 1 0 0,0 0 0 0 0,0 1 0 0 0,-1 8-1 0 0,-2-43 1207 0 0,-1 6-1769 0 0,1-1 0 0 0,3-25 1 0 0,7-6-5850 0 0,-1 26 52 0 0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0:37.33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238 26 3681 0 0,'-2'-3'394'0'0,"0"1"0"0"0,0 0-1 0 0,0 0 1 0 0,-1 0 0 0 0,1 0 0 0 0,-1 1 0 0 0,1-1 0 0 0,-1 0 0 0 0,0 1-1 0 0,0 0 1 0 0,0 0 0 0 0,1 0 0 0 0,-1 0 0 0 0,0 0 0 0 0,0 1 0 0 0,-1-1-1 0 0,1 1 1 0 0,0 0 0 0 0,0 0 0 0 0,0 0 0 0 0,-3 0 0 0 0,1 2 13 0 0,0-1 0 0 0,0 1 0 0 0,1 0 0 0 0,-1 0 0 0 0,1 0 0 0 0,0 1 1 0 0,-1-1-1 0 0,1 1 0 0 0,0 0 0 0 0,0 0 0 0 0,-6 8 0 0 0,-5 6 116 0 0,1 2 1 0 0,0 0-1 0 0,1 1 0 0 0,-13 27 0 0 0,19-34-399 0 0,1 1 0 0 0,0-1 0 0 0,-3 16 0 0 0,8-27-146 0 0,0 1-1 0 0,0-1 1 0 0,0 1 0 0 0,1-1 0 0 0,-1 1-1 0 0,1-1 1 0 0,0 1 0 0 0,-1-1-1 0 0,1 1 1 0 0,0-1 0 0 0,1 1-1 0 0,-1 0 1 0 0,0-1 0 0 0,1 1-1 0 0,0-1 1 0 0,-1 0 0 0 0,1 1-1 0 0,0-1 1 0 0,0 1 0 0 0,0-1-1 0 0,1 0 1 0 0,-1 0 0 0 0,0 0 0 0 0,1 0-1 0 0,3 4 1 0 0,-3-5-95 0 0,-1 0-1 0 0,1-1 1 0 0,0 1-1 0 0,0 0 1 0 0,-1-1 0 0 0,1 0-1 0 0,0 1 1 0 0,0-1-1 0 0,0 0 1 0 0,-1 0 0 0 0,1 0-1 0 0,0 0 1 0 0,0 0-1 0 0,0 0 1 0 0,0-1 0 0 0,-1 1-1 0 0,1-1 1 0 0,0 1 0 0 0,0-1-1 0 0,-1 0 1 0 0,1 0-1 0 0,0 1 1 0 0,-1-1 0 0 0,1 0-1 0 0,-1 0 1 0 0,1-1-1 0 0,-1 1 1 0 0,0 0 0 0 0,1 0-1 0 0,-1-1 1 0 0,0 1 0 0 0,2-3-1 0 0,5-6-492 0 0,0 0 1 0 0,-1 0-1 0 0,8-14 0 0 0,-14 23 584 0 0,23-52-572 0 0,-21 43 970 0 0,0 1 0 0 0,1 0 0 0 0,1-1-1 0 0,0 2 1 0 0,0-1 0 0 0,0 0 0 0 0,1 1 0 0 0,9-9 0 0 0,-14 16-235 0 0,0 0 1 0 0,0 0-1 0 0,0 1 1 0 0,0-1-1 0 0,0 0 1 0 0,0 1-1 0 0,0-1 1 0 0,0 0 0 0 0,0 1-1 0 0,1 0 1 0 0,-1-1-1 0 0,0 1 1 0 0,0 0-1 0 0,1-1 1 0 0,-1 1-1 0 0,0 0 1 0 0,0 0-1 0 0,1 0 1 0 0,-1 0-1 0 0,0 0 1 0 0,0 0-1 0 0,1 1 1 0 0,1-1-1 0 0,-1 2 16 0 0,1-1 0 0 0,-1 0 0 0 0,1 0 0 0 0,-1 1 0 0 0,0 0 0 0 0,0-1 0 0 0,1 1 0 0 0,-1 0 0 0 0,0 0 0 0 0,2 3 0 0 0,2 3 13 0 0,0 0 1 0 0,-1 1 0 0 0,0 0 0 0 0,-1 0 0 0 0,5 10 0 0 0,-2 2-189 0 0,-1-1 0 0 0,-1 1 1 0 0,0 0-1 0 0,-2 0 0 0 0,0 1 0 0 0,-2-1 1 0 0,0 1-1 0 0,-1-1 0 0 0,-1 1 1 0 0,-1-1-1 0 0,-2 0 0 0 0,0 0 0 0 0,-8 27 1 0 0,10-42-184 0 0,-1 0 0 0 0,0 0 1 0 0,0 0-1 0 0,0-1 1 0 0,-1 0-1 0 0,-4 6 1 0 0,-9 3-5869 0 0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0:37.73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0 364 5529 0 0,'22'-20'7270'0'0,"44"-17"-3953"0"0,-34 21-2365 0 0,-1-2 0 0 0,-2-1 0 0 0,36-28 1 0 0,-59 41-916 0 0,1 0 0 0 0,-1 0 0 0 0,0 0 0 0 0,0-1 0 0 0,-1 0 0 0 0,1 0 0 0 0,-2-1 0 0 0,1 1 0 0 0,-1-1 0 0 0,0 0 0 0 0,-1 0 0 0 0,0-1 0 0 0,0 1 0 0 0,-1-1 0 0 0,0 1 0 0 0,0-1 0 0 0,-1 0 0 0 0,0-9 0 0 0,0 16-37 0 0,-1-1-1 0 0,0 1 1 0 0,0-1-1 0 0,0 1 1 0 0,-1 0-1 0 0,1-1 1 0 0,-1 1-1 0 0,1 0 1 0 0,-1-1-1 0 0,0 1 1 0 0,0 0-1 0 0,0 0 1 0 0,0-1-1 0 0,0 1 1 0 0,0 0-1 0 0,-1 0 1 0 0,1 0-1 0 0,-3-2 1 0 0,2 3 22 0 0,1 0 1 0 0,-1 0-1 0 0,1 0 1 0 0,-1 1-1 0 0,0-1 1 0 0,1 0-1 0 0,-1 1 1 0 0,0-1-1 0 0,0 1 1 0 0,1 0-1 0 0,-1 0 1 0 0,0-1-1 0 0,0 1 1 0 0,0 0-1 0 0,1 0 1 0 0,-1 1-1 0 0,0-1 1 0 0,0 0-1 0 0,-1 1 1 0 0,-3 1 30 0 0,1 0 0 0 0,0 0 0 0 0,0 0 0 0 0,1 0 0 0 0,-1 1 0 0 0,0 0 0 0 0,1 0 0 0 0,0 0 0 0 0,0 0 0 0 0,0 1 0 0 0,0 0 0 0 0,0 0 0 0 0,1 0 0 0 0,-1 0 0 0 0,-3 6 0 0 0,2 1 2 0 0,1-1 0 0 0,0 1 0 0 0,0 0 0 0 0,1 0 0 0 0,1 0 0 0 0,0 1 0 0 0,0-1 0 0 0,1 1 0 0 0,0-1 0 0 0,1 1 0 0 0,1-1 0 0 0,0 1 0 0 0,0-1 0 0 0,1 0 0 0 0,0 1 0 0 0,1-1 0 0 0,1 0 0 0 0,4 11 0 0 0,-5-15-30 0 0,0 0 1 0 0,0 0-1 0 0,1-1 1 0 0,0 0-1 0 0,0 1 1 0 0,1-1-1 0 0,-1-1 1 0 0,1 1-1 0 0,0-1 1 0 0,1 0-1 0 0,-1 0 1 0 0,1 0-1 0 0,0-1 1 0 0,0 0-1 0 0,1 0 1 0 0,-1 0-1 0 0,1-1 1 0 0,0 0-1 0 0,0-1 1 0 0,0 1-1 0 0,0-1 1 0 0,0 0-1 0 0,1-1 1 0 0,-1 0-1 0 0,0 0 1 0 0,1-1-1 0 0,-1 0 1 0 0,14-1-1 0 0,10-5-101 0 0,3-3-224 0 0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7:39.87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85 115 1840 0 0,'-22'-39'1729'0'0,"19"31"-1007"0"0,-1 0 1 0 0,0 1-1 0 0,0-1 1 0 0,-1 1-1 0 0,0 0 1 0 0,0 1 0 0 0,0-1-1 0 0,-1 1 1 0 0,-14-5 3704 0 0,20 11-4348 0 0,-1 13 1433 0 0,5 20-1103 0 0,-3-28 17 0 0,78 437 613 0 0,-77-431-1395 0 0,2 0 0 0 0,-1 0 1 0 0,1-1-1 0 0,1 1 0 0 0,0-1 0 0 0,0 0 0 0 0,1 0 1 0 0,11 12-1 0 0,-9-13-779 0 0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7:40.28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65 416 1840 0 0,'-7'-7'849'0'0,"0"0"-1"0"0,0 0 0 0 0,1 0 0 0 0,0-1 0 0 0,0 0 0 0 0,0-1 1 0 0,1 1-1 0 0,1-1 0 0 0,-7-16 0 0 0,11 25-698 0 0,1-1 0 0 0,-1 1-1 0 0,1 0 1 0 0,-1-1 0 0 0,1 1 0 0 0,-1 0-1 0 0,1 0 1 0 0,-1-1 0 0 0,1 1-1 0 0,-1 0 1 0 0,1 0 0 0 0,-1 0 0 0 0,1 0-1 0 0,-1 0 1 0 0,1 0 0 0 0,0-1 0 0 0,-1 1-1 0 0,1 1 1 0 0,-1-1 0 0 0,1 0-1 0 0,-1 0 1 0 0,1 0 0 0 0,-1 0 0 0 0,1 0-1 0 0,-1 0 1 0 0,1 0 0 0 0,0 1 0 0 0,-1-1-1 0 0,0 0 1 0 0,1 1 0 0 0,-1-1-1 0 0,1 0 1 0 0,0 1 0 0 0,28 10 460 0 0,-25-10-352 0 0,91 43 953 0 0,-65-28-1123 0 0,0-2-1 0 0,37 12 1 0 0,-56-23-31 0 0,-1 0-1 0 0,0-1 1 0 0,1 0 0 0 0,-1-1 0 0 0,1 0 0 0 0,-1-1 0 0 0,1 0 0 0 0,-1-1 0 0 0,1 0 0 0 0,-1 0-1 0 0,11-4 1 0 0,-18 5 27 0 0,-1-1-1 0 0,0 0 1 0 0,1 0 0 0 0,-1-1-1 0 0,0 1 1 0 0,0 0-1 0 0,0-1 1 0 0,0 1 0 0 0,0-1-1 0 0,0 1 1 0 0,-1-1-1 0 0,1 0 1 0 0,0 0-1 0 0,-1 0 1 0 0,0 0 0 0 0,1 0-1 0 0,-1 0 1 0 0,0 0-1 0 0,0 0 1 0 0,0-1-1 0 0,0 1 1 0 0,0 0 0 0 0,-1-1-1 0 0,1 1 1 0 0,-1-1-1 0 0,1 1 1 0 0,-1-1 0 0 0,0 1-1 0 0,0-1 1 0 0,-1-4-1 0 0,0-8 236 0 0,-1 0 0 0 0,-1 0 0 0 0,-8-28 0 0 0,7 29-290 0 0,-13-44 194 0 0,7 28-310 0 0,2 1 0 0 0,1-2 0 0 0,1 1 1 0 0,-3-49-1 0 0,12 64-2903 0 0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7:40.66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97 45 4609 0 0,'3'-20'27'0'0,"-3"19"239"0"0,0-1 0 0 0,-1 1 1 0 0,1 0-1 0 0,0 0 0 0 0,0-1 1 0 0,-1 1-1 0 0,1 0 0 0 0,0 0 0 0 0,-1-1 1 0 0,1 1-1 0 0,-1 0 0 0 0,0 0 1 0 0,1 0-1 0 0,-1 0 0 0 0,-1-2 1 0 0,2 3-87 0 0,-1 0 0 0 0,1-1 1 0 0,-1 1-1 0 0,1 0 0 0 0,-1-1 1 0 0,1 1-1 0 0,-1 0 0 0 0,0-1 1 0 0,1 1-1 0 0,-1 0 0 0 0,1 0 1 0 0,-1 0-1 0 0,0-1 0 0 0,1 1 1 0 0,-1 0-1 0 0,0 0 0 0 0,1 0 1 0 0,-1 0-1 0 0,0 0 0 0 0,1 0 1 0 0,-1 1-1 0 0,0-1 1 0 0,-1 1-43 0 0,0-1 0 0 0,0 1 0 0 0,0 0 0 0 0,0 0 0 0 0,1 0 0 0 0,-1 0 0 0 0,1 1 0 0 0,-1-1 0 0 0,1 0 0 0 0,-3 4 0 0 0,-3 3 49 0 0,1 1 0 0 0,0 0 0 0 0,1 0 0 0 0,0 1 0 0 0,0-1 0 0 0,1 1 0 0 0,1 0 0 0 0,0 1 1 0 0,0-1-1 0 0,0 1 0 0 0,2-1 0 0 0,-2 16 0 0 0,1 3-161 0 0,2 1 0 0 0,0-1 0 0 0,7 38 1 0 0,-6-59-17 0 0,0 0 0 0 0,1 0 0 0 0,0 0 0 0 0,0 0 0 0 0,1 0 0 0 0,0 0 0 0 0,0-1 0 0 0,1 0 1 0 0,0 1-1 0 0,0-2 0 0 0,1 1 0 0 0,0 0 0 0 0,0-1 0 0 0,7 7 0 0 0,-7-9-3 0 0,-1-1 1 0 0,1 1-1 0 0,0-1 0 0 0,1 0 0 0 0,-1-1 1 0 0,0 1-1 0 0,1-1 0 0 0,0 0 0 0 0,-1 0 0 0 0,1-1 1 0 0,0 1-1 0 0,0-1 0 0 0,0-1 0 0 0,0 1 1 0 0,0-1-1 0 0,0 0 0 0 0,0 0 0 0 0,0-1 1 0 0,11-2-1 0 0,-6 0 164 0 0,0 0 0 0 0,-1 0 0 0 0,0-1 0 0 0,1-1 0 0 0,-1 0 1 0 0,-1 0-1 0 0,1-1 0 0 0,-1 0 0 0 0,0 0 0 0 0,0-1 0 0 0,9-10 1 0 0,7-9-379 0 0,-1-2 0 0 0,21-32 1 0 0,-2 3-5042 0 0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7:50.01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136 418 4145 0 0,'-14'-4'1003'0'0,"1"-1"1"0"0,0 0 0 0 0,-21-10-1 0 0,29 12-521 0 0,0 0 1 0 0,0 0-1 0 0,0-1 0 0 0,0 1 0 0 0,0-1 0 0 0,1 0 0 0 0,-1 0 0 0 0,1-1 1 0 0,0 1-1 0 0,-6-10 0 0 0,9 13-310 0 0,1 0 1 0 0,-1 0 0 0 0,1-1-1 0 0,-1 1 1 0 0,1 0-1 0 0,-1 0 1 0 0,1 0-1 0 0,0 0 1 0 0,-1 0 0 0 0,1 0-1 0 0,0-1 1 0 0,0 1-1 0 0,0 0 1 0 0,0 0-1 0 0,0 0 1 0 0,0 0-1 0 0,0-1 1 0 0,1 0 0 0 0,-1 1-80 0 0,1 1 1 0 0,-1-1 0 0 0,1 1 0 0 0,-1 0 0 0 0,0-1 0 0 0,1 1-1 0 0,-1-1 1 0 0,1 1 0 0 0,-1 0 0 0 0,1-1 0 0 0,-1 1-1 0 0,1 0 1 0 0,0 0 0 0 0,-1-1 0 0 0,1 1 0 0 0,-1 0 0 0 0,1 0-1 0 0,0 0 1 0 0,-1 0 0 0 0,1 0 0 0 0,-1 0 0 0 0,1 0-1 0 0,1 0 1 0 0,2 0 21 0 0,0 1 0 0 0,-1-1 1 0 0,1 1-1 0 0,0 0 0 0 0,0 0 0 0 0,-1 1 0 0 0,1-1 0 0 0,0 1 0 0 0,3 2 0 0 0,33 25 78 0 0,-1 2 0 0 0,56 58 1 0 0,-6-5-38 0 0,-88-82-137 0 0,1 0-1 0 0,0-1 1 0 0,-1 1-1 0 0,1-1 1 0 0,0 1-1 0 0,0-1 1 0 0,0 0-1 0 0,0 0 1 0 0,0 0-1 0 0,0 0 1 0 0,1 0-1 0 0,-1 0 1 0 0,5 0-1 0 0,-7-1 6 0 0,1 0 0 0 0,-1 0-1 0 0,0 0 1 0 0,1 0 0 0 0,-1 0-1 0 0,1-1 1 0 0,-1 1-1 0 0,1 0 1 0 0,-1 0 0 0 0,0-1-1 0 0,1 1 1 0 0,-1 0 0 0 0,0-1-1 0 0,1 1 1 0 0,-1 0-1 0 0,0-1 1 0 0,1 1 0 0 0,-1 0-1 0 0,0-1 1 0 0,0 1 0 0 0,0-1-1 0 0,1 1 1 0 0,-1 0 0 0 0,0-1-1 0 0,3-21 554 0 0,-6-55-101 0 0,-16-87-1 0 0,8 88-1047 0 0,0-88 0 0 0,11 160 234 0 0,0-1-1 0 0,0 1 1 0 0,0-1-1 0 0,0 1 0 0 0,1 0 1 0 0,0-1-1 0 0,0 1 1 0 0,0-1-1 0 0,1 1 1 0 0,-1 0-1 0 0,4-6 1 0 0,0 5-1551 0 0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7:50.80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210 272 6913 0 0,'-4'-4'360'0'0,"0"0"0"0"0,0 1 0 0 0,0-1-1 0 0,0 1 1 0 0,-1 0 0 0 0,1 0 0 0 0,-1 1-1 0 0,0-1 1 0 0,0 1 0 0 0,0 0 0 0 0,0 1-1 0 0,-8-3 1 0 0,11 4-176 0 0,-1 0-1 0 0,1 0 0 0 0,-1 0 1 0 0,0 0-1 0 0,1 1 1 0 0,-1-1-1 0 0,1 0 1 0 0,-1 1-1 0 0,1 0 1 0 0,0 0-1 0 0,-1 0 1 0 0,1 0-1 0 0,0 0 0 0 0,-1 0 1 0 0,1 0-1 0 0,0 1 1 0 0,0-1-1 0 0,0 1 1 0 0,0 0-1 0 0,0-1 1 0 0,1 1-1 0 0,-1 0 1 0 0,1 0-1 0 0,-1 0 0 0 0,1 0 1 0 0,-1 1-1 0 0,1-1 1 0 0,-2 4-1 0 0,-1 5-23 0 0,0 0-1 0 0,0 0 0 0 0,1 1 1 0 0,0 0-1 0 0,1-1 0 0 0,1 1 1 0 0,0 0-1 0 0,0 0 0 0 0,1 0 1 0 0,2 16-1 0 0,-2-20-161 0 0,1 0 0 0 0,1 0 0 0 0,-1-1 0 0 0,1 1 0 0 0,0 0 1 0 0,1-1-1 0 0,0 0 0 0 0,0 1 0 0 0,1-1 0 0 0,-1 0 0 0 0,2-1 0 0 0,-1 1 0 0 0,1-1 0 0 0,0 0 0 0 0,0 0 1 0 0,10 9-1 0 0,-14-14-53 0 0,0 0 1 0 0,1 0 0 0 0,-1 0-1 0 0,1 0 1 0 0,-1 0 0 0 0,1 0 0 0 0,-1 0-1 0 0,1 0 1 0 0,0 0 0 0 0,-1-1-1 0 0,1 1 1 0 0,0-1 0 0 0,-1 1-1 0 0,1-1 1 0 0,0 0 0 0 0,0 0 0 0 0,0 0-1 0 0,-1 0 1 0 0,1 0 0 0 0,0 0-1 0 0,0 0 1 0 0,0 0 0 0 0,-1-1-1 0 0,1 1 1 0 0,0-1 0 0 0,0 1 0 0 0,-1-1-1 0 0,1 0 1 0 0,-1 0 0 0 0,1 1-1 0 0,0-1 1 0 0,-1 0 0 0 0,0 0-1 0 0,1-1 1 0 0,-1 1 0 0 0,0 0 0 0 0,1 0-1 0 0,-1-1 1 0 0,0 1 0 0 0,0-1-1 0 0,2-2 1 0 0,0-2-256 0 0,0 0 0 0 0,-1 1-1 0 0,0-2 1 0 0,1 1 0 0 0,-2 0 0 0 0,1 0-1 0 0,-1 0 1 0 0,0-1 0 0 0,0 1 0 0 0,-1-10-1 0 0,0 3 31 0 0,-2 0 0 0 0,1 0 0 0 0,-2 0-1 0 0,0 1 1 0 0,0 0 0 0 0,-9-22 0 0 0,-2 7 109 0 0,-28-44 0 0 0,1 2 2919 0 0,-39-85 0 0 0,79 152-2558 0 0,0 0 1 0 0,0 1-1 0 0,0-1 1 0 0,1 0-1 0 0,-1 0 0 0 0,0 0 1 0 0,1 0-1 0 0,0 1 1 0 0,-1-1-1 0 0,1 0 0 0 0,0-3 1 0 0,0 5-133 0 0,1 0 0 0 0,-1-1 0 0 0,0 1 1 0 0,0 0-1 0 0,1 0 0 0 0,-1 0 1 0 0,0 0-1 0 0,1 0 0 0 0,-1-1 0 0 0,0 1 1 0 0,1 0-1 0 0,-1 0 0 0 0,0 0 0 0 0,1 0 1 0 0,-1 0-1 0 0,0 0 0 0 0,1 0 0 0 0,-1 0 1 0 0,0 0-1 0 0,1 0 0 0 0,-1 1 1 0 0,0-1-1 0 0,0 0 0 0 0,1 0 0 0 0,-1 0 1 0 0,0 0-1 0 0,1 0 0 0 0,-1 1 0 0 0,0-1 1 0 0,0 0-1 0 0,1 0 0 0 0,-1 0 0 0 0,0 1 1 0 0,0-1-1 0 0,1 0 0 0 0,-1 1 1 0 0,37 33 1012 0 0,-4 3-898 0 0,39 59 1 0 0,25 30-438 0 0,21 0-4308 0 0,-96-105-1787 0 0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7:51.26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195 419 3681 0 0,'-3'-12'151'0'0,"-17"-45"1831"0"0,19 54-1708 0 0,0 0 1 0 0,-1 0-1 0 0,1 0 0 0 0,-1 1 1 0 0,0-1-1 0 0,0 0 0 0 0,0 1 1 0 0,0-1-1 0 0,0 1 0 0 0,0 0 1 0 0,-1 0-1 0 0,1 0 0 0 0,-1 0 1 0 0,1 0-1 0 0,-5-1 1 0 0,7 3-194 0 0,-1-1 0 0 0,1 1 1 0 0,0 0-1 0 0,-1 0 0 0 0,1 0 1 0 0,-1 0-1 0 0,1 0 1 0 0,-1 0-1 0 0,1 0 0 0 0,-1 0 1 0 0,1 0-1 0 0,-1 0 1 0 0,1 0-1 0 0,-1 0 0 0 0,1 0 1 0 0,-1 0-1 0 0,1 0 0 0 0,-1 0 1 0 0,1 1-1 0 0,0-1 1 0 0,-1 0-1 0 0,1 0 0 0 0,-1 1 1 0 0,1-1-1 0 0,0 0 1 0 0,-1 1-1 0 0,1-1 0 0 0,-1 0 1 0 0,1 1-1 0 0,0-1 0 0 0,-1 1 1 0 0,-5 18 1240 0 0,5 21-122 0 0,3-26-995 0 0,1 1-1 0 0,1-1 1 0 0,0 0 0 0 0,1 0-1 0 0,0-1 1 0 0,14 25 0 0 0,-16-33-209 0 0,0 1 0 0 0,0-2 0 0 0,0 1 1 0 0,0 0-1 0 0,1-1 0 0 0,0 1 0 0 0,0-1 0 0 0,0 0 0 0 0,0-1 0 0 0,1 1 1 0 0,0-1-1 0 0,-1 0 0 0 0,1 0 0 0 0,0 0 0 0 0,1 0 0 0 0,-1-1 1 0 0,0 0-1 0 0,1 0 0 0 0,-1-1 0 0 0,9 2 0 0 0,-12-3-111 0 0,0 0 1 0 0,0 0-1 0 0,0 0 0 0 0,0 0 0 0 0,0 0 0 0 0,1-1 0 0 0,-1 1 0 0 0,0-1 1 0 0,0 1-1 0 0,0-1 0 0 0,0 0 0 0 0,-1 0 0 0 0,1 0 0 0 0,0 0 0 0 0,0 0 0 0 0,0 0 1 0 0,-1-1-1 0 0,1 1 0 0 0,-1 0 0 0 0,3-4 0 0 0,-1 2-140 0 0,-1-1-1 0 0,1 0 1 0 0,-1 0 0 0 0,0 0-1 0 0,0 0 1 0 0,-1-1-1 0 0,1 1 1 0 0,-1 0 0 0 0,1-6-1 0 0,0-5-414 0 0,-1 0 0 0 0,0 0-1 0 0,-1 1 1 0 0,-3-30-1 0 0,-1 23 369 0 0,-1-1-1 0 0,-1 1 0 0 0,-1 1 0 0 0,-1-1 0 0 0,0 1 0 0 0,-2 1 0 0 0,0-1 1 0 0,-21-28-1 0 0,15 26 943 0 0,-2 0-1 0 0,0 1 1 0 0,-1 2 0 0 0,-1-1 0 0 0,-1 2 0 0 0,-31-21 0 0 0,47 35-16 0 0,1 1-112 0 0,1 1 0 0 0,-1-1-1 0 0,1 1 1 0 0,-1-1 0 0 0,0 1 0 0 0,0 1 0 0 0,0-1 0 0 0,0 0-1 0 0,0 1 1 0 0,0 0 0 0 0,-1 0 0 0 0,-6-1 0 0 0,11 3-434 0 0,-1-1-1 0 0,1 0 1 0 0,0 0 0 0 0,-1 1 0 0 0,1-1-1 0 0,0 0 1 0 0,0 1 0 0 0,-1-1 0 0 0,1 1 0 0 0,0-1-1 0 0,0 0 1 0 0,0 1 0 0 0,0-1 0 0 0,-1 0 0 0 0,1 1-1 0 0,0-1 1 0 0,0 1 0 0 0,0-1 0 0 0,0 1 0 0 0,0-1-1 0 0,0 0 1 0 0,0 1 0 0 0,0-1 0 0 0,0 1-1 0 0,0-1 1 0 0,0 0 0 0 0,0 1 0 0 0,1-1 0 0 0,-1 1-1 0 0,0-1 1 0 0,0 0 0 0 0,0 1 0 0 0,0-1 0 0 0,1 1-1 0 0,-1-1 1 0 0,0 0 0 0 0,0 1 0 0 0,1-1 0 0 0,10 20 414 0 0,-10-18-327 0 0,17 25 51 0 0,1 0 0 0 0,2-1 0 0 0,44 43 0 0 0,84 62-360 0 0,-101-91 22 0 0,-16-13-1155 0 0,0 3-3554 0 0,0 3-1864 0 0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7:51.85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56 214 3225 0 0,'-55'40'5826'0'0,"62"-46"-4878"0"0,0 1 0 0 0,1-1 0 0 0,-2 0-1 0 0,11-12 1 0 0,3-3-203 0 0,20-16-127 0 0,62-54 1144 0 0,-90 82-2401 0 0,0 1-1 0 0,1 0 1 0 0,0 0 0 0 0,0 2 0 0 0,1 0 0 0 0,0 0-1 0 0,17-4 1 0 0,-23 8-640 0 0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7:52.10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27 30 6449 0 0,'0'0'27'0'0,"-24"-21"5301"0"0,23 20-5037 0 0,1 1 0 0 0,0-1 0 0 0,-1 0 0 0 0,1 1 0 0 0,0-1 0 0 0,0 0 0 0 0,0 0 0 0 0,-1 1 0 0 0,1-3 0 0 0,1 3-93 0 0,0 0 0 0 0,0 0 0 0 0,0 1 0 0 0,0-1 0 0 0,0 0 0 0 0,0 0 0 0 0,0 0 0 0 0,0 1 0 0 0,0-1 0 0 0,0 0 0 0 0,0 1 0 0 0,0-1 0 0 0,0 1 0 0 0,0-1 0 0 0,0 1 0 0 0,0 0 0 0 0,-1-1 0 0 0,1 1 0 0 0,1 1 0 0 0,14 11 354 0 0,-16-13-542 0 0,27 25 475 0 0,-1 1 0 0 0,-1 2-1 0 0,-1 0 1 0 0,21 34 0 0 0,10 12-438 0 0,-32-44-299 0 0,0 1-118 0 0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7:25.74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580 164 2304 0 0,'-9'-32'1883'0'0,"8"23"-1357"0"0,-2 0 1 0 0,1 1-1 0 0,-1-1 1 0 0,-1 1 0 0 0,-4-8-1 0 0,7 13-365 0 0,-1 0 0 0 0,0 1 0 0 0,0 0 0 0 0,0-1 1 0 0,-1 1-1 0 0,1 0 0 0 0,0 0 0 0 0,-1 0 0 0 0,1 0 0 0 0,-1 1 0 0 0,0-1 0 0 0,0 0 0 0 0,1 1 0 0 0,-1 0 0 0 0,0 0 0 0 0,0 0 0 0 0,0 0 0 0 0,-6 0 0 0 0,-24-3 734 0 0,-1 1 0 0 0,0 3 0 0 0,-51 4 0 0 0,75-2-762 0 0,-1 0 1 0 0,1 1 0 0 0,0 0-1 0 0,0 0 1 0 0,0 2 0 0 0,-15 7-1 0 0,13-6 28 0 0,-1 0 0 0 0,1-1 0 0 0,-20 5 0 0 0,28-9-103 0 0,0 1 0 0 0,0-1 0 0 0,0 1 0 0 0,0 0 0 0 0,1 0 0 0 0,-1 0 0 0 0,0 0 0 0 0,1 1 0 0 0,0-1 0 0 0,-1 1 0 0 0,1 0 0 0 0,0 0 0 0 0,1 0 0 0 0,-1 0 0 0 0,0 1 1 0 0,1-1-1 0 0,0 1 0 0 0,0 0 0 0 0,-2 3 0 0 0,-3 11-84 0 0,0 0 0 0 0,1-1 1 0 0,-4 23-1 0 0,-3 7 31 0 0,3-16 62 0 0,0 0 0 0 0,2 1 1 0 0,1-1-1 0 0,2 2 1 0 0,1-1-1 0 0,1 36 1 0 0,4-50-76 0 0,2 1 0 0 0,0-1 0 0 0,1-1 1 0 0,1 1-1 0 0,7 17 0 0 0,-8-23 5 0 0,1-1-1 0 0,1 0 1 0 0,-1 0-1 0 0,2-1 1 0 0,-1 0 0 0 0,1 0-1 0 0,1 0 1 0 0,12 12-1 0 0,3-5-4 0 0,0-1-1 0 0,0-1 1 0 0,2-1-1 0 0,0-1 1 0 0,1-1-1 0 0,0-1 1 0 0,0-2-1 0 0,1 0 1 0 0,0-2-1 0 0,38 5 1 0 0,-21-9-7 0 0,1-2 1 0 0,-1-2-1 0 0,1-3 1 0 0,51-9-1 0 0,-25 4 27 0 0,-65 8-11 0 0,43-5-10 0 0,65-15 0 0 0,-97 16-12 0 0,0-1 0 0 0,-1 0-1 0 0,0-1 1 0 0,0-1 0 0 0,0 0-1 0 0,-1-1 1 0 0,19-15 0 0 0,-24 17 38 0 0,-2-1 0 0 0,1 0 0 0 0,-1 0-1 0 0,0 0 1 0 0,0-1 0 0 0,-1-1 0 0 0,10-15 0 0 0,-15 20 20 0 0,0 1 1 0 0,0-1-1 0 0,0 0 0 0 0,-1 0 1 0 0,1 0-1 0 0,-1 0 1 0 0,0 0-1 0 0,-1 0 0 0 0,1 0 1 0 0,-1 0-1 0 0,0 0 1 0 0,0 0-1 0 0,-1 0 0 0 0,1 0 1 0 0,-1 0-1 0 0,0 0 1 0 0,-1 0-1 0 0,1 0 0 0 0,-4-8 1 0 0,-114-226 1554 0 0,97 201-1438 0 0,-2 0 0 0 0,-1 2 0 0 0,-2 1 1 0 0,-33-33-1 0 0,40 51-105 0 0,-1 1 1 0 0,0 1-1 0 0,-1 0 0 0 0,0 2 1 0 0,-2 1-1 0 0,1 1 0 0 0,-1 0 1 0 0,-1 2-1 0 0,-49-11 0 0 0,65 18-143 0 0,1 0 0 0 0,-1 1 0 0 0,0 0-1 0 0,0 1 1 0 0,0 0 0 0 0,-15 2 0 0 0,18-1-112 0 0,1 0 0 0 0,0 0-1 0 0,0 0 1 0 0,-1 1 0 0 0,1 0 0 0 0,0 0 0 0 0,0 0 0 0 0,1 1 0 0 0,-1 0 0 0 0,1 0 0 0 0,-1 0 0 0 0,-5 5 0 0 0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7:28.53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693 80 3225 0 0,'-46'-27'24'0'0,"35"20"841"0"0,1 0 1 0 0,-1 1 0 0 0,0 1 0 0 0,0 0-1 0 0,-24-8 1 0 0,22 10-614 0 0,0 1 1 0 0,0 0-1 0 0,-1 0 0 0 0,1 2 1 0 0,-1 0-1 0 0,0 0 0 0 0,1 1 1 0 0,-1 1-1 0 0,1 0 0 0 0,0 0 1 0 0,0 2-1 0 0,0 0 0 0 0,0 0 0 0 0,0 1 1 0 0,1 1-1 0 0,0 0 0 0 0,0 0 1 0 0,1 2-1 0 0,-1-1 0 0 0,-11 11 1 0 0,-20 27-296 0 0,1 2 1 0 0,-54 81 0 0 0,83-110 8 0 0,1 1-1 0 0,0 0 1 0 0,2 1 0 0 0,0 0-1 0 0,2 0 1 0 0,0 1 0 0 0,-7 33-1 0 0,12-42 35 0 0,1-1 0 0 0,1 0 0 0 0,0 1 1 0 0,1-1-1 0 0,0 1 0 0 0,1 0 0 0 0,0-1 0 0 0,0 0 0 0 0,1 1 0 0 0,1-1 0 0 0,0 0 0 0 0,1 0 0 0 0,0 0 0 0 0,0-1 0 0 0,1 1 0 0 0,8 10 1 0 0,-4-4 10 0 0,2-1 0 0 0,0-1 1 0 0,1 0-1 0 0,1-1 1 0 0,0 0-1 0 0,1-1 0 0 0,0 0 1 0 0,1-1-1 0 0,1-1 0 0 0,27 16 1 0 0,-16-13 42 0 0,0-1 1 0 0,0-2-1 0 0,2-1 0 0 0,-1-1 1 0 0,1-1-1 0 0,0-2 0 0 0,0-1 1 0 0,1-1-1 0 0,-1-2 0 0 0,1 0 0 0 0,0-2 1 0 0,0-2-1 0 0,0 0 0 0 0,-1-2 1 0 0,0-2-1 0 0,1 0 0 0 0,-2-2 1 0 0,48-19-1 0 0,-50 15 70 0 0,170-86 382 0 0,-174 84-497 0 0,0-1 0 0 0,-2 0-1 0 0,0-1 1 0 0,0-2 0 0 0,-2 0-1 0 0,25-30 1 0 0,-22 20 94 0 0,-1-1 0 0 0,-1-1 0 0 0,20-42 0 0 0,-33 58-60 0 0,0 0 0 0 0,-1 0 0 0 0,-1 0 0 0 0,0 0 0 0 0,-1-1 0 0 0,0 1 0 0 0,-1-1 0 0 0,-1 0 0 0 0,0 1 0 0 0,-3-25 0 0 0,1 32-16 0 0,-1-1-1 0 0,0 1 0 0 0,-1 0 0 0 0,1 0 0 0 0,-1 0 0 0 0,-1 0 0 0 0,1 0 0 0 0,-1 1 0 0 0,-1-1 1 0 0,1 1-1 0 0,-1 0 0 0 0,0 1 0 0 0,-8-8 0 0 0,-10-7 307 0 0,0 1 0 0 0,-28-17 0 0 0,26 20 23 0 0,9 5-213 0 0,-2 2 1 0 0,1 0-1 0 0,-1 1 1 0 0,-1 1-1 0 0,1 0 1 0 0,-1 2-1 0 0,-1 0 1 0 0,1 1-1 0 0,0 1 1 0 0,-1 0 0 0 0,0 2-1 0 0,1 1 1 0 0,-23 1-1 0 0,-8 4-653 0 0,1 1 0 0 0,-1 3 0 0 0,1 2 1 0 0,-47 18-1 0 0,55-13-2187 0 0,20-8-2684 0 0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7:12.97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253 109 10138 0 0,'-4'-16'313'0'0,"1"8"-9"0"0,1-1 0 0 0,0 0 0 0 0,0 0-1 0 0,1 0 1 0 0,0 0 0 0 0,0-1 0 0 0,1 1 0 0 0,1-11-1 0 0,1 79-957 0 0,-59 249-1551 0 0,27-171 2117 0 0,-105 725 1615 0 0,117-117 209 0 0,48 1-1111 0 0,-20-546-535 0 0,-1-35 241 0 0,4 562 3751 0 0,-19-604-4140 0 0,6-120-1095 0 0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7:13.46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13 1 6913 0 0,'-2'4'86'0'0,"0"0"0"0"0,0 0 0 0 0,1 0 0 0 0,-1 0 0 0 0,1 0 0 0 0,0 1 0 0 0,-1 5 0 0 0,3-7-97 0 0,-1-1 0 0 0,0 1 0 0 0,1-1-1 0 0,0 1 1 0 0,0-1 0 0 0,0 1 0 0 0,0-1 0 0 0,0 1 0 0 0,0-1-1 0 0,0 0 1 0 0,1 0 0 0 0,-1 1 0 0 0,1-1 0 0 0,2 2 0 0 0,12 14 199 0 0,1-1 1 0 0,0-1-1 0 0,1-1 1 0 0,1-1-1 0 0,0 0 1 0 0,1-1-1 0 0,0-1 1 0 0,1-1-1 0 0,0-1 1 0 0,1-1-1 0 0,0-1 1 0 0,1-1-1 0 0,-1-1 0 0 0,30 5 1 0 0,29-1 641 0 0,1-2 0 0 0,140-7 0 0 0,-203-1-772 0 0,423-22 1048 0 0,10 0-754 0 0,230 23-336 0 0,-3 42-209 0 0,-216 13-2904 0 0,-401-48-975 0 0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7:14.24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3625 0 7370 0 0,'-37'16'1134'0'0,"26"-11"604"0"0,-1 1-1 0 0,1 1 1 0 0,0 0 0 0 0,-15 14-1 0 0,-12 19-1832 0 0,25-22 109 0 0,2 0 0 0 0,0 0 1 0 0,1 1-1 0 0,0 0 0 0 0,2 1 0 0 0,1 0 0 0 0,0 0 0 0 0,1 1 1 0 0,-5 37-1 0 0,2 15-575 0 0,2 111 0 0 0,5-77-183 0 0,-5 814-18 0 0,20-630 2623 0 0,80 456 0 0 0,-61-585-1340 0 0,106 593 595 0 0,-93-550-1019 0 0,-41-173-303 0 0,-4-31 201 0 0,0 0 0 0 0,0-1 0 0 0,0 1 0 0 0,0 0 0 0 0,0 0 0 0 0,0 0 0 0 0,0 0 0 0 0,0-1 0 0 0,0 1 0 0 0,0 0 0 0 0,0 0 0 0 0,-1 0 0 0 0,1-1 0 0 0,0 1 0 0 0,-1 0 0 0 0,1-1 0 0 0,-1 1 0 0 0,1 0 0 0 0,-1-1 0 0 0,1 1 0 0 0,-1 0 0 0 0,1-1 0 0 0,-1 1 0 0 0,1-1 0 0 0,-1 1 0 0 0,0-1 0 0 0,1 1 0 0 0,-1-1 0 0 0,0 1 0 0 0,0-1 0 0 0,1 0 0 0 0,-1 1 0 0 0,0-1 0 0 0,0 0 0 0 0,1 0 0 0 0,-2 1 0 0 0,-1-3-65 0 0,1 1 0 0 0,-1-1 0 0 0,1 0 0 0 0,-1 0 0 0 0,1 1 0 0 0,0-1 0 0 0,0-1 0 0 0,0 1 0 0 0,0 0 0 0 0,0 0 0 0 0,0-1 0 0 0,1 1 0 0 0,-2-4 0 0 0,-5-5-235 0 0,2 5 153 0 0,0 0 1 0 0,0 1-1 0 0,-1 0 1 0 0,0 0 0 0 0,1 0-1 0 0,-2 1 1 0 0,1 0-1 0 0,0 0 1 0 0,-1 1 0 0 0,-12-4-1 0 0,-11-2 234 0 0,-45-6-1 0 0,29 6 80 0 0,-27-4 84 0 0,-1 2 0 0 0,0 4 0 0 0,-84 4-1 0 0,36 8-1360 0 0,-139 24-1 0 0,58-4 1179 0 0,-1-8-1 0 0,-225-12 0 0 0,300-8 338 0 0,0 6-1 0 0,0 6 0 0 0,-147 29 0 0 0,-419 114 2113 0 0,559-114-2172 0 0,91-23-898 0 0,-2-2 1 0 0,0-2-1 0 0,-60 6 1 0 0,78-17-6004 0 0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7:14.81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 22 4609 0 0,'-1'-1'67'0'0,"1"1"-1"0"0,0 0 1 0 0,0 0 0 0 0,0-1 0 0 0,0 1-1 0 0,0 0 1 0 0,0-1 0 0 0,0 1 0 0 0,0 0-1 0 0,0 0 1 0 0,0-1 0 0 0,0 1 0 0 0,0 0-1 0 0,0-1 1 0 0,0 1 0 0 0,0 0 0 0 0,0 0-1 0 0,0-1 1 0 0,0 1 0 0 0,0 0 0 0 0,0-1-1 0 0,0 1 1 0 0,0 0 0 0 0,0 0 0 0 0,1-1-1 0 0,-1 1 1 0 0,0 0 0 0 0,0 0 0 0 0,0 0-1 0 0,1-1 1 0 0,-1 1 0 0 0,0 0 0 0 0,0 0-1 0 0,0 0 1 0 0,1-1 0 0 0,-1 1 0 0 0,0 0-1 0 0,1 0 1 0 0,-1 0 0 0 0,0 0-1 0 0,1 0 1 0 0,20-7 1274 0 0,21 2-188 0 0,-3 6-257 0 0,0 1-1 0 0,-1 2 0 0 0,1 1 1 0 0,59 18-1 0 0,149 59 594 0 0,-56-16-1316 0 0,39 1-280 0 0,-131-39-4346 0 0,-47-14-495 0 0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7:15.21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0 10594 0 0,'12'8'225'0'0,"1"-1"0"0"0,-1-1 0 0 0,1 0-1 0 0,1 0 1 0 0,-1-1 0 0 0,1-1 0 0 0,-1 0 0 0 0,27 3-1 0 0,-16-2 34 0 0,87 15 1009 0 0,213 11 0 0 0,117-37-638 0 0,-342-1-945 0 0,171-1-4294 0 0,-228 11 435 0 0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7:15.62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11 159 5529 0 0,'0'0'64'0'0,"-1"0"0"0"0,1 0 0 0 0,-1 0 0 0 0,1 0 0 0 0,-1 0 0 0 0,1 0 0 0 0,-1 0 0 0 0,1 1 0 0 0,0-1 0 0 0,-1 0 0 0 0,1 0 0 0 0,-1 0 0 0 0,1 1 0 0 0,0-1 0 0 0,-1 0 0 0 0,1 1 0 0 0,0-1 0 0 0,-1 0 0 0 0,1 1 0 0 0,0-1 0 0 0,-1 0 0 0 0,1 1 0 0 0,0-1 0 0 0,0 1 0 0 0,-1-1 0 0 0,1 1 0 0 0,0-1 0 0 0,0 0 0 0 0,0 1 0 0 0,0-1 0 0 0,-1 1 0 0 0,1-1 0 0 0,0 1 0 0 0,0 0 0 0 0,18 5 1574 0 0,35-5-593 0 0,-51-1-1103 0 0,43-3 648 0 0,1-1-1 0 0,58-14 0 0 0,90-32 1453 0 0,-137 34-1275 0 0,249-52 972 0 0,-246 60-1875 0 0,1 2 0 0 0,0 2-1 0 0,70 6 1 0 0,-88 4-1504 0 0,-1 1 0 0 0,-1 2 0 0 0,78 27 0 0 0,-83-23-2108 0 0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7:15.95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90 11058 0 0,'407'-32'3717'0'0,"-264"16"-2889"0"0,-56 7-275 0 0,399-23 788 0 0,-406 36-1776 0 0,86 17 1 0 0,-84-8 81 0 0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7:16.44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2 11979 0 0,'54'-1'1777'0'0,"304"33"-1066"0"0,-201-14-259 0 0,-107-12-495 0 0,614 67-317 0 0,-511-52-2396 0 0,-77-11-1658 0 0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7:16.88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73 14283 0 0,'7'2'169'0'0,"0"0"-1"0"0,-1-1 1 0 0,1 0-1 0 0,0 0 1 0 0,0-1-1 0 0,0 0 1 0 0,0 0-1 0 0,13-2 1 0 0,5 1-8 0 0,599-27 3202 0 0,-279 9-3252 0 0,20-7-4655 0 0,-310 23-969 0 0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7:17.28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 13363 0 0,'58'13'1024'0'0,"48"-5"7"0"0,188-9 0 0 0,-60-3 260 0 0,-93 6-1299 0 0,44-1-1311 0 0,189 27 0 0 0,-265-14-3265 0 0,-98-12 667 0 0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7:17.62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1 171 14283 0 0,'101'-21'839'0'0,"124"-8"0"0"0,-145 20-246 0 0,513-50 519 0 0,-274 19-1258 0 0,-245 28-642 0 0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7:32.17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10 377 2304 0 0,'-9'21'5307'0'0,"20"-26"-4153"0"0,29-25 389 0 0,0-1 1 0 0,-3-2 0 0 0,0-2-1 0 0,57-70 1 0 0,-18 18-1343 0 0,-66 76-189 0 0,0 0 1 0 0,2 1 0 0 0,18-14-1 0 0,2 8-5010 0 0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7:32.51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 8 1376 0 0,'-3'-7'10947'0'0,"90"110"-8125"0"0,-18-19-1836 0 0,51 48-2858 0 0,-110-120-3289 0 0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7:32.99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102 21 3681 0 0,'-29'-11'975'0'0,"26"10"-740"0"0,0-1 0 0 0,0 1-1 0 0,0 0 1 0 0,0 0 0 0 0,1 0 0 0 0,-2 0-1 0 0,1 1 1 0 0,-5-1 0 0 0,7 1-190 0 0,-1 0 1 0 0,1 1-1 0 0,0-1 0 0 0,-1 0 1 0 0,1 1-1 0 0,0 0 1 0 0,0-1-1 0 0,0 1 0 0 0,-1 0 1 0 0,1-1-1 0 0,0 1 1 0 0,0 0-1 0 0,0 0 1 0 0,0 0-1 0 0,0 0 0 0 0,1 0 1 0 0,-1 0-1 0 0,0 0 1 0 0,0 1-1 0 0,1-1 1 0 0,-1 0-1 0 0,0 0 0 0 0,1 1 1 0 0,-1-1-1 0 0,1 2 1 0 0,-4 8 90 0 0,1 1 1 0 0,0 0-1 0 0,1 0 1 0 0,0 0-1 0 0,1 0 1 0 0,0 0 0 0 0,1 0-1 0 0,0 1 1 0 0,1-1-1 0 0,1 0 1 0 0,0 0-1 0 0,4 12 1 0 0,-2-7 30 0 0,1 1-1 0 0,2-1 1 0 0,-1-1 0 0 0,2 1-1 0 0,0-1 1 0 0,1 0 0 0 0,16 21-1 0 0,-17-27 37 0 0,1 0 0 0 0,1 0 0 0 0,-1-1 0 0 0,1 0 0 0 0,1 0-1 0 0,0-1 1 0 0,0-1 0 0 0,1 0 0 0 0,-1-1 0 0 0,1 0 0 0 0,1 0-1 0 0,-1-2 1 0 0,1 1 0 0 0,0-1 0 0 0,0-1 0 0 0,0-1 0 0 0,1 0 0 0 0,-1 0-1 0 0,20-1 1 0 0,278-31-227 0 0,-305 29-222 0 0,1 0-1 0 0,-1 0 1 0 0,1-1-1 0 0,-1 0 1 0 0,8-4-1 0 0,-11 5-198 0 0,-1 0 1 0 0,0 0-1 0 0,0-1 1 0 0,0 1-1 0 0,0-1 1 0 0,0 0-1 0 0,0 0 1 0 0,0 1-1 0 0,-1-1 0 0 0,3-4 1 0 0,2-6-3325 0 0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7:33.38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9 34 3209 0 0,'-1'0'83'0'0,"0"-1"1"0"0,1 0-1 0 0,-1 1 0 0 0,0-1 1 0 0,1 0-1 0 0,-1 0 1 0 0,1 1-1 0 0,-1-1 0 0 0,1 0 1 0 0,-1 0-1 0 0,1 0 1 0 0,0 0-1 0 0,-1 0 1 0 0,1 0-1 0 0,0 1 0 0 0,0-1 1 0 0,-1 0-1 0 0,1 0 1 0 0,0 0-1 0 0,0 0 1 0 0,0 0-1 0 0,0 0 0 0 0,0 0 1 0 0,1 0-1 0 0,-1 0 1 0 0,0 0-1 0 0,0 0 0 0 0,1-1 1 0 0,0 1 50 0 0,-1 1 0 0 0,1-1 0 0 0,-1 1 0 0 0,1-1 0 0 0,0 1 0 0 0,-1-1 0 0 0,1 1 0 0 0,0-1 0 0 0,-1 1 0 0 0,1 0 0 0 0,0-1 0 0 0,0 1 0 0 0,-1 0 0 0 0,1 0 0 0 0,0-1 0 0 0,0 1 0 0 0,-1 0 0 0 0,1 0 0 0 0,0 0 0 0 0,0 0 0 0 0,0 0 0 0 0,0 0 0 0 0,-1 0 0 0 0,1 0 0 0 0,0 0 0 0 0,0 1 0 0 0,-1-1 0 0 0,1 0 0 0 0,0 0 0 0 0,0 1 0 0 0,-1-1 0 0 0,1 1 0 0 0,1 0 0 0 0,22 14 463 0 0,-1 0 0 0 0,-1 2 1 0 0,0 1-1 0 0,-1 1 1 0 0,18 21-1 0 0,-29-30-413 0 0,5 6 6 0 0,-1 0-1 0 0,-1 1 0 0 0,0 1 0 0 0,-1 0 0 0 0,-1 0 1 0 0,-1 1-1 0 0,-1 1 0 0 0,0 0 0 0 0,7 28 1 0 0,-11-31-231 0 0,-1 1 0 0 0,0 0 0 0 0,-2-1 0 0 0,0 1 0 0 0,-1 0 0 0 0,0 0 0 0 0,-2 0 1 0 0,0 0-1 0 0,-1 0 0 0 0,-1-1 0 0 0,-9 30 0 0 0,10-39-775 0 0,2-4-231 0 0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7:33.84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12 299 2761 0 0,'-1'0'57'0'0,"1"0"1"0"0,-1-1-1 0 0,1 1 1 0 0,-1 0-1 0 0,1 0 1 0 0,-1 0-1 0 0,1 0 1 0 0,-1 0-1 0 0,1-1 1 0 0,-1 1-1 0 0,1 0 1 0 0,-1 0-1 0 0,1-1 1 0 0,0 1-1 0 0,-1 0 1 0 0,1-1-1 0 0,-1 1 1 0 0,1 0-1 0 0,0-1 1 0 0,-1 1-1 0 0,1-1 1 0 0,0 1-1 0 0,0 0 1 0 0,-1-1-1 0 0,1 1 1 0 0,0-1-1 0 0,0 1 1 0 0,0-1-1 0 0,0 1 1 0 0,-1-1-1 0 0,1 1 1 0 0,0-1-1 0 0,0 1 1 0 0,0-1-1 0 0,0 1 1 0 0,0-1-1 0 0,0 1 1 0 0,0-1-1 0 0,0 1 1 0 0,0-1-1 0 0,1 1 1 0 0,-1-1-1 0 0,0 1 1 0 0,0-1-1 0 0,0 1 1 0 0,1-1-1 0 0,-1 1 1 0 0,0-1-1 0 0,0 1 1 0 0,1-1-1 0 0,13-26 2073 0 0,-14 26-2057 0 0,88-123 5245 0 0,-18 28-5615 0 0,-44 65-4456 0 0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7:34.31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33 64 1376 0 0,'-2'-19'283'0'0,"2"17"-79"0"0,1-1-1 0 0,-1 0 0 0 0,0 0 1 0 0,-1 1-1 0 0,1-1 0 0 0,0 0 1 0 0,-1 1-1 0 0,1-1 1 0 0,-1 0-1 0 0,0 1 0 0 0,0-1 1 0 0,0 1-1 0 0,0-1 0 0 0,-1 1 1 0 0,-1-4-1 0 0,2 6-111 0 0,0 0 1 0 0,0 0-1 0 0,1 1 0 0 0,-1-1 1 0 0,0 0-1 0 0,0 0 0 0 0,1 0 0 0 0,-1 1 1 0 0,0-1-1 0 0,1 0 0 0 0,-1 1 1 0 0,0-1-1 0 0,1 0 0 0 0,-1 1 0 0 0,0-1 1 0 0,1 1-1 0 0,-1-1 0 0 0,1 1 1 0 0,-1-1-1 0 0,1 1 0 0 0,-1 0 0 0 0,1-1 1 0 0,-1 1-1 0 0,1 0 0 0 0,0-1 1 0 0,-1 1-1 0 0,1 0 0 0 0,0-1 0 0 0,-1 1 1 0 0,1 0-1 0 0,0 0 0 0 0,0-1 1 0 0,0 1-1 0 0,0 0 0 0 0,0 0 1 0 0,0-1-1 0 0,0 1 0 0 0,0 1 0 0 0,-1 32 1209 0 0,2-18-1064 0 0,2 0 0 0 0,0-1 0 0 0,0 1 0 0 0,2-1 0 0 0,0 0 1 0 0,0 0-1 0 0,11 19 0 0 0,-13-29-155 0 0,1 1 1 0 0,-1-1-1 0 0,1 0 1 0 0,0 0-1 0 0,1 0 1 0 0,-1 0 0 0 0,1-1-1 0 0,0 0 1 0 0,0 0-1 0 0,0 0 1 0 0,1 0-1 0 0,-1-1 1 0 0,1 0-1 0 0,0 0 1 0 0,0 0-1 0 0,0-1 1 0 0,0 0-1 0 0,0 0 1 0 0,1-1-1 0 0,9 2 1 0 0,33 0-2537 0 0,77-5 0 0 0,-114 1 1321 0 0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7:34.78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46 1376 0 0,'0'-1'49'0'0,"0"0"0"0"0,1 0 0 0 0,-1 0 0 0 0,0 0 1 0 0,0 0-1 0 0,1 0 0 0 0,-1 0 0 0 0,1 0 0 0 0,-1 0 0 0 0,1 0 0 0 0,-1 0 0 0 0,1 0 0 0 0,-1 0 0 0 0,1 1 0 0 0,0-1 0 0 0,0 0 0 0 0,-1 1 0 0 0,1-1 0 0 0,0 0 0 0 0,0 1 0 0 0,0-1 0 0 0,0 1 0 0 0,1-2 0 0 0,25-15 2498 0 0,-23 16-2320 0 0,1-1 1 0 0,-1 1-1 0 0,1 0 1 0 0,0 0-1 0 0,0 0 1 0 0,-1 1-1 0 0,1-1 0 0 0,0 1 1 0 0,0 1-1 0 0,0-1 1 0 0,-1 0-1 0 0,1 1 1 0 0,0 0-1 0 0,-1 0 1 0 0,1 1-1 0 0,0-1 1 0 0,-1 1-1 0 0,0 0 1 0 0,1 0-1 0 0,-1 1 1 0 0,0-1-1 0 0,5 5 0 0 0,2 1-36 0 0,-1 0 0 0 0,-1 1 0 0 0,1 0 0 0 0,-2 1 0 0 0,1-1 0 0 0,-1 2 0 0 0,7 11 0 0 0,0 6 244 0 0,-1 1 0 0 0,-1 0 1 0 0,-1 0-1 0 0,-1 2 1 0 0,11 57-1 0 0,-3 18-3956 0 0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7:46.28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87 256 456 0 0,'-4'0'311'0'0,"-43"13"2666"0"0,44-12-2744 0 0,1 0 0 0 0,-1 1-1 0 0,0-1 1 0 0,1 1-1 0 0,0-1 1 0 0,-1 1 0 0 0,1 0-1 0 0,0 0 1 0 0,0 0-1 0 0,0 0 1 0 0,0 0 0 0 0,0 0-1 0 0,0 0 1 0 0,-2 5 0 0 0,14-10 3535 0 0,9-7-3041 0 0,36-26 1688 0 0,85-75-1 0 0,-85 65-1895 0 0,62-40 1 0 0,-101 78-467 0 0,-14 18-736 0 0,-3 3-3988 0 0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7:46.89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111 303 4609 0 0,'-9'-2'482'0'0,"1"1"-1"0"0,-1 0 1 0 0,0 1-1 0 0,1 0 1 0 0,-1 0-1 0 0,1 1 1 0 0,-1 0-1 0 0,1 1 1 0 0,-1-1 0 0 0,-15 7-1 0 0,59 25 903 0 0,-1 5-894 0 0,2-1 0 0 0,70 55 0 0 0,-91-81-410 0 0,1 0-1 0 0,0-1 1 0 0,0 0 0 0 0,1-2-1 0 0,1 0 1 0 0,-1 0 0 0 0,1-2-1 0 0,1 0 1 0 0,-1-1 0 0 0,33 4-1 0 0,-47-9 25 0 0,1 1-1 0 0,0-1 0 0 0,-1 0 0 0 0,1 0 1 0 0,-1-1-1 0 0,9-1 0 0 0,-12 2-56 0 0,-1 0 0 0 0,1 0 0 0 0,-1-1-1 0 0,1 1 1 0 0,-1 0 0 0 0,1 0 0 0 0,-1-1-1 0 0,1 1 1 0 0,-1 0 0 0 0,0-1 0 0 0,1 1 0 0 0,-1 0-1 0 0,0-1 1 0 0,1 1 0 0 0,-1-1 0 0 0,0 1-1 0 0,1-1 1 0 0,-1 1 0 0 0,0-1 0 0 0,0 1-1 0 0,0-1 1 0 0,1 1 0 0 0,-1-2 0 0 0,0 1 63 0 0,0-1 0 0 0,0 1 0 0 0,0-1 0 0 0,-1 1 0 0 0,1-1 0 0 0,0 1 0 0 0,-1-1 0 0 0,1 1 1 0 0,-1-1-1 0 0,0 1 0 0 0,1-1 0 0 0,-2 0 0 0 0,-48-97 1152 0 0,4-1 1 0 0,-41-133-1 0 0,84 223-1283 0 0,-15-55-982 0 0,17 59 726 0 0,0 1-1 0 0,0-1 1 0 0,1 0 0 0 0,0 0 0 0 0,0 0-1 0 0,0 1 1 0 0,0-1 0 0 0,1 0 0 0 0,2-6 0 0 0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7:47.58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90 90 1376 0 0,'-8'-23'754'0'0,"6"16"-359"0"0,-1 0 1 0 0,1 1 0 0 0,-1-1-1 0 0,0 0 1 0 0,0 1-1 0 0,-1 0 1 0 0,-8-11-1 0 0,12 17-340 0 0,-1-1 0 0 0,1 1-1 0 0,0 0 1 0 0,0 0 0 0 0,-1-1-1 0 0,1 1 1 0 0,0 0-1 0 0,0 0 1 0 0,-1 0 0 0 0,1 0-1 0 0,0-1 1 0 0,-1 1-1 0 0,1 0 1 0 0,0 0 0 0 0,0 0-1 0 0,-1 0 1 0 0,1 0-1 0 0,0 0 1 0 0,-1 0 0 0 0,1 0-1 0 0,0 0 1 0 0,-1 0-1 0 0,1 0 1 0 0,0 0 0 0 0,-1 0-1 0 0,1 0 1 0 0,0 0-1 0 0,-1 0 1 0 0,1 0 0 0 0,0 1-1 0 0,-1-1 1 0 0,1 0 0 0 0,0 0-1 0 0,0 0 1 0 0,-1 0-1 0 0,1 1 1 0 0,0-1 0 0 0,-1 1-1 0 0,-9 15 1025 0 0,0 19-60 0 0,3 0-761 0 0,2 1 0 0 0,2 0 0 0 0,1-1-1 0 0,1 1 1 0 0,6 45 0 0 0,-4-76-235 0 0,-1 0 1 0 0,1-1-1 0 0,0 1 0 0 0,0-1 0 0 0,0 1 1 0 0,0-1-1 0 0,1 1 0 0 0,0-1 0 0 0,0 0 1 0 0,0 1-1 0 0,1-1 0 0 0,-1 0 0 0 0,5 4 1 0 0,-5-6-47 0 0,0 0 0 0 0,0-1 1 0 0,1 1-1 0 0,-1-1 0 0 0,1 0 1 0 0,-1 1-1 0 0,1-1 1 0 0,0 0-1 0 0,-1-1 0 0 0,1 1 1 0 0,0 0-1 0 0,0-1 1 0 0,-1 0-1 0 0,1 1 0 0 0,0-1 1 0 0,0 0-1 0 0,0 0 0 0 0,0-1 1 0 0,-1 1-1 0 0,1-1 1 0 0,0 1-1 0 0,5-3 0 0 0,9-2-359 0 0,-2 1 299 0 0,-1 0-1 0 0,1 0 0 0 0,0 2 1 0 0,15-2-1 0 0,-28 4 105 0 0,0 0-1 0 0,0-1 0 0 0,0 1 0 0 0,0 0 1 0 0,1 0-1 0 0,-1 1 0 0 0,0-1 0 0 0,0 0 0 0 0,0 1 1 0 0,0-1-1 0 0,0 1 0 0 0,0 0 0 0 0,0 0 0 0 0,0-1 1 0 0,0 1-1 0 0,0 1 0 0 0,0-1 0 0 0,-1 0 1 0 0,1 0-1 0 0,0 1 0 0 0,-1-1 0 0 0,1 1 0 0 0,-1-1 1 0 0,0 1-1 0 0,1 0 0 0 0,-1-1 0 0 0,0 1 1 0 0,0 0-1 0 0,0 0 0 0 0,0 0 0 0 0,0 0 0 0 0,0 0 1 0 0,-1 0-1 0 0,1 0 0 0 0,0 4 0 0 0,-1 0 88 0 0,0-1-1 0 0,-1 1 0 0 0,1 0 0 0 0,-1 0 1 0 0,0 0-1 0 0,0 0 0 0 0,-1-1 0 0 0,0 1 1 0 0,0-1-1 0 0,0 1 0 0 0,-1-1 0 0 0,-3 6 1 0 0,-7 10 202 0 0,-23 29 0 0 0,26-37-360 0 0,-13 16-1263 0 0,12-18-2835 0 0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7:47.95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47 9 1840 0 0,'0'-9'2830'0'0,"-9"17"-783"0"0,-10 19-866 0 0,15-20-1020 0 0,1 0 0 0 0,1 0 1 0 0,0 0-1 0 0,0 0 0 0 0,0 1 1 0 0,1-1-1 0 0,0 0 0 0 0,0 1 1 0 0,1-1-1 0 0,0 1 0 0 0,0-1 1 0 0,1 1-1 0 0,0-1 0 0 0,0 1 1 0 0,1-1-1 0 0,0 0 0 0 0,0 1 1 0 0,1-1-1 0 0,0 0 0 0 0,0-1 1 0 0,0 1-1 0 0,6 7 0 0 0,-6-10-120 0 0,0 1-1 0 0,1-1 0 0 0,0 1 1 0 0,0-1-1 0 0,0 0 0 0 0,0-1 1 0 0,1 1-1 0 0,0-1 0 0 0,-1 1 1 0 0,1-2-1 0 0,0 1 0 0 0,1 0 1 0 0,-1-1-1 0 0,0 0 1 0 0,1 0-1 0 0,-1-1 0 0 0,1 1 1 0 0,-1-1-1 0 0,1-1 0 0 0,0 1 1 0 0,0-1-1 0 0,-1 0 0 0 0,1 0 1 0 0,0 0-1 0 0,-1-1 0 0 0,1 0 1 0 0,0 0-1 0 0,-1-1 0 0 0,8-2 1 0 0,12-6 284 0 0,-18 7-112 0 0,0-1 0 0 0,-1 2 0 0 0,1-1-1 0 0,1 1 1 0 0,-1 0 0 0 0,0 1 0 0 0,0-1-1 0 0,8 1 1 0 0,-14 1-172 0 0,0 1-1 0 0,0-1 0 0 0,-1 0 0 0 0,1 1 1 0 0,0-1-1 0 0,0 1 0 0 0,0-1 0 0 0,-1 1 1 0 0,1 0-1 0 0,0-1 0 0 0,-1 1 1 0 0,1 0-1 0 0,0-1 0 0 0,-1 1 0 0 0,1 0 1 0 0,-1 0-1 0 0,1 0 0 0 0,-1 0 1 0 0,0-1-1 0 0,1 1 0 0 0,-1 0 0 0 0,0 0 1 0 0,1 0-1 0 0,-1 0 0 0 0,0 0 1 0 0,0 0-1 0 0,0 0 0 0 0,0 0 0 0 0,0 0 1 0 0,0 0-1 0 0,0 0 0 0 0,0-1 1 0 0,-1 1-1 0 0,1 0 0 0 0,0 0 0 0 0,-1 1 1 0 0,-10 43 628 0 0,9-39-507 0 0,-35 96 866 0 0,30-83-1190 0 0,-6 13-209 0 0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7:57.96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309 146 3225 0 0,'-3'-24'-1034'0'0,"0"0"1090"0"0,3 24-15 0 0,-1 0 0 0 0,1 0 0 0 0,-1 0 0 0 0,0 0 1 0 0,1 0-1 0 0,-1 0 0 0 0,0 0 0 0 0,1 0 0 0 0,-1 0 0 0 0,1 0 0 0 0,-1 0 0 0 0,0 1 0 0 0,1-1 0 0 0,-1 0 0 0 0,1 0 0 0 0,-1 1 0 0 0,1-1 1 0 0,-1 0-1 0 0,1 1 0 0 0,-1-1 0 0 0,1 0 0 0 0,-1 1 0 0 0,1-1 0 0 0,-1 1 0 0 0,1-1 0 0 0,0 1 0 0 0,-1-1 0 0 0,1 1 0 0 0,-1 0 0 0 0,-17 18 731 0 0,17-18-711 0 0,-9 13 269 0 0,0 1 1 0 0,1 0 0 0 0,1 1 0 0 0,0-1-1 0 0,-5 20 1 0 0,-6 8-50 0 0,-37 67-235 0 0,-21 48-7 0 0,67-132-37 0 0,0 1 0 0 0,2 0 1 0 0,1 0-1 0 0,-5 36 0 0 0,10-44-4 0 0,-1 0-7 0 0,0 0 1 0 0,2 0-1 0 0,0 0 0 0 0,1 0 0 0 0,1 0 0 0 0,6 34 0 0 0,-5-48 9 0 0,0 0 0 0 0,0-1 0 0 0,0 1 0 0 0,1-1 0 0 0,0 0 0 0 0,-1 0 0 0 0,2 0 0 0 0,-1 0 0 0 0,0 0 0 0 0,1-1 0 0 0,7 7 0 0 0,53 32 0 0 0,-31-21 0 0 0,-19-12 0 0 0,90 56-12 0 0,-90-58 20 0 0,0 0-1 0 0,1-2 0 0 0,-1 0 1 0 0,2 0-1 0 0,29 4 0 0 0,29-1 249 0 0,-53-8-219 0 0,0 2 0 0 0,0 0 0 0 0,0 2 1 0 0,0 0-1 0 0,-1 1 0 0 0,0 1 0 0 0,0 1 0 0 0,30 15 0 0 0,-47-19 6 0 0,134 71 196 0 0,-110-62-254 0 0,0 0-1 0 0,1-2 0 0 0,38 8 1 0 0,41 2 427 0 0,182 10 0 0 0,-235-29 29 0 0,0-2 0 0 0,75-11 0 0 0,104-33 10 0 0,-91 27-910 0 0,-112 16 552 0 0,1-1-1 0 0,-1-2 1 0 0,0 0 0 0 0,0-2-1 0 0,44-17 1 0 0,-60 18-97 0 0,0-1 0 0 0,-1 0-1 0 0,0-1 1 0 0,0 0 0 0 0,20-17 0 0 0,-27 18 19 0 0,1 0 0 0 0,-1 0-1 0 0,0-1 1 0 0,-1 1 0 0 0,0-1 0 0 0,0 0 0 0 0,-1-1 0 0 0,0 1 0 0 0,0-1 0 0 0,3-12 0 0 0,1-9 82 0 0,-2 0-1 0 0,-1 1 1 0 0,-1-2 0 0 0,-2 1-1 0 0,-1 0 1 0 0,-1 0 0 0 0,-2-1-1 0 0,-1 1 1 0 0,-8-36 0 0 0,2 28 36 0 0,-1 0 1 0 0,-2 1-1 0 0,-1 1 1 0 0,-2 0 0 0 0,-1 1-1 0 0,-38-58 1 0 0,37 67-42 0 0,-2 0 1 0 0,0 2 0 0 0,-2 0 0 0 0,0 1 0 0 0,-2 1 0 0 0,0 1 0 0 0,-2 2 0 0 0,0 0-1 0 0,-1 1 1 0 0,-41-20 0 0 0,-37-18 601 0 0,57 29-735 0 0,-2 2 0 0 0,-82-30 0 0 0,103 49 120 0 0,-1 1 0 0 0,0 1 0 0 0,0 2 1 0 0,0 0-1 0 0,0 2 0 0 0,-36 5 0 0 0,-32-1 87 0 0,41-4-163 0 0,-252 8 256 0 0,260-4-126 0 0,0 3 0 0 0,1 1 1 0 0,0 2-1 0 0,-62 23 0 0 0,80-21-277 0 0,0 2 1 0 0,1 1-1 0 0,-50 35 0 0 0,-67 70-3234 0 0,109-85-910 0 0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7:53.67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39 9 7834 0 0,'-2'2'215'0'0,"-1"0"0"0"0,0 0 1 0 0,1 0-1 0 0,-1 0 1 0 0,1 0-1 0 0,-1 1 0 0 0,1-1 1 0 0,0 1-1 0 0,0-1 0 0 0,0 1 1 0 0,1 0-1 0 0,-1 0 0 0 0,0 0 1 0 0,1 0-1 0 0,0 0 1 0 0,0 0-1 0 0,0 0 0 0 0,0 0 1 0 0,0 0-1 0 0,1 1 0 0 0,-1 4 1 0 0,1-1-77 0 0,-1 0 0 0 0,1 1 0 0 0,1-1 0 0 0,0 1 0 0 0,0-1 0 0 0,0 0 0 0 0,1 0 0 0 0,4 11 0 0 0,1 0-75 0 0,1 0 0 0 0,0 0 0 0 0,2-1 1 0 0,0 0-1 0 0,1-1 0 0 0,14 17 0 0 0,-21-29-36 0 0,1 1 1 0 0,-1-1-1 0 0,1 0 1 0 0,1 0-1 0 0,-1 0 0 0 0,0 0 1 0 0,1-1-1 0 0,0 0 0 0 0,10 4 1 0 0,-11-6-21 0 0,-1 0 0 0 0,1 0 0 0 0,-1 0 0 0 0,1-1 0 0 0,-1 0 0 0 0,1 1 0 0 0,-1-2-1 0 0,1 1 1 0 0,-1-1 0 0 0,1 1 0 0 0,-1-1 0 0 0,1 0 0 0 0,-1-1 0 0 0,0 1 0 0 0,7-4 0 0 0,-9 4 0 0 0,-1 1 1 0 0,1-1-1 0 0,0 0 0 0 0,-1-1 1 0 0,1 1-1 0 0,-1 0 0 0 0,1 0 1 0 0,-1-1-1 0 0,1 1 1 0 0,-1-1-1 0 0,0 1 0 0 0,0-1 1 0 0,0 1-1 0 0,0-1 0 0 0,0 0 1 0 0,0 0-1 0 0,0 1 0 0 0,0-1 1 0 0,-1 0-1 0 0,2-3 0 0 0,-2 1 33 0 0,0-1-1 0 0,1 1 1 0 0,-1 0 0 0 0,-1-1-1 0 0,1 1 1 0 0,-1 0 0 0 0,1 0-1 0 0,-1-1 1 0 0,-2-3 0 0 0,-3-9 157 0 0,-1 0 1 0 0,-1 1 0 0 0,-14-22-1 0 0,20 35-178 0 0,-13-22 966 0 0,-29-34 0 0 0,8 21-1272 0 0,-5 10-4591 0 0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7:54.12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0 123 6913 0 0,'0'-8'5839'0'0,"3"12"-5109"0"0,21 34 1036 0 0,-12-18-1414 0 0,1 0 0 0 0,0 0 1 0 0,2-2-1 0 0,32 34 0 0 0,-46-50-358 0 0,1 0 0 0 0,1-1 0 0 0,-1 1 1 0 0,0-1-1 0 0,0 1 0 0 0,1-1 0 0 0,-1 0 0 0 0,0 0 0 0 0,1 0 1 0 0,-1 0-1 0 0,1 0 0 0 0,0 0 0 0 0,-1-1 0 0 0,1 1 0 0 0,-1-1 1 0 0,1 0-1 0 0,0 0 0 0 0,-1 0 0 0 0,1 0 0 0 0,4-1 0 0 0,-5 0-38 0 0,1 0-1 0 0,-1 0 1 0 0,0-1-1 0 0,0 1 1 0 0,0 0-1 0 0,0-1 1 0 0,0 0-1 0 0,0 1 1 0 0,0-1-1 0 0,-1 0 1 0 0,1 0-1 0 0,-1 0 1 0 0,1 0-1 0 0,-1 0 1 0 0,0 0-1 0 0,0-1 1 0 0,0 1-1 0 0,0 0 1 0 0,0-1-1 0 0,0 1 1 0 0,0-5-1 0 0,3-11-320 0 0,-2 0 0 0 0,0 0 0 0 0,-2 0 0 0 0,0-1-1 0 0,0 1 1 0 0,-2 0 0 0 0,-6-32 0 0 0,-2-17 278 0 0,10 66 153 0 0,0 1 0 0 0,0-1 0 0 0,-1 1 0 0 0,1-1 1 0 0,0 1-1 0 0,0-1 0 0 0,0 1 0 0 0,0-1 0 0 0,0 1 0 0 0,0-1 1 0 0,0 1-1 0 0,0-1 0 0 0,0 1 0 0 0,0-1 0 0 0,1 1 0 0 0,-1-1 1 0 0,0 1-1 0 0,0-1 0 0 0,0 1 0 0 0,0-1 0 0 0,1 1 0 0 0,-1-1 1 0 0,0 1-1 0 0,1 0 0 0 0,-1-1 0 0 0,0 1 0 0 0,1 0 0 0 0,-1-1 1 0 0,0 1-1 0 0,1-1 0 0 0,13 7 1425 0 0,11 21-584 0 0,-7 2-915 0 0,42 48 0 0 0,-51-68-612 0 0,0 0 1 0 0,1 0 0 0 0,0-1 0 0 0,0 0 0 0 0,1-1 0 0 0,0 0 0 0 0,0-1 0 0 0,15 6 0 0 0,-7-4-3843 0 0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7:54.36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0 10594 0 0,'6'6'1404'0'0,"0"0"0"0"0,0-1 0 0 0,13 9-1 0 0,-17-13-920 0 0,88 74 2583 0 0,-56-41-3226 0 0,48 62 1 0 0,-26-30-3289 0 0,-38-46-2445 0 0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7:54.56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11 383 3225 0 0,'-1'-1'125'0'0,"0"0"0"0"0,0 0 0 0 0,0-1 0 0 0,0 1 1 0 0,0 0-1 0 0,0-1 0 0 0,1 1 0 0 0,-1-1 0 0 0,1 1 1 0 0,-1-1-1 0 0,1 1 0 0 0,-1-1 0 0 0,1 1 0 0 0,0-1 1 0 0,0 1-1 0 0,0-1 0 0 0,0 1 0 0 0,0-1 0 0 0,0 0 0 0 0,0 1 1 0 0,0-1-1 0 0,1 1 0 0 0,-1-1 0 0 0,0 1 0 0 0,2-2 1 0 0,17-45 2859 0 0,-14 36-2496 0 0,11-24 1376 0 0,2 2 0 0 0,39-60 0 0 0,-37 66-3801 0 0,39-41 0 0 0,-36 46-3076 0 0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7:59.79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1997 229 3225 0 0,'-5'-1'290'0'0,"1"0"1"0"0,-1 0-1 0 0,1 0 1 0 0,-1 1-1 0 0,0 0 1 0 0,1 0-1 0 0,-1 0 1 0 0,-8 1-1 0 0,-21-1 796 0 0,20-3-812 0 0,0-2-1 0 0,1 1 1 0 0,-1-2-1 0 0,1 0 1 0 0,0-1-1 0 0,-20-14 1 0 0,-18-8 711 0 0,6 8-362 0 0,0 2 0 0 0,-2 2 0 0 0,0 3 0 0 0,0 1 0 0 0,-2 2 1 0 0,1 3-1 0 0,-66-4 0 0 0,-17-1 353 0 0,-45-3-40 0 0,146 16-880 0 0,1 1-1 0 0,-1 1 1 0 0,1 1-1 0 0,-31 8 1 0 0,15-1-167 0 0,2 3 1 0 0,-1 1 0 0 0,2 2-1 0 0,0 2 1 0 0,1 2 0 0 0,-71 47-1 0 0,60-31-209 0 0,3 2 0 0 0,0 2-1 0 0,3 2 1 0 0,-66 78 0 0 0,95-99 271 0 0,1 0 1 0 0,1 1 0 0 0,2 1 0 0 0,0 0-1 0 0,1 0 1 0 0,1 2 0 0 0,2-1-1 0 0,0 1 1 0 0,1 1 0 0 0,2-1 0 0 0,1 1-1 0 0,1 0 1 0 0,-2 43 0 0 0,7-41-53 0 0,0 0 0 0 0,2 0 0 0 0,1-1 0 0 0,1 1 0 0 0,1-1 0 0 0,2 0 0 0 0,0 0 0 0 0,13 25 0 0 0,-13-36 37 0 0,0 0 0 0 0,1 0 0 0 0,1-1 0 0 0,1-1 0 0 0,0 0 0 0 0,0 0 0 0 0,2-1 0 0 0,-1 0 0 0 0,2-1 0 0 0,0-1 0 0 0,0 0 0 0 0,1-1 0 0 0,23 13 0 0 0,19 2-87 0 0,0-2 0 0 0,1-2 0 0 0,98 20 0 0 0,187 17-526 0 0,-332-57 647 0 0,73 11-50 0 0,1-5 0 0 0,0-3 0 0 0,0-3 0 0 0,168-22 0 0 0,-151-2 283 0 0,-2-5 0 0 0,115-46-1 0 0,251-115 152 0 0,-434 175-536 0 0,-1-1 0 0 0,-1-1 0 0 0,0-2 0 0 0,-1-1 0 0 0,46-40 0 0 0,-55 40 239 0 0,-1-1-1 0 0,-1-1 0 0 0,0-1 0 0 0,-2 0 1 0 0,0-2-1 0 0,-2 1 0 0 0,19-42 0 0 0,-23 43 12 0 0,-1 0 0 0 0,-1-1-1 0 0,-1 0 1 0 0,-1-1 0 0 0,6-47 0 0 0,-11 61-88 0 0,-1 0-1 0 0,0 0 1 0 0,-1 0 0 0 0,0 0 0 0 0,0 0 0 0 0,-1 0 0 0 0,0 0 0 0 0,-1 1-1 0 0,0-1 1 0 0,-1 1 0 0 0,0-1 0 0 0,0 1 0 0 0,-1 1 0 0 0,0-1 0 0 0,0 1 0 0 0,-1-1-1 0 0,-8-7 1 0 0,-5-3 590 0 0,-1 1 0 0 0,-37-25-1 0 0,-1 0 1038 0 0,3-6-297 0 0,28 24-435 0 0,-59-42-1 0 0,75 61-798 0 0,1-1 0 0 0,-1 2 0 0 0,0 0-1 0 0,-1 0 1 0 0,1 1 0 0 0,-1 0-1 0 0,0 1 1 0 0,0 0 0 0 0,-24-1 0 0 0,15 3-72 0 0,0 2 1 0 0,0 1 0 0 0,0 0-1 0 0,0 2 1 0 0,0 0 0 0 0,1 1-1 0 0,-34 14 1 0 0,-8 8-2515 0 0,-62 37-1 0 0,122-64 2416 0 0,-35 21-4763 0 0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35.0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4 221 3297 0 0,'0'-34'1140'0'0,"5"-138"4545"0"0,-2 158-2589 0 0,0 24-1057 0 0,2 25-666 0 0,-17 271 819 0 0,4-205-2009 0 0,9 174 0 0 0,1-249-255 0 0,-1 0-340 0 0,2 0 0 0 0,0 0 0 0 0,2 0 0 0 0,13 42 0 0 0,-12-61-2497 0 0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35.35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60 920 0 0,'-1'-2'201'0'0,"0"0"1"0"0,0-1-1 0 0,0 1 0 0 0,0 0 0 0 0,1 0 0 0 0,-1 0 1 0 0,1-1-1 0 0,-1 1 0 0 0,1 0 0 0 0,0-1 1 0 0,0 1-1 0 0,0 0 0 0 0,0 0 0 0 0,0-1 0 0 0,0 1 1 0 0,1 0-1 0 0,0-5 0 0 0,0 6-53 0 0,-1 0 1 0 0,1 0-1 0 0,-1 0 1 0 0,1 0-1 0 0,0 1 0 0 0,-1-1 1 0 0,1 0-1 0 0,0 0 0 0 0,0 0 1 0 0,-1 1-1 0 0,1-1 0 0 0,0 1 1 0 0,0-1-1 0 0,0 0 1 0 0,0 1-1 0 0,0-1 0 0 0,0 1 1 0 0,0 0-1 0 0,0-1 0 0 0,0 1 1 0 0,0 0-1 0 0,0 0 0 0 0,0 0 1 0 0,0-1-1 0 0,0 1 0 0 0,0 0 1 0 0,0 1-1 0 0,0-1 1 0 0,1 0-1 0 0,-1 0 0 0 0,0 0 1 0 0,0 0-1 0 0,0 1 0 0 0,0-1 1 0 0,0 1-1 0 0,0-1 0 0 0,0 1 1 0 0,-1-1-1 0 0,1 1 1 0 0,2 0-1 0 0,15 11 859 0 0,0 1 1 0 0,0 0-1 0 0,-1 1 0 0 0,27 29 0 0 0,-22-21-235 0 0,150 162 911 0 0,-82-83-1836 0 0,-80-91-310 0 0,25 31-438 0 0,-33-38 385 0 0,0-1 0 0 0,-1 1-1 0 0,1 0 1 0 0,-1 0 0 0 0,0 0 0 0 0,0 0 0 0 0,0 0-1 0 0,1 4 1 0 0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35.7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0 137 3681 0 0,'28'-28'5682'0'0,"23"-24"-2252"0"0,5 6-7040 0 0,-41 36-348 0 0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36.1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1 108 3681 0 0,'1'0'132'0'0,"0"0"0"0"0,0 1 0 0 0,-1-1 0 0 0,1 0 0 0 0,0 0 0 0 0,0 0-1 0 0,0 0 1 0 0,0 0 0 0 0,0-1 0 0 0,0 1 0 0 0,0 0 0 0 0,0 0 0 0 0,0-1 0 0 0,0 1 0 0 0,0 0 0 0 0,0-1 0 0 0,0 1 0 0 0,-1-1 0 0 0,2 0 0 0 0,21-13 1620 0 0,-20 12-1581 0 0,53-40 1677 0 0,3-2-7470 0 0,-56 43 5522 0 0</inkml:trace>
  <inkml:trace contextRef="#ctx0" brushRef="#br0" timeOffset="1">144 166 1176 0 0,'8'-3'0'0'0,"-4"0"0"0"0,2 0 72 0 0,-2 1-72 0 0,-1 2 0 0 0,-1-2 0 0 0,2 1 0 0 0,5-2 0 0 0,2-2 96 0 0,4-2-32 0 0,1-1-64 0 0,-1-1 112 0 0,-2 1-112 0 0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36.4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18 7834 0 0,'-5'-4'-186'0'0,"4"2"536"0"0,-1 1 0 0 0,1 0 0 0 0,-1-1 0 0 0,1 1 0 0 0,-1 0 0 0 0,0 0 0 0 0,1 0 0 0 0,-1 0 1 0 0,0 1-1 0 0,0-1 0 0 0,-1 0 0 0 0,2 1-206 0 0,0 1 0 0 0,0-1 0 0 0,0 1 0 0 0,1-1 0 0 0,-1 1 0 0 0,0-1 1 0 0,1 1-1 0 0,-1-1 0 0 0,0 1 0 0 0,1 0 0 0 0,-1 0 0 0 0,1-1 0 0 0,-1 1 1 0 0,1 0-1 0 0,-1 0 0 0 0,1 0 0 0 0,0-1 0 0 0,-1 1 0 0 0,1 0 0 0 0,0 0 1 0 0,0 0-1 0 0,0 0 0 0 0,0 0 0 0 0,-1 0 0 0 0,1-1 0 0 0,0 1 0 0 0,0 0 1 0 0,1 0-1 0 0,-1 1 0 0 0,0 17 260 0 0,1 0 0 0 0,0-1 0 0 0,2 1 0 0 0,0-1 0 0 0,1 1 0 0 0,1-1 0 0 0,11 27-1 0 0,-9-23-147 0 0,-7-22-252 0 0,125 352 575 0 0,-115-330-1671 0 0,0-2-3617 0 0,0-2-1507 0 0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36.78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26 3681 0 0,'-1'0'164'0'0,"0"-1"-1"0"0,1 0 1 0 0,-1 1 0 0 0,0-1 0 0 0,0 0-1 0 0,1 0 1 0 0,-1 0 0 0 0,0 0 0 0 0,1 1 0 0 0,-1-1-1 0 0,1 0 1 0 0,-1 0 0 0 0,1 0 0 0 0,0 0-1 0 0,-1 0 1 0 0,1 0 0 0 0,0 0 0 0 0,0-1 0 0 0,0 1-1 0 0,0 0 1 0 0,0 0 0 0 0,0 0 0 0 0,0 0-1 0 0,0 0 1 0 0,0-2 0 0 0,-2 11 781 0 0,1-1-1 0 0,0 0 1 0 0,0 0-1 0 0,0 1 1 0 0,1-1-1 0 0,1 8 1 0 0,0-1-715 0 0,0 1-1 0 0,2-1 1 0 0,-1 0 0 0 0,9 23-1 0 0,-4-22-204 0 0,0-1-1 0 0,1 1 1 0 0,0-1 0 0 0,1-1-1 0 0,1 1 1 0 0,0-2-1 0 0,1 1 1 0 0,17 14-1 0 0,-19-19-46 0 0,-1 0 0 0 0,2-1 0 0 0,-1 0 1 0 0,1 0-1 0 0,0-1 0 0 0,0-1 0 0 0,1 0 0 0 0,0 0 0 0 0,0-1 0 0 0,0 0 0 0 0,0-1 0 0 0,17 2 0 0 0,-25-4-1 0 0,1-1-1 0 0,-1 0 0 0 0,0 0 0 0 0,0 0 1 0 0,0 0-1 0 0,0 0 0 0 0,0-1 1 0 0,0 1-1 0 0,0-1 0 0 0,0 0 0 0 0,0 0 1 0 0,0 0-1 0 0,0-1 0 0 0,0 1 1 0 0,0-1-1 0 0,-1 1 0 0 0,1-1 0 0 0,0 0 1 0 0,2-2-1 0 0,-3 1 47 0 0,1-1 0 0 0,-1 1 0 0 0,0 0-1 0 0,0-1 1 0 0,0 1 0 0 0,0-1 0 0 0,-1 0 0 0 0,0 1 0 0 0,1-1 0 0 0,-1 0-1 0 0,-1 0 1 0 0,1 0 0 0 0,0-5 0 0 0,-1-4 154 0 0,0 0 1 0 0,0 0-1 0 0,-1 0 0 0 0,-1 0 1 0 0,-1 0-1 0 0,1 0 0 0 0,-10-25 1 0 0,7 27-169 0 0,0 0 0 0 0,0 0 1 0 0,-1 0-1 0 0,0 0 1 0 0,-1 1-1 0 0,0 0 1 0 0,-1 1-1 0 0,0-1 0 0 0,0 1 1 0 0,-1 1-1 0 0,0 0 1 0 0,-1 0-1 0 0,-16-10 1 0 0,4 6-727 0 0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37.39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1 146 920 0 0,'0'-1'178'0'0,"0"-1"-1"0"0,0 0 1 0 0,-1 0-1 0 0,2 0 1 0 0,-1 1-1 0 0,0-1 1 0 0,0 0-1 0 0,1 0 1 0 0,-1 1-1 0 0,0-1 1 0 0,1 0-1 0 0,0 1 1 0 0,-1-1-1 0 0,1 0 1 0 0,0 1-1 0 0,0-1 1 0 0,0 1-1 0 0,0-1 1 0 0,0 1-1 0 0,0 0 1 0 0,1 0-1 0 0,0-2 1 0 0,31-29 4374 0 0,-17 19-3501 0 0,1 0-1 0 0,20-11 1 0 0,-31 20-829 0 0,0 1-1 0 0,0 0 1 0 0,0 0-1 0 0,0 1 1 0 0,1-1 0 0 0,-1 1-1 0 0,0 1 1 0 0,1-1-1 0 0,0 1 1 0 0,11 0 0 0 0,-16 1-167 0 0,1 0 1 0 0,-1 1 0 0 0,1-1 0 0 0,-1 1 0 0 0,1 0 0 0 0,-1-1-1 0 0,0 1 1 0 0,1 0 0 0 0,-1 1 0 0 0,0-1 0 0 0,0 0-1 0 0,0 1 1 0 0,0-1 0 0 0,0 1 0 0 0,0-1 0 0 0,0 1 0 0 0,1 2-1 0 0,0 1-16 0 0,0-1 1 0 0,0 0-1 0 0,-1 1 0 0 0,0-1 0 0 0,0 1 0 0 0,0 0 0 0 0,0 0 0 0 0,0 5 0 0 0,1 7 11 0 0,0 0-1 0 0,-2 0 1 0 0,0 33 0 0 0,-9 4 95 0 0,6-45-74 0 0,0 0 0 0 0,0-1 0 0 0,1 1 0 0 0,1 0 0 0 0,-1 0 1 0 0,1 0-1 0 0,1 0 0 0 0,0 0 0 0 0,3 14 0 0 0,-3-21-52 0 0,0 0 0 0 0,0 0 1 0 0,0 0-1 0 0,1 0 0 0 0,-1 0 0 0 0,1 0 1 0 0,0-1-1 0 0,-1 1 0 0 0,1 0 0 0 0,0-1 1 0 0,0 1-1 0 0,0-1 0 0 0,0 0 0 0 0,0 0 1 0 0,0 0-1 0 0,0 0 0 0 0,1 0 0 0 0,-1 0 1 0 0,0 0-1 0 0,1-1 0 0 0,-1 1 0 0 0,0-1 1 0 0,1 0-1 0 0,-1 1 0 0 0,3-1 0 0 0,10 0 102 0 0,0 0 0 0 0,-1-1-1 0 0,16-3 1 0 0,-11 2 56 0 0,-11 1-95 0 0,6-1-12 0 0,0 0 0 0 0,0 2 0 0 0,0 0 0 0 0,0 0 0 0 0,22 4 0 0 0,-32-3-55 0 0,-1 0-1 0 0,0 0 0 0 0,1 1 1 0 0,-1-1-1 0 0,0 0 0 0 0,0 1 1 0 0,0 0-1 0 0,0 0 0 0 0,0 0 1 0 0,0 0-1 0 0,-1 0 0 0 0,1 1 1 0 0,-1-1-1 0 0,1 1 1 0 0,-1 0-1 0 0,0-1 0 0 0,0 1 1 0 0,0 0-1 0 0,-1 0 0 0 0,1 0 1 0 0,-1 1-1 0 0,1-1 0 0 0,-1 0 1 0 0,0 0-1 0 0,0 1 0 0 0,-1-1 1 0 0,1 8-1 0 0,0-4 120 0 0,-1 1 0 0 0,0 0-1 0 0,0 0 1 0 0,-1 0 0 0 0,0 0-1 0 0,0-1 1 0 0,-1 1 0 0 0,0 0-1 0 0,-5 11 1 0 0,-2 0-535 0 0,0 0 1 0 0,-16 24-1 0 0,13-25-6647 0 0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22.88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114 202 2304 0 0,'-10'-61'517'0'0,"7"39"982"0"0,0 0 1 0 0,-2 0-1 0 0,-13-40 0 0 0,18 61-1372 0 0,0 1 1 0 0,0-1-1 0 0,0 1 1 0 0,0-1-1 0 0,-1 0 1 0 0,1 1-1 0 0,0-1 1 0 0,0 1-1 0 0,-1-1 1 0 0,1 1-1 0 0,0-1 1 0 0,-1 1-1 0 0,1-1 1 0 0,0 1-1 0 0,-1-1 1 0 0,1 1-1 0 0,-1-1 1 0 0,1 1-1 0 0,-1 0 1 0 0,1-1-1 0 0,-1 1 1 0 0,1 0-1 0 0,-1-1 1 0 0,1 1-1 0 0,-1 0 1 0 0,1 0-1 0 0,-1 0 1 0 0,0-1-1 0 0,1 1 1 0 0,-1 0-1 0 0,1 0 1 0 0,-1 0-1 0 0,0 0 1 0 0,0 0-1 0 0,0 1 60 0 0,0 0 0 0 0,-1 0 0 0 0,1 0 0 0 0,0 0 0 0 0,0 0-1 0 0,0 0 1 0 0,0 0 0 0 0,0 0 0 0 0,0 0 0 0 0,0 1 0 0 0,1-1-1 0 0,-1 0 1 0 0,0 2 0 0 0,-18 49 1722 0 0,10 0-1442 0 0,1 0 1 0 0,3 1-1 0 0,2 66 1 0 0,2-56-284 0 0,45 1536 793 0 0,39-779-965 0 0,-45-439 1087 0 0,-14 436-1 0 0,-32-622-943 0 0,-1 122-185 0 0,9-317 16 0 0,0 0-1 0 0,0 0 1 0 0,-1 0 0 0 0,1 1-1 0 0,0-1 1 0 0,0 0-1 0 0,0 0 1 0 0,0 0-1 0 0,0 1 1 0 0,0-1-1 0 0,0 0 1 0 0,0 0 0 0 0,0 0-1 0 0,0 1 1 0 0,0-1-1 0 0,0 0 1 0 0,0 0-1 0 0,0 0 1 0 0,0 1 0 0 0,0-1-1 0 0,0 0 1 0 0,0 0-1 0 0,0 0 1 0 0,0 1-1 0 0,1-1 1 0 0,-1 0-1 0 0,0 0 1 0 0,0 0 0 0 0,0 0-1 0 0,0 1 1 0 0,0-1-1 0 0,0 0 1 0 0,1 0-1 0 0,-1 0 1 0 0,0 0 0 0 0,0 0-1 0 0,0 0 1 0 0,0 1-1 0 0,1-1 1 0 0,-1 0-1 0 0,0 0 1 0 0,0 0-1 0 0,0 0 1 0 0,1 0 0 0 0,-1 0-1 0 0,0 0 1 0 0,0 0-1 0 0,1 0 1 0 0,6-9-1521 0 0,-3-2 19 0 0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23.6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110 112 2761 0 0,'-4'-12'906'0'0,"0"0"-1"0"0,0 0 1 0 0,-2 1 0 0 0,-8-16 0 0 0,13 24-691 0 0,-1 1 0 0 0,1-1-1 0 0,-1 1 1 0 0,1 0 0 0 0,-1 0 0 0 0,0-1-1 0 0,0 1 1 0 0,0 0 0 0 0,0 1 0 0 0,0-1-1 0 0,0 0 1 0 0,-1 0 0 0 0,1 1 0 0 0,-1 0-1 0 0,1-1 1 0 0,-1 1 0 0 0,1 0-1 0 0,-1 0 1 0 0,0 0 0 0 0,0 1 0 0 0,1-1-1 0 0,-1 1 1 0 0,0-1 0 0 0,0 1 0 0 0,-5 0-1 0 0,8 0-155 0 0,-1 0-1 0 0,0 0 1 0 0,1 0-1 0 0,-1 1 0 0 0,1-1 1 0 0,-1 0-1 0 0,1 0 0 0 0,-1 0 1 0 0,0 0-1 0 0,1 1 1 0 0,-1-1-1 0 0,1 0 0 0 0,-1 1 1 0 0,1-1-1 0 0,0 0 0 0 0,-1 1 1 0 0,1-1-1 0 0,-1 1 1 0 0,1-1-1 0 0,0 1 0 0 0,-1-1 1 0 0,1 1-1 0 0,0-1 0 0 0,-1 1 1 0 0,1-1-1 0 0,0 1 1 0 0,0-1-1 0 0,0 1 0 0 0,-1-1 1 0 0,1 1-1 0 0,0 0 0 0 0,0 0 1 0 0,8 21 849 0 0,25 17-274 0 0,-32-37-559 0 0,107 100 1076 0 0,147 108 1 0 0,-76-66-781 0 0,241 166-105 0 0,-310-242-301 0 0,4-5 0 0 0,123 49 0 0 0,554 192-1693 0 0,-456-173 1520 0 0,-245-90 152 0 0,139 85 0 0 0,-183-96 0 0 0,0 2 0 0 0,-3 2 0 0 0,42 41 0 0 0,-84-74 80 0 0,0 0 1 0 0,0 0-1 0 0,0 0 1 0 0,0 0 0 0 0,0 0-1 0 0,0 0 1 0 0,-1 0-1 0 0,1 0 1 0 0,0 0 0 0 0,-1 0-1 0 0,1 0 1 0 0,0 0-1 0 0,-1 0 1 0 0,1 1-1 0 0,-1-1 1 0 0,0 0 0 0 0,1 0-1 0 0,-1 1 1 0 0,0-1-1 0 0,0 0 1 0 0,0 2 0 0 0,-1-1 119 0 0,0 0-1 0 0,0 0 1 0 0,0 0 0 0 0,0 0 0 0 0,-1-1 0 0 0,1 1 0 0 0,0 0 0 0 0,-1-1 0 0 0,1 1 0 0 0,-4 1 0 0 0,-6 8 44 0 0,-61 55 173 0 0,-83 57-1 0 0,54-44-193 0 0,-302 228-411 0 0,-59 49 10 0 0,322-235 429 0 0,-141 160 0 0 0,-56 59 1258 0 0,209-211-1230 0 0,-43 40-373 0 0,133-136-1729 0 0,-51 33 1 0 0,69-54-4677 0 0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24.08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54 110 456 0 0,'-7'-3'222'0'0,"1"1"845"0"0,0 0 0 0 0,1 0 0 0 0,-1 1 0 0 0,0 0 0 0 0,0 0 0 0 0,-5-5 3438 0 0,39-18-3222 0 0,-10 12-817 0 0,0 2 0 0 0,1 0-1 0 0,26-11 1 0 0,-35 18-433 0 0,0 0 0 0 0,0 1 1 0 0,1-1-1 0 0,-1 2 0 0 0,1 0 0 0 0,-1 0 0 0 0,1 1 1 0 0,18 1-1 0 0,-11 2-252 0 0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24.58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 4145 0 0,'6'4'543'0'0,"0"-1"0"0"0,1 0-1 0 0,-1 0 1 0 0,1-1 0 0 0,0 0 0 0 0,0 0 0 0 0,-1 0 0 0 0,2-1 0 0 0,12 1-1 0 0,-5 0 223 0 0,19 2 528 0 0,0-1 0 0 0,0-2 1 0 0,46-4-1 0 0,42-10-1675 0 0,-83 9-900 0 0,-18-1-2128 0 0,-20 5 3232 0 0,-1 0 0 0 0,1-1 0 0 0,-1 1 0 0 0,1 0 0 0 0,-1-1 0 0 0,1 1 0 0 0,-1-1 0 0 0,0 1 0 0 0,1 0 0 0 0,-1-1 1 0 0,0 1-1 0 0,1-1 0 0 0,-1 1 0 0 0,0-1 0 0 0,1 1 0 0 0,-1-1 0 0 0,0 1 0 0 0,0-1 0 0 0,0 1 0 0 0,1-1 0 0 0,-1 0 0 0 0,0 1 0 0 0,0-1 0 0 0,0 1 0 0 0,0-1 0 0 0,0 1 0 0 0,0-1 1 0 0,0 0-1 0 0,0 1 0 0 0,0-1 0 0 0,0 1 0 0 0,-1-1 0 0 0,1 1 0 0 0,0-2 0 0 0,-3-5 34 0 0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24.9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1 6913 0 0,'-1'2'440'0'0,"-1"1"-1"0"0,1 0 0 0 0,0 0 0 0 0,1 0 0 0 0,-1 0 0 0 0,1 0 0 0 0,-1 0 0 0 0,1 0 0 0 0,0 0 0 0 0,0 0 0 0 0,0 0 0 0 0,0 0 0 0 0,1 0 0 0 0,-1 0 0 0 0,1 0 0 0 0,1 4 0 0 0,1 10 363 0 0,4 128 3354 0 0,5 34-2216 0 0,-9-150-2479 0 0,2 0 0 0 0,2 0 0 0 0,0-1 0 0 0,13 30 0 0 0,-11-34-285 0 0,-1-6 544 0 0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25.4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2104 23 1376 0 0,'-24'-15'3620'0'0,"19"13"-3195"0"0,0 1 0 0 0,0 0 1 0 0,0-1-1 0 0,0 2 0 0 0,0-1 0 0 0,0 0 1 0 0,0 1-1 0 0,0 0 0 0 0,0 0 1 0 0,-6 1-1 0 0,-55 13 1788 0 0,30-6-1233 0 0,-358 38 4647 0 0,320-40-4982 0 0,-543 21 75 0 0,0-37-215 0 0,542 9-633 0 0,30 2-243 0 0,-45-6 0 0 0,88 4-213 0 0,0 1 363 0 0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25.87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253 3 3681 0 0,'-14'-2'359'0'0,"-1"1"0"0"0,1 1 1 0 0,-1 1-1 0 0,0 0 0 0 0,1 0 0 0 0,-1 2 0 0 0,1 0 1 0 0,0 0-1 0 0,-20 9 0 0 0,29-11-198 0 0,-1 2 1 0 0,1-1-1 0 0,0 0 0 0 0,0 1 0 0 0,1 0 1 0 0,-1 0-1 0 0,1 1 0 0 0,-1-1 0 0 0,1 1 1 0 0,0 0-1 0 0,0 0 0 0 0,1 0 0 0 0,-1 1 1 0 0,1-1-1 0 0,0 1 0 0 0,0 0 0 0 0,0 0 0 0 0,1 0 1 0 0,0 0-1 0 0,0 0 0 0 0,0 0 0 0 0,0 1 1 0 0,1-1-1 0 0,0 1 0 0 0,0-1 0 0 0,1 1 1 0 0,0 8-1 0 0,0-7-72 0 0,2 0-1 0 0,-1 1 1 0 0,1-1-1 0 0,0 0 1 0 0,1 0 0 0 0,0 0-1 0 0,0-1 1 0 0,0 1 0 0 0,1 0-1 0 0,0-1 1 0 0,0 0 0 0 0,1 0-1 0 0,-1 0 1 0 0,1-1 0 0 0,1 0-1 0 0,7 7 1 0 0,-3-4 37 0 0,-1 0 1 0 0,2-1-1 0 0,-1 0 0 0 0,1-1 0 0 0,0 0 1 0 0,0-1-1 0 0,1 0 0 0 0,-1-1 1 0 0,14 3-1 0 0,-21-5-103 0 0,0-2 0 0 0,1 1 0 0 0,-1 0 0 0 0,1-1 0 0 0,0 0 0 0 0,-1 0 0 0 0,1 0 1 0 0,-1 0-1 0 0,1-1 0 0 0,-1 0 0 0 0,1 0 0 0 0,-1 0 0 0 0,0 0 0 0 0,1-1 0 0 0,-1 1 0 0 0,0-1 0 0 0,0-1 1 0 0,0 1-1 0 0,0 0 0 0 0,-1-1 0 0 0,1 0 0 0 0,0 0 0 0 0,-1 0 0 0 0,0 0 0 0 0,0 0 0 0 0,0-1 0 0 0,0 1 1 0 0,-1-1-1 0 0,1 0 0 0 0,-1 0 0 0 0,0 0 0 0 0,0 0 0 0 0,0 0 0 0 0,-1-1 0 0 0,1 1 0 0 0,1-9 0 0 0,-1 5 7 0 0,-1 0 0 0 0,0 0 0 0 0,0 0 0 0 0,-1 0 0 0 0,1-1 0 0 0,-2 1 0 0 0,1 0 0 0 0,-1 0 0 0 0,-1 0 0 0 0,1 0 0 0 0,-1 0 0 0 0,-1 0 0 0 0,1 1 0 0 0,-1-1 0 0 0,-1 0 0 0 0,1 1 0 0 0,-1 0 0 0 0,-1 0 0 0 0,1 0 0 0 0,-7-6 0 0 0,6 8-803 0 0,0 0 1 0 0,-1 1-1 0 0,1 0 1 0 0,-1 0-1 0 0,-8-4 0 0 0,-8-2-4136 0 0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26.5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2142 0 3681 0 0,'-46'2'1558'0'0,"-50"9"1"0"0,38-3-147 0 0,-162 18 3505 0 0,-292 31 215 0 0,290-36-4247 0 0,-362 48-89 0 0,429-49-1665 0 0,-66 14-6217 0 0,206-30 6074 0 0,2 0-39 0 0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26.95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232 35 456 0 0,'-15'1'881'0'0,"1"0"-1"0"0,-1 1 1 0 0,1 0-1 0 0,-1 1 1 0 0,1 0 0 0 0,0 2-1 0 0,-21 8 1 0 0,28-10-632 0 0,1 0 1 0 0,0 0 0 0 0,0 1-1 0 0,0-1 1 0 0,0 2 0 0 0,0-1-1 0 0,1 0 1 0 0,0 1 0 0 0,0 0-1 0 0,0 0 1 0 0,1 1 0 0 0,-1-1-1 0 0,1 1 1 0 0,1 0 0 0 0,-1 0-1 0 0,1 0 1 0 0,-4 12 0 0 0,6-12-187 0 0,0 0 1 0 0,0 0-1 0 0,1 0 1 0 0,0 0-1 0 0,1 0 1 0 0,-1 0 0 0 0,1 0-1 0 0,0 0 1 0 0,1 0-1 0 0,-1 0 1 0 0,1-1-1 0 0,0 1 1 0 0,1 0 0 0 0,-1-1-1 0 0,1 0 1 0 0,0 1-1 0 0,7 7 1 0 0,2 4 158 0 0,1-1 0 0 0,1 0 0 0 0,29 24 0 0 0,-34-32-169 0 0,1-1-1 0 0,0 0 1 0 0,0-1-1 0 0,0 0 1 0 0,1-1-1 0 0,0 0 1 0 0,0 0-1 0 0,1-2 1 0 0,-1 1-1 0 0,1-1 1 0 0,0-1 0 0 0,-1 0-1 0 0,1-1 1 0 0,23 0-1 0 0,-27-1-11 0 0,1 0 0 0 0,-1-1 0 0 0,1-1 0 0 0,-1 1 0 0 0,0-1 0 0 0,0-1 0 0 0,0 0 0 0 0,0 0-1 0 0,0 0 1 0 0,-1-1 0 0 0,0 0 0 0 0,1 0 0 0 0,-1-1 0 0 0,-1 0 0 0 0,1-1 0 0 0,-1 1 0 0 0,0-1 0 0 0,0 0 0 0 0,0-1 0 0 0,-1 1-1 0 0,9-15 1 0 0,-11 16 5 0 0,-1-1 0 0 0,1 0 0 0 0,-1 0 0 0 0,0 0 0 0 0,0 0 0 0 0,-1 0 0 0 0,0 0 0 0 0,0 0 1 0 0,0 0-1 0 0,-1-1 0 0 0,0 1 0 0 0,-1-10 0 0 0,0 6 35 0 0,-1 0 1 0 0,0 1 0 0 0,-1-1-1 0 0,0 1 1 0 0,-1 0 0 0 0,0 0-1 0 0,-7-12 1 0 0,-1 2-246 0 0,-2 0-1 0 0,0 1 1 0 0,-1 0-1 0 0,-1 1 0 0 0,0 1 1 0 0,-20-15-1 0 0,14 14-5504 0 0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28.46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 6913 0 0,'-10'-1'9761'0'0,"62"89"-8474"0"0,69 166-1 0 0,-105-219-1233 0 0,8 20-224 0 0,94 221-4251 0 0,-111-256-1059 0 0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28.92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12 392 4609 0 0,'-1'-1'135'0'0,"0"0"0"0"0,0 0-1 0 0,0 0 1 0 0,0 0 0 0 0,1 0 0 0 0,-1 0-1 0 0,0-1 1 0 0,0 1 0 0 0,1 0 0 0 0,-1 0 0 0 0,1-1-1 0 0,-1 1 1 0 0,1 0 0 0 0,-1-1 0 0 0,1 1 0 0 0,0 0-1 0 0,0-1 1 0 0,0 1 0 0 0,-1 0 0 0 0,1-1 0 0 0,1 1-1 0 0,-1 0 1 0 0,0-1 0 0 0,0 1 0 0 0,0 0-1 0 0,1-2 1 0 0,-1 0 239 0 0,1 1 0 0 0,-1-1 0 0 0,1 1 0 0 0,-1-1 0 0 0,1 1 0 0 0,0 0 0 0 0,0-1 0 0 0,0 1 0 0 0,0 0 0 0 0,0 0 0 0 0,0 0 0 0 0,1 0 0 0 0,-1 0 0 0 0,1 0 0 0 0,1-2 0 0 0,-2 4-263 0 0,0-1-1 0 0,0 1 1 0 0,0 0-1 0 0,0 0 0 0 0,0 0 1 0 0,0 0-1 0 0,1 0 1 0 0,-1 0-1 0 0,0 0 1 0 0,0 1-1 0 0,0-1 0 0 0,0 0 1 0 0,-1 1-1 0 0,1-1 1 0 0,0 0-1 0 0,0 1 1 0 0,0-1-1 0 0,0 1 0 0 0,0-1 1 0 0,0 1-1 0 0,0 0 1 0 0,-1-1-1 0 0,1 1 0 0 0,0 0 1 0 0,-1 0-1 0 0,1-1 1 0 0,0 1-1 0 0,0 1 1 0 0,21 28 737 0 0,-18-24-640 0 0,9 12 26 0 0,2-1 0 0 0,0 0 0 0 0,1-1 0 0 0,0-1 1 0 0,1 0-1 0 0,25 15 0 0 0,-7-8 2 0 0,1-1-1 0 0,58 24 0 0 0,-90-43-204 0 0,0 0-1 0 0,1 0 0 0 0,-1-1 0 0 0,0 0 0 0 0,1 0 0 0 0,-1 0 1 0 0,1 0-1 0 0,0-1 0 0 0,-1 1 0 0 0,1-1 0 0 0,-1-1 0 0 0,1 1 1 0 0,-1 0-1 0 0,1-1 0 0 0,-1 0 0 0 0,7-2 0 0 0,-8 1-5 0 0,0 0 1 0 0,0 0-1 0 0,0 1 0 0 0,-1-2 1 0 0,1 1-1 0 0,-1 0 0 0 0,0 0 1 0 0,1-1-1 0 0,-1 1 0 0 0,0-1 1 0 0,0 0-1 0 0,-1 0 0 0 0,1 0 1 0 0,0 0-1 0 0,-1 0 0 0 0,0 0 1 0 0,0 0-1 0 0,0 0 0 0 0,0 0 0 0 0,0 0 1 0 0,-1-1-1 0 0,1 1 0 0 0,-1-5 1 0 0,1-8 47 0 0,-1-1 0 0 0,-1 0-1 0 0,0 1 1 0 0,-1-1 0 0 0,-1 1 0 0 0,-7-25 0 0 0,-40-94-193 0 0,4 13-2064 0 0,42 108 687 0 0,1 1 0 0 0,1-1 0 0 0,0 0 1 0 0,1-21-1 0 0,3 4-1276 0 0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29.7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0 9674 0 0,'-1'0'80'0'0,"1"1"0"0"0,0-1 0 0 0,-1 0 0 0 0,1 0 0 0 0,0 1-1 0 0,-1-1 1 0 0,1 0 0 0 0,0 1 0 0 0,-1-1 0 0 0,1 0 0 0 0,0 1 0 0 0,0-1 0 0 0,-1 1 0 0 0,1-1 0 0 0,0 1-1 0 0,0-1 1 0 0,0 0 0 0 0,0 1 0 0 0,0-1 0 0 0,0 1 0 0 0,-1-1 0 0 0,1 1 0 0 0,0-1 0 0 0,0 1 0 0 0,0-1-1 0 0,1 1 1 0 0,-1-1 0 0 0,0 0 0 0 0,0 1 0 0 0,0-1 0 0 0,0 1 0 0 0,0-1 0 0 0,0 1 0 0 0,1-1 0 0 0,-1 0-1 0 0,1 1 1 0 0,6 18 852 0 0,6-5-798 0 0,-11-12-167 0 0,1 0-1 0 0,-1 1 1 0 0,0-1 0 0 0,0 0 0 0 0,0 1-1 0 0,0 0 1 0 0,0-1 0 0 0,0 1 0 0 0,-1 0 0 0 0,0 0-1 0 0,1 0 1 0 0,-1 0 0 0 0,0 0 0 0 0,1 4-1 0 0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30.18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10 258 3681 0 0,'0'1'54'0'0,"-1"-1"0"0"0,0 0 0 0 0,1 1 0 0 0,-1-1 0 0 0,1 1 0 0 0,-1-1 0 0 0,0 1 0 0 0,1 0 0 0 0,-1-1 0 0 0,1 1 0 0 0,-1 0 0 0 0,1-1 0 0 0,0 1 0 0 0,-1 0 0 0 0,1-1 0 0 0,0 1 0 0 0,-1 0 0 0 0,1 0 0 0 0,0-1 0 0 0,0 1 0 0 0,0 0 0 0 0,0 0 0 0 0,0-1 0 0 0,0 1 0 0 0,0 0 0 0 0,0 0 0 0 0,0 0 0 0 0,0 1 0 0 0,1-2 49 0 0,0 0 0 0 0,0 0-1 0 0,0 1 1 0 0,0-1 0 0 0,1 0-1 0 0,-1 0 1 0 0,0 0 0 0 0,0 0-1 0 0,0 0 1 0 0,0 0 0 0 0,0 0-1 0 0,0-1 1 0 0,0 1-1 0 0,1 0 1 0 0,-1-1 0 0 0,0 1-1 0 0,0 0 1 0 0,0-1 0 0 0,0 1-1 0 0,0-1 1 0 0,1-1 0 0 0,29-16 1277 0 0,-2-1 0 0 0,0-2 0 0 0,-1-1 0 0 0,45-45 0 0 0,-40 35-2785 0 0,72-53 0 0 0,-95 80 491 0 0,-3 1-70 0 0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30.52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63 1 6913 0 0,'-6'5'-34'0'0,"0"1"0"0"0,0 0 0 0 0,1 0 0 0 0,0 0 1 0 0,0 1-1 0 0,1-1 0 0 0,-1 1 0 0 0,-4 12 0 0 0,7-16 186 0 0,1 0 1 0 0,-1 1 0 0 0,1 0 0 0 0,0-1-1 0 0,0 1 1 0 0,0 0 0 0 0,0 0 0 0 0,0-1-1 0 0,1 1 1 0 0,0 0 0 0 0,0 0 0 0 0,0 0-1 0 0,0 0 1 0 0,1 0 0 0 0,-1-1 0 0 0,1 1-1 0 0,0 0 1 0 0,0 0 0 0 0,1-1 0 0 0,1 4-1 0 0,-1-4-23 0 0,0-1-1 0 0,0 1 0 0 0,1-1 0 0 0,-1 0 1 0 0,0 0-1 0 0,1 0 0 0 0,0 0 0 0 0,-1-1 1 0 0,1 1-1 0 0,0-1 0 0 0,0 0 0 0 0,0 1 1 0 0,0-1-1 0 0,0-1 0 0 0,0 1 0 0 0,6 1 1 0 0,56 2 986 0 0,-51-4-872 0 0,18 0 201 0 0,-20-1-162 0 0,1 1 0 0 0,0 1 0 0 0,-1-1 0 0 0,1 2 0 0 0,12 3 0 0 0,-22-5-238 0 0,-1 1 0 0 0,1 0 0 0 0,-1 0 0 0 0,1 0 0 0 0,-1 0 0 0 0,0 0 0 0 0,1 1 0 0 0,-1-1 0 0 0,0 1 0 0 0,0-1 0 0 0,0 1 0 0 0,0 0-1 0 0,0 0 1 0 0,-1 0 0 0 0,1 0 0 0 0,0 0 0 0 0,-1 0 0 0 0,0 1 0 0 0,1-1 0 0 0,-1 0 0 0 0,0 1 0 0 0,0-1 0 0 0,0 1 0 0 0,-1-1 0 0 0,1 1 0 0 0,-1-1 0 0 0,1 1 0 0 0,-1 0 0 0 0,0 4 0 0 0,0 8-5 0 0,-2 0-1 0 0,0 0 1 0 0,0 0 0 0 0,-2 0-1 0 0,1 0 1 0 0,-2 0 0 0 0,-10 23-1 0 0,-1-4 144 0 0,-40 62 0 0 0,34-65-348 0 0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32.1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80 254 4609 0 0,'-5'1'372'0'0,"1"1"-1"0"0,-1-1 1 0 0,0 1 0 0 0,1 0 0 0 0,0 0-1 0 0,-1 0 1 0 0,1 1 0 0 0,0-1 0 0 0,0 1-1 0 0,0 0 1 0 0,1 0 0 0 0,-1 0 0 0 0,1 1-1 0 0,0-1 1 0 0,0 1 0 0 0,0 0 0 0 0,0 0-1 0 0,0 0 1 0 0,-2 6 0 0 0,5-9-332 0 0,-1-1 0 0 0,1 1 0 0 0,0-1 0 0 0,0 1 1 0 0,0-1-1 0 0,0 1 0 0 0,0-1 0 0 0,0 1 0 0 0,-1-1 0 0 0,1 1 0 0 0,0-1 1 0 0,1 1-1 0 0,-1-1 0 0 0,0 1 0 0 0,0-1 0 0 0,0 1 0 0 0,0-1 0 0 0,0 1 1 0 0,0-1-1 0 0,1 1 0 0 0,-1-1 0 0 0,0 1 0 0 0,0-1 0 0 0,1 1 0 0 0,-1-1 0 0 0,0 0 1 0 0,1 1-1 0 0,-1-1 0 0 0,0 1 0 0 0,1-1 0 0 0,-1 0 0 0 0,1 1 0 0 0,-1-1 1 0 0,0 0-1 0 0,1 0 0 0 0,-1 1 0 0 0,1-1 0 0 0,-1 0 0 0 0,1 0 0 0 0,-1 0 1 0 0,1 0-1 0 0,-1 1 0 0 0,1-1 0 0 0,-1 0 0 0 0,1 0 0 0 0,-1 0 0 0 0,1 0 1 0 0,-1 0-1 0 0,1 0 0 0 0,-1-1 0 0 0,1 1 0 0 0,-1 0 0 0 0,1 0 0 0 0,-1 0 0 0 0,2-1 1 0 0,35-6 583 0 0,-30 5-377 0 0,186-29 883 0 0,21-5-1047 0 0,227-53 81 0 0,-318 71-298 0 0,203-3-1 0 0,540-4-929 0 0,-756 21 1364 0 0,-1 1 873 0 0,0-5 1 0 0,120-24 0 0 0,-168 19-885 0 0,141-27-674 0 0,-195 37-1997 0 0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32.82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91 94 456 0 0,'2'-4'285'0'0,"-1"0"-1"0"0,1 0 1 0 0,-1-1 0 0 0,0 1-1 0 0,-1 0 1 0 0,1-1 0 0 0,-1 1-1 0 0,0 0 1 0 0,0-1 0 0 0,0 1-1 0 0,-1 0 1 0 0,0-5-1 0 0,1 7-26 0 0,-1-1-1 0 0,1 1 0 0 0,-1 0 1 0 0,0 0-1 0 0,1 0 0 0 0,-1 0 0 0 0,0 0 1 0 0,0 0-1 0 0,-1 0 0 0 0,1 0 0 0 0,-2-2 1 0 0,2 3-171 0 0,0 0 0 0 0,0 1 0 0 0,1-1 0 0 0,-1 1 0 0 0,0-1 0 0 0,0 1 0 0 0,0-1 0 0 0,0 1 0 0 0,0 0 0 0 0,0 0 0 0 0,0-1 0 0 0,1 1 0 0 0,-1 0 0 0 0,0 0 0 0 0,0 0 0 0 0,0 0 0 0 0,0 0-1 0 0,0 0 1 0 0,0 0 0 0 0,0 0 0 0 0,0 0 0 0 0,0 0 0 0 0,0 1 0 0 0,0-1 0 0 0,0 0 0 0 0,0 1 0 0 0,0 0 0 0 0,-3 1-63 0 0,0 1 1 0 0,0-1-1 0 0,0 1 0 0 0,1 0 0 0 0,-1 0 0 0 0,1 0 0 0 0,0 1 0 0 0,0-1 0 0 0,0 1 0 0 0,0 0 0 0 0,1 0 0 0 0,0 0 0 0 0,-1 0 0 0 0,1 0 0 0 0,1 0 0 0 0,-3 9 1 0 0,2-9-31 0 0,1 0 1 0 0,0 0 0 0 0,0 0 0 0 0,1 0-1 0 0,-1 0 1 0 0,1 0 0 0 0,0 0-1 0 0,0 0 1 0 0,0 0 0 0 0,1 0 0 0 0,-1 0-1 0 0,1 0 1 0 0,0 0 0 0 0,0 0 0 0 0,0 0-1 0 0,1 0 1 0 0,0 0 0 0 0,-1 0 0 0 0,4 3-1 0 0,-4-5 12 0 0,0-1-1 0 0,0 1 0 0 0,0-1 1 0 0,1 1-1 0 0,-1-1 0 0 0,0 0 1 0 0,1 0-1 0 0,-1 0 0 0 0,1 0 0 0 0,-1 0 1 0 0,1 0-1 0 0,0 0 0 0 0,-1 0 1 0 0,1-1-1 0 0,0 1 0 0 0,-1-1 1 0 0,1 1-1 0 0,0-1 0 0 0,0 0 0 0 0,0 1 1 0 0,-1-1-1 0 0,5 0 0 0 0,-3-1 45 0 0,0 0-1 0 0,0 0 1 0 0,0 0-1 0 0,0 0 1 0 0,0 0-1 0 0,0-1 1 0 0,-1 1-1 0 0,1-1 1 0 0,0 0-1 0 0,-1 0 0 0 0,1 0 1 0 0,2-3-1 0 0,1-1 54 0 0,-1 0 0 0 0,1 0 0 0 0,-1-1 0 0 0,-1 0 0 0 0,1 0 0 0 0,-1 0 0 0 0,0-1 0 0 0,-1 1 1 0 0,4-12-1 0 0,-6 17-103 0 0,0 0 1 0 0,-1 1 0 0 0,1-1 0 0 0,-1 0-1 0 0,0 0 1 0 0,1 0 0 0 0,-1 1 0 0 0,0-1-1 0 0,0 0 1 0 0,0 0 0 0 0,0 0 0 0 0,0 0-1 0 0,-1 1 1 0 0,1-1 0 0 0,-1 0 0 0 0,1 0-1 0 0,-1 0 1 0 0,1 1 0 0 0,-1-1 0 0 0,0 0-1 0 0,0 1 1 0 0,0-1 0 0 0,0 1 0 0 0,0-1-1 0 0,0 1 1 0 0,0-1 0 0 0,-1 1 0 0 0,-2-3-1 0 0,1 3-17 0 0,0 0 1 0 0,0 0-1 0 0,0 1 0 0 0,-1-1 0 0 0,1 0 0 0 0,0 1 0 0 0,0 0 0 0 0,-1 0 1 0 0,1 0-1 0 0,0 0 0 0 0,0 0 0 0 0,-1 1 0 0 0,1 0 0 0 0,0-1 0 0 0,-6 3 0 0 0,-4 2-295 0 0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41.8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4145 0 0,'2'5'8984'0'0,"8"7"-9374"0"0,-5-5 222 0 0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43.0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295 376 456 0 0,'-12'-10'193'0'0,"0"0"1"0"0,0-1-1 0 0,1 0 0 0 0,1-1 1 0 0,0 0-1 0 0,1-1 0 0 0,0 1 0 0 0,-12-24 1 0 0,9 14 694 0 0,-2 1 1 0 0,-21-25-1 0 0,24 34 134 0 0,0 1 0 0 0,-24-18-1 0 0,31 25-538 0 0,-1 1 0 0 0,0 0 0 0 0,1 0 1 0 0,-1 1-1 0 0,0 0 0 0 0,-1-1 0 0 0,1 1 0 0 0,0 1 0 0 0,0-1 0 0 0,-1 1 0 0 0,-9-1 0 0 0,15 6-136 0 0,1 0 1 0 0,0 0-1 0 0,0 1 1 0 0,1-1-1 0 0,-1 0 0 0 0,1-1 1 0 0,3 8-1 0 0,-5-11-288 0 0,155 275 2092 0 0,-102-187-1450 0 0,-20-33-864 0 0,3-2 0 0 0,69 80 0 0 0,-101-128 233 0 0,1-1 1 0 0,-1 1-1 0 0,1-1 1 0 0,0 0-1 0 0,-1-1 0 0 0,2 1 1 0 0,8 4-1 0 0,-13-8-49 0 0,0 1-1 0 0,0-1 0 0 0,0 0 1 0 0,0 1-1 0 0,0-1 0 0 0,0 0 1 0 0,0 0-1 0 0,0 0 0 0 0,0 0 1 0 0,0 0-1 0 0,0 0 0 0 0,0 0 1 0 0,0 0-1 0 0,0 0 0 0 0,0-1 1 0 0,0 1-1 0 0,0 0 0 0 0,0-1 1 0 0,0 1-1 0 0,1-1 0 0 0,0-1-2 0 0,-1 1-1 0 0,0-1 0 0 0,0 1 1 0 0,1-1-1 0 0,-1 1 1 0 0,0-1-1 0 0,-1 1 0 0 0,1-1 1 0 0,0 0-1 0 0,0 1 0 0 0,-1-1 1 0 0,1 0-1 0 0,-1 0 1 0 0,1 0-1 0 0,-1-2 0 0 0,3-24 273 0 0,-2 0 0 0 0,-1 0 0 0 0,-1 0 0 0 0,-7-41 1 0 0,1 12-177 0 0,6 50-203 0 0,-14-220 385 0 0,18 114-1942 0 0,1 77-1527 0 0,9-40 0 0 0,-5 43-2853 0 0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43.46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1 5529 0 0,'-4'10'452'0'0,"1"0"0"0"0,1 1 0 0 0,-1 0 0 0 0,2-1 0 0 0,-1 1 0 0 0,2 0-1 0 0,0 12 1 0 0,-2 6 249 0 0,-2 16 446 0 0,2 0 0 0 0,2 0 1 0 0,11 80-1 0 0,-11-121-1063 0 0,1-1 1 0 0,0 1-1 0 0,0-1 1 0 0,0 1-1 0 0,0-1 1 0 0,0 0-1 0 0,1 1 1 0 0,-1-1 0 0 0,1 0-1 0 0,0 0 1 0 0,0 0-1 0 0,0 0 1 0 0,0 0-1 0 0,1-1 1 0 0,-1 1-1 0 0,1-1 1 0 0,0 1-1 0 0,0-1 1 0 0,-1 0-1 0 0,1 0 1 0 0,5 2-1 0 0,-5-3-54 0 0,1 0 0 0 0,-1-1 0 0 0,1 1 0 0 0,-1 0 0 0 0,1-1 0 0 0,0 0 0 0 0,-1 0 0 0 0,1 0 0 0 0,-1-1 0 0 0,1 1 0 0 0,0-1 1 0 0,-1 0-1 0 0,1 0 0 0 0,-1 0 0 0 0,1 0 0 0 0,-1 0 0 0 0,0-1 0 0 0,0 0 0 0 0,1 0 0 0 0,4-4 0 0 0,-1 1-72 0 0,-1-1 0 0 0,1-1 0 0 0,-1 1 0 0 0,-1-1 0 0 0,0 0 0 0 0,0 0 0 0 0,0 0 0 0 0,-1-1 0 0 0,0 1 0 0 0,0-1 0 0 0,0 0 0 0 0,-2 0 0 0 0,5-14 0 0 0,-5 12-65 0 0,0 1 0 0 0,0-1-1 0 0,-1 1 1 0 0,0-1 0 0 0,0 0 0 0 0,-1 1 0 0 0,0-1 0 0 0,-1 0-1 0 0,0 1 1 0 0,-1-1 0 0 0,-5-18 0 0 0,4 22-105 0 0,-1 1 1 0 0,1-1-1 0 0,-1 0 0 0 0,0 1 1 0 0,0 0-1 0 0,0 0 0 0 0,-1 0 1 0 0,0 1-1 0 0,0 0 1 0 0,0 0-1 0 0,0 0 0 0 0,-1 0 1 0 0,0 1-1 0 0,0 0 0 0 0,0 0 1 0 0,0 0-1 0 0,0 1 0 0 0,0 0 1 0 0,0 0-1 0 0,-1 1 1 0 0,1-1-1 0 0,-1 1 0 0 0,0 1 1 0 0,1-1-1 0 0,-11 2 0 0 0,-1 0-3342 0 0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43.8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99 4145 0 0,'1'8'791'0'0,"0"0"0"0"0,1 0 0 0 0,0 0 0 0 0,0 0 0 0 0,1 0 1 0 0,5 10-1 0 0,1 6 351 0 0,-4-10-718 0 0,27 73 1428 0 0,-29-81-1724 0 0,0 1 0 0 0,1-1-1 0 0,0 0 1 0 0,-1 0 0 0 0,2 0 0 0 0,-1-1 0 0 0,1 1 0 0 0,0-1-1 0 0,0 0 1 0 0,8 6 0 0 0,-12-11-132 0 0,-1 1 0 0 0,1-1 0 0 0,0 0 0 0 0,-1 0 0 0 0,1 1-1 0 0,-1-1 1 0 0,1 0 0 0 0,0 0 0 0 0,-1 0 0 0 0,1 0 0 0 0,-1 0 0 0 0,1 0 0 0 0,0 0-1 0 0,-1 0 1 0 0,1 0 0 0 0,-1 0 0 0 0,1 0 0 0 0,0 0 0 0 0,-1 0 0 0 0,1 0 0 0 0,-1 0-1 0 0,1-1 1 0 0,0 1 0 0 0,-1 0 0 0 0,1-1 0 0 0,-1 1 0 0 0,2-1 0 0 0,12-18-208 0 0,4-28-650 0 0,-17 44 720 0 0,20-84-1244 0 0,-17 63 1220 0 0,2-1 0 0 0,1 1 0 0 0,0 0 0 0 0,2 1 0 0 0,20-39 0 0 0,-28 60 212 0 0,0 1-1 0 0,-1 0 0 0 0,1 0 1 0 0,0-1-1 0 0,0 1 1 0 0,0 0-1 0 0,0 0 0 0 0,0 0 1 0 0,0 0-1 0 0,1 0 0 0 0,-1 0 1 0 0,0 0-1 0 0,0 0 1 0 0,1 0-1 0 0,-1 1 0 0 0,0-1 1 0 0,1 1-1 0 0,-1-1 0 0 0,3 0 1 0 0,-3 1 46 0 0,0 0 1 0 0,1 0-1 0 0,-1 1 0 0 0,0-1 1 0 0,0 0-1 0 0,1 1 1 0 0,-1-1-1 0 0,0 1 0 0 0,0-1 1 0 0,0 1-1 0 0,1-1 1 0 0,-1 1-1 0 0,0 0 1 0 0,0 0-1 0 0,0-1 0 0 0,0 1 1 0 0,0 0-1 0 0,1 1 1 0 0,4 7 551 0 0,1-1 0 0 0,-1 1 0 0 0,-1 0 1 0 0,8 16-1 0 0,-4-6-450 0 0,5 5 270 0 0,32 51 333 0 0,-42-70-1002 0 0,-1 0 0 0 0,1 0 0 0 0,1 0 0 0 0,-1-1 0 0 0,1 1 0 0 0,0-1 0 0 0,0 0 0 0 0,0-1 0 0 0,0 1 0 0 0,0-1 0 0 0,7 3 0 0 0,-2-4-1042 0 0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44.3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6913 0 0,'11'27'2930'0'0,"13"50"-25"0"0,70 202 2945 0 0,-32-146-6960 0 0,-43-98-1325 0 0,39 52-1 0 0,-48-74-2995 0 0</inkml:trace>
  <inkml:trace contextRef="#ctx0" brushRef="#br0" timeOffset="1">33 405 3225 0 0,'0'-1'57'0'0,"-1"0"0"0"0,0 1 0 0 0,0-1 1 0 0,1 0-1 0 0,-1 0 0 0 0,0 0 0 0 0,1 0 1 0 0,-1 0-1 0 0,1 1 0 0 0,-1-1 0 0 0,1 0 0 0 0,-1 0 1 0 0,1 0-1 0 0,0 0 0 0 0,-1 0 0 0 0,1-1 1 0 0,0 1-1 0 0,0 0 0 0 0,0 0 0 0 0,0 0 1 0 0,0 0-1 0 0,0 0 0 0 0,0 0 0 0 0,0-1 0 0 0,1-2 178 0 0,0 1-1 0 0,0 0 0 0 0,1 0 1 0 0,-1 0-1 0 0,1-1 0 0 0,-1 1 0 0 0,5-5 1 0 0,5-6 620 0 0,0 1 1 0 0,19-16 0 0 0,-23 23-859 0 0,95-76-1952 0 0,-86 66 1705 0 0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44.78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 8290 0 0,'3'-3'3077'0'0,"12"3"-2769"0"0,7 3-997 0 0,-20 0 668 0 0,-3-1-86 0 0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45.2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0 287 1840 0 0,'1'-3'205'0'0,"1"0"-1"0"0,-1 0 0 0 0,1 1 0 0 0,-1-1 0 0 0,1 0 0 0 0,0 1 0 0 0,0 0 0 0 0,0-1 0 0 0,0 1 1 0 0,0 0-1 0 0,4-2 0 0 0,4-6 568 0 0,105-111 4391 0 0,12 13-5118 0 0,-105 92-553 0 0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45.59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0 947 10594 0 0,'53'-34'916'0'0,"-15"2"-15"0"0,38-40 0 0 0,-5-4-5636 0 0,-57 61 3376 0 0</inkml:trace>
  <inkml:trace contextRef="#ctx0" brushRef="#br0" timeOffset="1">559 0 9674 0 0,'-2'4'469'0'0,"0"-1"-1"0"0,1 1 0 0 0,0 0 1 0 0,0-1-1 0 0,0 1 1 0 0,0 0-1 0 0,0 0 1 0 0,1 0-1 0 0,0 0 0 0 0,0-1 1 0 0,0 7-1 0 0,0 2 610 0 0,0 163 3223 0 0,26 89-3339 0 0,-20-217-777 0 0,8 58-188 0 0,44 162-1 0 0,-7-114-4970 0 0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45.9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9 6913 0 0,'-8'-9'6453'0'0,"30"13"-2487"0"0,33 14-1198 0 0,11 13-2375 0 0,-2 2 1 0 0,-1 4-1 0 0,-2 2 0 0 0,78 65 0 0 0,-108-81-730 0 0,-7-5-208 0 0,25 22 1 0 0,-44-35-195 0 0,1 0 0 0 0,-1 1 0 0 0,-1-1-1 0 0,1 1 1 0 0,-1 0 0 0 0,0 1 0 0 0,0-1 0 0 0,0 1-1 0 0,4 12 1 0 0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46.2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0 212 9218 0 0,'51'-48'6985'0'0,"5"-3"-4625"0"0,5-4-2071 0 0,-51 46-495 0 0,1 0-1 0 0,0 0 1 0 0,0 1-1 0 0,16-8 1 0 0,-13 9 206 0 0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47.4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11 5985 0 0,'-9'7'11577'0'0,"22"-25"-17929"0"0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48.5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149 126 920 0 0,'-5'-10'534'0'0,"1"0"0"0"0,-2 1 1 0 0,1 0-1 0 0,-1 0 0 0 0,-1 0 0 0 0,1 0 0 0 0,-1 1 0 0 0,-1 0 0 0 0,-13-10 0 0 0,18 15-113 0 0,0 0 0 0 0,-1 0-1 0 0,0 0 1 0 0,0 1-1 0 0,1-1 1 0 0,-1 1 0 0 0,-1 0-1 0 0,1 0 1 0 0,-7-1 0 0 0,10 3-297 0 0,1-1-1 0 0,-1 1 1 0 0,0 0 0 0 0,0 0 0 0 0,0 0 0 0 0,0 0 0 0 0,0 0 0 0 0,0 1 0 0 0,1-1 0 0 0,-1 0 0 0 0,0 0 0 0 0,0 0 0 0 0,0 1 0 0 0,0-1 0 0 0,1 1 0 0 0,-1-1 0 0 0,0 0-1 0 0,0 1 1 0 0,1-1 0 0 0,-2 2 0 0 0,1 0-18 0 0,0-1-1 0 0,0 1 1 0 0,0-1 0 0 0,0 1-1 0 0,0 0 1 0 0,0 0-1 0 0,1-1 1 0 0,-1 1 0 0 0,1 0-1 0 0,-1 0 1 0 0,1 0-1 0 0,0 0 1 0 0,-1 2-1 0 0,0 30 376 0 0,1-1-1 0 0,2 0 0 0 0,1 0 0 0 0,10 47 0 0 0,2-18-7 0 0,30 83-1 0 0,-25-94-275 0 0,2-1-1 0 0,3 0 1 0 0,1-2-1 0 0,3-1 1 0 0,2-1-1 0 0,1-2 1 0 0,3-1-1 0 0,71 69 1 0 0,-75-83-222 0 0,2-2 0 0 0,1-1 1 0 0,1-2-1 0 0,1-1 0 0 0,1-2 0 0 0,1-1 0 0 0,0-3 1 0 0,2 0-1 0 0,0-3 0 0 0,0-1 0 0 0,82 14 0 0 0,-50-21-1816 0 0,-42-7-3190 0 0,-10-2-364 0 0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49.5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38 7026 0 0,'-1'-3'0'0'0,"1"1"0"0"0,0 0 0 0 0,1 2 0 0 0,-1-1 0 0 0,0-1 0 0 0,0 0 0 0 0,0-2 0 0 0,0-1 0 0 0,0 3 0 0 0,2-1 0 0 0,-1 0 0 0 0,1 0 0 0 0,-1 1 0 0 0,0-1 0 0 0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49.8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3 1376 0 0,'-14'23'1294'0'0,"15"-25"-730"0"0,0 0 1 0 0,-1 0-1 0 0,1-1 0 0 0,0 1 1 0 0,0 0-1 0 0,0 0 0 0 0,1 0 1 0 0,-1 0-1 0 0,0 0 0 0 0,12-2 4010 0 0,-12 4-4440 0 0,7 16 2308 0 0,0 2-1163 0 0,0 0 0 0 0,19 30 0 0 0,4 9-680 0 0,66 176 500 0 0,-55-124-748 0 0,69 126 1 0 0,-100-219-575 0 0,-2 1-1 0 0,0 1 1 0 0,-1 0 0 0 0,-1 0 0 0 0,-1 0 0 0 0,6 27 0 0 0,-11-37-832 0 0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50.2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0 235 1376 0 0,'69'-65'7598'0'0,"96"-69"0"0"0,-131 109-12187 0 0,-19 15-561 0 0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50.58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11058 0 0,'0'2'605'0'0,"0"1"0"0"0,0-1-1 0 0,1 0 1 0 0,-1 1 0 0 0,0-1-1 0 0,1 1 1 0 0,-1-1-1 0 0,1 0 1 0 0,0 1 0 0 0,0-1-1 0 0,0 0 1 0 0,0 0 0 0 0,2 3-1 0 0,6 20 956 0 0,-9-15-1726 0 0,1-1 0 0 0,-2 1-1 0 0,1-1 1 0 0,-1 0 0 0 0,-3 13 0 0 0,3-16-1012 0 0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50.9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96 5065 0 0,'13'-6'768'0'0,"0"-1"-1"0"0,0-1 1 0 0,18-14-1 0 0,-23 16-283 0 0,0-1-1 0 0,0 2 1 0 0,0-1-1 0 0,1 1 0 0 0,0 0 1 0 0,0 1-1 0 0,0 0 1 0 0,1 1-1 0 0,17-5 0 0 0,-17 9-495 0 0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51.3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55 0 1840 0 0,'-8'11'493'0'0,"1"0"0"0"0,0 1 0 0 0,1 0 0 0 0,1 0-1 0 0,0 0 1 0 0,0 1 0 0 0,-3 17 0 0 0,7-26-109 0 0,0 1 0 0 0,0-1 0 0 0,1 0 0 0 0,0 0 0 0 0,-1 1 1 0 0,2-1-1 0 0,-1 0 0 0 0,0 1 0 0 0,1-1 0 0 0,0 0 0 0 0,0 0 0 0 0,0 0 0 0 0,1 0 1 0 0,-1 0-1 0 0,1 0 0 0 0,0 0 0 0 0,0 0 0 0 0,0-1 0 0 0,1 1 0 0 0,-1-1 0 0 0,1 1 1 0 0,0-1-1 0 0,0 0 0 0 0,0 0 0 0 0,0 0 0 0 0,6 3 0 0 0,-1 0-281 0 0,-1 1 1 0 0,0 0-1 0 0,0 0 0 0 0,0 0 0 0 0,-1 1 1 0 0,0 0-1 0 0,-1 0 0 0 0,1 1 0 0 0,-2-1 1 0 0,1 1-1 0 0,-1 0 0 0 0,-1 0 0 0 0,1 1 1 0 0,-2-1-1 0 0,4 20 0 0 0,-3-9 82 0 0,0 0 0 0 0,-2 0 0 0 0,0 0 0 0 0,-1 1-1 0 0,-1-1 1 0 0,-8 38 0 0 0,7-50-501 0 0,0 0 0 0 0,-1 1 0 0 0,0-1 0 0 0,0 0 1 0 0,-1 0-1 0 0,0-1 0 0 0,-6 10 0 0 0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51.6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23 6449 0 0,'0'0'83'0'0,"-1"0"-1"0"0,1 0 0 0 0,0-1 0 0 0,-1 1 0 0 0,1 0 0 0 0,0 0 1 0 0,0-1-1 0 0,-1 1 0 0 0,1 0 0 0 0,0-1 0 0 0,0 1 0 0 0,0 0 1 0 0,-1-1-1 0 0,1 1 0 0 0,0-1 0 0 0,0 1 0 0 0,0 0 0 0 0,0-1 1 0 0,0 1-1 0 0,0-1 0 0 0,0 1 0 0 0,0 0 0 0 0,0-1 0 0 0,0 1 1 0 0,0-1-1 0 0,0 1 0 0 0,0 0 0 0 0,0-1 0 0 0,0 1 1 0 0,0-1-1 0 0,0 1 0 0 0,0 0 0 0 0,1-1 0 0 0,12-7 3217 0 0,20 5 879 0 0,-26 6-3905 0 0,0-1 0 0 0,0 1 0 0 0,-1 0 0 0 0,1 1 0 0 0,-1-1 0 0 0,0 1 0 0 0,0 0 0 0 0,0 1 1 0 0,0 0-1 0 0,-1 0 0 0 0,0 0 0 0 0,0 0 0 0 0,0 1 0 0 0,-1 0 0 0 0,8 12 0 0 0,-1 1-131 0 0,-1 1-1 0 0,-1 0 1 0 0,-1 0-1 0 0,6 24 1 0 0,5 28-60 0 0,-4 0 1 0 0,-3 1-1 0 0,-3 1 1 0 0,-3 0-1 0 0,-3 0 1 0 0,-11 109-1 0 0,-9-39-32 0 0,-6-1-1 0 0,-55 188 0 0 0,58-259-1621 0 0,2-6-5935 0 0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52.33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51 98 6145 0 0,'-7'5'46'0'0,"0"1"-1"0"0,1 0 0 0 0,-1 1 1 0 0,1 0-1 0 0,0 0 0 0 0,-5 8 1 0 0,11-15-29 0 0,0 1 1 0 0,0-1-1 0 0,0 0 1 0 0,0 0 0 0 0,0 0-1 0 0,-1 0 1 0 0,1 0-1 0 0,0 0 1 0 0,0 0-1 0 0,0 0 1 0 0,0 0-1 0 0,0 0 1 0 0,0 0 0 0 0,0 1-1 0 0,0-1 1 0 0,0 0-1 0 0,0 0 1 0 0,0 0-1 0 0,0 0 1 0 0,0 0-1 0 0,0 0 1 0 0,0 0 0 0 0,0 0-1 0 0,0 0 1 0 0,0 1-1 0 0,0-1 1 0 0,0 0-1 0 0,0 0 1 0 0,0 0-1 0 0,0 0 1 0 0,0 0 0 0 0,0 0-1 0 0,0 0 1 0 0,0 0-1 0 0,0 0 1 0 0,0 0-1 0 0,1 1 1 0 0,-1-1-1 0 0,0 0 1 0 0,0 0 0 0 0,0 0-1 0 0,0 0 1 0 0,0 0-1 0 0,0 0 1 0 0,0 0-1 0 0,0 0 1 0 0,0 0-1 0 0,0 0 1 0 0,0 0 0 0 0,1 0-1 0 0,-1 0 1 0 0,0 0-1 0 0,0 0 1 0 0,0 0-1 0 0,0 0 1 0 0,0 0-1 0 0,0 0 1 0 0,0 0 0 0 0,0 0-1 0 0,1 0 1 0 0,8-2 918 0 0,7-6 511 0 0,90-70 4224 0 0,-36 26-6947 0 0,-49 37-3874 0 0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52.7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6 169 9218 0 0,'-6'9'685'0'0,"8"-7"80"0"0,16-11 794 0 0,23-20 168 0 0,12-17-413 0 0,-32 26-1789 0 0,2 1-1 0 0,42-28 1 0 0,-47 37-156 0 0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53.0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1 5529 0 0,'-8'10'6604'0'0,"7"-9"-6360"0"0,3 20 3555 0 0,17 33-1132 0 0,-10-32-1535 0 0,73 256 877 0 0,16 52-1888 0 0,-53-211-1165 0 0,-22-69-4618 0 0,-7-19-959 0 0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53.4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54 5529 0 0,'-2'6'413'0'0,"1"-1"1"0"0,1 1-1 0 0,-1-1 0 0 0,1 1 0 0 0,0-1 1 0 0,0 1-1 0 0,0 0 0 0 0,1-1 0 0 0,0 1 0 0 0,0-1 1 0 0,2 6-1 0 0,0 4 109 0 0,1 13 154 0 0,1 0-1 0 0,1-1 1 0 0,2 0-1 0 0,0 0 0 0 0,20 42 1 0 0,-24-62-602 0 0,-1-1 0 0 0,1 1 0 0 0,0-1 0 0 0,0 0 0 0 0,1 0-1 0 0,-1-1 1 0 0,1 1 0 0 0,1-1 0 0 0,-1 0 0 0 0,1-1 0 0 0,0 1 0 0 0,0-1 0 0 0,0 0 0 0 0,0-1 0 0 0,1 1 0 0 0,0-1 0 0 0,-1 0 0 0 0,1-1 0 0 0,0 0 0 0 0,1 0 0 0 0,-1 0 0 0 0,0-1 0 0 0,0 0 0 0 0,1-1 0 0 0,-1 1 0 0 0,15-3 0 0 0,-17 2-39 0 0,1-1 0 0 0,0 0 1 0 0,-1 0-1 0 0,0-1 0 0 0,1 0 0 0 0,-1 0 1 0 0,0 0-1 0 0,0 0 0 0 0,0-1 1 0 0,0 0-1 0 0,0 0 0 0 0,-1 0 1 0 0,1-1-1 0 0,-1 0 0 0 0,0 1 0 0 0,0-1 1 0 0,0-1-1 0 0,-1 1 0 0 0,1-1 1 0 0,-1 1-1 0 0,0-1 0 0 0,0 0 1 0 0,-1 0-1 0 0,0 0 0 0 0,0 0 0 0 0,0-1 1 0 0,0 1-1 0 0,-1-1 0 0 0,0 1 1 0 0,0-1-1 0 0,0-5 0 0 0,1-2 39 0 0,-2 1 0 0 0,0 0-1 0 0,0-1 1 0 0,-1 1 0 0 0,0 0 0 0 0,-1 0-1 0 0,-1 0 1 0 0,0 0 0 0 0,0 0 0 0 0,-1 0-1 0 0,-1 1 1 0 0,0-1 0 0 0,-9-13-1 0 0,6 14-42 0 0,-1-1-1 0 0,0 2 0 0 0,0-1 0 0 0,-1 2 0 0 0,-1-1 0 0 0,0 1 1 0 0,0 1-1 0 0,0 0 0 0 0,-1 0 0 0 0,-1 1 0 0 0,-22-9 0 0 0,22 11-792 0 0,1 1 0 0 0,-1 1-1 0 0,0 0 1 0 0,-16-2-1 0 0,9 3-5070 0 0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54.2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85 127 456 0 0,'-7'0'1326'0'0,"0"1"-499"0"0,1-1 0 0 0,-1 0 0 0 0,1 0 0 0 0,-1-1 0 0 0,1 1 0 0 0,0-2 0 0 0,-1 1 0 0 0,1-1 0 0 0,-11-4-1 0 0,17 5-703 0 0,-1 0-1 0 0,1 0 1 0 0,-1 0-1 0 0,1 0 0 0 0,0 0 1 0 0,0 0-1 0 0,0 0 1 0 0,-1 0-1 0 0,1 0 0 0 0,0 0 1 0 0,0 0-1 0 0,0 0 0 0 0,0 0 1 0 0,1 0-1 0 0,-1 0 1 0 0,0 0-1 0 0,0 0 0 0 0,1 0 1 0 0,-1 0-1 0 0,0 0 0 0 0,1 0 1 0 0,-1 0-1 0 0,1 0 1 0 0,-1 0-1 0 0,1 0 0 0 0,0 1 1 0 0,-1-1-1 0 0,2-1 1 0 0,19-25 1687 0 0,-14 19-1392 0 0,-1 1-1 0 0,2 0 0 0 0,-1 1 0 0 0,1 0 0 0 0,0 0 1 0 0,12-6-1 0 0,-18 11-378 0 0,-1 0-1 0 0,1 0 1 0 0,0 0 0 0 0,0 1-1 0 0,-1-1 1 0 0,1 0 0 0 0,0 1-1 0 0,0 0 1 0 0,0-1 0 0 0,0 1-1 0 0,-1 0 1 0 0,1 0 0 0 0,0 0-1 0 0,0 0 1 0 0,0 0 0 0 0,0 0-1 0 0,0 1 1 0 0,-1-1 0 0 0,1 1-1 0 0,0-1 1 0 0,0 1 0 0 0,-1 0-1 0 0,1 0 1 0 0,0-1 0 0 0,-1 1-1 0 0,1 0 1 0 0,0 1 0 0 0,-1-1 0 0 0,0 0-1 0 0,1 0 1 0 0,-1 1 0 0 0,0-1-1 0 0,1 0 1 0 0,-1 1 0 0 0,0 0-1 0 0,0-1 1 0 0,0 1 0 0 0,-1-1-1 0 0,1 1 1 0 0,0 0 0 0 0,0 2-1 0 0,2 6-20 0 0,0 0 0 0 0,-1 0 0 0 0,0 0 0 0 0,-1 0 0 0 0,0 1 1 0 0,-1-1-1 0 0,0 0 0 0 0,-2 19 0 0 0,1 35-133 0 0,1-64 114 0 0,0 1 0 0 0,0 0 0 0 0,0-1 0 0 0,0 1 0 0 0,0 0 0 0 0,0-1 0 0 0,0 1 0 0 0,0-1 0 0 0,0 1 0 0 0,1 0 0 0 0,-1-1-1 0 0,0 1 1 0 0,0-1 0 0 0,1 1 0 0 0,-1-1 0 0 0,0 1 0 0 0,1-1 0 0 0,-1 1 0 0 0,1-1 0 0 0,-1 1 0 0 0,1-1 0 0 0,-1 1 0 0 0,1-1 0 0 0,-1 0 0 0 0,1 1 0 0 0,-1-1-1 0 0,1 0 1 0 0,-1 0 0 0 0,1 1 0 0 0,-1-1 0 0 0,2 0 0 0 0,-1 0-3 0 0,1 0 0 0 0,0 0 1 0 0,0 0-1 0 0,-1 0 0 0 0,1 0 0 0 0,0-1 0 0 0,0 1 1 0 0,-1-1-1 0 0,1 0 0 0 0,0 1 0 0 0,1-2 0 0 0,40-27-59 0 0,-41 28 62 0 0,6-5-18 0 0,0 0 0 0 0,1 1 0 0 0,-1-1-1 0 0,14-4 1 0 0,-20 9 16 0 0,-1 0 0 0 0,1 0-1 0 0,0 1 1 0 0,0-1 0 0 0,0 0-1 0 0,0 1 1 0 0,0-1 0 0 0,0 1-1 0 0,0 0 1 0 0,0 0 0 0 0,0-1 0 0 0,0 1-1 0 0,0 1 1 0 0,0-1 0 0 0,0 0-1 0 0,0 0 1 0 0,0 1 0 0 0,0-1-1 0 0,0 1 1 0 0,0 0 0 0 0,-1-1-1 0 0,1 1 1 0 0,0 0 0 0 0,0 0-1 0 0,0 0 1 0 0,-1 1 0 0 0,1-1 0 0 0,2 3-1 0 0,-3-2 7 0 0,0 0 0 0 0,0 0-1 0 0,0 0 1 0 0,0 0 0 0 0,-1 1-1 0 0,1-1 1 0 0,-1 0 0 0 0,0 0-1 0 0,1 1 1 0 0,-1-1 0 0 0,0 0 0 0 0,0 1-1 0 0,-1-1 1 0 0,1 0 0 0 0,0 0-1 0 0,-1 1 1 0 0,1-1 0 0 0,-1 0-1 0 0,0 0 1 0 0,-1 3 0 0 0,-24 47 76 0 0,18-39-71 0 0,-5 9-753 0 0,8-16-164 0 0,1 1 1 0 0,0-1-1 0 0,1 1 0 0 0,0 0 1 0 0,-4 10-1 0 0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54.6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0 11058 0 0,'-2'4'488'0'0,"2"-2"105"0"0,0 0-105 0 0,2-3-296 0 0,-1 1 0 0 0,1-1-352 0 0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55.13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11522 0 0,'3'-1'525'0'0,"1"1"0"0"0,-1 0 0 0 0,0 1 0 0 0,0-1 0 0 0,0 0-1 0 0,0 1 1 0 0,0 0 0 0 0,1 0 0 0 0,-1 0 0 0 0,0 0-1 0 0,4 2 1 0 0,-6-2-480 0 0,0 0 0 0 0,0 0 0 0 0,0 1 1 0 0,0-1-1 0 0,0 0 0 0 0,0 0 0 0 0,-1 1 0 0 0,1-1 0 0 0,0 1 0 0 0,-1-1 0 0 0,1 0 0 0 0,-1 1 0 0 0,0-1 0 0 0,1 1 0 0 0,-1-1 0 0 0,0 1 0 0 0,0-1 1 0 0,0 1-1 0 0,0-1 0 0 0,0 1 0 0 0,0-1 0 0 0,0 1 0 0 0,-1-1 0 0 0,1 1 0 0 0,-1 2 0 0 0,-2 14-473 0 0,-4 20-1287 0 0,-2-18-2710 0 0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55.52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0 211 4145 0 0,'95'-103'9020'0'0,"-1"-1"-5659"0"0,-92 100-4694 0 0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55.87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81 1 1824 0 0,'-7'11'160'0'0,"-11"24"529"0"0,-17 43 0 0 0,31-67-186 0 0,0 1 1 0 0,0-1-1 0 0,2 1 0 0 0,-1-1 0 0 0,1 1 0 0 0,1 0 1 0 0,0 0-1 0 0,2 16 0 0 0,0-22-118 0 0,0 0-1 0 0,0 0 1 0 0,1 0 0 0 0,0 0-1 0 0,1 0 1 0 0,-1-1 0 0 0,1 1 0 0 0,0-1-1 0 0,1 0 1 0 0,4 6 0 0 0,47 48 2649 0 0,-8-8-587 0 0,-42-44-2230 0 0,0 0 0 0 0,-1 0 0 0 0,0 0 0 0 0,0 1 0 0 0,-1-1 0 0 0,0 1 0 0 0,0 0 0 0 0,-1 0 0 0 0,0 0 0 0 0,0 0 0 0 0,-1 0 0 0 0,0 0 0 0 0,0 1 1 0 0,-1-1-1 0 0,0 0 0 0 0,-1 1 0 0 0,0-1 0 0 0,-2 9 0 0 0,-2 2-342 0 0,0-1-1 0 0,-1 0 1 0 0,-1-1 0 0 0,-1 1 0 0 0,-1-1-1 0 0,-20 30 1 0 0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56.2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208 122 6145 0 0,'-21'10'544'0'0,"9"-5"-432"0"0,1-1-112 0 0,4-2 0 0 0,3-1 0 0 0,-1 1 0 0 0,1-2 0 0 0,-3 1 0 0 0,-4 2 0 0 0,-2-2 0 0 0,-3 2 0 0 0,0-2 64 0 0,1 1-64 0 0</inkml:trace>
  <inkml:trace contextRef="#ctx0" brushRef="#br0" timeOffset="1">29 163 920 0 0,'-29'-12'8617'0'0,"30"11"-8236"0"0,10-19 2413 0 0,6-2-134 0 0,38-40 1 0 0,-44 51-4712 0 0,0 2 0 0 0,23-17 0 0 0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56.59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1 226 1376 0 0,'2'0'186'0'0,"-1"0"0"0"0,1-1 0 0 0,0 1 0 0 0,-1 0 0 0 0,1 0 0 0 0,0-1 0 0 0,-1 1 0 0 0,1-1 0 0 0,0 0 0 0 0,-1 1 0 0 0,1-1 0 0 0,-1 0 0 0 0,0 0 0 0 0,1 0 0 0 0,-1 0 1 0 0,1 0-1 0 0,-1 0 0 0 0,0-1 0 0 0,0 1 0 0 0,0 0 0 0 0,0-1 0 0 0,2-2 0 0 0,25-37 3411 0 0,-25 37-3310 0 0,30-64 987 0 0,-25 49-2378 0 0,1 1 0 0 0,17-26-1 0 0,-18 33 1079 0 0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56.9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0 200 6913 0 0,'68'-42'7291'0'0,"-43"18"-5362"0"0,35-42-1 0 0,0-2-6007 0 0</inkml:trace>
  <inkml:trace contextRef="#ctx0" brushRef="#br0" timeOffset="1">54 161 2937 0 0,'-3'11'216'0'0,"0"0"0"0"0,0 1 1 0 0,1-1-1 0 0,1 1 0 0 0,0 13 1 0 0,1-20 110 0 0,0 1 1 0 0,1-1 0 0 0,0 1-1 0 0,0-1 1 0 0,0 0 0 0 0,1 1-1 0 0,0-1 1 0 0,0 0 0 0 0,0 0-1 0 0,0 0 1 0 0,1 0 0 0 0,0-1-1 0 0,4 6 1 0 0,1-1 393 0 0,1-1 0 0 0,0-1 0 0 0,0 1 0 0 0,1-2 0 0 0,-1 1 0 0 0,2-1 0 0 0,19 8-1 0 0,-16-7 18 0 0,0 0-1 0 0,0 1 0 0 0,20 16 0 0 0,-28-19-628 0 0,-1 1 0 0 0,0 0 0 0 0,-1 0-1 0 0,1 0 1 0 0,-1 1 0 0 0,0-1-1 0 0,-1 1 1 0 0,1 0 0 0 0,-2 0 0 0 0,1 0-1 0 0,-1 0 1 0 0,0 1 0 0 0,0-1-1 0 0,-1 1 1 0 0,0-1 0 0 0,0 1 0 0 0,-1 0-1 0 0,0-1 1 0 0,0 1 0 0 0,0 0-1 0 0,-3 8 1 0 0,-3 17-246 0 0,-1-1 1 0 0,-2 0-1 0 0,-18 45 0 0 0,26-75 134 0 0,-11 25-1238 0 0,7-19-14 0 0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57.5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0 190 4609 0 0,'1'17'1597'0'0,"1"-1"-1"0"0,6 25 1 0 0,-1-7-674 0 0,-2-5-443 0 0,-1 3-214 0 0,2 0-1 0 0,1-1 0 0 0,23 62 1 0 0,-27-86-257 0 0,0 0 0 0 0,0 0 1 0 0,1-1-1 0 0,0 1 0 0 0,0-1 1 0 0,1 0-1 0 0,-1 0 0 0 0,1 0 1 0 0,1 0-1 0 0,-1-1 0 0 0,1 0 1 0 0,0 0-1 0 0,0-1 0 0 0,0 0 1 0 0,1 0-1 0 0,0 0 1 0 0,-1-1-1 0 0,1 0 0 0 0,1 0 1 0 0,-1 0-1 0 0,0-1 0 0 0,13 2 1 0 0,-17-4 71 0 0,0 1 1 0 0,-1-1 0 0 0,1 0 0 0 0,0 0 0 0 0,0 0-1 0 0,0 0 1 0 0,-1 0 0 0 0,1-1 0 0 0,0 1 0 0 0,0-1-1 0 0,-1 0 1 0 0,1 0 0 0 0,0 0 0 0 0,-1 0 0 0 0,1 0-1 0 0,-1 0 1 0 0,1-1 0 0 0,-1 1 0 0 0,0-1 0 0 0,0 0-1 0 0,0 0 1 0 0,1 0 0 0 0,-2 0 0 0 0,4-4 0 0 0,-3 3-19 0 0,0 0 0 0 0,-1-1 0 0 0,1 1 0 0 0,-1-1 0 0 0,0 1 0 0 0,0-1 1 0 0,-1 1-1 0 0,1-1 0 0 0,-1 0 0 0 0,0 0 0 0 0,1 1 0 0 0,-2-1 0 0 0,1 0 1 0 0,0 1-1 0 0,-1-1 0 0 0,0 0 0 0 0,1 1 0 0 0,-3-6 0 0 0,-14-29-264 0 0,-1 1 0 0 0,-1 1 0 0 0,-2 1 0 0 0,-47-60-1 0 0,54 76 144 0 0,-3-1-9 0 0,13 16-8 0 0,1 1 0 0 0,0-1-1 0 0,0 0 1 0 0,0 0 0 0 0,0-1-1 0 0,-2-4 1 0 0,4 7 44 0 0,1 1 1 0 0,0-1-1 0 0,-1 0 0 0 0,1 0 0 0 0,0 1 1 0 0,0-1-1 0 0,0 0 0 0 0,0 1 0 0 0,0-1 0 0 0,0 0 1 0 0,0 0-1 0 0,0 1 0 0 0,1-1 0 0 0,-1 0 1 0 0,1 1-1 0 0,0-1 0 0 0,-1 0 0 0 0,1 1 0 0 0,0-1 1 0 0,0 1-1 0 0,2-3 0 0 0,14-21 6 0 0,2 2 0 0 0,24-25 0 0 0,-33 38 211 0 0,1 0 0 0 0,0 0 1 0 0,1 1-1 0 0,0 1 0 0 0,0 0 0 0 0,19-9 0 0 0,-28 16-127 0 0,0-1-1 0 0,0 1 0 0 0,0 0 0 0 0,0 0 0 0 0,1 0 0 0 0,-1 1 1 0 0,0-1-1 0 0,0 1 0 0 0,0 0 0 0 0,1 0 0 0 0,-1 0 1 0 0,0 0-1 0 0,0 0 0 0 0,1 1 0 0 0,-1-1 0 0 0,0 1 0 0 0,0 0 1 0 0,0 0-1 0 0,0 0 0 0 0,0 1 0 0 0,0-1 0 0 0,0 1 1 0 0,0-1-1 0 0,0 1 0 0 0,-1 0 0 0 0,1 0 0 0 0,-1 0 0 0 0,1 1 1 0 0,-1-1-1 0 0,0 0 0 0 0,0 1 0 0 0,0 0 0 0 0,0-1 1 0 0,2 5-1 0 0,4 9-56 0 0,0 1 1 0 0,-1-1 0 0 0,-1 1 0 0 0,8 34-1 0 0,-10-37 23 0 0,7 35-121 0 0,-4-18-53 0 0,1 0 0 0 0,15 36-1 0 0,-21-60 104 0 0,1 0 1 0 0,1 0-1 0 0,-1-1 0 0 0,1 1 0 0 0,0-1 0 0 0,1 0 0 0 0,0 0 0 0 0,0 0 0 0 0,0-1 1 0 0,0 1-1 0 0,1-1 0 0 0,0-1 0 0 0,0 1 0 0 0,11 6 0 0 0,-15-10 93 0 0,1 0 0 0 0,-1 1 0 0 0,1-1 0 0 0,-1 0 0 0 0,1 0 0 0 0,0-1 0 0 0,-1 1 0 0 0,1 0 0 0 0,0-1 0 0 0,-1 0 1 0 0,1 1-1 0 0,0-1 0 0 0,0 0 0 0 0,-1-1 0 0 0,1 1 0 0 0,0 0 0 0 0,0-1 0 0 0,-1 1 0 0 0,1-1 0 0 0,0 0 0 0 0,-1 0 0 0 0,1 0 0 0 0,-1 0 0 0 0,1-1 0 0 0,-1 1 0 0 0,0-1 0 0 0,0 1 0 0 0,1-1 0 0 0,-1 0 0 0 0,0 0 0 0 0,0 0 0 0 0,-1 0 0 0 0,1 0 0 0 0,0 0 0 0 0,-1 0 0 0 0,1-1 0 0 0,-1 1 0 0 0,0-1 0 0 0,0 1 0 0 0,2-5 0 0 0,0-2 169 0 0,0 0-1 0 0,-1 1 1 0 0,0-1-1 0 0,0 0 1 0 0,-1 0-1 0 0,0 0 1 0 0,-1-1-1 0 0,0 1 1 0 0,0 0-1 0 0,-1 0 1 0 0,-3-12 0 0 0,-1 3-101 0 0,-2 0 1 0 0,0 1 0 0 0,-1 0 0 0 0,0 0 0 0 0,-2 0-1 0 0,0 1 1 0 0,0 1 0 0 0,-2 0 0 0 0,0 0 0 0 0,-1 1-1 0 0,-15-13 1 0 0,14 15-1577 0 0,0 0 0 0 0,-1 1 0 0 0,-25-14 0 0 0,24 16-5040 0 0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58.57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1 569 8290 0 0,'0'-2'297'0'0,"0"1"1"0"0,0 0-1 0 0,0 0 1 0 0,0-1 0 0 0,0 1-1 0 0,0 0 1 0 0,0-1-1 0 0,1 1 1 0 0,-1 0-1 0 0,0 0 1 0 0,1-1 0 0 0,-1 1-1 0 0,1 0 1 0 0,0 0-1 0 0,-1 0 1 0 0,1 0-1 0 0,0 0 1 0 0,0 0 0 0 0,-1 0-1 0 0,1 0 1 0 0,2-2-1 0 0,-3 3-162 0 0,1-1-1 0 0,0 1 0 0 0,-1-1 1 0 0,1 0-1 0 0,0 1 1 0 0,-1 0-1 0 0,1-1 1 0 0,0 1-1 0 0,0-1 0 0 0,-1 1 1 0 0,1 0-1 0 0,0 0 1 0 0,0-1-1 0 0,0 1 1 0 0,-1 0-1 0 0,1 0 0 0 0,0 0 1 0 0,0 0-1 0 0,0 0 1 0 0,0 0-1 0 0,-1 0 0 0 0,1 0 1 0 0,0 0-1 0 0,0 0 1 0 0,0 0-1 0 0,-1 1 1 0 0,1-1-1 0 0,0 0 0 0 0,0 1 1 0 0,0-1-1 0 0,-1 0 1 0 0,1 1-1 0 0,0-1 1 0 0,-1 1-1 0 0,1-1 0 0 0,0 1 1 0 0,0 1-1 0 0,174 206 1089 0 0,80 85-211 0 0,-255-293-995 0 0,0 0 0 0 0,0 1-1 0 0,1-1 1 0 0,-1 0-1 0 0,0 0 1 0 0,0 1-1 0 0,0-1 1 0 0,1 0 0 0 0,-1 0-1 0 0,0 0 1 0 0,0 0-1 0 0,0 1 1 0 0,1-1-1 0 0,-1 0 1 0 0,0 0 0 0 0,0 0-1 0 0,1 0 1 0 0,-1 0-1 0 0,0 0 1 0 0,0 0-1 0 0,1 0 1 0 0,-1 1-1 0 0,0-1 1 0 0,0 0 0 0 0,1 0-1 0 0,-1 0 1 0 0,0 0-1 0 0,1 0 1 0 0,-1-1-1 0 0,0 1 1 0 0,0 0 0 0 0,1 0-1 0 0,-1 0 1 0 0,0 0-1 0 0,0 0 1 0 0,1 0-1 0 0,-1 0 1 0 0,0 0 0 0 0,0-1-1 0 0,0 1 1 0 0,1 0-1 0 0,-1 0 1 0 0,0 0-1 0 0,5-16 264 0 0,-4-27-194 0 0,-2 39-35 0 0,-28-338 385 0 0,13 208-742 0 0,1-149 0 0 0,18 97-4603 0 0,-3 150-1841 0 0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06.4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33 26 2304 0 0,'-3'-2'594'0'0,"0"1"-1"0"0,1-1 0 0 0,-1 1 1 0 0,1-1-1 0 0,-1 0 0 0 0,1 0 1 0 0,0 0-1 0 0,-10-9 4397 0 0,25 31-2660 0 0,50 68-187 0 0,73 109-466 0 0,-98-137-1699 0 0,88 133 523 0 0,-31-74-3784 0 0,-72-93-2374 0 0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06.96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110 350 3225 0 0,'-12'-10'501'0'0,"-1"-1"0"0"0,2 0 0 0 0,-19-22 0 0 0,25 27 16 0 0,0-1-1 0 0,0 0 1 0 0,1 0-1 0 0,0 0 1 0 0,0-1-1 0 0,1 1 1 0 0,-1-1 0 0 0,-2-15-1 0 0,5 21-407 0 0,0 0-1 0 0,1 0 1 0 0,-1 0 0 0 0,1 0-1 0 0,0 0 1 0 0,0 0 0 0 0,0 0-1 0 0,0 0 1 0 0,0 0 0 0 0,0 0-1 0 0,1 1 1 0 0,-1-1 0 0 0,0 0-1 0 0,1 0 1 0 0,0 0 0 0 0,-1 0-1 0 0,1 0 1 0 0,0 1 0 0 0,0-1-1 0 0,0 0 1 0 0,0 0 0 0 0,0 1-1 0 0,0-1 1 0 0,1 1 0 0 0,-1-1-1 0 0,1 1 1 0 0,-1 0 0 0 0,1 0-1 0 0,-1-1 1 0 0,1 1 0 0 0,-1 0-1 0 0,1 0 1 0 0,0 0 0 0 0,0 1-1 0 0,0-1 1 0 0,-1 0 0 0 0,1 1-1 0 0,3-1 1 0 0,0 0 127 0 0,-1 1 0 0 0,1 0 0 0 0,0 0 0 0 0,-1 0 0 0 0,1 1 0 0 0,0-1 0 0 0,-1 1 0 0 0,1 0 0 0 0,-1 0 0 0 0,0 1 0 0 0,1-1 0 0 0,-1 1 0 0 0,0 0 0 0 0,0 0 0 0 0,6 4 0 0 0,6 9-592 0 0,0 0 1 0 0,-1 1 0 0 0,0 0 0 0 0,-1 1-1 0 0,-1 1 1 0 0,16 28 0 0 0,-22-36 299 0 0,-7-8 19 0 0,1-1 1 0 0,-1 0-1 0 0,1 0 0 0 0,0 0 1 0 0,0 0-1 0 0,-1 1 1 0 0,1-1-1 0 0,0 0 1 0 0,0 0-1 0 0,0-1 0 0 0,0 1 1 0 0,0 0-1 0 0,0 0 1 0 0,1 0-1 0 0,0 0 1 0 0,-1-1-19 0 0,-1-1 0 0 0,0 1 0 0 0,1 0 0 0 0,-1 0 0 0 0,0-1 1 0 0,1 1-1 0 0,-1-1 0 0 0,0 1 0 0 0,0 0 0 0 0,1-1 0 0 0,-1 1 0 0 0,0 0 0 0 0,0-1 1 0 0,0 1-1 0 0,1-1 0 0 0,-1 1 0 0 0,0-1 0 0 0,0 1 0 0 0,0-1 0 0 0,0 1 1 0 0,0-1-1 0 0,0 1 0 0 0,0 0 0 0 0,0-1 0 0 0,0 1 0 0 0,0-1 0 0 0,-1 0 1 0 0,-6-45-2116 0 0,0 17 1694 0 0,0-1 0 0 0,-2-35 0 0 0,8 53 600 0 0,1 0 1 0 0,0 0-1 0 0,1 0 0 0 0,0 0 1 0 0,1 0-1 0 0,0 0 0 0 0,1 0 1 0 0,5-16-1 0 0,-7 27 25 0 0,-1-1 0 0 0,1 1-1 0 0,0-1 1 0 0,0 1 0 0 0,-1-1 0 0 0,1 1 0 0 0,0 0 0 0 0,0-1-1 0 0,0 1 1 0 0,0 0 0 0 0,1 0 0 0 0,-1 0 0 0 0,0 0 0 0 0,0 0-1 0 0,1 0 1 0 0,-1 0 0 0 0,0 0 0 0 0,1 0 0 0 0,-1 0 0 0 0,1 1-1 0 0,0-1 1 0 0,1 0 0 0 0,0 1 61 0 0,0 0-1 0 0,0 0 1 0 0,0 0-1 0 0,0 0 1 0 0,-1 1-1 0 0,1-1 1 0 0,0 1-1 0 0,0-1 1 0 0,0 1-1 0 0,0 0 1 0 0,4 3-1 0 0,7 3 350 0 0,-1 2 0 0 0,1 0-1 0 0,20 18 1 0 0,-26-20-556 0 0,40 34-6 0 0,35 27-4188 0 0,-64-55-1281 0 0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07.4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18 158 8290 0 0,'-1'0'151'0'0,"-1"-1"1"0"0,1 0 0 0 0,0-1-1 0 0,0 1 1 0 0,0 0 0 0 0,-1 0-1 0 0,1 0 1 0 0,0-1-1 0 0,1 1 1 0 0,-1 0 0 0 0,0-1-1 0 0,0 1 1 0 0,1-1 0 0 0,-1 1-1 0 0,0-1 1 0 0,1 1 0 0 0,0-1-1 0 0,-1 1 1 0 0,1-1-1 0 0,0 0 1 0 0,0 1 0 0 0,0-3-1 0 0,0 4-60 0 0,0-1 0 0 0,0 1 0 0 0,0-1 0 0 0,0 1 0 0 0,1-1-1 0 0,-1 1 1 0 0,0 0 0 0 0,0-1 0 0 0,1 1 0 0 0,-1 0 0 0 0,0-1 0 0 0,1 1-1 0 0,-1-1 1 0 0,0 1 0 0 0,1 0 0 0 0,-1 0 0 0 0,0-1 0 0 0,1 1 0 0 0,-1 0 0 0 0,0 0-1 0 0,1-1 1 0 0,-1 1 0 0 0,1 0 0 0 0,-1 0 0 0 0,1 0 0 0 0,-1 0 0 0 0,1 0-1 0 0,1 0-10 0 0,-1 0 0 0 0,1 0 0 0 0,0 0 0 0 0,-1 0 0 0 0,1 1-1 0 0,-1-1 1 0 0,1 0 0 0 0,0 1 0 0 0,-1 0 0 0 0,1-1 0 0 0,-1 1-1 0 0,2 1 1 0 0,38 25 964 0 0,-2 1-1 0 0,63 60 0 0 0,-70-59-773 0 0,26 27-175 0 0,-31-28-1 0 0,45 35 1 0 0,-63-56-86 0 0,0-1 1 0 0,0 0 0 0 0,0-1 0 0 0,1 0-1 0 0,-1 0 1 0 0,1-1 0 0 0,0-1 0 0 0,1 1-1 0 0,20 3 1 0 0,-31-7-1 0 0,1 0 1 0 0,-1 0-1 0 0,1 0 0 0 0,0 1 1 0 0,-1-1-1 0 0,1 0 0 0 0,0 0 1 0 0,-1 0-1 0 0,1 0 1 0 0,-1 0-1 0 0,1 0 0 0 0,0 0 1 0 0,-1-1-1 0 0,1 1 0 0 0,0 0 1 0 0,-1 0-1 0 0,1 0 0 0 0,-1-1 1 0 0,1 1-1 0 0,-1 0 0 0 0,1 0 1 0 0,-1-1-1 0 0,1 1 0 0 0,-1-1 1 0 0,1 1-1 0 0,-1 0 0 0 0,1-1 1 0 0,-1 1-1 0 0,1-1 0 0 0,-1 1 1 0 0,0-1-1 0 0,1 1 0 0 0,-1-1 1 0 0,0 1-1 0 0,1-1 0 0 0,-1 0 1 0 0,0 1-1 0 0,0-1 0 0 0,0 1 1 0 0,0-1-1 0 0,1 0 0 0 0,-1 1 1 0 0,0-1-1 0 0,0 0 0 0 0,0 1 1 0 0,0-1-1 0 0,0 1 0 0 0,0-1 1 0 0,-1 0-1 0 0,1 1 1 0 0,0-1-1 0 0,0 1 0 0 0,0-1 1 0 0,-1 0-1 0 0,1 1 0 0 0,0-1 1 0 0,-1 0-1 0 0,-20-40 827 0 0,18 35-723 0 0,-84-126 1299 0 0,55 86-1746 0 0,2-1 0 0 0,-28-58 0 0 0,38 57-1594 0 0,2 1-5038 0 0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2.4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5985 0 0,'0'0'464'0'0,"18"19"3132"0"0,103 150 2351 0 0,48 95-3264 0 0,-90-137-2152 0 0,107 128 0 0 0,24-27-4518 0 0,-192-211 1989 0 0,-1-5-3152 0 0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2.81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18 137 5065 0 0,'-9'6'1292'0'0,"8"-6"-1202"0"0,1 1 1 0 0,-1-1-1 0 0,1 0 1 0 0,-1 0-1 0 0,1 1 0 0 0,-1-1 1 0 0,1 0-1 0 0,-1 1 1 0 0,1-1-1 0 0,0 1 1 0 0,-1-1-1 0 0,1 0 0 0 0,-1 1 1 0 0,1-1-1 0 0,0 1 1 0 0,0-1-1 0 0,-1 1 1 0 0,1-1-1 0 0,0 1 0 0 0,0-1 1 0 0,0 1-1 0 0,-1-1 1 0 0,1 1-1 0 0,0 0 0 0 0,0-1 1 0 0,0 1-1 0 0,0-1 1 0 0,0 1-1 0 0,0-1 1 0 0,0 1-1 0 0,0-1 0 0 0,0 1 1 0 0,1 0-1 0 0,-1-1 1 0 0,0 1-1 0 0,0-1 1 0 0,0 1-1 0 0,1 0 0 0 0,6 19 460 0 0,1 0-1 0 0,1-1 0 0 0,1 0 0 0 0,0 0 1 0 0,1-1-1 0 0,20 23 0 0 0,-18-22-239 0 0,9 12-60 0 0,71 96 608 0 0,-76-107-710 0 0,0-1-1 0 0,2 0 1 0 0,0-1-1 0 0,21 15 0 0 0,-33-29-151 0 0,-1 0 0 0 0,1 0 0 0 0,0 0-1 0 0,0-1 1 0 0,0 1 0 0 0,1-2 0 0 0,-1 1 0 0 0,1-1-1 0 0,-1 0 1 0 0,1-1 0 0 0,0 0 0 0 0,15 0-1 0 0,-19-1-20 0 0,0 0 0 0 0,-1-1-1 0 0,1 1 1 0 0,0-1-1 0 0,-1 0 1 0 0,1-1-1 0 0,0 1 1 0 0,-1-1 0 0 0,1 1-1 0 0,-1-1 1 0 0,0 0-1 0 0,0 0 1 0 0,0 0-1 0 0,0-1 1 0 0,0 1 0 0 0,0-1-1 0 0,0 0 1 0 0,-1 1-1 0 0,0-1 1 0 0,1 0 0 0 0,-1-1-1 0 0,0 1 1 0 0,0 0-1 0 0,-1 0 1 0 0,1-1-1 0 0,-1 0 1 0 0,1 1 0 0 0,0-5-1 0 0,4-20 216 0 0,0-1 0 0 0,-2 1 1 0 0,-1-1-1 0 0,-1 0 0 0 0,-2 0 0 0 0,-1 0 0 0 0,-1 0 0 0 0,-8-41 0 0 0,8 58-118 0 0,-1 0-1 0 0,-1 0 1 0 0,0 1 0 0 0,0 0-1 0 0,-1 0 1 0 0,-1 0-1 0 0,0 0 1 0 0,0 1 0 0 0,-1 0-1 0 0,0 0 1 0 0,-12-11-1 0 0,9 10 5 0 0,-1 2-1 0 0,-1 0 0 0 0,0 0 0 0 0,0 1 0 0 0,-1 1 1 0 0,0 0-1 0 0,0 0 0 0 0,0 1 0 0 0,-16-4 0 0 0,-10-2 126 0 0,-64-11 0 0 0,74 18-1442 0 0,-38 0 0 0 0,43 5-4698 0 0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3.3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18 152 10138 0 0,'-3'4'239'0'0,"1"1"0"0"0,0 0 0 0 0,0 0 0 0 0,0 0 0 0 0,0 0 0 0 0,1 0 0 0 0,0 0 0 0 0,0 1 0 0 0,-1 6 0 0 0,6-8 1193 0 0,4-9-894 0 0,5-11-178 0 0,39-84 1385 0 0,-18 31-3041 0 0,-21 46-4193 0 0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3.7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117 0 6913 0 0,'-7'1'242'0'0,"1"-1"0"0"0,-1 1 0 0 0,1 0 0 0 0,-1 1-1 0 0,1-1 1 0 0,0 1 0 0 0,-11 5 0 0 0,14-5-50 0 0,0 0 0 0 0,0 0 0 0 0,0 1 1 0 0,0-1-1 0 0,0 1 0 0 0,0 0 0 0 0,1-1 0 0 0,-1 1 0 0 0,1 0 1 0 0,0 1-1 0 0,0-1 0 0 0,0 0 0 0 0,0 1 0 0 0,-1 5 1 0 0,-1-1 58 0 0,2 0 0 0 0,-1 0 0 0 0,1 1 0 0 0,0-1 0 0 0,1 1 0 0 0,0 0 0 0 0,1-1 0 0 0,0 1 0 0 0,0 0 0 0 0,0 0 0 0 0,1-1 0 0 0,1 1 0 0 0,-1-1 0 0 0,1 1 0 0 0,1-1 0 0 0,0 1 0 0 0,0-1 0 0 0,8 15 0 0 0,-6-15-195 0 0,0-1-1 0 0,1 1 0 0 0,0-1 0 0 0,0 0 1 0 0,0 0-1 0 0,1 0 0 0 0,0-1 0 0 0,0 0 0 0 0,1-1 1 0 0,-1 1-1 0 0,1-1 0 0 0,0-1 0 0 0,1 0 1 0 0,-1 0-1 0 0,1 0 0 0 0,0-1 0 0 0,14 3 0 0 0,1-2-215 0 0,1 0 0 0 0,38-1 0 0 0,-51-3-42 0 0,1 0 0 0 0,0-1 1 0 0,-1-1-1 0 0,1 0 0 0 0,-1 0 1 0 0,23-9-1 0 0,-33 11 163 0 0,-1-1-1 0 0,1 1 1 0 0,-1-1 0 0 0,0 0 0 0 0,1 1-1 0 0,-1-1 1 0 0,1 0 0 0 0,-1 0-1 0 0,0 0 1 0 0,0 0 0 0 0,0 0 0 0 0,1 0-1 0 0,-1 0 1 0 0,0-1 0 0 0,0 1-1 0 0,0 0 1 0 0,-1-1 0 0 0,1 1 0 0 0,0 0-1 0 0,0-1 1 0 0,-1 1 0 0 0,1-1-1 0 0,-1 1 1 0 0,1-1 0 0 0,-1 1 0 0 0,0-1-1 0 0,0 1 1 0 0,1-1 0 0 0,-1 0-1 0 0,0 1 1 0 0,-1-1 0 0 0,1 1-1 0 0,-1-4 1 0 0,1 2 59 0 0,-1 1 0 0 0,-1 0 0 0 0,1-1-1 0 0,0 1 1 0 0,0 0 0 0 0,-1 0 0 0 0,0 0 0 0 0,1 0-1 0 0,-1 0 1 0 0,0 0 0 0 0,0 0 0 0 0,0 1-1 0 0,0-1 1 0 0,0 1 0 0 0,0-1 0 0 0,-1 1 0 0 0,1 0-1 0 0,0 0 1 0 0,-1 0 0 0 0,-2-1 0 0 0,1 0-103 0 0,0 1 1 0 0,-1 0-1 0 0,1 0 0 0 0,0 0 1 0 0,-1 0-1 0 0,1 1 1 0 0,0 0-1 0 0,-1 0 1 0 0,1 0-1 0 0,-1 0 0 0 0,1 1 1 0 0,0-1-1 0 0,-1 1 1 0 0,1 0-1 0 0,0 1 0 0 0,0-1 1 0 0,0 1-1 0 0,0 0 1 0 0,0 0-1 0 0,0 0 1 0 0,0 0-1 0 0,1 1 0 0 0,-1-1 1 0 0,1 1-1 0 0,-6 5 1 0 0,-2 12-4523 0 0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4.1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1 211 7370 0 0,'-1'2'656'0'0,"1"-1"-528"0"0,0-2-128 0 0,1-1 328 0 0,1 1 40 0 0,-1-2 8 0 0,3-2 0 0 0,2-5-56 0 0,1-4 0 0 0,1-1-8 0 0,0-4 0 0 0,0 0-144 0 0,2-2-24 0 0,0-1-8 0 0,6-8-2120 0 0,1 2-433 0 0,1 5-79 0 0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4.5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0 137 5529 0 0,'2'-6'240'0'0,"-2"2"56"0"0,1 0-232 0 0,0-1-64 0 0,1 1 0 0 0,-1-1 0 0 0,2 0-224 0 0,1-6-48 0 0,6-7-16 0 0,-1-5 0 0 0,2-3 288 0 0,-4 1 72 0 0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4.8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2 9674 0 0,'-7'-1'31'0'0,"-12"1"1537"0"0,18 0-1525 0 0,1 0 1 0 0,0 0-1 0 0,0 0 0 0 0,-1 1 0 0 0,1-1 0 0 0,0 0 0 0 0,0 0 0 0 0,-1 1 0 0 0,1-1 0 0 0,0 0 0 0 0,0 1 1 0 0,0-1-1 0 0,-1 0 0 0 0,1 1 0 0 0,0-1 0 0 0,0 0 0 0 0,0 1 0 0 0,0-1 0 0 0,0 0 0 0 0,0 1 1 0 0,0-1-1 0 0,0 0 0 0 0,0 1 0 0 0,0-1 0 0 0,0 0 0 0 0,0 1 0 0 0,0-1 0 0 0,0 0 0 0 0,0 1 0 0 0,0-1 1 0 0,0 0-1 0 0,0 1 0 0 0,1-1 0 0 0,-1 0 0 0 0,0 1 0 0 0,0-1 0 0 0,0 0 0 0 0,0 1 0 0 0,1-1 1 0 0,-1 0-1 0 0,0 0 0 0 0,0 1 0 0 0,1-1 0 0 0,-1 0 0 0 0,0 0 0 0 0,1 0 0 0 0,-1 1 0 0 0,1-1 1 0 0,50 68 3143 0 0,-20-28-1887 0 0,26 45-1 0 0,98 209 821 0 0,30 52-3317 0 0,-152-296-739 0 0,-4-3-4701 0 0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5.2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0 187 10138 0 0,'4'1'475'0'0,"-1"-1"1"0"0,0 1-1 0 0,1 0 0 0 0,-1 1 1 0 0,0-1-1 0 0,0 0 0 0 0,0 1 1 0 0,0 0-1 0 0,0 0 0 0 0,5 4 0 0 0,33 29 1238 0 0,-33-28-1146 0 0,53 54 373 0 0,-31-31-680 0 0,63 51 0 0 0,-85-74-420 0 0,1-1-1 0 0,0 0 1 0 0,1-1 0 0 0,-1 0 0 0 0,1 0-1 0 0,0-1 1 0 0,0-1 0 0 0,1 1-1 0 0,-1-2 1 0 0,1 1 0 0 0,0-1 0 0 0,15 0-1 0 0,-23-2 31 0 0,0 0 0 0 0,0 0 0 0 0,1 0-1 0 0,-1 0 1 0 0,0-1 0 0 0,0 1-1 0 0,0-1 1 0 0,0 0 0 0 0,0 0 0 0 0,0 0-1 0 0,0 0 1 0 0,0-1 0 0 0,-1 1 0 0 0,1-1-1 0 0,0 1 1 0 0,-1-1 0 0 0,1 0 0 0 0,-1 0-1 0 0,4-4 1 0 0,-4 3 34 0 0,0 0 0 0 0,-1-1 0 0 0,1 1 0 0 0,-1 0 0 0 0,1-1 0 0 0,-1 0 0 0 0,0 1 0 0 0,0-1 0 0 0,0 0 0 0 0,-1 1 0 0 0,0-1 0 0 0,1 0 0 0 0,-2-7 0 0 0,-1-6 345 0 0,-1 0-1 0 0,0 0 0 0 0,-1 0 0 0 0,-2 0 1 0 0,-11-28-1 0 0,-15-22 1410 0 0,20 45-1112 0 0,1 0-1 0 0,1-1 0 0 0,1-1 0 0 0,1 0 0 0 0,-5-31 0 0 0,12 54-512 0 0,1 0-1 0 0,0 0 1 0 0,-1 0-1 0 0,1 0 1 0 0,0 0-1 0 0,0 0 1 0 0,0 0-1 0 0,0-1 1 0 0,0 1-1 0 0,0 0 1 0 0,1 0-1 0 0,-1 0 1 0 0,0 0-1 0 0,0 0 1 0 0,1 0-1 0 0,-1 0 1 0 0,1 0-1 0 0,-1 0 1 0 0,1 0-1 0 0,1-2 1 0 0,-2 3-9 0 0,1-1 0 0 0,0 1 0 0 0,-1 0 0 0 0,1 0 1 0 0,0 0-1 0 0,0-1 0 0 0,-1 1 0 0 0,1 0 0 0 0,0 0 1 0 0,0 0-1 0 0,-1 0 0 0 0,1 1 0 0 0,0-1 0 0 0,0 0 1 0 0,-1 0-1 0 0,1 0 0 0 0,0 1 0 0 0,-1-1 0 0 0,1 0 1 0 0,0 0-1 0 0,-1 1 0 0 0,2 0 0 0 0,4 3 44 0 0,-1-1 1 0 0,0 2-1 0 0,0-1 0 0 0,0 0 0 0 0,6 8 1 0 0,8 10-256 0 0,34 31 1 0 0,-18-24-5403 0 0,-10-11-940 0 0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6.06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8290 0 0,'0'2'463'0'0,"2"1"1"0"0,-1-1 0 0 0,0 1-1 0 0,0-1 1 0 0,1 0-1 0 0,0 1 1 0 0,-1-1-1 0 0,1 0 1 0 0,3 2 0 0 0,-1 2 56 0 0,41 55 690 0 0,106 137 1675 0 0,-67-105-4173 0 0,7-9-3403 0 0,-58-59-294 0 0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6.4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64 129 10594 0 0,'1'4'449'0'0,"1"-1"0"0"0,-1 1-1 0 0,1-1 1 0 0,0 0 0 0 0,-1 0-1 0 0,1 1 1 0 0,1-1 0 0 0,3 4-1 0 0,1 2 163 0 0,28 45 494 0 0,43 50 1 0 0,-66-90-898 0 0,1 0 1 0 0,0-1 0 0 0,0 0 0 0 0,2-1-1 0 0,0-1 1 0 0,0 0 0 0 0,0-1-1 0 0,24 11 1 0 0,-33-18-296 0 0,1-1 0 0 0,-1 0 0 0 0,1 0 1 0 0,0-1-1 0 0,-1 0 0 0 0,1 0 0 0 0,0 0 0 0 0,-1-1 0 0 0,1 0 0 0 0,0 0 0 0 0,0-1 0 0 0,0 0 0 0 0,11-3 1 0 0,-15 3 45 0 0,0 0 0 0 0,0 0 0 0 0,0 0 0 0 0,0-1 0 0 0,-1 1 0 0 0,1-1 0 0 0,0 0 0 0 0,-1 0 0 0 0,1 0 0 0 0,-1 0 0 0 0,0 0 0 0 0,0 0 0 0 0,0-1 0 0 0,0 1 0 0 0,0-1 0 0 0,0 1 0 0 0,-1-1 0 0 0,1 0 0 0 0,-1 0 0 0 0,0 0 0 0 0,1 0 0 0 0,-1 0 0 0 0,-1 0 0 0 0,1 0 0 0 0,0 0 0 0 0,-1 0 0 0 0,0 0 0 0 0,1 0 0 0 0,-1 0 0 0 0,-1-6 0 0 0,-1-8 130 0 0,-1 0 0 0 0,-1 1-1 0 0,0 0 1 0 0,-1-1 0 0 0,-1 2 0 0 0,0-1 0 0 0,-1 1-1 0 0,-1 0 1 0 0,-16-24 0 0 0,7 15 286 0 0,-1 1 0 0 0,-1 0 0 0 0,-1 1 0 0 0,-38-31 0 0 0,52 47-332 0 0,0 1 0 0 0,-1 0 1 0 0,0 1-1 0 0,0 0 0 0 0,0 0 0 0 0,-1 0 0 0 0,0 1 0 0 0,1 0 0 0 0,-1 1 1 0 0,0-1-1 0 0,0 2 0 0 0,0-1 0 0 0,0 1 0 0 0,-1 0 0 0 0,1 1 0 0 0,0 0 1 0 0,0 0-1 0 0,-1 1 0 0 0,-8 1 0 0 0,9 0-345 0 0,0 1 0 0 0,1-1 1 0 0,-1 1-1 0 0,1 1 0 0 0,0 0 0 0 0,0 0 0 0 0,0 0 1 0 0,0 1-1 0 0,1-1 0 0 0,0 2 0 0 0,0-1 0 0 0,-10 12 1 0 0,10-9 76 0 0,1 1 1 0 0,-1 0 0 0 0,1 0 0 0 0,1 1 0 0 0,0-1 0 0 0,0 1 0 0 0,-3 14 0 0 0,1-4 224 0 0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6.8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1 101 6913 0 0,'13'-17'8008'0'0,"2"-8"-5099"0"0,-8 12-3228 0 0,2-1 0 0 0,15-18 0 0 0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8.6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214 19 6913 0 0,'-17'-13'3717'0'0,"17"13"-3641"0"0,-1 0 0 0 0,1 1 1 0 0,0-1-1 0 0,0 0 0 0 0,0 0 0 0 0,-1 1 1 0 0,1-1-1 0 0,0 0 0 0 0,0 0 1 0 0,0 0-1 0 0,0 1 0 0 0,0-1 0 0 0,0 0 1 0 0,0 1-1 0 0,0-1 0 0 0,-1 0 1 0 0,1 0-1 0 0,0 1 0 0 0,0-1 1 0 0,0 0-1 0 0,0 1 0 0 0,0-1 0 0 0,0 0 1 0 0,1 0-1 0 0,-1 1 0 0 0,0-1 1 0 0,0 0-1 0 0,0 0 0 0 0,0 1 0 0 0,0-1 1 0 0,0 0-1 0 0,0 0 0 0 0,1 1 1 0 0,-1-1-1 0 0,0 0 0 0 0,18 40 2364 0 0,-15-33-2510 0 0,6 11 48 0 0,-1 1-1 0 0,-1 0 0 0 0,-1 0 1 0 0,-1 1-1 0 0,5 27 1 0 0,-9-42-70 0 0,-1-1 1 0 0,1 1-1 0 0,-1 0 1 0 0,0 0 0 0 0,0-1-1 0 0,0 1 1 0 0,-1 0-1 0 0,1-1 1 0 0,-1 1-1 0 0,0-1 1 0 0,-1 1-1 0 0,1-1 1 0 0,-1 1-1 0 0,0-1 1 0 0,0 0-1 0 0,0 0 1 0 0,-1 0-1 0 0,1 0 1 0 0,-1 0-1 0 0,0 0 1 0 0,0-1 0 0 0,-1 0-1 0 0,1 1 1 0 0,0-1-1 0 0,-1 0 1 0 0,0-1-1 0 0,0 1 1 0 0,0-1-1 0 0,-5 3 1 0 0,4-3 128 0 0,0-1 1 0 0,0 1-1 0 0,0-1 1 0 0,0-1-1 0 0,0 1 1 0 0,0-1-1 0 0,-1 1 1 0 0,1-1 0 0 0,0-1-1 0 0,0 1 1 0 0,0-1-1 0 0,-1 0 1 0 0,1 0-1 0 0,0-1 1 0 0,0 1-1 0 0,0-1 1 0 0,1 0-1 0 0,-1 0 1 0 0,0-1-1 0 0,1 1 1 0 0,-1-1-1 0 0,1 0 1 0 0,0-1-1 0 0,0 1 1 0 0,0-1 0 0 0,-3-3-1 0 0,0 0 10 0 0,1 0 0 0 0,0 0 0 0 0,0-1 0 0 0,0 0 0 0 0,1 0 1 0 0,0 0-1 0 0,1 0 0 0 0,0-1 0 0 0,0 0 0 0 0,1 0 0 0 0,0 0 0 0 0,0 0 0 0 0,-1-14 0 0 0,3 15-28 0 0,1 1-1 0 0,0 0 1 0 0,0-1-1 0 0,1 1 1 0 0,0 0-1 0 0,1-1 1 0 0,-1 1-1 0 0,1 0 1 0 0,0 0-1 0 0,1 0 1 0 0,0 1-1 0 0,0-1 1 0 0,1 0-1 0 0,-1 1 1 0 0,1 0-1 0 0,8-9 1 0 0,-9 11 55 0 0,1 1 1 0 0,-1 0-1 0 0,1 0 1 0 0,0 0-1 0 0,0 1 1 0 0,0-1 0 0 0,0 1-1 0 0,0 0 1 0 0,1 0-1 0 0,-1 1 1 0 0,1-1-1 0 0,-1 1 1 0 0,1 0-1 0 0,-1 0 1 0 0,1 0-1 0 0,0 1 1 0 0,-1 0-1 0 0,1 0 1 0 0,0 0 0 0 0,-1 0-1 0 0,1 1 1 0 0,0-1-1 0 0,-1 1 1 0 0,1 1-1 0 0,-1-1 1 0 0,9 4-1 0 0,-1 1 47 0 0,0 0 1 0 0,0 1-1 0 0,0 1 0 0 0,-1 0 0 0 0,-1 0 0 0 0,1 1 1 0 0,-1 0-1 0 0,-1 1 0 0 0,0 0 0 0 0,0 1 0 0 0,-1 0 1 0 0,0 0-1 0 0,-1 1 0 0 0,7 14 0 0 0,8 22-24 0 0,-1 1 0 0 0,17 65 0 0 0,-32-97-108 0 0,18 59-1576 0 0,-13-40-4660 0 0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9.0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1 193 10594 0 0,'5'-22'648'0'0,"3"-2"-389"0"0,15-48 238 0 0,-20 64-838 0 0,0 1 0 0 0,0 0-1 0 0,1 0 1 0 0,0 0-1 0 0,0 1 1 0 0,11-13 0 0 0,-14 18 327 0 0,0 0 0 0 0,0 0 0 0 0,1 0 1 0 0,-1 0-1 0 0,0 0 0 0 0,1 0 0 0 0,-1 0 1 0 0,1 0-1 0 0,-1 0 0 0 0,1 0 0 0 0,-1 1 1 0 0,1-1-1 0 0,0 1 0 0 0,-1-1 0 0 0,1 1 0 0 0,0 0 1 0 0,-1 0-1 0 0,1 0 0 0 0,0-1 0 0 0,-1 2 1 0 0,1-1-1 0 0,0 0 0 0 0,-1 0 0 0 0,1 0 1 0 0,0 1-1 0 0,-1-1 0 0 0,3 1 0 0 0,6 6-39 0 0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9.46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8 287 4145 0 0,'-1'3'368'0'0,"0"-5"-296"0"0,-1 1-72 0 0,2-2 0 0 0,-1 0 264 0 0,1 1 40 0 0,0-4 8 0 0,-2-4 0 0 0,2-5-56 0 0,-1-7-16 0 0,1-4 0 0 0,0-3 0 0 0,1-1-320 0 0,2 1-64 0 0,3 0-16 0 0,-1 0 0 0 0,1 0 160 0 0,-2 5 0 0 0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9.8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19 223 5065 0 0,'-1'0'210'0'0,"0"0"1"0"0,0 0-1 0 0,0 0 0 0 0,1 0 0 0 0,-1 0 1 0 0,0 0-1 0 0,0 0 0 0 0,0 1 0 0 0,1-1 1 0 0,-1 0-1 0 0,0 0 0 0 0,0 1 0 0 0,0-1 0 0 0,1 0 1 0 0,-1 1-1 0 0,0-1 0 0 0,0 1 0 0 0,1-1 1 0 0,-1 1-1 0 0,1-1 0 0 0,-1 1 0 0 0,0-1 1 0 0,1 1-1 0 0,6 9 4135 0 0,5-1-4551 0 0,36 27 1626 0 0,-1 3 1 0 0,72 81 0 0 0,-103-102-1582 0 0,-10-12-131 0 0,0 0 0 0 0,0 0 0 0 0,0 0-1 0 0,1 0 1 0 0,0-1 0 0 0,0 0 0 0 0,14 8 0 0 0,-34-48-661 0 0,-11-19 1452 0 0,-49-119-312 0 0,61 138-124 0 0,2-1 0 0 0,-14-72 1 0 0,24 100 105 0 0,0 0 1 0 0,1 0-1 0 0,0 0 0 0 0,1-12 1 0 0,-1 19-124 0 0,0 0 0 0 0,0 1 1 0 0,0-1-1 0 0,0 0 0 0 0,0 0 1 0 0,0 0-1 0 0,1 1 0 0 0,-1-1 1 0 0,0 0-1 0 0,0 0 0 0 0,0 1 1 0 0,1-1-1 0 0,-1 0 0 0 0,0 0 0 0 0,1 1 1 0 0,-1-1-1 0 0,1 0 0 0 0,-1 1 1 0 0,1-1-1 0 0,-1 1 0 0 0,1-1 1 0 0,-1 0-1 0 0,1 1 0 0 0,0-1 1 0 0,-1 1-1 0 0,1 0 0 0 0,0-1 1 0 0,-1 1-1 0 0,1-1 0 0 0,0 1 0 0 0,0 0 1 0 0,-1 0-1 0 0,1-1 0 0 0,0 1 1 0 0,0 0-1 0 0,-1 0 0 0 0,1 0 1 0 0,0 0-1 0 0,0 0 0 0 0,0 0 1 0 0,-1 0-1 0 0,1 0 0 0 0,0 0 0 0 0,0 0 1 0 0,0 0-1 0 0,-1 1 0 0 0,1-1 1 0 0,0 0-1 0 0,0 1 0 0 0,-1-1 1 0 0,1 0-1 0 0,0 1 0 0 0,-1-1 1 0 0,1 1-1 0 0,0-1 0 0 0,-1 1 1 0 0,1-1-1 0 0,0 2 0 0 0,14 10 488 0 0,-1 1 1 0 0,0 1-1 0 0,23 28 0 0 0,5 7 27 0 0,93 79 217 0 0,-111-109-1105 0 0,1 0-1 0 0,1-2 0 0 0,0-1 1 0 0,30 13-1 0 0,-23-15-7327 0 0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35.0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7834 0 0,'1'6'242'0'0,"0"-1"1"0"0,0 0-1 0 0,1 1 1 0 0,0-1 0 0 0,0 0-1 0 0,1 0 1 0 0,-1 0-1 0 0,1-1 1 0 0,0 1-1 0 0,5 5 1 0 0,1 4 23 0 0,67 97 2385 0 0,150 170 1 0 0,118 80-1043 0 0,-265-281-1389 0 0,1492 1441 1407 0 0,-1536-1490-1603 0 0,393 351 269 0 0,122 109 590 0 0,-420-368-1094 0 0,159 194-1 0 0,-205-209-970 0 0,-4 3-1 0 0,94 175 1 0 0,-60-72-449 0 0,-95-178 1060 0 0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35.6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 1 10594 0 0,'-10'6'5964'0'0,"9"-6"-5812"0"0,1 1 1 0 0,0-1 0 0 0,9 19 1893 0 0,27 21-1882 0 0,-32-36 430 0 0,146 137 819 0 0,-83-82-1480 0 0,63 74 0 0 0,-117-118 44 0 0,120 134-3715 0 0,-98-114 2435 0 0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36.0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27 207 6913 0 0,'22'24'1709'0'0,"0"1"-985"0"0,-1 0 73 0 0,0-1 1 0 0,2-1-1 0 0,1-1 1 0 0,39 28-1 0 0,-55-45-681 0 0,-1-1 0 0 0,1 0 0 0 0,0 0-1 0 0,0 0 1 0 0,0-1 0 0 0,1 0 0 0 0,-1-1 0 0 0,1 0 0 0 0,-1 0 0 0 0,1-1 0 0 0,0 0-1 0 0,0-1 1 0 0,-1 0 0 0 0,1 0 0 0 0,0-1 0 0 0,0 0 0 0 0,-1 0 0 0 0,1-1-1 0 0,0 0 1 0 0,-1 0 0 0 0,14-7 0 0 0,-20 8-83 0 0,0 1 1 0 0,0-1-1 0 0,0 0 1 0 0,0 0-1 0 0,0 0 0 0 0,0 0 1 0 0,0-1-1 0 0,0 1 0 0 0,0-1 1 0 0,0 1-1 0 0,-1-1 0 0 0,1 0 1 0 0,-1 1-1 0 0,1-1 0 0 0,-1 0 1 0 0,0 0-1 0 0,1 0 1 0 0,-1 0-1 0 0,0 0 0 0 0,0 0 1 0 0,-1 0-1 0 0,2-3 0 0 0,-2 2-22 0 0,0-1 0 0 0,-1 1 0 0 0,1 0 0 0 0,-1 0-1 0 0,1 0 1 0 0,-1 0 0 0 0,0 0 0 0 0,0 1 0 0 0,-1-1-1 0 0,1 0 1 0 0,0 0 0 0 0,-1 1 0 0 0,0-1 0 0 0,1 0-1 0 0,-1 1 1 0 0,-4-4 0 0 0,-37-41 164 0 0,-2 2 0 0 0,-1 2 0 0 0,-3 2 0 0 0,-58-37 0 0 0,88 65-552 0 0,0 1 1 0 0,-1 1-1 0 0,0 0 0 0 0,-29-10 1 0 0,30 16-5351 0 0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36.4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 0 3225 0 0,'-4'2'-265'0'0,"3"-2"540"0"0,0 0 1 0 0,1 0-1 0 0,-1 0 0 0 0,0 1 0 0 0,0-1 0 0 0,0 0 0 0 0,0 1 0 0 0,0-1 0 0 0,0 0 0 0 0,0 1 1 0 0,1-1-1 0 0,-1 1 0 0 0,0-1 0 0 0,0 1 0 0 0,1 0 0 0 0,-1-1 0 0 0,0 1 0 0 0,1 0 0 0 0,-1-1 1 0 0,0 1-1 0 0,1 0 0 0 0,-1 0 0 0 0,1 0 0 0 0,-1 0 0 0 0,1-1 0 0 0,0 1 0 0 0,-1 0 1 0 0,1 0-1 0 0,0 0 0 0 0,0 0 0 0 0,0 0 0 0 0,0 0 0 0 0,-1 1 0 0 0,4 11-169 0 0,3 2 77 0 0,1 0 0 0 0,0-1-1 0 0,1 0 1 0 0,1 0 0 0 0,0-1 0 0 0,1 0 0 0 0,20 21 0 0 0,-9-13 97 0 0,2-1 0 0 0,0-1 0 0 0,33 21 0 0 0,-42-30-331 0 0,1-1-1 0 0,1-1 1 0 0,16 6-1 0 0,-28-12 40 0 0,-1-1 0 0 0,1 1 0 0 0,0-1 0 0 0,0 0 0 0 0,0 0 0 0 0,0-1-1 0 0,0 1 1 0 0,0-1 0 0 0,0 0 0 0 0,0 0 0 0 0,0 0 0 0 0,0-1 0 0 0,0 1 0 0 0,0-1 0 0 0,0 0 0 0 0,-1 0-1 0 0,1 0 1 0 0,0 0 0 0 0,4-3 0 0 0,-7 3 19 0 0,0 1 0 0 0,-1 0 0 0 0,1-1 0 0 0,-1 1-1 0 0,1 0 1 0 0,-1-1 0 0 0,1 1 0 0 0,-1-1 0 0 0,1 1 0 0 0,-1-1 0 0 0,0 1 0 0 0,1-1-1 0 0,-1 1 1 0 0,0-1 0 0 0,1 1 0 0 0,-1-1 0 0 0,0 0 0 0 0,0 1 0 0 0,1-1-1 0 0,-1 1 1 0 0,0-1 0 0 0,0 0 0 0 0,0 1 0 0 0,0-1 0 0 0,0 0 0 0 0,0 1-1 0 0,0-1 1 0 0,0 1 0 0 0,0-1 0 0 0,0 0 0 0 0,-1-1 0 0 0,1 1 78 0 0,-1-1 0 0 0,0 0-1 0 0,-1 1 1 0 0,1-1 0 0 0,0 1 0 0 0,0-1 0 0 0,-1 1 0 0 0,1 0-1 0 0,-1 0 1 0 0,-2-3 0 0 0,-2 1 210 0 0,1-1-1 0 0,-1 1 1 0 0,0 1 0 0 0,1-1-1 0 0,-13-3 1 0 0,13 6-418 0 0,0 0 0 0 0,0 0 0 0 0,1 0 0 0 0,-1 1 0 0 0,0 0 0 0 0,1 0 1 0 0,-1 0-1 0 0,1 0 0 0 0,-1 1 0 0 0,1 0 0 0 0,0 0 0 0 0,-1 0 0 0 0,1 0 0 0 0,0 1 0 0 0,0 0 1 0 0,1-1-1 0 0,-1 1 0 0 0,0 1 0 0 0,1-1 0 0 0,-3 4 0 0 0,-4 6-5322 0 0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36.86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7 110 9674 0 0,'-4'1'864'0'0,"2"-1"-696"0"0,1 0-168 0 0,1-1 128 0 0,0-1 0 0 0,0-1-8 0 0,1-2 0 0 0,4-3-616 0 0,-3-2-120 0 0,4-1-24 0 0,-2 0-8 0 0,1 0 504 0 0,2 1 144 0 0,2-1 0 0 0,-3 2 0 0 0,3-1-88 0 0,-1 2 88 0 0</inkml:trace>
</inkml:ink>
</file>

<file path=ppt/ink/ink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37.22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0 136 2761 0 0,'0'8'248'0'0,"0"-5"-248"0"0,1 1 608 0 0,1-5-296 0 0,-1-1 0 0 0,2-3-600 0 0,1-4-112 0 0,0-3-24 0 0,-1-2-8 0 0,1-2 336 0 0,2-3 96 0 0,-1-1 0 0 0,2 1 0 0 0,-2 2 0 0 0,1 1 0 0 0</inkml:trace>
</inkml:ink>
</file>

<file path=ppt/ink/ink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37.66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25 10594 0 0,'-14'-25'5887'0'0,"24"34"-4554"0"0,167 188 1531 0 0,116 119-5531 0 0,-267-291 1947 0 0,63 59-6058 0 0,-70-69 2602 0 0</inkml:trace>
</inkml:ink>
</file>

<file path=ppt/ink/ink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38.1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102 441 1840 0 0,'-28'-29'-37'0'0,"9"10"3492"0"0,1-1 1 0 0,-18-26-1 0 0,48 50 77 0 0,9 8-2703 0 0,22 19 437 0 0,-8-4-434 0 0,57 33-1 0 0,-82-55-808 0 0,0 0 1 0 0,0 0-1 0 0,0-1 1 0 0,1 0-1 0 0,-1-1 0 0 0,1 0 1 0 0,0-1-1 0 0,0 0 1 0 0,0 0-1 0 0,0-1 1 0 0,13-1-1 0 0,-22 0-23 0 0,1 0-1 0 0,-1 0 0 0 0,1 0 1 0 0,-1-1-1 0 0,1 1 1 0 0,0-1-1 0 0,-1 0 1 0 0,0 1-1 0 0,1-1 0 0 0,-1 0 1 0 0,1 0-1 0 0,-1-1 1 0 0,0 1-1 0 0,0 0 0 0 0,0-1 1 0 0,0 1-1 0 0,0-1 1 0 0,3-3-1 0 0,-5 4-7 0 0,1-1 0 0 0,-1 0 0 0 0,1 0-1 0 0,-1 1 1 0 0,0-1 0 0 0,0 0 0 0 0,0 0 0 0 0,0 0-1 0 0,0 1 1 0 0,0-1 0 0 0,0 0 0 0 0,0 0 0 0 0,-1 0 0 0 0,1 1-1 0 0,-1-1 1 0 0,0 0 0 0 0,1 0 0 0 0,-1 1 0 0 0,0-1-1 0 0,0 1 1 0 0,0-1 0 0 0,0 1 0 0 0,0-1 0 0 0,0 1 0 0 0,0 0-1 0 0,-3-2 1 0 0,-50-62-40 0 0,31 39 60 0 0,0-2 0 0 0,2 0 0 0 0,-19-34 0 0 0,-11-39-29 0 0,45 87 53 0 0,0-1-1 0 0,2 1 1 0 0,0-1 0 0 0,0 1 0 0 0,-2-23 0 0 0,6 37-8 0 0,0-1 1 0 0,0 1 0 0 0,0 0-1 0 0,0-1 1 0 0,0 1 0 0 0,0-1-1 0 0,0 1 1 0 0,0 0 0 0 0,0-1 0 0 0,0 1-1 0 0,0-1 1 0 0,0 1 0 0 0,0 0-1 0 0,0-1 1 0 0,0 1 0 0 0,0-1-1 0 0,0 1 1 0 0,1 0 0 0 0,-1-1 0 0 0,0 1-1 0 0,0 0 1 0 0,0-1 0 0 0,1 1-1 0 0,-1 0 1 0 0,0-1 0 0 0,1 1 0 0 0,-1 0-1 0 0,0-1 1 0 0,0 1 0 0 0,1 0-1 0 0,-1 0 1 0 0,1-1 0 0 0,12 6 527 0 0,18 23-88 0 0,-25-22-372 0 0,36 33 96 0 0,1-1 0 0 0,3-2 0 0 0,0-2 0 0 0,75 41 0 0 0,-88-59-22 0 0,-17-9-659 0 0,0 1 0 0 0,-1 1 0 0 0,23 15 0 0 0</inkml:trace>
</inkml:ink>
</file>

<file path=ppt/ink/ink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40.7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13 5065 0 0,'-10'-13'4932'0'0,"21"20"-3617"0"0,135 122 2911 0 0,-27-22-4089 0 0,-81-75-823 0 0,-1-1-268 0 0</inkml:trace>
</inkml:ink>
</file>

<file path=ppt/ink/ink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43.26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76 179 6449 0 0,'-1'1'173'0'0,"0"-1"-1"0"0,1 0 0 0 0,-1 1 0 0 0,0-1 1 0 0,0 1-1 0 0,0-1 0 0 0,1 1 0 0 0,-1-1 1 0 0,0 1-1 0 0,1-1 0 0 0,-1 1 0 0 0,1 0 1 0 0,-1-1-1 0 0,0 1 0 0 0,1 0 0 0 0,0 0 0 0 0,-1-1 1 0 0,1 1-1 0 0,-1 0 0 0 0,1 0 0 0 0,0 0 1 0 0,-1 0-1 0 0,1-1 0 0 0,0 1 0 0 0,0 0 1 0 0,0 0-1 0 0,0 0 0 0 0,0 1 0 0 0,0 0-22 0 0,1 0 1 0 0,0 0-1 0 0,-1 0 0 0 0,1 0 0 0 0,0 0 0 0 0,0 0 0 0 0,0 0 0 0 0,0-1 0 0 0,1 1 0 0 0,-1 0 0 0 0,3 2 1 0 0,3 3 30 0 0,1 0 0 0 0,1 0 1 0 0,11 8-1 0 0,18 10 184 0 0,93 56 1038 0 0,-114-72-1174 0 0,0-1 0 0 0,1-1 1 0 0,0 0-1 0 0,0-2 0 0 0,37 8 0 0 0,-53-13-208 0 0,0 1 0 0 0,1-1 0 0 0,-1 1-1 0 0,0-1 1 0 0,1 0 0 0 0,-1 0 0 0 0,0 0-1 0 0,0 0 1 0 0,1-1 0 0 0,-1 1 0 0 0,0 0-1 0 0,0-1 1 0 0,1 0 0 0 0,-1 1-1 0 0,0-1 1 0 0,0 0 0 0 0,0 0 0 0 0,0 0-1 0 0,0-1 1 0 0,0 1 0 0 0,0 0 0 0 0,3-3-1 0 0,-4 1 38 0 0,0 0 0 0 0,0 1 0 0 0,0-1 0 0 0,0 0-1 0 0,0 0 1 0 0,-1 1 0 0 0,1-1 0 0 0,-1 0 0 0 0,0 0 0 0 0,1 0-1 0 0,-1 0 1 0 0,-1 0 0 0 0,1 1 0 0 0,0-1 0 0 0,-1 0-1 0 0,1 0 1 0 0,-2-4 0 0 0,-5-14 10 0 0,0-1 1 0 0,-1 1-1 0 0,-1 1 0 0 0,-1 0 1 0 0,-1 0-1 0 0,-1 1 0 0 0,-1 0 0 0 0,0 1 1 0 0,-1 0-1 0 0,-1 1 0 0 0,-1 1 1 0 0,0 1-1 0 0,-1 0 0 0 0,0 1 1 0 0,-2 1-1 0 0,1 0 0 0 0,-22-10 1 0 0,30 19-96 0 0,0 0 0 0 0,0 0 1 0 0,-1 1-1 0 0,1 1 0 0 0,-1 0 0 0 0,0 0 1 0 0,0 1-1 0 0,0 0 0 0 0,-18 1 1 0 0,24 1-152 0 0,-1 0 0 0 0,0 0 0 0 0,0 0 1 0 0,1 0-1 0 0,-1 1 0 0 0,1 0 0 0 0,-1 1 0 0 0,-8 4 1 0 0,11-5-240 0 0,-1 0 0 0 0,1 1 0 0 0,0 0 0 0 0,0 0 0 0 0,0 0 0 0 0,0 0 1 0 0,1 0-1 0 0,-1 0 0 0 0,1 1 0 0 0,0-1 0 0 0,0 1 0 0 0,0 0 0 0 0,-2 4 1 0 0,-1 10-4830 0 0</inkml:trace>
</inkml:ink>
</file>

<file path=ppt/ink/ink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43.7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134 19 6913 0 0,'0'0'153'0'0,"0"1"-1"0"0,1 0 0 0 0,0-1 1 0 0,-1 1-1 0 0,1-1 0 0 0,-1 1 1 0 0,1-1-1 0 0,0 1 0 0 0,-1-1 0 0 0,1 0 1 0 0,0 1-1 0 0,-1-1 0 0 0,1 0 1 0 0,0 1-1 0 0,0-1 0 0 0,-1 0 0 0 0,1 0 1 0 0,0 0-1 0 0,0 0 0 0 0,-1 0 1 0 0,1 0-1 0 0,0 0 0 0 0,0 0 0 0 0,-1 0 1 0 0,1 0-1 0 0,0 0 0 0 0,0 0 1 0 0,0 0-1 0 0,-1-1 0 0 0,1 1 1 0 0,0 0-1 0 0,-1 0 0 0 0,1-1 0 0 0,0 1 1 0 0,-1-1-1 0 0,1 1 0 0 0,0-1 1 0 0,-1 1-1 0 0,1-1 0 0 0,-1 1 0 0 0,1-1 1 0 0,-1 1-1 0 0,1-1 0 0 0,-1 0 1 0 0,1 1-1 0 0,-1-1 0 0 0,0 0 0 0 0,1 1 1 0 0,-1-1-1 0 0,0 0 0 0 0,0 0 1 0 0,1 1-1 0 0,-1-1 0 0 0,0 0 0 0 0,0 0 1 0 0,0 0-1 0 0,0 1 0 0 0,0-1 1 0 0,0 0-1 0 0,0 0 0 0 0,0 1 1 0 0,0-1-1 0 0,-1 0 0 0 0,1 0 0 0 0,0 1 1 0 0,-1-2-1 0 0,9 11 128 0 0,-1 1 0 0 0,0 1 0 0 0,0-1 0 0 0,-1 1 0 0 0,0 1-1 0 0,-1-1 1 0 0,-1 1 0 0 0,4 13 0 0 0,1 6-201 0 0,8 62 0 0 0,-16-84-94 0 0,0 1 1 0 0,-1-1 0 0 0,0 1-1 0 0,-1-1 1 0 0,1 1 0 0 0,-2-1-1 0 0,1 1 1 0 0,-5 10 0 0 0,6-18 5 0 0,-1 0 0 0 0,0 0 0 0 0,0 0-1 0 0,0 0 1 0 0,0 0 0 0 0,0 0 0 0 0,0 0 0 0 0,-1 0 0 0 0,1-1 0 0 0,0 1 0 0 0,-1 0 0 0 0,0-1 0 0 0,1 1 0 0 0,-1-1-1 0 0,0 0 1 0 0,0 0 0 0 0,0 1 0 0 0,0-1 0 0 0,0 0 0 0 0,0-1 0 0 0,0 1 0 0 0,0 0 0 0 0,0-1 0 0 0,0 1 0 0 0,0-1-1 0 0,0 1 1 0 0,-1-1 0 0 0,1 0 0 0 0,0 0 0 0 0,0 0 0 0 0,-1 0 0 0 0,1-1 0 0 0,0 1 0 0 0,0 0 0 0 0,0-1 0 0 0,0 0 0 0 0,0 1-1 0 0,0-1 1 0 0,-1 0 0 0 0,-2-2 0 0 0,-5-2-97 0 0,1 0-1 0 0,0-1 0 0 0,0 0 1 0 0,0 0-1 0 0,1-1 1 0 0,0 0-1 0 0,0 0 1 0 0,0-1-1 0 0,1 0 0 0 0,1-1 1 0 0,-7-9-1 0 0,5 5-47 0 0,-1 0-1 0 0,2-1 1 0 0,0-1-1 0 0,1 1 1 0 0,0-1-1 0 0,-6-29 1 0 0,10 36 116 0 0,1 0 0 0 0,0 0 0 0 0,0 0 0 0 0,1 0 0 0 0,0-1 0 0 0,1 1 1 0 0,0 0-1 0 0,0 0 0 0 0,3-11 0 0 0,-3 16 65 0 0,0 1 0 0 0,0 0 0 0 0,0-1 0 0 0,0 1 0 0 0,0 0 0 0 0,0 0 0 0 0,0 0 0 0 0,1 0 0 0 0,-1 0 0 0 0,1 0 0 0 0,0 1 0 0 0,-1-1 0 0 0,1 1 0 0 0,0-1 0 0 0,0 1-1 0 0,0-1 1 0 0,0 1 0 0 0,0 0 0 0 0,1 0 0 0 0,-1 0 0 0 0,0 0 0 0 0,0 0 0 0 0,1 1 0 0 0,-1-1 0 0 0,0 1 0 0 0,1-1 0 0 0,-1 1 0 0 0,1 0 0 0 0,-1 0 0 0 0,0 0 0 0 0,1 0 0 0 0,-1 0 0 0 0,1 1 0 0 0,-1-1 0 0 0,4 2 0 0 0,4 1 160 0 0,-1 0 0 0 0,1 1 0 0 0,0 0 0 0 0,-1 1 1 0 0,0 0-1 0 0,0 1 0 0 0,0 0 0 0 0,-1 0 0 0 0,0 0 1 0 0,0 1-1 0 0,-1 1 0 0 0,13 14 0 0 0,6 11 214 0 0,38 65 1 0 0,-56-85-350 0 0,41 71-111 0 0,31 50-2157 0 0,-64-111 286 0 0,1 0 0 0 0,0 0 0 0 0,28 24 0 0 0,-24-28-173 0 0</inkml:trace>
</inkml:ink>
</file>

<file path=ppt/ink/ink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44.1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24 188 3209 0 0,'-1'0'173'0'0,"1"0"1"0"0,-1 0 0 0 0,0 0 0 0 0,1 0 0 0 0,-1 0-1 0 0,0 0 1 0 0,0 0 0 0 0,1 0 0 0 0,-1 0 0 0 0,0 0 0 0 0,1-1-1 0 0,-1 1 1 0 0,0 0 0 0 0,1 0 0 0 0,-1-1 0 0 0,0 1-1 0 0,1 0 1 0 0,-1-1 0 0 0,1 1 0 0 0,-1-1 0 0 0,0 1-1 0 0,1 0 1 0 0,-1-1 0 0 0,1 0 0 0 0,-1 1 0 0 0,1-1-1 0 0,0 1 1 0 0,-1-1 0 0 0,1 1 0 0 0,0-1 0 0 0,-1 0-1 0 0,1 1 1 0 0,-1-2 0 0 0,0-2 459 0 0,0 0 1 0 0,1 1-1 0 0,-1-1 0 0 0,0 0 1 0 0,1 0-1 0 0,0 0 0 0 0,0-4 1 0 0,6-34 2078 0 0,3 12-3867 0 0,-7 26 702 0 0,0 0 0 0 0,0 0 0 0 0,1 0-1 0 0,-1 1 1 0 0,1-1 0 0 0,0 1 0 0 0,0-1 0 0 0,0 1 0 0 0,1 0 0 0 0,-1 0-1 0 0,1 0 1 0 0,0 1 0 0 0,-1-1 0 0 0,1 1 0 0 0,0 0 0 0 0,1 0 0 0 0,6-2 0 0 0,28-6 391 0 0,-22 8 116 0 0</inkml:trace>
</inkml:ink>
</file>

<file path=ppt/ink/ink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44.5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4 247 10594 0 0,'-4'-56'507'0'0,"5"33"-719"0"0,0 0 0 0 0,2 0 0 0 0,0 0 0 0 0,2 0 0 0 0,9-30 0 0 0,-5 31 201 0 0</inkml:trace>
</inkml:ink>
</file>

<file path=ppt/ink/ink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45.0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59 48 6913 0 0,'-12'8'714'0'0,"-18"12"158"0"0,13-17 3880 0 0,24 8-3361 0 0,-1 1-1 0 0,0 0 1 0 0,4 13 0 0 0,11 24 1256 0 0,5-1-2779 0 0,2 0 0 0 0,2-2 1 0 0,2-1-1 0 0,1-1 0 0 0,3-2 0 0 0,2-2 1 0 0,71 61-1 0 0,-83-82-67 0 0,1 0 1 0 0,55 28-1 0 0,-70-41 45 0 0,0-1-1 0 0,1 0 1 0 0,-1-1-1 0 0,1 0 0 0 0,0-1 1 0 0,0-1-1 0 0,0 0 0 0 0,0 0 1 0 0,0-2-1 0 0,14 0 1 0 0,-25 0 113 0 0,0 0 0 0 0,0 0 0 0 0,-1 0 0 0 0,1-1 0 0 0,0 1 0 0 0,0-1 0 0 0,0 1 0 0 0,0-1 0 0 0,-1 0 0 0 0,1 0 0 0 0,0 0 0 0 0,-1 0 0 0 0,1 0 0 0 0,-1 0 0 0 0,1 0 0 0 0,-1 0 0 0 0,1-1 0 0 0,-1 1 0 0 0,0-1 0 0 0,1 1 0 0 0,-1-1 0 0 0,1-1 0 0 0,-1 0-5 0 0,0-1 0 0 0,0 1 0 0 0,0 0 0 0 0,0-1 0 0 0,0 1 1 0 0,-1-1-1 0 0,0 1 0 0 0,1-1 0 0 0,-1 1 0 0 0,0-1 0 0 0,-1-4 0 0 0,-2-9-62 0 0,-1 0 0 0 0,-1 1 0 0 0,-12-31 0 0 0,16 44 94 0 0,-5-13 23 0 0,-1 1-1 0 0,-1 0 0 0 0,0 1 1 0 0,0-1-1 0 0,-2 2 0 0 0,0-1 1 0 0,-19-19-1 0 0,22 26-16 0 0,-1 1 0 0 0,1-1 0 0 0,-1 1 0 0 0,-1 1 0 0 0,1 0 0 0 0,-1 0 0 0 0,0 0 0 0 0,0 1 0 0 0,-1 1 0 0 0,1-1 0 0 0,-1 2 0 0 0,0-1 0 0 0,-18-1 0 0 0,24 3 68 0 0,-1 1 0 0 0,1-1 0 0 0,0 0 0 0 0,-1 0 0 0 0,1 0 0 0 0,0 0 0 0 0,0-1 0 0 0,0 0 0 0 0,0 1 0 0 0,0-2 0 0 0,0 1 0 0 0,0 0 0 0 0,1-1 0 0 0,-1 0 0 0 0,1 0 0 0 0,0 0 0 0 0,0 0 0 0 0,-5-6 0 0 0,5 4-59 0 0,0-1 0 0 0,0 0 0 0 0,1 1-1 0 0,-1-1 1 0 0,1 0 0 0 0,1 0 0 0 0,-1-1 0 0 0,1 1-1 0 0,0 0 1 0 0,0 0 0 0 0,1-13 0 0 0,1 6-23 0 0,0-1 1 0 0,1 1-1 0 0,0-1 1 0 0,1 1-1 0 0,0 0 0 0 0,1 0 1 0 0,1 0-1 0 0,0 0 1 0 0,1 1-1 0 0,0 0 1 0 0,12-17-1 0 0,-15 24 143 0 0,0 1 1 0 0,1 0-1 0 0,-1 1 0 0 0,1-1 0 0 0,0 1 1 0 0,0-1-1 0 0,0 1 0 0 0,0 0 0 0 0,0 1 1 0 0,1-1-1 0 0,-1 1 0 0 0,1 0 1 0 0,0 0-1 0 0,-1 0 0 0 0,1 0 0 0 0,0 1 1 0 0,0 0-1 0 0,0 0 0 0 0,1 0 0 0 0,-1 1 1 0 0,0 0-1 0 0,0 0 0 0 0,0 0 1 0 0,0 1-1 0 0,0-1 0 0 0,0 1 0 0 0,0 0 1 0 0,0 1-1 0 0,0-1 0 0 0,0 1 0 0 0,9 4 1 0 0,-1 2 81 0 0,1 0-1 0 0,-1 1 1 0 0,0 0 0 0 0,-1 1 0 0 0,0 0 0 0 0,-1 1 0 0 0,0 0 0 0 0,0 1-1 0 0,10 15 1 0 0,4 9-239 0 0,-5-7 275 0 0,45 50 0 0 0,-56-70-463 0 0,1 0 1 0 0,0-1-1 0 0,0 0 1 0 0,1 0-1 0 0,0-1 0 0 0,1 0 1 0 0,-1-1-1 0 0,22 7 0 0 0,2-2-7432 0 0</inkml:trace>
</inkml:ink>
</file>

<file path=ppt/ink/ink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6:52.6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10594 0 0,'6'5'2971'0'0,"29"25"-1509"0"0,-1 1-489 0 0,-1 0-1 0 0,48 62 0 0 0,46 82 739 0 0,-118-163-1642 0 0,300 496 1778 0 0,-147-230-1536 0 0,101 181-234 0 0,90 145-295 0 0,-297-508-256 0 0,74 182 0 0 0,-44-85-787 0 0,-39-103-1401 0 0,-35-66-3470 0 0</inkml:trace>
</inkml:ink>
</file>

<file path=ppt/ink/ink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6:53.2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177 1 920 0 0,'-23'3'308'0'0,"7"-1"575"0"0,1 0 0 0 0,-1 1-1 0 0,1 1 1 0 0,0 1 0 0 0,-19 7 0 0 0,32-11-633 0 0,-1 1 0 0 0,0-1 0 0 0,1 1 0 0 0,-1-1 0 0 0,1 1 0 0 0,-1 0 0 0 0,1 0 0 0 0,0 0 0 0 0,0 0 0 0 0,0 0 0 0 0,0 1 0 0 0,0-1 0 0 0,0 1 0 0 0,1-1 0 0 0,-1 1 0 0 0,1 0 0 0 0,0-1 0 0 0,0 1 0 0 0,0 0 0 0 0,0 0 0 0 0,0 0 0 0 0,1 0 0 0 0,-1 0 0 0 0,1 0 0 0 0,0 0 0 0 0,0 0 0 0 0,0 0 0 0 0,0 0 0 0 0,0 0 0 0 0,1 0 0 0 0,-1 0 0 0 0,1 0 0 0 0,0 0 0 0 0,1 3 0 0 0,-1-4-134 0 0,0 0-1 0 0,0 0 1 0 0,0-1-1 0 0,1 1 0 0 0,-1 0 1 0 0,0 0-1 0 0,1-1 1 0 0,-1 1-1 0 0,1-1 0 0 0,0 0 1 0 0,0 1-1 0 0,-1-1 1 0 0,1 0-1 0 0,0 0 0 0 0,0 0 1 0 0,0 0-1 0 0,0 0 1 0 0,4 1-1 0 0,46 9 110 0 0,-34-7-29 0 0,261 81-46 0 0,-112-29-153 0 0,-45-24-125 0 0,2-5 0 0 0,1-5 0 0 0,0-5 0 0 0,2-6 0 0 0,-1-6 0 0 0,156-13 0 0 0,-8-20-732 0 0,5-1 247 0 0,-271 29 609 0 0,84-2-9 0 0,-84 3 13 0 0,0-1 0 0 0,1 1 0 0 0,-1 1 1 0 0,0 0-1 0 0,0 0 0 0 0,0 0 0 0 0,0 1 0 0 0,12 6 0 0 0,-17-7 25 0 0,-1 1 1 0 0,1-1-1 0 0,-1 0 0 0 0,1 1 0 0 0,-1-1 0 0 0,0 1 0 0 0,0 0 0 0 0,0 0 1 0 0,0 0-1 0 0,-1 0 0 0 0,1 0 0 0 0,-1 0 0 0 0,0 0 0 0 0,0 1 0 0 0,0-1 1 0 0,0 0-1 0 0,0 1 0 0 0,-1-1 0 0 0,0 0 0 0 0,1 1 0 0 0,-1-1 0 0 0,-1 1 1 0 0,1-1-1 0 0,0 1 0 0 0,-1-1 0 0 0,-1 7 0 0 0,-3 10 183 0 0,-1-1 0 0 0,0 1 0 0 0,-12 23-1 0 0,12-28-126 0 0,-150 310 221 0 0,2-3-940 0 0,-39 200 931 0 0,143-377 512 0 0,-97 220 2297 0 0,77-202-2934 0 0,-59 208 0 0 0,116-320-894 0 0</inkml:trace>
</inkml:ink>
</file>

<file path=ppt/ink/ink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6:54.7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931 13 3225 0 0,'0'-1'114'0'0,"0"1"1"0"0,0-1 0 0 0,0 1-1 0 0,0 0 1 0 0,0-1-1 0 0,0 1 1 0 0,0-1 0 0 0,0 1-1 0 0,0-1 1 0 0,0 1 0 0 0,-1-1-1 0 0,1 1 1 0 0,0 0-1 0 0,0-1 1 0 0,0 1 0 0 0,0-1-1 0 0,-1 1 1 0 0,1 0 0 0 0,0-1-1 0 0,0 1 1 0 0,-1 0-1 0 0,1-1 1 0 0,0 1 0 0 0,-1 0-1 0 0,1 0 1 0 0,0-1 0 0 0,-1 1-1 0 0,1 0 1 0 0,-1 0-1 0 0,1-1 1 0 0,0 1 0 0 0,-1 0-1 0 0,1 0 1 0 0,-1 0 0 0 0,1 0-1 0 0,0 0 1 0 0,-1 0-1 0 0,1 0 1 0 0,-1-1 0 0 0,1 1-1 0 0,-1 1 1 0 0,1-1 0 0 0,-1 0-1 0 0,1 0 1 0 0,0 0-1 0 0,-1 0 1 0 0,1 0 0 0 0,-1 0-1 0 0,1 0 1 0 0,0 0 0 0 0,-1 1-1 0 0,1-1 1 0 0,-1 0-1 0 0,1 0 1 0 0,0 1 0 0 0,-1-1-1 0 0,1 0 1 0 0,0 0 0 0 0,-1 1-1 0 0,-27 19 2254 0 0,24-16-2053 0 0,-86 58 1713 0 0,-3-3-1 0 0,-126 57 0 0 0,-21 14-754 0 0,179-98-1558 0 0,44-24-534 0 0,0 0 1 0 0,1 1-1 0 0,0 1 0 0 0,0 0 1 0 0,1 1-1 0 0,1 1 0 0 0,-24 24 1 0 0,34-31 534 0 0,1 1 0 0 0,0-1 1 0 0,0 1-1 0 0,1-1 0 0 0,-4 10 1 0 0,4-8 249 0 0,-3 8 34 0 0</inkml:trace>
</inkml:ink>
</file>

<file path=ppt/ink/ink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6:55.9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0 232 6913 0 0,'0'-1'529'0'0,"1"-1"-349"0"0,0-1 1 0 0,0 0 0 0 0,0 1-1 0 0,1-1 1 0 0,-1 1 0 0 0,1-1 0 0 0,-1 1-1 0 0,1-1 1 0 0,3-2 0 0 0,2-4 235 0 0,13-23 457 0 0,42-59 1744 0 0,-16 33-3684 0 0,-34 45-3291 0 0</inkml:trace>
</inkml:ink>
</file>

<file path=ppt/ink/ink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01.4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18 139 5985 0 0,'-12'14'1004'0'0,"12"-13"-853"0"0,-1-1 0 0 0,1 0 0 0 0,0 0 0 0 0,-1 1 0 0 0,1-1 0 0 0,0 1 0 0 0,-1-1 0 0 0,1 0-1 0 0,0 1 1 0 0,-1-1 0 0 0,1 1 0 0 0,0-1 0 0 0,0 1 0 0 0,0-1 0 0 0,-1 1 0 0 0,1-1 0 0 0,0 0 0 0 0,0 1 0 0 0,0-1 0 0 0,0 1 0 0 0,0-1-1 0 0,0 1 1 0 0,0-1 0 0 0,0 1 0 0 0,0-1 0 0 0,0 1 0 0 0,0-1 0 0 0,0 1 0 0 0,0-1 0 0 0,1 2 0 0 0,2-4 213 0 0,0-1-1 0 0,-1 1 1 0 0,1 0 0 0 0,-1-1 0 0 0,1 0 0 0 0,-1 1-1 0 0,0-1 1 0 0,3-5 0 0 0,26-49 610 0 0,-9 15-1749 0 0,-5 15-3021 0 0,-7 13-1084 0 0</inkml:trace>
</inkml:ink>
</file>

<file path=ppt/ink/ink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02.06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59 1 6913 0 0,'-34'0'2070'0'0,"9"0"2406"0"0,33 2-3905 0 0,0 2 1 0 0,0-1-1 0 0,-1 1 0 0 0,1 0 1 0 0,-1 1-1 0 0,0-1 0 0 0,9 9 1 0 0,-1-2 11 0 0,34 27-809 0 0,66 66 0 0 0,-43-38-2660 0 0,-45-41 1702 0 0</inkml:trace>
</inkml:ink>
</file>

<file path=ppt/ink/ink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05.1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89 542 3681 0 0,'-15'23'1798'0'0,"1"0"0"0"0,-19 43 0 0 0,14-27 88 0 0,11-17 1177 0 0,13-17-1458 0 0,9-8-1024 0 0,-3-3-534 0 0,0-1-1 0 0,-1 0 1 0 0,0-1 0 0 0,0 0-1 0 0,-1-1 1 0 0,0 0 0 0 0,0 0-1 0 0,12-19 1 0 0,25-24 181 0 0,1 10 31 0 0,91-62-1 0 0,63-21 177 0 0,-21 14 14 0 0,41-38-2100 0 0,-164 116-2436 0 0,-43 23-624 0 0</inkml:trace>
</inkml:ink>
</file>

<file path=ppt/ink/ink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05.7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142 29 3081 0 0,'-9'4'355'0'0,"0"0"0"0"0,1 1 1 0 0,-1 0-1 0 0,1 0 1 0 0,0 1-1 0 0,1 0 0 0 0,-1 0 1 0 0,1 1-1 0 0,0 0 0 0 0,1 0 1 0 0,-8 11-1 0 0,9-11-155 0 0,0-1 0 0 0,1 1 0 0 0,0 0 0 0 0,0 0 1 0 0,1 0-1 0 0,0 0 0 0 0,0 0 0 0 0,0 1 0 0 0,1 0 0 0 0,0-1 0 0 0,1 1 0 0 0,0 0 0 0 0,0 0 0 0 0,1 11 0 0 0,0-18-152 0 0,1 1 1 0 0,-1 0-1 0 0,1-1 0 0 0,0 1 1 0 0,-1-1-1 0 0,1 1 0 0 0,0-1 0 0 0,0 0 1 0 0,0 1-1 0 0,0-1 0 0 0,1 0 0 0 0,-1 0 1 0 0,0 1-1 0 0,0-1 0 0 0,1 0 0 0 0,-1 0 1 0 0,0 0-1 0 0,1-1 0 0 0,-1 1 1 0 0,1 0-1 0 0,0 0 0 0 0,-1-1 0 0 0,1 1 1 0 0,-1-1-1 0 0,1 0 0 0 0,0 1 0 0 0,-1-1 1 0 0,1 0-1 0 0,0 0 0 0 0,-1 0 0 0 0,1 0 1 0 0,0 0-1 0 0,1-1 0 0 0,5 1-61 0 0,0 0-1 0 0,0-1 0 0 0,0-1 1 0 0,0 1-1 0 0,12-5 0 0 0,-15 4-22 0 0,-1 1 0 0 0,1-1 0 0 0,-1 0 0 0 0,0-1-1 0 0,0 1 1 0 0,0-1 0 0 0,0 0 0 0 0,0 0 0 0 0,-1 0 0 0 0,1 0-1 0 0,-1-1 1 0 0,0 1 0 0 0,0-1 0 0 0,0 0 0 0 0,0 0 0 0 0,-1 0 0 0 0,1 0-1 0 0,-1-1 1 0 0,0 1 0 0 0,-1-1 0 0 0,1 1 0 0 0,-1-1 0 0 0,0 1-1 0 0,0-1 1 0 0,0 0 0 0 0,-1 0 0 0 0,1 1 0 0 0,-1-1 0 0 0,0 0-1 0 0,-1 0 1 0 0,1 0 0 0 0,-1 1 0 0 0,0-1 0 0 0,0 0 0 0 0,0 1-1 0 0,-1-1 1 0 0,0 1 0 0 0,0-1 0 0 0,0 1 0 0 0,0 0 0 0 0,-1 0 0 0 0,1 0-1 0 0,-4-4 1 0 0,0 1 148 0 0,-1 1-1 0 0,0-1 0 0 0,0 2 1 0 0,0-1-1 0 0,0 1 1 0 0,-1 0-1 0 0,0 0 0 0 0,0 1 1 0 0,0 0-1 0 0,0 1 1 0 0,-1 0-1 0 0,0 0 0 0 0,0 1 1 0 0,1 0-1 0 0,-1 0 1 0 0,-10 0-1 0 0,7 4-316 0 0</inkml:trace>
</inkml:ink>
</file>

<file path=ppt/ink/ink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09.08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5985 0 0,'5'17'6421'0'0,"10"11"-4134"0"0,20 23-2225 0 0,-4-18-3408 0 0,-23-27 2203 0 0</inkml:trace>
</inkml:ink>
</file>

<file path=ppt/ink/ink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09.4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2 183 1376 0 0,'-1'0'187'0'0,"10"-32"4554"0"0,0 11-3623 0 0,23-52 1683 0 0,-8 26-4031 0 0,-16 38-253 0 0,-5 9 518 0 0</inkml:trace>
</inkml:ink>
</file>

<file path=ppt/ink/ink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09.7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1376 0 0,'3'24'11'0'0,"1"7"774"0"0,10 42-1 0 0,-12-66-525 0 0,0 1-1 0 0,0-1 1 0 0,1 0-1 0 0,0 0 1 0 0,0 0-1 0 0,1-1 1 0 0,0 1-1 0 0,0-1 1 0 0,0 0 0 0 0,1 0-1 0 0,7 7 1 0 0,-9-11-111 0 0,1 0 0 0 0,-1 0 0 0 0,1 0 0 0 0,0 0 0 0 0,0-1 1 0 0,0 1-1 0 0,0-1 0 0 0,0 0 0 0 0,0 0 0 0 0,1-1 0 0 0,-1 1 1 0 0,0-1-1 0 0,0 0 0 0 0,9-1 0 0 0,-7 1 65 0 0,-1 0-1 0 0,1 0 1 0 0,0 1 0 0 0,-1-1 0 0 0,1 1-1 0 0,7 3 1 0 0,-11-3-190 0 0,0 0 0 0 0,0 0 0 0 0,0 0 0 0 0,0 1 0 0 0,0-1 0 0 0,0 1 0 0 0,0-1 0 0 0,0 1-1 0 0,0 0 1 0 0,-1 0 0 0 0,1 0 0 0 0,-1 0 0 0 0,1 0 0 0 0,-1 0 0 0 0,0 0 0 0 0,0 0 0 0 0,0 0 0 0 0,0 1 0 0 0,1 2 0 0 0,1 5-329 0 0,-1 0 0 0 0,0 1 1 0 0,-1-1-1 0 0,0 0 0 0 0,-1 1 0 0 0,0-1 1 0 0,-2 16-1 0 0,0-5-2596 0 0</inkml:trace>
</inkml:ink>
</file>

<file path=ppt/ink/ink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10.2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18 107 6449 0 0,'-17'-7'4656'0'0,"28"9"-3350"0"0,-5 0-1141 0 0,0 0 1 0 0,0 0 0 0 0,-1 0-1 0 0,1 1 1 0 0,-1 0-1 0 0,0 0 1 0 0,0 0 0 0 0,0 1-1 0 0,9 8 1 0 0,-1 1-37 0 0,21 30 1 0 0,8 8-557 0 0,-42-51 407 0 0,0 0-1 0 0,1 1 1 0 0,-1-1-1 0 0,0 0 1 0 0,0 0-1 0 0,0 0 1 0 0,0 1-1 0 0,0-1 1 0 0,1 0-1 0 0,-1 0 1 0 0,0 1-1 0 0,0-1 1 0 0,0 0-1 0 0,0 0 1 0 0,1 0 0 0 0,-1 0-1 0 0,0 0 1 0 0,0 1-1 0 0,1-1 1 0 0,-1 0-1 0 0,0 0 1 0 0,0 0-1 0 0,1 0 1 0 0,-1 0-1 0 0,0 0 1 0 0,0 0-1 0 0,1 0 1 0 0,-1 0-1 0 0,0 0 1 0 0,0 0 0 0 0,1 0-1 0 0,-1 0 1 0 0,0 0-1 0 0,0 0 1 0 0,1 0-1 0 0,-1 0 1 0 0,0 0-1 0 0,0 0 1 0 0,1 0-1 0 0,-1 0 1 0 0,0 0-1 0 0,0-1 1 0 0,1 1-1 0 0,-1 0 1 0 0,0 0 0 0 0,0 0-1 0 0,0 0 1 0 0,1-1-1 0 0,-1 1 1 0 0,0 0-1 0 0,0 0 1 0 0,0 0-1 0 0,1-1 1 0 0,0-21-1100 0 0,-8-28-648 0 0,0 25 1371 0 0,2 8 492 0 0,1-1 0 0 0,-2-19 0 0 0,5 32 29 0 0,1 1 0 0 0,0 0 0 0 0,0 0 0 0 0,0-1 0 0 0,0 1 0 0 0,1 0 0 0 0,0-1 0 0 0,0 1 0 0 0,0 0 0 0 0,0 0 0 0 0,1 0 0 0 0,-1 0 0 0 0,1 0 0 0 0,3-4 0 0 0,-5 7-84 0 0,0 1-1 0 0,1-1 0 0 0,-1 0 1 0 0,1 1-1 0 0,-1-1 0 0 0,1 1 1 0 0,-1-1-1 0 0,1 1 0 0 0,-1-1 1 0 0,1 1-1 0 0,-1-1 0 0 0,1 1 1 0 0,0 0-1 0 0,-1-1 0 0 0,1 1 0 0 0,0 0 1 0 0,-1-1-1 0 0,1 1 0 0 0,0 0 1 0 0,-1 0-1 0 0,1-1 0 0 0,0 1 1 0 0,0 0-1 0 0,-1 0 0 0 0,1 0 1 0 0,0 0-1 0 0,0 0 0 0 0,-1 0 0 0 0,1 0 1 0 0,0 1-1 0 0,-1-1 0 0 0,1 0 1 0 0,0 0-1 0 0,-1 0 0 0 0,1 1 1 0 0,0-1-1 0 0,-1 0 0 0 0,1 1 1 0 0,0-1-1 0 0,-1 1 0 0 0,1-1 0 0 0,-1 1 1 0 0,1-1-1 0 0,0 2 0 0 0,25 32 213 0 0,-14-16-483 0 0,-5-10-467 0 0,1 0 0 0 0,0 0 0 0 0,14 11 0 0 0,-10-11-3249 0 0</inkml:trace>
</inkml:ink>
</file>

<file path=ppt/ink/ink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10.93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58 517 3681 0 0,'-33'-8'3132'0'0,"31"8"-2911"0"0,1-1 1 0 0,0 1-1 0 0,0-1 0 0 0,-1 1 0 0 0,1-1 0 0 0,0 1 1 0 0,0-1-1 0 0,0 0 0 0 0,-1 0 0 0 0,1 1 1 0 0,0-1-1 0 0,0 0 0 0 0,0 0 0 0 0,0 0 1 0 0,1 0-1 0 0,-1 0 0 0 0,0-1 0 0 0,0 1 0 0 0,1 0 1 0 0,-1 0-1 0 0,0 0 0 0 0,1-1 0 0 0,-1-1 1 0 0,1 3-136 0 0,0-1 1 0 0,0 0 0 0 0,0 1 0 0 0,1-1-1 0 0,-1 1 1 0 0,0-1 0 0 0,0 1 0 0 0,1-1 0 0 0,-1 1-1 0 0,0-1 1 0 0,1 1 0 0 0,-1-1 0 0 0,0 1 0 0 0,1-1-1 0 0,-1 1 1 0 0,1 0 0 0 0,-1-1 0 0 0,1 1-1 0 0,-1-1 1 0 0,1 1 0 0 0,-1 0 0 0 0,1 0 0 0 0,-1-1-1 0 0,1 1 1 0 0,-1 0 0 0 0,1 0 0 0 0,-1 0-1 0 0,1 0 1 0 0,0-1 0 0 0,-1 1 0 0 0,1 0 0 0 0,-1 0-1 0 0,1 0 1 0 0,0 0 0 0 0,-1 0 0 0 0,1 1-1 0 0,-1-1 1 0 0,1 0 0 0 0,0 0 0 0 0,-1 0 0 0 0,1 0-1 0 0,-1 1 1 0 0,1-1 0 0 0,25 9 864 0 0,48 29-317 0 0,0-3 1 0 0,148 46 0 0 0,-210-78-636 0 0,-7-2 2 0 0,0 0 0 0 0,-1 0 1 0 0,1 0-1 0 0,-1 1 0 0 0,1-1 1 0 0,-1 1-1 0 0,1 0 0 0 0,-1 0 1 0 0,5 4-1 0 0,-15-13 301 0 0,0-1 1 0 0,1 0-1 0 0,1 0 0 0 0,-1-1 1 0 0,-3-9-1 0 0,-9-16 189 0 0,-34-52 113 0 0,11 19-367 0 0,-34-73 0 0 0,54 95-565 0 0,2-1 0 0 0,2 0-1 0 0,-11-51 1 0 0,20 56-586 0 0</inkml:trace>
</inkml:ink>
</file>

<file path=ppt/ink/ink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11.8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115 1209 5529 0 0,'-114'131'6432'0'0,"194"-216"-4076"0"0,-45 46-2064 0 0,1 1 0 0 0,2 2 0 0 0,43-31 0 0 0,546-387 3114 0 0,-275 183-2166 0 0,-303 235-1283 0 0,2 3 0 0 0,1 2 0 0 0,1 2 0 0 0,65-25 0 0 0,-93 42-12 0 0,0-1 0 0 0,-1-2-1 0 0,41-32 1 0 0,-34 24-161 0 0,36-21 0 0 0,-46 34-1031 0 0,-20 10 1107 0 0,-1-1-1 0 0,1 1 1 0 0,-1 0-1 0 0,1 0 1 0 0,-1-1-1 0 0,1 1 1 0 0,-1 0 0 0 0,1 0-1 0 0,-1 0 1 0 0,1 0-1 0 0,-1 0 1 0 0,1-1-1 0 0,-1 1 1 0 0,1 0-1 0 0,-1 0 1 0 0,1 0 0 0 0,-1 0-1 0 0,1 1 1 0 0,-1-1-1 0 0,1 0 1 0 0,-1 0-1 0 0,1 0 1 0 0,-1 0-1 0 0,1 0 1 0 0,-1 1-1 0 0,1-1 1 0 0,-1 0 0 0 0,1 0-1 0 0,-1 1 1 0 0,0-1-1 0 0,1 0 1 0 0,-1 1-1 0 0,1-1 1 0 0,-1 0-1 0 0,0 1 1 0 0,1-1 0 0 0,-1 1-1 0 0,1 0 1 0 0</inkml:trace>
</inkml:ink>
</file>

<file path=ppt/ink/ink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12.16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1 260 6913 0 0,'9'-1'606'0'0,"0"0"0"0"0,0-1 0 0 0,0 1 0 0 0,0-2 0 0 0,12-3 0 0 0,-10 0-306 0 0,-1-1 0 0 0,0 1 0 0 0,0-2 0 0 0,0 1 0 0 0,-1-1-1 0 0,0-1 1 0 0,-1 1 0 0 0,1-2 0 0 0,12-18 0 0 0,-19 25-264 0 0,1-1 0 0 0,-1 1 0 0 0,0-1 0 0 0,0 0 0 0 0,-1 0 0 0 0,1 0 0 0 0,-1 0 0 0 0,1 0-1 0 0,-1 0 1 0 0,-1 0 0 0 0,1-1 0 0 0,0 1 0 0 0,-1 0 0 0 0,0-1 0 0 0,0 1 0 0 0,0 0 0 0 0,-1 0 0 0 0,1-1 0 0 0,-1 1 0 0 0,0 0 0 0 0,-1 0 0 0 0,1 0-1 0 0,0 0 1 0 0,-1 0 0 0 0,0 0 0 0 0,0 0 0 0 0,0 1 0 0 0,-1-1 0 0 0,1 1 0 0 0,-1-1 0 0 0,-4-3 0 0 0,5 5 25 0 0,0 0 1 0 0,0 0-1 0 0,0 1 1 0 0,0-1-1 0 0,-1 1 1 0 0,1 0-1 0 0,-1-1 1 0 0,1 1-1 0 0,-1 0 1 0 0,1 0-1 0 0,-1 0 1 0 0,0 1-1 0 0,1-1 1 0 0,-1 1-1 0 0,0-1 1 0 0,1 1-1 0 0,-1 0 1 0 0,0 0-1 0 0,0 0 1 0 0,1 1-1 0 0,-1-1 1 0 0,0 0-1 0 0,0 1 1 0 0,1 0-1 0 0,-1 0 1 0 0,1 0-1 0 0,-5 2 1 0 0</inkml:trace>
</inkml:ink>
</file>

<file path=ppt/ink/ink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14.4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144 19 6233 0 0,'-8'0'116'0'0,"0"0"-1"0"0,-1 0 0 0 0,1-1 1 0 0,0 0-1 0 0,0 0 0 0 0,-15-5 1 0 0,14 3-290 0 0,-1 1 0 0 0,0 0 0 0 0,-18-1 0 0 0,28 3 210 0 0,-1 0 0 0 0,0 0-1 0 0,1 0 1 0 0,-1 0-1 0 0,1 0 1 0 0,-1 0 0 0 0,1 1-1 0 0,-1-1 1 0 0,0 0-1 0 0,1 0 1 0 0,-1 0 0 0 0,1 1-1 0 0,-1-1 1 0 0,1 0-1 0 0,-1 1 1 0 0,1-1 0 0 0,-1 0-1 0 0,1 1 1 0 0,0-1-1 0 0,-1 1 1 0 0,1-1 0 0 0,-1 1-1 0 0,1-1 1 0 0,0 0-1 0 0,-1 1 1 0 0,1-1 0 0 0,0 1-1 0 0,-1 1 1 0 0,1 20-277 0 0,13 19-284 0 0,-11-37 673 0 0,1 1 0 0 0,-1-1 0 0 0,1 0-1 0 0,0 0 1 0 0,1 0 0 0 0,5 6 0 0 0,-8-9-79 0 0,-1-1 1 0 0,1 1-1 0 0,-1-1 1 0 0,1 1 0 0 0,-1-1-1 0 0,1 1 1 0 0,0-1-1 0 0,-1 0 1 0 0,1 1-1 0 0,0-1 1 0 0,-1 0-1 0 0,1 1 1 0 0,0-1 0 0 0,0 0-1 0 0,-1 0 1 0 0,1 0-1 0 0,0 0 1 0 0,0 0-1 0 0,0 0 1 0 0,-1 0-1 0 0,1 0 1 0 0,0 0 0 0 0,0 0-1 0 0,-1 0 1 0 0,1 0-1 0 0,0 0 1 0 0,0-1-1 0 0,-1 1 1 0 0,1 0-1 0 0,0 0 1 0 0,-1-1-1 0 0,1 1 1 0 0,0-1 0 0 0,-1 1-1 0 0,1-1 1 0 0,0 1-1 0 0,-1-1 1 0 0,1 1-1 0 0,-1-1 1 0 0,1 1-1 0 0,-1-1 1 0 0,1 0 0 0 0,-1 1-1 0 0,0-1 1 0 0,1 0-1 0 0,-1 1 1 0 0,0-1-1 0 0,1 0 1 0 0,-1 1-1 0 0,0-1 1 0 0,0 0 0 0 0,0 0-1 0 0,0-2 140 0 0,0 0 0 0 0,0 1 1 0 0,0-1-1 0 0,-1 1 0 0 0,1-1 0 0 0,-1 0 0 0 0,1 1 1 0 0,-1-1-1 0 0,0 1 0 0 0,-2-3 0 0 0,3 3-173 0 0,-1 1-1 0 0,1-1 1 0 0,-1 1-1 0 0,0-1 1 0 0,1 1-1 0 0,-1 0 1 0 0,0-1-1 0 0,0 1 1 0 0,0 0 0 0 0,0-1-1 0 0,0 1 1 0 0,0 0-1 0 0,0 0 1 0 0,-1 0-1 0 0,1 0 1 0 0,0 0-1 0 0,-3-1 1 0 0,4 2-28 0 0,0 0 0 0 0,-1 0 1 0 0,1 0-1 0 0,0 1 0 0 0,-1-1 0 0 0,1 0 1 0 0,0 0-1 0 0,-1 0 0 0 0,1 0 1 0 0,0 1-1 0 0,-1-1 0 0 0,1 0 0 0 0,0 0 1 0 0,-1 1-1 0 0,1-1 0 0 0,0 0 1 0 0,0 0-1 0 0,-1 1 0 0 0,1-1 0 0 0,0 0 1 0 0,0 1-1 0 0,0-1 0 0 0,0 0 0 0 0,-1 1 1 0 0,1-1-1 0 0,0 0 0 0 0,0 1 1 0 0,0-1-1 0 0,0 0 0 0 0,0 1 0 0 0,0-1 1 0 0,0 1-1 0 0,0-1 0 0 0,0 0 1 0 0,0 1-1 0 0,0-1 0 0 0,0 0 0 0 0,0 2 1 0 0,4 13-1569 0 0</inkml:trace>
</inkml:ink>
</file>

<file path=ppt/ink/ink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17.9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1 5065 0 0,'-16'-1'10324'0'0,"18"2"-10243"0"0,1-1 1 0 0,-1 0-1 0 0,1 1 0 0 0,-1 0 1 0 0,0-1-1 0 0,1 1 1 0 0,-1 0-1 0 0,0 0 1 0 0,0 0-1 0 0,0 0 1 0 0,1 1-1 0 0,-1-1 1 0 0,0 1-1 0 0,-1-1 1 0 0,1 1-1 0 0,0 0 0 0 0,0 0 1 0 0,-1-1-1 0 0,1 1 1 0 0,-1 0-1 0 0,0 0 1 0 0,1 1-1 0 0,-1-1 1 0 0,0 0-1 0 0,0 0 1 0 0,0 1-1 0 0,-1-1 1 0 0,1 0-1 0 0,0 1 0 0 0,-1-1 1 0 0,0 1-1 0 0,1-1 1 0 0,-1 1-1 0 0,0-1 1 0 0,-1 5-1 0 0,1-6-117 0 0,0-1 1 0 0,0 1-1 0 0,0 0 0 0 0,0 0 0 0 0,0-1 1 0 0,0 1-1 0 0,0 0 0 0 0,0-1 0 0 0,0 1 1 0 0,0 0-1 0 0,-1 0 0 0 0,1-1 0 0 0,0 1 0 0 0,0 0 1 0 0,-1-1-1 0 0,1 1 0 0 0,0-1 0 0 0,-1 1 1 0 0,1 0-1 0 0,-1-1 0 0 0,1 1 0 0 0,-1-1 1 0 0,1 1-1 0 0,-1-1 0 0 0,1 1 0 0 0,-1-1 1 0 0,0 0-1 0 0,1 1 0 0 0,-1-1 0 0 0,0 0 0 0 0,1 1 1 0 0,-1-1-1 0 0,0 0 0 0 0,1 0 0 0 0,-1 0 1 0 0,0 0-1 0 0,1 1 0 0 0,-1-1 0 0 0,0 0 1 0 0,0 0-1 0 0,1 0 0 0 0,-1-1 0 0 0,0 1 0 0 0,0 0 1 0 0,1 0-1 0 0,-1 0 0 0 0,0 0 0 0 0,1-1 1 0 0,-1 1-1 0 0,0 0 0 0 0,1-1 0 0 0,-1 1 1 0 0,1 0-1 0 0,-1-1 0 0 0,0 1 0 0 0,1-1 0 0 0,-1 1 1 0 0,1-1-1 0 0,-1 1 0 0 0,1-1 0 0 0,-1 1 1 0 0,1-1-1 0 0,0 1 0 0 0,-1-1 0 0 0,1 0 1 0 0,-1-1-1 0 0,-2-3-838 0 0</inkml:trace>
</inkml:ink>
</file>

<file path=ppt/ink/ink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18.3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4 290 6913 0 0,'0'-1'231'0'0,"-1"1"0"0"0,1-1 0 0 0,-1 0-1 0 0,1 0 1 0 0,0 0 0 0 0,-1 0-1 0 0,1-1 1 0 0,0 1 0 0 0,0 0-1 0 0,0 0 1 0 0,0 0 0 0 0,0 0-1 0 0,0 0 1 0 0,0 0 0 0 0,0 0-1 0 0,0 0 1 0 0,0 0 0 0 0,1 0-1 0 0,-1 0 1 0 0,0 0 0 0 0,1 0-1 0 0,-1 0 1 0 0,1 0 0 0 0,-1 0-1 0 0,1 0 1 0 0,-1 0 0 0 0,1 0-1 0 0,1-1 1 0 0,26-34 891 0 0,-12 15-460 0 0,58-80-664 0 0,-21 35-3409 0 0,-35 44 1247 0 0,-7 8 788 0 0</inkml:trace>
</inkml:ink>
</file>

<file path=ppt/ink/ink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18.8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44 0 5985 0 0,'-5'6'373'0'0,"1"-1"1"0"0,-1 1-1 0 0,1 0 0 0 0,0 1 0 0 0,0-1 0 0 0,1 1 0 0 0,-1-1 1 0 0,-3 14-1 0 0,6-18-284 0 0,1 0 0 0 0,-1 0 1 0 0,0 0-1 0 0,1 0 1 0 0,0 1-1 0 0,-1-1 0 0 0,1 0 1 0 0,0 0-1 0 0,0 0 1 0 0,0 0-1 0 0,0 0 0 0 0,1 1 1 0 0,-1-1-1 0 0,1 0 0 0 0,-1 0 1 0 0,1 0-1 0 0,0 0 1 0 0,-1 0-1 0 0,1 0 0 0 0,0 0 1 0 0,0 0-1 0 0,1-1 0 0 0,-1 1 1 0 0,0 0-1 0 0,1-1 1 0 0,-1 1-1 0 0,1-1 0 0 0,-1 1 1 0 0,1-1-1 0 0,-1 1 0 0 0,1-1 1 0 0,0 0-1 0 0,0 0 1 0 0,0 0-1 0 0,2 1 0 0 0,1-1-37 0 0,-1-1-1 0 0,1 1 1 0 0,0-1-1 0 0,0 0 1 0 0,-1 0-1 0 0,1 0 1 0 0,0 0-1 0 0,-1-1 1 0 0,1 0-1 0 0,0 0 1 0 0,-1-1-1 0 0,9-3 1 0 0,30-4-47 0 0,-32 9-27 0 0,0 1 1 0 0,-1 0-1 0 0,1 1 0 0 0,0 0 1 0 0,0 1-1 0 0,-1 0 0 0 0,0 0 1 0 0,1 1-1 0 0,15 9 0 0 0,-8-3 83 0 0,-1 1 0 0 0,0 0-1 0 0,0 2 1 0 0,18 16 0 0 0,-32-25 14 0 0,1-1 0 0 0,-1 1 1 0 0,0 0-1 0 0,-1 0 0 0 0,1 0 1 0 0,-1 0-1 0 0,1 0 0 0 0,-1 0 0 0 0,-1 1 1 0 0,1-1-1 0 0,0 1 0 0 0,-1 0 1 0 0,0-1-1 0 0,0 1 0 0 0,-1 0 0 0 0,1-1 1 0 0,-1 1-1 0 0,0 0 0 0 0,0 0 1 0 0,-1 0-1 0 0,1-1 0 0 0,-1 1 0 0 0,0 0 1 0 0,0-1-1 0 0,-3 7 0 0 0,-1 1 52 0 0,0 0 0 0 0,-1-1-1 0 0,0 1 1 0 0,-1-1 0 0 0,0 0 0 0 0,0-1-1 0 0,-1 0 1 0 0,-13 13 0 0 0,9-13-209 0 0,6-6-1130 0 0</inkml:trace>
</inkml:ink>
</file>

<file path=ppt/ink/ink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19.43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9 163 4609 0 0,'-1'-1'164'0'0,"0"-1"1"0"0,0 0-1 0 0,0 1 0 0 0,0-1 1 0 0,0 0-1 0 0,1 0 0 0 0,-1 0 0 0 0,1 0 1 0 0,-1 0-1 0 0,1 0 0 0 0,0 0 1 0 0,0 0-1 0 0,0 0 0 0 0,0 0 1 0 0,0 0-1 0 0,0 0 0 0 0,0 1 1 0 0,1-1-1 0 0,-1 0 0 0 0,1 0 0 0 0,-1 0 1 0 0,1 0-1 0 0,0 0 0 0 0,0 0 1 0 0,0 1-1 0 0,0-1 0 0 0,0 0 1 0 0,0 1-1 0 0,0-1 0 0 0,3-1 1 0 0,-4 1-94 0 0,1 1 1 0 0,0 0 0 0 0,0-1-1 0 0,0 1 1 0 0,0 0 0 0 0,1 0-1 0 0,-1-1 1 0 0,0 1 0 0 0,0 0-1 0 0,1 0 1 0 0,-1 0 0 0 0,1 1-1 0 0,-1-1 1 0 0,0 0 0 0 0,1 0-1 0 0,0 1 1 0 0,-1-1 0 0 0,1 1-1 0 0,-1 0 1 0 0,1-1 0 0 0,0 1-1 0 0,-1 0 1 0 0,1 0 0 0 0,0 0 0 0 0,-1 0-1 0 0,1 0 1 0 0,0 0 0 0 0,-1 1-1 0 0,1-1 1 0 0,-1 0 0 0 0,1 1-1 0 0,0-1 1 0 0,-1 1 0 0 0,1 0-1 0 0,-1-1 1 0 0,2 2 0 0 0,64 66 1483 0 0,-47-47-1372 0 0,0 0 0 0 0,27 20 0 0 0,-39-32-194 0 0,-8-8 12 0 0,-1-1-1 0 0,1 0 1 0 0,0 0-1 0 0,0 0 1 0 0,0 0-1 0 0,0 0 1 0 0,0 1-1 0 0,-1-1 1 0 0,1 0-1 0 0,0 0 1 0 0,0 0-1 0 0,0 0 1 0 0,-1 0-1 0 0,1 0 1 0 0,0 0 0 0 0,0 0-1 0 0,0 0 1 0 0,-1 0-1 0 0,1 0 1 0 0,0 1-1 0 0,0-1 1 0 0,-1 0-1 0 0,1-1 1 0 0,0 1-1 0 0,0 0 1 0 0,0 0-1 0 0,-1 0 1 0 0,1 0-1 0 0,0 0 1 0 0,0 0-1 0 0,0 0 1 0 0,-1 0 0 0 0,1 0-1 0 0,0 0 1 0 0,0 0-1 0 0,0 0 1 0 0,-1-1-1 0 0,1 1 1 0 0,0 0-1 0 0,0 0 1 0 0,0 0-1 0 0,0 0 1 0 0,0-1-1 0 0,-1 1 1 0 0,1 0-1 0 0,0 0 1 0 0,0 0 0 0 0,0-1-1 0 0,0 1 1 0 0,0 0-1 0 0,-3-3 4 0 0,1 1-1 0 0,0-1 1 0 0,-1 0-1 0 0,1 0 0 0 0,0 0 1 0 0,1 0-1 0 0,-1-1 1 0 0,1 1-1 0 0,-1 0 1 0 0,1-1-1 0 0,0 1 1 0 0,0-1-1 0 0,0 1 1 0 0,1-1-1 0 0,-1 1 1 0 0,1-7-1 0 0,-2-3 2 0 0,-1 1-1 0 0,1 0 1 0 0,0 0-1 0 0,1 0 0 0 0,0 0 1 0 0,1 0-1 0 0,0 0 0 0 0,1 1 1 0 0,0-1-1 0 0,1 0 0 0 0,1 0 1 0 0,4-14-1 0 0,-7 25 33 0 0,1 0-1 0 0,-1 0 1 0 0,1 0-1 0 0,-1 0 1 0 0,1 0-1 0 0,0 0 1 0 0,-1 0 0 0 0,1 0-1 0 0,0 0 1 0 0,0 0-1 0 0,0 0 1 0 0,-1 1-1 0 0,1-1 1 0 0,0 0 0 0 0,0 0-1 0 0,0 1 1 0 0,0-1-1 0 0,0 1 1 0 0,0-1-1 0 0,1 1 1 0 0,-1-1-1 0 0,0 1 1 0 0,0 0 0 0 0,0 0-1 0 0,2-1 1 0 0,-1 1 56 0 0,0 1 1 0 0,0-1 0 0 0,1 1 0 0 0,-1-1-1 0 0,0 1 1 0 0,0 0 0 0 0,0 0 0 0 0,0 0-1 0 0,0 0 1 0 0,0 0 0 0 0,0 0 0 0 0,2 2-1 0 0,7 6 332 0 0,-1 0 0 0 0,-1 1 0 0 0,13 16 0 0 0,-17-20-402 0 0,8 8-221 0 0,1-1 1 0 0,0 0-1 0 0,1-1 1 0 0,0 0 0 0 0,1-2-1 0 0,20 12 1 0 0,-16-10-1085 0 0</inkml:trace>
</inkml:ink>
</file>

<file path=ppt/ink/ink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0.03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66 512 2304 0 0,'-5'-3'265'0'0,"-1"0"0"0"0,1 0 0 0 0,0 0 0 0 0,1-1 0 0 0,-1 0-1 0 0,1 0 1 0 0,-8-9 0 0 0,9 10 286 0 0,1 0 1 0 0,0 0-1 0 0,0 1 0 0 0,0-2 0 0 0,0 1 1 0 0,1 0-1 0 0,-1 0 0 0 0,-1-6 1 0 0,3 8-405 0 0,0 1 1 0 0,0-1-1 0 0,0 0 1 0 0,0 1-1 0 0,0-1 1 0 0,0 1 0 0 0,0-1-1 0 0,0 0 1 0 0,0 1-1 0 0,0-1 1 0 0,0 0-1 0 0,0 1 1 0 0,0-1-1 0 0,1 1 1 0 0,-1-1 0 0 0,0 1-1 0 0,1-1 1 0 0,-1 0-1 0 0,0 1 1 0 0,1-1-1 0 0,-1 1 1 0 0,0-1 0 0 0,1 1-1 0 0,-1 0 1 0 0,1-1-1 0 0,-1 1 1 0 0,1-1-1 0 0,0 1 1 0 0,21-6 2025 0 0,24 9-264 0 0,-26 4-1705 0 0,0 0-1 0 0,-1 1 0 0 0,1 1 0 0 0,22 15 1 0 0,-25-14-55 0 0,0 0 1 0 0,1-1-1 0 0,1-1 1 0 0,-1-1 0 0 0,25 6-1 0 0,-35-11-75 0 0,0-1-1 0 0,0-1 1 0 0,0 1 0 0 0,0-1-1 0 0,0-1 1 0 0,0 1 0 0 0,15-5-1 0 0,-21 5-59 0 0,0 0 0 0 0,-1 0-1 0 0,1-1 1 0 0,-1 1 0 0 0,1-1 0 0 0,-1 1-1 0 0,1-1 1 0 0,-1 0 0 0 0,1 0 0 0 0,-1 1-1 0 0,0-1 1 0 0,1 0 0 0 0,-1 0-1 0 0,0 0 1 0 0,0 0 0 0 0,0-1 0 0 0,0 1-1 0 0,0 0 1 0 0,0 0 0 0 0,0-1-1 0 0,0 1 1 0 0,0-1 0 0 0,0 1 0 0 0,-1-1-1 0 0,1 1 1 0 0,-1-1 0 0 0,1 1-1 0 0,-1-1 1 0 0,1 1 0 0 0,-1-1 0 0 0,0 0-1 0 0,0 1 1 0 0,0-1 0 0 0,0 1 0 0 0,0-1-1 0 0,0 0 1 0 0,-1 1 0 0 0,1-1-1 0 0,0 1 1 0 0,-1-1 0 0 0,1 0 0 0 0,-1 1-1 0 0,0-1 1 0 0,1 1 0 0 0,-2-2-1 0 0,-33-64 411 0 0,20 40-294 0 0,1 1-1 0 0,-10-30 1 0 0,9 11-262 0 0,3 0 1 0 0,-12-73-1 0 0,17 27-3229 0 0</inkml:trace>
</inkml:ink>
</file>

<file path=ppt/ink/ink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48.5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 62 920 0 0,'-3'-5'556'0'0,"-1"1"1"0"0,1-1-1 0 0,0 0 0 0 0,0 0 0 0 0,1 0 1 0 0,-1 0-1 0 0,1 0 0 0 0,1-1 0 0 0,0-10 2815 0 0,10 23-2243 0 0,8 9-84 0 0,18 31 374 0 0,-2 2 1 0 0,31 60-1 0 0,44 111 652 0 0,-90-182-1815 0 0,34 79 22 0 0,-17-36 13 0 0,4-1 0 0 0,55 84 0 0 0,-91-159-372 0 0,15 20-1160 0 0,-17-24 1159 0 0,-1 0 1 0 0,1 0-1 0 0,0 0 1 0 0,0 0 0 0 0,0-1-1 0 0,-1 1 1 0 0,1 0-1 0 0,0 0 1 0 0,0-1 0 0 0,0 1-1 0 0,0 0 1 0 0,0-1-1 0 0,1 1 1 0 0,-1-1 0 0 0,0 0-1 0 0,0 1 1 0 0,0-1-1 0 0,0 0 1 0 0,2 1-1 0 0</inkml:trace>
</inkml:ink>
</file>

<file path=ppt/ink/ink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48.87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45 2304 0 0,'0'-1'175'0'0,"-1"0"1"0"0,0 0-1 0 0,1 0 0 0 0,-1 0 0 0 0,1 0 0 0 0,-1 0 0 0 0,1 0 0 0 0,0 0 0 0 0,-1 0 0 0 0,1 0 0 0 0,0 0 0 0 0,0 0 0 0 0,0-1 0 0 0,0 1 0 0 0,0 0 0 0 0,0 0 0 0 0,0 0 0 0 0,0 0 0 0 0,0-1 0 0 0,0 1 0 0 0,1 0 0 0 0,-1 0 0 0 0,0 0 0 0 0,1 0 0 0 0,-1 0 0 0 0,1 0 0 0 0,-1 0 0 0 0,1 0 0 0 0,0 0 0 0 0,-1 0 0 0 0,1 0 0 0 0,0 0 0 0 0,0 0 0 0 0,-1 1 0 0 0,1-1 0 0 0,0 0 0 0 0,0 0 0 0 0,0 1 0 0 0,0-1 0 0 0,0 1 0 0 0,0-1 0 0 0,0 1 0 0 0,2-1 0 0 0,6 0 560 0 0,1 0 1 0 0,0 1 0 0 0,-1 0-1 0 0,1 0 1 0 0,0 1 0 0 0,-1 1-1 0 0,14 3 1 0 0,68 24 1753 0 0,-74-23-1945 0 0,282 121 1978 0 0,-273-114-2581 0 0,0 1 0 0 0,-1 1 0 0 0,-1 1 0 0 0,41 35 0 0 0,-18-3-2380 0 0,-9 5-3281 0 0</inkml:trace>
</inkml:ink>
</file>

<file path=ppt/ink/ink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49.2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17 280 3681 0 0,'-1'-1'231'0'0,"0"0"0"0"0,-1 0 0 0 0,1 0 0 0 0,0 1 0 0 0,0-1 0 0 0,0 0 0 0 0,0 0 0 0 0,1 0 0 0 0,-1-1 0 0 0,0 1 0 0 0,0 0 0 0 0,0 0 0 0 0,1 0 0 0 0,-1-1 0 0 0,1 1 0 0 0,-1 0 0 0 0,1-1 0 0 0,0 1 0 0 0,-1 0 0 0 0,1-1 0 0 0,0 1 0 0 0,0-1 0 0 0,0 1 0 0 0,0 0 1 0 0,0-1-1 0 0,0-1 0 0 0,1-43 2167 0 0,4 22-2055 0 0,1 0-1 0 0,2 0 0 0 0,0 1 0 0 0,1 0 1 0 0,18-31-1 0 0,-13 26-526 0 0</inkml:trace>
</inkml:ink>
</file>

<file path=ppt/ink/ink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49.5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0 273 6913 0 0,'30'-68'6098'0'0,"15"-55"-5559"0"0,-27 72-1582 0 0,-7 20 307 0 0</inkml:trace>
</inkml:ink>
</file>

<file path=ppt/ink/ink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49.9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0 346 5985 0 0,'36'-143'4305'0'0,"21"-26"-5689"0"0,-46 136 1384 0 0</inkml:trace>
</inkml:ink>
</file>

<file path=ppt/ink/ink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0.30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 0 6913 0 0,'-1'1'81'0'0,"-1"-1"0"0"0,1 1 0 0 0,-1 0 0 0 0,1 0 0 0 0,-1 0 0 0 0,1 0 0 0 0,0 0 0 0 0,0 0 0 0 0,-1 0 0 0 0,1 1 0 0 0,0-1 0 0 0,0 0-1 0 0,0 1 1 0 0,0-1 0 0 0,0 1 0 0 0,1-1 0 0 0,-1 1 0 0 0,0-1 0 0 0,1 1 0 0 0,-2 3 0 0 0,2 0 267 0 0,0-1-1 0 0,0 1 1 0 0,0 0 0 0 0,1 0 0 0 0,0 0 0 0 0,1 7 0 0 0,4 8 441 0 0,1 1 0 0 0,0-1 0 0 0,1 0 0 0 0,1-1 0 0 0,1 0 0 0 0,1 0 1 0 0,1-1-1 0 0,0-1 0 0 0,29 32 0 0 0,-23-30-615 0 0,1-2 1 0 0,0 1-1 0 0,1-2 0 0 0,1-1 1 0 0,1 0-1 0 0,0-2 0 0 0,45 21 1 0 0,-43-24-273 0 0,48 17-837 0 0,-65-25 87 0 0,0 0 0 0 0,1 0 0 0 0,-1-1 1 0 0,1 0-1 0 0,-1-1 0 0 0,0 0 0 0 0,15-1 1 0 0,-6-3-1798 0 0</inkml:trace>
</inkml:ink>
</file>

<file path=ppt/ink/ink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0.67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106 11 8754 0 0,'-2'-2'158'0'0,"0"1"0"0"0,0 0 0 0 0,-1 0 0 0 0,1 0 1 0 0,-1 0-1 0 0,1 0 0 0 0,-1 0 0 0 0,1 1 0 0 0,-1 0 0 0 0,1-1 1 0 0,-1 1-1 0 0,0 0 0 0 0,-2 0 0 0 0,5 0-50 0 0,-1 0-1 0 0,0 1 1 0 0,1-1-1 0 0,-1 0 1 0 0,1 1-1 0 0,-1-1 1 0 0,0 0-1 0 0,1 1 1 0 0,-1-1-1 0 0,1 1 1 0 0,0-1 0 0 0,-1 1-1 0 0,1-1 1 0 0,-1 1-1 0 0,1-1 1 0 0,0 1-1 0 0,-1-1 1 0 0,1 1-1 0 0,0 0 1 0 0,-1 0-1 0 0,-1 24 1832 0 0,4-16-1760 0 0,0 0 1 0 0,1 0 0 0 0,0 0 0 0 0,0 0 0 0 0,1-1 0 0 0,0 1-1 0 0,0-1 1 0 0,1 0 0 0 0,0 0 0 0 0,0-1 0 0 0,1 0 0 0 0,0 1-1 0 0,0-2 1 0 0,1 1 0 0 0,0-1 0 0 0,0 0 0 0 0,11 7 0 0 0,-1-2 155 0 0,0 0 0 0 0,1-1 1 0 0,0-1-1 0 0,0-1 0 0 0,1-1 1 0 0,0 0-1 0 0,20 4 1 0 0,-24-7-285 0 0,0-2 0 0 0,-1 0 1 0 0,1-1-1 0 0,0 0 0 0 0,26-2 1 0 0,-38 0-43 0 0,0 1 0 0 0,0 0 1 0 0,1-1-1 0 0,-1 1 0 0 0,0-1 1 0 0,0 0-1 0 0,0 0 0 0 0,0 0 1 0 0,0-1-1 0 0,0 1 0 0 0,0-1 1 0 0,0 1-1 0 0,-1-1 0 0 0,1 0 1 0 0,-1 0-1 0 0,1 0 0 0 0,-1 0 1 0 0,0-1-1 0 0,0 1 0 0 0,0-1 1 0 0,0 1-1 0 0,0-1 0 0 0,0 0 1 0 0,-1 0-1 0 0,1 0 0 0 0,-1 0 1 0 0,0 0-1 0 0,0 0 0 0 0,0 0 1 0 0,0 0-1 0 0,-1 0 0 0 0,1-7 1 0 0,-1 5 15 0 0,0 0 1 0 0,-1 1-1 0 0,0-1 1 0 0,0 0 0 0 0,-1 0-1 0 0,1 0 1 0 0,-1 0 0 0 0,0 1-1 0 0,0-1 1 0 0,-1 1-1 0 0,1 0 1 0 0,-1-1 0 0 0,0 1-1 0 0,0 0 1 0 0,0 1-1 0 0,-1-1 1 0 0,-5-4 0 0 0,-3-3 4 0 0,0 2 1 0 0,0-1-1 0 0,-1 2 1 0 0,-19-11-1 0 0,16 12 2 0 0,1 1 0 0 0,-1 0 0 0 0,0 1-1 0 0,0 1 1 0 0,0 0 0 0 0,-31-2 0 0 0,-100 5-626 0 0,69 2-2265 0 0,61-2-4102 0 0</inkml:trace>
</inkml:ink>
</file>

<file path=ppt/ink/ink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1.06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166 6 10138 0 0,'3'-5'1019'0'0,"3"10"-429"0"0,5 11 440 0 0,0 9-157 0 0,-1 0 0 0 0,-1 0 0 0 0,11 54 0 0 0,3 82 394 0 0,-21-143-1175 0 0,1 1-44 0 0,-2 0 1 0 0,0 22-1 0 0,-1-37-44 0 0,0 0 0 0 0,0-1 1 0 0,0 1-1 0 0,-1 0 0 0 0,0-1 0 0 0,0 1 0 0 0,0-1 0 0 0,0 1 0 0 0,0-1 1 0 0,-1 1-1 0 0,1-1 0 0 0,-1 0 0 0 0,0 0 0 0 0,0 0 0 0 0,0 0 1 0 0,-1 0-1 0 0,-4 4 0 0 0,5-5-1 0 0,-1-1 0 0 0,0 0 1 0 0,1 1-1 0 0,-1-1 0 0 0,0-1 0 0 0,0 1 1 0 0,0 0-1 0 0,0-1 0 0 0,1 1 0 0 0,-1-1 1 0 0,0 0-1 0 0,0 0 0 0 0,0 0 0 0 0,0-1 1 0 0,0 1-1 0 0,0-1 0 0 0,0 1 1 0 0,0-1-1 0 0,0 0 0 0 0,1 0 0 0 0,-1 0 1 0 0,0 0-1 0 0,1-1 0 0 0,-1 1 0 0 0,1-1 1 0 0,-1 0-1 0 0,-3-3 0 0 0,-6-4-4 0 0,1-1-1 0 0,0 0 1 0 0,0-1-1 0 0,-9-13 1 0 0,9 11-57 0 0,0 0-1 0 0,2-1 1 0 0,0-1 0 0 0,0 0 0 0 0,2 0 0 0 0,-1 0-1 0 0,2-1 1 0 0,0 0 0 0 0,1 0 0 0 0,-5-30 0 0 0,10 43 53 0 0,-1 1 1 0 0,1-1-1 0 0,0 1 1 0 0,0-1 0 0 0,0 1-1 0 0,0-1 1 0 0,0 1-1 0 0,0-1 1 0 0,1 1-1 0 0,-1-1 1 0 0,1 1 0 0 0,0-1-1 0 0,0 1 1 0 0,-1 0-1 0 0,2-1 1 0 0,-1 1-1 0 0,0 0 1 0 0,0 0 0 0 0,1 0-1 0 0,-1 0 1 0 0,1 0-1 0 0,0 0 1 0 0,-1 0-1 0 0,1 0 1 0 0,0 1 0 0 0,0-1-1 0 0,0 1 1 0 0,0-1-1 0 0,1 1 1 0 0,-1 0-1 0 0,0 0 1 0 0,1 0 0 0 0,-1 0-1 0 0,0 0 1 0 0,1 0-1 0 0,-1 1 1 0 0,1-1-1 0 0,-1 1 1 0 0,1 0 0 0 0,-1 0-1 0 0,4 0 1 0 0,4 0 81 0 0,0 1 1 0 0,1 0-1 0 0,-1 1 0 0 0,0 0 1 0 0,0 1-1 0 0,0 0 1 0 0,-1 0-1 0 0,19 10 0 0 0,-11-3 204 0 0,-1 1 0 0 0,0 0 0 0 0,-1 1 0 0 0,0 1 0 0 0,-1 0 0 0 0,-1 1 0 0 0,0 0 0 0 0,17 26-1 0 0,7 16 261 0 0,34 70 0 0 0,-29-49-580 0 0,2 3-1450 0 0,-20-36-5632 0 0</inkml:trace>
</inkml:ink>
</file>

<file path=ppt/ink/ink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3.4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0 446 10594 0 0,'0'0'819'0'0,"0"0"-834"0"0,0-1 0 0 0,0 1-1 0 0,0-1 1 0 0,0 1 0 0 0,0 0-1 0 0,0-1 1 0 0,0 1 0 0 0,0 0 0 0 0,0-1-1 0 0,1 1 1 0 0,-1 0 0 0 0,0-1-1 0 0,0 1 1 0 0,0 0 0 0 0,0-1 0 0 0,1 1-1 0 0,-1 0 1 0 0,0-1 0 0 0,0 1-1 0 0,0 0 1 0 0,1 0 0 0 0,-1-1 0 0 0,0 1-1 0 0,1 0 1 0 0,-1 0 0 0 0,0 0-1 0 0,1-1 1 0 0,-1 1 0 0 0,0 0 0 0 0,1 0-1 0 0,-1 0 1 0 0,0 0 0 0 0,1 0-1 0 0,-1 0 1 0 0,1 0 0 0 0,17 3 733 0 0,13 12 602 0 0,32 27-275 0 0,-3 3-1 0 0,56 53 1 0 0,-58-47-289 0 0,115 78-1 0 0,-171-127-733 0 0,51 26 268 0 0,-50-27-268 0 0,0 0 0 0 0,0 0 1 0 0,0 0-1 0 0,1 0 0 0 0,-1 0 0 0 0,0 0 0 0 0,1-1 1 0 0,-1 0-1 0 0,0 0 0 0 0,1 0 0 0 0,-1 0 0 0 0,0 0 1 0 0,1 0-1 0 0,-1-1 0 0 0,4-1 0 0 0,-6 1 48 0 0,1 0 0 0 0,-1 0 0 0 0,0 0 0 0 0,1-1 0 0 0,-1 1 0 0 0,0 0 0 0 0,0-1-1 0 0,0 1 1 0 0,0-1 0 0 0,0 1 0 0 0,0-1 0 0 0,-1 0 0 0 0,1 1 0 0 0,0-1 0 0 0,-1 0 0 0 0,1 1 0 0 0,-1-1-1 0 0,0 0 1 0 0,0 0 0 0 0,0 0 0 0 0,1 1 0 0 0,-2-1 0 0 0,1 0 0 0 0,0 0 0 0 0,-1-3 0 0 0,-8-50 831 0 0,8 51-813 0 0,-119-375 1734 0 0,65 221-1962 0 0,36 101-3 0 0,-4-9-1641 0 0,9 22-2882 0 0,0-3-2265 0 0</inkml:trace>
</inkml:ink>
</file>

<file path=ppt/ink/ink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4.3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0 292 6913 0 0,'1'44'2378'0'0,"11"88"-1"0"0,-10-117-1929 0 0,2 1 0 0 0,-1-1-1 0 0,2 0 1 0 0,0 0 0 0 0,1-1-1 0 0,0 1 1 0 0,2-1 0 0 0,-1-1-1 0 0,12 15 1 0 0,-14-21-291 0 0,1-1-1 0 0,1 0 1 0 0,-1-1 0 0 0,1 0-1 0 0,0 0 1 0 0,0 0 0 0 0,1-1 0 0 0,-1 0-1 0 0,1-1 1 0 0,0 1 0 0 0,9 1 0 0 0,-14-4-111 0 0,0 1 1 0 0,1-1 0 0 0,-1 0 0 0 0,0-1-1 0 0,1 1 1 0 0,-1-1 0 0 0,1 1 0 0 0,-1-1-1 0 0,1 0 1 0 0,-1 0 0 0 0,1-1 0 0 0,-1 1-1 0 0,1-1 1 0 0,-1 0 0 0 0,1 1 0 0 0,-1-1-1 0 0,0-1 1 0 0,0 1 0 0 0,1-1 0 0 0,-1 1-1 0 0,0-1 1 0 0,0 0 0 0 0,0 0 0 0 0,-1 0-1 0 0,1 0 1 0 0,0-1 0 0 0,-1 1 0 0 0,1-1-1 0 0,1-3 1 0 0,-3 3-30 0 0,1 0 0 0 0,-1 0 0 0 0,-1 0 0 0 0,1 0-1 0 0,0 0 1 0 0,-1 0 0 0 0,0 0 0 0 0,0 0 0 0 0,0-1 0 0 0,0 1 0 0 0,0 0-1 0 0,-1 0 1 0 0,1 0 0 0 0,-1 0 0 0 0,0 0 0 0 0,0 0 0 0 0,0 0 0 0 0,0 0-1 0 0,0 0 1 0 0,-4-5 0 0 0,-3-6-205 0 0,0 0 1 0 0,-16-19-1 0 0,-14-13-597 0 0,-28-39-1539 0 0,59 75 1885 0 0,1 1 0 0 0,1-1 0 0 0,0 0 0 0 0,1 0 0 0 0,0-1 1 0 0,0 1-1 0 0,-3-15 0 0 0,7 22 463 0 0,-1 0 1 0 0,1 0 0 0 0,-1 0 0 0 0,1 0-1 0 0,0 0 1 0 0,0 0 0 0 0,1 0 0 0 0,-1 0 0 0 0,0 0-1 0 0,1 0 1 0 0,0 0 0 0 0,0 1 0 0 0,0-1-1 0 0,0 0 1 0 0,0 0 0 0 0,0 1 0 0 0,1-1-1 0 0,-1 1 1 0 0,1-1 0 0 0,0 1 0 0 0,-1 0-1 0 0,1-1 1 0 0,0 1 0 0 0,1 0 0 0 0,-1 0-1 0 0,0 1 1 0 0,1-1 0 0 0,-1 0 0 0 0,1 1 0 0 0,-1-1-1 0 0,1 1 1 0 0,0 0 0 0 0,3-1 0 0 0,-2 0 132 0 0,1 1 0 0 0,0 0 0 0 0,0 0 0 0 0,0 0 1 0 0,0 1-1 0 0,0 0 0 0 0,0 0 0 0 0,0 0 0 0 0,0 1 1 0 0,0-1-1 0 0,0 1 0 0 0,0 0 0 0 0,0 1 0 0 0,0-1 1 0 0,0 1-1 0 0,-1 0 0 0 0,1 0 0 0 0,6 5 1 0 0,-1 1-36 0 0,0 1 0 0 0,0 0 0 0 0,-1 1 0 0 0,12 16 0 0 0,-15-17-95 0 0,0-1 0 0 0,1 0 0 0 0,0-1 0 0 0,0 0 0 0 0,0 0 0 0 0,1 0 0 0 0,0-1 0 0 0,13 8 0 0 0,-20-14-17 0 0,1 1 0 0 0,-1 0 0 0 0,0-1 0 0 0,0 1 0 0 0,0-1 0 0 0,0 0 0 0 0,1 1 0 0 0,-1-1 0 0 0,0 0 0 0 0,0 0 0 0 0,1 0 0 0 0,-1 0 0 0 0,0 0 0 0 0,0 0 0 0 0,1 0 0 0 0,-1 0 0 0 0,0 0 0 0 0,0-1 0 0 0,1 1 0 0 0,-1 0 0 0 0,0-1 0 0 0,0 1-1 0 0,0-1 1 0 0,0 0 0 0 0,2 0 0 0 0,-1-1 17 0 0,0 0-1 0 0,-1 0 0 0 0,1 0 0 0 0,-1 0 0 0 0,0 0 0 0 0,0-1 0 0 0,1 1 1 0 0,-1 0-1 0 0,-1-1 0 0 0,1 1 0 0 0,0 0 0 0 0,0-4 0 0 0,1-10 190 0 0,0 0 1 0 0,-1 0-1 0 0,-2-22 0 0 0,1 29-53 0 0,-5-53 6 0 0,3 46-422 0 0,0 1-1 0 0,1-1 1 0 0,1 0-1 0 0,0 0 1 0 0,1 0-1 0 0,1 1 1 0 0,0-1-1 0 0,6-18 1 0 0,-8 33 245 0 0,0 0 0 0 0,1 0 0 0 0,-1 0 1 0 0,0 0-1 0 0,1 0 0 0 0,-1 0 1 0 0,1 0-1 0 0,-1 0 0 0 0,1 1 1 0 0,-1-1-1 0 0,1 0 0 0 0,0 0 0 0 0,-1 0 1 0 0,1 1-1 0 0,0-1 0 0 0,0 0 1 0 0,-1 1-1 0 0,1-1 0 0 0,0 1 1 0 0,0-1-1 0 0,0 1 0 0 0,0-1 0 0 0,0 1 1 0 0,0 0-1 0 0,0-1 0 0 0,0 1 1 0 0,0 0-1 0 0,0 0 0 0 0,0 0 1 0 0,0 0-1 0 0,0 0 0 0 0,0 0 0 0 0,0 0 1 0 0,0 0-1 0 0,0 0 0 0 0,0 0 1 0 0,0 0-1 0 0,0 1 0 0 0,0-1 0 0 0,0 0 1 0 0,0 1-1 0 0,-1-1 0 0 0,1 1 1 0 0,0-1-1 0 0,0 1 0 0 0,0-1 1 0 0,0 1-1 0 0,-1 0 0 0 0,1-1 0 0 0,1 2 1 0 0,7 6 486 0 0,-1 0 1 0 0,0 0 0 0 0,13 16-1 0 0,-8-8-101 0 0,-6-9-286 0 0,0-1 0 0 0,0 1 0 0 0,1-1 0 0 0,0-1 0 0 0,0 0 0 0 0,0 0 0 0 0,10 4 0 0 0,-13-7-361 0 0,1 0 1 0 0,-1 0-1 0 0,1-1 0 0 0,-1 0 0 0 0,1 0 0 0 0,0 0 1 0 0,0-1-1 0 0,0 0 0 0 0,-1 0 0 0 0,1 0 0 0 0,0-1 1 0 0,10-2-1 0 0,-2-1-5574 0 0</inkml:trace>
</inkml:ink>
</file>

<file path=ppt/ink/ink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4.7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12 10594 0 0,'-4'-4'283'0'0,"-6"-4"454"0"0,9 8-534 0 0,4 7-273 0 0,100 143 7423 0 0,-54-90-6081 0 0,86 83 1 0 0,-106-115-1439 0 0,37 49 1 0 0,-30-28-5542 0 0,-12-12-994 0 0</inkml:trace>
</inkml:ink>
</file>

<file path=ppt/ink/ink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5.0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0 661 8290 0 0,'0'-2'135'0'0,"1"0"1"0"0,-1-1 0 0 0,0 1-1 0 0,1 0 1 0 0,0-1-1 0 0,-1 1 1 0 0,1 0 0 0 0,0 0-1 0 0,0-1 1 0 0,0 1-1 0 0,1 0 1 0 0,-1 0 0 0 0,0 0-1 0 0,2-1 1 0 0,5-10 318 0 0,24-46 524 0 0,2 1 0 0 0,66-83-1 0 0,34-14-3070 0 0,-112 131 1901 0 0</inkml:trace>
  <inkml:trace contextRef="#ctx0" brushRef="#br0" timeOffset="1">559 283 7834 0 0,'16'-20'703'0'0,"-2"0"0"0"0,0-1 0 0 0,-1 0 1 0 0,-1-1-1 0 0,-1 0 0 0 0,11-31 0 0 0,19-37-2550 0 0,-34 77 1820 0 0</inkml:trace>
  <inkml:trace contextRef="#ctx0" brushRef="#br0" timeOffset="2">754 236 7834 0 0,'-4'4'696'0'0,"3"-2"-560"0"0,1 1-136 0 0,1-2 0 0 0,2-1 624 0 0,1-1 96 0 0,0-2 16 0 0,4-1 8 0 0,5-3-632 0 0,3-4-112 0 0,3-4 0 0 0,-1-5-96 0 0,-1 0-280 0 0,-1-4-56 0 0,2 1-16 0 0,-1-5 0 0 0,-3 0 448 0 0</inkml:trace>
</inkml:ink>
</file>

<file path=ppt/ink/ink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5.4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17972 0 0,'9'22'1042'0'0,"3"3"-2723"0"0,-13-23 1501 0 0,-1-1 159 0 0</inkml:trace>
</inkml:ink>
</file>

<file path=ppt/ink/ink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5.7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0 379 10138 0 0,'37'-22'1759'0'0,"-9"2"-692"0"0,-2-1 0 0 0,0-2 0 0 0,-1 0 0 0 0,30-38 0 0 0,-22 20-1289 0 0,-2-1-1 0 0,30-55 1 0 0,-46 68-3043 0 0</inkml:trace>
</inkml:ink>
</file>

<file path=ppt/ink/ink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6.1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30 0 5529 0 0,'-5'10'485'0'0,"1"0"0"0"0,-1 1 0 0 0,2-1 0 0 0,0 1 0 0 0,0-1 0 0 0,1 1 0 0 0,0 0 0 0 0,1 0 0 0 0,0 0 0 0 0,1 0 0 0 0,0 0 1 0 0,2 16-1 0 0,-1-25-350 0 0,0 1 1 0 0,0-1-1 0 0,0 0 1 0 0,0 1-1 0 0,1-1 1 0 0,-1 0-1 0 0,1 0 1 0 0,-1 0-1 0 0,1 0 1 0 0,0 0 0 0 0,0 0-1 0 0,0 0 1 0 0,0-1-1 0 0,0 1 1 0 0,0-1-1 0 0,0 0 1 0 0,1 1-1 0 0,-1-1 1 0 0,0 0 0 0 0,1 0-1 0 0,-1 0 1 0 0,4 0-1 0 0,9 3 380 0 0,-1-1-1 0 0,28 2 1 0 0,-18-3-191 0 0,-11-1-100 0 0,0 1-1 0 0,1 1 1 0 0,-1 0 0 0 0,0 1 0 0 0,21 9 0 0 0,-30-12-204 0 0,-1 1 1 0 0,0 0-1 0 0,0 0 0 0 0,0 1 1 0 0,0-1-1 0 0,-1 1 0 0 0,1-1 1 0 0,0 1-1 0 0,-1 0 1 0 0,0 0-1 0 0,0 0 0 0 0,0 0 1 0 0,0 0-1 0 0,0 1 0 0 0,-1-1 1 0 0,1 1-1 0 0,-1-1 0 0 0,0 1 1 0 0,0-1-1 0 0,0 1 0 0 0,-1 0 1 0 0,1-1-1 0 0,-1 1 0 0 0,0 0 1 0 0,-1 6-1 0 0,-9 63-475 0 0,5-46-26 0 0</inkml:trace>
</inkml:ink>
</file>

<file path=ppt/ink/ink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6.47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1 439 9218 0 0,'39'41'3093'0'0,"-6"-7"-1140"0"0,0-2-1 0 0,2 0 1 0 0,58 38 0 0 0,-40-37-1340 0 0,2-2 0 0 0,96 38 0 0 0,-149-68-598 0 0,0 0 0 0 0,0 0 0 0 0,0 0 1 0 0,0-1-1 0 0,0 1 0 0 0,0-1 0 0 0,0 1 1 0 0,0-1-1 0 0,0 0 0 0 0,0 0 0 0 0,1 0 0 0 0,-1 0 1 0 0,0 0-1 0 0,0 0 0 0 0,0-1 0 0 0,0 1 1 0 0,0-1-1 0 0,0 1 0 0 0,0-1 0 0 0,0 0 0 0 0,0 0 1 0 0,3-2-1 0 0,-3 1 13 0 0,0 0 1 0 0,0 0-1 0 0,-1-1 1 0 0,1 1-1 0 0,-1 0 1 0 0,0-1-1 0 0,1 0 1 0 0,-1 1-1 0 0,0-1 1 0 0,-1 0-1 0 0,1 1 1 0 0,0-1-1 0 0,-1 0 1 0 0,0 0-1 0 0,1 0 1 0 0,-1 1-1 0 0,0-4 1 0 0,-1-46 247 0 0,-13-102-1 0 0,-24-51 371 0 0,25 143-590 0 0,-30-161-2650 0 0,36 189-5158 0 0</inkml:trace>
</inkml:ink>
</file>

<file path=ppt/ink/ink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7.33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6449 0 0,'16'13'3215'0'0,"34"21"-1"0"0,-36-25-2385 0 0,22 12 102 0 0,-1-1 0 0 0,2-2 0 0 0,1-2 0 0 0,39 12 0 0 0,163 37-1282 0 0,-200-56-290 0 0,-16-3-5599 0 0</inkml:trace>
</inkml:ink>
</file>

<file path=ppt/ink/ink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7.7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1 9218 0 0,'-3'4'147'0'0,"1"-1"0"0"0,0 1 0 0 0,0 0 0 0 0,1 0 0 0 0,-1 0-1 0 0,1 1 1 0 0,0-1 0 0 0,0 0 0 0 0,0 0 0 0 0,0 9 0 0 0,2 49 1106 0 0,1-28-1111 0 0,-2-11-184 0 0,19 436 1165 0 0,-11-381-2422 0 0,-9-45 1075 0 0</inkml:trace>
</inkml:ink>
</file>

<file path=ppt/ink/ink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8.06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 9674 0 0,'0'-1'29'0'0,"0"1"1"0"0,0 0-1 0 0,0-1 1 0 0,1 1-1 0 0,-1 0 0 0 0,0 0 1 0 0,0-1-1 0 0,0 1 1 0 0,0 0-1 0 0,0 0 0 0 0,0-1 1 0 0,0 1-1 0 0,0 0 1 0 0,0 0-1 0 0,1-1 0 0 0,-1 1 1 0 0,0 0-1 0 0,0 0 1 0 0,0 0-1 0 0,0-1 0 0 0,1 1 1 0 0,-1 0-1 0 0,0 0 1 0 0,0 0-1 0 0,0 0 0 0 0,1-1 1 0 0,-1 1-1 0 0,0 0 1 0 0,0 0-1 0 0,1 0 0 0 0,-1 0 1 0 0,0 0-1 0 0,0 0 1 0 0,1 0-1 0 0,-1 0 0 0 0,0 0 1 0 0,1 0-1 0 0,-1 0 1 0 0,0 0-1 0 0,0 0 0 0 0,1 0 1 0 0,-1 0-1 0 0,0 0 1 0 0,0 0-1 0 0,1 0 0 0 0,-1 0 1 0 0,14 13 720 0 0,8 23 541 0 0,-21-35-1171 0 0,56 111 4338 0 0,-35-64-3246 0 0,51 78 0 0 0,-57-103-1286 0 0,39 52 171 0 0,-13-34-2829 0 0,-31-34 475 0 0</inkml:trace>
</inkml:ink>
</file>

<file path=ppt/ink/ink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8.46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40 5065 0 0,'0'3'300'0'0,"0"0"0"0"0,0 0 0 0 0,0 0-1 0 0,1 0 1 0 0,-1 0 0 0 0,1 0 0 0 0,0 0 0 0 0,0 0 0 0 0,0 0 0 0 0,0 0-1 0 0,0 0 1 0 0,1-1 0 0 0,2 5 0 0 0,1 4-48 0 0,5 13 532 0 0,0-1-1 0 0,2 0 1 0 0,1-1 0 0 0,0 0-1 0 0,2-1 1 0 0,26 30-1 0 0,-33-42-563 0 0,1-1-1 0 0,0 1 0 0 0,0-2 0 0 0,1 1 1 0 0,0-1-1 0 0,0-1 0 0 0,1 0 0 0 0,0 0 1 0 0,0-1-1 0 0,0-1 0 0 0,1 0 1 0 0,-1 0-1 0 0,1-1 0 0 0,0 0 0 0 0,0-1 1 0 0,13 0-1 0 0,-20-1-148 0 0,-1-1 0 0 0,0 0-1 0 0,0 0 1 0 0,0 0 0 0 0,0-1 0 0 0,0 0-1 0 0,0 1 1 0 0,1-1 0 0 0,-1-1 0 0 0,-1 1 0 0 0,1 0-1 0 0,0-1 1 0 0,0 0 0 0 0,-1 0 0 0 0,1 0-1 0 0,-1 0 1 0 0,1-1 0 0 0,-1 1 0 0 0,0-1 0 0 0,0 0-1 0 0,0 0 1 0 0,0 0 0 0 0,-1 0 0 0 0,1-1-1 0 0,-1 1 1 0 0,0-1 0 0 0,0 1 0 0 0,0-1 0 0 0,0 0-1 0 0,-1 0 1 0 0,1 0 0 0 0,-1 0 0 0 0,0 0-1 0 0,0 0 1 0 0,0-6 0 0 0,0-2-16 0 0,-1 1-1 0 0,0 0 1 0 0,0 0-1 0 0,-1-1 1 0 0,-1 1 0 0 0,1 0-1 0 0,-2 0 1 0 0,0 0 0 0 0,0 0-1 0 0,-1 1 1 0 0,0-1-1 0 0,-6-10 1 0 0,4 12-10 0 0,0 0 0 0 0,0 0 0 0 0,0 0 1 0 0,-1 0-1 0 0,0 1 0 0 0,-1 0 0 0 0,0 1 0 0 0,0 0 0 0 0,-1 0 1 0 0,0 1-1 0 0,0 0 0 0 0,0 0 0 0 0,-1 1 0 0 0,0 0 0 0 0,-11-3 1 0 0,10 4-236 0 0,0 1 0 0 0,-1 1 0 0 0,1 0 0 0 0,-1 0 0 0 0,-19 1 0 0 0,16 1-1127 0 0,0 1 0 0 0,-1 1 0 0 0,1 1 0 0 0,-18 5 1 0 0,14-3-5139 0 0</inkml:trace>
</inkml:ink>
</file>

<file path=ppt/ink/ink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8.82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149 18 8754 0 0,'-14'-17'4235'0'0,"14"17"-4172"0"0,0 0 0 0 0,0 0 0 0 0,0 1 0 0 0,-10 34 3177 0 0,-1 28-2167 0 0,-4 0-1 0 0,-28 78 1 0 0,43-140-1067 0 0,0 0 1 0 0,0 0 0 0 0,-1 1-1 0 0,1-1 1 0 0,-1 0-1 0 0,1 0 1 0 0,-1 0-1 0 0,1 0 1 0 0,-1 1 0 0 0,0-1-1 0 0,1 0 1 0 0,-1 0-1 0 0,0 0 1 0 0,0-1-1 0 0,0 1 1 0 0,1 0 0 0 0,-1 0-1 0 0,0 0 1 0 0,0 0-1 0 0,-1-1 1 0 0,1 1-1 0 0,0-1 1 0 0,0 1 0 0 0,0-1-1 0 0,0 1 1 0 0,0-1-1 0 0,-1 1 1 0 0,1-1-1 0 0,0 0 1 0 0,0 0 0 0 0,-2 0-1 0 0,1 0-5 0 0,1-1 0 0 0,-1 0-1 0 0,1 0 1 0 0,0 0 0 0 0,-1 0 0 0 0,1-1 0 0 0,0 1-1 0 0,0 0 1 0 0,-1 0 0 0 0,1-1 0 0 0,0 1-1 0 0,1 0 1 0 0,-1-1 0 0 0,0 1 0 0 0,0-1-1 0 0,1 0 1 0 0,-1 1 0 0 0,0-1 0 0 0,1 1 0 0 0,0-1-1 0 0,-1 0 1 0 0,1-2 0 0 0,-3-13 22 0 0,2 1 0 0 0,0 0 0 0 0,0-1 0 0 0,2 1 1 0 0,4-31-1 0 0,-4 39-59 0 0,1 0 1 0 0,0-1 0 0 0,0 1 0 0 0,0 1-1 0 0,1-1 1 0 0,1 0 0 0 0,-1 1 0 0 0,1-1-1 0 0,1 1 1 0 0,-1 0 0 0 0,1 1 0 0 0,0-1-1 0 0,9-8 1 0 0,-13 14 39 0 0,0 0 0 0 0,0 0 0 0 0,1 0-1 0 0,-1 0 1 0 0,0 1 0 0 0,0-1 0 0 0,1 0 0 0 0,-1 1 0 0 0,1-1-1 0 0,-1 0 1 0 0,0 1 0 0 0,1 0 0 0 0,-1-1 0 0 0,1 1-1 0 0,-1 0 1 0 0,1 0 0 0 0,-1 0 0 0 0,1 0 0 0 0,0 0 0 0 0,-1 0-1 0 0,1 0 1 0 0,1 1 0 0 0,-1 0 18 0 0,0 0-1 0 0,1 0 1 0 0,-1 0-1 0 0,0 1 1 0 0,0-1 0 0 0,1 1-1 0 0,-1-1 1 0 0,0 1-1 0 0,-1 0 1 0 0,1 0 0 0 0,3 4-1 0 0,3 6 238 0 0,-1 0 1 0 0,0 1-1 0 0,10 24 0 0 0,-14-29-42 0 0,26 64 475 0 0,19 81 0 0 0,-23-55-6976 0 0,-15-53-707 0 0</inkml:trace>
</inkml:ink>
</file>

<file path=ppt/ink/ink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9.90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0 254 2761 0 0,'15'-20'5677'0'0,"34"-37"-3139"0"0,-21 28-1269 0 0,108-98 1046 0 0,-109 107-7457 0 0</inkml:trace>
</inkml:ink>
</file>

<file path=ppt/ink/ink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01.22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0 6913 0 0,'-1'1'100'0'0,"1"0"0"0"0,0-1-1 0 0,-1 1 1 0 0,1 0-1 0 0,0-1 1 0 0,0 1-1 0 0,0 0 1 0 0,0 0-1 0 0,0-1 1 0 0,-1 1-1 0 0,1 0 1 0 0,1 0-1 0 0,-1-1 1 0 0,0 1-1 0 0,0 0 1 0 0,0 0-1 0 0,0-1 1 0 0,0 1-1 0 0,1 0 1 0 0,-1-1-1 0 0,0 1 1 0 0,0 0-1 0 0,1-1 1 0 0,0 2-1 0 0,8 26 398 0 0,16 37 715 0 0,3-1-1 0 0,3-1 0 0 0,3-2 1 0 0,72 100-1 0 0,-79-126-1961 0 0,3-1-1 0 0,1-1 1 0 0,38 31-1 0 0,-48-45-295 0 0</inkml:trace>
</inkml:ink>
</file>

<file path=ppt/ink/ink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01.57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10138 0 0,'1'9'136'0'0,"1"-1"0"0"0,0 0 0 0 0,1 0-1 0 0,0 0 1 0 0,0 0 0 0 0,1 0 0 0 0,0-1 0 0 0,6 11 0 0 0,2 2-15 0 0,4 11 476 0 0,1 0-1 0 0,1-1 0 0 0,2-2 1 0 0,33 39-1 0 0,-42-56-379 0 0,0-1 0 0 0,0 0 0 0 0,1 0 0 0 0,0-1-1 0 0,0-1 1 0 0,1 0 0 0 0,0-1 0 0 0,1 0 0 0 0,0-1 0 0 0,0 0 0 0 0,0-2 0 0 0,30 7 0 0 0,-35-9-139 0 0,1-1 1 0 0,0 0-1 0 0,0-1 1 0 0,0 0 0 0 0,-1 0-1 0 0,1-1 1 0 0,0 0-1 0 0,-1-1 1 0 0,20-5-1 0 0,-27 6-51 0 0,1-1-1 0 0,-1 1 0 0 0,1 0 0 0 0,-1 0 0 0 0,0-1 0 0 0,0 1 1 0 0,0-1-1 0 0,0 0 0 0 0,0 0 0 0 0,0 0 0 0 0,0 0 0 0 0,0 0 1 0 0,-1 0-1 0 0,1 0 0 0 0,-1 0 0 0 0,2-5 0 0 0,-2 4-14 0 0,0 0-1 0 0,0-1 1 0 0,-1 1 0 0 0,1-1-1 0 0,-1 1 1 0 0,0-1-1 0 0,0 1 1 0 0,-1 0-1 0 0,1-1 1 0 0,0 1-1 0 0,-1-1 1 0 0,0 1-1 0 0,0 0 1 0 0,0-1 0 0 0,-1 1-1 0 0,-1-4 1 0 0,-4-8-54 0 0,-1 1 1 0 0,-1 0-1 0 0,0 0 1 0 0,-1 0 0 0 0,0 1-1 0 0,-1 1 1 0 0,0 0-1 0 0,-1 0 1 0 0,-1 1-1 0 0,-20-14 1 0 0,15 13-419 0 0,-1 1 0 0 0,0 1 0 0 0,-1 0 0 0 0,0 1 0 0 0,0 1 0 0 0,-1 1 0 0 0,-31-6 0 0 0,12 5-2114 0 0,23 2-1905 0 0</inkml:trace>
</inkml:ink>
</file>

<file path=ppt/ink/ink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01.9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7 259 14283 0 0,'-1'-2'38'0'0,"0"1"-1"0"0,0-1 1 0 0,1 1 0 0 0,-1-1-1 0 0,0 1 1 0 0,1-1-1 0 0,0 0 1 0 0,-1 1 0 0 0,1-1-1 0 0,0 0 1 0 0,0 1-1 0 0,-1-1 1 0 0,1 0 0 0 0,1 1-1 0 0,-1-1 1 0 0,0 0 0 0 0,0 1-1 0 0,1-1 1 0 0,-1 0-1 0 0,1 1 1 0 0,-1-1 0 0 0,1 0-1 0 0,0 1 1 0 0,-1-1 0 0 0,1 1-1 0 0,0 0 1 0 0,2-3-1 0 0,33-46-561 0 0,-27 38 1313 0 0,12-14 183 0 0,1 0-1 0 0,27-23 1 0 0,-4 11-6074 0 0,-32 27-654 0 0</inkml:trace>
</inkml:ink>
</file>

<file path=ppt/ink/ink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02.3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81 46 3225 0 0,'-1'-1'87'0'0,"1"0"1"0"0,-1-1 0 0 0,1 1-1 0 0,0 0 1 0 0,0-1-1 0 0,0 1 1 0 0,0 0 0 0 0,0 0-1 0 0,0-1 1 0 0,0 1-1 0 0,0 0 1 0 0,1-1 0 0 0,-1 1-1 0 0,0 0 1 0 0,1-1-1 0 0,-1 1 1 0 0,1 0 0 0 0,-1 0-1 0 0,1 0 1 0 0,0 0 0 0 0,-1-1-1 0 0,1 1 1 0 0,0 0-1 0 0,0 0 1 0 0,0 0 0 0 0,0 0-1 0 0,0 1 1 0 0,0-1-1 0 0,0 0 1 0 0,0 0 0 0 0,0 1-1 0 0,0-1 1 0 0,1 0-1 0 0,1 0 1 0 0,-1 0 111 0 0,1 0 0 0 0,-1 0 1 0 0,0 0-1 0 0,0 1 0 0 0,1-1 0 0 0,-1 1 1 0 0,0-1-1 0 0,1 1 0 0 0,-1 0 0 0 0,1 0 1 0 0,-1 0-1 0 0,0 0 0 0 0,1 0 0 0 0,-1 0 0 0 0,0 1 1 0 0,1-1-1 0 0,-1 1 0 0 0,0 0 0 0 0,3 1 1 0 0,0 2 200 0 0,0-1 1 0 0,-1 1 0 0 0,0 1 0 0 0,0-1-1 0 0,0 1 1 0 0,0-1 0 0 0,-1 1 0 0 0,1 0 0 0 0,-1 0-1 0 0,4 11 1 0 0,20 62 1339 0 0,-21-59-1294 0 0,-1-4-284 0 0,-1 0 0 0 0,0 0 1 0 0,-1 1-1 0 0,-1-1 0 0 0,0 1 0 0 0,-1 26 0 0 0,-1-38-149 0 0,0 0 1 0 0,-1 0 0 0 0,0-1-1 0 0,1 1 1 0 0,-1 0 0 0 0,-1-1-1 0 0,1 1 1 0 0,0-1-1 0 0,-1 1 1 0 0,0-1 0 0 0,0 0-1 0 0,0 1 1 0 0,0-1 0 0 0,0 0-1 0 0,-1 0 1 0 0,1-1-1 0 0,-1 1 1 0 0,0 0 0 0 0,0-1-1 0 0,0 0 1 0 0,0 0 0 0 0,0 0-1 0 0,-1 0 1 0 0,1 0-1 0 0,0 0 1 0 0,-1-1 0 0 0,1 0-1 0 0,-1 0 1 0 0,0 0-1 0 0,1 0 1 0 0,-1 0 0 0 0,0-1-1 0 0,-4 1 1 0 0,2-1 1 0 0,0 0 0 0 0,0 0-1 0 0,0 0 1 0 0,0-1 0 0 0,0 1 0 0 0,0-1 0 0 0,0-1 0 0 0,1 1 0 0 0,-1-1-1 0 0,0 0 1 0 0,1-1 0 0 0,-1 1 0 0 0,1-1 0 0 0,0 0 0 0 0,0-1 0 0 0,0 1-1 0 0,0-1 1 0 0,0 0 0 0 0,-4-5 0 0 0,4 4-64 0 0,0-1 0 0 0,0 0 0 0 0,1 0 0 0 0,0 0 0 0 0,0-1 0 0 0,1 1 1 0 0,0-1-1 0 0,0 0 0 0 0,0 0 0 0 0,1 0 0 0 0,0 0 0 0 0,1 0 0 0 0,-1-1 0 0 0,1 1 0 0 0,0-11 1 0 0,1 17-5 0 0,0-1 1 0 0,0 0-1 0 0,0 0 1 0 0,0 0-1 0 0,0 0 1 0 0,0 0-1 0 0,1 0 1 0 0,-1 1-1 0 0,1-1 1 0 0,-1 0-1 0 0,1 0 1 0 0,-1 1-1 0 0,1-1 1 0 0,0 0-1 0 0,0 1 1 0 0,0-1-1 0 0,0 0 1 0 0,0 1-1 0 0,1-1 1 0 0,-1 1-1 0 0,3-2 1 0 0,-2 2 33 0 0,-1 0 0 0 0,1 0 0 0 0,0 1 0 0 0,0-1 1 0 0,0 1-1 0 0,0 0 0 0 0,0-1 0 0 0,0 1 1 0 0,0 0-1 0 0,0 0 0 0 0,0 0 0 0 0,0 0 0 0 0,0 1 1 0 0,0-1-1 0 0,0 1 0 0 0,3 0 0 0 0,8 4 131 0 0,-1 0 0 0 0,0 1 0 0 0,0 1 0 0 0,18 12 0 0 0,13 15 621 0 0,-2 1 1 0 0,-1 3 0 0 0,36 41-1 0 0,-62-64-629 0 0,14 17-315 0 0,-1 1 0 0 0,-2 0-1 0 0,25 44 1 0 0,-22-25-6663 0 0</inkml:trace>
</inkml:ink>
</file>

<file path=ppt/ink/ink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06.0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88 1543 9674 0 0,'-9'1'313'0'0,"-33"4"817"0"0,40-5-1039 0 0,0 0 0 0 0,-1 0 0 0 0,1 0 0 0 0,0 0 0 0 0,0 0-1 0 0,0 0 1 0 0,-1-1 0 0 0,1 1 0 0 0,0-1 0 0 0,0 1 0 0 0,0-1-1 0 0,0 0 1 0 0,0 0 0 0 0,-2-1 0 0 0,4 1-64 0 0,-1 1 1 0 0,1-1-1 0 0,0 1 1 0 0,0-1-1 0 0,-1 1 1 0 0,1-1-1 0 0,0 1 1 0 0,0-1-1 0 0,0 0 1 0 0,0 1-1 0 0,0-1 0 0 0,0 1 1 0 0,0-1-1 0 0,0 1 1 0 0,0-1-1 0 0,0 1 1 0 0,0-1-1 0 0,0 0 1 0 0,1 1-1 0 0,-1-1 1 0 0,0 1-1 0 0,0-1 0 0 0,1 1 1 0 0,-1-1-1 0 0,0 1 1 0 0,0-1-1 0 0,1 1 1 0 0,-1 0-1 0 0,0-1 1 0 0,1 0-1 0 0,14-15 252 0 0,-12 14-242 0 0,321-323 399 0 0,-98 120-380 0 0,-14 13 199 0 0,203-164 790 0 0,-254 229-442 0 0,-69 52 107 0 0,190-117 0 0 0,-218 158-880 0 0</inkml:trace>
</inkml:ink>
</file>

<file path=ppt/ink/ink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06.4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33 26 2304 0 0,'-3'-2'594'0'0,"0"1"-1"0"0,1-1 0 0 0,-1 1 1 0 0,1-1-1 0 0,-1 0 0 0 0,1 0 1 0 0,0 0-1 0 0,-10-9 4397 0 0,25 31-2660 0 0,50 68-187 0 0,73 109-466 0 0,-98-137-1699 0 0,88 133 523 0 0,-31-74-3784 0 0,-72-93-2374 0 0</inkml:trace>
</inkml:ink>
</file>

<file path=ppt/ink/ink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06.96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110 350 3225 0 0,'-12'-10'501'0'0,"-1"-1"0"0"0,2 0 0 0 0,-19-22 0 0 0,25 27 16 0 0,0-1-1 0 0,0 0 1 0 0,1 0-1 0 0,0 0 1 0 0,0-1-1 0 0,1 1 1 0 0,-1-1 0 0 0,-2-15-1 0 0,5 21-407 0 0,0 0-1 0 0,1 0 1 0 0,-1 0 0 0 0,1 0-1 0 0,0 0 1 0 0,0 0 0 0 0,0 0-1 0 0,0 0 1 0 0,0 0 0 0 0,0 0-1 0 0,1 1 1 0 0,-1-1 0 0 0,0 0-1 0 0,1 0 1 0 0,0 0 0 0 0,-1 0-1 0 0,1 0 1 0 0,0 1 0 0 0,0-1-1 0 0,0 0 1 0 0,0 0 0 0 0,0 1-1 0 0,0-1 1 0 0,1 1 0 0 0,-1-1-1 0 0,1 1 1 0 0,-1 0 0 0 0,1 0-1 0 0,-1-1 1 0 0,1 1 0 0 0,-1 0-1 0 0,1 0 1 0 0,0 0 0 0 0,0 1-1 0 0,0-1 1 0 0,-1 0 0 0 0,1 1-1 0 0,3-1 1 0 0,0 0 127 0 0,-1 1 0 0 0,1 0 0 0 0,0 0 0 0 0,-1 0 0 0 0,1 1 0 0 0,0-1 0 0 0,-1 1 0 0 0,1 0 0 0 0,-1 0 0 0 0,0 1 0 0 0,1-1 0 0 0,-1 1 0 0 0,0 0 0 0 0,0 0 0 0 0,6 4 0 0 0,6 9-592 0 0,0 0 1 0 0,-1 1 0 0 0,0 0 0 0 0,-1 1-1 0 0,-1 1 1 0 0,16 28 0 0 0,-22-36 299 0 0,-7-8 19 0 0,1-1 1 0 0,-1 0-1 0 0,1 0 0 0 0,0 0 1 0 0,0 0-1 0 0,-1 1 1 0 0,1-1-1 0 0,0 0 1 0 0,0 0-1 0 0,0-1 0 0 0,0 1 1 0 0,0 0-1 0 0,0 0 1 0 0,1 0-1 0 0,0 0 1 0 0,-1-1-19 0 0,-1-1 0 0 0,0 1 0 0 0,1 0 0 0 0,-1 0 0 0 0,0-1 1 0 0,1 1-1 0 0,-1-1 0 0 0,0 1 0 0 0,0 0 0 0 0,1-1 0 0 0,-1 1 0 0 0,0 0 0 0 0,0-1 1 0 0,0 1-1 0 0,1-1 0 0 0,-1 1 0 0 0,0-1 0 0 0,0 1 0 0 0,0-1 0 0 0,0 1 1 0 0,0-1-1 0 0,0 1 0 0 0,0 0 0 0 0,0-1 0 0 0,0 1 0 0 0,0-1 0 0 0,-1 0 1 0 0,-6-45-2116 0 0,0 17 1694 0 0,0-1 0 0 0,-2-35 0 0 0,8 53 600 0 0,1 0 1 0 0,0 0-1 0 0,1 0 0 0 0,0 0 1 0 0,1 0-1 0 0,0 0 0 0 0,1 0 1 0 0,5-16-1 0 0,-7 27 25 0 0,-1-1 0 0 0,1 1-1 0 0,0-1 1 0 0,0 1 0 0 0,-1-1 0 0 0,1 1 0 0 0,0 0 0 0 0,0-1-1 0 0,0 1 1 0 0,0 0 0 0 0,1 0 0 0 0,-1 0 0 0 0,0 0 0 0 0,0 0-1 0 0,1 0 1 0 0,-1 0 0 0 0,0 0 0 0 0,1 0 0 0 0,-1 0 0 0 0,1 1-1 0 0,0-1 1 0 0,1 0 0 0 0,0 1 61 0 0,0 0-1 0 0,0 0 1 0 0,0 0-1 0 0,0 0 1 0 0,-1 1-1 0 0,1-1 1 0 0,0 1-1 0 0,0-1 1 0 0,0 1-1 0 0,0 0 1 0 0,4 3-1 0 0,7 3 350 0 0,-1 2 0 0 0,1 0-1 0 0,20 18 1 0 0,-26-20-556 0 0,40 34-6 0 0,35 27-4188 0 0,-64-55-1281 0 0</inkml:trace>
</inkml:ink>
</file>

<file path=ppt/ink/ink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07.4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18 158 8290 0 0,'-1'0'151'0'0,"-1"-1"1"0"0,1 0 0 0 0,0-1-1 0 0,0 1 1 0 0,0 0 0 0 0,-1 0-1 0 0,1 0 1 0 0,0-1-1 0 0,1 1 1 0 0,-1 0 0 0 0,0-1-1 0 0,0 1 1 0 0,1-1 0 0 0,-1 1-1 0 0,0-1 1 0 0,1 1 0 0 0,0-1-1 0 0,-1 1 1 0 0,1-1-1 0 0,0 0 1 0 0,0 1 0 0 0,0-3-1 0 0,0 4-60 0 0,0-1 0 0 0,0 1 0 0 0,0-1 0 0 0,0 1 0 0 0,1-1-1 0 0,-1 1 1 0 0,0 0 0 0 0,0-1 0 0 0,1 1 0 0 0,-1 0 0 0 0,0-1 0 0 0,1 1-1 0 0,-1-1 1 0 0,0 1 0 0 0,1 0 0 0 0,-1 0 0 0 0,0-1 0 0 0,1 1 0 0 0,-1 0 0 0 0,0 0-1 0 0,1-1 1 0 0,-1 1 0 0 0,1 0 0 0 0,-1 0 0 0 0,1 0 0 0 0,-1 0 0 0 0,1 0-1 0 0,1 0-10 0 0,-1 0 0 0 0,1 0 0 0 0,0 0 0 0 0,-1 0 0 0 0,1 1-1 0 0,-1-1 1 0 0,1 0 0 0 0,0 1 0 0 0,-1 0 0 0 0,1-1 0 0 0,-1 1-1 0 0,2 1 1 0 0,38 25 964 0 0,-2 1-1 0 0,63 60 0 0 0,-70-59-773 0 0,26 27-175 0 0,-31-28-1 0 0,45 35 1 0 0,-63-56-86 0 0,0-1 1 0 0,0 0 0 0 0,0-1 0 0 0,1 0-1 0 0,-1 0 1 0 0,1-1 0 0 0,0-1 0 0 0,1 1-1 0 0,20 3 1 0 0,-31-7-1 0 0,1 0 1 0 0,-1 0-1 0 0,1 0 0 0 0,0 1 1 0 0,-1-1-1 0 0,1 0 0 0 0,0 0 1 0 0,-1 0-1 0 0,1 0 1 0 0,-1 0-1 0 0,1 0 0 0 0,0 0 1 0 0,-1-1-1 0 0,1 1 0 0 0,0 0 1 0 0,-1 0-1 0 0,1 0 0 0 0,-1-1 1 0 0,1 1-1 0 0,-1 0 0 0 0,1 0 1 0 0,-1-1-1 0 0,1 1 0 0 0,-1-1 1 0 0,1 1-1 0 0,-1 0 0 0 0,1-1 1 0 0,-1 1-1 0 0,1-1 0 0 0,-1 1 1 0 0,0-1-1 0 0,1 1 0 0 0,-1-1 1 0 0,0 1-1 0 0,1-1 0 0 0,-1 0 1 0 0,0 1-1 0 0,0-1 0 0 0,0 1 1 0 0,0-1-1 0 0,1 0 0 0 0,-1 1 1 0 0,0-1-1 0 0,0 0 0 0 0,0 1 1 0 0,0-1-1 0 0,0 1 0 0 0,0-1 1 0 0,-1 0-1 0 0,1 1 1 0 0,0-1-1 0 0,0 1 0 0 0,0-1 1 0 0,-1 0-1 0 0,1 1 0 0 0,0-1 1 0 0,-1 0-1 0 0,-20-40 827 0 0,18 35-723 0 0,-84-126 1299 0 0,55 86-1746 0 0,2-1 0 0 0,-28-58 0 0 0,38 57-1594 0 0,2 1-5038 0 0</inkml:trace>
</inkml:ink>
</file>

<file path=ppt/ink/ink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2.4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5985 0 0,'0'0'464'0'0,"18"19"3132"0"0,103 150 2351 0 0,48 95-3264 0 0,-90-137-2152 0 0,107 128 0 0 0,24-27-4518 0 0,-192-211 1989 0 0,-1-5-3152 0 0</inkml:trace>
</inkml:ink>
</file>

<file path=ppt/ink/ink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2.81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18 137 5065 0 0,'-9'6'1292'0'0,"8"-6"-1202"0"0,1 1 1 0 0,-1-1-1 0 0,1 0 1 0 0,-1 0-1 0 0,1 1 0 0 0,-1-1 1 0 0,1 0-1 0 0,-1 1 1 0 0,1-1-1 0 0,0 1 1 0 0,-1-1-1 0 0,1 0 0 0 0,-1 1 1 0 0,1-1-1 0 0,0 1 1 0 0,0-1-1 0 0,-1 1 1 0 0,1-1-1 0 0,0 1 0 0 0,0-1 1 0 0,0 1-1 0 0,-1-1 1 0 0,1 1-1 0 0,0 0 0 0 0,0-1 1 0 0,0 1-1 0 0,0-1 1 0 0,0 1-1 0 0,0-1 1 0 0,0 1-1 0 0,0-1 0 0 0,0 1 1 0 0,1 0-1 0 0,-1-1 1 0 0,0 1-1 0 0,0-1 1 0 0,0 1-1 0 0,1 0 0 0 0,6 19 460 0 0,1 0-1 0 0,1-1 0 0 0,1 0 0 0 0,0 0 1 0 0,1-1-1 0 0,20 23 0 0 0,-18-22-239 0 0,9 12-60 0 0,71 96 608 0 0,-76-107-710 0 0,0-1-1 0 0,2 0 1 0 0,0-1-1 0 0,21 15 0 0 0,-33-29-151 0 0,-1 0 0 0 0,1 0 0 0 0,0 0-1 0 0,0-1 1 0 0,0 1 0 0 0,1-2 0 0 0,-1 1 0 0 0,1-1-1 0 0,-1 0 1 0 0,1-1 0 0 0,0 0 0 0 0,15 0-1 0 0,-19-1-20 0 0,0 0 0 0 0,-1-1-1 0 0,1 1 1 0 0,0-1-1 0 0,-1 0 1 0 0,1-1-1 0 0,0 1 1 0 0,-1-1 0 0 0,1 1-1 0 0,-1-1 1 0 0,0 0-1 0 0,0 0 1 0 0,0 0-1 0 0,0-1 1 0 0,0 1 0 0 0,0-1-1 0 0,0 0 1 0 0,-1 1-1 0 0,0-1 1 0 0,1 0 0 0 0,-1-1-1 0 0,0 1 1 0 0,0 0-1 0 0,-1 0 1 0 0,1-1-1 0 0,-1 0 1 0 0,1 1 0 0 0,0-5-1 0 0,4-20 216 0 0,0-1 0 0 0,-2 1 1 0 0,-1-1-1 0 0,-1 0 0 0 0,-2 0 0 0 0,-1 0 0 0 0,-1 0 0 0 0,-8-41 0 0 0,8 58-118 0 0,-1 0-1 0 0,-1 0 1 0 0,0 1 0 0 0,0 0-1 0 0,-1 0 1 0 0,-1 0-1 0 0,0 0 1 0 0,0 1 0 0 0,-1 0-1 0 0,0 0 1 0 0,-12-11-1 0 0,9 10 5 0 0,-1 2-1 0 0,-1 0 0 0 0,0 0 0 0 0,0 1 0 0 0,-1 1 1 0 0,0 0-1 0 0,0 0 0 0 0,0 1 0 0 0,-16-4 0 0 0,-10-2 126 0 0,-64-11 0 0 0,74 18-1442 0 0,-38 0 0 0 0,43 5-4698 0 0</inkml:trace>
</inkml:ink>
</file>

<file path=ppt/ink/ink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3.3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18 152 10138 0 0,'-3'4'239'0'0,"1"1"0"0"0,0 0 0 0 0,0 0 0 0 0,0 0 0 0 0,0 0 0 0 0,1 0 0 0 0,0 0 0 0 0,0 1 0 0 0,-1 6 0 0 0,6-8 1193 0 0,4-9-894 0 0,5-11-178 0 0,39-84 1385 0 0,-18 31-3041 0 0,-21 46-4193 0 0</inkml:trace>
</inkml:ink>
</file>

<file path=ppt/ink/ink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3.7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117 0 6913 0 0,'-7'1'242'0'0,"1"-1"0"0"0,-1 1 0 0 0,1 0 0 0 0,-1 1-1 0 0,1-1 1 0 0,0 1 0 0 0,-11 5 0 0 0,14-5-50 0 0,0 0 0 0 0,0 0 0 0 0,0 1 1 0 0,0-1-1 0 0,0 1 0 0 0,0 0 0 0 0,1-1 0 0 0,-1 1 0 0 0,1 0 1 0 0,0 1-1 0 0,0-1 0 0 0,0 0 0 0 0,0 1 0 0 0,-1 5 1 0 0,-1-1 58 0 0,2 0 0 0 0,-1 0 0 0 0,1 1 0 0 0,0-1 0 0 0,1 1 0 0 0,0 0 0 0 0,1-1 0 0 0,0 1 0 0 0,0 0 0 0 0,0 0 0 0 0,1-1 0 0 0,1 1 0 0 0,-1-1 0 0 0,1 1 0 0 0,1-1 0 0 0,0 1 0 0 0,0-1 0 0 0,8 15 0 0 0,-6-15-195 0 0,0-1-1 0 0,1 1 0 0 0,0-1 0 0 0,0 0 1 0 0,0 0-1 0 0,1 0 0 0 0,0-1 0 0 0,0 0 0 0 0,1-1 1 0 0,-1 1-1 0 0,1-1 0 0 0,0-1 0 0 0,1 0 1 0 0,-1 0-1 0 0,1 0 0 0 0,0-1 0 0 0,14 3 0 0 0,1-2-215 0 0,1 0 0 0 0,38-1 0 0 0,-51-3-42 0 0,1 0 0 0 0,0-1 1 0 0,-1-1-1 0 0,1 0 0 0 0,-1 0 1 0 0,23-9-1 0 0,-33 11 163 0 0,-1-1-1 0 0,1 1 1 0 0,-1-1 0 0 0,0 0 0 0 0,1 1-1 0 0,-1-1 1 0 0,1 0 0 0 0,-1 0-1 0 0,0 0 1 0 0,0 0 0 0 0,0 0 0 0 0,1 0-1 0 0,-1 0 1 0 0,0-1 0 0 0,0 1-1 0 0,0 0 1 0 0,-1-1 0 0 0,1 1 0 0 0,0 0-1 0 0,0-1 1 0 0,-1 1 0 0 0,1-1-1 0 0,-1 1 1 0 0,1-1 0 0 0,-1 1 0 0 0,0-1-1 0 0,0 1 1 0 0,1-1 0 0 0,-1 0-1 0 0,0 1 1 0 0,-1-1 0 0 0,1 1-1 0 0,-1-4 1 0 0,1 2 59 0 0,-1 1 0 0 0,-1 0 0 0 0,1-1-1 0 0,0 1 1 0 0,0 0 0 0 0,-1 0 0 0 0,0 0 0 0 0,1 0-1 0 0,-1 0 1 0 0,0 0 0 0 0,0 0 0 0 0,0 1-1 0 0,0-1 1 0 0,0 1 0 0 0,0-1 0 0 0,-1 1 0 0 0,1 0-1 0 0,0 0 1 0 0,-1 0 0 0 0,-2-1 0 0 0,1 0-103 0 0,0 1 1 0 0,-1 0-1 0 0,1 0 0 0 0,0 0 1 0 0,-1 0-1 0 0,1 1 1 0 0,0 0-1 0 0,-1 0 1 0 0,1 0-1 0 0,-1 0 0 0 0,1 1 1 0 0,0-1-1 0 0,-1 1 1 0 0,1 0-1 0 0,0 1 0 0 0,0-1 1 0 0,0 1-1 0 0,0 0 1 0 0,0 0-1 0 0,0 0 1 0 0,0 0-1 0 0,1 1 0 0 0,-1-1 1 0 0,1 1-1 0 0,-6 5 1 0 0,-2 12-4523 0 0</inkml:trace>
</inkml:ink>
</file>

<file path=ppt/ink/ink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4.1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1 211 7370 0 0,'-1'2'656'0'0,"1"-1"-528"0"0,0-2-128 0 0,1-1 328 0 0,1 1 40 0 0,-1-2 8 0 0,3-2 0 0 0,2-5-56 0 0,1-4 0 0 0,1-1-8 0 0,0-4 0 0 0,0 0-144 0 0,2-2-24 0 0,0-1-8 0 0,6-8-2120 0 0,1 2-433 0 0,1 5-79 0 0</inkml:trace>
</inkml:ink>
</file>

<file path=ppt/ink/ink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4.5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0 137 5529 0 0,'2'-6'240'0'0,"-2"2"56"0"0,1 0-232 0 0,0-1-64 0 0,1 1 0 0 0,-1-1 0 0 0,2 0-224 0 0,1-6-48 0 0,6-7-16 0 0,-1-5 0 0 0,2-3 288 0 0,-4 1 72 0 0</inkml:trace>
</inkml:ink>
</file>

<file path=ppt/ink/ink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4.8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2 9674 0 0,'-7'-1'31'0'0,"-12"1"1537"0"0,18 0-1525 0 0,1 0 1 0 0,0 0-1 0 0,0 0 0 0 0,-1 1 0 0 0,1-1 0 0 0,0 0 0 0 0,0 0 0 0 0,-1 1 0 0 0,1-1 0 0 0,0 0 0 0 0,0 1 1 0 0,0-1-1 0 0,-1 0 0 0 0,1 1 0 0 0,0-1 0 0 0,0 0 0 0 0,0 1 0 0 0,0-1 0 0 0,0 0 0 0 0,0 1 1 0 0,0-1-1 0 0,0 0 0 0 0,0 1 0 0 0,0-1 0 0 0,0 0 0 0 0,0 1 0 0 0,0-1 0 0 0,0 0 0 0 0,0 1 0 0 0,0-1 1 0 0,0 0-1 0 0,0 1 0 0 0,1-1 0 0 0,-1 0 0 0 0,0 1 0 0 0,0-1 0 0 0,0 0 0 0 0,0 1 0 0 0,1-1 1 0 0,-1 0-1 0 0,0 0 0 0 0,0 1 0 0 0,1-1 0 0 0,-1 0 0 0 0,0 0 0 0 0,1 0 0 0 0,-1 1 0 0 0,1-1 1 0 0,50 68 3143 0 0,-20-28-1887 0 0,26 45-1 0 0,98 209 821 0 0,30 52-3317 0 0,-152-296-739 0 0,-4-3-4701 0 0</inkml:trace>
</inkml:ink>
</file>

<file path=ppt/ink/ink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5.2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0 187 10138 0 0,'4'1'475'0'0,"-1"-1"1"0"0,0 1-1 0 0,1 0 0 0 0,-1 1 1 0 0,0-1-1 0 0,0 0 0 0 0,0 1 1 0 0,0 0-1 0 0,0 0 0 0 0,5 4 0 0 0,33 29 1238 0 0,-33-28-1146 0 0,53 54 373 0 0,-31-31-680 0 0,63 51 0 0 0,-85-74-420 0 0,1-1-1 0 0,0 0 1 0 0,1-1 0 0 0,-1 0 0 0 0,1 0-1 0 0,0-1 1 0 0,0-1 0 0 0,1 1-1 0 0,-1-2 1 0 0,1 1 0 0 0,0-1 0 0 0,15 0-1 0 0,-23-2 31 0 0,0 0 0 0 0,0 0 0 0 0,1 0-1 0 0,-1 0 1 0 0,0-1 0 0 0,0 1-1 0 0,0-1 1 0 0,0 0 0 0 0,0 0 0 0 0,0 0-1 0 0,0 0 1 0 0,0-1 0 0 0,-1 1 0 0 0,1-1-1 0 0,0 1 1 0 0,-1-1 0 0 0,1 0 0 0 0,-1 0-1 0 0,4-4 1 0 0,-4 3 34 0 0,0 0 0 0 0,-1-1 0 0 0,1 1 0 0 0,-1 0 0 0 0,1-1 0 0 0,-1 0 0 0 0,0 1 0 0 0,0-1 0 0 0,0 0 0 0 0,-1 1 0 0 0,0-1 0 0 0,1 0 0 0 0,-2-7 0 0 0,-1-6 345 0 0,-1 0-1 0 0,0 0 0 0 0,-1 0 0 0 0,-2 0 1 0 0,-11-28-1 0 0,-15-22 1410 0 0,20 45-1112 0 0,1 0-1 0 0,1-1 0 0 0,1-1 0 0 0,1 0 0 0 0,-5-31 0 0 0,12 54-512 0 0,1 0-1 0 0,0 0 1 0 0,-1 0-1 0 0,1 0 1 0 0,0 0-1 0 0,0 0 1 0 0,0 0-1 0 0,0-1 1 0 0,0 1-1 0 0,0 0 1 0 0,1 0-1 0 0,-1 0 1 0 0,0 0-1 0 0,0 0 1 0 0,1 0-1 0 0,-1 0 1 0 0,1 0-1 0 0,-1 0 1 0 0,1 0-1 0 0,1-2 1 0 0,-2 3-9 0 0,1-1 0 0 0,0 1 0 0 0,-1 0 0 0 0,1 0 1 0 0,0 0-1 0 0,0-1 0 0 0,-1 1 0 0 0,1 0 0 0 0,0 0 1 0 0,0 0-1 0 0,-1 0 0 0 0,1 1 0 0 0,0-1 0 0 0,0 0 1 0 0,-1 0-1 0 0,1 0 0 0 0,0 1 0 0 0,-1-1 0 0 0,1 0 1 0 0,0 0-1 0 0,-1 1 0 0 0,2 0 0 0 0,4 3 44 0 0,-1-1 1 0 0,0 2-1 0 0,0-1 0 0 0,0 0 0 0 0,6 8 1 0 0,8 10-256 0 0,34 31 1 0 0,-18-24-5403 0 0,-10-11-940 0 0</inkml:trace>
</inkml:ink>
</file>

<file path=ppt/ink/ink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6.06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8290 0 0,'0'2'463'0'0,"2"1"1"0"0,-1-1 0 0 0,0 1-1 0 0,0-1 1 0 0,1 0-1 0 0,0 1 1 0 0,-1-1-1 0 0,1 0 1 0 0,3 2 0 0 0,-1 2 56 0 0,41 55 690 0 0,106 137 1675 0 0,-67-105-4173 0 0,7-9-3403 0 0,-58-59-294 0 0</inkml:trace>
</inkml:ink>
</file>

<file path=ppt/ink/ink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6.4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64 129 10594 0 0,'1'4'449'0'0,"1"-1"0"0"0,-1 1-1 0 0,1-1 1 0 0,0 0 0 0 0,-1 0-1 0 0,1 1 1 0 0,1-1 0 0 0,3 4-1 0 0,1 2 163 0 0,28 45 494 0 0,43 50 1 0 0,-66-90-898 0 0,1 0 1 0 0,0-1 0 0 0,0 0 0 0 0,2-1-1 0 0,0-1 1 0 0,0 0 0 0 0,0-1-1 0 0,24 11 1 0 0,-33-18-296 0 0,1-1 0 0 0,-1 0 0 0 0,1 0 1 0 0,0-1-1 0 0,-1 0 0 0 0,1 0 0 0 0,0 0 0 0 0,-1-1 0 0 0,1 0 0 0 0,0 0 0 0 0,0-1 0 0 0,0 0 0 0 0,11-3 1 0 0,-15 3 45 0 0,0 0 0 0 0,0 0 0 0 0,0 0 0 0 0,0-1 0 0 0,-1 1 0 0 0,1-1 0 0 0,0 0 0 0 0,-1 0 0 0 0,1 0 0 0 0,-1 0 0 0 0,0 0 0 0 0,0 0 0 0 0,0-1 0 0 0,0 1 0 0 0,0-1 0 0 0,0 1 0 0 0,-1-1 0 0 0,1 0 0 0 0,-1 0 0 0 0,0 0 0 0 0,1 0 0 0 0,-1 0 0 0 0,-1 0 0 0 0,1 0 0 0 0,0 0 0 0 0,-1 0 0 0 0,0 0 0 0 0,1 0 0 0 0,-1 0 0 0 0,-1-6 0 0 0,-1-8 130 0 0,-1 0 0 0 0,-1 1-1 0 0,0 0 1 0 0,-1-1 0 0 0,-1 2 0 0 0,0-1 0 0 0,-1 1-1 0 0,-1 0 1 0 0,-16-24 0 0 0,7 15 286 0 0,-1 1 0 0 0,-1 0 0 0 0,-1 1 0 0 0,-38-31 0 0 0,52 47-332 0 0,0 1 0 0 0,-1 0 1 0 0,0 1-1 0 0,0 0 0 0 0,0 0 0 0 0,-1 0 0 0 0,0 1 0 0 0,1 0 0 0 0,-1 1 1 0 0,0-1-1 0 0,0 2 0 0 0,0-1 0 0 0,0 1 0 0 0,-1 0 0 0 0,1 1 0 0 0,0 0 1 0 0,0 0-1 0 0,-1 1 0 0 0,-8 1 0 0 0,9 0-345 0 0,0 1 0 0 0,1-1 1 0 0,-1 1-1 0 0,1 1 0 0 0,0 0 0 0 0,0 0 0 0 0,0 0 1 0 0,0 1-1 0 0,1-1 0 0 0,0 2 0 0 0,0-1 0 0 0,-10 12 1 0 0,10-9 76 0 0,1 1 1 0 0,-1 0 0 0 0,1 0 0 0 0,1 1 0 0 0,0-1 0 0 0,0 1 0 0 0,-3 14 0 0 0,1-4 224 0 0</inkml:trace>
</inkml:ink>
</file>

<file path=ppt/ink/ink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6.8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1 101 6913 0 0,'13'-17'8008'0'0,"2"-8"-5099"0"0,-8 12-3228 0 0,2-1 0 0 0,15-18 0 0 0</inkml:trace>
</inkml:ink>
</file>

<file path=ppt/ink/ink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8.6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214 19 6913 0 0,'-17'-13'3717'0'0,"17"13"-3641"0"0,-1 0 0 0 0,1 1 1 0 0,0-1-1 0 0,0 0 0 0 0,0 0 0 0 0,-1 1 1 0 0,1-1-1 0 0,0 0 0 0 0,0 0 1 0 0,0 0-1 0 0,0 1 0 0 0,0-1 0 0 0,0 0 1 0 0,0 1-1 0 0,0-1 0 0 0,-1 0 1 0 0,1 0-1 0 0,0 1 0 0 0,0-1 1 0 0,0 0-1 0 0,0 1 0 0 0,0-1 0 0 0,0 0 1 0 0,1 0-1 0 0,-1 1 0 0 0,0-1 1 0 0,0 0-1 0 0,0 0 0 0 0,0 1 0 0 0,0-1 1 0 0,0 0-1 0 0,0 0 0 0 0,1 1 1 0 0,-1-1-1 0 0,0 0 0 0 0,18 40 2364 0 0,-15-33-2510 0 0,6 11 48 0 0,-1 1-1 0 0,-1 0 0 0 0,-1 0 1 0 0,-1 1-1 0 0,5 27 1 0 0,-9-42-70 0 0,-1-1 1 0 0,1 1-1 0 0,-1 0 1 0 0,0 0 0 0 0,0-1-1 0 0,0 1 1 0 0,-1 0-1 0 0,1-1 1 0 0,-1 1-1 0 0,0-1 1 0 0,-1 1-1 0 0,1-1 1 0 0,-1 1-1 0 0,0-1 1 0 0,0 0-1 0 0,0 0 1 0 0,-1 0-1 0 0,1 0 1 0 0,-1 0-1 0 0,0 0 1 0 0,0-1 0 0 0,-1 0-1 0 0,1 1 1 0 0,0-1-1 0 0,-1 0 1 0 0,0-1-1 0 0,0 1 1 0 0,0-1-1 0 0,-5 3 1 0 0,4-3 128 0 0,0-1 1 0 0,0 1-1 0 0,0-1 1 0 0,0-1-1 0 0,0 1 1 0 0,0-1-1 0 0,-1 1 1 0 0,1-1 0 0 0,0-1-1 0 0,0 1 1 0 0,0-1-1 0 0,-1 0 1 0 0,1 0-1 0 0,0-1 1 0 0,0 1-1 0 0,0-1 1 0 0,1 0-1 0 0,-1 0 1 0 0,0-1-1 0 0,1 1 1 0 0,-1-1-1 0 0,1 0 1 0 0,0-1-1 0 0,0 1 1 0 0,0-1 0 0 0,-3-3-1 0 0,0 0 10 0 0,1 0 0 0 0,0 0 0 0 0,0-1 0 0 0,0 0 0 0 0,1 0 1 0 0,0 0-1 0 0,1 0 0 0 0,0-1 0 0 0,0 0 0 0 0,1 0 0 0 0,0 0 0 0 0,0 0 0 0 0,-1-14 0 0 0,3 15-28 0 0,1 1-1 0 0,0 0 1 0 0,0-1-1 0 0,1 1 1 0 0,0 0-1 0 0,1-1 1 0 0,-1 1-1 0 0,1 0 1 0 0,0 0-1 0 0,1 0 1 0 0,0 1-1 0 0,0-1 1 0 0,1 0-1 0 0,-1 1 1 0 0,1 0-1 0 0,8-9 1 0 0,-9 11 55 0 0,1 1 1 0 0,-1 0-1 0 0,1 0 1 0 0,0 0-1 0 0,0 1 1 0 0,0-1 0 0 0,0 1-1 0 0,0 0 1 0 0,1 0-1 0 0,-1 1 1 0 0,1-1-1 0 0,-1 1 1 0 0,1 0-1 0 0,-1 0 1 0 0,1 0-1 0 0,0 1 1 0 0,-1 0-1 0 0,1 0 1 0 0,0 0 0 0 0,-1 0-1 0 0,1 1 1 0 0,0-1-1 0 0,-1 1 1 0 0,1 1-1 0 0,-1-1 1 0 0,9 4-1 0 0,-1 1 47 0 0,0 0 1 0 0,0 1-1 0 0,0 1 0 0 0,-1 0 0 0 0,-1 0 0 0 0,1 1 1 0 0,-1 0-1 0 0,-1 1 0 0 0,0 0 0 0 0,0 1 0 0 0,-1 0 1 0 0,0 0-1 0 0,-1 1 0 0 0,7 14 0 0 0,8 22-24 0 0,-1 1 0 0 0,17 65 0 0 0,-32-97-108 0 0,18 59-1576 0 0,-13-40-4660 0 0</inkml:trace>
</inkml:ink>
</file>

<file path=ppt/ink/ink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9.0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1 193 10594 0 0,'5'-22'648'0'0,"3"-2"-389"0"0,15-48 238 0 0,-20 64-838 0 0,0 1 0 0 0,0 0-1 0 0,1 0 1 0 0,0 0-1 0 0,0 1 1 0 0,11-13 0 0 0,-14 18 327 0 0,0 0 0 0 0,0 0 0 0 0,1 0 1 0 0,-1 0-1 0 0,0 0 0 0 0,1 0 0 0 0,-1 0 1 0 0,1 0-1 0 0,-1 0 0 0 0,1 0 0 0 0,-1 1 1 0 0,1-1-1 0 0,0 1 0 0 0,-1-1 0 0 0,1 1 0 0 0,0 0 1 0 0,-1 0-1 0 0,1 0 0 0 0,0-1 0 0 0,-1 2 1 0 0,1-1-1 0 0,0 0 0 0 0,-1 0 0 0 0,1 0 1 0 0,0 1-1 0 0,-1-1 0 0 0,3 1 0 0 0,6 6-39 0 0</inkml:trace>
</inkml:ink>
</file>

<file path=ppt/ink/ink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9.46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8 287 4145 0 0,'-1'3'368'0'0,"0"-5"-296"0"0,-1 1-72 0 0,2-2 0 0 0,-1 0 264 0 0,1 1 40 0 0,0-4 8 0 0,-2-4 0 0 0,2-5-56 0 0,-1-7-16 0 0,1-4 0 0 0,0-3 0 0 0,1-1-320 0 0,2 1-64 0 0,3 0-16 0 0,-1 0 0 0 0,1 0 160 0 0,-2 5 0 0 0</inkml:trace>
</inkml:ink>
</file>

<file path=ppt/ink/ink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9.8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19 223 5065 0 0,'-1'0'210'0'0,"0"0"1"0"0,0 0-1 0 0,0 0 0 0 0,1 0 0 0 0,-1 0 1 0 0,0 0-1 0 0,0 0 0 0 0,0 1 0 0 0,1-1 1 0 0,-1 0-1 0 0,0 0 0 0 0,0 1 0 0 0,0-1 0 0 0,1 0 1 0 0,-1 1-1 0 0,0-1 0 0 0,0 1 0 0 0,1-1 1 0 0,-1 1-1 0 0,1-1 0 0 0,-1 1 0 0 0,0-1 1 0 0,1 1-1 0 0,6 9 4135 0 0,5-1-4551 0 0,36 27 1626 0 0,-1 3 1 0 0,72 81 0 0 0,-103-102-1582 0 0,-10-12-131 0 0,0 0 0 0 0,0 0 0 0 0,0 0-1 0 0,1 0 1 0 0,0-1 0 0 0,0 0 0 0 0,14 8 0 0 0,-34-48-661 0 0,-11-19 1452 0 0,-49-119-312 0 0,61 138-124 0 0,2-1 0 0 0,-14-72 1 0 0,24 100 105 0 0,0 0 1 0 0,1 0-1 0 0,0 0 0 0 0,1-12 1 0 0,-1 19-124 0 0,0 0 0 0 0,0 1 1 0 0,0-1-1 0 0,0 0 0 0 0,0 0 1 0 0,0 0-1 0 0,1 1 0 0 0,-1-1 1 0 0,0 0-1 0 0,0 0 0 0 0,0 1 1 0 0,1-1-1 0 0,-1 0 0 0 0,0 0 0 0 0,1 1 1 0 0,-1-1-1 0 0,1 0 0 0 0,-1 1 1 0 0,1-1-1 0 0,-1 1 0 0 0,1-1 1 0 0,-1 0-1 0 0,1 1 0 0 0,0-1 1 0 0,-1 1-1 0 0,1 0 0 0 0,0-1 1 0 0,-1 1-1 0 0,1-1 0 0 0,0 1 0 0 0,0 0 1 0 0,-1 0-1 0 0,1-1 0 0 0,0 1 1 0 0,0 0-1 0 0,-1 0 0 0 0,1 0 1 0 0,0 0-1 0 0,0 0 0 0 0,0 0 1 0 0,-1 0-1 0 0,1 0 0 0 0,0 0 0 0 0,0 0 1 0 0,0 0-1 0 0,-1 1 0 0 0,1-1 1 0 0,0 0-1 0 0,0 1 0 0 0,-1-1 1 0 0,1 0-1 0 0,0 1 0 0 0,-1-1 1 0 0,1 1-1 0 0,0-1 0 0 0,-1 1 1 0 0,1-1-1 0 0,0 2 0 0 0,14 10 488 0 0,-1 1 1 0 0,0 1-1 0 0,23 28 0 0 0,5 7 27 0 0,93 79 217 0 0,-111-109-1105 0 0,1 0-1 0 0,1-2 0 0 0,0-1 1 0 0,30 13-1 0 0,-23-15-7327 0 0</inkml:trace>
</inkml:ink>
</file>

<file path=ppt/ink/ink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35.0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7834 0 0,'1'6'242'0'0,"0"-1"1"0"0,0 0-1 0 0,1 1 1 0 0,0-1 0 0 0,0 0-1 0 0,1 0 1 0 0,-1 0-1 0 0,1-1 1 0 0,0 1-1 0 0,5 5 1 0 0,1 4 23 0 0,67 97 2385 0 0,150 170 1 0 0,118 80-1043 0 0,-265-281-1389 0 0,1492 1441 1407 0 0,-1536-1490-1603 0 0,393 351 269 0 0,122 109 590 0 0,-420-368-1094 0 0,159 194-1 0 0,-205-209-970 0 0,-4 3-1 0 0,94 175 1 0 0,-60-72-449 0 0,-95-178 1060 0 0</inkml:trace>
</inkml:ink>
</file>

<file path=ppt/ink/ink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35.6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 1 10594 0 0,'-10'6'5964'0'0,"9"-6"-5812"0"0,1 1 1 0 0,0-1 0 0 0,9 19 1893 0 0,27 21-1882 0 0,-32-36 430 0 0,146 137 819 0 0,-83-82-1480 0 0,63 74 0 0 0,-117-118 44 0 0,120 134-3715 0 0,-98-114 2435 0 0</inkml:trace>
</inkml:ink>
</file>

<file path=ppt/ink/ink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36.0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27 207 6913 0 0,'22'24'1709'0'0,"0"1"-985"0"0,-1 0 73 0 0,0-1 1 0 0,2-1-1 0 0,1-1 1 0 0,39 28-1 0 0,-55-45-681 0 0,-1-1 0 0 0,1 0 0 0 0,0 0-1 0 0,0 0 1 0 0,0-1 0 0 0,1 0 0 0 0,-1-1 0 0 0,1 0 0 0 0,-1 0 0 0 0,1-1 0 0 0,0 0-1 0 0,0-1 1 0 0,-1 0 0 0 0,1 0 0 0 0,0-1 0 0 0,0 0 0 0 0,-1 0 0 0 0,1-1-1 0 0,0 0 1 0 0,-1 0 0 0 0,14-7 0 0 0,-20 8-83 0 0,0 1 1 0 0,0-1-1 0 0,0 0 1 0 0,0 0-1 0 0,0 0 0 0 0,0 0 1 0 0,0-1-1 0 0,0 1 0 0 0,0-1 1 0 0,0 1-1 0 0,-1-1 0 0 0,1 0 1 0 0,-1 1-1 0 0,1-1 0 0 0,-1 0 1 0 0,0 0-1 0 0,1 0 1 0 0,-1 0-1 0 0,0 0 0 0 0,0 0 1 0 0,-1 0-1 0 0,2-3 0 0 0,-2 2-22 0 0,0-1 0 0 0,-1 1 0 0 0,1 0 0 0 0,-1 0-1 0 0,1 0 1 0 0,-1 0 0 0 0,0 0 0 0 0,0 1 0 0 0,-1-1-1 0 0,1 0 1 0 0,0 0 0 0 0,-1 1 0 0 0,0-1 0 0 0,1 0-1 0 0,-1 1 1 0 0,-4-4 0 0 0,-37-41 164 0 0,-2 2 0 0 0,-1 2 0 0 0,-3 2 0 0 0,-58-37 0 0 0,88 65-552 0 0,0 1 1 0 0,-1 1-1 0 0,0 0 0 0 0,-29-10 1 0 0,30 16-5351 0 0</inkml:trace>
</inkml:ink>
</file>

<file path=ppt/ink/ink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36.4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 0 3225 0 0,'-4'2'-265'0'0,"3"-2"540"0"0,0 0 1 0 0,1 0-1 0 0,-1 0 0 0 0,0 1 0 0 0,0-1 0 0 0,0 0 0 0 0,0 1 0 0 0,0-1 0 0 0,0 0 0 0 0,0 1 1 0 0,1-1-1 0 0,-1 1 0 0 0,0-1 0 0 0,0 1 0 0 0,1 0 0 0 0,-1-1 0 0 0,0 1 0 0 0,1 0 0 0 0,-1-1 1 0 0,0 1-1 0 0,1 0 0 0 0,-1 0 0 0 0,1 0 0 0 0,-1 0 0 0 0,1-1 0 0 0,0 1 0 0 0,-1 0 1 0 0,1 0-1 0 0,0 0 0 0 0,0 0 0 0 0,0 0 0 0 0,0 0 0 0 0,-1 1 0 0 0,4 11-169 0 0,3 2 77 0 0,1 0 0 0 0,0-1-1 0 0,1 0 1 0 0,1 0 0 0 0,0-1 0 0 0,1 0 0 0 0,20 21 0 0 0,-9-13 97 0 0,2-1 0 0 0,0-1 0 0 0,33 21 0 0 0,-42-30-331 0 0,1-1-1 0 0,1-1 1 0 0,16 6-1 0 0,-28-12 40 0 0,-1-1 0 0 0,1 1 0 0 0,0-1 0 0 0,0 0 0 0 0,0 0 0 0 0,0-1-1 0 0,0 1 1 0 0,0-1 0 0 0,0 0 0 0 0,0 0 0 0 0,0 0 0 0 0,0-1 0 0 0,0 1 0 0 0,0-1 0 0 0,0 0 0 0 0,-1 0-1 0 0,1 0 1 0 0,0 0 0 0 0,4-3 0 0 0,-7 3 19 0 0,0 1 0 0 0,-1 0 0 0 0,1-1 0 0 0,-1 1-1 0 0,1 0 1 0 0,-1-1 0 0 0,1 1 0 0 0,-1-1 0 0 0,1 1 0 0 0,-1-1 0 0 0,0 1 0 0 0,1-1-1 0 0,-1 1 1 0 0,0-1 0 0 0,1 1 0 0 0,-1-1 0 0 0,0 0 0 0 0,0 1 0 0 0,1-1-1 0 0,-1 1 1 0 0,0-1 0 0 0,0 0 0 0 0,0 1 0 0 0,0-1 0 0 0,0 0 0 0 0,0 1-1 0 0,0-1 1 0 0,0 1 0 0 0,0-1 0 0 0,0 0 0 0 0,-1-1 0 0 0,1 1 78 0 0,-1-1 0 0 0,0 0-1 0 0,-1 1 1 0 0,1-1 0 0 0,0 1 0 0 0,0-1 0 0 0,-1 1 0 0 0,1 0-1 0 0,-1 0 1 0 0,-2-3 0 0 0,-2 1 210 0 0,1-1-1 0 0,-1 1 1 0 0,0 1 0 0 0,1-1-1 0 0,-13-3 1 0 0,13 6-418 0 0,0 0 0 0 0,0 0 0 0 0,1 0 0 0 0,-1 1 0 0 0,0 0 0 0 0,1 0 1 0 0,-1 0-1 0 0,1 0 0 0 0,-1 1 0 0 0,1 0 0 0 0,0 0 0 0 0,-1 0 0 0 0,1 0 0 0 0,0 1 0 0 0,0 0 1 0 0,1-1-1 0 0,-1 1 0 0 0,0 1 0 0 0,1-1 0 0 0,-3 4 0 0 0,-4 6-5322 0 0</inkml:trace>
</inkml:ink>
</file>

<file path=ppt/ink/ink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36.86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7 110 9674 0 0,'-4'1'864'0'0,"2"-1"-696"0"0,1 0-168 0 0,1-1 128 0 0,0-1 0 0 0,0-1-8 0 0,1-2 0 0 0,4-3-616 0 0,-3-2-120 0 0,4-1-24 0 0,-2 0-8 0 0,1 0 504 0 0,2 1 144 0 0,2-1 0 0 0,-3 2 0 0 0,3-1-88 0 0,-1 2 88 0 0</inkml:trace>
</inkml:ink>
</file>

<file path=ppt/ink/ink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37.22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0 136 2761 0 0,'0'8'248'0'0,"0"-5"-248"0"0,1 1 608 0 0,1-5-296 0 0,-1-1 0 0 0,2-3-600 0 0,1-4-112 0 0,0-3-24 0 0,-1-2-8 0 0,1-2 336 0 0,2-3 96 0 0,-1-1 0 0 0,2 1 0 0 0,-2 2 0 0 0,1 1 0 0 0</inkml:trace>
</inkml:ink>
</file>

<file path=ppt/ink/ink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37.66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25 10594 0 0,'-14'-25'5887'0'0,"24"34"-4554"0"0,167 188 1531 0 0,116 119-5531 0 0,-267-291 1947 0 0,63 59-6058 0 0,-70-69 2602 0 0</inkml:trace>
</inkml:ink>
</file>

<file path=ppt/ink/ink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38.1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102 441 1840 0 0,'-28'-29'-37'0'0,"9"10"3492"0"0,1-1 1 0 0,-18-26-1 0 0,48 50 77 0 0,9 8-2703 0 0,22 19 437 0 0,-8-4-434 0 0,57 33-1 0 0,-82-55-808 0 0,0 0 1 0 0,0 0-1 0 0,0-1 1 0 0,1 0-1 0 0,-1-1 0 0 0,1 0 1 0 0,0-1-1 0 0,0 0 1 0 0,0 0-1 0 0,0-1 1 0 0,13-1-1 0 0,-22 0-23 0 0,1 0-1 0 0,-1 0 0 0 0,1 0 1 0 0,-1-1-1 0 0,1 1 1 0 0,0-1-1 0 0,-1 0 1 0 0,0 1-1 0 0,1-1 0 0 0,-1 0 1 0 0,1 0-1 0 0,-1-1 1 0 0,0 1-1 0 0,0 0 0 0 0,0-1 1 0 0,0 1-1 0 0,0-1 1 0 0,3-3-1 0 0,-5 4-7 0 0,1-1 0 0 0,-1 0 0 0 0,1 0-1 0 0,-1 1 1 0 0,0-1 0 0 0,0 0 0 0 0,0 0 0 0 0,0 0-1 0 0,0 1 1 0 0,0-1 0 0 0,0 0 0 0 0,0 0 0 0 0,-1 0 0 0 0,1 1-1 0 0,-1-1 1 0 0,0 0 0 0 0,1 0 0 0 0,-1 1 0 0 0,0-1-1 0 0,0 1 1 0 0,0-1 0 0 0,0 1 0 0 0,0-1 0 0 0,0 1 0 0 0,0 0-1 0 0,-3-2 1 0 0,-50-62-40 0 0,31 39 60 0 0,0-2 0 0 0,2 0 0 0 0,-19-34 0 0 0,-11-39-29 0 0,45 87 53 0 0,0-1-1 0 0,2 1 1 0 0,0-1 0 0 0,0 1 0 0 0,-2-23 0 0 0,6 37-8 0 0,0-1 1 0 0,0 1 0 0 0,0 0-1 0 0,0-1 1 0 0,0 1 0 0 0,0-1-1 0 0,0 1 1 0 0,0 0 0 0 0,0-1 0 0 0,0 1-1 0 0,0-1 1 0 0,0 1 0 0 0,0 0-1 0 0,0-1 1 0 0,0 1 0 0 0,0-1-1 0 0,0 1 1 0 0,1 0 0 0 0,-1-1 0 0 0,0 1-1 0 0,0 0 1 0 0,0-1 0 0 0,1 1-1 0 0,-1 0 1 0 0,0-1 0 0 0,1 1 0 0 0,-1 0-1 0 0,0-1 1 0 0,0 1 0 0 0,1 0-1 0 0,-1 0 1 0 0,1-1 0 0 0,12 6 527 0 0,18 23-88 0 0,-25-22-372 0 0,36 33 96 0 0,1-1 0 0 0,3-2 0 0 0,0-2 0 0 0,75 41 0 0 0,-88-59-22 0 0,-17-9-659 0 0,0 1 0 0 0,-1 1 0 0 0,23 15 0 0 0</inkml:trace>
</inkml:ink>
</file>

<file path=ppt/ink/ink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40.7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13 5065 0 0,'-10'-13'4932'0'0,"21"20"-3617"0"0,135 122 2911 0 0,-27-22-4089 0 0,-81-75-823 0 0,-1-1-268 0 0</inkml:trace>
</inkml:ink>
</file>

<file path=ppt/ink/ink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43.26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76 179 6449 0 0,'-1'1'173'0'0,"0"-1"-1"0"0,1 0 0 0 0,-1 1 0 0 0,0-1 1 0 0,0 1-1 0 0,0-1 0 0 0,1 1 0 0 0,-1-1 1 0 0,0 1-1 0 0,1-1 0 0 0,-1 1 0 0 0,1 0 1 0 0,-1-1-1 0 0,0 1 0 0 0,1 0 0 0 0,0 0 0 0 0,-1-1 1 0 0,1 1-1 0 0,-1 0 0 0 0,1 0 0 0 0,0 0 1 0 0,-1 0-1 0 0,1-1 0 0 0,0 1 0 0 0,0 0 1 0 0,0 0-1 0 0,0 0 0 0 0,0 1 0 0 0,0 0-22 0 0,1 0 1 0 0,0 0-1 0 0,-1 0 0 0 0,1 0 0 0 0,0 0 0 0 0,0 0 0 0 0,0 0 0 0 0,0-1 0 0 0,1 1 0 0 0,-1 0 0 0 0,3 2 1 0 0,3 3 30 0 0,1 0 0 0 0,1 0 1 0 0,11 8-1 0 0,18 10 184 0 0,93 56 1038 0 0,-114-72-1174 0 0,0-1 0 0 0,1-1 1 0 0,0 0-1 0 0,0-2 0 0 0,37 8 0 0 0,-53-13-208 0 0,0 1 0 0 0,1-1 0 0 0,-1 1-1 0 0,0-1 1 0 0,1 0 0 0 0,-1 0 0 0 0,0 0-1 0 0,0 0 1 0 0,1-1 0 0 0,-1 1 0 0 0,0 0-1 0 0,0-1 1 0 0,1 0 0 0 0,-1 1-1 0 0,0-1 1 0 0,0 0 0 0 0,0 0 0 0 0,0 0-1 0 0,0-1 1 0 0,0 1 0 0 0,0 0 0 0 0,3-3-1 0 0,-4 1 38 0 0,0 0 0 0 0,0 1 0 0 0,0-1 0 0 0,0 0-1 0 0,0 0 1 0 0,-1 1 0 0 0,1-1 0 0 0,-1 0 0 0 0,0 0 0 0 0,1 0-1 0 0,-1 0 1 0 0,-1 0 0 0 0,1 1 0 0 0,0-1 0 0 0,-1 0-1 0 0,1 0 1 0 0,-2-4 0 0 0,-5-14 10 0 0,0-1 1 0 0,-1 1-1 0 0,-1 1 0 0 0,-1 0 1 0 0,-1 0-1 0 0,-1 1 0 0 0,-1 0 0 0 0,0 1 1 0 0,-1 0-1 0 0,-1 1 0 0 0,-1 1 1 0 0,0 1-1 0 0,-1 0 0 0 0,0 1 1 0 0,-2 1-1 0 0,1 0 0 0 0,-22-10 1 0 0,30 19-96 0 0,0 0 0 0 0,0 0 1 0 0,-1 1-1 0 0,1 1 0 0 0,-1 0 0 0 0,0 0 1 0 0,0 1-1 0 0,0 0 0 0 0,-18 1 1 0 0,24 1-152 0 0,-1 0 0 0 0,0 0 0 0 0,0 0 1 0 0,1 0-1 0 0,-1 1 0 0 0,1 0 0 0 0,-1 1 0 0 0,-8 4 1 0 0,11-5-240 0 0,-1 0 0 0 0,1 1 0 0 0,0 0 0 0 0,0 0 0 0 0,0 0 0 0 0,0 0 1 0 0,1 0-1 0 0,-1 0 0 0 0,1 1 0 0 0,0-1 0 0 0,0 1 0 0 0,0 0 0 0 0,-2 4 1 0 0,-1 10-4830 0 0</inkml:trace>
</inkml:ink>
</file>

<file path=ppt/ink/ink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43.7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134 19 6913 0 0,'0'0'153'0'0,"0"1"-1"0"0,1 0 0 0 0,0-1 1 0 0,-1 1-1 0 0,1-1 0 0 0,-1 1 1 0 0,1-1-1 0 0,0 1 0 0 0,-1-1 0 0 0,1 0 1 0 0,0 1-1 0 0,-1-1 0 0 0,1 0 1 0 0,0 1-1 0 0,0-1 0 0 0,-1 0 0 0 0,1 0 1 0 0,0 0-1 0 0,0 0 0 0 0,-1 0 1 0 0,1 0-1 0 0,0 0 0 0 0,0 0 0 0 0,-1 0 1 0 0,1 0-1 0 0,0 0 0 0 0,0 0 1 0 0,0 0-1 0 0,-1-1 0 0 0,1 1 1 0 0,0 0-1 0 0,-1 0 0 0 0,1-1 0 0 0,0 1 1 0 0,-1-1-1 0 0,1 1 0 0 0,0-1 1 0 0,-1 1-1 0 0,1-1 0 0 0,-1 1 0 0 0,1-1 1 0 0,-1 1-1 0 0,1-1 0 0 0,-1 0 1 0 0,1 1-1 0 0,-1-1 0 0 0,0 0 0 0 0,1 1 1 0 0,-1-1-1 0 0,0 0 0 0 0,0 0 1 0 0,1 1-1 0 0,-1-1 0 0 0,0 0 0 0 0,0 0 1 0 0,0 0-1 0 0,0 1 0 0 0,0-1 1 0 0,0 0-1 0 0,0 0 0 0 0,0 1 1 0 0,0-1-1 0 0,-1 0 0 0 0,1 0 0 0 0,0 1 1 0 0,-1-2-1 0 0,9 11 128 0 0,-1 1 0 0 0,0 1 0 0 0,0-1 0 0 0,-1 1 0 0 0,0 1-1 0 0,-1-1 1 0 0,-1 1 0 0 0,4 13 0 0 0,1 6-201 0 0,8 62 0 0 0,-16-84-94 0 0,0 1 1 0 0,-1-1 0 0 0,0 1-1 0 0,-1-1 1 0 0,1 1 0 0 0,-2-1-1 0 0,1 1 1 0 0,-5 10 0 0 0,6-18 5 0 0,-1 0 0 0 0,0 0 0 0 0,0 0-1 0 0,0 0 1 0 0,0 0 0 0 0,0 0 0 0 0,0 0 0 0 0,-1 0 0 0 0,1-1 0 0 0,0 1 0 0 0,-1 0 0 0 0,0-1 0 0 0,1 1 0 0 0,-1-1-1 0 0,0 0 1 0 0,0 0 0 0 0,0 1 0 0 0,0-1 0 0 0,0 0 0 0 0,0-1 0 0 0,0 1 0 0 0,0 0 0 0 0,0-1 0 0 0,0 1 0 0 0,0-1-1 0 0,0 1 1 0 0,-1-1 0 0 0,1 0 0 0 0,0 0 0 0 0,0 0 0 0 0,-1 0 0 0 0,1-1 0 0 0,0 1 0 0 0,0 0 0 0 0,0-1 0 0 0,0 0 0 0 0,0 1-1 0 0,0-1 1 0 0,-1 0 0 0 0,-2-2 0 0 0,-5-2-97 0 0,1 0-1 0 0,0-1 0 0 0,0 0 1 0 0,0 0-1 0 0,1-1 1 0 0,0 0-1 0 0,0 0 1 0 0,0-1-1 0 0,1 0 0 0 0,1-1 1 0 0,-7-9-1 0 0,5 5-47 0 0,-1 0-1 0 0,2-1 1 0 0,0-1-1 0 0,1 1 1 0 0,0-1-1 0 0,-6-29 1 0 0,10 36 116 0 0,1 0 0 0 0,0 0 0 0 0,0 0 0 0 0,1 0 0 0 0,0-1 0 0 0,1 1 1 0 0,0 0-1 0 0,0 0 0 0 0,3-11 0 0 0,-3 16 65 0 0,0 1 0 0 0,0 0 0 0 0,0-1 0 0 0,0 1 0 0 0,0 0 0 0 0,0 0 0 0 0,0 0 0 0 0,1 0 0 0 0,-1 0 0 0 0,1 0 0 0 0,0 1 0 0 0,-1-1 0 0 0,1 1 0 0 0,0-1 0 0 0,0 1-1 0 0,0-1 1 0 0,0 1 0 0 0,0 0 0 0 0,1 0 0 0 0,-1 0 0 0 0,0 0 0 0 0,0 0 0 0 0,1 1 0 0 0,-1-1 0 0 0,0 1 0 0 0,1-1 0 0 0,-1 1 0 0 0,1 0 0 0 0,-1 0 0 0 0,0 0 0 0 0,1 0 0 0 0,-1 0 0 0 0,1 1 0 0 0,-1-1 0 0 0,4 2 0 0 0,4 1 160 0 0,-1 0 0 0 0,1 1 0 0 0,0 0 0 0 0,-1 1 1 0 0,0 0-1 0 0,0 1 0 0 0,0 0 0 0 0,-1 0 0 0 0,0 0 1 0 0,0 1-1 0 0,-1 1 0 0 0,13 14 0 0 0,6 11 214 0 0,38 65 1 0 0,-56-85-350 0 0,41 71-111 0 0,31 50-2157 0 0,-64-111 286 0 0,1 0 0 0 0,0 0 0 0 0,28 24 0 0 0,-24-28-173 0 0</inkml:trace>
</inkml:ink>
</file>

<file path=ppt/ink/ink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44.1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24 188 3209 0 0,'-1'0'173'0'0,"1"0"1"0"0,-1 0 0 0 0,0 0 0 0 0,1 0 0 0 0,-1 0-1 0 0,0 0 1 0 0,0 0 0 0 0,1 0 0 0 0,-1 0 0 0 0,0 0 0 0 0,1-1-1 0 0,-1 1 1 0 0,0 0 0 0 0,1 0 0 0 0,-1-1 0 0 0,0 1-1 0 0,1 0 1 0 0,-1-1 0 0 0,1 1 0 0 0,-1-1 0 0 0,0 1-1 0 0,1 0 1 0 0,-1-1 0 0 0,1 0 0 0 0,-1 1 0 0 0,1-1-1 0 0,0 1 1 0 0,-1-1 0 0 0,1 1 0 0 0,0-1 0 0 0,-1 0-1 0 0,1 1 1 0 0,-1-2 0 0 0,0-2 459 0 0,0 0 1 0 0,1 1-1 0 0,-1-1 0 0 0,0 0 1 0 0,1 0-1 0 0,0 0 0 0 0,0-4 1 0 0,6-34 2078 0 0,3 12-3867 0 0,-7 26 702 0 0,0 0 0 0 0,0 0 0 0 0,1 0-1 0 0,-1 1 1 0 0,1-1 0 0 0,0 1 0 0 0,0-1 0 0 0,0 1 0 0 0,1 0 0 0 0,-1 0-1 0 0,1 0 1 0 0,0 1 0 0 0,-1-1 0 0 0,1 1 0 0 0,0 0 0 0 0,1 0 0 0 0,6-2 0 0 0,28-6 391 0 0,-22 8 116 0 0</inkml:trace>
</inkml:ink>
</file>

<file path=ppt/ink/ink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44.5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4 247 10594 0 0,'-4'-56'507'0'0,"5"33"-719"0"0,0 0 0 0 0,2 0 0 0 0,0 0 0 0 0,2 0 0 0 0,9-30 0 0 0,-5 31 201 0 0</inkml:trace>
</inkml:ink>
</file>

<file path=ppt/ink/ink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45.0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59 48 6913 0 0,'-12'8'714'0'0,"-18"12"158"0"0,13-17 3880 0 0,24 8-3361 0 0,-1 1-1 0 0,0 0 1 0 0,4 13 0 0 0,11 24 1256 0 0,5-1-2779 0 0,2 0 0 0 0,2-2 1 0 0,2-1-1 0 0,1-1 0 0 0,3-2 0 0 0,2-2 1 0 0,71 61-1 0 0,-83-82-67 0 0,1 0 1 0 0,55 28-1 0 0,-70-41 45 0 0,0-1-1 0 0,1 0 1 0 0,-1-1-1 0 0,1 0 0 0 0,0-1 1 0 0,0-1-1 0 0,0 0 0 0 0,0 0 1 0 0,0-2-1 0 0,14 0 1 0 0,-25 0 113 0 0,0 0 0 0 0,0 0 0 0 0,-1 0 0 0 0,1-1 0 0 0,0 1 0 0 0,0-1 0 0 0,0 1 0 0 0,0-1 0 0 0,-1 0 0 0 0,1 0 0 0 0,0 0 0 0 0,-1 0 0 0 0,1 0 0 0 0,-1 0 0 0 0,1 0 0 0 0,-1 0 0 0 0,1-1 0 0 0,-1 1 0 0 0,0-1 0 0 0,1 1 0 0 0,-1-1 0 0 0,1-1 0 0 0,-1 0-5 0 0,0-1 0 0 0,0 1 0 0 0,0 0 0 0 0,0-1 0 0 0,0 1 1 0 0,-1-1-1 0 0,0 1 0 0 0,1-1 0 0 0,-1 1 0 0 0,0-1 0 0 0,-1-4 0 0 0,-2-9-62 0 0,-1 0 0 0 0,-1 1 0 0 0,-12-31 0 0 0,16 44 94 0 0,-5-13 23 0 0,-1 1-1 0 0,-1 0 0 0 0,0 1 1 0 0,0-1-1 0 0,-2 2 0 0 0,0-1 1 0 0,-19-19-1 0 0,22 26-16 0 0,-1 1 0 0 0,1-1 0 0 0,-1 1 0 0 0,-1 1 0 0 0,1 0 0 0 0,-1 0 0 0 0,0 0 0 0 0,0 1 0 0 0,-1 1 0 0 0,1-1 0 0 0,-1 2 0 0 0,0-1 0 0 0,-18-1 0 0 0,24 3 68 0 0,-1 1 0 0 0,1-1 0 0 0,0 0 0 0 0,-1 0 0 0 0,1 0 0 0 0,0 0 0 0 0,0-1 0 0 0,0 0 0 0 0,0 1 0 0 0,0-2 0 0 0,0 1 0 0 0,0 0 0 0 0,1-1 0 0 0,-1 0 0 0 0,1 0 0 0 0,0 0 0 0 0,0 0 0 0 0,-5-6 0 0 0,5 4-59 0 0,0-1 0 0 0,0 0 0 0 0,1 1-1 0 0,-1-1 1 0 0,1 0 0 0 0,1 0 0 0 0,-1-1 0 0 0,1 1-1 0 0,0 0 1 0 0,0 0 0 0 0,1-13 0 0 0,1 6-23 0 0,0-1 1 0 0,1 1-1 0 0,0-1 1 0 0,1 1-1 0 0,0 0 0 0 0,1 0 1 0 0,1 0-1 0 0,0 0 1 0 0,1 1-1 0 0,0 0 1 0 0,12-17-1 0 0,-15 24 143 0 0,0 1 1 0 0,1 0-1 0 0,-1 1 0 0 0,1-1 0 0 0,0 1 1 0 0,0-1-1 0 0,0 1 0 0 0,0 0 0 0 0,0 1 1 0 0,1-1-1 0 0,-1 1 0 0 0,1 0 1 0 0,0 0-1 0 0,-1 0 0 0 0,1 0 0 0 0,0 1 1 0 0,0 0-1 0 0,0 0 0 0 0,1 0 0 0 0,-1 1 1 0 0,0 0-1 0 0,0 0 0 0 0,0 0 1 0 0,0 1-1 0 0,0-1 0 0 0,0 1 0 0 0,0 0 1 0 0,0 1-1 0 0,0-1 0 0 0,0 1 0 0 0,9 4 1 0 0,-1 2 81 0 0,1 0-1 0 0,-1 1 1 0 0,0 0 0 0 0,-1 1 0 0 0,0 0 0 0 0,-1 1 0 0 0,0 0 0 0 0,0 1-1 0 0,10 15 1 0 0,4 9-239 0 0,-5-7 275 0 0,45 50 0 0 0,-56-70-463 0 0,1 0 1 0 0,0-1-1 0 0,0 0 1 0 0,1 0-1 0 0,0-1 0 0 0,1 0 1 0 0,-1-1-1 0 0,22 7 0 0 0,2-2-7432 0 0</inkml:trace>
</inkml:ink>
</file>

<file path=ppt/ink/ink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6:52.6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10594 0 0,'6'5'2971'0'0,"29"25"-1509"0"0,-1 1-489 0 0,-1 0-1 0 0,48 62 0 0 0,46 82 739 0 0,-118-163-1642 0 0,300 496 1778 0 0,-147-230-1536 0 0,101 181-234 0 0,90 145-295 0 0,-297-508-256 0 0,74 182 0 0 0,-44-85-787 0 0,-39-103-1401 0 0,-35-66-3470 0 0</inkml:trace>
</inkml:ink>
</file>

<file path=ppt/ink/ink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6:53.2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177 1 920 0 0,'-23'3'308'0'0,"7"-1"575"0"0,1 0 0 0 0,-1 1-1 0 0,1 1 1 0 0,0 1 0 0 0,-19 7 0 0 0,32-11-633 0 0,-1 1 0 0 0,0-1 0 0 0,1 1 0 0 0,-1-1 0 0 0,1 1 0 0 0,-1 0 0 0 0,1 0 0 0 0,0 0 0 0 0,0 0 0 0 0,0 0 0 0 0,0 1 0 0 0,0-1 0 0 0,0 1 0 0 0,1-1 0 0 0,-1 1 0 0 0,1 0 0 0 0,0-1 0 0 0,0 1 0 0 0,0 0 0 0 0,0 0 0 0 0,0 0 0 0 0,1 0 0 0 0,-1 0 0 0 0,1 0 0 0 0,0 0 0 0 0,0 0 0 0 0,0 0 0 0 0,0 0 0 0 0,0 0 0 0 0,1 0 0 0 0,-1 0 0 0 0,1 0 0 0 0,0 0 0 0 0,1 3 0 0 0,-1-4-134 0 0,0 0-1 0 0,0 0 1 0 0,0-1-1 0 0,1 1 0 0 0,-1 0 1 0 0,0 0-1 0 0,1-1 1 0 0,-1 1-1 0 0,1-1 0 0 0,0 0 1 0 0,0 1-1 0 0,-1-1 1 0 0,1 0-1 0 0,0 0 0 0 0,0 0 1 0 0,0 0-1 0 0,0 0 1 0 0,4 1-1 0 0,46 9 110 0 0,-34-7-29 0 0,261 81-46 0 0,-112-29-153 0 0,-45-24-125 0 0,2-5 0 0 0,1-5 0 0 0,0-5 0 0 0,2-6 0 0 0,-1-6 0 0 0,156-13 0 0 0,-8-20-732 0 0,5-1 247 0 0,-271 29 609 0 0,84-2-9 0 0,-84 3 13 0 0,0-1 0 0 0,1 1 0 0 0,-1 1 1 0 0,0 0-1 0 0,0 0 0 0 0,0 0 0 0 0,0 1 0 0 0,12 6 0 0 0,-17-7 25 0 0,-1 1 1 0 0,1-1-1 0 0,-1 0 0 0 0,1 1 0 0 0,-1-1 0 0 0,0 1 0 0 0,0 0 0 0 0,0 0 1 0 0,0 0-1 0 0,-1 0 0 0 0,1 0 0 0 0,-1 0 0 0 0,0 0 0 0 0,0 1 0 0 0,0-1 1 0 0,0 0-1 0 0,0 1 0 0 0,-1-1 0 0 0,0 0 0 0 0,1 1 0 0 0,-1-1 0 0 0,-1 1 1 0 0,1-1-1 0 0,0 1 0 0 0,-1-1 0 0 0,-1 7 0 0 0,-3 10 183 0 0,-1-1 0 0 0,0 1 0 0 0,-12 23-1 0 0,12-28-126 0 0,-150 310 221 0 0,2-3-940 0 0,-39 200 931 0 0,143-377 512 0 0,-97 220 2297 0 0,77-202-2934 0 0,-59 208 0 0 0,116-320-894 0 0</inkml:trace>
</inkml:ink>
</file>

<file path=ppt/ink/ink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6:54.7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931 13 3225 0 0,'0'-1'114'0'0,"0"1"1"0"0,0-1 0 0 0,0 1-1 0 0,0 0 1 0 0,0-1-1 0 0,0 1 1 0 0,0-1 0 0 0,0 1-1 0 0,0-1 1 0 0,0 1 0 0 0,-1-1-1 0 0,1 1 1 0 0,0 0-1 0 0,0-1 1 0 0,0 1 0 0 0,0-1-1 0 0,-1 1 1 0 0,1 0 0 0 0,0-1-1 0 0,0 1 1 0 0,-1 0-1 0 0,1-1 1 0 0,0 1 0 0 0,-1 0-1 0 0,1 0 1 0 0,0-1 0 0 0,-1 1-1 0 0,1 0 1 0 0,-1 0-1 0 0,1-1 1 0 0,0 1 0 0 0,-1 0-1 0 0,1 0 1 0 0,-1 0 0 0 0,1 0-1 0 0,0 0 1 0 0,-1 0-1 0 0,1 0 1 0 0,-1-1 0 0 0,1 1-1 0 0,-1 1 1 0 0,1-1 0 0 0,-1 0-1 0 0,1 0 1 0 0,0 0-1 0 0,-1 0 1 0 0,1 0 0 0 0,-1 0-1 0 0,1 0 1 0 0,0 0 0 0 0,-1 1-1 0 0,1-1 1 0 0,-1 0-1 0 0,1 0 1 0 0,0 1 0 0 0,-1-1-1 0 0,1 0 1 0 0,0 0 0 0 0,-1 1-1 0 0,-27 19 2254 0 0,24-16-2053 0 0,-86 58 1713 0 0,-3-3-1 0 0,-126 57 0 0 0,-21 14-754 0 0,179-98-1558 0 0,44-24-534 0 0,0 0 1 0 0,1 1-1 0 0,0 1 0 0 0,0 0 1 0 0,1 1-1 0 0,1 1 0 0 0,-24 24 1 0 0,34-31 534 0 0,1 1 0 0 0,0-1 1 0 0,0 1-1 0 0,1-1 0 0 0,-4 10 1 0 0,4-8 249 0 0,-3 8 34 0 0</inkml:trace>
</inkml:ink>
</file>

<file path=ppt/ink/ink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6:55.9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0 232 6913 0 0,'0'-1'529'0'0,"1"-1"-349"0"0,0-1 1 0 0,0 0 0 0 0,0 1-1 0 0,1-1 1 0 0,-1 1 0 0 0,1-1 0 0 0,-1 1-1 0 0,1-1 1 0 0,3-2 0 0 0,2-4 235 0 0,13-23 457 0 0,42-59 1744 0 0,-16 33-3684 0 0,-34 45-3291 0 0</inkml:trace>
</inkml:ink>
</file>

<file path=ppt/ink/ink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01.4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18 139 5985 0 0,'-12'14'1004'0'0,"12"-13"-853"0"0,-1-1 0 0 0,1 0 0 0 0,0 0 0 0 0,-1 1 0 0 0,1-1 0 0 0,0 1 0 0 0,-1-1 0 0 0,1 0-1 0 0,0 1 1 0 0,-1-1 0 0 0,1 1 0 0 0,0-1 0 0 0,0 1 0 0 0,0-1 0 0 0,-1 1 0 0 0,1-1 0 0 0,0 0 0 0 0,0 1 0 0 0,0-1 0 0 0,0 1 0 0 0,0-1-1 0 0,0 1 1 0 0,0-1 0 0 0,0 1 0 0 0,0-1 0 0 0,0 1 0 0 0,0-1 0 0 0,0 1 0 0 0,0-1 0 0 0,1 2 0 0 0,2-4 213 0 0,0-1-1 0 0,-1 1 1 0 0,1 0 0 0 0,-1-1 0 0 0,1 0 0 0 0,-1 1-1 0 0,0-1 1 0 0,3-5 0 0 0,26-49 610 0 0,-9 15-1749 0 0,-5 15-3021 0 0,-7 13-1084 0 0</inkml:trace>
</inkml:ink>
</file>

<file path=ppt/ink/ink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02.06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59 1 6913 0 0,'-34'0'2070'0'0,"9"0"2406"0"0,33 2-3905 0 0,0 2 1 0 0,0-1-1 0 0,-1 1 0 0 0,1 0 1 0 0,-1 1-1 0 0,0-1 0 0 0,9 9 1 0 0,-1-2 11 0 0,34 27-809 0 0,66 66 0 0 0,-43-38-2660 0 0,-45-41 1702 0 0</inkml:trace>
</inkml:ink>
</file>

<file path=ppt/ink/ink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05.1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89 542 3681 0 0,'-15'23'1798'0'0,"1"0"0"0"0,-19 43 0 0 0,14-27 88 0 0,11-17 1177 0 0,13-17-1458 0 0,9-8-1024 0 0,-3-3-534 0 0,0-1-1 0 0,-1 0 1 0 0,0-1 0 0 0,0 0-1 0 0,-1-1 1 0 0,0 0 0 0 0,0 0-1 0 0,12-19 1 0 0,25-24 181 0 0,1 10 31 0 0,91-62-1 0 0,63-21 177 0 0,-21 14 14 0 0,41-38-2100 0 0,-164 116-2436 0 0,-43 23-624 0 0</inkml:trace>
</inkml:ink>
</file>

<file path=ppt/ink/ink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05.7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142 29 3081 0 0,'-9'4'355'0'0,"0"0"0"0"0,1 1 1 0 0,-1 0-1 0 0,1 0 1 0 0,0 1-1 0 0,1 0 0 0 0,-1 0 1 0 0,1 1-1 0 0,0 0 0 0 0,1 0 1 0 0,-8 11-1 0 0,9-11-155 0 0,0-1 0 0 0,1 1 0 0 0,0 0 0 0 0,0 0 1 0 0,1 0-1 0 0,0 0 0 0 0,0 0 0 0 0,0 1 0 0 0,1 0 0 0 0,0-1 0 0 0,1 1 0 0 0,0 0 0 0 0,0 0 0 0 0,1 11 0 0 0,0-18-152 0 0,1 1 1 0 0,-1 0-1 0 0,1-1 0 0 0,0 1 1 0 0,-1-1-1 0 0,1 1 0 0 0,0-1 0 0 0,0 0 1 0 0,0 1-1 0 0,0-1 0 0 0,1 0 0 0 0,-1 0 1 0 0,0 1-1 0 0,0-1 0 0 0,1 0 0 0 0,-1 0 1 0 0,0 0-1 0 0,1-1 0 0 0,-1 1 1 0 0,1 0-1 0 0,0 0 0 0 0,-1-1 0 0 0,1 1 1 0 0,-1-1-1 0 0,1 0 0 0 0,0 1 0 0 0,-1-1 1 0 0,1 0-1 0 0,0 0 0 0 0,-1 0 0 0 0,1 0 1 0 0,0 0-1 0 0,1-1 0 0 0,5 1-61 0 0,0 0-1 0 0,0-1 0 0 0,0-1 1 0 0,0 1-1 0 0,12-5 0 0 0,-15 4-22 0 0,-1 1 0 0 0,1-1 0 0 0,-1 0 0 0 0,0-1-1 0 0,0 1 1 0 0,0-1 0 0 0,0 0 0 0 0,0 0 0 0 0,-1 0 0 0 0,1 0-1 0 0,-1-1 1 0 0,0 1 0 0 0,0-1 0 0 0,0 0 0 0 0,0 0 0 0 0,-1 0 0 0 0,1 0-1 0 0,-1-1 1 0 0,0 1 0 0 0,-1-1 0 0 0,1 1 0 0 0,-1-1 0 0 0,0 1-1 0 0,0-1 1 0 0,0 0 0 0 0,-1 0 0 0 0,1 1 0 0 0,-1-1 0 0 0,0 0-1 0 0,-1 0 1 0 0,1 0 0 0 0,-1 1 0 0 0,0-1 0 0 0,0 0 0 0 0,0 1-1 0 0,-1-1 1 0 0,0 1 0 0 0,0-1 0 0 0,0 1 0 0 0,0 0 0 0 0,-1 0 0 0 0,1 0-1 0 0,-4-4 1 0 0,0 1 148 0 0,-1 1-1 0 0,0-1 0 0 0,0 2 1 0 0,0-1-1 0 0,0 1 1 0 0,-1 0-1 0 0,0 0 0 0 0,0 1 1 0 0,0 0-1 0 0,0 1 1 0 0,-1 0-1 0 0,0 0 0 0 0,0 1 1 0 0,1 0-1 0 0,-1 0 1 0 0,-10 0-1 0 0,7 4-316 0 0</inkml:trace>
</inkml:ink>
</file>

<file path=ppt/ink/ink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09.08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5985 0 0,'5'17'6421'0'0,"10"11"-4134"0"0,20 23-2225 0 0,-4-18-3408 0 0,-23-27 2203 0 0</inkml:trace>
</inkml:ink>
</file>

<file path=ppt/ink/ink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09.4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2 183 1376 0 0,'-1'0'187'0'0,"10"-32"4554"0"0,0 11-3623 0 0,23-52 1683 0 0,-8 26-4031 0 0,-16 38-253 0 0,-5 9 518 0 0</inkml:trace>
</inkml:ink>
</file>

<file path=ppt/ink/ink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09.7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1376 0 0,'3'24'11'0'0,"1"7"774"0"0,10 42-1 0 0,-12-66-525 0 0,0 1-1 0 0,0-1 1 0 0,1 0-1 0 0,0 0 1 0 0,0 0-1 0 0,1-1 1 0 0,0 1-1 0 0,0-1 1 0 0,0 0 0 0 0,1 0-1 0 0,7 7 1 0 0,-9-11-111 0 0,1 0 0 0 0,-1 0 0 0 0,1 0 0 0 0,0 0 0 0 0,0-1 1 0 0,0 1-1 0 0,0-1 0 0 0,0 0 0 0 0,0 0 0 0 0,1-1 0 0 0,-1 1 1 0 0,0-1-1 0 0,0 0 0 0 0,9-1 0 0 0,-7 1 65 0 0,-1 0-1 0 0,1 0 1 0 0,0 1 0 0 0,-1-1 0 0 0,1 1-1 0 0,7 3 1 0 0,-11-3-190 0 0,0 0 0 0 0,0 0 0 0 0,0 0 0 0 0,0 1 0 0 0,0-1 0 0 0,0 1 0 0 0,0-1 0 0 0,0 1-1 0 0,0 0 1 0 0,-1 0 0 0 0,1 0 0 0 0,-1 0 0 0 0,1 0 0 0 0,-1 0 0 0 0,0 0 0 0 0,0 0 0 0 0,0 0 0 0 0,0 1 0 0 0,1 2 0 0 0,1 5-329 0 0,-1 0 0 0 0,0 1 1 0 0,-1-1-1 0 0,0 0 0 0 0,-1 1 0 0 0,0-1 1 0 0,-2 16-1 0 0,0-5-2596 0 0</inkml:trace>
</inkml:ink>
</file>

<file path=ppt/ink/ink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10.2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18 107 6449 0 0,'-17'-7'4656'0'0,"28"9"-3350"0"0,-5 0-1141 0 0,0 0 1 0 0,0 0 0 0 0,-1 0-1 0 0,1 1 1 0 0,-1 0-1 0 0,0 0 1 0 0,0 0 0 0 0,0 1-1 0 0,9 8 1 0 0,-1 1-37 0 0,21 30 1 0 0,8 8-557 0 0,-42-51 407 0 0,0 0-1 0 0,1 1 1 0 0,-1-1-1 0 0,0 0 1 0 0,0 0-1 0 0,0 0 1 0 0,0 1-1 0 0,0-1 1 0 0,1 0-1 0 0,-1 0 1 0 0,0 1-1 0 0,0-1 1 0 0,0 0-1 0 0,0 0 1 0 0,1 0 0 0 0,-1 0-1 0 0,0 0 1 0 0,0 1-1 0 0,1-1 1 0 0,-1 0-1 0 0,0 0 1 0 0,0 0-1 0 0,1 0 1 0 0,-1 0-1 0 0,0 0 1 0 0,0 0-1 0 0,1 0 1 0 0,-1 0-1 0 0,0 0 1 0 0,0 0 0 0 0,1 0-1 0 0,-1 0 1 0 0,0 0-1 0 0,0 0 1 0 0,1 0-1 0 0,-1 0 1 0 0,0 0-1 0 0,0 0 1 0 0,1 0-1 0 0,-1 0 1 0 0,0 0-1 0 0,0-1 1 0 0,1 1-1 0 0,-1 0 1 0 0,0 0 0 0 0,0 0-1 0 0,0 0 1 0 0,1-1-1 0 0,-1 1 1 0 0,0 0-1 0 0,0 0 1 0 0,0 0-1 0 0,1-1 1 0 0,0-21-1100 0 0,-8-28-648 0 0,0 25 1371 0 0,2 8 492 0 0,1-1 0 0 0,-2-19 0 0 0,5 32 29 0 0,1 1 0 0 0,0 0 0 0 0,0 0 0 0 0,0-1 0 0 0,0 1 0 0 0,1 0 0 0 0,0-1 0 0 0,0 1 0 0 0,0 0 0 0 0,0 0 0 0 0,1 0 0 0 0,-1 0 0 0 0,1 0 0 0 0,3-4 0 0 0,-5 7-84 0 0,0 1-1 0 0,1-1 0 0 0,-1 0 1 0 0,1 1-1 0 0,-1-1 0 0 0,1 1 1 0 0,-1-1-1 0 0,1 1 0 0 0,-1-1 1 0 0,1 1-1 0 0,-1-1 0 0 0,1 1 1 0 0,0 0-1 0 0,-1-1 0 0 0,1 1 0 0 0,0 0 1 0 0,-1-1-1 0 0,1 1 0 0 0,0 0 1 0 0,-1 0-1 0 0,1-1 0 0 0,0 1 1 0 0,0 0-1 0 0,-1 0 0 0 0,1 0 1 0 0,0 0-1 0 0,0 0 0 0 0,-1 0 0 0 0,1 0 1 0 0,0 1-1 0 0,-1-1 0 0 0,1 0 1 0 0,0 0-1 0 0,-1 0 0 0 0,1 1 1 0 0,0-1-1 0 0,-1 0 0 0 0,1 1 1 0 0,0-1-1 0 0,-1 1 0 0 0,1-1 0 0 0,-1 1 1 0 0,1-1-1 0 0,0 2 0 0 0,25 32 213 0 0,-14-16-483 0 0,-5-10-467 0 0,1 0 0 0 0,0 0 0 0 0,14 11 0 0 0,-10-11-3249 0 0</inkml:trace>
</inkml:ink>
</file>

<file path=ppt/ink/ink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10.93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58 517 3681 0 0,'-33'-8'3132'0'0,"31"8"-2911"0"0,1-1 1 0 0,0 1-1 0 0,0-1 0 0 0,-1 1 0 0 0,1-1 0 0 0,0 1 1 0 0,0-1-1 0 0,0 0 0 0 0,-1 0 0 0 0,1 1 1 0 0,0-1-1 0 0,0 0 0 0 0,0 0 0 0 0,0 0 1 0 0,1 0-1 0 0,-1 0 0 0 0,0-1 0 0 0,0 1 0 0 0,1 0 1 0 0,-1 0-1 0 0,0 0 0 0 0,1-1 0 0 0,-1-1 1 0 0,1 3-136 0 0,0-1 1 0 0,0 0 0 0 0,0 1 0 0 0,1-1-1 0 0,-1 1 1 0 0,0-1 0 0 0,0 1 0 0 0,1-1 0 0 0,-1 1-1 0 0,0-1 1 0 0,1 1 0 0 0,-1-1 0 0 0,0 1 0 0 0,1-1-1 0 0,-1 1 1 0 0,1 0 0 0 0,-1-1 0 0 0,1 1-1 0 0,-1-1 1 0 0,1 1 0 0 0,-1 0 0 0 0,1 0 0 0 0,-1-1-1 0 0,1 1 1 0 0,-1 0 0 0 0,1 0 0 0 0,-1 0-1 0 0,1 0 1 0 0,0-1 0 0 0,-1 1 0 0 0,1 0 0 0 0,-1 0-1 0 0,1 0 1 0 0,0 0 0 0 0,-1 0 0 0 0,1 1-1 0 0,-1-1 1 0 0,1 0 0 0 0,0 0 0 0 0,-1 0 0 0 0,1 0-1 0 0,-1 1 1 0 0,1-1 0 0 0,25 9 864 0 0,48 29-317 0 0,0-3 1 0 0,148 46 0 0 0,-210-78-636 0 0,-7-2 2 0 0,0 0 0 0 0,-1 0 1 0 0,1 0-1 0 0,-1 1 0 0 0,1-1 1 0 0,-1 1-1 0 0,1 0 0 0 0,-1 0 1 0 0,5 4-1 0 0,-15-13 301 0 0,0-1 1 0 0,1 0-1 0 0,1 0 0 0 0,-1-1 1 0 0,-3-9-1 0 0,-9-16 189 0 0,-34-52 113 0 0,11 19-367 0 0,-34-73 0 0 0,54 95-565 0 0,2-1 0 0 0,2 0-1 0 0,-11-51 1 0 0,20 56-586 0 0</inkml:trace>
</inkml:ink>
</file>

<file path=ppt/ink/ink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11.8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115 1209 5529 0 0,'-114'131'6432'0'0,"194"-216"-4076"0"0,-45 46-2064 0 0,1 1 0 0 0,2 2 0 0 0,43-31 0 0 0,546-387 3114 0 0,-275 183-2166 0 0,-303 235-1283 0 0,2 3 0 0 0,1 2 0 0 0,1 2 0 0 0,65-25 0 0 0,-93 42-12 0 0,0-1 0 0 0,-1-2-1 0 0,41-32 1 0 0,-34 24-161 0 0,36-21 0 0 0,-46 34-1031 0 0,-20 10 1107 0 0,-1-1-1 0 0,1 1 1 0 0,-1 0-1 0 0,1 0 1 0 0,-1-1-1 0 0,1 1 1 0 0,-1 0 0 0 0,1 0-1 0 0,-1 0 1 0 0,1 0-1 0 0,-1 0 1 0 0,1-1-1 0 0,-1 1 1 0 0,1 0-1 0 0,-1 0 1 0 0,1 0 0 0 0,-1 0-1 0 0,1 1 1 0 0,-1-1-1 0 0,1 0 1 0 0,-1 0-1 0 0,1 0 1 0 0,-1 0-1 0 0,1 0 1 0 0,-1 1-1 0 0,1-1 1 0 0,-1 0 0 0 0,1 0-1 0 0,-1 1 1 0 0,0-1-1 0 0,1 0 1 0 0,-1 1-1 0 0,1-1 1 0 0,-1 0-1 0 0,0 1 1 0 0,1-1 0 0 0,-1 1-1 0 0,1 0 1 0 0</inkml:trace>
</inkml:ink>
</file>

<file path=ppt/ink/ink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12.16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1 260 6913 0 0,'9'-1'606'0'0,"0"0"0"0"0,0-1 0 0 0,0 1 0 0 0,0-2 0 0 0,12-3 0 0 0,-10 0-306 0 0,-1-1 0 0 0,0 1 0 0 0,0-2 0 0 0,0 1 0 0 0,-1-1-1 0 0,0-1 1 0 0,-1 1 0 0 0,1-2 0 0 0,12-18 0 0 0,-19 25-264 0 0,1-1 0 0 0,-1 1 0 0 0,0-1 0 0 0,0 0 0 0 0,-1 0 0 0 0,1 0 0 0 0,-1 0 0 0 0,1 0-1 0 0,-1 0 1 0 0,-1 0 0 0 0,1-1 0 0 0,0 1 0 0 0,-1 0 0 0 0,0-1 0 0 0,0 1 0 0 0,0 0 0 0 0,-1 0 0 0 0,1-1 0 0 0,-1 1 0 0 0,0 0 0 0 0,-1 0 0 0 0,1 0-1 0 0,0 0 1 0 0,-1 0 0 0 0,0 0 0 0 0,0 0 0 0 0,0 1 0 0 0,-1-1 0 0 0,1 1 0 0 0,-1-1 0 0 0,-4-3 0 0 0,5 5 25 0 0,0 0 1 0 0,0 0-1 0 0,0 1 1 0 0,0-1-1 0 0,-1 1 1 0 0,1 0-1 0 0,-1-1 1 0 0,1 1-1 0 0,-1 0 1 0 0,1 0-1 0 0,-1 0 1 0 0,0 1-1 0 0,1-1 1 0 0,-1 1-1 0 0,0-1 1 0 0,1 1-1 0 0,-1 0 1 0 0,0 0-1 0 0,0 0 1 0 0,1 1-1 0 0,-1-1 1 0 0,0 0-1 0 0,0 1 1 0 0,1 0-1 0 0,-1 0 1 0 0,1 0-1 0 0,-5 2 1 0 0</inkml:trace>
</inkml:ink>
</file>

<file path=ppt/ink/ink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14.4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144 19 6233 0 0,'-8'0'116'0'0,"0"0"-1"0"0,-1 0 0 0 0,1-1 1 0 0,0 0-1 0 0,0 0 0 0 0,-15-5 1 0 0,14 3-290 0 0,-1 1 0 0 0,0 0 0 0 0,-18-1 0 0 0,28 3 210 0 0,-1 0 0 0 0,0 0-1 0 0,1 0 1 0 0,-1 0-1 0 0,1 0 1 0 0,-1 0 0 0 0,1 1-1 0 0,-1-1 1 0 0,0 0-1 0 0,1 0 1 0 0,-1 0 0 0 0,1 1-1 0 0,-1-1 1 0 0,1 0-1 0 0,-1 1 1 0 0,1-1 0 0 0,-1 0-1 0 0,1 1 1 0 0,0-1-1 0 0,-1 1 1 0 0,1-1 0 0 0,-1 1-1 0 0,1-1 1 0 0,0 0-1 0 0,-1 1 1 0 0,1-1 0 0 0,0 1-1 0 0,-1 1 1 0 0,1 20-277 0 0,13 19-284 0 0,-11-37 673 0 0,1 1 0 0 0,-1-1 0 0 0,1 0-1 0 0,0 0 1 0 0,1 0 0 0 0,5 6 0 0 0,-8-9-79 0 0,-1-1 1 0 0,1 1-1 0 0,-1-1 1 0 0,1 1 0 0 0,-1-1-1 0 0,1 1 1 0 0,0-1-1 0 0,-1 0 1 0 0,1 1-1 0 0,0-1 1 0 0,-1 0-1 0 0,1 1 1 0 0,0-1 0 0 0,0 0-1 0 0,-1 0 1 0 0,1 0-1 0 0,0 0 1 0 0,0 0-1 0 0,0 0 1 0 0,-1 0-1 0 0,1 0 1 0 0,0 0 0 0 0,0 0-1 0 0,-1 0 1 0 0,1 0-1 0 0,0 0 1 0 0,0-1-1 0 0,-1 1 1 0 0,1 0-1 0 0,0 0 1 0 0,-1-1-1 0 0,1 1 1 0 0,0-1 0 0 0,-1 1-1 0 0,1-1 1 0 0,0 1-1 0 0,-1-1 1 0 0,1 1-1 0 0,-1-1 1 0 0,1 1-1 0 0,-1-1 1 0 0,1 0 0 0 0,-1 1-1 0 0,0-1 1 0 0,1 0-1 0 0,-1 1 1 0 0,0-1-1 0 0,1 0 1 0 0,-1 1-1 0 0,0-1 1 0 0,0 0 0 0 0,0 0-1 0 0,0-2 140 0 0,0 0 0 0 0,0 1 1 0 0,0-1-1 0 0,-1 1 0 0 0,1-1 0 0 0,-1 0 0 0 0,1 1 1 0 0,-1-1-1 0 0,0 1 0 0 0,-2-3 0 0 0,3 3-173 0 0,-1 1-1 0 0,1-1 1 0 0,-1 1-1 0 0,0-1 1 0 0,1 1-1 0 0,-1 0 1 0 0,0-1-1 0 0,0 1 1 0 0,0 0 0 0 0,0-1-1 0 0,0 1 1 0 0,0 0-1 0 0,0 0 1 0 0,-1 0-1 0 0,1 0 1 0 0,0 0-1 0 0,-3-1 1 0 0,4 2-28 0 0,0 0 0 0 0,-1 0 1 0 0,1 0-1 0 0,0 1 0 0 0,-1-1 0 0 0,1 0 1 0 0,0 0-1 0 0,-1 0 0 0 0,1 0 1 0 0,0 1-1 0 0,-1-1 0 0 0,1 0 0 0 0,0 0 1 0 0,-1 1-1 0 0,1-1 0 0 0,0 0 1 0 0,0 0-1 0 0,-1 1 0 0 0,1-1 0 0 0,0 0 1 0 0,0 1-1 0 0,0-1 0 0 0,0 0 0 0 0,-1 1 1 0 0,1-1-1 0 0,0 0 0 0 0,0 1 1 0 0,0-1-1 0 0,0 0 0 0 0,0 1 0 0 0,0-1 1 0 0,0 1-1 0 0,0-1 0 0 0,0 0 1 0 0,0 1-1 0 0,0-1 0 0 0,0 0 0 0 0,0 2 1 0 0,4 13-1569 0 0</inkml:trace>
</inkml:ink>
</file>

<file path=ppt/ink/ink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17.9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1 5065 0 0,'-16'-1'10324'0'0,"18"2"-10243"0"0,1-1 1 0 0,-1 0-1 0 0,1 1 0 0 0,-1 0 1 0 0,0-1-1 0 0,1 1 1 0 0,-1 0-1 0 0,0 0 1 0 0,0 0-1 0 0,0 0 1 0 0,1 1-1 0 0,-1-1 1 0 0,0 1-1 0 0,-1-1 1 0 0,1 1-1 0 0,0 0 0 0 0,0 0 1 0 0,-1-1-1 0 0,1 1 1 0 0,-1 0-1 0 0,0 0 1 0 0,1 1-1 0 0,-1-1 1 0 0,0 0-1 0 0,0 0 1 0 0,0 1-1 0 0,-1-1 1 0 0,1 0-1 0 0,0 1 0 0 0,-1-1 1 0 0,0 1-1 0 0,1-1 1 0 0,-1 1-1 0 0,0-1 1 0 0,-1 5-1 0 0,1-6-117 0 0,0-1 1 0 0,0 1-1 0 0,0 0 0 0 0,0 0 0 0 0,0-1 1 0 0,0 1-1 0 0,0 0 0 0 0,0-1 0 0 0,0 1 1 0 0,0 0-1 0 0,-1 0 0 0 0,1-1 0 0 0,0 1 0 0 0,0 0 1 0 0,-1-1-1 0 0,1 1 0 0 0,0-1 0 0 0,-1 1 1 0 0,1 0-1 0 0,-1-1 0 0 0,1 1 0 0 0,-1-1 1 0 0,1 1-1 0 0,-1-1 0 0 0,1 1 0 0 0,-1-1 1 0 0,0 0-1 0 0,1 1 0 0 0,-1-1 0 0 0,0 0 0 0 0,1 1 1 0 0,-1-1-1 0 0,0 0 0 0 0,1 0 0 0 0,-1 0 1 0 0,0 0-1 0 0,1 1 0 0 0,-1-1 0 0 0,0 0 1 0 0,0 0-1 0 0,1 0 0 0 0,-1-1 0 0 0,0 1 0 0 0,0 0 1 0 0,1 0-1 0 0,-1 0 0 0 0,0 0 0 0 0,1-1 1 0 0,-1 1-1 0 0,0 0 0 0 0,1-1 0 0 0,-1 1 1 0 0,1 0-1 0 0,-1-1 0 0 0,0 1 0 0 0,1-1 0 0 0,-1 1 1 0 0,1-1-1 0 0,-1 1 0 0 0,1-1 0 0 0,-1 1 1 0 0,1-1-1 0 0,0 1 0 0 0,-1-1 0 0 0,1 0 1 0 0,-1-1-1 0 0,-2-3-838 0 0</inkml:trace>
</inkml:ink>
</file>

<file path=ppt/ink/ink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18.3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4 290 6913 0 0,'0'-1'231'0'0,"-1"1"0"0"0,1-1 0 0 0,-1 0-1 0 0,1 0 1 0 0,0 0 0 0 0,-1 0-1 0 0,1-1 1 0 0,0 1 0 0 0,0 0-1 0 0,0 0 1 0 0,0 0 0 0 0,0 0-1 0 0,0 0 1 0 0,0 0 0 0 0,0 0-1 0 0,0 0 1 0 0,0 0 0 0 0,1 0-1 0 0,-1 0 1 0 0,0 0 0 0 0,1 0-1 0 0,-1 0 1 0 0,1 0 0 0 0,-1 0-1 0 0,1 0 1 0 0,-1 0 0 0 0,1 0-1 0 0,1-1 1 0 0,26-34 891 0 0,-12 15-460 0 0,58-80-664 0 0,-21 35-3409 0 0,-35 44 1247 0 0,-7 8 788 0 0</inkml:trace>
</inkml:ink>
</file>

<file path=ppt/ink/ink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18.8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44 0 5985 0 0,'-5'6'373'0'0,"1"-1"1"0"0,-1 1-1 0 0,1 0 0 0 0,0 1 0 0 0,0-1 0 0 0,1 1 0 0 0,-1-1 1 0 0,-3 14-1 0 0,6-18-284 0 0,1 0 0 0 0,-1 0 1 0 0,0 0-1 0 0,1 0 1 0 0,0 1-1 0 0,-1-1 0 0 0,1 0 1 0 0,0 0-1 0 0,0 0 1 0 0,0 0-1 0 0,0 0 0 0 0,1 1 1 0 0,-1-1-1 0 0,1 0 0 0 0,-1 0 1 0 0,1 0-1 0 0,0 0 1 0 0,-1 0-1 0 0,1 0 0 0 0,0 0 1 0 0,0 0-1 0 0,1-1 0 0 0,-1 1 1 0 0,0 0-1 0 0,1-1 1 0 0,-1 1-1 0 0,1-1 0 0 0,-1 1 1 0 0,1-1-1 0 0,-1 1 0 0 0,1-1 1 0 0,0 0-1 0 0,0 0 1 0 0,0 0-1 0 0,2 1 0 0 0,1-1-37 0 0,-1-1-1 0 0,1 1 1 0 0,0-1-1 0 0,0 0 1 0 0,-1 0-1 0 0,1 0 1 0 0,0 0-1 0 0,-1-1 1 0 0,1 0-1 0 0,0 0 1 0 0,-1-1-1 0 0,9-3 1 0 0,30-4-47 0 0,-32 9-27 0 0,0 1 1 0 0,-1 0-1 0 0,1 1 0 0 0,0 0 1 0 0,0 1-1 0 0,-1 0 0 0 0,0 0 1 0 0,1 1-1 0 0,15 9 0 0 0,-8-3 83 0 0,-1 1 0 0 0,0 0-1 0 0,0 2 1 0 0,18 16 0 0 0,-32-25 14 0 0,1-1 0 0 0,-1 1 1 0 0,0 0-1 0 0,-1 0 0 0 0,1 0 1 0 0,-1 0-1 0 0,1 0 0 0 0,-1 0 0 0 0,-1 1 1 0 0,1-1-1 0 0,0 1 0 0 0,-1 0 1 0 0,0-1-1 0 0,0 1 0 0 0,-1 0 0 0 0,1-1 1 0 0,-1 1-1 0 0,0 0 0 0 0,0 0 1 0 0,-1 0-1 0 0,1-1 0 0 0,-1 1 0 0 0,0 0 1 0 0,0-1-1 0 0,-3 7 0 0 0,-1 1 52 0 0,0 0 0 0 0,-1-1-1 0 0,0 1 1 0 0,-1-1 0 0 0,0 0 0 0 0,0-1-1 0 0,-1 0 1 0 0,-13 13 0 0 0,9-13-209 0 0,6-6-1130 0 0</inkml:trace>
</inkml:ink>
</file>

<file path=ppt/ink/ink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19.43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9 163 4609 0 0,'-1'-1'164'0'0,"0"-1"1"0"0,0 0-1 0 0,0 1 0 0 0,0-1 1 0 0,0 0-1 0 0,1 0 0 0 0,-1 0 0 0 0,1 0 1 0 0,-1 0-1 0 0,1 0 0 0 0,0 0 1 0 0,0 0-1 0 0,0 0 0 0 0,0 0 1 0 0,0 0-1 0 0,0 0 0 0 0,0 1 1 0 0,1-1-1 0 0,-1 0 0 0 0,1 0 0 0 0,-1 0 1 0 0,1 0-1 0 0,0 0 0 0 0,0 0 1 0 0,0 1-1 0 0,0-1 0 0 0,0 0 1 0 0,0 1-1 0 0,0-1 0 0 0,3-1 1 0 0,-4 1-94 0 0,1 1 1 0 0,0 0 0 0 0,0-1-1 0 0,0 1 1 0 0,0 0 0 0 0,1 0-1 0 0,-1-1 1 0 0,0 1 0 0 0,0 0-1 0 0,1 0 1 0 0,-1 0 0 0 0,1 1-1 0 0,-1-1 1 0 0,0 0 0 0 0,1 0-1 0 0,0 1 1 0 0,-1-1 0 0 0,1 1-1 0 0,-1 0 1 0 0,1-1 0 0 0,0 1-1 0 0,-1 0 1 0 0,1 0 0 0 0,0 0 0 0 0,-1 0-1 0 0,1 0 1 0 0,0 0 0 0 0,-1 1-1 0 0,1-1 1 0 0,-1 0 0 0 0,1 1-1 0 0,0-1 1 0 0,-1 1 0 0 0,1 0-1 0 0,-1-1 1 0 0,2 2 0 0 0,64 66 1483 0 0,-47-47-1372 0 0,0 0 0 0 0,27 20 0 0 0,-39-32-194 0 0,-8-8 12 0 0,-1-1-1 0 0,1 0 1 0 0,0 0-1 0 0,0 0 1 0 0,0 0-1 0 0,0 0 1 0 0,0 1-1 0 0,-1-1 1 0 0,1 0-1 0 0,0 0 1 0 0,0 0-1 0 0,0 0 1 0 0,-1 0-1 0 0,1 0 1 0 0,0 0 0 0 0,0 0-1 0 0,0 0 1 0 0,-1 0-1 0 0,1 0 1 0 0,0 1-1 0 0,0-1 1 0 0,-1 0-1 0 0,1-1 1 0 0,0 1-1 0 0,0 0 1 0 0,0 0-1 0 0,-1 0 1 0 0,1 0-1 0 0,0 0 1 0 0,0 0-1 0 0,0 0 1 0 0,-1 0 0 0 0,1 0-1 0 0,0 0 1 0 0,0 0-1 0 0,0 0 1 0 0,-1-1-1 0 0,1 1 1 0 0,0 0-1 0 0,0 0 1 0 0,0 0-1 0 0,0 0 1 0 0,0-1-1 0 0,-1 1 1 0 0,1 0-1 0 0,0 0 1 0 0,0 0 0 0 0,0-1-1 0 0,0 1 1 0 0,0 0-1 0 0,-3-3 4 0 0,1 1-1 0 0,0-1 1 0 0,-1 0-1 0 0,1 0 0 0 0,0 0 1 0 0,1 0-1 0 0,-1-1 1 0 0,1 1-1 0 0,-1 0 1 0 0,1-1-1 0 0,0 1 1 0 0,0-1-1 0 0,0 1 1 0 0,1-1-1 0 0,-1 1 1 0 0,1-7-1 0 0,-2-3 2 0 0,-1 1-1 0 0,1 0 1 0 0,0 0-1 0 0,1 0 0 0 0,0 0 1 0 0,1 0-1 0 0,0 0 0 0 0,1 1 1 0 0,0-1-1 0 0,1 0 0 0 0,1 0 1 0 0,4-14-1 0 0,-7 25 33 0 0,1 0-1 0 0,-1 0 1 0 0,1 0-1 0 0,-1 0 1 0 0,1 0-1 0 0,0 0 1 0 0,-1 0 0 0 0,1 0-1 0 0,0 0 1 0 0,0 0-1 0 0,0 0 1 0 0,-1 1-1 0 0,1-1 1 0 0,0 0 0 0 0,0 0-1 0 0,0 1 1 0 0,0-1-1 0 0,0 1 1 0 0,0-1-1 0 0,1 1 1 0 0,-1-1-1 0 0,0 1 1 0 0,0 0 0 0 0,0 0-1 0 0,2-1 1 0 0,-1 1 56 0 0,0 1 1 0 0,0-1 0 0 0,1 1 0 0 0,-1-1-1 0 0,0 1 1 0 0,0 0 0 0 0,0 0 0 0 0,0 0-1 0 0,0 0 1 0 0,0 0 0 0 0,0 0 0 0 0,2 2-1 0 0,7 6 332 0 0,-1 0 0 0 0,-1 1 0 0 0,13 16 0 0 0,-17-20-402 0 0,8 8-221 0 0,1-1 1 0 0,0 0-1 0 0,1-1 1 0 0,0 0 0 0 0,1-2-1 0 0,20 12 1 0 0,-16-10-1085 0 0</inkml:trace>
</inkml:ink>
</file>

<file path=ppt/ink/ink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0.03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66 512 2304 0 0,'-5'-3'265'0'0,"-1"0"0"0"0,1 0 0 0 0,0 0 0 0 0,1-1 0 0 0,-1 0-1 0 0,1 0 1 0 0,-8-9 0 0 0,9 10 286 0 0,1 0 1 0 0,0 0-1 0 0,0 1 0 0 0,0-2 0 0 0,0 1 1 0 0,1 0-1 0 0,-1 0 0 0 0,-1-6 1 0 0,3 8-405 0 0,0 1 1 0 0,0-1-1 0 0,0 0 1 0 0,0 1-1 0 0,0-1 1 0 0,0 1 0 0 0,0-1-1 0 0,0 0 1 0 0,0 1-1 0 0,0-1 1 0 0,0 0-1 0 0,0 1 1 0 0,0-1-1 0 0,1 1 1 0 0,-1-1 0 0 0,0 1-1 0 0,1-1 1 0 0,-1 0-1 0 0,0 1 1 0 0,1-1-1 0 0,-1 1 1 0 0,0-1 0 0 0,1 1-1 0 0,-1 0 1 0 0,1-1-1 0 0,-1 1 1 0 0,1-1-1 0 0,0 1 1 0 0,21-6 2025 0 0,24 9-264 0 0,-26 4-1705 0 0,0 0-1 0 0,-1 1 0 0 0,1 1 0 0 0,22 15 1 0 0,-25-14-55 0 0,0 0 1 0 0,1-1-1 0 0,1-1 1 0 0,-1-1 0 0 0,25 6-1 0 0,-35-11-75 0 0,0-1-1 0 0,0-1 1 0 0,0 1 0 0 0,0-1-1 0 0,0-1 1 0 0,0 1 0 0 0,15-5-1 0 0,-21 5-59 0 0,0 0 0 0 0,-1 0-1 0 0,1-1 1 0 0,-1 1 0 0 0,1-1 0 0 0,-1 1-1 0 0,1-1 1 0 0,-1 0 0 0 0,1 0 0 0 0,-1 1-1 0 0,0-1 1 0 0,1 0 0 0 0,-1 0-1 0 0,0 0 1 0 0,0 0 0 0 0,0-1 0 0 0,0 1-1 0 0,0 0 1 0 0,0 0 0 0 0,0-1-1 0 0,0 1 1 0 0,0-1 0 0 0,0 1 0 0 0,-1-1-1 0 0,1 1 1 0 0,-1-1 0 0 0,1 1-1 0 0,-1-1 1 0 0,1 1 0 0 0,-1-1 0 0 0,0 0-1 0 0,0 1 1 0 0,0-1 0 0 0,0 1 0 0 0,0-1-1 0 0,0 0 1 0 0,-1 1 0 0 0,1-1-1 0 0,0 1 1 0 0,-1-1 0 0 0,1 0 0 0 0,-1 1-1 0 0,0-1 1 0 0,1 1 0 0 0,-2-2-1 0 0,-33-64 411 0 0,20 40-294 0 0,1 1-1 0 0,-10-30 1 0 0,9 11-262 0 0,3 0 1 0 0,-12-73-1 0 0,17 27-3229 0 0</inkml:trace>
</inkml:ink>
</file>

<file path=ppt/ink/ink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48.5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 62 920 0 0,'-3'-5'556'0'0,"-1"1"1"0"0,1-1-1 0 0,0 0 0 0 0,0 0 0 0 0,1 0 1 0 0,-1 0-1 0 0,1 0 0 0 0,1-1 0 0 0,0-10 2815 0 0,10 23-2243 0 0,8 9-84 0 0,18 31 374 0 0,-2 2 1 0 0,31 60-1 0 0,44 111 652 0 0,-90-182-1815 0 0,34 79 22 0 0,-17-36 13 0 0,4-1 0 0 0,55 84 0 0 0,-91-159-372 0 0,15 20-1160 0 0,-17-24 1159 0 0,-1 0 1 0 0,1 0-1 0 0,0 0 1 0 0,0 0 0 0 0,0-1-1 0 0,-1 1 1 0 0,1 0-1 0 0,0 0 1 0 0,0-1 0 0 0,0 1-1 0 0,0 0 1 0 0,0-1-1 0 0,1 1 1 0 0,-1-1 0 0 0,0 0-1 0 0,0 1 1 0 0,0-1-1 0 0,0 0 1 0 0,2 1-1 0 0</inkml:trace>
</inkml:ink>
</file>

<file path=ppt/ink/ink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48.87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45 2304 0 0,'0'-1'175'0'0,"-1"0"1"0"0,0 0-1 0 0,1 0 0 0 0,-1 0 0 0 0,1 0 0 0 0,-1 0 0 0 0,1 0 0 0 0,0 0 0 0 0,-1 0 0 0 0,1 0 0 0 0,0 0 0 0 0,0 0 0 0 0,0-1 0 0 0,0 1 0 0 0,0 0 0 0 0,0 0 0 0 0,0 0 0 0 0,0 0 0 0 0,0-1 0 0 0,0 1 0 0 0,1 0 0 0 0,-1 0 0 0 0,0 0 0 0 0,1 0 0 0 0,-1 0 0 0 0,1 0 0 0 0,-1 0 0 0 0,1 0 0 0 0,0 0 0 0 0,-1 0 0 0 0,1 0 0 0 0,0 0 0 0 0,0 0 0 0 0,-1 1 0 0 0,1-1 0 0 0,0 0 0 0 0,0 0 0 0 0,0 1 0 0 0,0-1 0 0 0,0 1 0 0 0,0-1 0 0 0,0 1 0 0 0,2-1 0 0 0,6 0 560 0 0,1 0 1 0 0,0 1 0 0 0,-1 0-1 0 0,1 0 1 0 0,0 1 0 0 0,-1 1-1 0 0,14 3 1 0 0,68 24 1753 0 0,-74-23-1945 0 0,282 121 1978 0 0,-273-114-2581 0 0,0 1 0 0 0,-1 1 0 0 0,-1 1 0 0 0,41 35 0 0 0,-18-3-2380 0 0,-9 5-3281 0 0</inkml:trace>
</inkml:ink>
</file>

<file path=ppt/ink/ink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49.2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17 280 3681 0 0,'-1'-1'231'0'0,"0"0"0"0"0,-1 0 0 0 0,1 0 0 0 0,0 1 0 0 0,0-1 0 0 0,0 0 0 0 0,0 0 0 0 0,1 0 0 0 0,-1-1 0 0 0,0 1 0 0 0,0 0 0 0 0,0 0 0 0 0,1 0 0 0 0,-1-1 0 0 0,1 1 0 0 0,-1 0 0 0 0,1-1 0 0 0,0 1 0 0 0,-1 0 0 0 0,1-1 0 0 0,0 1 0 0 0,0-1 0 0 0,0 1 0 0 0,0 0 1 0 0,0-1-1 0 0,0-1 0 0 0,1-43 2167 0 0,4 22-2055 0 0,1 0-1 0 0,2 0 0 0 0,0 1 0 0 0,1 0 1 0 0,18-31-1 0 0,-13 26-526 0 0</inkml:trace>
</inkml:ink>
</file>

<file path=ppt/ink/ink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49.5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0 273 6913 0 0,'30'-68'6098'0'0,"15"-55"-5559"0"0,-27 72-1582 0 0,-7 20 307 0 0</inkml:trace>
</inkml:ink>
</file>

<file path=ppt/ink/ink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49.9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0 346 5985 0 0,'36'-143'4305'0'0,"21"-26"-5689"0"0,-46 136 1384 0 0</inkml:trace>
</inkml:ink>
</file>

<file path=ppt/ink/ink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0.30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 0 6913 0 0,'-1'1'81'0'0,"-1"-1"0"0"0,1 1 0 0 0,-1 0 0 0 0,1 0 0 0 0,-1 0 0 0 0,1 0 0 0 0,0 0 0 0 0,0 0 0 0 0,-1 0 0 0 0,1 1 0 0 0,0-1 0 0 0,0 0-1 0 0,0 1 1 0 0,0-1 0 0 0,0 1 0 0 0,1-1 0 0 0,-1 1 0 0 0,0-1 0 0 0,1 1 0 0 0,-2 3 0 0 0,2 0 267 0 0,0-1-1 0 0,0 1 1 0 0,0 0 0 0 0,1 0 0 0 0,0 0 0 0 0,1 7 0 0 0,4 8 441 0 0,1 1 0 0 0,0-1 0 0 0,1 0 0 0 0,1-1 0 0 0,1 0 0 0 0,1 0 1 0 0,1-1-1 0 0,0-1 0 0 0,29 32 0 0 0,-23-30-615 0 0,1-2 1 0 0,0 1-1 0 0,1-2 0 0 0,1-1 1 0 0,1 0-1 0 0,0-2 0 0 0,45 21 1 0 0,-43-24-273 0 0,48 17-837 0 0,-65-25 87 0 0,0 0 0 0 0,1 0 0 0 0,-1-1 1 0 0,1 0-1 0 0,-1-1 0 0 0,0 0 0 0 0,15-1 1 0 0,-6-3-1798 0 0</inkml:trace>
</inkml:ink>
</file>

<file path=ppt/ink/ink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0.67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106 11 8754 0 0,'-2'-2'158'0'0,"0"1"0"0"0,0 0 0 0 0,-1 0 0 0 0,1 0 1 0 0,-1 0-1 0 0,1 0 0 0 0,-1 0 0 0 0,1 1 0 0 0,-1 0 0 0 0,1-1 1 0 0,-1 1-1 0 0,0 0 0 0 0,-2 0 0 0 0,5 0-50 0 0,-1 0-1 0 0,0 1 1 0 0,1-1-1 0 0,-1 0 1 0 0,1 1-1 0 0,-1-1 1 0 0,0 0-1 0 0,1 1 1 0 0,-1-1-1 0 0,1 1 1 0 0,0-1 0 0 0,-1 1-1 0 0,1-1 1 0 0,-1 1-1 0 0,1-1 1 0 0,0 1-1 0 0,-1-1 1 0 0,1 1-1 0 0,0 0 1 0 0,-1 0-1 0 0,-1 24 1832 0 0,4-16-1760 0 0,0 0 1 0 0,1 0 0 0 0,0 0 0 0 0,0 0 0 0 0,1-1 0 0 0,0 1-1 0 0,0-1 1 0 0,1 0 0 0 0,0 0 0 0 0,0-1 0 0 0,1 0 0 0 0,0 1-1 0 0,0-2 1 0 0,1 1 0 0 0,0-1 0 0 0,0 0 0 0 0,11 7 0 0 0,-1-2 155 0 0,0 0 0 0 0,1-1 1 0 0,0-1-1 0 0,0-1 0 0 0,1-1 1 0 0,0 0-1 0 0,20 4 1 0 0,-24-7-285 0 0,0-2 0 0 0,-1 0 1 0 0,1-1-1 0 0,0 0 0 0 0,26-2 1 0 0,-38 0-43 0 0,0 1 0 0 0,0 0 1 0 0,1-1-1 0 0,-1 1 0 0 0,0-1 1 0 0,0 0-1 0 0,0 0 0 0 0,0 0 1 0 0,0-1-1 0 0,0 1 0 0 0,0-1 1 0 0,0 1-1 0 0,-1-1 0 0 0,1 0 1 0 0,-1 0-1 0 0,1 0 0 0 0,-1 0 1 0 0,0-1-1 0 0,0 1 0 0 0,0-1 1 0 0,0 1-1 0 0,0-1 0 0 0,0 0 1 0 0,-1 0-1 0 0,1 0 0 0 0,-1 0 1 0 0,0 0-1 0 0,0 0 0 0 0,0 0 1 0 0,0 0-1 0 0,-1 0 0 0 0,1-7 1 0 0,-1 5 15 0 0,0 0 1 0 0,-1 1-1 0 0,0-1 1 0 0,0 0 0 0 0,-1 0-1 0 0,1 0 1 0 0,-1 0 0 0 0,0 1-1 0 0,0-1 1 0 0,-1 1-1 0 0,1 0 1 0 0,-1-1 0 0 0,0 1-1 0 0,0 0 1 0 0,0 1-1 0 0,-1-1 1 0 0,-5-4 0 0 0,-3-3 4 0 0,0 2 1 0 0,0-1-1 0 0,-1 2 1 0 0,-19-11-1 0 0,16 12 2 0 0,1 1 0 0 0,-1 0 0 0 0,0 1-1 0 0,0 1 1 0 0,0 0 0 0 0,-31-2 0 0 0,-100 5-626 0 0,69 2-2265 0 0,61-2-4102 0 0</inkml:trace>
</inkml:ink>
</file>

<file path=ppt/ink/ink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1.06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166 6 10138 0 0,'3'-5'1019'0'0,"3"10"-429"0"0,5 11 440 0 0,0 9-157 0 0,-1 0 0 0 0,-1 0 0 0 0,11 54 0 0 0,3 82 394 0 0,-21-143-1175 0 0,1 1-44 0 0,-2 0 1 0 0,0 22-1 0 0,-1-37-44 0 0,0 0 0 0 0,0-1 1 0 0,0 1-1 0 0,-1 0 0 0 0,0-1 0 0 0,0 1 0 0 0,0-1 0 0 0,0 1 0 0 0,0-1 1 0 0,-1 1-1 0 0,1-1 0 0 0,-1 0 0 0 0,0 0 0 0 0,0 0 0 0 0,0 0 1 0 0,-1 0-1 0 0,-4 4 0 0 0,5-5-1 0 0,-1-1 0 0 0,0 0 1 0 0,1 1-1 0 0,-1-1 0 0 0,0-1 0 0 0,0 1 1 0 0,0 0-1 0 0,0-1 0 0 0,1 1 0 0 0,-1-1 1 0 0,0 0-1 0 0,0 0 0 0 0,0 0 0 0 0,0-1 1 0 0,0 1-1 0 0,0-1 0 0 0,0 1 1 0 0,0-1-1 0 0,0 0 0 0 0,1 0 0 0 0,-1 0 1 0 0,0 0-1 0 0,1-1 0 0 0,-1 1 0 0 0,1-1 1 0 0,-1 0-1 0 0,-3-3 0 0 0,-6-4-4 0 0,1-1-1 0 0,0 0 1 0 0,0-1-1 0 0,-9-13 1 0 0,9 11-57 0 0,0 0-1 0 0,2-1 1 0 0,0-1 0 0 0,0 0 0 0 0,2 0 0 0 0,-1 0-1 0 0,2-1 1 0 0,0 0 0 0 0,1 0 0 0 0,-5-30 0 0 0,10 43 53 0 0,-1 1 1 0 0,1-1-1 0 0,0 1 1 0 0,0-1 0 0 0,0 1-1 0 0,0-1 1 0 0,0 1-1 0 0,0-1 1 0 0,1 1-1 0 0,-1-1 1 0 0,1 1 0 0 0,0-1-1 0 0,0 1 1 0 0,-1 0-1 0 0,2-1 1 0 0,-1 1-1 0 0,0 0 1 0 0,0 0 0 0 0,1 0-1 0 0,-1 0 1 0 0,1 0-1 0 0,0 0 1 0 0,-1 0-1 0 0,1 0 1 0 0,0 1 0 0 0,0-1-1 0 0,0 1 1 0 0,0-1-1 0 0,1 1 1 0 0,-1 0-1 0 0,0 0 1 0 0,1 0 0 0 0,-1 0-1 0 0,0 0 1 0 0,1 0-1 0 0,-1 1 1 0 0,1-1-1 0 0,-1 1 1 0 0,1 0 0 0 0,-1 0-1 0 0,4 0 1 0 0,4 0 81 0 0,0 1 1 0 0,1 0-1 0 0,-1 1 0 0 0,0 0 1 0 0,0 1-1 0 0,0 0 1 0 0,-1 0-1 0 0,19 10 0 0 0,-11-3 204 0 0,-1 1 0 0 0,0 0 0 0 0,-1 1 0 0 0,0 1 0 0 0,-1 0 0 0 0,-1 1 0 0 0,0 0 0 0 0,17 26-1 0 0,7 16 261 0 0,34 70 0 0 0,-29-49-580 0 0,2 3-1450 0 0,-20-36-5632 0 0</inkml:trace>
</inkml:ink>
</file>

<file path=ppt/ink/ink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3.4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0 446 10594 0 0,'0'0'819'0'0,"0"0"-834"0"0,0-1 0 0 0,0 1-1 0 0,0-1 1 0 0,0 1 0 0 0,0 0-1 0 0,0-1 1 0 0,0 1 0 0 0,0 0 0 0 0,0-1-1 0 0,1 1 1 0 0,-1 0 0 0 0,0-1-1 0 0,0 1 1 0 0,0 0 0 0 0,0-1 0 0 0,1 1-1 0 0,-1 0 1 0 0,0-1 0 0 0,0 1-1 0 0,0 0 1 0 0,1 0 0 0 0,-1-1 0 0 0,0 1-1 0 0,1 0 1 0 0,-1 0 0 0 0,0 0-1 0 0,1-1 1 0 0,-1 1 0 0 0,0 0 0 0 0,1 0-1 0 0,-1 0 1 0 0,0 0 0 0 0,1 0-1 0 0,-1 0 1 0 0,1 0 0 0 0,17 3 733 0 0,13 12 602 0 0,32 27-275 0 0,-3 3-1 0 0,56 53 1 0 0,-58-47-289 0 0,115 78-1 0 0,-171-127-733 0 0,51 26 268 0 0,-50-27-268 0 0,0 0 0 0 0,0 0 1 0 0,0 0-1 0 0,1 0 0 0 0,-1 0 0 0 0,0 0 0 0 0,1-1 1 0 0,-1 0-1 0 0,0 0 0 0 0,1 0 0 0 0,-1 0 0 0 0,0 0 1 0 0,1 0-1 0 0,-1-1 0 0 0,4-1 0 0 0,-6 1 48 0 0,1 0 0 0 0,-1 0 0 0 0,0 0 0 0 0,1-1 0 0 0,-1 1 0 0 0,0 0 0 0 0,0-1-1 0 0,0 1 1 0 0,0-1 0 0 0,0 1 0 0 0,0-1 0 0 0,-1 0 0 0 0,1 1 0 0 0,0-1 0 0 0,-1 0 0 0 0,1 1 0 0 0,-1-1-1 0 0,0 0 1 0 0,0 0 0 0 0,0 0 0 0 0,1 1 0 0 0,-2-1 0 0 0,1 0 0 0 0,0 0 0 0 0,-1-3 0 0 0,-8-50 831 0 0,8 51-813 0 0,-119-375 1734 0 0,65 221-1962 0 0,36 101-3 0 0,-4-9-1641 0 0,9 22-2882 0 0,0-3-2265 0 0</inkml:trace>
</inkml:ink>
</file>

<file path=ppt/ink/ink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4.3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0 292 6913 0 0,'1'44'2378'0'0,"11"88"-1"0"0,-10-117-1929 0 0,2 1 0 0 0,-1-1-1 0 0,2 0 1 0 0,0 0 0 0 0,1-1-1 0 0,0 1 1 0 0,2-1 0 0 0,-1-1-1 0 0,12 15 1 0 0,-14-21-291 0 0,1-1-1 0 0,1 0 1 0 0,-1-1 0 0 0,1 0-1 0 0,0 0 1 0 0,0 0 0 0 0,1-1 0 0 0,-1 0-1 0 0,1-1 1 0 0,0 1 0 0 0,9 1 0 0 0,-14-4-111 0 0,0 1 1 0 0,1-1 0 0 0,-1 0 0 0 0,0-1-1 0 0,1 1 1 0 0,-1-1 0 0 0,1 1 0 0 0,-1-1-1 0 0,1 0 1 0 0,-1 0 0 0 0,1-1 0 0 0,-1 1-1 0 0,1-1 1 0 0,-1 0 0 0 0,1 1 0 0 0,-1-1-1 0 0,0-1 1 0 0,0 1 0 0 0,1-1 0 0 0,-1 1-1 0 0,0-1 1 0 0,0 0 0 0 0,0 0 0 0 0,-1 0-1 0 0,1 0 1 0 0,0-1 0 0 0,-1 1 0 0 0,1-1-1 0 0,1-3 1 0 0,-3 3-30 0 0,1 0 0 0 0,-1 0 0 0 0,-1 0 0 0 0,1 0-1 0 0,0 0 1 0 0,-1 0 0 0 0,0 0 0 0 0,0 0 0 0 0,0-1 0 0 0,0 1 0 0 0,0 0-1 0 0,-1 0 1 0 0,1 0 0 0 0,-1 0 0 0 0,0 0 0 0 0,0 0 0 0 0,0 0 0 0 0,0 0-1 0 0,0 0 1 0 0,-4-5 0 0 0,-3-6-205 0 0,0 0 1 0 0,-16-19-1 0 0,-14-13-597 0 0,-28-39-1539 0 0,59 75 1885 0 0,1 1 0 0 0,1-1 0 0 0,0 0 0 0 0,1 0 0 0 0,0-1 1 0 0,0 1-1 0 0,-3-15 0 0 0,7 22 463 0 0,-1 0 1 0 0,1 0 0 0 0,-1 0 0 0 0,1 0-1 0 0,0 0 1 0 0,0 0 0 0 0,1 0 0 0 0,-1 0 0 0 0,0 0-1 0 0,1 0 1 0 0,0 0 0 0 0,0 1 0 0 0,0-1-1 0 0,0 0 1 0 0,0 0 0 0 0,0 1 0 0 0,1-1-1 0 0,-1 1 1 0 0,1-1 0 0 0,0 1 0 0 0,-1 0-1 0 0,1-1 1 0 0,0 1 0 0 0,1 0 0 0 0,-1 0-1 0 0,0 1 1 0 0,1-1 0 0 0,-1 0 0 0 0,1 1 0 0 0,-1-1-1 0 0,1 1 1 0 0,0 0 0 0 0,3-1 0 0 0,-2 0 132 0 0,1 1 0 0 0,0 0 0 0 0,0 0 0 0 0,0 0 1 0 0,0 1-1 0 0,0 0 0 0 0,0 0 0 0 0,0 0 0 0 0,0 1 1 0 0,0-1-1 0 0,0 1 0 0 0,0 0 0 0 0,0 1 0 0 0,0-1 1 0 0,0 1-1 0 0,-1 0 0 0 0,1 0 0 0 0,6 5 1 0 0,-1 1-36 0 0,0 1 0 0 0,0 0 0 0 0,-1 1 0 0 0,12 16 0 0 0,-15-17-95 0 0,0-1 0 0 0,1 0 0 0 0,0-1 0 0 0,0 0 0 0 0,0 0 0 0 0,1 0 0 0 0,0-1 0 0 0,13 8 0 0 0,-20-14-17 0 0,1 1 0 0 0,-1 0 0 0 0,0-1 0 0 0,0 1 0 0 0,0-1 0 0 0,0 0 0 0 0,1 1 0 0 0,-1-1 0 0 0,0 0 0 0 0,0 0 0 0 0,1 0 0 0 0,-1 0 0 0 0,0 0 0 0 0,0 0 0 0 0,1 0 0 0 0,-1 0 0 0 0,0 0 0 0 0,0-1 0 0 0,1 1 0 0 0,-1 0 0 0 0,0-1 0 0 0,0 1-1 0 0,0-1 1 0 0,0 0 0 0 0,2 0 0 0 0,-1-1 17 0 0,0 0-1 0 0,-1 0 0 0 0,1 0 0 0 0,-1 0 0 0 0,0 0 0 0 0,0-1 0 0 0,1 1 1 0 0,-1 0-1 0 0,-1-1 0 0 0,1 1 0 0 0,0 0 0 0 0,0-4 0 0 0,1-10 190 0 0,0 0 1 0 0,-1 0-1 0 0,-2-22 0 0 0,1 29-53 0 0,-5-53 6 0 0,3 46-422 0 0,0 1-1 0 0,1-1 1 0 0,1 0-1 0 0,0 0 1 0 0,1 0-1 0 0,1 1 1 0 0,0-1-1 0 0,6-18 1 0 0,-8 33 245 0 0,0 0 0 0 0,1 0 0 0 0,-1 0 1 0 0,0 0-1 0 0,1 0 0 0 0,-1 0 1 0 0,1 0-1 0 0,-1 0 0 0 0,1 1 1 0 0,-1-1-1 0 0,1 0 0 0 0,0 0 0 0 0,-1 0 1 0 0,1 1-1 0 0,0-1 0 0 0,0 0 1 0 0,-1 1-1 0 0,1-1 0 0 0,0 1 1 0 0,0-1-1 0 0,0 1 0 0 0,0-1 0 0 0,0 1 1 0 0,0 0-1 0 0,0-1 0 0 0,0 1 1 0 0,0 0-1 0 0,0 0 0 0 0,0 0 1 0 0,0 0-1 0 0,0 0 0 0 0,0 0 0 0 0,0 0 1 0 0,0 0-1 0 0,0 0 0 0 0,0 0 1 0 0,0 0-1 0 0,0 1 0 0 0,0-1 0 0 0,0 0 1 0 0,0 1-1 0 0,-1-1 0 0 0,1 1 1 0 0,0-1-1 0 0,0 1 0 0 0,0-1 1 0 0,0 1-1 0 0,-1 0 0 0 0,1-1 0 0 0,1 2 1 0 0,7 6 486 0 0,-1 0 1 0 0,0 0 0 0 0,13 16-1 0 0,-8-8-101 0 0,-6-9-286 0 0,0-1 0 0 0,0 1 0 0 0,1-1 0 0 0,0-1 0 0 0,0 0 0 0 0,0 0 0 0 0,10 4 0 0 0,-13-7-361 0 0,1 0 1 0 0,-1 0-1 0 0,1-1 0 0 0,-1 0 0 0 0,1 0 0 0 0,0 0 1 0 0,0-1-1 0 0,0 0 0 0 0,-1 0 0 0 0,1 0 0 0 0,0-1 1 0 0,10-2-1 0 0,-2-1-5574 0 0</inkml:trace>
</inkml:ink>
</file>

<file path=ppt/ink/ink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4.7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12 10594 0 0,'-4'-4'283'0'0,"-6"-4"454"0"0,9 8-534 0 0,4 7-273 0 0,100 143 7423 0 0,-54-90-6081 0 0,86 83 1 0 0,-106-115-1439 0 0,37 49 1 0 0,-30-28-5542 0 0,-12-12-994 0 0</inkml:trace>
</inkml:ink>
</file>

<file path=ppt/ink/ink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5.0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0 661 8290 0 0,'0'-2'135'0'0,"1"0"1"0"0,-1-1 0 0 0,0 1-1 0 0,1 0 1 0 0,0-1-1 0 0,-1 1 1 0 0,1 0 0 0 0,0 0-1 0 0,0-1 1 0 0,0 1-1 0 0,1 0 1 0 0,-1 0 0 0 0,0 0-1 0 0,2-1 1 0 0,5-10 318 0 0,24-46 524 0 0,2 1 0 0 0,66-83-1 0 0,34-14-3070 0 0,-112 131 1901 0 0</inkml:trace>
  <inkml:trace contextRef="#ctx0" brushRef="#br0" timeOffset="1">559 283 7834 0 0,'16'-20'703'0'0,"-2"0"0"0"0,0-1 0 0 0,-1 0 1 0 0,-1-1-1 0 0,-1 0 0 0 0,11-31 0 0 0,19-37-2550 0 0,-34 77 1820 0 0</inkml:trace>
  <inkml:trace contextRef="#ctx0" brushRef="#br0" timeOffset="2">754 236 7834 0 0,'-4'4'696'0'0,"3"-2"-560"0"0,1 1-136 0 0,1-2 0 0 0,2-1 624 0 0,1-1 96 0 0,0-2 16 0 0,4-1 8 0 0,5-3-632 0 0,3-4-112 0 0,3-4 0 0 0,-1-5-96 0 0,-1 0-280 0 0,-1-4-56 0 0,2 1-16 0 0,-1-5 0 0 0,-3 0 448 0 0</inkml:trace>
</inkml:ink>
</file>

<file path=ppt/ink/ink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5.4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17972 0 0,'9'22'1042'0'0,"3"3"-2723"0"0,-13-23 1501 0 0,-1-1 159 0 0</inkml:trace>
</inkml:ink>
</file>

<file path=ppt/ink/ink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5.7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0 379 10138 0 0,'37'-22'1759'0'0,"-9"2"-692"0"0,-2-1 0 0 0,0-2 0 0 0,-1 0 0 0 0,30-38 0 0 0,-22 20-1289 0 0,-2-1-1 0 0,30-55 1 0 0,-46 68-3043 0 0</inkml:trace>
</inkml:ink>
</file>

<file path=ppt/ink/ink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6.1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30 0 5529 0 0,'-5'10'485'0'0,"1"0"0"0"0,-1 1 0 0 0,2-1 0 0 0,0 1 0 0 0,0-1 0 0 0,1 1 0 0 0,0 0 0 0 0,1 0 0 0 0,0 0 0 0 0,1 0 0 0 0,0 0 1 0 0,2 16-1 0 0,-1-25-350 0 0,0 1 1 0 0,0-1-1 0 0,0 0 1 0 0,0 1-1 0 0,1-1 1 0 0,-1 0-1 0 0,1 0 1 0 0,-1 0-1 0 0,1 0 1 0 0,0 0 0 0 0,0 0-1 0 0,0 0 1 0 0,0-1-1 0 0,0 1 1 0 0,0-1-1 0 0,0 0 1 0 0,1 1-1 0 0,-1-1 1 0 0,0 0 0 0 0,1 0-1 0 0,-1 0 1 0 0,4 0-1 0 0,9 3 380 0 0,-1-1-1 0 0,28 2 1 0 0,-18-3-191 0 0,-11-1-100 0 0,0 1-1 0 0,1 1 1 0 0,-1 0 0 0 0,0 1 0 0 0,21 9 0 0 0,-30-12-204 0 0,-1 1 1 0 0,0 0-1 0 0,0 0 0 0 0,0 1 1 0 0,0-1-1 0 0,-1 1 0 0 0,1-1 1 0 0,0 1-1 0 0,-1 0 1 0 0,0 0-1 0 0,0 0 0 0 0,0 0 1 0 0,0 0-1 0 0,0 1 0 0 0,-1-1 1 0 0,1 1-1 0 0,-1-1 0 0 0,0 1 1 0 0,0-1-1 0 0,0 1 0 0 0,-1 0 1 0 0,1-1-1 0 0,-1 1 0 0 0,0 0 1 0 0,-1 6-1 0 0,-9 63-475 0 0,5-46-26 0 0</inkml:trace>
</inkml:ink>
</file>

<file path=ppt/ink/ink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6.47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1 439 9218 0 0,'39'41'3093'0'0,"-6"-7"-1140"0"0,0-2-1 0 0,2 0 1 0 0,58 38 0 0 0,-40-37-1340 0 0,2-2 0 0 0,96 38 0 0 0,-149-68-598 0 0,0 0 0 0 0,0 0 0 0 0,0 0 1 0 0,0-1-1 0 0,0 1 0 0 0,0-1 0 0 0,0 1 1 0 0,0-1-1 0 0,0 0 0 0 0,0 0 0 0 0,1 0 0 0 0,-1 0 1 0 0,0 0-1 0 0,0 0 0 0 0,0-1 0 0 0,0 1 1 0 0,0-1-1 0 0,0 1 0 0 0,0-1 0 0 0,0 0 0 0 0,0 0 1 0 0,3-2-1 0 0,-3 1 13 0 0,0 0 1 0 0,0 0-1 0 0,-1-1 1 0 0,1 1-1 0 0,-1 0 1 0 0,0-1-1 0 0,1 0 1 0 0,-1 1-1 0 0,0-1 1 0 0,-1 0-1 0 0,1 1 1 0 0,0-1-1 0 0,-1 0 1 0 0,0 0-1 0 0,1 0 1 0 0,-1 1-1 0 0,0-4 1 0 0,-1-46 247 0 0,-13-102-1 0 0,-24-51 371 0 0,25 143-590 0 0,-30-161-2650 0 0,36 189-5158 0 0</inkml:trace>
</inkml:ink>
</file>

<file path=ppt/ink/ink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7.33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6449 0 0,'16'13'3215'0'0,"34"21"-1"0"0,-36-25-2385 0 0,22 12 102 0 0,-1-1 0 0 0,2-2 0 0 0,1-2 0 0 0,39 12 0 0 0,163 37-1282 0 0,-200-56-290 0 0,-16-3-5599 0 0</inkml:trace>
</inkml:ink>
</file>

<file path=ppt/ink/ink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7.7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1 9218 0 0,'-3'4'147'0'0,"1"-1"0"0"0,0 1 0 0 0,0 0 0 0 0,1 0 0 0 0,-1 0-1 0 0,1 1 1 0 0,0-1 0 0 0,0 0 0 0 0,0 0 0 0 0,0 9 0 0 0,2 49 1106 0 0,1-28-1111 0 0,-2-11-184 0 0,19 436 1165 0 0,-11-381-2422 0 0,-9-45 1075 0 0</inkml:trace>
</inkml:ink>
</file>

<file path=ppt/ink/ink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8.06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 9674 0 0,'0'-1'29'0'0,"0"1"1"0"0,0 0-1 0 0,0-1 1 0 0,1 1-1 0 0,-1 0 0 0 0,0 0 1 0 0,0-1-1 0 0,0 1 1 0 0,0 0-1 0 0,0 0 0 0 0,0-1 1 0 0,0 1-1 0 0,0 0 1 0 0,0 0-1 0 0,1-1 0 0 0,-1 1 1 0 0,0 0-1 0 0,0 0 1 0 0,0 0-1 0 0,0-1 0 0 0,1 1 1 0 0,-1 0-1 0 0,0 0 1 0 0,0 0-1 0 0,0 0 0 0 0,1-1 1 0 0,-1 1-1 0 0,0 0 1 0 0,0 0-1 0 0,1 0 0 0 0,-1 0 1 0 0,0 0-1 0 0,0 0 1 0 0,1 0-1 0 0,-1 0 0 0 0,0 0 1 0 0,1 0-1 0 0,-1 0 1 0 0,0 0-1 0 0,0 0 0 0 0,1 0 1 0 0,-1 0-1 0 0,0 0 1 0 0,0 0-1 0 0,1 0 0 0 0,-1 0 1 0 0,14 13 720 0 0,8 23 541 0 0,-21-35-1171 0 0,56 111 4338 0 0,-35-64-3246 0 0,51 78 0 0 0,-57-103-1286 0 0,39 52 171 0 0,-13-34-2829 0 0,-31-34 475 0 0</inkml:trace>
</inkml:ink>
</file>

<file path=ppt/ink/ink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8.46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40 5065 0 0,'0'3'300'0'0,"0"0"0"0"0,0 0 0 0 0,0 0-1 0 0,1 0 1 0 0,-1 0 0 0 0,1 0 0 0 0,0 0 0 0 0,0 0 0 0 0,0 0 0 0 0,0 0-1 0 0,0 0 1 0 0,1-1 0 0 0,2 5 0 0 0,1 4-48 0 0,5 13 532 0 0,0-1-1 0 0,2 0 1 0 0,1-1 0 0 0,0 0-1 0 0,2-1 1 0 0,26 30-1 0 0,-33-42-563 0 0,1-1-1 0 0,0 1 0 0 0,0-2 0 0 0,1 1 1 0 0,0-1-1 0 0,0-1 0 0 0,1 0 0 0 0,0 0 1 0 0,0-1-1 0 0,0-1 0 0 0,1 0 1 0 0,-1 0-1 0 0,1-1 0 0 0,0 0 0 0 0,0-1 1 0 0,13 0-1 0 0,-20-1-148 0 0,-1-1 0 0 0,0 0-1 0 0,0 0 1 0 0,0 0 0 0 0,0-1 0 0 0,0 0-1 0 0,0 1 1 0 0,1-1 0 0 0,-1-1 0 0 0,-1 1 0 0 0,1 0-1 0 0,0-1 1 0 0,0 0 0 0 0,-1 0 0 0 0,1 0-1 0 0,-1 0 1 0 0,1-1 0 0 0,-1 1 0 0 0,0-1 0 0 0,0 0-1 0 0,0 0 1 0 0,0 0 0 0 0,-1 0 0 0 0,1-1-1 0 0,-1 1 1 0 0,0-1 0 0 0,0 1 0 0 0,0-1 0 0 0,0 0-1 0 0,-1 0 1 0 0,1 0 0 0 0,-1 0 0 0 0,0 0-1 0 0,0 0 1 0 0,0-6 0 0 0,0-2-16 0 0,-1 1-1 0 0,0 0 1 0 0,0 0-1 0 0,-1-1 1 0 0,-1 1 0 0 0,1 0-1 0 0,-2 0 1 0 0,0 0 0 0 0,0 0-1 0 0,-1 1 1 0 0,0-1-1 0 0,-6-10 1 0 0,4 12-10 0 0,0 0 0 0 0,0 0 0 0 0,0 0 1 0 0,-1 0-1 0 0,0 1 0 0 0,-1 0 0 0 0,0 1 0 0 0,0 0 0 0 0,-1 0 1 0 0,0 1-1 0 0,0 0 0 0 0,0 0 0 0 0,-1 1 0 0 0,0 0 0 0 0,-11-3 1 0 0,10 4-236 0 0,0 1 0 0 0,-1 1 0 0 0,1 0 0 0 0,-1 0 0 0 0,-19 1 0 0 0,16 1-1127 0 0,0 1 0 0 0,-1 1 0 0 0,1 1 0 0 0,-18 5 1 0 0,14-3-5139 0 0</inkml:trace>
</inkml:ink>
</file>

<file path=ppt/ink/ink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8.82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149 18 8754 0 0,'-14'-17'4235'0'0,"14"17"-4172"0"0,0 0 0 0 0,0 0 0 0 0,0 1 0 0 0,-10 34 3177 0 0,-1 28-2167 0 0,-4 0-1 0 0,-28 78 1 0 0,43-140-1067 0 0,0 0 1 0 0,0 0 0 0 0,-1 1-1 0 0,1-1 1 0 0,-1 0-1 0 0,1 0 1 0 0,-1 0-1 0 0,1 0 1 0 0,-1 1 0 0 0,0-1-1 0 0,1 0 1 0 0,-1 0-1 0 0,0 0 1 0 0,0-1-1 0 0,0 1 1 0 0,1 0 0 0 0,-1 0-1 0 0,0 0 1 0 0,0 0-1 0 0,-1-1 1 0 0,1 1-1 0 0,0-1 1 0 0,0 1 0 0 0,0-1-1 0 0,0 1 1 0 0,0-1-1 0 0,-1 1 1 0 0,1-1-1 0 0,0 0 1 0 0,0 0 0 0 0,-2 0-1 0 0,1 0-5 0 0,1-1 0 0 0,-1 0-1 0 0,1 0 1 0 0,0 0 0 0 0,-1 0 0 0 0,1-1 0 0 0,0 1-1 0 0,0 0 1 0 0,-1 0 0 0 0,1-1 0 0 0,0 1-1 0 0,1 0 1 0 0,-1-1 0 0 0,0 1 0 0 0,0-1-1 0 0,1 0 1 0 0,-1 1 0 0 0,0-1 0 0 0,1 1 0 0 0,0-1-1 0 0,-1 0 1 0 0,1-2 0 0 0,-3-13 22 0 0,2 1 0 0 0,0 0 0 0 0,0-1 0 0 0,2 1 1 0 0,4-31-1 0 0,-4 39-59 0 0,1 0 1 0 0,0-1 0 0 0,0 1 0 0 0,0 1-1 0 0,1-1 1 0 0,1 0 0 0 0,-1 1 0 0 0,1-1-1 0 0,1 1 1 0 0,-1 0 0 0 0,1 1 0 0 0,0-1-1 0 0,9-8 1 0 0,-13 14 39 0 0,0 0 0 0 0,0 0 0 0 0,1 0-1 0 0,-1 0 1 0 0,0 1 0 0 0,0-1 0 0 0,1 0 0 0 0,-1 1 0 0 0,1-1-1 0 0,-1 0 1 0 0,0 1 0 0 0,1 0 0 0 0,-1-1 0 0 0,1 1-1 0 0,-1 0 1 0 0,1 0 0 0 0,-1 0 0 0 0,1 0 0 0 0,0 0 0 0 0,-1 0-1 0 0,1 0 1 0 0,1 1 0 0 0,-1 0 18 0 0,0 0-1 0 0,1 0 1 0 0,-1 0-1 0 0,0 1 1 0 0,0-1 0 0 0,1 1-1 0 0,-1-1 1 0 0,0 1-1 0 0,-1 0 1 0 0,1 0 0 0 0,3 4-1 0 0,3 6 238 0 0,-1 0 1 0 0,0 1-1 0 0,10 24 0 0 0,-14-29-42 0 0,26 64 475 0 0,19 81 0 0 0,-23-55-6976 0 0,-15-53-707 0 0</inkml:trace>
</inkml:ink>
</file>

<file path=ppt/ink/ink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9.90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0 254 2761 0 0,'15'-20'5677'0'0,"34"-37"-3139"0"0,-21 28-1269 0 0,108-98 1046 0 0,-109 107-7457 0 0</inkml:trace>
</inkml:ink>
</file>

<file path=ppt/ink/ink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01.22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0 6913 0 0,'-1'1'100'0'0,"1"0"0"0"0,0-1-1 0 0,-1 1 1 0 0,1 0-1 0 0,0-1 1 0 0,0 1-1 0 0,0 0 1 0 0,0 0-1 0 0,0-1 1 0 0,-1 1-1 0 0,1 0 1 0 0,1 0-1 0 0,-1-1 1 0 0,0 1-1 0 0,0 0 1 0 0,0 0-1 0 0,0-1 1 0 0,0 1-1 0 0,1 0 1 0 0,-1-1-1 0 0,0 1 1 0 0,0 0-1 0 0,1-1 1 0 0,0 2-1 0 0,8 26 398 0 0,16 37 715 0 0,3-1-1 0 0,3-1 0 0 0,3-2 1 0 0,72 100-1 0 0,-79-126-1961 0 0,3-1-1 0 0,1-1 1 0 0,38 31-1 0 0,-48-45-295 0 0</inkml:trace>
</inkml:ink>
</file>

<file path=ppt/ink/ink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01.57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10138 0 0,'1'9'136'0'0,"1"-1"0"0"0,0 0 0 0 0,1 0-1 0 0,0 0 1 0 0,0 0 0 0 0,1 0 0 0 0,0-1 0 0 0,6 11 0 0 0,2 2-15 0 0,4 11 476 0 0,1 0-1 0 0,1-1 0 0 0,2-2 1 0 0,33 39-1 0 0,-42-56-379 0 0,0-1 0 0 0,0 0 0 0 0,1 0 0 0 0,0-1-1 0 0,0-1 1 0 0,1 0 0 0 0,0-1 0 0 0,1 0 0 0 0,0-1 0 0 0,0 0 0 0 0,0-2 0 0 0,30 7 0 0 0,-35-9-139 0 0,1-1 1 0 0,0 0-1 0 0,0-1 1 0 0,0 0 0 0 0,-1 0-1 0 0,1-1 1 0 0,0 0-1 0 0,-1-1 1 0 0,20-5-1 0 0,-27 6-51 0 0,1-1-1 0 0,-1 1 0 0 0,1 0 0 0 0,-1 0 0 0 0,0-1 0 0 0,0 1 1 0 0,0-1-1 0 0,0 0 0 0 0,0 0 0 0 0,0 0 0 0 0,0 0 0 0 0,0 0 1 0 0,-1 0-1 0 0,1 0 0 0 0,-1 0 0 0 0,2-5 0 0 0,-2 4-14 0 0,0 0-1 0 0,0-1 1 0 0,-1 1 0 0 0,1-1-1 0 0,-1 1 1 0 0,0-1-1 0 0,0 1 1 0 0,-1 0-1 0 0,1-1 1 0 0,0 1-1 0 0,-1-1 1 0 0,0 1-1 0 0,0 0 1 0 0,0-1 0 0 0,-1 1-1 0 0,-1-4 1 0 0,-4-8-54 0 0,-1 1 1 0 0,-1 0-1 0 0,0 0 1 0 0,-1 0 0 0 0,0 1-1 0 0,-1 1 1 0 0,0 0-1 0 0,-1 0 1 0 0,-1 1-1 0 0,-20-14 1 0 0,15 13-419 0 0,-1 1 0 0 0,0 1 0 0 0,-1 0 0 0 0,0 1 0 0 0,0 1 0 0 0,-1 1 0 0 0,-31-6 0 0 0,12 5-2114 0 0,23 2-1905 0 0</inkml:trace>
</inkml:ink>
</file>

<file path=ppt/ink/ink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01.9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7 259 14283 0 0,'-1'-2'38'0'0,"0"1"-1"0"0,0-1 1 0 0,1 1 0 0 0,-1-1-1 0 0,0 1 1 0 0,1-1-1 0 0,0 0 1 0 0,-1 1 0 0 0,1-1-1 0 0,0 0 1 0 0,0 1-1 0 0,-1-1 1 0 0,1 0 0 0 0,1 1-1 0 0,-1-1 1 0 0,0 0 0 0 0,0 1-1 0 0,1-1 1 0 0,-1 0-1 0 0,1 1 1 0 0,-1-1 0 0 0,1 0-1 0 0,0 1 1 0 0,-1-1 0 0 0,1 1-1 0 0,0 0 1 0 0,2-3-1 0 0,33-46-561 0 0,-27 38 1313 0 0,12-14 183 0 0,1 0-1 0 0,27-23 1 0 0,-4 11-6074 0 0,-32 27-654 0 0</inkml:trace>
</inkml:ink>
</file>

<file path=ppt/ink/ink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02.3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81 46 3225 0 0,'-1'-1'87'0'0,"1"0"1"0"0,-1-1 0 0 0,1 1-1 0 0,0 0 1 0 0,0-1-1 0 0,0 1 1 0 0,0 0 0 0 0,0 0-1 0 0,0-1 1 0 0,0 1-1 0 0,0 0 1 0 0,1-1 0 0 0,-1 1-1 0 0,0 0 1 0 0,1-1-1 0 0,-1 1 1 0 0,1 0 0 0 0,-1 0-1 0 0,1 0 1 0 0,0 0 0 0 0,-1-1-1 0 0,1 1 1 0 0,0 0-1 0 0,0 0 1 0 0,0 0 0 0 0,0 0-1 0 0,0 1 1 0 0,0-1-1 0 0,0 0 1 0 0,0 0 0 0 0,0 1-1 0 0,0-1 1 0 0,1 0-1 0 0,1 0 1 0 0,-1 0 111 0 0,1 0 0 0 0,-1 0 1 0 0,0 0-1 0 0,0 1 0 0 0,1-1 0 0 0,-1 1 1 0 0,0-1-1 0 0,1 1 0 0 0,-1 0 0 0 0,1 0 1 0 0,-1 0-1 0 0,0 0 0 0 0,1 0 0 0 0,-1 0 0 0 0,0 1 1 0 0,1-1-1 0 0,-1 1 0 0 0,0 0 0 0 0,3 1 1 0 0,0 2 200 0 0,0-1 1 0 0,-1 1 0 0 0,0 1 0 0 0,0-1-1 0 0,0 1 1 0 0,0-1 0 0 0,-1 1 0 0 0,1 0 0 0 0,-1 0-1 0 0,4 11 1 0 0,20 62 1339 0 0,-21-59-1294 0 0,-1-4-284 0 0,-1 0 0 0 0,0 0 1 0 0,-1 1-1 0 0,-1-1 0 0 0,0 1 0 0 0,-1 26 0 0 0,-1-38-149 0 0,0 0 1 0 0,-1 0 0 0 0,0-1-1 0 0,1 1 1 0 0,-1 0 0 0 0,-1-1-1 0 0,1 1 1 0 0,0-1-1 0 0,-1 1 1 0 0,0-1 0 0 0,0 0-1 0 0,0 1 1 0 0,0-1 0 0 0,0 0-1 0 0,-1 0 1 0 0,1-1-1 0 0,-1 1 1 0 0,0 0 0 0 0,0-1-1 0 0,0 0 1 0 0,0 0 0 0 0,0 0-1 0 0,-1 0 1 0 0,1 0-1 0 0,0 0 1 0 0,-1-1 0 0 0,1 0-1 0 0,-1 0 1 0 0,0 0-1 0 0,1 0 1 0 0,-1 0 0 0 0,0-1-1 0 0,-4 1 1 0 0,2-1 1 0 0,0 0 0 0 0,0 0-1 0 0,0 0 1 0 0,0-1 0 0 0,0 1 0 0 0,0-1 0 0 0,0-1 0 0 0,1 1 0 0 0,-1-1-1 0 0,0 0 1 0 0,1-1 0 0 0,-1 1 0 0 0,1-1 0 0 0,0 0 0 0 0,0-1 0 0 0,0 1-1 0 0,0-1 1 0 0,0 0 0 0 0,-4-5 0 0 0,4 4-64 0 0,0-1 0 0 0,0 0 0 0 0,1 0 0 0 0,0 0 0 0 0,0-1 0 0 0,1 1 1 0 0,0-1-1 0 0,0 0 0 0 0,0 0 0 0 0,1 0 0 0 0,0 0 0 0 0,1 0 0 0 0,-1-1 0 0 0,1 1 0 0 0,0-11 1 0 0,1 17-5 0 0,0-1 1 0 0,0 0-1 0 0,0 0 1 0 0,0 0-1 0 0,0 0 1 0 0,0 0-1 0 0,1 0 1 0 0,-1 1-1 0 0,1-1 1 0 0,-1 0-1 0 0,1 0 1 0 0,-1 1-1 0 0,1-1 1 0 0,0 0-1 0 0,0 1 1 0 0,0-1-1 0 0,0 0 1 0 0,0 1-1 0 0,1-1 1 0 0,-1 1-1 0 0,3-2 1 0 0,-2 2 33 0 0,-1 0 0 0 0,1 0 0 0 0,0 1 0 0 0,0-1 1 0 0,0 1-1 0 0,0 0 0 0 0,0-1 0 0 0,0 1 1 0 0,0 0-1 0 0,0 0 0 0 0,0 0 0 0 0,0 0 0 0 0,0 1 1 0 0,0-1-1 0 0,0 1 0 0 0,3 0 0 0 0,8 4 131 0 0,-1 0 0 0 0,0 1 0 0 0,0 1 0 0 0,18 12 0 0 0,13 15 621 0 0,-2 1 1 0 0,-1 3 0 0 0,36 41-1 0 0,-62-64-629 0 0,14 17-315 0 0,-1 1 0 0 0,-2 0-1 0 0,25 44 1 0 0,-22-25-6663 0 0</inkml:trace>
</inkml:ink>
</file>

<file path=ppt/ink/ink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06.0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88 1543 9674 0 0,'-9'1'313'0'0,"-33"4"817"0"0,40-5-1039 0 0,0 0 0 0 0,-1 0 0 0 0,1 0 0 0 0,0 0 0 0 0,0 0-1 0 0,0 0 1 0 0,-1-1 0 0 0,1 1 0 0 0,0-1 0 0 0,0 1 0 0 0,0-1-1 0 0,0 0 1 0 0,0 0 0 0 0,-2-1 0 0 0,4 1-64 0 0,-1 1 1 0 0,1-1-1 0 0,0 1 1 0 0,0-1-1 0 0,-1 1 1 0 0,1-1-1 0 0,0 1 1 0 0,0-1-1 0 0,0 0 1 0 0,0 1-1 0 0,0-1 0 0 0,0 1 1 0 0,0-1-1 0 0,0 1 1 0 0,0-1-1 0 0,0 1 1 0 0,0-1-1 0 0,0 0 1 0 0,1 1-1 0 0,-1-1 1 0 0,0 1-1 0 0,0-1 0 0 0,1 1 1 0 0,-1-1-1 0 0,0 1 1 0 0,0-1-1 0 0,1 1 1 0 0,-1 0-1 0 0,0-1 1 0 0,1 0-1 0 0,14-15 252 0 0,-12 14-242 0 0,321-323 399 0 0,-98 120-380 0 0,-14 13 199 0 0,203-164 790 0 0,-254 229-442 0 0,-69 52 107 0 0,190-117 0 0 0,-218 158-880 0 0</inkml:trace>
</inkml:ink>
</file>

<file path=ppt/ink/ink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9:24.95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79 95 5529 0 0,'-7'-13'-618'0'0,"-12"-22"3058"0"0,16 29-1180 0 0,-1 0 0 0 0,0 1 0 0 0,0-1 0 0 0,-1 1 0 0 0,1 0 0 0 0,-9-6 0 0 0,13 10-1197 0 0,-1 1-1 0 0,1 0 1 0 0,0 0-1 0 0,-1 0 0 0 0,1-1 1 0 0,0 1-1 0 0,-1 0 0 0 0,1 0 1 0 0,0 0-1 0 0,-1 0 0 0 0,1 0 1 0 0,0 0-1 0 0,-1 0 0 0 0,1 0 1 0 0,-1 0-1 0 0,1 0 1 0 0,0 0-1 0 0,-1 0 0 0 0,1 0 1 0 0,0 0-1 0 0,-1 0 0 0 0,1 0 1 0 0,0 0-1 0 0,-1 0 0 0 0,1 1 1 0 0,0-1-1 0 0,-1 0 1 0 0,1 0-1 0 0,0 0 0 0 0,-1 1 1 0 0,1-1-1 0 0,0 0 0 0 0,-1 0 1 0 0,1 1-1 0 0,0-1 0 0 0,0 0 1 0 0,0 1-1 0 0,-1-1 0 0 0,1 0 1 0 0,0 1-1 0 0,0-1 1 0 0,0 0-1 0 0,0 1 0 0 0,-1-1 1 0 0,1 0-1 0 0,0 1 0 0 0,0-1 1 0 0,0 0-1 0 0,0 1 0 0 0,0-1 1 0 0,0 1-1 0 0,0-1 1 0 0,0 0-1 0 0,0 1 0 0 0,0 0 1 0 0,-2 27 502 0 0,2-23-464 0 0,8 295 995 0 0,-1-235-2041 0 0,3-1-1 0 0,28 103 0 0 0,-32-150-538 0 0,0 0 0 0 0,12 23-1 0 0,0-11-816 0 0</inkml:trace>
</inkml:ink>
</file>

<file path=ppt/ink/ink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9:25.25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19 93 6449 0 0,'0'0'9'0'0,"-1"-1"0"0"0,1 1 0 0 0,0 0 0 0 0,0-1 0 0 0,0 1 0 0 0,-1 0 0 0 0,1-1 0 0 0,0 1 0 0 0,0 0 0 0 0,-1-1 0 0 0,1 1-1 0 0,0 0 1 0 0,-1 0 0 0 0,1-1 0 0 0,0 1 0 0 0,-1 0 0 0 0,1 0 0 0 0,-1-1 0 0 0,1 1 0 0 0,0 0 0 0 0,-1 0 0 0 0,1 0 0 0 0,-1 0-1 0 0,1 0 1 0 0,0 0 0 0 0,-1 0 0 0 0,1 0 0 0 0,-1 0 0 0 0,1 0 0 0 0,0 0 0 0 0,-1 0 0 0 0,1 0 0 0 0,-1 0 0 0 0,1 0 0 0 0,-1 0 0 0 0,0 0-1 0 0,-1 17-498 0 0,2-7 821 0 0,-2 3-161 0 0,2 1 0 0 0,0 0 0 0 0,1-1 1 0 0,0 1-1 0 0,1 0 0 0 0,0-1 0 0 0,1 0 0 0 0,1 0 0 0 0,5 15 0 0 0,-7-24-143 0 0,0 0-1 0 0,0 0 0 0 0,1 0 0 0 0,-1 0 0 0 0,1 0 0 0 0,0-1 0 0 0,0 1 0 0 0,0-1 0 0 0,0 1 0 0 0,0-1 0 0 0,1 0 0 0 0,0-1 0 0 0,0 1 1 0 0,-1-1-1 0 0,1 1 0 0 0,1-1 0 0 0,-1 0 0 0 0,0-1 0 0 0,0 1 0 0 0,1-1 0 0 0,-1 1 0 0 0,1-1 0 0 0,-1-1 0 0 0,1 1 0 0 0,0-1 1 0 0,-1 0-1 0 0,1 0 0 0 0,-1 0 0 0 0,1 0 0 0 0,6-2 0 0 0,-2 0 57 0 0,1-1 1 0 0,-1 0-1 0 0,1 0 1 0 0,-1-1-1 0 0,0 0 0 0 0,0-1 1 0 0,0 0-1 0 0,-1 0 1 0 0,0-1-1 0 0,0 0 0 0 0,0 0 1 0 0,-1-1-1 0 0,0 0 1 0 0,0 0-1 0 0,-1-1 0 0 0,1 0 1 0 0,5-11-1 0 0,-8 13-19 0 0,0 0 0 0 0,0-1 0 0 0,-1 0 0 0 0,0 1-1 0 0,0-1 1 0 0,-1 0 0 0 0,0 0 0 0 0,0-1 0 0 0,0 1 0 0 0,-1 0 0 0 0,-1 0 0 0 0,1-1-1 0 0,-1 1 1 0 0,0-1 0 0 0,-1 1 0 0 0,1 0 0 0 0,-1-1 0 0 0,-1 1 0 0 0,0 0-1 0 0,0 0 1 0 0,0 0 0 0 0,-1 0 0 0 0,-5-11 0 0 0,6 15-7 0 0,0 0-1 0 0,0 1 1 0 0,0-1-1 0 0,0 0 1 0 0,-1 1 0 0 0,1 0-1 0 0,0 0 1 0 0,-1-1 0 0 0,0 2-1 0 0,0-1 1 0 0,1 0-1 0 0,-1 0 1 0 0,0 1 0 0 0,0 0-1 0 0,0-1 1 0 0,-1 1 0 0 0,1 0-1 0 0,0 1 1 0 0,-6-2 0 0 0,4 2-110 0 0,-1 0 0 0 0,0 0 1 0 0,1 0-1 0 0,-1 1 0 0 0,1 0 1 0 0,-1 0-1 0 0,1 1 0 0 0,-1-1 1 0 0,1 1-1 0 0,-10 5 0 0 0,-9 6-845 0 0</inkml:trace>
</inkml:ink>
</file>

<file path=ppt/ink/ink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9:25.64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115 10 3225 0 0,'-4'-2'383'0'0,"0"1"1"0"0,0-1-1 0 0,0 1 1 0 0,0 0-1 0 0,0 0 1 0 0,-1 1 0 0 0,1-1-1 0 0,0 1 1 0 0,0 0-1 0 0,-1 0 1 0 0,1 0-1 0 0,0 0 1 0 0,0 1-1 0 0,0 0 1 0 0,-5 1 0 0 0,6-1-106 0 0,1 0 0 0 0,-1 0 0 0 0,1 1 0 0 0,-1-1 0 0 0,1 1 0 0 0,0 0 0 0 0,0 0 0 0 0,0-1 0 0 0,0 1 0 0 0,0 1 0 0 0,0-1 0 0 0,0 0 0 0 0,1 0 0 0 0,-1 1 0 0 0,1-1 0 0 0,-1 1 0 0 0,1-1 0 0 0,0 1 0 0 0,0 0 0 0 0,0-1 0 0 0,0 1 0 0 0,1 0 0 0 0,-1 4 0 0 0,-1 6-11 0 0,2 0 0 0 0,-1 0 0 0 0,2 0 0 0 0,-1 0 0 0 0,2 0 0 0 0,0 0 0 0 0,0 0 0 0 0,1 0 0 0 0,1-1 0 0 0,0 1 0 0 0,1-1 0 0 0,7 13 0 0 0,-10-20-259 0 0,1 1-1 0 0,0-2 0 0 0,0 1 1 0 0,0 0-1 0 0,0-1 0 0 0,1 1 1 0 0,0-1-1 0 0,0 0 0 0 0,0 0 0 0 0,0 0 1 0 0,1-1-1 0 0,-1 0 0 0 0,1 0 1 0 0,0 0-1 0 0,0 0 0 0 0,0-1 1 0 0,0 1-1 0 0,1-1 0 0 0,-1-1 1 0 0,1 1-1 0 0,-1-1 0 0 0,1 0 1 0 0,-1 0-1 0 0,1-1 0 0 0,0 1 1 0 0,-1-1-1 0 0,1-1 0 0 0,0 1 1 0 0,-1-1-1 0 0,8-1 0 0 0,-9 1-39 0 0,0 0 0 0 0,0-1-1 0 0,0 1 1 0 0,0-1 0 0 0,0 1-1 0 0,0-1 1 0 0,0-1 0 0 0,-1 1-1 0 0,1 0 1 0 0,-1-1 0 0 0,1 0-1 0 0,-1 0 1 0 0,0 0 0 0 0,0 0-1 0 0,0 0 1 0 0,-1-1 0 0 0,5-6-1 0 0,-4 4 59 0 0,-1 1 0 0 0,0-1 0 0 0,0 0-1 0 0,-1 1 1 0 0,1-1 0 0 0,-1 0 0 0 0,-1 0-1 0 0,1 0 1 0 0,-1 0 0 0 0,0 0 0 0 0,-1-12-1 0 0,-1 9-16 0 0,1 0 0 0 0,-1 0 0 0 0,-1 1 0 0 0,1-1-1 0 0,-2 0 1 0 0,1 1 0 0 0,-1-1 0 0 0,0 1 0 0 0,-1 0 0 0 0,0 1-1 0 0,0-1 1 0 0,-1 1 0 0 0,1 0 0 0 0,-2 0 0 0 0,1 1 0 0 0,-14-12 0 0 0,15 15-282 0 0,0 0 1 0 0,0 1 0 0 0,0-1 0 0 0,0 1 0 0 0,0 0 0 0 0,0 0 0 0 0,-1 1-1 0 0,1-1 1 0 0,0 1 0 0 0,-1 0 0 0 0,0 1 0 0 0,1-1 0 0 0,-1 1 0 0 0,1 0-1 0 0,-11 2 1 0 0,0 3-5381 0 0</inkml:trace>
</inkml:ink>
</file>

<file path=ppt/ink/ink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9:25.88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 9674 0 0,'5'4'4496'0'0,"-5"-4"-4422"0"0,1 20 1911 0 0,-4 24-380 0 0,1-19-1414 0 0,1 0 0 0 0,1-1 0 0 0,1 1 0 0 0,1 0 0 0 0,2-1 0 0 0,0 0 0 0 0,2 1 0 0 0,0-2 0 0 0,2 1 0 0 0,0-1 0 0 0,2 0 0 0 0,0-1 0 0 0,15 23 0 0 0,-21-37-683 0 0,13 20-169 0 0,-4-10-5051 0 0</inkml:trace>
</inkml:ink>
</file>

<file path=ppt/ink/ink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9:26.12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35 67 7370 0 0,'0'-2'93'0'0,"0"0"1"0"0,1 0-1 0 0,-1 0 1 0 0,0 0 0 0 0,1 0-1 0 0,-1 1 1 0 0,1-1-1 0 0,-1 0 1 0 0,1 0-1 0 0,0 0 1 0 0,0 0 0 0 0,0 1-1 0 0,0-1 1 0 0,0 0-1 0 0,0 1 1 0 0,3-3 0 0 0,29-19 1727 0 0,-29 22-1683 0 0,-1-1-1 0 0,1 0 0 0 0,-1 1 1 0 0,1 0-1 0 0,-1 0 0 0 0,1 0 1 0 0,0 0-1 0 0,-1 1 0 0 0,1-1 1 0 0,0 1-1 0 0,0 0 0 0 0,-1 0 1 0 0,1 0-1 0 0,0 1 0 0 0,0-1 1 0 0,-1 1-1 0 0,1 0 0 0 0,0 0 1 0 0,-1 0-1 0 0,1 1 0 0 0,-1-1 1 0 0,1 1-1 0 0,-1 0 0 0 0,0 0 1 0 0,0 0-1 0 0,0 0 0 0 0,0 0 1 0 0,0 1-1 0 0,0 0 0 0 0,-1-1 1 0 0,1 1-1 0 0,-1 0 0 0 0,0 0 1 0 0,0 0-1 0 0,0 1 0 0 0,0-1 1 0 0,0 0-1 0 0,-1 1 0 0 0,1-1 1 0 0,-1 1-1 0 0,0-1 0 0 0,0 1 1 0 0,-1 0-1 0 0,1 0 0 0 0,-1-1 1 0 0,1 1-1 0 0,-1 0 1 0 0,0 0-1 0 0,-1-1 0 0 0,1 1 1 0 0,-2 6-1 0 0,-2 1 123 0 0,0-1 0 0 0,0 1 0 0 0,-1-1 0 0 0,0 0 0 0 0,-1 0 0 0 0,0-1 0 0 0,-1 0 1 0 0,0 0-1 0 0,-1 0 0 0 0,-13 12 0 0 0,9-10-341 0 0,-1 0-1 0 0,0-1 1 0 0,-1-1 0 0 0,0 0 0 0 0,-1-1 0 0 0,-26 11-1 0 0,32-16-1770 0 0</inkml:trace>
</inkml:ink>
</file>

<file path=ppt/ink/ink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9:26.93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262 14 5985 0 0,'-4'-2'256'0'0,"1"0"-1"0"0,-1 0 1 0 0,0 1-1 0 0,-1-1 1 0 0,1 1-1 0 0,0 0 1 0 0,0 0-1 0 0,0 1 1 0 0,-1-1-1 0 0,1 1 1 0 0,0 0 0 0 0,-7 0-1 0 0,1 1 175 0 0,-1 0 0 0 0,1 0 0 0 0,-21 7-1 0 0,23-5-253 0 0,-1 1 0 0 0,1 0 0 0 0,0 1 0 0 0,0 0 0 0 0,0 0 0 0 0,0 1-1 0 0,1 0 1 0 0,0 0 0 0 0,1 1 0 0 0,-1 0 0 0 0,1 0 0 0 0,0 0 0 0 0,1 1-1 0 0,-8 13 1 0 0,10-15-82 0 0,-1 1-1 0 0,1 0 1 0 0,0 0-1 0 0,0 0 1 0 0,1 1 0 0 0,-1-1-1 0 0,2 1 1 0 0,-1-1-1 0 0,1 1 1 0 0,1 0-1 0 0,-1-1 1 0 0,1 1 0 0 0,0 0-1 0 0,1-1 1 0 0,0 1-1 0 0,0 0 1 0 0,1-1-1 0 0,3 10 1 0 0,-4-14-98 0 0,0 0 0 0 0,0 0 1 0 0,0 0-1 0 0,1 0 0 0 0,0 0 0 0 0,-1-1 1 0 0,1 1-1 0 0,0-1 0 0 0,0 1 0 0 0,0-1 1 0 0,1 1-1 0 0,-1-1 0 0 0,1 0 0 0 0,-1 0 1 0 0,1-1-1 0 0,-1 1 0 0 0,1 0 0 0 0,0-1 1 0 0,0 1-1 0 0,0-1 0 0 0,0 0 0 0 0,0 0 1 0 0,0 0-1 0 0,0-1 0 0 0,0 1 0 0 0,1-1 1 0 0,-1 0-1 0 0,0 1 0 0 0,0-1 0 0 0,0-1 1 0 0,1 1-1 0 0,-1 0 0 0 0,0-1 0 0 0,6-1 1 0 0,1-2-87 0 0,-1 1 1 0 0,0-1-1 0 0,0 0 1 0 0,0-1-1 0 0,-1 0 0 0 0,0-1 1 0 0,0 1-1 0 0,0-2 1 0 0,0 1-1 0 0,6-9 1 0 0,-4 4 62 0 0,0-1 0 0 0,-1 0 1 0 0,-1 0-1 0 0,0-1 0 0 0,-1 0 0 0 0,7-18 1 0 0,24-87 2823 0 0,-38 118-2709 0 0,0-1 1 0 0,0 0 0 0 0,0 0 0 0 0,0 0 0 0 0,1 1 0 0 0,-1-1 0 0 0,0 0-1 0 0,0 1 1 0 0,1-1 0 0 0,-1 0 0 0 0,1 0 0 0 0,-1 1 0 0 0,0-1 0 0 0,1 1-1 0 0,-1-1 1 0 0,1 0 0 0 0,-1 1 0 0 0,1-1 0 0 0,0 1 0 0 0,-1-1 0 0 0,1 1-1 0 0,0-1 1 0 0,-1 1 0 0 0,1 0 0 0 0,0-1 0 0 0,-1 1 0 0 0,1 0 0 0 0,1-1-1 0 0,-1 2-6 0 0,0-1 0 0 0,0 0-1 0 0,0 1 1 0 0,0-1 0 0 0,0 0-1 0 0,0 1 1 0 0,0-1 0 0 0,0 1 0 0 0,0 0-1 0 0,0-1 1 0 0,0 1 0 0 0,0 0-1 0 0,0 0 1 0 0,0 0 0 0 0,0-1-1 0 0,0 2 1 0 0,4 4 111 0 0,-1 0 0 0 0,0 0 0 0 0,0 0 0 0 0,6 13 0 0 0,3 18 6 0 0,-1 1 0 0 0,-1 1 0 0 0,8 62 0 0 0,-16-75-194 0 0,-1 1-1 0 0,-1-1 0 0 0,-1 0 1 0 0,-1 0-1 0 0,-2 0 0 0 0,-8 39 1 0 0,7-51 2 0 0,-1 0 0 0 0,0 0 0 0 0,0-1 0 0 0,-2 0 0 0 0,-8 14 0 0 0,12-22-73 0 0,-1 1 1 0 0,0-1-1 0 0,0 0 0 0 0,0 1 1 0 0,-1-2-1 0 0,1 1 0 0 0,-1-1 1 0 0,-1 1-1 0 0,1-1 0 0 0,0-1 0 0 0,-1 1 1 0 0,0-1-1 0 0,-8 4 0 0 0,13-7-57 0 0,1 0 0 0 0,-1 1 0 0 0,0-1 0 0 0,1 0 0 0 0,-1 0 1 0 0,0 1-1 0 0,1-1 0 0 0,-1 0 0 0 0,0 0 0 0 0,1 0 0 0 0,-1 0 0 0 0,0 0 0 0 0,0 0 0 0 0,1 0 0 0 0,-1 0 0 0 0,0 0 0 0 0,1 0 0 0 0,-1 0 0 0 0,0-1 0 0 0,1 1 0 0 0,-1 0 0 0 0,0 0 0 0 0,1-1 0 0 0,-1 1 0 0 0,1 0 0 0 0,-1-1 0 0 0,0 1 0 0 0,0-1 0 0 0</inkml:trace>
</inkml:ink>
</file>

<file path=ppt/ink/ink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9:27.35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212 62 2304 0 0,'9'-6'1147'0'0,"0"1"0"0"0,-1-1-1 0 0,0 0 1 0 0,0 0-1 0 0,-1-1 1 0 0,10-19 2908 0 0,-17 26-4004 0 0,-12 3 1388 0 0,-11 5 57 0 0,-2 4-688 0 0,0 1 0 0 0,1 1 0 0 0,-36 29 0 0 0,49-34-651 0 0,0 1 1 0 0,0 0 0 0 0,1 1-1 0 0,0 0 1 0 0,0 0-1 0 0,2 1 1 0 0,-1 1 0 0 0,-10 20-1 0 0,18-30-161 0 0,-1 0-1 0 0,1 0 1 0 0,0 0-1 0 0,0 0 1 0 0,0 1-1 0 0,0-1 1 0 0,1 0-1 0 0,-1 0 1 0 0,1 1-1 0 0,0-1 0 0 0,0 0 1 0 0,0 1-1 0 0,0-1 1 0 0,1 0-1 0 0,-1 1 1 0 0,1-1-1 0 0,0 0 1 0 0,0 0-1 0 0,0 1 1 0 0,3 5-1 0 0,-2-6-66 0 0,1 0 1 0 0,-1-1-1 0 0,1 1 0 0 0,0 0 0 0 0,0-1 0 0 0,0 0 0 0 0,0 1 0 0 0,0-1 0 0 0,1 0 0 0 0,-1-1 1 0 0,0 1-1 0 0,1-1 0 0 0,0 1 0 0 0,-1-1 0 0 0,1 0 0 0 0,0 0 0 0 0,0-1 0 0 0,4 1 0 0 0,1 0-97 0 0,0 0 0 0 0,0-1 0 0 0,-1 0 0 0 0,1-1 0 0 0,0 0 0 0 0,0 0 0 0 0,-1-1 0 0 0,1 0 0 0 0,-1 0-1 0 0,0-1 1 0 0,1-1 0 0 0,-1 1 0 0 0,-1-1 0 0 0,1 0 0 0 0,0-1 0 0 0,-1 0 0 0 0,0 0 0 0 0,0 0-1 0 0,-1-1 1 0 0,12-12 0 0 0,-8 6 201 0 0,-1 0 1 0 0,-1 0-1 0 0,0-1 0 0 0,-1 0 0 0 0,0 0 1 0 0,-1-1-1 0 0,0 0 0 0 0,-1 0 0 0 0,0 0 1 0 0,-2-1-1 0 0,4-20 0 0 0,-1 15 2732 0 0,-1 32-1021 0 0,4 33-791 0 0,-9-44-994 0 0,3 18 107 0 0,0 0 0 0 0,1 0-1 0 0,11 29 1 0 0,-12-41-419 0 0,0 0 1 0 0,1 0-1 0 0,-1-1 1 0 0,1 1 0 0 0,1-1-1 0 0,-1 0 1 0 0,1 0-1 0 0,0 0 1 0 0,0-1-1 0 0,1 0 1 0 0,0 0-1 0 0,7 5 1 0 0,0-1-1713 0 0</inkml:trace>
</inkml:ink>
</file>

<file path=ppt/ink/ink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9:27.48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0 207 24 0 0,'4'-5'430'0'0,"1"0"0"0"0,-1 0 1 0 0,-1-1-1 0 0,1 1 0 0 0,-1-1 0 0 0,0 1 0 0 0,0-1 1 0 0,-1 0-1 0 0,3-9 0 0 0,10-59 7257 0 0,-5 16-4365 0 0,-10 58-3235 0 0,0 0 0 0 0,0-1 0 0 0,0 1 0 0 0,0-1-1 0 0,0 1 1 0 0,0-1 0 0 0,0 1 0 0 0,0-1 0 0 0,0 1-1 0 0,0 0 1 0 0,1-1 0 0 0,-1 1 0 0 0,0-1 0 0 0,0 1 0 0 0,0 0-1 0 0,1-1 1 0 0,-1 1 0 0 0,0 0 0 0 0,1-1 0 0 0,-1 1-1 0 0,0 0 1 0 0,1-1 0 0 0,-1 1 0 0 0,0 0 0 0 0,1 0 0 0 0,-1-1-1 0 0,1 1 1 0 0,-1 0 0 0 0,0 0 0 0 0,1 0 0 0 0,0-1-1 0 0,9 11 1268 0 0,7 25-441 0 0,-16-32-773 0 0,7 19 405 0 0,9 41 0 0 0,-13-47-929 0 0,-1 0-1 0 0,2-1 1 0 0,0 1-1 0 0,1-1 0 0 0,12 23 1 0 0</inkml:trace>
</inkml:ink>
</file>

<file path=ppt/ink/ink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9:27.67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15 30 11522 0 0,'-4'-4'513'0'0,"0"0"95"0"0,1 1-480 0 0,2 1-128 0 0,0-2 1224 0 0,-1 1-552 0 0,2 0 8 0 0,2-1-976 0 0,0 1-200 0 0,4 3-40 0 0,-1 2-8 0 0,2 2 544 0 0,1 3 0 0 0,1 3 88 0 0,0 4 8 0 0</inkml:trace>
</inkml:ink>
</file>

<file path=ppt/ink/ink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9:28.00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 2304 0 0,'2'0'194'0'0,"-1"1"-1"0"0,0 0 0 0 0,0 0 1 0 0,1-1-1 0 0,-1 1 0 0 0,0 0 0 0 0,0 0 1 0 0,0 0-1 0 0,0 0 0 0 0,0 0 1 0 0,0 0-1 0 0,0 1 0 0 0,-1-1 0 0 0,1 0 1 0 0,0 0-1 0 0,-1 1 0 0 0,1-1 0 0 0,0 0 1 0 0,-1 1-1 0 0,0-1 0 0 0,1 3 1 0 0,9 32 3383 0 0,-6-7-554 0 0,0 36 0 0 0,-4-49-2568 0 0,1 0 1 0 0,0 0 0 0 0,1-1-1 0 0,0 1 1 0 0,1 0 0 0 0,1-1-1 0 0,1 1 1 0 0,0-1 0 0 0,8 16-1 0 0,-13-31-456 0 0,0 0 0 0 0,0 0-1 0 0,1 1 1 0 0,-1-1-1 0 0,0 0 1 0 0,0 1 0 0 0,0-1-1 0 0,0 0 1 0 0,1 0 0 0 0,-1 1-1 0 0,0-1 1 0 0,0 0-1 0 0,1 0 1 0 0,-1 0 0 0 0,0 1-1 0 0,1-1 1 0 0,-1 0-1 0 0,0 0 1 0 0,0 0 0 0 0,1 0-1 0 0,-1 0 1 0 0,0 1-1 0 0,1-1 1 0 0,-1 0 0 0 0,0 0-1 0 0,1 0 1 0 0,-1 0 0 0 0,0 0-1 0 0,1 0 1 0 0,-1 0-1 0 0,0 0 1 0 0,1 0 0 0 0,-1-1-1 0 0,0 1 1 0 0,1 0-1 0 0,10-11-16 0 0,7-25 83 0 0,-15 30-22 0 0,0-2 1 0 0,62-119 143 0 0,-57 113-162 0 0,2 0-1 0 0,-1 0 1 0 0,2 1 0 0 0,-1 0 0 0 0,2 1 0 0 0,17-15 0 0 0,-27 25 11 0 0,0 0 1 0 0,0 1-1 0 0,0 0 1 0 0,0-1-1 0 0,0 1 1 0 0,0 0-1 0 0,0 0 1 0 0,0 0 0 0 0,0 0-1 0 0,0 0 1 0 0,1 1-1 0 0,-1-1 1 0 0,0 1-1 0 0,0-1 1 0 0,1 1-1 0 0,-1 0 1 0 0,0 0 0 0 0,1 0-1 0 0,-1 0 1 0 0,1 0-1 0 0,-1 0 1 0 0,0 1-1 0 0,0-1 1 0 0,4 2-1 0 0,-2 1 27 0 0,0-1-1 0 0,0 1 1 0 0,0 0 0 0 0,-1 0-1 0 0,1 1 1 0 0,-1-1-1 0 0,0 1 1 0 0,0-1-1 0 0,-1 1 1 0 0,1 0-1 0 0,2 6 1 0 0,1-1-469 0 0,0 0 1 0 0,0-1 0 0 0,15 15-1 0 0</inkml:trace>
</inkml:ink>
</file>

<file path=ppt/ink/ink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9:28.59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93 74 9218 0 0,'4'-51'3189'0'0,"-4"29"2525"0"0,-1 28-3328 0 0,-17 120-527 0 0,-18 200-1284 0 0,35-189-658 0 0,-2 64 539 0 0,0-166-871 0 0,-2 0 0 0 0,-1 0 1 0 0,-18 58-1 0 0</inkml:trace>
</inkml:ink>
</file>

<file path=ppt/ink/ink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9:28.96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 35 5065 0 0,'0'0'171'0'0,"-1"-1"0"0"0,1 0 1 0 0,-1 0-1 0 0,1 1 0 0 0,0-1 0 0 0,-1 0 0 0 0,1 0 1 0 0,0 1-1 0 0,-1-1 0 0 0,1 0 0 0 0,0 0 0 0 0,0 0 0 0 0,0 1 1 0 0,0-1-1 0 0,0 0 0 0 0,0 0 0 0 0,0 0 0 0 0,0 0 1 0 0,0 1-1 0 0,0-1 0 0 0,0 0 0 0 0,0 0 0 0 0,1 0 1 0 0,-1 1-1 0 0,0-1 0 0 0,1 0 0 0 0,-1 0 0 0 0,0 1 0 0 0,1-1 1 0 0,-1 0-1 0 0,1 0 0 0 0,-1 1 0 0 0,1-1 0 0 0,0 1 1 0 0,-1-1-1 0 0,1 0 0 0 0,-1 1 0 0 0,1-1 0 0 0,0 1 0 0 0,0 0 1 0 0,-1-1-1 0 0,1 1 0 0 0,0 0 0 0 0,0-1 0 0 0,-1 1 1 0 0,1 0-1 0 0,0 0 0 0 0,0-1 0 0 0,0 1 0 0 0,0 0 0 0 0,1 0 1 0 0,1-1 250 0 0,1 1 0 0 0,0-1 0 0 0,0 1 0 0 0,-1 0 1 0 0,1-1-1 0 0,0 2 0 0 0,0-1 0 0 0,0 0 0 0 0,-1 1 0 0 0,8 2 1 0 0,-1 2-158 0 0,0 1 0 0 0,0 1 0 0 0,0 0 0 0 0,-1 0 0 0 0,0 1 0 0 0,0 0 1 0 0,-1 0-1 0 0,0 1 0 0 0,9 12 0 0 0,58 97 383 0 0,-59-92-491 0 0,51 92 152 0 0,59 145 0 0 0,-119-246-425 0 0,-3-7 12 0 0,-1 1-1 0 0,2-1 1 0 0,0 0-1 0 0,0-1 1 0 0,1 1-1 0 0,0-1 1 0 0,0 0 0 0 0,1-1-1 0 0,8 9 1 0 0,1-11-4372 0 0</inkml:trace>
</inkml:ink>
</file>

<file path=ppt/ink/ink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9:29.20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9 185 2304 0 0,'0'0'128'0'0,"0"0"-1"0"0,-1 0 0 0 0,1-1 0 0 0,-1 1 0 0 0,1 0 0 0 0,-1 0 0 0 0,1 0 0 0 0,0-1 0 0 0,-1 1 0 0 0,1 0 0 0 0,-1-1 0 0 0,1 1 0 0 0,0 0 0 0 0,-1-1 0 0 0,1 1 0 0 0,0 0 0 0 0,0-1 0 0 0,-1 1 0 0 0,1-1 0 0 0,0 1 0 0 0,0 0 0 0 0,0-1 0 0 0,-1 1 0 0 0,1-1 0 0 0,0 1 0 0 0,0-1 0 0 0,0 1 0 0 0,0-1 0 0 0,0 1 0 0 0,0 0 0 0 0,0-1 0 0 0,0 0 0 0 0,8-17 3046 0 0,19-11 761 0 0,-6 15-2992 0 0,-1 2 0 0 0,1 0 0 0 0,1 2 0 0 0,0 0 0 0 0,35-10 0 0 0,120-21-301 0 0,-149 36-2072 0 0,-1 3-5191 0 0</inkml:trace>
</inkml:ink>
</file>

<file path=ppt/ink/ink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9:20.84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43 7 7370 0 0,'-1'0'177'0'0,"0"-1"1"0"0,1 0 0 0 0,-1 1 0 0 0,0-1 0 0 0,0 1 0 0 0,0-1 0 0 0,0 1 0 0 0,1-1 0 0 0,-1 1-1 0 0,0 0 1 0 0,0-1 0 0 0,0 1 0 0 0,0 0 0 0 0,0 0 0 0 0,0 0 0 0 0,0 0 0 0 0,0-1-1 0 0,0 1 1 0 0,0 1 0 0 0,0-1 0 0 0,0 0 0 0 0,0 0 0 0 0,0 0 0 0 0,0 0 0 0 0,0 1 0 0 0,0-1-1 0 0,0 1 1 0 0,-1 0 0 0 0,1 0 8 0 0,-1 1-1 0 0,1-1 1 0 0,0 1-1 0 0,0 0 1 0 0,0-1-1 0 0,0 1 1 0 0,0 0 0 0 0,0 0-1 0 0,1 0 1 0 0,-1-1-1 0 0,1 1 1 0 0,-1 0-1 0 0,1 3 1 0 0,-2 9 212 0 0,1 0 1 0 0,1-1-1 0 0,1 16 1 0 0,0-27-325 0 0,3 59 394 0 0,14 260 1059 0 0,-16-105-4918 0 0,-3-193 1353 0 0,1-3-2992 0 0</inkml:trace>
</inkml:ink>
</file>

<file path=ppt/ink/ink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9:21.32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461 30 6913 0 0,'-13'-6'344'0'0,"0"1"0"0"0,-1 0 0 0 0,0 1 0 0 0,0 1 0 0 0,0 0 0 0 0,-18-1 0 0 0,26 4-321 0 0,0 0 0 0 0,0 1 0 0 0,0-1 0 0 0,0 1-1 0 0,0 0 1 0 0,0 1 0 0 0,0-1 0 0 0,1 1 0 0 0,-1 0 0 0 0,0 1 0 0 0,1-1 0 0 0,0 1-1 0 0,-1 0 1 0 0,1 1 0 0 0,0-1 0 0 0,1 1 0 0 0,-8 7 0 0 0,-4 7 151 0 0,0 1 0 0 0,1 1 0 0 0,2 0 0 0 0,0 1 0 0 0,0 1 1 0 0,2 0-1 0 0,-10 30 0 0 0,-47 168 1056 0 0,65-208-1159 0 0,-12 43 147 0 0,3 0 1 0 0,2 0-1 0 0,3 1 1 0 0,2 0 0 0 0,4 71-1 0 0,2-103-221 0 0,1-1 1 0 0,1 0-1 0 0,1 0 0 0 0,1-1 0 0 0,1 1 1 0 0,1-1-1 0 0,1 0 0 0 0,1-1 0 0 0,1 0 0 0 0,1 0 1 0 0,1-1-1 0 0,0-1 0 0 0,2 0 0 0 0,0 0 0 0 0,23 22 1 0 0,-12-18 8 0 0,1-2 1 0 0,1 0 0 0 0,1-2-1 0 0,1-1 1 0 0,0-1 0 0 0,1-2 0 0 0,63 23-1 0 0,-66-29 77 0 0,0-1 0 0 0,0-2 0 0 0,1-1 0 0 0,0-1 0 0 0,0-1 0 0 0,0-1 0 0 0,0-2-1 0 0,0-1 1 0 0,0-1 0 0 0,28-6 0 0 0,-37 3 69 0 0,1-1 0 0 0,-1-1 0 0 0,0-1 0 0 0,-1-1 0 0 0,1 0 0 0 0,-2-1 1 0 0,1-1-1 0 0,-2-1 0 0 0,1 0 0 0 0,-2-1 0 0 0,26-28 0 0 0,-15 12 128 0 0,-2 0 0 0 0,-2-2 0 0 0,0 0 0 0 0,-2-1 0 0 0,23-52 0 0 0,-30 52-131 0 0,-1-1-1 0 0,-2 0 1 0 0,-2-1 0 0 0,0 0 0 0 0,-3 0-1 0 0,-1 0 1 0 0,-1-1 0 0 0,-2-35 0 0 0,-4 2 324 0 0,-3 1 1 0 0,-3 0-1 0 0,-20-77 1 0 0,21 113-326 0 0,0 0 0 0 0,-2 1 0 0 0,-2 0 0 0 0,0 1 0 0 0,-29-48 0 0 0,35 67-123 0 0,-1 1 0 0 0,0 0 0 0 0,0 1 0 0 0,-1 0-1 0 0,0 0 1 0 0,0 1 0 0 0,-1 0 0 0 0,-15-10 0 0 0,16 13-36 0 0,1 1 1 0 0,-1 0 0 0 0,0 0-1 0 0,0 0 1 0 0,0 1-1 0 0,0 0 1 0 0,0 1 0 0 0,0-1-1 0 0,0 2 1 0 0,0-1 0 0 0,-1 1-1 0 0,1 0 1 0 0,-9 2-1 0 0,2 1-102 0 0,0 0 0 0 0,0 1-1 0 0,0 1 1 0 0,0 0 0 0 0,0 1-1 0 0,-20 13 1 0 0,-80 55-2034 0 0,88-55 996 0 0,-17 13-5527 0 0</inkml:trace>
</inkml:ink>
</file>

<file path=ppt/ink/ink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9:23.06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243 11 7370 0 0,'-2'-1'123'0'0,"0"-1"1"0"0,0 1 0 0 0,0 0-1 0 0,0 0 1 0 0,0 0 0 0 0,0 1 0 0 0,0-1-1 0 0,0 0 1 0 0,0 1 0 0 0,0-1-1 0 0,-1 1 1 0 0,1 0 0 0 0,0 0 0 0 0,0 0-1 0 0,0 0 1 0 0,-1 0 0 0 0,1 0-1 0 0,0 1 1 0 0,0-1 0 0 0,0 1 0 0 0,0-1-1 0 0,-3 2 1 0 0,-2 0 85 0 0,1 1-1 0 0,-1-1 1 0 0,1 2-1 0 0,-1-1 1 0 0,-8 7-1 0 0,6-2-92 0 0,0 0 0 0 0,1 1-1 0 0,0 0 1 0 0,1 0-1 0 0,0 1 1 0 0,0 0 0 0 0,1 0-1 0 0,0 0 1 0 0,1 1-1 0 0,-6 16 1 0 0,-3 16 128 0 0,-13 58 0 0 0,27-100-235 0 0,-7 28 82 0 0,2-1 1 0 0,1 0-1 0 0,2 1 0 0 0,1 0 1 0 0,1 0-1 0 0,1 0 0 0 0,1-1 1 0 0,2 1-1 0 0,8 30 1 0 0,-9-46-59 0 0,1-1 0 0 0,1 0 0 0 0,0 0 0 0 0,1-1 0 0 0,0 1 0 0 0,0-1 0 0 0,1 0 0 0 0,1-1 0 0 0,16 18 0 0 0,-17-21 0 0 0,1-1 1 0 0,1 1-1 0 0,-1-1 1 0 0,1-1-1 0 0,0 1 1 0 0,1-1-1 0 0,-1-1 0 0 0,1 0 1 0 0,0 0-1 0 0,0-1 1 0 0,0 0-1 0 0,0-1 1 0 0,16 2-1 0 0,-17-4 33 0 0,1 1 0 0 0,-1-1-1 0 0,1 0 1 0 0,-1-1 0 0 0,1 0-1 0 0,-1-1 1 0 0,0 0 0 0 0,0 0-1 0 0,0-1 1 0 0,0 0 0 0 0,13-7 0 0 0,-9 3 2 0 0,-1 0 1 0 0,-1-1-1 0 0,1 0 1 0 0,-2-1 0 0 0,1 0-1 0 0,-1-1 1 0 0,11-13-1 0 0,-6 4 30 0 0,-2 0-1 0 0,0-1 0 0 0,-1 0 0 0 0,-1-1 1 0 0,-1 0-1 0 0,-1-1 0 0 0,0 0 1 0 0,-2 0-1 0 0,5-25 0 0 0,-8 27 78 0 0,-2-1 0 0 0,0 1 0 0 0,-1 0-1 0 0,-1-1 1 0 0,-1 1 0 0 0,-1-1 0 0 0,-1 1 0 0 0,0 0 0 0 0,-2 0 0 0 0,0 0-1 0 0,-10-22 1 0 0,10 30-143 0 0,0 1-1 0 0,-1-1 0 0 0,0 1 1 0 0,-1 1-1 0 0,0-1 0 0 0,-1 1 0 0 0,0 0 1 0 0,0 1-1 0 0,-1 0 0 0 0,0 0 1 0 0,-1 1-1 0 0,0 0 0 0 0,0 0 1 0 0,-1 1-1 0 0,0 1 0 0 0,0 0 1 0 0,-1 0-1 0 0,1 1 0 0 0,-15-3 1 0 0,21 6-296 0 0,-1 0 1 0 0,0 1 0 0 0,0 0-1 0 0,0 0 1 0 0,0 1 0 0 0,0 0-1 0 0,0 0 1 0 0,0 0-1 0 0,0 1 1 0 0,0 0 0 0 0,0 0-1 0 0,0 0 1 0 0,0 1 0 0 0,-6 2-1 0 0,-9 7-5669 0 0</inkml:trace>
</inkml:ink>
</file>

<file path=ppt/ink/ink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9:23.38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4 9218 0 0,'2'-4'3432'0'0,"2"13"-1646"0"0,3 12 23 0 0,-3 20-539 0 0,-2 0-1 0 0,-4 70 1 0 0,-1-79-1294 0 0,2-1-1 0 0,1 1 1 0 0,1 0 0 0 0,2-1 0 0 0,12 55-1 0 0,3-39-3730 0 0</inkml:trace>
</inkml:ink>
</file>

<file path=ppt/ink/ink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9:23.58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71 5065 0 0,'0'-3'208'0'0,"1"0"0"0"0,-1 0 0 0 0,1 0 0 0 0,0 0 0 0 0,0 0 0 0 0,0 0 0 0 0,0 0 0 0 0,0 0 0 0 0,1 0 0 0 0,-1 0 0 0 0,1 1-1 0 0,0-1 1 0 0,0 1 0 0 0,0-1 0 0 0,0 1 0 0 0,0 0 0 0 0,0-1 0 0 0,1 1 0 0 0,-1 1 0 0 0,1-1 0 0 0,0 0 0 0 0,-1 0 0 0 0,1 1 0 0 0,0 0 0 0 0,0-1 0 0 0,0 1 0 0 0,0 0 0 0 0,0 1 0 0 0,0-1 0 0 0,5 0 0 0 0,-3 0 51 0 0,0 0 0 0 0,0 0 1 0 0,-1 1-1 0 0,1 0 0 0 0,0 0 1 0 0,0 0-1 0 0,0 0 0 0 0,0 1 1 0 0,0 0-1 0 0,-1 0 0 0 0,1 0 1 0 0,0 0-1 0 0,-1 1 0 0 0,1 0 1 0 0,-1 0-1 0 0,1 0 0 0 0,-1 1 1 0 0,0-1-1 0 0,7 7 0 0 0,-6-3-117 0 0,0 1 0 0 0,0 0 0 0 0,-1 0 1 0 0,0 1-1 0 0,0-1 0 0 0,-1 1 0 0 0,0 0 0 0 0,0 0 0 0 0,-1 0 0 0 0,0 0 0 0 0,0 1 0 0 0,-1-1 0 0 0,0 0 0 0 0,-1 1 0 0 0,0-1 0 0 0,0 1 1 0 0,0-1-1 0 0,-3 12 0 0 0,-1 2-258 0 0,0 0 1 0 0,-2 0-1 0 0,-1-1 1 0 0,0 0 0 0 0,-18 36-1 0 0,-15 12-3582 0 0,28-50-1867 0 0</inkml:trace>
</inkml:ink>
</file>

<file path=ppt/ink/ink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9:24.14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0 332 2761 0 0,'3'0'149'0'0,"28"1"1363"0"0,-1-2 0 0 0,1-1 1 0 0,44-9-1 0 0,-66 9-1421 0 0,0-1-1 0 0,-1 0 1 0 0,1 0-1 0 0,-1-1 0 0 0,1 0 1 0 0,-1 0-1 0 0,0-1 1 0 0,-1 0-1 0 0,1 0 1 0 0,-1-1-1 0 0,0 0 1 0 0,0 0-1 0 0,-1-1 1 0 0,0 1-1 0 0,0-1 0 0 0,5-9 1 0 0,0-1-276 0 0,-1-1 1 0 0,0 0-1 0 0,8-24 1 0 0,-15 36 99 0 0,-1-1 1 0 0,0 1 0 0 0,0-1 0 0 0,-1 1 0 0 0,0-1 0 0 0,0 1 0 0 0,-1-1-1 0 0,0 0 1 0 0,0 1 0 0 0,0-1 0 0 0,-1 1 0 0 0,0-1 0 0 0,0 0 0 0 0,-3-6-1 0 0,4 12 156 0 0,0-1-1 0 0,-1 1 0 0 0,1 0 0 0 0,0 0 0 0 0,-1-1 0 0 0,1 1 0 0 0,-1 0 0 0 0,1 0 0 0 0,-1 0 0 0 0,0 0 1 0 0,0 0-1 0 0,1-1 0 0 0,-1 1 0 0 0,0 0 0 0 0,0 1 0 0 0,0-1 0 0 0,0 0 0 0 0,0 0 0 0 0,0 0 0 0 0,0 1 1 0 0,0-1-1 0 0,-1 0 0 0 0,1 1 0 0 0,0-1 0 0 0,0 1 0 0 0,-1-1 0 0 0,1 1 0 0 0,0 0 0 0 0,0 0 0 0 0,-1-1 0 0 0,1 1 1 0 0,0 0-1 0 0,-1 0 0 0 0,1 0 0 0 0,0 0 0 0 0,-1 1 0 0 0,1-1 0 0 0,0 0 0 0 0,0 1 0 0 0,-1-1 0 0 0,-1 1 1 0 0,0 1 69 0 0,0 0 0 0 0,0 0 0 0 0,0 0 0 0 0,0 1 0 0 0,0-1 1 0 0,0 1-1 0 0,0 0 0 0 0,1 0 0 0 0,0 0 0 0 0,-1 0 0 0 0,1 0 1 0 0,0 0-1 0 0,-1 4 0 0 0,-4 10-111 0 0,0 1-1 0 0,2-1 1 0 0,0 1 0 0 0,1 0-1 0 0,0 0 1 0 0,0 31 0 0 0,3-41-23 0 0,1 0 0 0 0,0 0 0 0 0,0 1 0 0 0,1-1 1 0 0,0 0-1 0 0,0 0 0 0 0,1 0 0 0 0,0-1 0 0 0,1 1 0 0 0,-1 0 1 0 0,1-1-1 0 0,1 1 0 0 0,0-1 0 0 0,0 0 0 0 0,0 0 1 0 0,1-1-1 0 0,8 10 0 0 0,-12-14 7 0 0,1 0 0 0 0,0 0 0 0 0,0-1-1 0 0,0 1 1 0 0,0 0 0 0 0,0-1 0 0 0,0 1 0 0 0,1-1 0 0 0,-1 0 0 0 0,0 0 0 0 0,1 0-1 0 0,-1 0 1 0 0,1 0 0 0 0,-1 0 0 0 0,1-1 0 0 0,-1 1 0 0 0,1-1 0 0 0,0 0 0 0 0,-1 0-1 0 0,1 0 1 0 0,-1 0 0 0 0,1 0 0 0 0,0 0 0 0 0,-1-1 0 0 0,1 1 0 0 0,-1-1 0 0 0,1 0-1 0 0,-1 0 1 0 0,1 0 0 0 0,-1 0 0 0 0,0 0 0 0 0,1 0 0 0 0,-1-1 0 0 0,0 1 0 0 0,0-1-1 0 0,0 1 1 0 0,0-1 0 0 0,0 0 0 0 0,0 0 0 0 0,-1 0 0 0 0,3-3 0 0 0,6-9-204 0 0,0-1 1 0 0,-1 0-1 0 0,0-1 1 0 0,11-32 0 0 0,-13 32 81 0 0,4-13-76 0 0,-8 20 355 0 0,0 0-1 0 0,1 1 0 0 0,0-1 0 0 0,0 0 1 0 0,1 1-1 0 0,0 0 0 0 0,8-9 0 0 0,-12 17-28 0 0,-1 0 0 0 0,1 0-1 0 0,-1 0 1 0 0,1 0-1 0 0,-1 0 1 0 0,1 0 0 0 0,-1 1-1 0 0,1-1 1 0 0,-1 0-1 0 0,1 0 1 0 0,-1 1 0 0 0,1-1-1 0 0,-1 0 1 0 0,1 0-1 0 0,-1 1 1 0 0,0-1-1 0 0,1 1 1 0 0,-1-1 0 0 0,1 0-1 0 0,-1 1 1 0 0,0-1-1 0 0,1 1 1 0 0,-1-1 0 0 0,0 1-1 0 0,0-1 1 0 0,1 1-1 0 0,-1-1 1 0 0,0 1 0 0 0,0-1-1 0 0,0 2 1 0 0,11 18 615 0 0,-11-19-639 0 0,8 18 121 0 0,56 111 978 0 0,-56-115-1764 0 0,0-1 0 0 0,2-1 1 0 0,0 1-1 0 0,0-2 0 0 0,1 1 0 0 0,21 16 1 0 0,-31-28 275 0 0,0 0 1 0 0,0 0 0 0 0,0 0 0 0 0,0 0-1 0 0,0 0 1 0 0,0-1 0 0 0,0 1 0 0 0,1-1-1 0 0,-1 1 1 0 0,0 0 0 0 0,1-1 0 0 0,-1 0-1 0 0,0 1 1 0 0,1-1 0 0 0,-1 0 0 0 0,0 0-1 0 0,1 0 1 0 0,-1 0 0 0 0,1 0 0 0 0,-1 0-1 0 0,0 0 1 0 0,1 0 0 0 0,-1-1 0 0 0,0 1-1 0 0,1 0 1 0 0,-1-1 0 0 0,2 0 0 0 0</inkml:trace>
</inkml:ink>
</file>

<file path=ppt/ink/ink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9:24.58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8 312 6913 0 0,'-2'-13'469'0'0,"0"0"0"0"0,0-1-1 0 0,1 1 1 0 0,1-1 0 0 0,0 1 0 0 0,1-1-1 0 0,0 1 1 0 0,1 0 0 0 0,1-1-1 0 0,0 1 1 0 0,0 0 0 0 0,2 0-1 0 0,0 1 1 0 0,0-1 0 0 0,1 1-1 0 0,0 0 1 0 0,1 1 0 0 0,1-1-1 0 0,0 1 1 0 0,14-15 0 0 0,-19 23-380 0 0,0 0 1 0 0,0 0-1 0 0,1 1 1 0 0,-1 0-1 0 0,1-1 1 0 0,-1 1-1 0 0,1 0 0 0 0,0 1 1 0 0,-1-1-1 0 0,1 1 1 0 0,0-1-1 0 0,0 1 1 0 0,0 1-1 0 0,8-2 1 0 0,-9 2-31 0 0,-1 1 0 0 0,1-1 0 0 0,-1 1-1 0 0,1-1 1 0 0,-1 1 0 0 0,0 0 0 0 0,1 0 0 0 0,-1 0 0 0 0,0 0-1 0 0,0 1 1 0 0,0-1 0 0 0,0 1 0 0 0,0-1 0 0 0,0 1 0 0 0,0-1 0 0 0,0 1-1 0 0,-1 0 1 0 0,1 0 0 0 0,-1 0 0 0 0,1 0 0 0 0,-1 0 0 0 0,0 0 0 0 0,0 1-1 0 0,0-1 1 0 0,2 4 0 0 0,5 17 318 0 0,-1 1-1 0 0,-1 0 0 0 0,-2 0 1 0 0,5 49-1 0 0,-6-40-1143 0 0,13 57 0 0 0,-12-73-6390 0 0</inkml:trace>
</inkml:ink>
</file>

<file path=ppt/ink/ink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9:37.01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127 212 920 0 0,'-6'-7'388'0'0,"-1"0"1"0"0,-1 1-1 0 0,1 0 0 0 0,-1 0 0 0 0,-11-6 1 0 0,13 9 151 0 0,0 0 0 0 0,0-1-1 0 0,0 0 1 0 0,1 0 0 0 0,0 0 0 0 0,0-1 0 0 0,0 0 0 0 0,0 0 0 0 0,1 0 0 0 0,-1 0 0 0 0,-6-12 0 0 0,11 15-394 0 0,-1 1 0 0 0,1-1 0 0 0,-1 0 0 0 0,1 1 0 0 0,0-1 1 0 0,0 1-1 0 0,0-1 0 0 0,0 0 0 0 0,0 1 0 0 0,0-1 0 0 0,0 0 0 0 0,0 1 0 0 0,0-1 1 0 0,1 1-1 0 0,-1-1 0 0 0,1 0 0 0 0,-1 1 0 0 0,1-1 0 0 0,0 1 0 0 0,1-2 1 0 0,0 0 14 0 0,1-1 0 0 0,-1 1 0 0 0,1 0 0 0 0,0 0 0 0 0,0 0 0 0 0,0 0 0 0 0,7-3 0 0 0,0-1 15 0 0,1 1 1 0 0,1 1 0 0 0,-1 0 0 0 0,18-6 0 0 0,-24 10-104 0 0,-1-1 1 0 0,1 1 0 0 0,0 0-1 0 0,0 1 1 0 0,0-1-1 0 0,0 1 1 0 0,1 0 0 0 0,-1 0-1 0 0,0 0 1 0 0,0 1 0 0 0,0-1-1 0 0,0 1 1 0 0,0 1-1 0 0,0-1 1 0 0,-1 1 0 0 0,1 0-1 0 0,0 0 1 0 0,-1 0-1 0 0,1 0 1 0 0,-1 1 0 0 0,0 0-1 0 0,6 5 1 0 0,-5-3-21 0 0,-1 0 0 0 0,1 0 0 0 0,-1 1 0 0 0,-1-1 0 0 0,1 1 0 0 0,-1 0 0 0 0,0 0 0 0 0,0 1 0 0 0,-1-1 1 0 0,1 1-1 0 0,-2-1 0 0 0,1 1 0 0 0,-1-1 0 0 0,0 1 0 0 0,0 0 0 0 0,0 9 0 0 0,-2 5-36 0 0,0-1-1 0 0,-1 1 1 0 0,-1 0-1 0 0,-1-1 1 0 0,-9 26-1 0 0,-42 99 81 0 0,16-49-70 0 0,38-94-8 0 0,1 0-1 0 0,-1 0 1 0 0,0 0 0 0 0,1 1-1 0 0,-1-1 1 0 0,1 0 0 0 0,0 1 0 0 0,0-1-1 0 0,0 0 1 0 0,0 0 0 0 0,0 4 0 0 0,1-5 7 0 0,-1 0 1 0 0,0 0-1 0 0,1 0 1 0 0,-1-1-1 0 0,1 1 1 0 0,-1 0-1 0 0,1 0 1 0 0,-1 0-1 0 0,1 0 1 0 0,0-1-1 0 0,-1 1 1 0 0,1 0-1 0 0,0 0 1 0 0,-1-1-1 0 0,1 1 1 0 0,0-1-1 0 0,0 1 1 0 0,1 0-1 0 0,3 1 66 0 0,0-1-1 0 0,0 0 0 0 0,0 0 1 0 0,0-1-1 0 0,0 1 1 0 0,0-1-1 0 0,0 0 0 0 0,9-1 1 0 0,30-4 12 0 0,52-11 0 0 0,-5-8-4836 0 0,-69 17-817 0 0</inkml:trace>
</inkml:ink>
</file>

<file path=ppt/ink/ink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9:37.51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871 138 10594 0 0,'-85'-48'849'0'0,"64"34"-861"0"0,-1 1-1 0 0,-1 1 1 0 0,0 1 0 0 0,-1 1-1 0 0,-46-13 1 0 0,57 21 107 0 0,0 0 0 0 0,-1 1 1 0 0,1 0-1 0 0,-1 1 0 0 0,1 0 0 0 0,0 1 0 0 0,-1 1 0 0 0,1 0 1 0 0,0 1-1 0 0,0 0 0 0 0,-17 7 0 0 0,12-2 145 0 0,0 1 1 0 0,1 0-1 0 0,1 1 0 0 0,-1 1 1 0 0,2 0-1 0 0,-1 2 0 0 0,-15 15 0 0 0,3 3 133 0 0,0 1 0 0 0,3 1 0 0 0,0 2 0 0 0,2 0 0 0 0,2 2 0 0 0,-27 61 0 0 0,32-57-387 0 0,1 1 0 0 0,3 0 0 0 0,1 1 1 0 0,2 1-1 0 0,2-1 0 0 0,-2 48 1 0 0,7-27-11 0 0,3-1 0 0 0,3 1 0 0 0,19 100 0 0 0,-18-138-81 0 0,1-1 0 0 0,1 1 0 0 0,2-1 0 0 0,0 0 0 0 0,23 41 1 0 0,-24-53 8 0 0,1 1 0 0 0,0-1 1 0 0,1-1-1 0 0,1 1 1 0 0,0-2-1 0 0,0 1 1 0 0,1-2-1 0 0,1 0 0 0 0,-1 0 1 0 0,26 13-1 0 0,-12-10 33 0 0,1-1 0 0 0,0-2 0 0 0,1-1 0 0 0,0-1 0 0 0,1-1 0 0 0,0-2 0 0 0,0-1 0 0 0,52 1 0 0 0,-35-5 307 0 0,-1-3-1 0 0,1-1 0 0 0,-1-2 0 0 0,86-24 1 0 0,-107 21-82 0 0,1-1 1 0 0,-1 0 0 0 0,0-2 0 0 0,-1-1 0 0 0,-1-1-1 0 0,0-1 1 0 0,-1 0 0 0 0,0-2 0 0 0,30-32-1 0 0,-17 12 85 0 0,-1-3-1 0 0,-2 0 0 0 0,-2-2 1 0 0,25-48-1 0 0,-38 59-50 0 0,-1 1 1 0 0,-1-2-1 0 0,-2 0 0 0 0,-2 0 0 0 0,-1-1 1 0 0,-1-1-1 0 0,-1 1 0 0 0,-3-1 1 0 0,0 0-1 0 0,-3-69 0 0 0,-3 79-88 0 0,0 0-1 0 0,-2 0 1 0 0,-1 0 0 0 0,-1 1-1 0 0,-1-1 1 0 0,-1 1 0 0 0,-1 1-1 0 0,-1 0 1 0 0,-1 0-1 0 0,0 1 1 0 0,-2 0 0 0 0,-1 1-1 0 0,0 0 1 0 0,-1 1 0 0 0,-2 1-1 0 0,-21-19 1 0 0,22 23-126 0 0,0 1 0 0 0,-1 1-1 0 0,-1 1 1 0 0,0 0 0 0 0,0 1 0 0 0,-1 2 0 0 0,-38-14 0 0 0,42 18-452 0 0,0 1 0 0 0,0 0 0 0 0,0 1 0 0 0,0 0 0 0 0,-1 1 1 0 0,-29 3-1 0 0,15 2-713 0 0</inkml:trace>
</inkml:ink>
</file>

<file path=ppt/ink/ink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9:38.91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11 48 2761 0 0,'-1'-4'248'0'0,"0"0"-248"0"0,1 2 0 0 0,0 1 0 0 0,-2 0 64 0 0,2-1-64 0 0,0 0 0 0 0,-2-4 0 0 0,2 1 0 0 0,-2-2 0 0 0,1 1 0 0 0,0-1 0 0 0</inkml:trace>
</inkml:ink>
</file>

<file path=ppt/ink/ink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9:39.14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9 23 7834 0 0,'-9'-22'8840'0'0,"12"34"-7057"0"0,13 110-823 0 0,-5 1-1 0 0,-4 131 0 0 0,-2-5-936 0 0,-4-242-138 0 0,7 73-297 0 0,-7-72-268 0 0,1 0-1 0 0,0-1 1 0 0,1 1 0 0 0,5 11-1 0 0</inkml:trace>
</inkml:ink>
</file>

<file path=ppt/ink/ink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9:39.32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6 231 2761 0 0,'-1'-3'153'0'0,"0"0"1"0"0,0-1-1 0 0,0 1 1 0 0,1 0 0 0 0,-1-1-1 0 0,1 1 1 0 0,0 0-1 0 0,0-1 1 0 0,0 1 0 0 0,0-1-1 0 0,1 1 1 0 0,-1 0 0 0 0,1-1-1 0 0,0 1 1 0 0,0 0-1 0 0,0 0 1 0 0,1 0 0 0 0,-1 0-1 0 0,1 0 1 0 0,-1 0-1 0 0,1 0 1 0 0,0 0 0 0 0,0 0-1 0 0,1 1 1 0 0,-1-1 0 0 0,3-1-1 0 0,14-15 421 0 0,0 2 0 0 0,1 1 0 0 0,1 0 1 0 0,25-14-1 0 0,-33 23-375 0 0,0 0 0 0 0,0 1-1 0 0,1 1 1 0 0,-1 0 0 0 0,1 1 0 0 0,0 0 0 0 0,0 1 0 0 0,0 1 0 0 0,17-1 0 0 0,-10 3-4357 0 0</inkml:trace>
</inkml:ink>
</file>

<file path=ppt/ink/ink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9:39.48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1 116 10594 0 0,'1'-2'472'0'0,"-1"0"96"0"0,3-1-455 0 0,-1 0-113 0 0,1 1 0 0 0,0-1 0 0 0,2-1-81 0 0,2-1-39 0 0,6-3-8 0 0,3-4 0 0 0,4-3-64 0 0,2 1-24 0 0,1 2 0 0 0,2 2 0 0 0,2 2 216 0 0,-2 0-80 0 0,-5 4 80 0 0</inkml:trace>
</inkml:ink>
</file>

<file path=ppt/ink/ink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9:40.16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65 331 10594 0 0,'3'-2'224'0'0,"0"1"1"0"0,0-1-1 0 0,0 0 0 0 0,0-1 0 0 0,0 1 1 0 0,0 0-1 0 0,0-1 0 0 0,-1 0 0 0 0,1 1 0 0 0,3-6 1 0 0,0 0 318 0 0,8-6 78 0 0,-1-2 0 0 0,-1 1 0 0 0,0-2 0 0 0,-1 1 0 0 0,9-21 0 0 0,-16 31-619 0 0,-1-1 1 0 0,0 0-1 0 0,-1 0 1 0 0,0 0-1 0 0,0 0 0 0 0,0 0 1 0 0,-1 0-1 0 0,0-1 1 0 0,0 1-1 0 0,-1-1 0 0 0,1 1 1 0 0,-2 0-1 0 0,1-1 0 0 0,-1 1 1 0 0,-1 0-1 0 0,1-1 1 0 0,-3-6-1 0 0,3 11-18 0 0,0 1 1 0 0,0 0-1 0 0,0 0 1 0 0,0-1-1 0 0,0 1 1 0 0,0 0-1 0 0,-1 0 0 0 0,1 0 1 0 0,-1 0-1 0 0,1 0 1 0 0,-1 1-1 0 0,0-1 0 0 0,0 0 1 0 0,0 1-1 0 0,0-1 1 0 0,0 1-1 0 0,0 0 1 0 0,0 0-1 0 0,0 0 0 0 0,-1 0 1 0 0,1 0-1 0 0,0 0 1 0 0,-1 0-1 0 0,1 1 0 0 0,0-1 1 0 0,-1 1-1 0 0,1 0 1 0 0,-1 0-1 0 0,1 0 0 0 0,-1 0 1 0 0,1 0-1 0 0,-1 0 1 0 0,1 0-1 0 0,0 1 1 0 0,-1 0-1 0 0,1-1 0 0 0,-1 1 1 0 0,-2 2-1 0 0,-3 0 32 0 0,0 1 0 0 0,1 0-1 0 0,0 0 1 0 0,0 1 0 0 0,0 0 0 0 0,1 0-1 0 0,-1 1 1 0 0,1 0 0 0 0,0 0 0 0 0,-5 8-1 0 0,6-7 83 0 0,0-1 1 0 0,1 1-1 0 0,0 0 0 0 0,0 0 0 0 0,1 1 0 0 0,0-1 0 0 0,0 1 0 0 0,1-1 1 0 0,0 1-1 0 0,0 0 0 0 0,1 0 0 0 0,0 0 0 0 0,0 0 0 0 0,1 0 0 0 0,0 0 0 0 0,0 0 1 0 0,1 1-1 0 0,0-1 0 0 0,1-1 0 0 0,-1 1 0 0 0,2 0 0 0 0,-1 0 0 0 0,1-1 1 0 0,0 1-1 0 0,0-1 0 0 0,1 0 0 0 0,0 0 0 0 0,1 0 0 0 0,-1 0 0 0 0,1-1 1 0 0,1 0-1 0 0,-1 0 0 0 0,1 0 0 0 0,0-1 0 0 0,0 0 0 0 0,1 0 0 0 0,-1 0 1 0 0,1-1-1 0 0,0 0 0 0 0,0 0 0 0 0,1-1 0 0 0,-1 0 0 0 0,1 0 0 0 0,0-1 0 0 0,13 3 1 0 0,-10-4-601 0 0,1 0 1 0 0,-1 0-1 0 0,1-1 1 0 0,-1-1-1 0 0,23-4 1 0 0,-9 0-6220 0 0</inkml:trace>
</inkml:ink>
</file>

<file path=ppt/ink/ink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9:40.46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1 357 7370 0 0,'2'-1'259'0'0,"0"1"1"0"0,1-1-1 0 0,-1 0 1 0 0,0 1 0 0 0,0-1-1 0 0,1 0 1 0 0,-1-1 0 0 0,0 1-1 0 0,0 0 1 0 0,0-1 0 0 0,0 1-1 0 0,-1-1 1 0 0,4-2-1 0 0,23-27 986 0 0,-21 23-1147 0 0,4-5 205 0 0,0-1 1 0 0,-1 0-1 0 0,-1-1 1 0 0,0 0-1 0 0,-1-1 1 0 0,10-27 0 0 0,-15 36-262 0 0,-1-1 0 0 0,0 1 1 0 0,0-1-1 0 0,0 1 1 0 0,-1-1-1 0 0,0 0 1 0 0,-1 0-1 0 0,1 0 0 0 0,-2 1 1 0 0,1-1-1 0 0,-1 0 1 0 0,0 0-1 0 0,-1 1 1 0 0,0-1-1 0 0,0 1 0 0 0,0-1 1 0 0,-5-8-1 0 0,6 14-14 0 0,1 1 1 0 0,-1 0-1 0 0,0-1 0 0 0,0 1 0 0 0,0-1 0 0 0,0 1 0 0 0,0 0 0 0 0,0 0 1 0 0,0 0-1 0 0,0 0 0 0 0,0 0 0 0 0,-1 0 0 0 0,1 0 0 0 0,0 0 0 0 0,-1 0 1 0 0,1 0-1 0 0,0 1 0 0 0,-1-1 0 0 0,1 0 0 0 0,-1 1 0 0 0,0 0 0 0 0,1-1 1 0 0,-1 1-1 0 0,1 0 0 0 0,-1 0 0 0 0,1-1 0 0 0,-1 1 0 0 0,0 1 0 0 0,-1-1 1 0 0,1 1 54 0 0,0-1 1 0 0,1 1-1 0 0,-1 0 1 0 0,1 0-1 0 0,0 0 1 0 0,-1 0 0 0 0,1 0-1 0 0,0 0 1 0 0,-1 0-1 0 0,1 1 1 0 0,0-1-1 0 0,0 0 1 0 0,0 1 0 0 0,0-1-1 0 0,0 1 1 0 0,1-1-1 0 0,-1 1 1 0 0,0-1-1 0 0,1 1 1 0 0,-1 0 0 0 0,1-1-1 0 0,-1 1 1 0 0,1 0-1 0 0,0-1 1 0 0,0 1-1 0 0,0 3 1 0 0,0 7-91 0 0,0 0 0 0 0,1 0 0 0 0,1 0 1 0 0,0 0-1 0 0,1 0 0 0 0,0 0 0 0 0,1 0 0 0 0,0-1 0 0 0,1 0 1 0 0,0 0-1 0 0,1 0 0 0 0,0-1 0 0 0,0 1 0 0 0,1-1 0 0 0,12 12 1 0 0,-3-5-6522 0 0</inkml:trace>
</inkml:ink>
</file>

<file path=ppt/ink/ink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9:46.87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290 565 3225 0 0,'0'-2'135'0'0,"0"0"0"0"0,0 0 0 0 0,0 0 0 0 0,0 0 0 0 0,0 0 0 0 0,0 0 0 0 0,-1 0 0 0 0,1 0 0 0 0,-1 0 0 0 0,1 0 0 0 0,-1 0 0 0 0,0 0 0 0 0,0 0 0 0 0,0 0 0 0 0,0 1 0 0 0,0-1 0 0 0,0 0 0 0 0,-1 1 0 0 0,1-1 0 0 0,0 1 0 0 0,-1-1 0 0 0,1 1 0 0 0,-1 0 0 0 0,0-1 0 0 0,1 1 0 0 0,-1 0 0 0 0,0 0 0 0 0,0 0 0 0 0,-3-1 0 0 0,0 0 132 0 0,0 0 0 0 0,0 0-1 0 0,0 1 1 0 0,-1 0 0 0 0,1 0 0 0 0,-1 0 0 0 0,1 1 0 0 0,0-1-1 0 0,-1 1 1 0 0,-7 1 0 0 0,2 2-19 0 0,1-1 0 0 0,0 2 0 0 0,-1 0 0 0 0,1 0 0 0 0,0 0 0 0 0,1 1 0 0 0,-1 1 0 0 0,1 0 0 0 0,0 0 0 0 0,1 1 0 0 0,-1 0 0 0 0,1 0 0 0 0,-12 16 0 0 0,15-18-146 0 0,0 1 1 0 0,1 0-1 0 0,-1 0 1 0 0,2 0 0 0 0,-1 0-1 0 0,0 1 1 0 0,1-1 0 0 0,0 1-1 0 0,1 0 1 0 0,0 0-1 0 0,0 0 1 0 0,0 0 0 0 0,1 0-1 0 0,0 1 1 0 0,0-1 0 0 0,1 0-1 0 0,0 1 1 0 0,0-1 0 0 0,1 0-1 0 0,0 1 1 0 0,2 9-1 0 0,-2-14-100 0 0,0 0-1 0 0,-1-1 1 0 0,1 1-1 0 0,0 0 1 0 0,0 0-1 0 0,1-1 1 0 0,-1 1-1 0 0,1-1 1 0 0,-1 1-1 0 0,1-1 1 0 0,0 1-1 0 0,0-1 1 0 0,0 0-1 0 0,0 0 1 0 0,0 0-1 0 0,0 0 0 0 0,1 0 1 0 0,-1-1-1 0 0,1 1 1 0 0,-1-1-1 0 0,1 1 1 0 0,-1-1-1 0 0,1 0 1 0 0,0 0-1 0 0,0 0 1 0 0,0 0-1 0 0,-1-1 1 0 0,1 1-1 0 0,0-1 1 0 0,0 0-1 0 0,0 0 1 0 0,0 0-1 0 0,0 0 1 0 0,0 0-1 0 0,0 0 0 0 0,0-1 1 0 0,0 0-1 0 0,0 1 1 0 0,-1-1-1 0 0,1 0 1 0 0,4-3-1 0 0,4-1-158 0 0,-1 0 0 0 0,0-1-1 0 0,0-1 1 0 0,-1 1 0 0 0,0-2 0 0 0,0 1-1 0 0,0-1 1 0 0,-1 0 0 0 0,10-14-1 0 0,0-3 164 0 0,-2 0 0 0 0,-1-2-1 0 0,-1 0 1 0 0,-1 0 0 0 0,-1-1-1 0 0,-2-1 1 0 0,0 0 0 0 0,-2 0-1 0 0,-2-1 1 0 0,0 0 0 0 0,-2 0-1 0 0,-2-1 1 0 0,0 1 0 0 0,-2 0-1 0 0,-6-49 1 0 0,4 70 147 0 0,-31-173 3660 0 0,33 181-3718 0 0,0 0 0 0 0,0 0-1 0 0,0 0 1 0 0,0 0 0 0 0,0 0 0 0 0,-1 0-1 0 0,1 1 1 0 0,0-1 0 0 0,-1 0-1 0 0,1 0 1 0 0,0 0 0 0 0,-1 1 0 0 0,1-1-1 0 0,-1 0 1 0 0,1 0 0 0 0,-1 1-1 0 0,0-1 1 0 0,1 0 0 0 0,-1 1 0 0 0,0-1-1 0 0,1 1 1 0 0,-1-1 0 0 0,-1 0-1 0 0,1 1-20 0 0,0 1 0 0 0,1 0 0 0 0,-1 0 0 0 0,1-1 0 0 0,-1 1 0 0 0,1 0 0 0 0,-1 0 0 0 0,1 0 0 0 0,0 0 0 0 0,-1-1 0 0 0,1 1 0 0 0,0 0 0 0 0,0 0 0 0 0,-1 0 0 0 0,1 0 0 0 0,0 0 0 0 0,0 0 0 0 0,0 0 0 0 0,0 0 0 0 0,0 0 0 0 0,1 0 0 0 0,-1-1 0 0 0,0 2 0 0 0,37 492 214 0 0,-32-433-281 0 0,-3-34-31 0 0,14 115-997 0 0,-12-118 281 0 0,1 0 0 0 0,1-1-1 0 0,17 42 1 0 0,-13-43-6168 0 0</inkml:trace>
</inkml:ink>
</file>

<file path=ppt/ink/ink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9:47.33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11 75 10138 0 0,'0'-8'417'0'0,"2"-33"557"0"0,-5 16 3610 0 0,0 56-1106 0 0,-1-3-3434 0 0,1 43 203 0 0,14 133 0 0 0,-5-157-148 0 0,2-1 0 0 0,2 0 0 0 0,30 83-1 0 0,-36-120-96 0 0,0 0-1 0 0,1 0 0 0 0,0-1 0 0 0,0 1 0 0 0,1-1 0 0 0,0 0 1 0 0,0-1-1 0 0,1 1 0 0 0,0-1 0 0 0,16 11 0 0 0,-21-16-6 0 0,1 0 1 0 0,0 0-1 0 0,0 0 0 0 0,0-1 1 0 0,0 0-1 0 0,0 1 0 0 0,0-1 0 0 0,0 0 1 0 0,1 0-1 0 0,-1-1 0 0 0,0 1 0 0 0,1-1 1 0 0,-1 1-1 0 0,0-1 0 0 0,1 0 1 0 0,-1 0-1 0 0,0-1 0 0 0,1 1 0 0 0,-1-1 1 0 0,0 0-1 0 0,1 0 0 0 0,-1 0 0 0 0,0 0 1 0 0,0 0-1 0 0,0-1 0 0 0,0 1 1 0 0,0-1-1 0 0,0 0 0 0 0,0 0 0 0 0,-1 0 1 0 0,1 0-1 0 0,-1 0 0 0 0,1-1 0 0 0,-1 1 1 0 0,2-4-1 0 0,4-5 52 0 0,-1 0 0 0 0,0-1 0 0 0,-1 1 0 0 0,-1-1 0 0 0,0 0 0 0 0,0-1 0 0 0,-1 0 0 0 0,-1 1 0 0 0,0-1-1 0 0,-1 0 1 0 0,0 0 0 0 0,-1-1 0 0 0,0 1 0 0 0,-1 0 0 0 0,-1 0 0 0 0,0 0 0 0 0,-1 0 0 0 0,0 0 0 0 0,-7-23 0 0 0,8 35-175 0 0,1-1 1 0 0,-1 1 0 0 0,1 0-1 0 0,0-1 1 0 0,-1 1-1 0 0,0-1 1 0 0,1 1 0 0 0,-1 0-1 0 0,0 0 1 0 0,0-1-1 0 0,0 1 1 0 0,0 0-1 0 0,0 0 1 0 0,0 0 0 0 0,0 0-1 0 0,0 0 1 0 0,0 0-1 0 0,-1 0 1 0 0,1 1 0 0 0,0-1-1 0 0,0 0 1 0 0,-1 1-1 0 0,1-1 1 0 0,-1 0-1 0 0,1 1 1 0 0,0 0 0 0 0,-1-1-1 0 0,1 1 1 0 0,-1 0-1 0 0,1 0 1 0 0,-1 0 0 0 0,1 0-1 0 0,-1 0 1 0 0,-2 0-1 0 0</inkml:trace>
</inkml:ink>
</file>

<file path=ppt/ink/ink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9:47.73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184 109 6585 0 0,'1'-4'66'0'0,"-1"0"-1"0"0,1 0 1 0 0,-1 0 0 0 0,0 0-1 0 0,0 0 1 0 0,0 0-1 0 0,-1-1 1 0 0,1 1-1 0 0,-1 0 1 0 0,0 0-1 0 0,0 0 1 0 0,0 0-1 0 0,-1 0 1 0 0,0 1 0 0 0,1-1-1 0 0,-1 0 1 0 0,-1 1-1 0 0,1-1 1 0 0,0 1-1 0 0,-1 0 1 0 0,0-1-1 0 0,-5-3 1 0 0,6 5 186 0 0,0 0 0 0 0,-1 0-1 0 0,1 1 1 0 0,-1-1 0 0 0,1 1 0 0 0,-1 0 0 0 0,0 0-1 0 0,0 0 1 0 0,0 0 0 0 0,1 0 0 0 0,-1 0 0 0 0,-6 0-1 0 0,5 2-119 0 0,1-1 0 0 0,-1 1-1 0 0,1-1 1 0 0,0 1-1 0 0,-1 0 1 0 0,1 1 0 0 0,-1-1-1 0 0,1 1 1 0 0,0-1 0 0 0,0 1-1 0 0,0 0 1 0 0,0 0-1 0 0,0 0 1 0 0,1 0 0 0 0,-1 1-1 0 0,0-1 1 0 0,1 1-1 0 0,0 0 1 0 0,-1-1 0 0 0,-1 5-1 0 0,-3 3 112 0 0,1 0-1 0 0,0 0 1 0 0,1 1 0 0 0,-8 20-1 0 0,10-22-94 0 0,1 1-1 0 0,0-1 0 0 0,0 1 0 0 0,0 17 0 0 0,2-24-137 0 0,0 0 0 0 0,0 0-1 0 0,1 0 1 0 0,-1 0 0 0 0,1 0-1 0 0,0 0 1 0 0,0 0 0 0 0,2 6-1 0 0,-3-8-21 0 0,1 0 1 0 0,0 0-1 0 0,0 0 0 0 0,-1 0 0 0 0,1 0 0 0 0,0 0 1 0 0,0 0-1 0 0,0 0 0 0 0,0 0 0 0 0,0-1 0 0 0,0 1 0 0 0,0 0 1 0 0,0-1-1 0 0,0 1 0 0 0,1-1 0 0 0,-1 1 0 0 0,0-1 0 0 0,0 1 1 0 0,0-1-1 0 0,1 0 0 0 0,1 1 0 0 0,0-1-46 0 0,0-1-1 0 0,0 1 1 0 0,0-1 0 0 0,0 0-1 0 0,0 0 1 0 0,0 0-1 0 0,-1 0 1 0 0,1 0 0 0 0,0-1-1 0 0,-1 1 1 0 0,1-1-1 0 0,-1 1 1 0 0,1-1 0 0 0,-1 0-1 0 0,0 0 1 0 0,0 0 0 0 0,2-3-1 0 0,33-42-182 0 0,-13 9 1380 0 0,20-46 1 0 0,-44 83-1085 0 0,7 50 2847 0 0,-5-26-2832 0 0,2-1 1 0 0,9 33 0 0 0,-11-48-346 0 0,0-1-1 0 0,0 0 1 0 0,1 1-1 0 0,0-1 0 0 0,0 0 1 0 0,1 0-1 0 0,0-1 1 0 0,0 1-1 0 0,0-1 0 0 0,1 0 1 0 0,-1 0-1 0 0,10 8 1 0 0,5-1-5771 0 0</inkml:trace>
</inkml:ink>
</file>

<file path=ppt/ink/ink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9:48.06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154 134 456 0 0,'-1'-25'1029'0'0,"-1"15"906"0"0,1 1 0 0 0,-1-1 0 0 0,-1 1 0 0 0,0-1 0 0 0,-8-16 0 0 0,-6 1 624 0 0,17 25-2435 0 0,-1-1 0 0 0,0 0 0 0 0,1 0 0 0 0,-1 1 0 0 0,0-1 0 0 0,0 0 0 0 0,0 1 1 0 0,0-1-1 0 0,1 0 0 0 0,-1 1 0 0 0,0-1 0 0 0,0 1 0 0 0,0 0 0 0 0,0-1 0 0 0,0 1 0 0 0,0 0 0 0 0,0 0 0 0 0,0-1 0 0 0,0 1 0 0 0,0 0 0 0 0,0 0 0 0 0,-1 0 0 0 0,1 0 0 0 0,0 0 1 0 0,0 1-1 0 0,-1-1 0 0 0,-1 1-2 0 0,1 0 0 0 0,0 1 0 0 0,0-1 0 0 0,0 0 0 0 0,0 1 0 0 0,0-1 0 0 0,1 1 1 0 0,-1 0-1 0 0,0 0 0 0 0,1 0 0 0 0,-3 2 0 0 0,-3 7 58 0 0,0 1 0 0 0,1-1 0 0 0,-6 17 0 0 0,11-26-100 0 0,-5 14 26 0 0,1-1 1 0 0,0 1-1 0 0,1-1 1 0 0,1 1-1 0 0,0 1 1 0 0,-1 30-1 0 0,4-42-115 0 0,0 1 0 0 0,0 0-1 0 0,1 0 1 0 0,-1-1-1 0 0,1 1 1 0 0,0-1-1 0 0,1 1 1 0 0,-1 0-1 0 0,1-1 1 0 0,0 0-1 0 0,1 1 1 0 0,-1-1-1 0 0,1 0 1 0 0,0 0 0 0 0,0-1-1 0 0,1 1 1 0 0,-1-1-1 0 0,1 1 1 0 0,0-1-1 0 0,0 0 1 0 0,1-1-1 0 0,-1 1 1 0 0,6 3-1 0 0,-6-5-187 0 0,0-1-1 0 0,0 1 1 0 0,0-1-1 0 0,1 0 1 0 0,-1 0-1 0 0,0 0 1 0 0,1 0-1 0 0,-1-1 1 0 0,5 0-1 0 0,11 1-1458 0 0</inkml:trace>
</inkml:ink>
</file>

<file path=ppt/ink/ink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9:48.36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41 11 7834 0 0,'-8'-11'8239'0'0,"7"16"-7524"0"0,-14 95 1141 0 0,-1 133 1 0 0,16-197-1853 0 0,1 0 0 0 0,2 1 0 0 0,1-1 0 0 0,2-1 0 0 0,1 1 0 0 0,2-1-1 0 0,18 45 1 0 0,-23-71-414 0 0,1 0-1 0 0,0 0 1 0 0,0 0-1 0 0,1-1 1 0 0,11 13-1 0 0,-14-18-30 0 0,0 1 0 0 0,0-1 0 0 0,0 0 0 0 0,1 0 1 0 0,0-1-1 0 0,-1 1 0 0 0,1-1 0 0 0,0 0 0 0 0,0 0 0 0 0,0 0 0 0 0,1 0 0 0 0,-1-1 1 0 0,0 0-1 0 0,9 2 0 0 0,2-3-3973 0 0</inkml:trace>
</inkml:ink>
</file>

<file path=ppt/ink/ink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9:48.60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261 110 4201 0 0,'5'-20'128'0'0,"2"-25"740"0"0,-6 42-510 0 0,-1 1-1 0 0,0 0 1 0 0,0 0-1 0 0,0-1 0 0 0,0 1 1 0 0,0 0-1 0 0,-1 0 1 0 0,1 0-1 0 0,-1-1 0 0 0,1 1 1 0 0,-1 0-1 0 0,0 0 0 0 0,0 0 1 0 0,0 0-1 0 0,-2-3 1 0 0,2 4-138 0 0,-1 0 0 0 0,0 0 0 0 0,1 1 0 0 0,-1-1 0 0 0,1 0 0 0 0,-1 1 0 0 0,0-1 0 0 0,0 1 0 0 0,1 0 0 0 0,-1-1 0 0 0,0 1 0 0 0,0 0 1 0 0,1 0-1 0 0,-1 0 0 0 0,0 0 0 0 0,0 1 0 0 0,1-1 0 0 0,-1 0 0 0 0,0 1 0 0 0,1-1 0 0 0,-1 1 0 0 0,0 0 0 0 0,1-1 0 0 0,-1 1 0 0 0,-1 1 0 0 0,-42 23 1550 0 0,20-8-1185 0 0,1 1 0 0 0,-24 22 0 0 0,38-31-436 0 0,1 0 1 0 0,0 1-1 0 0,1 0 0 0 0,0 1 1 0 0,0 0-1 0 0,1 0 0 0 0,-7 15 1 0 0,13-24-112 0 0,0-1 0 0 0,1 1 1 0 0,-1-1-1 0 0,1 0 1 0 0,-1 1-1 0 0,1-1 1 0 0,0 1-1 0 0,0-1 0 0 0,-1 1 1 0 0,1-1-1 0 0,0 1 1 0 0,0-1-1 0 0,1 1 0 0 0,-1 0 1 0 0,0-1-1 0 0,0 1 1 0 0,1-1-1 0 0,-1 0 1 0 0,1 1-1 0 0,-1-1 0 0 0,1 1 1 0 0,1 2-1 0 0,0-3-11 0 0,0 1-1 0 0,-1 0 1 0 0,1 0-1 0 0,0-1 1 0 0,0 1 0 0 0,1-1-1 0 0,-1 0 1 0 0,0 1-1 0 0,0-1 1 0 0,1 0-1 0 0,-1 0 1 0 0,4 0-1 0 0,7 2-11 0 0,0-1 1 0 0,1 0-1 0 0,-1-1 0 0 0,15 0 0 0 0,104-9-409 0 0,-58 3-6275 0 0,-39 3-47 0 0</inkml:trace>
</inkml:ink>
</file>

<file path=ppt/ink/ink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9:48.98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83 7 6881 0 0,'-14'-3'-396'0'0,"11"2"1231"0"0,-1 0 1 0 0,0 1 0 0 0,0-1-1 0 0,0 1 1 0 0,0 0 0 0 0,0 0-1 0 0,0 0 1 0 0,-7 1-1 0 0,9 0-605 0 0,1 0-1 0 0,-1 0 1 0 0,1 0-1 0 0,-1 0 0 0 0,1 0 1 0 0,0 0-1 0 0,-1 0 1 0 0,1 1-1 0 0,0-1 0 0 0,0 0 1 0 0,0 1-1 0 0,0-1 0 0 0,0 1 1 0 0,0-1-1 0 0,0 1 1 0 0,0 0-1 0 0,1-1 0 0 0,-1 1 1 0 0,1 0-1 0 0,-1 0 1 0 0,1-1-1 0 0,0 1 0 0 0,-1 3 1 0 0,0 7-27 0 0,0 0 1 0 0,0 0 0 0 0,1 0-1 0 0,1 0 1 0 0,0 0-1 0 0,1 0 1 0 0,0 0-1 0 0,1 0 1 0 0,0-1-1 0 0,1 1 1 0 0,8 18 0 0 0,-7-21-292 0 0,0 1 0 0 0,1-1 0 0 0,0 1 0 0 0,1-2 1 0 0,12 15-1 0 0,-14-18-351 0 0,0 0 1 0 0,1 0 0 0 0,0-1-1 0 0,0 0 1 0 0,0 0-1 0 0,1 0 1 0 0,-1-1-1 0 0,13 5 1 0 0,0-3-6025 0 0</inkml:trace>
</inkml:ink>
</file>

<file path=ppt/ink/ink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9:49.28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127 34 2849 0 0,'0'-1'45'0'0,"0"0"1"0"0,1 0 0 0 0,-1 0-1 0 0,0 0 1 0 0,0-1 0 0 0,0 1-1 0 0,0 0 1 0 0,0 0 0 0 0,0 0-1 0 0,0 0 1 0 0,-1 0 0 0 0,1-1-1 0 0,0 1 1 0 0,-1 0-1 0 0,1 0 1 0 0,0 0 0 0 0,-1 0-1 0 0,1 0 1 0 0,-1 0 0 0 0,0 0-1 0 0,1 0 1 0 0,-1 0 0 0 0,0 0-1 0 0,0 0 1 0 0,-1-1 0 0 0,0 1 263 0 0,1 1 1 0 0,-1-1 0 0 0,0 0 0 0 0,1 1-1 0 0,-1-1 1 0 0,0 1 0 0 0,0 0 0 0 0,0 0-1 0 0,1-1 1 0 0,-1 1 0 0 0,0 0 0 0 0,0 0-1 0 0,0 1 1 0 0,-3 0 0 0 0,0 0 238 0 0,0 0 1 0 0,0 0-1 0 0,1 1 0 0 0,-1-1 1 0 0,0 1-1 0 0,1 1 0 0 0,-1-1 1 0 0,1 1-1 0 0,0-1 0 0 0,0 1 1 0 0,-8 7-1 0 0,10-7-427 0 0,-1 1 1 0 0,0-1-1 0 0,1 1 1 0 0,-1 0-1 0 0,1 0 1 0 0,0 0-1 0 0,1 0 1 0 0,-1 0-1 0 0,1 0 1 0 0,0 1-1 0 0,0-1 1 0 0,0 0-1 0 0,0 1 1 0 0,1-1-1 0 0,-1 1 1 0 0,1-1-1 0 0,0 1 1 0 0,1-1-1 0 0,-1 0 1 0 0,1 1-1 0 0,0-1 1 0 0,0 0-1 0 0,0 1 1 0 0,1-1-1 0 0,-1 0 0 0 0,1 0 1 0 0,0 0-1 0 0,0 0 1 0 0,1 0-1 0 0,-1-1 1 0 0,4 5-1 0 0,-3-4-85 0 0,1-1-1 0 0,0 1 0 0 0,0-1 0 0 0,0 1 0 0 0,0-1 0 0 0,0 0 0 0 0,1 0 0 0 0,-1-1 0 0 0,1 1 1 0 0,0-1-1 0 0,0 0 0 0 0,0-1 0 0 0,0 1 0 0 0,0-1 0 0 0,0 0 0 0 0,0 0 0 0 0,1 0 1 0 0,-1-1-1 0 0,0 0 0 0 0,0 0 0 0 0,1 0 0 0 0,-1-1 0 0 0,0 1 0 0 0,0-1 0 0 0,0-1 1 0 0,6-1-1 0 0,-2 0-82 0 0,0-1 1 0 0,-1 0 0 0 0,1-1 0 0 0,-1 0 0 0 0,0 0 0 0 0,0-1-1 0 0,0 0 1 0 0,-1 0 0 0 0,13-15 0 0 0,-18 19 40 0 0,0 0-1 0 0,-1 0 1 0 0,1-1 0 0 0,-1 1 0 0 0,1 0 0 0 0,-1-1-1 0 0,0 1 1 0 0,0-1 0 0 0,0 1 0 0 0,0-1 0 0 0,0 0-1 0 0,0 0 1 0 0,-1 1 0 0 0,1-1 0 0 0,-1 0-1 0 0,0 0 1 0 0,0 1 0 0 0,0-1 0 0 0,0 0 0 0 0,-1 0-1 0 0,1 0 1 0 0,-1 1 0 0 0,1-1 0 0 0,-1 0 0 0 0,0 1-1 0 0,0-1 1 0 0,0 0 0 0 0,-1 1 0 0 0,1 0-1 0 0,-1-1 1 0 0,1 1 0 0 0,-1 0 0 0 0,0-1 0 0 0,0 1-1 0 0,1 0 1 0 0,-2 1 0 0 0,1-1 0 0 0,-2-2-1 0 0,0 2-94 0 0,1-1 0 0 0,-1 1 0 0 0,0 0 0 0 0,0 0-1 0 0,0 0 1 0 0,0 0 0 0 0,0 1 0 0 0,0-1-1 0 0,-7 0 1 0 0,-22-1-5052 0 0,10 5-545 0 0</inkml:trace>
</inkml:ink>
</file>

<file path=ppt/ink/ink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9:49.68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 4 6305 0 0,'-2'-3'600'0'0,"8"5"-289"0"0,10 12 363 0 0,-13-3-102 0 0,0 0 0 0 0,0 1 0 0 0,-1-1 1 0 0,-1 0-1 0 0,1 1 0 0 0,-2-1 1 0 0,0 1-1 0 0,0-1 0 0 0,-5 23 0 0 0,2 30 753 0 0,3-58-1273 0 0,3 40 326 0 0,-2-44-363 0 0,-1 1-1 0 0,0-1 0 0 0,1 0 0 0 0,-1 1 1 0 0,1-1-1 0 0,0 0 0 0 0,0 0 0 0 0,0 1 1 0 0,0-1-1 0 0,0 0 0 0 0,1 0 0 0 0,-1 0 1 0 0,0 0-1 0 0,1-1 0 0 0,2 4 0 0 0,-3-6-6 0 0,-1 1 0 0 0,1-1 0 0 0,-1 1 0 0 0,0-1 0 0 0,1 1 0 0 0,-1-1 0 0 0,1 1 0 0 0,-1-1 0 0 0,0 0 0 0 0,0 1 0 0 0,1-1 0 0 0,-1 0-1 0 0,0 1 1 0 0,0-1 0 0 0,0 0 0 0 0,1 1 0 0 0,-1-1 0 0 0,0 0 0 0 0,0 1 0 0 0,0-1 0 0 0,0 0 0 0 0,0 1 0 0 0,-1-2 0 0 0,3-26 277 0 0,-2 24-249 0 0,1-13-12 0 0,1-1 0 0 0,1 1-1 0 0,1 0 1 0 0,0 0-1 0 0,7-17 1 0 0,-8 26 39 0 0,0 0 0 0 0,1 0 0 0 0,-1 1 0 0 0,1-1 0 0 0,1 1 0 0 0,0 0 0 0 0,0 1 1 0 0,0-1-1 0 0,0 1 0 0 0,1 0 0 0 0,0 0 0 0 0,12-8 0 0 0,-17 13 27 0 0,1 1 0 0 0,-1-1 0 0 0,0 0-1 0 0,0 1 1 0 0,1-1 0 0 0,-1 1 0 0 0,0 0 0 0 0,1 0 0 0 0,-1-1-1 0 0,1 1 1 0 0,-1 0 0 0 0,0 0 0 0 0,1 0 0 0 0,-1 0 0 0 0,1 0-1 0 0,-1 1 1 0 0,0-1 0 0 0,1 0 0 0 0,-1 1 0 0 0,0-1 0 0 0,1 1-1 0 0,-1-1 1 0 0,0 1 0 0 0,0 0 0 0 0,1-1 0 0 0,-1 1 0 0 0,0 0-1 0 0,0 0 1 0 0,0 0 0 0 0,0 0 0 0 0,0 0 0 0 0,0 0 0 0 0,0 0 0 0 0,-1 0-1 0 0,1 0 1 0 0,1 3 0 0 0,4 6 240 0 0,-1 0 0 0 0,1 0 0 0 0,5 19 0 0 0,-3-8-268 0 0,28 49-1123 0 0,-10-25-2743 0 0,-16-27-2456 0 0</inkml:trace>
</inkml:ink>
</file>

<file path=ppt/ink/ink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9:50.09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13 3913 0 0,'0'-1'94'0'0,"1"0"0"0"0,-1 1 0 0 0,0-1 0 0 0,1 0 0 0 0,-1 1 0 0 0,0-1 0 0 0,1 0 0 0 0,-1 1 0 0 0,1-1 0 0 0,-1 1 0 0 0,1-1 0 0 0,-1 1-1 0 0,1-1 1 0 0,-1 1 0 0 0,1-1 0 0 0,0 1 0 0 0,-1 0 0 0 0,1-1 0 0 0,0 1 0 0 0,-1 0 0 0 0,1 0 0 0 0,0-1 0 0 0,-1 1 0 0 0,1 0 0 0 0,0 0 0 0 0,0 0 0 0 0,-1 0 0 0 0,1 0 0 0 0,0 0 0 0 0,-1 0 0 0 0,1 0 0 0 0,0 0 0 0 0,0 0 0 0 0,-1 0 0 0 0,1 0 0 0 0,0 1 0 0 0,-1-1 0 0 0,1 0 0 0 0,0 1 0 0 0,-1-1 0 0 0,2 1 0 0 0,1-1 478 0 0,0 1 1 0 0,0 0-1 0 0,0 0 1 0 0,0 1 0 0 0,0-1-1 0 0,0 0 1 0 0,0 1-1 0 0,-1 0 1 0 0,3 2 0 0 0,3 7 88 0 0,-1 0 1 0 0,-1 0-1 0 0,0 1 1 0 0,-1 0 0 0 0,0 0-1 0 0,-1 1 1 0 0,0-1 0 0 0,3 23-1 0 0,-3-18-553 0 0,0 0 0 0 0,1-1-1 0 0,1 1 1 0 0,9 19 0 0 0,-3-20-89 0 0,-12-16-17 0 0,1 0 0 0 0,-1 1 0 0 0,0-1-1 0 0,0 0 1 0 0,0 0 0 0 0,1 0 0 0 0,-1 0 0 0 0,0 0-1 0 0,0 0 1 0 0,1 1 0 0 0,-1-1 0 0 0,0 0 0 0 0,0 0-1 0 0,1 0 1 0 0,-1 0 0 0 0,0 0 0 0 0,0 0 0 0 0,1 0-1 0 0,-1 0 1 0 0,0 0 0 0 0,1 0 0 0 0,-1 0-1 0 0,0 0 1 0 0,0 0 0 0 0,1 0 0 0 0,-1-1 0 0 0,0 1-1 0 0,0 0 1 0 0,1 0 0 0 0,-1 0 0 0 0,0 0 0 0 0,1-1-1 0 0,0-1 19 0 0,1 0-1 0 0,-1-1 0 0 0,0 0 0 0 0,0 1 1 0 0,0-1-1 0 0,0 0 0 0 0,0 1 0 0 0,1-5 0 0 0,3-11 69 0 0,2 0-154 0 0,0 0 1 0 0,2 1-1 0 0,0 0 1 0 0,1 1-1 0 0,0 0 1 0 0,1 0-1 0 0,1 1 1 0 0,26-25-1 0 0,-37 39 97 0 0,1-1 0 0 0,-1 1-1 0 0,1-1 1 0 0,-1 1-1 0 0,1 0 1 0 0,0-1 0 0 0,-1 1-1 0 0,1 0 1 0 0,0 0 0 0 0,0 0-1 0 0,0 1 1 0 0,0-1-1 0 0,0 0 1 0 0,0 1 0 0 0,0-1-1 0 0,0 1 1 0 0,0-1 0 0 0,0 1-1 0 0,0 0 1 0 0,0 0 0 0 0,0 0-1 0 0,0 0 1 0 0,0 1-1 0 0,0-1 1 0 0,1 0 0 0 0,-1 1-1 0 0,0-1 1 0 0,0 1 0 0 0,-1 0-1 0 0,1 0 1 0 0,2 1-1 0 0,1 2 97 0 0,0 1 0 0 0,0 1-1 0 0,0-1 1 0 0,-1 0-1 0 0,0 1 1 0 0,0 0-1 0 0,6 12 1 0 0,25 37-1269 0 0,-19-33-4726 0 0,-6-7-517 0 0</inkml:trace>
</inkml:ink>
</file>

<file path=ppt/ink/ink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9:50.55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1 305 4145 0 0,'17'-6'892'0'0,"0"0"0"0"0,-1-1 0 0 0,1-1 0 0 0,-2 0-1 0 0,1-2 1 0 0,21-15 0 0 0,-30 18-617 0 0,0 1 0 0 0,0-1-1 0 0,0-1 1 0 0,-1 1 0 0 0,0-1-1 0 0,0 0 1 0 0,-1-1 0 0 0,0 1-1 0 0,-1-1 1 0 0,0 0 0 0 0,0 0-1 0 0,-1 0 1 0 0,4-14 0 0 0,-6 15-135 0 0,1 1 0 0 0,-1-1 0 0 0,-1 1 1 0 0,1-1-1 0 0,-1 1 0 0 0,-1 0 0 0 0,-1-12 0 0 0,2 17-119 0 0,0 1 0 0 0,-1-1-1 0 0,1 1 1 0 0,-1-1-1 0 0,1 1 1 0 0,-1 0 0 0 0,1-1-1 0 0,-1 1 1 0 0,0 0 0 0 0,0-1-1 0 0,0 1 1 0 0,1 0-1 0 0,-1 0 1 0 0,-1 0 0 0 0,1 0-1 0 0,0 0 1 0 0,0 0-1 0 0,0 0 1 0 0,0 0 0 0 0,-1 1-1 0 0,1-1 1 0 0,0 0-1 0 0,-1 1 1 0 0,1-1 0 0 0,0 1-1 0 0,-1-1 1 0 0,1 1 0 0 0,-1 0-1 0 0,1-1 1 0 0,-1 1-1 0 0,1 0 1 0 0,-1 0 0 0 0,1 0-1 0 0,-1 0 1 0 0,1 0-1 0 0,-1 1 1 0 0,1-1 0 0 0,0 0-1 0 0,-1 1 1 0 0,1-1-1 0 0,-1 1 1 0 0,1-1 0 0 0,0 1-1 0 0,-1 0 1 0 0,0 0-1 0 0,-8 4-6 0 0,0 1 0 0 0,0 0-1 0 0,1 0 1 0 0,0 0 0 0 0,1 1-1 0 0,-1 1 1 0 0,1-1-1 0 0,0 1 1 0 0,1 1 0 0 0,0 0-1 0 0,0 0 1 0 0,1 0-1 0 0,0 0 1 0 0,1 1 0 0 0,0 0-1 0 0,1 0 1 0 0,0 1-1 0 0,0-1 1 0 0,-3 17 0 0 0,7-23-45 0 0,0 0 1 0 0,0 0 0 0 0,0 0-1 0 0,0 0 1 0 0,0 0 0 0 0,1 0 0 0 0,0 0-1 0 0,0 0 1 0 0,0 0 0 0 0,0 0-1 0 0,0 0 1 0 0,1-1 0 0 0,0 1 0 0 0,0-1-1 0 0,0 1 1 0 0,3 4 0 0 0,-1-4-68 0 0,1 1 1 0 0,-1-1 0 0 0,1 0-1 0 0,-1-1 1 0 0,1 1-1 0 0,0-1 1 0 0,0 0 0 0 0,1 0-1 0 0,-1 0 1 0 0,7 1 0 0 0,2 1-132 0 0,0-2 0 0 0,0 1 0 0 0,0-2 1 0 0,0 0-1 0 0,0-1 0 0 0,0 0 0 0 0,1-1 1 0 0,21-3-1 0 0,-9-1-254 0 0,0-1 1 0 0,-1-2-1 0 0,1 0 1 0 0,33-16 0 0 0,-48 18 129 0 0,0-1 1 0 0,0 0-1 0 0,-1-1 1 0 0,0 0-1 0 0,-1-1 1 0 0,1 0 0 0 0,-1-1-1 0 0,-1 0 1 0 0,0 0-1 0 0,0-1 1 0 0,8-12-1 0 0,-12 14 300 0 0,-1 0-1 0 0,0 0 1 0 0,-1 0-1 0 0,0-1 1 0 0,0 1-1 0 0,-1-1 0 0 0,0 1 1 0 0,0-1-1 0 0,0-14 1 0 0,-1 17 565 0 0,-1 0 0 0 0,-1 0 0 0 0,1 0 0 0 0,-1 0 1 0 0,0 0-1 0 0,0 0 0 0 0,-1 1 0 0 0,0-1 0 0 0,-3-7 1 0 0,-2 10 1509 0 0</inkml:trace>
</inkml:ink>
</file>

<file path=ppt/ink/ink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9:50.95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263 63 1376 0 0,'2'-4'647'0'0,"-1"1"0"0"0,1-1 0 0 0,-1 1-1 0 0,0-1 1 0 0,0 1 0 0 0,0-1 0 0 0,-1 0-1 0 0,1 1 1 0 0,-1-6 0 0 0,0 8-486 0 0,0 0 0 0 0,0 0 0 0 0,0 0 0 0 0,0 0 0 0 0,-1 1 0 0 0,1-1 0 0 0,0 0 0 0 0,-1 0 0 0 0,1 0 1 0 0,0 0-1 0 0,-1 0 0 0 0,1 0 0 0 0,-1 1 0 0 0,1-1 0 0 0,-1 0 0 0 0,0 0 0 0 0,1 1 0 0 0,-1-1 0 0 0,0 0 0 0 0,1 1 0 0 0,-1-1 1 0 0,0 1-1 0 0,0-1 0 0 0,0 1 0 0 0,0-1 0 0 0,1 1 0 0 0,-1-1 0 0 0,0 1 0 0 0,0 0 0 0 0,0 0 0 0 0,0-1 0 0 0,0 1 0 0 0,0 0 1 0 0,0 0-1 0 0,0 0 0 0 0,0 0 0 0 0,0 0 0 0 0,0 0 0 0 0,-1 1 0 0 0,-11 0 239 0 0,1 2-1 0 0,0-1 1 0 0,0 2 0 0 0,0-1 0 0 0,1 2-1 0 0,0-1 1 0 0,-1 2 0 0 0,1-1-1 0 0,1 2 1 0 0,-1-1 0 0 0,1 1-1 0 0,1 1 1 0 0,-13 11 0 0 0,15-12-351 0 0,0 0-1 0 0,0 0 1 0 0,1 0 0 0 0,0 1-1 0 0,0 0 1 0 0,1 1 0 0 0,0-1-1 0 0,0 1 1 0 0,1 0 0 0 0,0 0-1 0 0,0 1 1 0 0,1-1 0 0 0,1 1-1 0 0,0-1 1 0 0,0 1 0 0 0,0 0-1 0 0,1 10 1 0 0,1-16-59 0 0,0 0 0 0 0,0 0 0 0 0,1-1 0 0 0,0 1 1 0 0,-1 0-1 0 0,1-1 0 0 0,0 1 0 0 0,1-1 0 0 0,-1 1 0 0 0,1-1 0 0 0,-1 1 0 0 0,1-1 0 0 0,0 0 0 0 0,0 0 1 0 0,1 0-1 0 0,-1 0 0 0 0,1 0 0 0 0,3 3 0 0 0,-2-3-90 0 0,1 0 0 0 0,0-1 0 0 0,-1 1 0 0 0,1-1 1 0 0,0 0-1 0 0,0 0 0 0 0,0 0 0 0 0,0-1 0 0 0,1 0 0 0 0,-1 0 0 0 0,9 0 1 0 0,1 0-408 0 0,1-2 1 0 0,0 0 0 0 0,-1 0 0 0 0,1-2 0 0 0,-1 0 0 0 0,0 0-1 0 0,27-11 1 0 0,-21 5-849 0 0,-1 0 0 0 0,-1-1 0 0 0,1-1 0 0 0,-2-1-1 0 0,29-23 1 0 0,-26 15-1780 0 0</inkml:trace>
</inkml:ink>
</file>

<file path=ppt/ink/ink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9:51.12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36 286 920 0 0,'0'-9'-174'0'0,"2"-95"2994"0"0,-3 61 2959 0 0,-9-69 1 0 0,10 111-5642 0 0,0 0 0 0 0,0 0 1 0 0,0 0-1 0 0,0 0 1 0 0,0 0-1 0 0,-1 0 1 0 0,1 1-1 0 0,0-1 1 0 0,0 0-1 0 0,-1 0 0 0 0,1 0 1 0 0,0 0-1 0 0,-1 1 1 0 0,1-1-1 0 0,-1 0 1 0 0,1 0-1 0 0,-1 1 1 0 0,1-1-1 0 0,-2-1 0 0 0,-6 13 2021 0 0,-1 29-728 0 0,7-23-1296 0 0,2 1 0 0 0,0-1 0 0 0,0 0 0 0 0,2 0-1 0 0,0 0 1 0 0,1 0 0 0 0,1 0 0 0 0,1 0 0 0 0,11 27 0 0 0,7 7-176 0 0,50 80 0 0 0,0-1-6241 0 0,-58-100-800 0 0</inkml:trace>
</inkml:ink>
</file>

<file path=ppt/ink/ink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9:51.28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32 168 1840 0 0,'-17'-11'-643'0'0,"3"-5"3981"0"0,14 14-3052 0 0,0 1 0 0 0,0-1 0 0 0,-1 0 0 0 0,2 1 0 0 0,-1-1-1 0 0,0 0 1 0 0,0 1 0 0 0,0-1 0 0 0,1 1 0 0 0,-1-1 0 0 0,1 1 0 0 0,-1-1 0 0 0,1 1 0 0 0,0-1 0 0 0,-1 1-1 0 0,1-1 1 0 0,0 1 0 0 0,0 0 0 0 0,0 0 0 0 0,0-1 0 0 0,0 1 0 0 0,0 0 0 0 0,1 0 0 0 0,1-1-1 0 0,6-6 88 0 0,0 0 0 0 0,0 1 0 0 0,1 0 0 0 0,0 1 0 0 0,0 0 0 0 0,1 0 0 0 0,-1 1 0 0 0,13-3 0 0 0,92-26-2101 0 0,-114 34 1682 0 0,32-9-712 0 0</inkml:trace>
</inkml:ink>
</file>

<file path=ppt/ink/ink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9:51.92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0 586 3225 0 0,'9'3'324'0'0,"0"0"0"0"0,0-1 0 0 0,0 0 0 0 0,0 0 0 0 0,0-1 1 0 0,0-1-1 0 0,1 1 0 0 0,-1-1 0 0 0,0-1 0 0 0,17-2 0 0 0,-15 1 190 0 0,0-1-1 0 0,0 1 1 0 0,1-2-1 0 0,-2 0 1 0 0,1 0-1 0 0,0-1 1 0 0,-1 0-1 0 0,12-8 1 0 0,-17 8-329 0 0,0 1-1 0 0,-1-1 1 0 0,1 0 0 0 0,-1 0 0 0 0,0-1 0 0 0,-1 1 0 0 0,1-1 0 0 0,-1 0-1 0 0,0 0 1 0 0,0 0 0 0 0,-1 0 0 0 0,0-1 0 0 0,0 1 0 0 0,2-10-1 0 0,-3 11-25 0 0,0 0 0 0 0,-1 0-1 0 0,1 1 1 0 0,-1-1-1 0 0,0 0 1 0 0,0 0-1 0 0,0 0 1 0 0,-1 0 0 0 0,1 0-1 0 0,-1 0 1 0 0,-1 0-1 0 0,1 0 1 0 0,-1 1-1 0 0,0-1 1 0 0,0 0-1 0 0,0 1 1 0 0,0 0 0 0 0,-1-1-1 0 0,-5-6 1 0 0,6 9-33 0 0,0 1 0 0 0,0-1 1 0 0,0 1-1 0 0,0-1 0 0 0,0 1 0 0 0,0 0 1 0 0,0 0-1 0 0,0 0 0 0 0,-1 0 1 0 0,1 0-1 0 0,0 1 0 0 0,-1-1 0 0 0,1 0 1 0 0,0 1-1 0 0,-1 0 0 0 0,1 0 0 0 0,-3 0 1 0 0,0 0 5 0 0,0 1-1 0 0,-1 0 1 0 0,1 0 0 0 0,0 0 0 0 0,0 1 0 0 0,0-1 0 0 0,-7 5-1 0 0,2-1-81 0 0,0 0-1 0 0,1 1 1 0 0,0 1-1 0 0,1-1 1 0 0,-1 1-1 0 0,1 1 1 0 0,-7 8-1 0 0,13-14-81 0 0,0 0 0 0 0,0 0 1 0 0,0 1-1 0 0,1-1 0 0 0,-1 0 0 0 0,1 1 0 0 0,0-1 0 0 0,0 1 0 0 0,0-1 0 0 0,0 1 1 0 0,0 0-1 0 0,0-1 0 0 0,1 1 0 0 0,-1 0 0 0 0,1 0 0 0 0,0-1 0 0 0,0 1 0 0 0,0 0 0 0 0,0 0 1 0 0,0 0-1 0 0,1-1 0 0 0,-1 1 0 0 0,1 0 0 0 0,0-1 0 0 0,-1 1 0 0 0,1 0 0 0 0,1-1 1 0 0,1 5-1 0 0,1-2-225 0 0,0 0 0 0 0,0 0 0 0 0,1-1 0 0 0,-1 1 0 0 0,1-1 0 0 0,0 0 0 0 0,0 0 0 0 0,1-1 0 0 0,-1 0 0 0 0,1 0 0 0 0,-1 0 0 0 0,7 2 0 0 0,12 3-768 0 0,0-2-1 0 0,0 0 1 0 0,0-1-1 0 0,0-2 1 0 0,1 0 0 0 0,0-2-1 0 0,-1 0 1 0 0,44-6-1 0 0,3-4-1042 0 0,120-33 0 0 0,-172 37 2395 0 0,1 0 1 0 0,-1-2-1 0 0,36-18 1 0 0,-50 22 2 0 0,0 0 0 0 0,0 0 0 0 0,0-1 1 0 0,-1 0-1 0 0,1 0 0 0 0,-1 0 0 0 0,0-1 0 0 0,4-4 0 0 0,-7 6 11 0 0,1 1 1 0 0,0-1-1 0 0,-1 0 0 0 0,0 0 0 0 0,0 0 0 0 0,0 0 1 0 0,0 0-1 0 0,0 0 0 0 0,0 0 0 0 0,-1 0 1 0 0,1 0-1 0 0,-1 0 0 0 0,0-1 0 0 0,0 1 0 0 0,0 0 1 0 0,-1-4-1 0 0,0 6-185 0 0,1-1 0 0 0,-1 0-1 0 0,1 1 1 0 0,-1-1 0 0 0,0 0 0 0 0,0 1 0 0 0,1-1-1 0 0,-1 1 1 0 0,0-1 0 0 0,-1 1 0 0 0,1 0 0 0 0,0-1-1 0 0,0 1 1 0 0,-1 0 0 0 0,1 0 0 0 0,0 0 0 0 0,-1 0-1 0 0,1 0 1 0 0,-1 0 0 0 0,1 0 0 0 0,-1 0 0 0 0,0 1-1 0 0,1-1 1 0 0,-1 1 0 0 0,0-1 0 0 0,1 1 0 0 0,-1 0 0 0 0,0-1-1 0 0,0 1 1 0 0,1 0 0 0 0,-1 0 0 0 0,0 0 0 0 0,0 0-1 0 0,0 1 1 0 0,1-1 0 0 0,-3 1 0 0 0,-7 1 136 0 0,-1 0 1 0 0,1 1-1 0 0,-22 8 1 0 0,12-3-223 0 0,1 1-1 0 0,0 1 1 0 0,-27 18 0 0 0,41-24-60 0 0,1 0 1 0 0,-1 0-1 0 0,1 0 0 0 0,0 1 0 0 0,0 0 0 0 0,1 0 1 0 0,-1 0-1 0 0,1 0 0 0 0,0 1 0 0 0,0-1 0 0 0,1 1 1 0 0,0 0-1 0 0,0 1 0 0 0,0-1 0 0 0,-3 10 0 0 0,6-13-54 0 0,-1 0 1 0 0,1 0-1 0 0,-1 1 0 0 0,1-1 0 0 0,0 0 0 0 0,0 0 0 0 0,0 0 0 0 0,1 0 0 0 0,-1 0 0 0 0,1 0 0 0 0,0 0 0 0 0,0 0 0 0 0,0 0 0 0 0,0 0 0 0 0,0 0 0 0 0,0 0 0 0 0,1-1 0 0 0,-1 1 0 0 0,1 0 0 0 0,0-1 0 0 0,0 1 0 0 0,0-1 0 0 0,0 0 0 0 0,1 0 0 0 0,-1 0 0 0 0,0 0 0 0 0,1 0 0 0 0,-1 0 0 0 0,1 0 0 0 0,0-1 1 0 0,0 0-1 0 0,0 1 0 0 0,-1-1 0 0 0,1 0 0 0 0,0 0 0 0 0,0-1 0 0 0,0 1 0 0 0,6 0 0 0 0,-1 0-90 0 0,1 0 0 0 0,-1 0 0 0 0,1-1 0 0 0,-1 0 0 0 0,1-1-1 0 0,-1 0 1 0 0,1 0 0 0 0,-1-1 0 0 0,0 0 0 0 0,0 0 0 0 0,0-1 0 0 0,0 0 0 0 0,9-5 0 0 0,-6 0 24 0 0,-1 1 1 0 0,0-2-1 0 0,0 0 1 0 0,-1 0-1 0 0,0 0 0 0 0,-1-1 1 0 0,0-1-1 0 0,0 1 0 0 0,-2-1 1 0 0,1-1-1 0 0,-1 1 1 0 0,-1-1-1 0 0,0 0 0 0 0,0 0 1 0 0,-1-1-1 0 0,-1 1 1 0 0,3-17-1 0 0,0-12 273 0 0,-2-1 0 0 0,-1 1 0 0 0,-2-1 0 0 0,-6-45 0 0 0,4 76 4 0 0,-5-50 650 0 0,5 56-635 0 0,0 0-1 0 0,0 0 1 0 0,-1 0 0 0 0,1 0 0 0 0,-1 0-1 0 0,0 0 1 0 0,-1 1 0 0 0,1-1-1 0 0,-5-5 1 0 0,7 9-116 0 0,-1 1-1 0 0,1-1 1 0 0,-1 0 0 0 0,1 1-1 0 0,-1-1 1 0 0,1 1 0 0 0,-1-1-1 0 0,1 1 1 0 0,-1 0 0 0 0,1-1-1 0 0,-1 1 1 0 0,1-1 0 0 0,-1 1-1 0 0,0 0 1 0 0,1 0 0 0 0,-1-1-1 0 0,0 1 1 0 0,1 0 0 0 0,-1 0-1 0 0,0 0 1 0 0,1 0 0 0 0,-1-1-1 0 0,0 1 1 0 0,0 0 0 0 0,1 0-1 0 0,-1 1 1 0 0,0-1 0 0 0,1 0-1 0 0,-1 0 1 0 0,0 0 0 0 0,0 1-1 0 0,-1 0 21 0 0,0 0 0 0 0,1 0 1 0 0,0 0-1 0 0,-1 1 0 0 0,1-1 0 0 0,0 1 0 0 0,0-1 0 0 0,-1 1 0 0 0,1-1 1 0 0,0 1-1 0 0,-1 2 0 0 0,-1 5 70 0 0,-1-1 1 0 0,1 0-1 0 0,-3 18 1 0 0,3-4-102 0 0,2-1 1 0 0,0 0-1 0 0,1 1 1 0 0,1-1 0 0 0,2 0-1 0 0,0 0 1 0 0,1 0-1 0 0,0 0 1 0 0,2 0-1 0 0,1-1 1 0 0,1 0-1 0 0,12 25 1 0 0,14 15-652 0 0,2-1 1 0 0,64 78 0 0 0,-97-133 485 0 0,22 29-7634 0 0</inkml:trace>
</inkml:ink>
</file>

<file path=ppt/ink/ink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9:52.06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21 17972 0 0,'6'-8'800'0'0,"-2"4"160"0"0,0 0-768 0 0,-1 1-192 0 0,-2 2 0 0 0,1 1 280 0 0,0 0-144 0 0,0 1 0 0 0,-1 3 184 0 0,0 2 41 0 0,1 3 7 0 0,-2-5 0 0 0,-2-8-304 0 0</inkml:trace>
</inkml:ink>
</file>

<file path=ppt/ink/ink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8:58.22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6 283 4145 0 0,'38'-274'8903'0'0,"-38"266"-5784"0"0,-4 15-1129 0 0,-4 16-1018 0 0,-7 90-380 0 0,5 0-1 0 0,5 120 0 0 0,3-131-394 0 0,29 839 438 0 0,-4-423-480 0 0,-21-432-116 0 0,18 420 424 0 0,29-2 126 0 0,-39-435-541 0 0,14 107 123 0 0,-22-146-165 0 0,-1 1-1 0 0,-2-1 1 0 0,-6 52-1 0 0,-1-48-449 0 0,-1-13-5693 0 0</inkml:trace>
</inkml:ink>
</file>

<file path=ppt/ink/ink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8:59.05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0 8754 0 0,'26'24'1429'0'0,"39"26"-671"0"0,-42-32-354 0 0,904 724 4350 0 0,-763-613-4068 0 0,6-7-1 0 0,237 130 0 0 0,399 140 1867 0 0,-626-316-2396 0 0,269 128 338 0 0,-433-197-659 0 0,-1 2 1 0 0,-1 0 0 0 0,0 1 0 0 0,0 1 0 0 0,0 0-1 0 0,13 15 1 0 0,-24-23 119 0 0,0 1 1 0 0,0-1-1 0 0,0 1 0 0 0,0 0 0 0 0,-1 0 0 0 0,0 0 1 0 0,1 1-1 0 0,-2-1 0 0 0,1 0 0 0 0,0 1 0 0 0,-1-1 0 0 0,0 1 1 0 0,0 0-1 0 0,0-1 0 0 0,-1 1 0 0 0,1 0 0 0 0,-1 0 0 0 0,-1-1 1 0 0,1 1-1 0 0,0 0 0 0 0,-1-1 0 0 0,0 1 0 0 0,0 0 0 0 0,0-1 1 0 0,-1 1-1 0 0,0-1 0 0 0,-2 5 0 0 0,-6 9 25 0 0,-1-1 0 0 0,-1-1 0 0 0,0 0 0 0 0,-1 0-1 0 0,-1-1 1 0 0,0-1 0 0 0,-1 0 0 0 0,-31 21 0 0 0,-14 5 247 0 0,-71 35 1 0 0,123-71-242 0 0,-196 91 72 0 0,6-2-125 0 0,-172 137-112 0 0,25 36 23 0 0,325-250 169 0 0,-73 60 884 0 0,-154 162 1 0 0,-57 105 981 0 0,223-242-1673 0 0,51-60-426 0 0,-43 43 1 0 0,72-83-135 0 0,-6 5-218 0 0</inkml:trace>
</inkml:ink>
</file>

<file path=ppt/ink/ink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9:00.02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132 53 1376 0 0,'-7'1'320'0'0,"-1"1"0"0"0,1 0 0 0 0,0 0 0 0 0,0 0 0 0 0,0 1 0 0 0,-7 4 0 0 0,-2 1 410 0 0,-42 16 4750 0 0,106-40-1391 0 0,102-31-1248 0 0,-101 34-2621 0 0,44-9-64 0 0,-29 17-5515 0 0,-45 6 291 0 0</inkml:trace>
</inkml:ink>
</file>

<file path=ppt/ink/ink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9:00.41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34 19 5985 0 0,'-34'15'8550'0'0,"49"-12"-7052"0"0,104-12 2732 0 0,3-1-3234 0 0,-29 3-3152 0 0,-32-2-2391 0 0,-50 8 2962 0 0</inkml:trace>
</inkml:ink>
</file>

<file path=ppt/ink/ink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9:00.64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46 1 5065 0 0,'-2'12'6934'0'0,"-3"18"-4231"0"0,-10 74 1328 0 0,5-43-3210 0 0,-3 96 0 0 0,13-143-1354 0 0,1 0-1 0 0,0-1 1 0 0,1 1-1 0 0,7 23 1 0 0,-3-18-5909 0 0</inkml:trace>
</inkml:ink>
</file>

<file path=ppt/ink/ink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9:01.40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1657 43 5529 0 0,'17'-11'995'0'0,"-17"11"-968"0"0,1 0-1 0 0,-1 0 1 0 0,0 0-1 0 0,0 0 1 0 0,0 0-1 0 0,0-1 1 0 0,1 1-1 0 0,-1 0 1 0 0,0 0-1 0 0,0 0 1 0 0,0 0-1 0 0,0 0 1 0 0,0 0-1 0 0,0-1 1 0 0,0 1-1 0 0,0 0 1 0 0,1 0-1 0 0,-1 0 1 0 0,0 0-1 0 0,0-1 1 0 0,0 1-1 0 0,0 0 1 0 0,0 0-1 0 0,0 0 1 0 0,0-1-1 0 0,0 1 1 0 0,0 0-1 0 0,0 0 1 0 0,0 0-1 0 0,0 0 1 0 0,0-1-1 0 0,0 1 1 0 0,0 0-1 0 0,0 0 1 0 0,-1 0-1 0 0,1 0 0 0 0,0-1 1 0 0,0 1-1 0 0,0 0 1 0 0,0 0-1 0 0,0 0 1 0 0,-3-2 182 0 0,0 1-1 0 0,0 1 1 0 0,-1-1-1 0 0,1 0 1 0 0,0 1-1 0 0,0-1 1 0 0,0 1-1 0 0,-5 0 1 0 0,-443-9 6514 0 0,398 8-6126 0 0,-136-4 1017 0 0,-130 0 352 0 0,142 6-1471 0 0,77-2-647 0 0,1 4 0 0 0,-101 17-1 0 0,163-11-1256 0 0,20-4 210 0 0</inkml:trace>
</inkml:ink>
</file>

<file path=ppt/ink/ink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9:01.75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138 80 4865 0 0,'-12'-20'-17'0'0,"8"13"524"0"0,0 0 1 0 0,0 0-1 0 0,-1 0 0 0 0,0 1 0 0 0,-10-11 0 0 0,14 16-415 0 0,0 0 0 0 0,0 1 0 0 0,0-1 0 0 0,0 0 0 0 0,0 0 0 0 0,-1 1-1 0 0,1-1 1 0 0,0 1 0 0 0,-1-1 0 0 0,1 1 0 0 0,0 0 0 0 0,-1-1 0 0 0,1 1 0 0 0,0 0-1 0 0,-1 0 1 0 0,1 0 0 0 0,-1 0 0 0 0,1 0 0 0 0,0 0 0 0 0,-1 0 0 0 0,1 1 0 0 0,0-1 0 0 0,-1 0-1 0 0,1 1 1 0 0,0-1 0 0 0,-1 1 0 0 0,1-1 0 0 0,0 1 0 0 0,0 0 0 0 0,-1 0 0 0 0,1-1-1 0 0,0 1 1 0 0,0 0 0 0 0,0 0 0 0 0,0 0 0 0 0,0 0 0 0 0,0 0 0 0 0,1 0 0 0 0,-2 2-1 0 0,-3 4-49 0 0,0 0-1 0 0,1-1 1 0 0,0 2-1 0 0,0-1 1 0 0,1 0-1 0 0,0 1 1 0 0,0-1-1 0 0,1 1 1 0 0,0 0-1 0 0,0 0 1 0 0,1 0-1 0 0,0 0 1 0 0,0 0-1 0 0,1 0 1 0 0,0 0-1 0 0,1 0 1 0 0,-1 0-1 0 0,1 0 1 0 0,1 0-1 0 0,4 14 1 0 0,-4-16-3 0 0,-1-1 1 0 0,1 0 0 0 0,0 0 0 0 0,1 0 0 0 0,0 0 0 0 0,-1 0 0 0 0,2 0 0 0 0,-1 0 0 0 0,0-1 0 0 0,1 0 0 0 0,0 0 0 0 0,0 0-1 0 0,0 0 1 0 0,0 0 0 0 0,1-1 0 0 0,0 0 0 0 0,-1 0 0 0 0,1 0 0 0 0,0-1 0 0 0,1 1 0 0 0,-1-1 0 0 0,0 0 0 0 0,0-1 0 0 0,1 1-1 0 0,-1-1 1 0 0,1 0 0 0 0,0-1 0 0 0,-1 1 0 0 0,1-1 0 0 0,7-1 0 0 0,-2 0 219 0 0,0-2 0 0 0,-1 0 0 0 0,1 0 0 0 0,-1-1-1 0 0,0 0 1 0 0,0-1 0 0 0,-1 0 0 0 0,1 0 0 0 0,-1-1 0 0 0,0 0 0 0 0,-1-1 0 0 0,15-13 0 0 0,-17 14-59 0 0,0-1 1 0 0,-1 0-1 0 0,1 0 1 0 0,-1 0-1 0 0,-1 0 1 0 0,1-1-1 0 0,4-11 1 0 0,-7 15-118 0 0,-1-1 0 0 0,1 0 0 0 0,-1 1 0 0 0,0-1 0 0 0,0 0 0 0 0,-1 0 0 0 0,1 0 1 0 0,-1 0-1 0 0,0 0 0 0 0,-1 0 0 0 0,1 1 0 0 0,-1-1 0 0 0,-2-8 0 0 0,2 10-89 0 0,0 0-1 0 0,0 0 1 0 0,0 0-1 0 0,-1 0 0 0 0,1 0 1 0 0,-1 1-1 0 0,0-1 1 0 0,0 0-1 0 0,0 1 1 0 0,0-1-1 0 0,-1 1 0 0 0,1 0 1 0 0,0 0-1 0 0,-1 0 1 0 0,0 0-1 0 0,1 0 1 0 0,-1 0-1 0 0,0 1 1 0 0,0-1-1 0 0,0 1 0 0 0,0 0 1 0 0,0 0-1 0 0,-5-1 1 0 0,2 1-183 0 0,1 0 1 0 0,-1 1-1 0 0,0 0 1 0 0,0 0 0 0 0,1 0-1 0 0,-1 1 1 0 0,0-1-1 0 0,1 1 1 0 0,-1 1-1 0 0,0-1 1 0 0,1 1-1 0 0,-9 4 1 0 0,-10 7-1162 0 0</inkml:trace>
</inkml:ink>
</file>

<file path=ppt/ink/ink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9:02.40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1358 41 5529 0 0,'-16'0'4485'0'0,"-65"-1"-1204"0"0,-205-23 2515 0 0,-146 9-4007 0 0,321 19-1783 0 0,-160 26-1 0 0,248-27-60 0 0,3-1-690 0 0,1 1 0 0 0,0 1 0 0 0,1 1 0 0 0,-30 11-1 0 0,34-10-625 0 0</inkml:trace>
</inkml:ink>
</file>

<file path=ppt/ink/ink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9:02.75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72 76 1840 0 0,'0'-1'218'0'0,"0"-1"0"0"0,0 1-1 0 0,0 0 1 0 0,0-1 0 0 0,0 1 0 0 0,0 0-1 0 0,0-1 1 0 0,0 1 0 0 0,0 0-1 0 0,-1-1 1 0 0,1 1 0 0 0,-1 0-1 0 0,1-1 1 0 0,-1 1 0 0 0,1 0 0 0 0,-1 0-1 0 0,0 0 1 0 0,0 0 0 0 0,1-1-1 0 0,-1 1 1 0 0,0 0 0 0 0,0 0-1 0 0,0 1 1 0 0,0-1 0 0 0,0 0-1 0 0,0 0 1 0 0,-1 0 0 0 0,1 1 0 0 0,0-1-1 0 0,0 0 1 0 0,0 1 0 0 0,-1 0-1 0 0,1-1 1 0 0,0 1 0 0 0,-1-1-1 0 0,-1 1 1 0 0,1 0-34 0 0,0 0-1 0 0,1 1 0 0 0,-1-1 1 0 0,0 1-1 0 0,0-1 1 0 0,1 1-1 0 0,-1-1 1 0 0,0 1-1 0 0,1 0 1 0 0,-1 0-1 0 0,1 0 1 0 0,-1 0-1 0 0,1 0 1 0 0,-1 0-1 0 0,1 1 0 0 0,0-1 1 0 0,-1 0-1 0 0,1 1 1 0 0,0-1-1 0 0,0 1 1 0 0,0-1-1 0 0,0 1 1 0 0,0-1-1 0 0,1 1 1 0 0,-1 0-1 0 0,-1 3 1 0 0,1-1-105 0 0,0 1 1 0 0,0 0-1 0 0,0-1 1 0 0,0 1 0 0 0,1 0-1 0 0,0 0 1 0 0,0 0-1 0 0,0 0 1 0 0,0-1 0 0 0,1 1-1 0 0,0 0 1 0 0,0 0-1 0 0,0-1 1 0 0,1 1 0 0 0,0 0-1 0 0,-1-1 1 0 0,1 0 0 0 0,1 1-1 0 0,-1-1 1 0 0,1 0-1 0 0,0 0 1 0 0,0 0 0 0 0,0-1-1 0 0,0 1 1 0 0,0-1-1 0 0,1 1 1 0 0,5 3 0 0 0,-1-2-36 0 0,0 1-1 0 0,0-2 1 0 0,1 1 0 0 0,-1-1 0 0 0,1 0 0 0 0,0-1 0 0 0,0 0 0 0 0,0 0-1 0 0,0-1 1 0 0,0 0 0 0 0,1-1 0 0 0,-1 0 0 0 0,11-1 0 0 0,-5 0 68 0 0,0-2 1 0 0,0 0-1 0 0,-1-1 1 0 0,1 0-1 0 0,-1-1 0 0 0,22-10 1 0 0,-27 11-60 0 0,-1-1 0 0 0,0-1 0 0 0,0 1-1 0 0,0-1 1 0 0,0-1 0 0 0,-1 1 0 0 0,0-1 0 0 0,0-1 0 0 0,0 1 0 0 0,-1-1 0 0 0,10-13-1 0 0,-15 17-9 0 0,0 1 0 0 0,1 0 0 0 0,-1 0 0 0 0,0 0-1 0 0,0 0 1 0 0,-1-1 0 0 0,1 1 0 0 0,0 0 0 0 0,-1-1-1 0 0,1 1 1 0 0,-1-1 0 0 0,0 1 0 0 0,0-1-1 0 0,0 1 1 0 0,0 0 0 0 0,0-1 0 0 0,0 1 0 0 0,-1-1-1 0 0,-1-4 1 0 0,1 4 17 0 0,-1 0-1 0 0,0 0 0 0 0,0 0 1 0 0,0 0-1 0 0,0 0 1 0 0,0 0-1 0 0,-1 1 0 0 0,0-1 1 0 0,1 1-1 0 0,-1 0 1 0 0,0-1-1 0 0,-4-1 0 0 0,-4-2 16 0 0,-2 0-1 0 0,1 0 0 0 0,0 1 0 0 0,-1 1 0 0 0,0 0 0 0 0,-15-2 1 0 0,5 3-426 0 0,-1 0 1 0 0,0 2-1 0 0,-37 2 1 0 0,29 2-697 0 0</inkml:trace>
</inkml:ink>
</file>

<file path=ppt/ink/ink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9:03.60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213 138 5065 0 0,'-74'3'1574'0'0,"48"-1"-791"0"0,-1-1 0 0 0,1-1 0 0 0,-33-5 0 0 0,80 0 2694 0 0,15-3-2866 0 0,402-17 1183 0 0,-432 25-1776 0 0,468-26 1095 0 0,50-29-829 0 0,-153 37-37 0 0,-255 17-190 0 0,25 0-356 0 0</inkml:trace>
</inkml:ink>
</file>

<file path=ppt/ink/ink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29:03.94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64 3225 0 0,'3'5'605'0'0,"0"0"1"0"0,1 0-1 0 0,0 0 1 0 0,0 0-1 0 0,0 0 1 0 0,1-1 0 0 0,-1 0-1 0 0,1 0 1 0 0,0 0-1 0 0,8 4 1 0 0,-2-2-242 0 0,0-1 1 0 0,0 1-1 0 0,0-2 1 0 0,1 0-1 0 0,19 5 1 0 0,-22-7-65 0 0,-1 0 0 0 0,1-1 0 0 0,0 0 0 0 0,-1 0 1 0 0,1-1-1 0 0,0 0 0 0 0,0 0 0 0 0,0-1 0 0 0,-1 0 0 0 0,1-1 0 0 0,0 0 1 0 0,-1 0-1 0 0,1-1 0 0 0,-1 0 0 0 0,0 0 0 0 0,0-1 0 0 0,0 0 1 0 0,-1 0-1 0 0,11-9 0 0 0,-16 12-187 0 0,-1 0 0 0 0,1 0 1 0 0,-1 0-1 0 0,0-1 0 0 0,0 1 0 0 0,0 0 1 0 0,0-1-1 0 0,0 1 0 0 0,0-1 0 0 0,0 1 1 0 0,0-1-1 0 0,-1 1 0 0 0,1-1 0 0 0,0 1 0 0 0,-1-1 1 0 0,0 0-1 0 0,1 1 0 0 0,-1-1 0 0 0,0 0 1 0 0,0 0-1 0 0,0 1 0 0 0,0-1 0 0 0,0-3 1 0 0,-1 2-19 0 0,0 1 0 0 0,0-1 0 0 0,-1 1 0 0 0,1 0 0 0 0,-1 0 0 0 0,1-1 0 0 0,-1 1 0 0 0,0 0 0 0 0,1 0 0 0 0,-1 0 0 0 0,0 1 0 0 0,-1-1 0 0 0,-3-2 0 0 0,-4-2-11 0 0,0 0-1 0 0,0 1 1 0 0,-1 1 0 0 0,0-1-1 0 0,-21-4 1 0 0,16 5-715 0 0,1 2-1 0 0,-1-1 1 0 0,0 2 0 0 0,-22 0-1 0 0,16 5-6458 0 0</inkml:trace>
</inkml:ink>
</file>

<file path=ppt/ink/ink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0:02.06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78 103 5545 0 0,'-8'-7'429'0'0,"-1"-1"0"0"0,2 0 0 0 0,-1 0 0 0 0,1-1 0 0 0,0 0 0 0 0,1-1 0 0 0,-19-34 11265 0 0,26 47-11432 0 0,9 15 81 0 0,-2 1 1 0 0,0 0-1 0 0,-1 0 0 0 0,7 37 0 0 0,10 90-114 0 0,-10-50-153 0 0,50 172-70 0 0,-31-142-340 0 0,-26-82-1369 0 0</inkml:trace>
</inkml:ink>
</file>

<file path=ppt/ink/ink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0:02.32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144 167 2304 0 0,'-40'-12'474'0'0,"-14"-5"1673"0"0,7-5 3316 0 0,46 21-5354 0 0,1 1 0 0 0,0 0 0 0 0,-1-1 1 0 0,1 1-1 0 0,0-1 0 0 0,0 1 0 0 0,0-1 1 0 0,0 1-1 0 0,-1-1 0 0 0,1 1 0 0 0,0 0 1 0 0,0-1-1 0 0,0 1 0 0 0,0-1 0 0 0,0 1 1 0 0,0-1-1 0 0,0 1 0 0 0,0-1 0 0 0,0 1 1 0 0,0-1-1 0 0,1 1 0 0 0,-1-1 0 0 0,0 1 1 0 0,0-1-1 0 0,0 1 0 0 0,1-1 0 0 0,-1 1 1 0 0,0 0-1 0 0,0-1 0 0 0,1 1 0 0 0,-1-1 1 0 0,0 1-1 0 0,1 0 0 0 0,-1-1 0 0 0,0 1 1 0 0,1 0-1 0 0,-1 0 0 0 0,1-1 1 0 0,-1 1-1 0 0,0 0 0 0 0,1 0 0 0 0,-1-1 1 0 0,1 1-1 0 0,-1 0 0 0 0,2 0 0 0 0,22-15 970 0 0,-22 14-913 0 0,23-12 324 0 0,4-3 276 0 0,58-23 0 0 0,-80 36-1062 0 0,1 1-1 0 0,0 0 0 0 0,0 0 0 0 0,-1 0 1 0 0,1 1-1 0 0,0 0 0 0 0,1 1 0 0 0,-1 0 1 0 0,0 0-1 0 0,0 1 0 0 0,0 0 0 0 0,0 0 1 0 0,8 3-1 0 0,-1 2-5067 0 0</inkml:trace>
</inkml:ink>
</file>

<file path=ppt/ink/ink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0:02.55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0 188 5529 0 0,'20'-19'1843'0'0,"21"-18"530"0"0,57-45 2943 0 0,-82 71-6024 0 0,0 1 0 0 0,23-12-1 0 0,-25 15-4033 0 0</inkml:trace>
</inkml:ink>
</file>

<file path=ppt/ink/ink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0:03.07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5 148 6449 0 0,'-1'-1'137'0'0,"1"1"0"0"0,-1-1 0 0 0,1 0 0 0 0,-1 0 0 0 0,1 0-1 0 0,0 0 1 0 0,-1 0 0 0 0,1 0 0 0 0,0 1 0 0 0,0-1 0 0 0,0 0 0 0 0,-1 0-1 0 0,1 0 1 0 0,0 0 0 0 0,0 0 0 0 0,0 0 0 0 0,1 0 0 0 0,-1 0 0 0 0,0 0-1 0 0,0 0 1 0 0,0 0 0 0 0,1 0 0 0 0,-1 0 0 0 0,1 0 0 0 0,-1 1 0 0 0,0-1-1 0 0,1 0 1 0 0,-1 0 0 0 0,1 0 0 0 0,0 1 0 0 0,-1-1 0 0 0,1 0-1 0 0,0 0 1 0 0,-1 1 0 0 0,1-1 0 0 0,0 1 0 0 0,0-1 0 0 0,0 1 0 0 0,-1-1-1 0 0,3 0 1 0 0,-2 1 47 0 0,1-1-1 0 0,0 1 1 0 0,-1-1-1 0 0,1 1 1 0 0,0 0 0 0 0,-1 0-1 0 0,1 0 1 0 0,0-1-1 0 0,0 2 1 0 0,-1-1-1 0 0,1 0 1 0 0,0 0-1 0 0,0 1 1 0 0,-1-1-1 0 0,1 1 1 0 0,0-1-1 0 0,-1 1 1 0 0,1 0 0 0 0,-1-1-1 0 0,1 1 1 0 0,1 1-1 0 0,5 6 168 0 0,-2 0 0 0 0,1 1 0 0 0,-1 0 0 0 0,0 0 0 0 0,0 0 0 0 0,-1 0 0 0 0,-1 1 0 0 0,0 0 0 0 0,0 0 0 0 0,4 19 0 0 0,-3-14-262 0 0,0 0 0 0 0,1 0-1 0 0,0-1 1 0 0,9 15 0 0 0,-6-15-206 0 0,-7-9 60 0 0,1 0 1 0 0,0-1 0 0 0,0 1 0 0 0,1-1 0 0 0,-1 1 0 0 0,1-1 0 0 0,0 0-1 0 0,0-1 1 0 0,5 5 0 0 0,-10-52-676 0 0,-1 16 915 0 0,2-1 0 0 0,1 0 0 0 0,1 0-1 0 0,2 1 1 0 0,1-1 0 0 0,1 1 0 0 0,1 0 0 0 0,15-35 0 0 0,-20 59-148 0 0,-1 0 0 0 0,1 1 1 0 0,0-1-1 0 0,0 1 0 0 0,1 0 1 0 0,-1 0-1 0 0,1 0 0 0 0,-1 0 0 0 0,1 0 1 0 0,0 0-1 0 0,0 1 0 0 0,0-1 1 0 0,1 1-1 0 0,-1 0 0 0 0,1 0 1 0 0,3-2-1 0 0,-5 4 4 0 0,1-1-1 0 0,-1 1 1 0 0,1-1 0 0 0,-1 1 0 0 0,1 0-1 0 0,-1 0 1 0 0,1 0 0 0 0,-1 0-1 0 0,1 1 1 0 0,0-1 0 0 0,-1 1 0 0 0,0-1-1 0 0,1 1 1 0 0,-1 0 0 0 0,1 0-1 0 0,-1 0 1 0 0,0 0 0 0 0,0 0 0 0 0,1 1-1 0 0,-1-1 1 0 0,0 1 0 0 0,0-1 0 0 0,0 1-1 0 0,-1 0 1 0 0,1 0 0 0 0,1 2-1 0 0,10 13 63 0 0,0 0 0 0 0,-2 1-1 0 0,0 1 1 0 0,-1-1 0 0 0,11 31-1 0 0,7 13-21 0 0,35 64-3712 0 0,-52-105-3417 0 0</inkml:trace>
</inkml:ink>
</file>

<file path=ppt/ink/ink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0:03.36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1 139 10594 0 0,'0'-1'194'0'0,"1"-1"-1"0"0,0 0 1 0 0,0 0 0 0 0,0 1-1 0 0,0-1 1 0 0,0 1-1 0 0,1-1 1 0 0,-1 1-1 0 0,0-1 1 0 0,1 1 0 0 0,-1-1-1 0 0,3 0 1 0 0,21-16 1598 0 0,0 1-1 0 0,2 1 1 0 0,38-17 0 0 0,-46 25-3339 0 0,0 2 0 0 0,0 0 0 0 0,31-5 0 0 0,-34 8-4517 0 0</inkml:trace>
</inkml:ink>
</file>

<file path=ppt/ink/ink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0:04.13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19 46 10594 0 0,'-18'-46'8336'0'0,"23"67"-6310"0"0,38 181-1240 0 0,-32-139-474 0 0,2-1 0 0 0,3 0-1 0 0,38 96 1 0 0,-51-152-331 0 0,3 5-263 0 0,-1 1-1 0 0,0-1 1 0 0,-1 1 0 0 0,0 0-1 0 0,-1 0 1 0 0,3 24 0 0 0,-6-35 36 0 0,0 0 0 0 0,0 0 0 0 0,0 0 0 0 0,0 0 0 0 0,-1 0 1 0 0,1 0-1 0 0,0 0 0 0 0,-1 0 0 0 0,1 0 0 0 0,-1 0 0 0 0,1-1 0 0 0,-1 1 0 0 0,1 0 1 0 0,-1 0-1 0 0,0 0 0 0 0,1-1 0 0 0,-1 1 0 0 0,0 0 0 0 0,1-1 0 0 0,-1 1 0 0 0,0-1 1 0 0,0 1-1 0 0,0-1 0 0 0,0 1 0 0 0,0-1 0 0 0,0 1 0 0 0,1-1 0 0 0,-1 0 0 0 0,-2 1 1 0 0,-3 0-1771 0 0</inkml:trace>
</inkml:ink>
</file>

<file path=ppt/ink/ink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0:04.32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4 118 5985 0 0,'0'-1'125'0'0,"-1"0"1"0"0,1-1-1 0 0,-1 1 0 0 0,1-1 0 0 0,-1 1 0 0 0,1-1 0 0 0,0 1 1 0 0,0-1-1 0 0,0 1 0 0 0,-1-1 0 0 0,2 1 0 0 0,-1-1 0 0 0,0 1 1 0 0,0-1-1 0 0,0 1 0 0 0,1-1 0 0 0,-1 1 0 0 0,1-1 0 0 0,-1 1 1 0 0,1 0-1 0 0,-1-1 0 0 0,3-1 0 0 0,-1-1 335 0 0,1 0 0 0 0,0 1-1 0 0,1 0 1 0 0,-1-1 0 0 0,0 1-1 0 0,1 0 1 0 0,6-4 0 0 0,7-2 827 0 0,1 0 1 0 0,30-11 0 0 0,-43 18-1395 0 0,-1 0 0 0 0,1 0 1 0 0,0 0-1 0 0,-1 1 0 0 0,1 0 1 0 0,0 0-1 0 0,0 0 0 0 0,0 0 1 0 0,0 1-1 0 0,0 0 0 0 0,0 0 1 0 0,0 0-1 0 0,-1 1 0 0 0,1 0 0 0 0,0 0 1 0 0,0 0-1 0 0,0 0 0 0 0,-1 1 1 0 0,7 2-1 0 0,4 7-5122 0 0</inkml:trace>
</inkml:ink>
</file>

<file path=ppt/ink/ink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0:04.50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7 93 5065 0 0,'-1'0'78'0'0,"1"0"-1"0"0,-1 1 1 0 0,1-1 0 0 0,-1 0-1 0 0,1 1 1 0 0,0-1 0 0 0,-1 0-1 0 0,1 1 1 0 0,0-1 0 0 0,-1 0-1 0 0,1 1 1 0 0,0-1 0 0 0,0 1-1 0 0,-1-1 1 0 0,1 1 0 0 0,0-1-1 0 0,0 1 1 0 0,0-1 0 0 0,0 1 0 0 0,-1-1-1 0 0,1 1 1 0 0,0-1 0 0 0,0 1-1 0 0,0-1 1 0 0,0 1 0 0 0,0-1-1 0 0,0 1 1 0 0,1-1 0 0 0,-1 1-1 0 0,0-1 1 0 0,0 2 0 0 0,16-4 1998 0 0,26-17 118 0 0,32-30-783 0 0,-38 24-2506 0 0,-18 12 496 0 0</inkml:trace>
</inkml:ink>
</file>

<file path=ppt/ink/ink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0:04.99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 91 5985 0 0,'0'0'23'0'0,"0"0"-1"0"0,0 0 1 0 0,-1 0-1 0 0,1 0 1 0 0,0 0-1 0 0,0-1 1 0 0,-1 1-1 0 0,1 0 1 0 0,0 0-1 0 0,0 0 1 0 0,-1-1 0 0 0,1 1-1 0 0,0 0 1 0 0,0 0-1 0 0,0 0 1 0 0,-1-1-1 0 0,1 1 1 0 0,0 0-1 0 0,0-1 1 0 0,0 1-1 0 0,0 0 1 0 0,0 0-1 0 0,0-1 1 0 0,0 1-1 0 0,0 0 1 0 0,-1-1-1 0 0,1 1 1 0 0,0 0-1 0 0,0-1 1 0 0,0 1-1 0 0,0 0 1 0 0,1 0-1 0 0,-1-1 1 0 0,0 1 0 0 0,0 0-1 0 0,0-1 1 0 0,0 1-1 0 0,0 0 1 0 0,0-1-1 0 0,0 1 1 0 0,0 0-1 0 0,1-1 1 0 0,14-8 1147 0 0,-10 8-669 0 0,-1-1 1 0 0,1 1-1 0 0,0 0 1 0 0,-1 0-1 0 0,1 0 1 0 0,5 1-1 0 0,-3 1-172 0 0,-1 1-1 0 0,1 0 0 0 0,-1 1 0 0 0,0-1 0 0 0,0 1 0 0 0,0 0 0 0 0,0 1 0 0 0,-1-1 0 0 0,1 1 1 0 0,-1 0-1 0 0,0 1 0 0 0,0-1 0 0 0,0 1 0 0 0,-1 0 0 0 0,0 0 0 0 0,0 1 0 0 0,0-1 0 0 0,0 1 1 0 0,5 11-1 0 0,4 11 475 0 0,-2 0 0 0 0,17 57 0 0 0,-27-79-739 0 0,7 14-28 0 0,-6-15-42 0 0,0 1-1 0 0,0-1 0 0 0,0 1 0 0 0,-1-1 1 0 0,0 1-1 0 0,1 9 0 0 0,-17-58-830 0 0,7 8 563 0 0,2 0 0 0 0,-2-47 0 0 0,8 70 352 0 0,0 0-1 0 0,0 0 1 0 0,1 0 0 0 0,1 0 0 0 0,0 0-1 0 0,1 1 1 0 0,0-1 0 0 0,0 1-1 0 0,1-1 1 0 0,10-18 0 0 0,-13 28-33 0 0,0 0 1 0 0,0 1 0 0 0,0-1-1 0 0,0 1 1 0 0,0-1-1 0 0,1 1 1 0 0,-1 0 0 0 0,0-1-1 0 0,1 1 1 0 0,-1 0-1 0 0,1 0 1 0 0,-1 0 0 0 0,1 0-1 0 0,-1 0 1 0 0,1 0-1 0 0,0 1 1 0 0,0-1 0 0 0,-1 0-1 0 0,1 1 1 0 0,0-1-1 0 0,0 1 1 0 0,2 0-1 0 0,-1 0 25 0 0,0 0-1 0 0,0 1 1 0 0,0-1-1 0 0,0 1 0 0 0,0 0 1 0 0,0 0-1 0 0,0 0 0 0 0,0 0 1 0 0,0 1-1 0 0,0-1 0 0 0,-1 1 1 0 0,4 1-1 0 0,4 5 52 0 0,0 1 0 0 0,-1 0 0 0 0,1 0-1 0 0,-2 1 1 0 0,10 12 0 0 0,37 56 48 0 0,5 7-1111 0 0,-17-30-2866 0 0</inkml:trace>
</inkml:ink>
</file>

<file path=ppt/ink/ink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0:05.32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0 147 4609 0 0,'27'-19'4404'0'0,"57"-28"1704"0"0,7 8-3396 0 0,-61 29-3342 0 0,0 1 1 0 0,0 2 0 0 0,1 1-1 0 0,38-3 1 0 0,-59 9-1280 0 0</inkml:trace>
</inkml:ink>
</file>

<file path=ppt/ink/ink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0:05.61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34 22 968 0 0,'-34'-22'20133'0'0,"39"43"-18896"0"0,11 94-73 0 0,8 36-509 0 0,-18-127-1163 0 0,0 1 0 0 0,2-1 0 0 0,1 0 0 0 0,13 25 0 0 0,-5-18-7282 0 0</inkml:trace>
</inkml:ink>
</file>

<file path=ppt/ink/ink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0:07.39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86 97 6913 0 0,'0'-4'547'0'0,"0"0"0"0"0,-1 0 0 0 0,1 0 0 0 0,-1 0 0 0 0,1 0-1 0 0,-1 0 1 0 0,-3-6 0 0 0,4 9-436 0 0,0 1-1 0 0,0 0 0 0 0,0-1 1 0 0,-1 1-1 0 0,1-1 1 0 0,0 1-1 0 0,-1 0 1 0 0,1-1-1 0 0,0 1 0 0 0,0 0 1 0 0,-1 0-1 0 0,1-1 1 0 0,0 1-1 0 0,-1 0 1 0 0,1 0-1 0 0,-1-1 1 0 0,1 1-1 0 0,0 0 0 0 0,-1 0 1 0 0,1 0-1 0 0,-1 0 1 0 0,1-1-1 0 0,-1 1 1 0 0,1 0-1 0 0,0 0 0 0 0,-1 0 1 0 0,0 0-1 0 0,0 1-31 0 0,-1-1-1 0 0,1 1 0 0 0,0-1 0 0 0,0 1 0 0 0,0 0 1 0 0,-1 0-1 0 0,1-1 0 0 0,0 1 0 0 0,0 0 0 0 0,0 0 1 0 0,0 0-1 0 0,0 0 0 0 0,-1 2 0 0 0,-4 7 48 0 0,0-1 0 0 0,0 1-1 0 0,1 0 1 0 0,0 0 0 0 0,1 1-1 0 0,0-1 1 0 0,1 1 0 0 0,0 0 0 0 0,1 0-1 0 0,0 0 1 0 0,-1 13 0 0 0,1 5 199 0 0,2 0 0 0 0,0 0 0 0 0,6 33 0 0 0,-4-46-269 0 0,1 1 0 0 0,0-1 0 0 0,2 0 0 0 0,0 0 0 0 0,0 0 0 0 0,1 0 0 0 0,1-1 0 0 0,1 0 0 0 0,10 15 0 0 0,-13-23-24 0 0,0-1 1 0 0,1 1-1 0 0,0-1 1 0 0,0 0-1 0 0,0-1 0 0 0,0 1 1 0 0,1-1-1 0 0,0-1 1 0 0,0 1-1 0 0,1-1 1 0 0,-1 0-1 0 0,1-1 0 0 0,0 0 1 0 0,0 0-1 0 0,0 0 1 0 0,0-1-1 0 0,0-1 0 0 0,0 1 1 0 0,17 0-1 0 0,-18-2 5 0 0,0 0 0 0 0,0-1-1 0 0,1 1 1 0 0,-1-1 0 0 0,0-1-1 0 0,0 1 1 0 0,0-1 0 0 0,-1 0-1 0 0,13-6 1 0 0,-16 6-4 0 0,-1 1 0 0 0,1-1 0 0 0,0 0 0 0 0,-1 0 0 0 0,1 0 0 0 0,-1 0 0 0 0,0 0 0 0 0,0-1 1 0 0,0 1-1 0 0,0-1 0 0 0,0 1 0 0 0,0-1 0 0 0,-1 0 0 0 0,1 0 0 0 0,-1 0 0 0 0,0 0 0 0 0,0 0 0 0 0,0 0 0 0 0,0 0 0 0 0,0 0 0 0 0,-1 0 0 0 0,1 0 0 0 0,-1-7 0 0 0,-3-36 655 0 0,-1 0-1 0 0,-17-69 1 0 0,2 16-409 0 0,14 60-238 0 0,3 21-35 0 0,0 1 0 0 0,-1-1 0 0 0,0 1 0 0 0,-2 0 1 0 0,0 0-1 0 0,-1 1 0 0 0,-9-20 0 0 0,14 35-40 0 0,0-1 0 0 0,0 0 0 0 0,-1 1 0 0 0,1-1 0 0 0,0 1 0 0 0,0 0 0 0 0,-1-1 0 0 0,1 1 1 0 0,-1 0-1 0 0,1 0 0 0 0,-1 0 0 0 0,1 0 0 0 0,-1 0 0 0 0,0 0 0 0 0,0 0 0 0 0,1 1 0 0 0,-1-1 1 0 0,0 0-1 0 0,-3 0 0 0 0,4 1-195 0 0,-1 0 0 0 0,1 0-1 0 0,-1 1 1 0 0,1-1 0 0 0,-1 0 0 0 0,1 0 0 0 0,-1 1 0 0 0,1-1 0 0 0,-1 1 0 0 0,1-1 0 0 0,-1 1-1 0 0,1 0 1 0 0,0 0 0 0 0,0-1 0 0 0,-3 3 0 0 0</inkml:trace>
</inkml:ink>
</file>

<file path=ppt/ink/ink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0:07.89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84 3225 0 0,'4'-26'654'0'0,"9"-31"6003"0"0,-13 60-6105 0 0,-1-1 0 0 0,1 1 1 0 0,0 0-1 0 0,0 0 0 0 0,0 0 1 0 0,1 0-1 0 0,-1 0 0 0 0,2 4 1 0 0,15 44 1176 0 0,-13-43-1686 0 0,0-1 1 0 0,0 0 0 0 0,1 0 0 0 0,0-1 0 0 0,0 1 0 0 0,1-1-1 0 0,0 0 1 0 0,10 8 0 0 0,-11-10-200 0 0,-1-1 0 0 0,1 1 1 0 0,0-1-1 0 0,0 0 0 0 0,1-1 0 0 0,-1 1 0 0 0,1-1 1 0 0,-1 0-1 0 0,1 0 0 0 0,-1-1 0 0 0,1 1 0 0 0,11 0 1 0 0,-15-2 119 0 0,0 0 0 0 0,0 0 1 0 0,0-1-1 0 0,1 1 0 0 0,-1 0 1 0 0,0-1-1 0 0,0 1 1 0 0,-1-1-1 0 0,1 0 0 0 0,0 0 1 0 0,0 1-1 0 0,0-1 0 0 0,0 0 1 0 0,-1-1-1 0 0,1 1 0 0 0,0 0 1 0 0,-1 0-1 0 0,1-1 1 0 0,-1 1-1 0 0,1-1 0 0 0,-1 1 1 0 0,0-1-1 0 0,2-2 0 0 0,0-3 174 0 0,0 0-1 0 0,0 0 0 0 0,-1 0 1 0 0,0 0-1 0 0,2-9 0 0 0,8-23 3033 0 0,-12 39-3145 0 0,0 0 1 0 0,0 0 0 0 0,0-1-1 0 0,0 1 1 0 0,0 0 0 0 0,0 0-1 0 0,0 0 1 0 0,0 0 0 0 0,0 0-1 0 0,1 0 1 0 0,-1 0 0 0 0,0 0-1 0 0,0 0 1 0 0,0 0 0 0 0,0 0-1 0 0,0 0 1 0 0,0 0 0 0 0,0 0-1 0 0,1 0 1 0 0,-1 0-1 0 0,0 0 1 0 0,0 0 0 0 0,0 0-1 0 0,0 0 1 0 0,0 0 0 0 0,0 0-1 0 0,0 0 1 0 0,1 0 0 0 0,-1 0-1 0 0,0 0 1 0 0,0 0 0 0 0,0 0-1 0 0,0 0 1 0 0,0 0 0 0 0,0 0-1 0 0,0 0 1 0 0,0 0 0 0 0,1 0-1 0 0,-1 0 1 0 0,0 0 0 0 0,0 0-1 0 0,0 1 1 0 0,0-1 0 0 0,0 0-1 0 0,0 0 1 0 0,0 0 0 0 0,0 0-1 0 0,0 0 1 0 0,0 0 0 0 0,0 0-1 0 0,0 0 1 0 0,0 1 0 0 0,0-1-1 0 0,0 0 1 0 0,0 0-1 0 0,0 0 1 0 0,1 0 0 0 0,5 13 401 0 0,2 13-306 0 0,-4-10-179 0 0,1-1-1 0 0,0 1 1 0 0,11 20 0 0 0,-13-29-455 0 0,1-1 0 0 0,0 0 0 0 0,1 1 1 0 0,-1-1-1 0 0,1-1 0 0 0,0 1 0 0 0,1-1 1 0 0,0 0-1 0 0,8 7 0 0 0,1-3-5247 0 0</inkml:trace>
</inkml:ink>
</file>

<file path=ppt/ink/ink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0:08.14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 6449 0 0,'9'3'11153'0'0,"-7"4"-12218"0"0,29 73 4356 0 0,39 94-697 0 0,-57-148-3102 0 0,0-1-1 0 0,2-1 1 0 0,0-1 0 0 0,30 35-1 0 0,-13-28-4541 0 0</inkml:trace>
</inkml:ink>
</file>

<file path=ppt/ink/ink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0:08.38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0 220 2304 0 0,'1'-2'75'0'0,"-1"1"0"0"0,1-1-1 0 0,-1 0 1 0 0,1 1 0 0 0,0-1-1 0 0,0 1 1 0 0,0-1 0 0 0,0 1-1 0 0,0 0 1 0 0,0-1 0 0 0,0 1-1 0 0,0 0 1 0 0,0 0 0 0 0,1 0-1 0 0,-1 0 1 0 0,0 0 0 0 0,1 0-1 0 0,-1 0 1 0 0,1 0 0 0 0,1 0-1 0 0,39-18 2213 0 0,-32 15-1738 0 0,202-82 9734 0 0,-46 20-7150 0 0,-159 63-3350 0 0,0 0 0 0 0,0 0 0 0 0,1 1 0 0 0,-1 0 0 0 0,0 0 0 0 0,1 1 0 0 0,-1 0-1 0 0,1 0 1 0 0,12 1 0 0 0,-13 2-1020 0 0</inkml:trace>
</inkml:ink>
</file>

<file path=ppt/ink/ink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0:10.08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140 177 6913 0 0,'-15'-51'2634'0'0,"6"19"-1371"0"0,7 25-898 0 0,-1-1-1 0 0,0 1 1 0 0,-1 1-1 0 0,-6-12 0 0 0,9 17-269 0 0,0-1 0 0 0,0 1 0 0 0,0-1 0 0 0,0 1 0 0 0,0 0-1 0 0,0-1 1 0 0,-1 1 0 0 0,1 0 0 0 0,0 0 0 0 0,-1 0-1 0 0,1 0 1 0 0,-1 0 0 0 0,1 0 0 0 0,-1 1 0 0 0,1-1 0 0 0,-1 0-1 0 0,0 1 1 0 0,1-1 0 0 0,-1 1 0 0 0,0-1 0 0 0,1 1-1 0 0,-1 0 1 0 0,0 0 0 0 0,0 0 0 0 0,1 0 0 0 0,-4 0 0 0 0,4 1 36 0 0,-1 0 0 0 0,1 0 0 0 0,0 0 0 0 0,-1 0 0 0 0,1 0 0 0 0,0 0 0 0 0,0 0 0 0 0,0 0 0 0 0,0 0 0 0 0,0 1 0 0 0,0-1 0 0 0,0 0 0 0 0,1 1 0 0 0,-1-1 0 0 0,0 1 0 0 0,1-1 0 0 0,-1 1 0 0 0,0 2 0 0 0,-7 32 791 0 0,7-30-803 0 0,-9 54 4 0 0,3 0-1 0 0,2 1 1 0 0,3-1 0 0 0,3 1 0 0 0,15 111 0 0 0,-8-121-144 0 0,3 0-1 0 0,24 75 1 0 0,-28-107 15 0 0,1 0-1 0 0,0 0 1 0 0,2-1 0 0 0,0 0-1 0 0,1-1 1 0 0,0 0-1 0 0,2-1 1 0 0,0 0 0 0 0,21 20-1 0 0,-28-31 31 0 0,0 0 1 0 0,1 0-1 0 0,-1-1 0 0 0,1 1 0 0 0,0-2 1 0 0,0 1-1 0 0,0-1 0 0 0,0 0 0 0 0,0 0 1 0 0,1-1-1 0 0,0 0 0 0 0,-1-1 0 0 0,10 2 1 0 0,-10-3 0 0 0,0 0 0 0 0,-1-1 1 0 0,1 1-1 0 0,0-1 1 0 0,-1-1-1 0 0,1 1 1 0 0,-1-1-1 0 0,0 0 1 0 0,1-1-1 0 0,-1 1 1 0 0,0-1-1 0 0,0-1 1 0 0,-1 1-1 0 0,1-1 0 0 0,8-7 1 0 0,1-3 121 0 0,-1-1 1 0 0,0 0-1 0 0,-1-1 0 0 0,-1-1 1 0 0,-1 0-1 0 0,0 0 0 0 0,-1-1 1 0 0,-1-1-1 0 0,0 0 0 0 0,-2 0 1 0 0,0 0-1 0 0,-1-1 1 0 0,3-23-1 0 0,0-4 65 0 0,-3-1 1 0 0,-2 0 0 0 0,-2 0-1 0 0,-6-73 1 0 0,2 94-171 0 0,-2 0 0 0 0,-1 1 0 0 0,-1 0-1 0 0,-1 0 1 0 0,-1 0 0 0 0,-2 1 0 0 0,0 0 0 0 0,-2 1 0 0 0,-1 0 0 0 0,0 1-1 0 0,-2 0 1 0 0,-24-28 0 0 0,32 43-183 0 0,0 0 0 0 0,-1 1 0 0 0,0 0-1 0 0,0 0 1 0 0,-1 1 0 0 0,-15-9 0 0 0,21 14 39 0 0,1 0 0 0 0,0-1 0 0 0,-1 1 0 0 0,1 0 0 0 0,-1 1 0 0 0,0-1 1 0 0,1 0-1 0 0,-1 1 0 0 0,0-1 0 0 0,1 1 0 0 0,-1 0 0 0 0,0 0 0 0 0,1 0 0 0 0,-1 0 0 0 0,0 0 1 0 0,1 1-1 0 0,-1-1 0 0 0,0 1 0 0 0,1 0 0 0 0,-1-1 0 0 0,1 1 0 0 0,-1 1 0 0 0,1-1 0 0 0,-1 0 0 0 0,1 0 1 0 0,0 1-1 0 0,0 0 0 0 0,-1-1 0 0 0,1 1 0 0 0,0 0 0 0 0,-1 2 0 0 0</inkml:trace>
</inkml:ink>
</file>

<file path=ppt/ink/ink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0:10.78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31 1 7834 0 0,'-19'22'4893'0'0,"16"-13"-4638"0"0,1 0 0 0 0,0 0 0 0 0,0 0 1 0 0,1 1-1 0 0,0-1 0 0 0,0 0 1 0 0,1 1-1 0 0,1-1 0 0 0,0 0 0 0 0,0 1 1 0 0,3 12-1 0 0,4 9 868 0 0,22 58 0 0 0,-23-72-906 0 0,21 49 142 0 0,-26-62-382 0 0,0 1 1 0 0,1-1 0 0 0,-1 0 0 0 0,1 0-1 0 0,0 0 1 0 0,0 0 0 0 0,1 0-1 0 0,-1-1 1 0 0,1 1 0 0 0,7 4 0 0 0,-10-7-45 0 0,1 0 0 0 0,-1-1 0 0 0,0 1 1 0 0,1-1-1 0 0,-1 1 0 0 0,1-1 0 0 0,-1 0 1 0 0,1 0-1 0 0,-1 1 0 0 0,1-1 1 0 0,-1 0-1 0 0,1 0 0 0 0,-1 0 0 0 0,1-1 1 0 0,-1 1-1 0 0,0 0 0 0 0,1-1 0 0 0,-1 1 1 0 0,1 0-1 0 0,1-2 0 0 0,0 0-10 0 0,1 0 0 0 0,-1 0 0 0 0,0 0-1 0 0,0-1 1 0 0,0 1 0 0 0,-1-1 0 0 0,1 1 0 0 0,2-4-1 0 0,3-5 44 0 0,-1 0 0 0 0,0-1 0 0 0,8-17 0 0 0,-9 12 346 0 0,0-1-1 0 0,-1 0 0 0 0,3-18 1 0 0,-6 25 50 0 0,0-1-1 0 0,1 0 1 0 0,0 1 0 0 0,1-1-1 0 0,0 1 1 0 0,1 0 0 0 0,0 0-1 0 0,1 1 1 0 0,7-11-1 0 0,-13 20-339 0 0,0 1-1 0 0,0 0 0 0 0,1 0 0 0 0,-1-1 0 0 0,0 1 0 0 0,0 0 0 0 0,0 0 0 0 0,0 0 0 0 0,1 0 0 0 0,-1-1 0 0 0,0 1 1 0 0,0 0-1 0 0,0 0 0 0 0,1 0 0 0 0,-1 0 0 0 0,0 0 0 0 0,0 0 0 0 0,1 0 0 0 0,-1-1 0 0 0,0 1 0 0 0,0 0 0 0 0,1 0 1 0 0,-1 0-1 0 0,0 0 0 0 0,0 0 0 0 0,1 0 0 0 0,-1 0 0 0 0,0 0 0 0 0,0 0 0 0 0,1 0 0 0 0,-1 0 0 0 0,0 1 0 0 0,0-1 1 0 0,1 0-1 0 0,-1 0 0 0 0,0 0 0 0 0,0 0 0 0 0,0 0 0 0 0,1 0 0 0 0,-1 1 0 0 0,7 11 361 0 0,1 20-148 0 0,-8-31-197 0 0,9 45-129 0 0,22 64 0 0 0,-22-86-1831 0 0,0-2 1 0 0,18 30-1 0 0,-18-37-4237 0 0</inkml:trace>
</inkml:ink>
</file>

<file path=ppt/ink/ink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0:11.09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69 1840 0 0,'9'-35'3359'0'0,"0"2"4932"0"0,-7 44-4397 0 0,1 8-2963 0 0,8 107 1595 0 0,16 117-1364 0 0,-20-201-1520 0 0,2 0 0 0 0,2 0 1 0 0,26 64-1 0 0,-14-60-2087 0 0,-5-17-4166 0 0</inkml:trace>
</inkml:ink>
</file>

<file path=ppt/ink/ink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0:11.36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29 239 456 0 0,'-2'-1'197'0'0,"1"1"0"0"0,-1-1 0 0 0,1 1-1 0 0,-1-1 1 0 0,1 0 0 0 0,-1 0 0 0 0,1 0 0 0 0,0 1 0 0 0,-1-1-1 0 0,1 0 1 0 0,0-1 0 0 0,0 1 0 0 0,0 0 0 0 0,0 0 0 0 0,0 0 0 0 0,0-1-1 0 0,0 1 1 0 0,0 0 0 0 0,0-1 0 0 0,1 1 0 0 0,-1-1 0 0 0,0 1-1 0 0,1-1 1 0 0,-1 1 0 0 0,1-1 0 0 0,0 0 0 0 0,0 1 0 0 0,-1-1-1 0 0,1 0 1 0 0,0 1 0 0 0,0-1 0 0 0,0 1 0 0 0,1-1 0 0 0,-1 0-1 0 0,0 1 1 0 0,1-1 0 0 0,-1 1 0 0 0,1-1 0 0 0,1-2 0 0 0,0-1 276 0 0,1 0 0 0 0,0 1 1 0 0,0-1-1 0 0,0 0 0 0 0,0 1 1 0 0,1 0-1 0 0,0 0 0 0 0,0 0 1 0 0,0 0-1 0 0,8-4 0 0 0,28-18 2252 0 0,73-32-1 0 0,-59 36-3476 0 0,2 2-3470 0 0,-32 13-1795 0 0</inkml:trace>
</inkml:ink>
</file>

<file path=ppt/ink/ink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0:11.93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86 6449 0 0,'5'-13'10164'0'0,"28"-3"-8765"0"0,1 1 0 0 0,40-11 0 0 0,-58 21-1875 0 0,1 1 1 0 0,30-2 0 0 0,-38 5-426 0 0,0 1 0 0 0,0 0 0 0 0,0 1 0 0 0,0 0 0 0 0,0 1 0 0 0,12 3 0 0 0,-8-1-4014 0 0</inkml:trace>
</inkml:ink>
</file>

<file path=ppt/ink/ink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0:12.12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0 142 3681 0 0,'1'-1'175'0'0,"-1"0"0"0"0,1 0 0 0 0,-1 0 0 0 0,1 0 0 0 0,0 0 0 0 0,0 0 0 0 0,-1 0 0 0 0,1 0 0 0 0,0 0 0 0 0,0 0 0 0 0,0 1 0 0 0,0-1 0 0 0,0 0 0 0 0,0 1 1 0 0,0-1-1 0 0,0 0 0 0 0,2 0 0 0 0,26-16 1819 0 0,-26 15-1714 0 0,30-17 1705 0 0,52-29 1814 0 0,-68 40-3673 0 0,1 0 0 0 0,0 1 0 0 0,19-4 0 0 0,-17 5-765 0 0</inkml:trace>
</inkml:ink>
</file>

<file path=ppt/ink/ink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0:12.72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184 73 5529 0 0,'3'-22'3288'0'0,"-2"20"-2769"0"0,0-1 0 0 0,0 0 0 0 0,-1 0 0 0 0,1 0-1 0 0,-1 1 1 0 0,1-1 0 0 0,-1 0 0 0 0,0 0 0 0 0,0 0 0 0 0,-1 0 0 0 0,1 0 0 0 0,0 0 0 0 0,-1 0 0 0 0,0 1 0 0 0,-2-6 0 0 0,3 8-439 0 0,-1 0 0 0 0,1 0 1 0 0,0 0-1 0 0,-1 0 0 0 0,1 0 0 0 0,-1 0 1 0 0,1 0-1 0 0,-1 0 0 0 0,1 1 1 0 0,0-1-1 0 0,-1 0 0 0 0,1 0 0 0 0,-1 0 1 0 0,1 1-1 0 0,0-1 0 0 0,-1 0 1 0 0,1 1-1 0 0,0-1 0 0 0,-1 0 1 0 0,1 1-1 0 0,0-1 0 0 0,-1 0 0 0 0,1 1 1 0 0,0-1-1 0 0,0 0 0 0 0,0 1 1 0 0,-1-1-1 0 0,1 1 0 0 0,0-1 0 0 0,0 1 1 0 0,0-1-1 0 0,0 0 0 0 0,0 2 1 0 0,-8 16 474 0 0,8-18-534 0 0,-24 79 494 0 0,4 1 1 0 0,-18 160-1 0 0,35-220-506 0 0,-15 164-9 0 0,-17 105 0 0 0,33-280-18 0 0,2-4-23 0 0,-1 1 1 0 0,-1 0-1 0 0,1 0 0 0 0,-1-1 0 0 0,0 1 0 0 0,0-1 1 0 0,0 0-1 0 0,-1 1 0 0 0,-3 4 0 0 0,6-10 24 0 0,0 0-1 0 0,0 0 1 0 0,-1 0-1 0 0,1 0 1 0 0,0 1 0 0 0,0-1-1 0 0,0 0 1 0 0,0 0-1 0 0,0 0 1 0 0,-1 0-1 0 0,1 0 1 0 0,0 0-1 0 0,0 0 1 0 0,0 0 0 0 0,0 0-1 0 0,-1 0 1 0 0,1 0-1 0 0,0 0 1 0 0,0 0-1 0 0,0 0 1 0 0,0 0-1 0 0,-1 0 1 0 0,1 0 0 0 0,0 0-1 0 0,0 0 1 0 0,0-1-1 0 0,0 1 1 0 0,0 0-1 0 0,-1 0 1 0 0,1 0-1 0 0,0 0 1 0 0,0 0-1 0 0,0 0 1 0 0,0 0 0 0 0,0 0-1 0 0,0-1 1 0 0,-1 1-1 0 0,1 0 1 0 0,0 0-1 0 0,0 0 1 0 0,0 0-1 0 0,0 0 1 0 0,0-1 0 0 0,0 1-1 0 0,0 0 1 0 0,0 0-1 0 0,0 0 1 0 0,0 0-1 0 0,0-1 1 0 0,0 1-1 0 0,0 0 1 0 0,0 0-1 0 0,0 0 1 0 0,0 0 0 0 0,0-1-1 0 0,0 1 1 0 0,0 0-1 0 0,0 0 1 0 0,0 0-1 0 0,0 0 1 0 0,0-1-1 0 0,-1-11-2338 0 0</inkml:trace>
</inkml:ink>
</file>

<file path=ppt/ink/ink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0:13.04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 90 5529 0 0,'-4'-43'2556'0'0,"5"0"3942"0"0,-1 43-6446 0 0,0 0 0 0 0,0 0 0 0 0,0 0 0 0 0,0 0 0 0 0,0-1 0 0 0,0 1 0 0 0,0 0 0 0 0,0 0-1 0 0,0 0 1 0 0,2-2 779 0 0,-2 2-779 0 0,0 0 0 0 0,0 0 0 0 0,0 0 0 0 0,0 0 0 0 0,1 0 0 0 0,-1 0 0 0 0,0-1 0 0 0,0 1 0 0 0,0 0-1 0 0,0 0 1 0 0,0 0 0 0 0,1 0 0 0 0,-1 0 0 0 0,0 0 0 0 0,0 0 0 0 0,0 0 0 0 0,0 0 0 0 0,0 0 0 0 0,1 0 0 0 0,-1 0 0 0 0,0 0 0 0 0,0 1 0 0 0,8 6 1058 0 0,5 11-116 0 0,-13-18-974 0 0,85 160 3085 0 0,-42-72-2708 0 0,188 327-689 0 0,-223-403-188 0 0,15 30-1231 0 0,-21-40 1194 0 0,-1 1 0 0 0,-1-1 0 0 0,1 1 0 0 0,0 0-1 0 0,-1-1 1 0 0,1 1 0 0 0,-1 0 0 0 0,0 4 0 0 0</inkml:trace>
</inkml:ink>
</file>

<file path=ppt/ink/ink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0:13.29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1 124 3681 0 0,'2'-2'244'0'0,"-1"1"1"0"0,1-1 0 0 0,0 1 0 0 0,0 0-1 0 0,0 0 1 0 0,0-1 0 0 0,0 1-1 0 0,0 1 1 0 0,0-1 0 0 0,1 0-1 0 0,-1 1 1 0 0,4-2 0 0 0,3 0 864 0 0,34-16 1900 0 0,90-32 2411 0 0,-97 38-4678 0 0,64-12 1 0 0,-56 21-2889 0 0,-31 3-3559 0 0</inkml:trace>
</inkml:ink>
</file>

<file path=ppt/ink/ink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0:14.57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138 118 5985 0 0,'3'-11'1176'0'0,"-1"0"0"0"0,0-1 0 0 0,-1 1 0 0 0,0 0 0 0 0,-1-1 0 0 0,0 1 0 0 0,-2-17 0 0 0,2 28-1061 0 0,0-1 0 0 0,-1 1 0 0 0,1-1-1 0 0,0 1 1 0 0,0-1 0 0 0,0 1 0 0 0,0 0 0 0 0,0-1 0 0 0,0 1 0 0 0,-1-1 0 0 0,1 1 0 0 0,0 0 0 0 0,0-1 0 0 0,-1 1 0 0 0,1-1 0 0 0,0 1 0 0 0,-1 0 0 0 0,1-1 0 0 0,0 1 0 0 0,-1 0 0 0 0,1 0 0 0 0,0-1 0 0 0,-1 1 0 0 0,1 0 0 0 0,-1 0 0 0 0,1-1 0 0 0,0 1-1 0 0,-1 0 1 0 0,1 0 0 0 0,-1 0 0 0 0,1 0 0 0 0,-1 0 0 0 0,-14 8 1597 0 0,-7 19-780 0 0,14-12-792 0 0,1 0 0 0 0,1 0 0 0 0,1 0 0 0 0,-8 32 0 0 0,-6 69-77 0 0,11-59-41 0 0,-6 43 12 0 0,-4 182-1 0 0,19-234-26 0 0,2-1 1 0 0,1 0-1 0 0,3-1 0 0 0,2 1 0 0 0,2-1 1 0 0,19 48-1 0 0,-19-67 35 0 0,1-2 0 0 0,1 0 0 0 0,1 0 0 0 0,2-1 0 0 0,0-1 0 0 0,27 29 0 0 0,-28-35-7 0 0,1-1 0 0 0,1-1 0 0 0,0-1 0 0 0,1 0 0 0 0,1-1 0 0 0,0-1 0 0 0,1 0 0 0 0,31 12 0 0 0,-45-22-24 0 0,1 1-1 0 0,0-2 0 0 0,-1 1 0 0 0,1-1 0 0 0,0 0 0 0 0,0 0 1 0 0,0-1-1 0 0,0 0 0 0 0,0 0 0 0 0,9-2 0 0 0,-12 1-1004 0 0,0 0 0 0 0,0 0-1 0 0,0 0 1 0 0,0-1 0 0 0,0 1-1 0 0,5-4 1 0 0</inkml:trace>
</inkml:ink>
</file>

<file path=ppt/ink/ink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0:14.96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0 8290 0 0,'4'37'10534'0'0,"13"37"-7668"0"0,2 13-2506 0 0,9 128 247 0 0,-16-112-1416 0 0,37 159 0 0 0,-41-233-295 0 0,-2-3-259 0 0</inkml:trace>
</inkml:ink>
</file>

<file path=ppt/ink/ink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0:15.22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0 234 1840 0 0,'2'-5'208'0'0,"-1"0"0"0"0,1 0 0 0 0,0 0 0 0 0,1 1-1 0 0,-1-1 1 0 0,1 0 0 0 0,0 1 0 0 0,0 0-1 0 0,1 0 1 0 0,-1 0 0 0 0,1 0 0 0 0,0 0 0 0 0,7-5-1 0 0,9-7 1796 0 0,34-19 1 0 0,-38 25-829 0 0,-8 5-722 0 0,103-59 5383 0 0,-51 39-5160 0 0,-50 22-1382 0 0,0 0 0 0 0,1 1 0 0 0,18-2 0 0 0,-17 4-4484 0 0</inkml:trace>
</inkml:ink>
</file>

<file path=ppt/ink/ink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0:15.44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1 179 3225 0 0,'6'-1'452'0'0,"1"-1"0"0"0,-1 0 1 0 0,1 0-1 0 0,-1 0 1 0 0,0-1-1 0 0,0 0 0 0 0,0 0 1 0 0,7-5-1 0 0,6-3 266 0 0,221-118 2742 0 0,-222 117-3396 0 0</inkml:trace>
</inkml:ink>
</file>

<file path=ppt/ink/ink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0:16.11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50 7834 0 0,'-1'0'809'0'0,"3"0"-450"0"0,-1 0-1 0 0,0 0 0 0 0,1 0 1 0 0,-1 0-1 0 0,0 1 1 0 0,1-1-1 0 0,-1 1 0 0 0,0-1 1 0 0,0 1-1 0 0,0-1 1 0 0,1 1-1 0 0,-1 0 0 0 0,0-1 1 0 0,0 1-1 0 0,0 0 1 0 0,0 0-1 0 0,1 1 0 0 0,14 25 2212 0 0,-11-12-2414 0 0,0 1 1 0 0,2 19-1 0 0,-3-18 510 0 0,8 27-394 0 0,-7-31-312 0 0,-1 0 1 0 0,0 1 0 0 0,-2 0-1 0 0,1 0 1 0 0,-2 0 0 0 0,1 0-1 0 0,-2 16 1 0 0,38-207-3452 0 0,-29 147 4051 0 0,1 0-1 0 0,16-31 1 0 0,-25 58-388 0 0,1-1 1 0 0,0 1 0 0 0,0 0-1 0 0,1 0 1 0 0,-1 0-1 0 0,0 0 1 0 0,1 1 0 0 0,0-1-1 0 0,0 1 1 0 0,0 0 0 0 0,0-1-1 0 0,4-1 1 0 0,-6 3-122 0 0,1 1 1 0 0,-1-1-1 0 0,0 1 1 0 0,0 0-1 0 0,1-1 1 0 0,-1 1-1 0 0,0 0 1 0 0,0 0-1 0 0,1 0 1 0 0,-1 0-1 0 0,0 0 1 0 0,0 0-1 0 0,1 0 1 0 0,-1 0-1 0 0,0 0 1 0 0,1 1-1 0 0,-1-1 1 0 0,0 0-1 0 0,0 1 1 0 0,0-1-1 0 0,1 1 1 0 0,-1 0-1 0 0,0-1 1 0 0,0 1-1 0 0,0 0 1 0 0,0 0-1 0 0,0 0 1 0 0,0-1-1 0 0,0 1 1 0 0,-1 0 0 0 0,1 0-1 0 0,0 0 1 0 0,0 0-1 0 0,-1 1 1 0 0,1-1-1 0 0,0 0 1 0 0,-1 0-1 0 0,1 2 1 0 0,6 15 194 0 0,-1 1 0 0 0,0-1 0 0 0,-2 1 0 0 0,0 0 1 0 0,2 33-1 0 0,5 24-251 0 0,3-20-289 0 0,0 4-3157 0 0,-10-40-3470 0 0</inkml:trace>
</inkml:ink>
</file>

<file path=ppt/ink/ink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0:16.55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0 116 7834 0 0,'10'-8'823'0'0,"0"2"1"0"0,0 0 0 0 0,0 0-1 0 0,1 0 1 0 0,-1 2-1 0 0,23-8 1 0 0,-17 6-27 0 0,-7 3-490 0 0,116-39 3145 0 0,-108 37-3610 0 0,0 1-1 0 0,0 1 0 0 0,0 1 0 0 0,0 0 0 0 0,26 2 0 0 0,-33 1-864 0 0</inkml:trace>
</inkml:ink>
</file>

<file path=ppt/ink/ink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0:16.79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10 1 4609 0 0,'-9'5'12364'0'0,"9"-5"-12185"0"0,8 23 3054 0 0,-4-13-2967 0 0,0 12 99 0 0,-1 0 0 0 0,0 0 0 0 0,-2 1 0 0 0,-1 31 0 0 0,0 8-1244 0 0,1-43-34 0 0</inkml:trace>
</inkml:ink>
</file>

<file path=ppt/ink/ink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0:17.21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77 4145 0 0,'14'-3'6575'0'0,"23"-3"-3222"0"0,6 0-1217 0 0,87-21 1594 0 0,43-8-2135 0 0,-155 35-2168 0 0</inkml:trace>
</inkml:ink>
</file>

<file path=ppt/ink/ink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0:17.55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21 16 5985 0 0,'-9'-14'6357'0'0,"8"14"-6055"0"0,0-1 1 0 0,1 1 0 0 0,-1 0-1 0 0,0 0 1 0 0,0-1 0 0 0,0 2-71 0 0,0 0 0 0 0,1 0 0 0 0,-1 0 0 0 0,1-1 0 0 0,-1 1 1 0 0,1 0-1 0 0,-1 0 0 0 0,1 0 0 0 0,0 0 0 0 0,-1 0 0 0 0,1 0 0 0 0,0 1 0 0 0,0-1 1 0 0,0 0-1 0 0,0 2 0 0 0,1 50 1586 0 0,27 439 421 0 0,-17-310-3645 0 0,0-104-5992 0 0,-9-62 1731 0 0</inkml:trace>
</inkml:ink>
</file>

<file path=ppt/ink/ink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0:17.77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1 105 6913 0 0,'9'-5'305'0'0,"-1"1"63"0"0,2-1-296 0 0,-2 1-72 0 0,-2 3 0 0 0,1-2 0 0 0,1-1 0 0 0,7-2 80 0 0,9-4-80 0 0,8-2 80 0 0,4-2-1017 0 0,-1 0-207 0 0,-3 3-40 0 0,-4 3 0 0 0,-4 6 928 0 0,-4 0 256 0 0,-3 5-72 0 0</inkml:trace>
</inkml:ink>
</file>

<file path=ppt/ink/ink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0:18.01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86 6449 0 0,'147'-50'7042'0'0,"-55"17"-7865"0"0,-79 30-1300 0 0,-8 3 1732 0 0</inkml:trace>
</inkml:ink>
</file>

<file path=ppt/ink/ink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0:18.38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9 1 456 0 0,'15'9'7615'0'0,"-14"-8"-7322"0"0,2 25 3927 0 0,-10 27-742 0 0,6-49-3116 0 0,-6 25 799 0 0,4-21-1288 0 0,0 1-1 0 0,1-1 1 0 0,0 0 0 0 0,1 1-1 0 0,0 0 1 0 0,0-1 0 0 0,2 17-1 0 0,14-53-4610 0 0,-1 3 4176 0 0,-4 9 282 0 0,0 1 0 0 0,1 0-1 0 0,15-16 1 0 0,-21 25 417 0 0,0 1 0 0 0,0-1 0 0 0,1 1 0 0 0,0 1 0 0 0,0-1 0 0 0,0 1 0 0 0,1 0 0 0 0,-1 1 0 0 0,1-1 0 0 0,12-3 0 0 0,-18 7 120 0 0,1 0 0 0 0,0 0 0 0 0,0 0 0 0 0,-1 0 0 0 0,1 0 1 0 0,0 0-1 0 0,-1 1 0 0 0,1-1 0 0 0,0 0 0 0 0,-1 1 0 0 0,1 0 0 0 0,0-1 0 0 0,-1 1 1 0 0,1 0-1 0 0,-1 0 0 0 0,1 0 0 0 0,-1 0 0 0 0,2 1 0 0 0,27 28 2988 0 0,-13-13-2976 0 0,21 22-3666 0 0</inkml:trace>
</inkml:ink>
</file>

<file path=ppt/ink/ink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0:18.66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59 5065 0 0,'1'-1'203'0'0,"0"-1"0"0"0,1 0-1 0 0,-1 0 1 0 0,1 1 0 0 0,-1-1 0 0 0,1 1 0 0 0,0-1-1 0 0,-1 1 1 0 0,1 0 0 0 0,0 0 0 0 0,0 0 0 0 0,0 0-1 0 0,0 0 1 0 0,0 0 0 0 0,3-1 0 0 0,39-8 2853 0 0,-17 5-1189 0 0,42-14-846 0 0,-61 17-1936 0 0</inkml:trace>
</inkml:ink>
</file>

<file path=ppt/ink/ink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0:19.21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 6913 0 0,'4'0'677'0'0,"0"0"0"0"0,0 0 0 0 0,0 0 0 0 0,-1 1 0 0 0,1-1 0 0 0,0 1 0 0 0,0 0 0 0 0,0 0 0 0 0,-1 0 0 0 0,1 1 0 0 0,6 3 0 0 0,-7-3-444 0 0,0 1-1 0 0,0 0 1 0 0,-1 0-1 0 0,1 0 1 0 0,-1 0 0 0 0,0 0-1 0 0,1 0 1 0 0,-1 1-1 0 0,-1-1 1 0 0,1 1-1 0 0,2 7 1 0 0,15 37 753 0 0,41 99-94 0 0,-47-115-824 0 0,-1 0 1 0 0,-1 0-1 0 0,-2 1 0 0 0,-1 1 1 0 0,-2 0-1 0 0,4 57 1 0 0,-15 209 971 0 0,0-197-396 0 0,3-49-91 0 0,-18 104 0 0 0,16-139-531 0 0,-1-1 0 0 0,0 0 0 0 0,-2 0 0 0 0,0 0 0 0 0,-1-1 0 0 0,-1 0 0 0 0,0-1-1 0 0,-1 0 1 0 0,-15 18 0 0 0,20-28-227 0 0,-12 16-2578 0 0</inkml:trace>
</inkml:ink>
</file>

<file path=ppt/ink/ink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0:20.05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151 0 5529 0 0,'-5'3'13696'0'0,"-19"5"-9276"0"0,-6 1-5218 0 0,-30 13 1 0 0,28-5-1889 0 0</inkml:trace>
</inkml:ink>
</file>

<file path=ppt/ink/ink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0:53.12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 7 9674 0 0,'-5'-7'3286'0'0,"10"15"-391"0"0,10 57-1590 0 0,-2 1-1 0 0,8 111 0 0 0,-12-83-913 0 0,-4-55-297 0 0,36 512 401 0 0,-52-377-285 0 0,0-32-2877 0 0,10-121-3958 0 0</inkml:trace>
</inkml:ink>
</file>

<file path=ppt/ink/ink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0:53.36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30 158 9674 0 0,'-2'-1'136'0'0,"0"0"1"0"0,0 0-1 0 0,0 0 1 0 0,0 0-1 0 0,0-1 1 0 0,0 1-1 0 0,1 0 0 0 0,-1-1 1 0 0,1 1-1 0 0,-1-1 1 0 0,1 0-1 0 0,-1 1 0 0 0,1-1 1 0 0,0 0-1 0 0,0 0 1 0 0,0 0-1 0 0,0 0 0 0 0,-1-3 1 0 0,2 3-1 0 0,0 0-1 0 0,0 0 1 0 0,1-1-1 0 0,-1 1 1 0 0,1 0 0 0 0,-1 0-1 0 0,1 0 1 0 0,0 0 0 0 0,0 0-1 0 0,0 0 1 0 0,0 0 0 0 0,0 0-1 0 0,0 0 1 0 0,0 1 0 0 0,1-1-1 0 0,-1 0 1 0 0,0 1 0 0 0,4-3-1 0 0,3-5 117 0 0,1 1 0 0 0,0 0 0 0 0,1 1 0 0 0,-1 0-1 0 0,1 0 1 0 0,0 1 0 0 0,1 0 0 0 0,0 1 0 0 0,0 0 0 0 0,0 1-1 0 0,0 0 1 0 0,1 1 0 0 0,13-2 0 0 0,-16 4-287 0 0,1 0 1 0 0,0 0-1 0 0,0 1 1 0 0,0 1-1 0 0,0 0 0 0 0,-1 0 1 0 0,1 0-1 0 0,0 2 1 0 0,-1-1-1 0 0,0 1 1 0 0,1 0-1 0 0,-1 1 0 0 0,0 0 1 0 0,-1 1-1 0 0,1 0 1 0 0,10 7-1 0 0,5 7-822 0 0</inkml:trace>
</inkml:ink>
</file>

<file path=ppt/ink/ink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0:53.58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0 184 12443 0 0,'24'-24'952'0'0,"1"1"-1"0"0,1 1 1 0 0,1 1 0 0 0,39-22 0 0 0,-50 34-1785 0 0,0 1 0 0 0,1 1 0 0 0,31-8 0 0 0,-33 11-944 0 0,0 1-1 0 0,1 1 0 0 0,0 0 0 0 0,30 2 0 0 0,-19 2 990 0 0</inkml:trace>
</inkml:ink>
</file>

<file path=ppt/ink/ink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0:54.02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 51 11058 0 0,'-1'-1'275'0'0,"1"0"1"0"0,-1 0-1 0 0,1-1 0 0 0,0 1 0 0 0,-1 0 0 0 0,1-1 0 0 0,0 1 0 0 0,0 0 1 0 0,0-1-1 0 0,0 1 0 0 0,0 0 0 0 0,0-1 0 0 0,0 1 0 0 0,0 0 0 0 0,1-1 0 0 0,-1 1 1 0 0,0 0-1 0 0,1-1 0 0 0,-1 1 0 0 0,1 0 0 0 0,0 0 0 0 0,1-2 0 0 0,-2 2-187 0 0,0 0 0 0 0,0 1 0 0 0,1-1 0 0 0,-1 1 0 0 0,1-1 0 0 0,-1 1 0 0 0,0-1 0 0 0,1 1 0 0 0,-1 0-1 0 0,1-1 1 0 0,-1 1 0 0 0,1 0 0 0 0,0-1 0 0 0,-1 1 0 0 0,1 0 0 0 0,-1-1 0 0 0,1 1 0 0 0,-1 0 0 0 0,1 0 0 0 0,0 0 0 0 0,-1 0 0 0 0,2-1-1 0 0,-1 2-37 0 0,0-1-1 0 0,0 0 1 0 0,0 1-1 0 0,0-1 0 0 0,-1 1 1 0 0,1-1-1 0 0,0 1 1 0 0,0-1-1 0 0,0 1 0 0 0,0-1 1 0 0,-1 1-1 0 0,1 0 1 0 0,0 0-1 0 0,-1-1 0 0 0,1 1 1 0 0,0 0-1 0 0,-1 0 1 0 0,1 0-1 0 0,0 1 0 0 0,16 31 339 0 0,-2 0-1 0 0,18 57 1 0 0,-18-46-209 0 0,-5-17-106 0 0,-2-6-14 0 0,0-1 0 0 0,-2 1 0 0 0,0 0 0 0 0,-1 0 0 0 0,3 40 0 0 0,13-100-954 0 0,2-27 593 0 0,40-97 914 0 0,-56 147-460 0 0,2 0 0 0 0,0 1 0 0 0,0 0 0 0 0,2 0 0 0 0,-1 1 1 0 0,2 1-1 0 0,20-20 0 0 0,-30 32-134 0 0,-1 0 0 0 0,1 0 0 0 0,-1 0 0 0 0,0 0 0 0 0,1 0 1 0 0,0 0-1 0 0,-1 0 0 0 0,1 1 0 0 0,-1-1 0 0 0,1 0 0 0 0,0 1 0 0 0,0 0 0 0 0,-1-1 1 0 0,1 1-1 0 0,0 0 0 0 0,0 0 0 0 0,-1 0 0 0 0,1 0 0 0 0,0 0 0 0 0,3 1 0 0 0,-2 0 8 0 0,0 0-1 0 0,0 1 0 0 0,0-1 0 0 0,0 1 1 0 0,0 0-1 0 0,0-1 0 0 0,0 1 0 0 0,0 1 1 0 0,-1-1-1 0 0,4 3 0 0 0,1 4 6 0 0,0 0 0 0 0,0 0 0 0 0,0 1 0 0 0,-1-1 0 0 0,7 17 0 0 0,-1 5-141 0 0,-2 1 0 0 0,-1 0 0 0 0,6 37 0 0 0,0 2-2255 0 0,-8-44-5156 0 0</inkml:trace>
</inkml:ink>
</file>

<file path=ppt/ink/ink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0:54.48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1 126 11979 0 0,'5'-3'506'0'0,"0"-1"1"0"0,1 1-1 0 0,0 0 0 0 0,-1 0 1 0 0,10-3-1 0 0,2-1 130 0 0,24-12 527 0 0,1 2 1 0 0,65-19 0 0 0,-71 28-3628 0 0,63-7 0 0 0,-85 14-2846 0 0</inkml:trace>
</inkml:ink>
</file>

<file path=ppt/ink/ink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0:54.71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20 11058 0 0,'0'-19'9658'0'0,"4"21"-8981"0"0,-1 0-589 0 0,0 1 0 0 0,0 0 1 0 0,0-1-1 0 0,0 1 0 0 0,-1 1 1 0 0,1-1-1 0 0,-1 0 0 0 0,0 0 1 0 0,0 1-1 0 0,0 0 0 0 0,0-1 1 0 0,0 1-1 0 0,-1 0 0 0 0,0 0 1 0 0,0 0-1 0 0,0 0 0 0 0,0-1 1 0 0,-1 2-1 0 0,1-1 0 0 0,-1 0 1 0 0,0 4-1 0 0,0 19 19 0 0,-1 0 0 0 0,-5 30 0 0 0,3-33-7 0 0,-5 32-143 0 0,-3 34 236 0 0,11-80-506 0 0,0 0 1 0 0,0-1-1 0 0,1 1 0 0 0,0-1 1 0 0,1 1-1 0 0,0-1 1 0 0,4 11-1 0 0,3 0-7394 0 0</inkml:trace>
</inkml:ink>
</file>

<file path=ppt/ink/ink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0:55.10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54 50 2761 0 0,'-26'8'697'0'0,"-2"-6"3647"0"0,45-3-2762 0 0,0-1 0 0 0,-1-1 1 0 0,26-8-1 0 0,-15 4-278 0 0,19-5 325 0 0,38-8-65 0 0,-26 16-7625 0 0,-45 6 648 0 0</inkml:trace>
</inkml:ink>
</file>

<file path=ppt/ink/ink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0:55.28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1 149 11522 0 0,'4'1'3400'0'0,"12"-4"-1723"0"0,16-7-203 0 0,124-76-3184 0 0,-95 52 368 0 0,-32 17 1236 0 0</inkml:trace>
</inkml:ink>
</file>

<file path=ppt/ink/ink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0:59.86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56 109 2761 0 0,'-55'11'7065'0'0,"125"-22"-864"0"0,-20 4-4884 0 0,0-1 1 0 0,63-21-1 0 0,-108 27-1305 0 0,112-36 474 0 0,-37 18-4155 0 0,-61 16-2505 0 0</inkml:trace>
</inkml:ink>
</file>

<file path=ppt/ink/ink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1:00.21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230 1 6913 0 0,'-29'4'806'0'0,"1"2"-1"0"0,-38 12 0 0 0,59-16-456 0 0,0 1 1 0 0,1-1-1 0 0,-1 1 1 0 0,1 1 0 0 0,0-1-1 0 0,0 1 1 0 0,0 0-1 0 0,0 0 1 0 0,1 1-1 0 0,0-1 1 0 0,-1 1 0 0 0,2 0-1 0 0,-1 1 1 0 0,1-1-1 0 0,-7 11 1 0 0,9-13-197 0 0,1 1 0 0 0,0-1 0 0 0,-1 1-1 0 0,1-1 1 0 0,1 1 0 0 0,-1-1 0 0 0,0 1 0 0 0,1-1 0 0 0,0 1 0 0 0,0 0 0 0 0,0-1 0 0 0,0 1 0 0 0,0-1 0 0 0,1 1-1 0 0,0 0 1 0 0,2 6 0 0 0,-1-5-45 0 0,0 0 0 0 0,1 0 0 0 0,0 0 0 0 0,0 0 0 0 0,1 0-1 0 0,0-1 1 0 0,-1 1 0 0 0,1-1 0 0 0,8 6 0 0 0,7 4-1 0 0,0-1 0 0 0,1-2 0 0 0,0 1 1 0 0,26 8-1 0 0,-38-16-23 0 0,36 15 56 0 0,-5-3-37 0 0,38 23 0 0 0,-68-34-80 0 0,0 0 0 0 0,0 1-1 0 0,-1 0 1 0 0,0 1 0 0 0,0 0 0 0 0,0 1-1 0 0,-1-1 1 0 0,0 1 0 0 0,9 13 0 0 0,-15-17 4 0 0,1 1 1 0 0,0-1-1 0 0,-1 1 1 0 0,0-1 0 0 0,0 1-1 0 0,0-1 1 0 0,-1 1 0 0 0,1 0-1 0 0,-1-1 1 0 0,0 1-1 0 0,0 0 1 0 0,-1-1 0 0 0,0 1-1 0 0,1-1 1 0 0,-1 1 0 0 0,-1-1-1 0 0,1 1 1 0 0,-1-1-1 0 0,0 0 1 0 0,0 1 0 0 0,0-1-1 0 0,0 0 1 0 0,-1 0 0 0 0,-3 4-1 0 0,-4 6 190 0 0,-1 0 1 0 0,-1-1-1 0 0,0 0 0 0 0,-1-1 0 0 0,-14 12 0 0 0,4-8-23 0 0,-31 17 0 0 0,14-9-3262 0 0</inkml:trace>
</inkml:ink>
</file>

<file path=ppt/ink/ink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1:00.78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20 330 5065 0 0,'-11'-16'1507'0'0,"9"13"-466"0"0,1 0 1 0 0,0 0-1 0 0,0 0 1 0 0,0 0-1 0 0,0 0 1 0 0,1 0-1 0 0,-1 0 0 0 0,1-1 1 0 0,0 1-1 0 0,0-5 1 0 0,7 20 2860 0 0,40 88-3557 0 0,3-1 0 0 0,86 122 0 0 0,-107-180-224 0 0,-17-27-22 0 0,-2 0-1 0 0,1 1 1 0 0,-2 0-1 0 0,0 1 1 0 0,10 25-1 0 0,-19-41-85 0 0,0 0 0 0 0,0 1 0 0 0,0-1 0 0 0,0 0 0 0 0,0 0 0 0 0,0 0 0 0 0,0 0-1 0 0,0 0 1 0 0,0 1 0 0 0,0-1 0 0 0,0 0 0 0 0,0 0 0 0 0,0 0 0 0 0,0 0 0 0 0,0 0 0 0 0,1 1 0 0 0,-1-1 0 0 0,0 0 0 0 0,0 0 0 0 0,0 0 0 0 0,0 0-1 0 0,0 0 1 0 0,0 0 0 0 0,1 0 0 0 0,-1 0 0 0 0,0 0 0 0 0,0 1 0 0 0,0-1 0 0 0,0 0 0 0 0,0 0 0 0 0,1 0 0 0 0,-1 0 0 0 0,0 0 0 0 0,0 0 0 0 0,0 0-1 0 0,0 0 1 0 0,1 0 0 0 0,-1 0 0 0 0,0 0 0 0 0,0 0 0 0 0,0 0 0 0 0,0 0 0 0 0,1 0 0 0 0,-1-1 0 0 0,0 1 0 0 0,0 0 0 0 0,0 0 0 0 0,0 0-1 0 0,0 0 1 0 0,1 0 0 0 0,-1 0 0 0 0,0 0 0 0 0,0 0 0 0 0,0 0 0 0 0,0-1 0 0 0,0 1 0 0 0,0 0 0 0 0,10-14 316 0 0,4-19-50 0 0,67-260 850 0 0,-18 50-973 0 0,12 6-1176 0 0,-63 193 509 0 0</inkml:trace>
</inkml:ink>
</file>

<file path=ppt/ink/ink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1:02.15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25 0 10594 0 0,'-5'0'754'0'0,"-13"2"4293"0"0,18-1-4955 0 0,0-1 1 0 0,0 0 0 0 0,0 1 0 0 0,-1-1-1 0 0,1 1 1 0 0,0-1 0 0 0,0 1 0 0 0,0-1-1 0 0,0 1 1 0 0,0-1 0 0 0,0 1 0 0 0,0-1-1 0 0,0 1 1 0 0,0-1 0 0 0,0 1 0 0 0,0-1-1 0 0,0 0 1 0 0,1 1 0 0 0,-1-1 0 0 0,0 1-1 0 0,0-1 1 0 0,0 1 0 0 0,1-1 0 0 0,-1 0-1 0 0,0 1 1 0 0,0-1 0 0 0,1 1 0 0 0,-1-1-1 0 0,0 0 1 0 0,1 1 0 0 0,-1-1 0 0 0,0 0-1 0 0,1 1 1 0 0,7 10 180 0 0,-1 1 0 0 0,-1 0 1 0 0,0 0-1 0 0,-1 1 0 0 0,6 21 0 0 0,13 70 343 0 0,-19-79-436 0 0,74 379-49 0 0,-72-374-631 0 0,12 64 452 0 0,-14-31-6966 0 0</inkml:trace>
</inkml:ink>
</file>

<file path=ppt/ink/ink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1:02.37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12 273 8290 0 0,'-2'-3'100'0'0,"1"0"0"0"0,-1 0 0 0 0,1 0 0 0 0,0 0 0 0 0,0 0 0 0 0,0 0 0 0 0,0-1 0 0 0,0 1 0 0 0,1 0 0 0 0,-1-1 0 0 0,1 1 0 0 0,0 0 0 0 0,0-1 0 0 0,1 1 0 0 0,-1 0 0 0 0,0-1 0 0 0,1 1 0 0 0,0 0 0 0 0,0-1 0 0 0,0 1 0 0 0,0 0 0 0 0,1 0 1 0 0,-1 0-1 0 0,1 0 0 0 0,2-3 0 0 0,5-10 264 0 0,1 0 0 0 0,1 0 0 0 0,14-14 0 0 0,-16 18-208 0 0,2 1 0 0 0,-1 0 0 0 0,1 1 0 0 0,1 1 0 0 0,0 0 0 0 0,25-15 0 0 0,-30 20-448 0 0,0 1 0 0 0,1 0 0 0 0,-1 0 0 0 0,1 1 0 0 0,0 0 0 0 0,-1 0 0 0 0,1 0 0 0 0,0 1 0 0 0,0 1-1 0 0,0-1 1 0 0,0 1 0 0 0,0 1 0 0 0,0-1 0 0 0,13 4 0 0 0,7 4-3605 0 0</inkml:trace>
</inkml:ink>
</file>

<file path=ppt/ink/ink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1:02.57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0 162 14339 0 0,'1'0'320'0'0,"2"-1"64"0"0,1-1 8 0 0,0 0 8 0 0,0-1-320 0 0,-1-1-80 0 0,1 0 0 0 0,5-4 0 0 0,6-5-416 0 0,5-5-96 0 0,3-2-16 0 0,0 1-8 0 0,1 3-1512 0 0,0 3-297 0 0,1 4-63 0 0,1-2-17 0 0,-1 1 1921 0 0,-1 1 384 0 0</inkml:trace>
</inkml:ink>
</file>

<file path=ppt/ink/ink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1:03.01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70 9674 0 0,'0'-2'184'0'0,"0"0"0"0"0,0 1-1 0 0,0-1 1 0 0,1 0 0 0 0,-1 1-1 0 0,0-1 1 0 0,1 0 0 0 0,-1 1 0 0 0,1-1-1 0 0,-1 1 1 0 0,1-1 0 0 0,0 1-1 0 0,0-1 1 0 0,-1 1 0 0 0,1-1 0 0 0,0 1-1 0 0,0 0 1 0 0,1 0 0 0 0,-1-1-1 0 0,0 1 1 0 0,0 0 0 0 0,1 0 0 0 0,-1 0-1 0 0,0 0 1 0 0,1 0 0 0 0,2 0-1 0 0,-3 0-84 0 0,0 1-1 0 0,1 0 1 0 0,-1 0-1 0 0,0 0 0 0 0,1 0 1 0 0,-1 0-1 0 0,0 0 1 0 0,1 0-1 0 0,-1 0 0 0 0,0 0 1 0 0,0 1-1 0 0,1-1 1 0 0,-1 0-1 0 0,0 1 0 0 0,0-1 1 0 0,1 1-1 0 0,-1 0 1 0 0,0-1-1 0 0,0 1 0 0 0,0 0 1 0 0,0 0-1 0 0,0-1 1 0 0,0 1-1 0 0,0 0 0 0 0,0 0 1 0 0,0 0-1 0 0,-1 0 0 0 0,1 1 1 0 0,0-1-1 0 0,-1 0 1 0 0,1 0-1 0 0,0 0 0 0 0,0 3 1 0 0,6 17 314 0 0,0 0 0 0 0,-1 1-1 0 0,-1 0 1 0 0,2 29 0 0 0,10 41-619 0 0,-13-76 65 0 0,-3-9-101 0 0,1-1-1 0 0,-1 0 1 0 0,1 1 0 0 0,1-1 0 0 0,5 12 0 0 0,7-63-1871 0 0,-4-36 3151 0 0,-8 54 17 0 0,1 0-1 0 0,10-40 0 0 0,-12 60-926 0 0,0 1 0 0 0,1-1 0 0 0,-1 1 0 0 0,1 0 0 0 0,0-1 0 0 0,1 1 1 0 0,0 1-1 0 0,0-1 0 0 0,0 1 0 0 0,1-1 0 0 0,-1 1 0 0 0,1 1 0 0 0,0-1 0 0 0,11-7 0 0 0,-14 11-101 0 0,-1 0 1 0 0,1 0 0 0 0,0 0-1 0 0,0 1 1 0 0,0-1 0 0 0,0 0-1 0 0,1 1 1 0 0,-1-1-1 0 0,0 1 1 0 0,0 0 0 0 0,0 0-1 0 0,0 0 1 0 0,0 0 0 0 0,1 0-1 0 0,-1 0 1 0 0,0 0-1 0 0,0 1 1 0 0,2 0 0 0 0,1 1 2 0 0,-1 0 0 0 0,0 0 0 0 0,1 0 0 0 0,-1 0 0 0 0,0 1 0 0 0,-1 0 0 0 0,1-1 0 0 0,3 5 0 0 0,5 5 11 0 0,-1 0 0 0 0,0 2 1 0 0,13 21-1 0 0,42 84-1143 0 0,-48-84-358 0 0,-8-16 13 0 0</inkml:trace>
</inkml:ink>
</file>

<file path=ppt/ink/ink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1:03.23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0 173 10138 0 0,'14'-16'7128'0'0,"1"-4"-4249"0"0,-6 7-2494 0 0,1 0 1 0 0,22-21 0 0 0,-23 26-634 0 0,1 1-1 0 0,0 0 1 0 0,0 0 0 0 0,22-9 0 0 0,-15 9-1959 0 0,0 1 1 0 0,29-6 0 0 0,-19 5-354 0 0</inkml:trace>
</inkml:ink>
</file>

<file path=ppt/ink/ink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1:03.58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4 125 9674 0 0,'0'0'21'0'0,"-1"0"0"0"0,1 0 0 0 0,0 0 0 0 0,0 0 0 0 0,0-1 0 0 0,0 1 1 0 0,-1 0-1 0 0,1 0 0 0 0,0 0 0 0 0,0 0 0 0 0,0 0 0 0 0,0 0 0 0 0,0-1 0 0 0,-1 1 0 0 0,1 0 0 0 0,0 0 0 0 0,0 0 0 0 0,0 0 0 0 0,0 0 0 0 0,0-1 0 0 0,0 1 1 0 0,0 0-1 0 0,0 0 0 0 0,0 0 0 0 0,0-1 0 0 0,0 1 0 0 0,0 0 0 0 0,0 0 0 0 0,0 0 0 0 0,0-1 0 0 0,0 1 0 0 0,0 0 0 0 0,0 0 0 0 0,0 0 0 0 0,0-1 1 0 0,0 1-1 0 0,0 0 0 0 0,0 0 0 0 0,0 0 0 0 0,0 0 0 0 0,0-1 0 0 0,0 1 0 0 0,0 0 0 0 0,1 0 0 0 0,8-12 119 0 0,16-9-780 0 0,-23 19 592 0 0,13-9-1084 0 0,2 0-1 0 0,0 0 0 0 0,0 2 1 0 0,0 0-1 0 0,1 1 0 0 0,34-10 1 0 0,-34 12 1018 0 0</inkml:trace>
</inkml:ink>
</file>

<file path=ppt/ink/ink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1:03.73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21 108 4609 0 0,'-20'8'7474'0'0,"24"-12"-7050"0"0,2-3-280 0 0,5-2-56 0 0,4-3-16 0 0,2-3-1393 0 0,5 0-279 0 0,2 2-64 0 0,0 0-1 0 0,1-1 1305 0 0,1 1 264 0 0</inkml:trace>
</inkml:ink>
</file>

<file path=ppt/ink/ink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1:06.31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53 66 3681 0 0,'-6'3'936'0'0,"1"-1"0"0"0,0 0 0 0 0,-1 0 1 0 0,0 0-1 0 0,1-1 0 0 0,-1 0 0 0 0,-7-3 4042 0 0,41-13-4140 0 0,8 2-332 0 0,-4 1 130 0 0,1 1 1 0 0,50-10 0 0 0,-74 19-570 0 0,0 1 0 0 0,0 0 0 0 0,0 1-1 0 0,0 0 1 0 0,0 0 0 0 0,0 1 0 0 0,0 0 0 0 0,0 0-1 0 0,-1 1 1 0 0,1 0 0 0 0,0 1 0 0 0,-1 0 0 0 0,0 0-1 0 0,13 8 1 0 0,-17-9-62 0 0,-1 0-1 0 0,0 1 0 0 0,0 0 1 0 0,0 0-1 0 0,0 0 1 0 0,0 0-1 0 0,-1 0 1 0 0,1 0-1 0 0,-1 1 0 0 0,0-1 1 0 0,0 1-1 0 0,0 0 1 0 0,-1-1-1 0 0,1 1 0 0 0,-1 0 1 0 0,0 0-1 0 0,0 0 1 0 0,0 0-1 0 0,0 0 1 0 0,-1 0-1 0 0,0 1 0 0 0,0-1 1 0 0,0 0-1 0 0,0 0 1 0 0,-1 0-1 0 0,-1 8 1 0 0,-3 9 100 0 0,-1-1 1 0 0,-1 1-1 0 0,-18 37 1 0 0,16-37-24 0 0,1-5-22 0 0,3-5 3 0 0,0 0 1 0 0,1 0-1 0 0,0 0 0 0 0,-5 23 1 0 0,9-32-67 0 0,-1 1-1 0 0,1-1 1 0 0,0 1 0 0 0,0-1 0 0 0,0 1-1 0 0,0-1 1 0 0,1 1 0 0 0,-1-1 0 0 0,1 1 0 0 0,-1-1-1 0 0,1 1 1 0 0,0-1 0 0 0,0 0 0 0 0,0 1-1 0 0,0-1 1 0 0,1 0 0 0 0,-1 0 0 0 0,0 0-1 0 0,1 0 1 0 0,0 0 0 0 0,-1 0 0 0 0,1 0-1 0 0,0-1 1 0 0,0 1 0 0 0,0 0 0 0 0,0-1-1 0 0,0 0 1 0 0,5 3 0 0 0,9 2-112 0 0,1 0-1 0 0,-1-1 1 0 0,20 3 0 0 0,-20-5 55 0 0,-1 1-1 0 0,0 0 1 0 0,1 1 0 0 0,-1 1 0 0 0,22 11 0 0 0,-34-15 63 0 0,0 0 1 0 0,0 1-1 0 0,0-1 1 0 0,0 1-1 0 0,0-1 1 0 0,0 1-1 0 0,-1 0 1 0 0,0 0-1 0 0,1 1 1 0 0,-1-1-1 0 0,0 0 1 0 0,0 1-1 0 0,-1-1 1 0 0,1 1-1 0 0,-1-1 1 0 0,0 1-1 0 0,0 0 1 0 0,0 0-1 0 0,0-1 1 0 0,-1 1-1 0 0,1 0 1 0 0,-1 0-1 0 0,0 0 1 0 0,0 0-1 0 0,-1 0 1 0 0,1-1-1 0 0,-2 7 1 0 0,-1 4 137 0 0,-1-1 1 0 0,0 0 0 0 0,-1 0-1 0 0,-1 0 1 0 0,0 0-1 0 0,0-1 1 0 0,-2 0 0 0 0,1 0-1 0 0,-1-1 1 0 0,-14 15-1 0 0,11-14-93 0 0,-1 0 0 0 0,0-1 0 0 0,-1 0 0 0 0,0-1 0 0 0,-1 0 0 0 0,0-1 0 0 0,0 0-1 0 0,-22 8 1 0 0,15-11-747 0 0,20-5 426 0 0,1-1 1 0 0,-1 0-1 0 0,0 0 1 0 0,0 1-1 0 0,0-1 1 0 0,0 0 0 0 0,1 0-1 0 0,-1 0 1 0 0,0 0-1 0 0,0 0 1 0 0,0 0-1 0 0,0 0 1 0 0,1 0-1 0 0,-1 0 1 0 0,0 0 0 0 0,0 0-1 0 0,0-1 1 0 0,0 1-1 0 0,1 0 1 0 0,-1-1-1 0 0,-1 0 1 0 0</inkml:trace>
</inkml:ink>
</file>

<file path=ppt/ink/ink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1:06.99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27 356 5985 0 0,'-3'-4'981'0'0,"0"0"0"0"0,1 1-1 0 0,-1-1 1 0 0,1 0 0 0 0,-1 0 0 0 0,1-1-1 0 0,1 1 1 0 0,-1 0 0 0 0,0-1 0 0 0,1 1-1 0 0,0-1 1 0 0,-1-4 0 0 0,14 38 3752 0 0,23 28-5220 0 0,-27-44 839 0 0,44 70-352 0 0,87 129 0 0 0,-128-196 50 0 0,1-1-1 0 0,0-1 1 0 0,1 0-1 0 0,19 14 1 0 0,-28-24-9 0 0,0-1 1 0 0,0 0 0 0 0,1 0-1 0 0,-1 0 1 0 0,1-1 0 0 0,0 1-1 0 0,0-1 1 0 0,0 0-1 0 0,0-1 1 0 0,0 1 0 0 0,0-1-1 0 0,0 0 1 0 0,0 0 0 0 0,1-1-1 0 0,-1 1 1 0 0,0-1-1 0 0,1 0 1 0 0,-1-1 0 0 0,10-1-1 0 0,-13 1-33 0 0,-1 0-1 0 0,1 0 0 0 0,-1 0 1 0 0,1 0-1 0 0,-1 0 0 0 0,0 0 1 0 0,0 0-1 0 0,1 0 0 0 0,-1-1 1 0 0,0 1-1 0 0,0 0 0 0 0,0-1 1 0 0,0 1-1 0 0,0-1 0 0 0,-1 1 0 0 0,1-1 1 0 0,0 1-1 0 0,-1-1 0 0 0,1 0 1 0 0,-1 1-1 0 0,1-4 0 0 0,5-42 188 0 0,-5 36-183 0 0,10-83 74 0 0,4 0-1 0 0,51-172 0 0 0,-3 32-2945 0 0,-56 206-5138 0 0</inkml:trace>
</inkml:ink>
</file>

<file path=ppt/ink/ink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1:10.18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131 101 4145 0 0,'-9'-20'2180'0'0,"-17"-33"1721"0"0,25 51-3568 0 0,-1 0 0 0 0,1 0-1 0 0,0 1 1 0 0,-1-1 0 0 0,1 0-1 0 0,-1 0 1 0 0,1 1-1 0 0,-1-1 1 0 0,0 1 0 0 0,0 0-1 0 0,0-1 1 0 0,0 1 0 0 0,0 0-1 0 0,0 0 1 0 0,0 0-1 0 0,0 0 1 0 0,0 0 0 0 0,0 1-1 0 0,-1-1 1 0 0,-2 0 0 0 0,4 2-238 0 0,0-1 1 0 0,0 0 0 0 0,0 1 0 0 0,0-1-1 0 0,0 1 1 0 0,0-1 0 0 0,0 1-1 0 0,0 0 1 0 0,0-1 0 0 0,0 1 0 0 0,0 0-1 0 0,0 0 1 0 0,0 0 0 0 0,1 0 0 0 0,-1-1-1 0 0,0 1 1 0 0,1 0 0 0 0,-1 0-1 0 0,1 0 1 0 0,-1 0 0 0 0,1 0 0 0 0,-1 1-1 0 0,1-1 1 0 0,-1 1 0 0 0,-8 33 234 0 0,7-28-197 0 0,-7 35-76 0 0,2 1 0 0 0,2 0 0 0 0,2 0-1 0 0,4 82 1 0 0,8-33-105 0 0,24 112 0 0 0,-26-169 41 0 0,1-1 0 0 0,2 1 1 0 0,1-1-1 0 0,2-1 0 0 0,17 33 0 0 0,-24-55-21 0 0,1-1 1 0 0,0 0-1 0 0,0 0 1 0 0,1-1-1 0 0,1 1 0 0 0,-1-2 1 0 0,20 16-1 0 0,-21-19-11 0 0,0-1 1 0 0,0 0-1 0 0,1 0 0 0 0,-1-1 0 0 0,1 0 0 0 0,0 0 0 0 0,0-1 0 0 0,0 0 0 0 0,0 0 0 0 0,0-1 0 0 0,0 0 0 0 0,0 0 0 0 0,10-1 0 0 0,-12 0 35 0 0,0-1-1 0 0,0 0 1 0 0,0 0-1 0 0,0 0 0 0 0,-1 0 1 0 0,1-1-1 0 0,0 0 1 0 0,-1 0-1 0 0,1-1 0 0 0,-1 0 1 0 0,0 0-1 0 0,0 0 1 0 0,0 0-1 0 0,8-7 0 0 0,-7 3 28 0 0,1 0 0 0 0,-1 0-1 0 0,-1-1 1 0 0,1 0 0 0 0,-1 0-1 0 0,-1 0 1 0 0,1-1 0 0 0,4-13-1 0 0,-2 1 112 0 0,-1-1-1 0 0,-1 1 1 0 0,-1-1-1 0 0,-1 0 1 0 0,-1-1-1 0 0,0 1 1 0 0,-3-26-1 0 0,-2 9 93 0 0,-2 1 0 0 0,-2 1 0 0 0,-1-1 0 0 0,-2 1-1 0 0,-25-61 1 0 0,25 74-199 0 0,-1 1 0 0 0,-1 0 0 0 0,-1 1 0 0 0,-2 1 0 0 0,0 0 0 0 0,0 0 0 0 0,-2 2 0 0 0,-1 0 0 0 0,-28-24 0 0 0,41 40-122 0 0,1-1 1 0 0,-1 1 0 0 0,0 0-1 0 0,0 1 1 0 0,0-1 0 0 0,-8-1-1 0 0,11 3-76 0 0,1 1 0 0 0,-1-1-1 0 0,0 1 1 0 0,0-1 0 0 0,0 1-1 0 0,0 0 1 0 0,0 0 0 0 0,0 0-1 0 0,0 0 1 0 0,0 0 0 0 0,1 0-1 0 0,-1 1 1 0 0,0-1 0 0 0,0 1-1 0 0,0-1 1 0 0,0 1 0 0 0,0 0-1 0 0,1 0 1 0 0,-1-1 0 0 0,0 1-1 0 0,1 1 1 0 0,-3 0 0 0 0,-3 6-1446 0 0</inkml:trace>
</inkml:ink>
</file>

<file path=ppt/ink/ink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1:10.57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0 126 6449 0 0,'0'0'52'0'0,"0"0"-1"0"0,0 0 0 0 0,0 0 0 0 0,0-1 1 0 0,0 1-1 0 0,0 0 0 0 0,1 0 0 0 0,-1 0 1 0 0,0 0-1 0 0,0 0 0 0 0,0-1 0 0 0,0 1 1 0 0,0 0-1 0 0,0 0 0 0 0,1 0 0 0 0,-1 0 1 0 0,0 0-1 0 0,0 0 0 0 0,0-1 1 0 0,0 1-1 0 0,1 0 0 0 0,-1 0 0 0 0,0 0 1 0 0,0 0-1 0 0,0 0 0 0 0,0 0 0 0 0,1 0 1 0 0,-1 0-1 0 0,0 0 0 0 0,0 0 0 0 0,0 0 1 0 0,1 0-1 0 0,-1 0 0 0 0,0 0 0 0 0,0 0 1 0 0,0 0-1 0 0,1 0 0 0 0,-1 0 0 0 0,0 0 1 0 0,0 0-1 0 0,0 0 0 0 0,0 1 0 0 0,1-1 1 0 0,-1 0-1 0 0,0 0 0 0 0,0 0 0 0 0,0 0 1 0 0,6 13 1235 0 0,3 30-415 0 0,-7-28-456 0 0,2 5-27 0 0,0 4 158 0 0,11 33 0 0 0,-13-52-521 0 0,0 0-1 0 0,0 0 1 0 0,0 0-1 0 0,0 0 0 0 0,1 0 1 0 0,0-1-1 0 0,0 1 1 0 0,0-1-1 0 0,0 0 1 0 0,1 0-1 0 0,0 0 0 0 0,6 5 1 0 0,-8-8-76 0 0,-1 0 0 0 0,1 0 0 0 0,0 0 0 0 0,0 0 0 0 0,-1 0 1 0 0,1-1-1 0 0,0 1 0 0 0,0-1 0 0 0,0 0 0 0 0,0 1 0 0 0,0-1 0 0 0,0 0 0 0 0,0 0 0 0 0,-1 0 1 0 0,1 0-1 0 0,0 0 0 0 0,0-1 0 0 0,0 1 0 0 0,0-1 0 0 0,0 1 0 0 0,0-1 0 0 0,0 0 0 0 0,-1 1 1 0 0,1-1-1 0 0,0 0 0 0 0,-1 0 0 0 0,1 0 0 0 0,0-1 0 0 0,-1 1 0 0 0,0 0 0 0 0,1 0 0 0 0,-1-1 1 0 0,0 1-1 0 0,1-1 0 0 0,1-2 0 0 0,4-7-265 0 0,0 0-1 0 0,0 0 1 0 0,-1-1-1 0 0,5-13 1 0 0,-7 18 302 0 0,29-86-121 0 0,-27 72 293 0 0,1 0 1 0 0,0 0 0 0 0,2 1 0 0 0,0 0 0 0 0,2 0 0 0 0,12-17 0 0 0,-22 36-77 0 0,-1 0 0 0 0,1-1 0 0 0,0 1 0 0 0,0 1-1 0 0,0-1 1 0 0,-1 0 0 0 0,1 0 0 0 0,0 0 0 0 0,0 0 0 0 0,0 1 0 0 0,0-1-1 0 0,1 0 1 0 0,-1 1 0 0 0,0-1 0 0 0,0 1 0 0 0,0-1 0 0 0,0 1-1 0 0,1 0 1 0 0,-1-1 0 0 0,0 1 0 0 0,0 0 0 0 0,0 0 0 0 0,1 0-1 0 0,0 0 1 0 0,0 0 30 0 0,0 1 1 0 0,-1 0-1 0 0,1-1 0 0 0,-1 1 0 0 0,1 0 0 0 0,-1 0 1 0 0,1 0-1 0 0,-1 0 0 0 0,0 1 0 0 0,0-1 0 0 0,1 0 1 0 0,-1 0-1 0 0,0 1 0 0 0,0-1 0 0 0,1 3 0 0 0,4 7 365 0 0,0 1 0 0 0,-1 0 1 0 0,6 21-1 0 0,-9-26-473 0 0,9 27 140 0 0,24 65-413 0 0,-29-86-529 0 0,0-2-1 0 0,1 1 0 0 0,10 13 0 0 0,-3-8-4168 0 0</inkml:trace>
</inkml:ink>
</file>

<file path=ppt/ink/ink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1:10.79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 26 6449 0 0,'-3'-26'10101'0'0,"4"39"-8514"0"0,20 162 1258 0 0,30 86-3021 0 0,-39-213-615 0 0,23 61 0 0 0,10-11-4669 0 0,-36-82 266 0 0</inkml:trace>
</inkml:ink>
</file>

<file path=ppt/ink/ink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1:10.98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26 185 6449 0 0,'-1'0'126'0'0,"0"-1"-1"0"0,0 1 0 0 0,-1 0 0 0 0,1-1 0 0 0,0 1 0 0 0,0 0 1 0 0,0-1-1 0 0,0 0 0 0 0,-1 1 0 0 0,1-1 0 0 0,0 0 0 0 0,0 1 1 0 0,0-1-1 0 0,0 0 0 0 0,0 0 0 0 0,1 0 0 0 0,-1 0 0 0 0,0 0 1 0 0,0 0-1 0 0,1 0 0 0 0,-1 0 0 0 0,0 0 0 0 0,1 0 1 0 0,-1-1-1 0 0,1 1 0 0 0,-1 0 0 0 0,1 0 0 0 0,0 0 0 0 0,0-1 1 0 0,-1 1-1 0 0,1 0 0 0 0,0 0 0 0 0,0-1 0 0 0,0 1 0 0 0,0 0 1 0 0,1-1-1 0 0,-1 1 0 0 0,0-1 0 0 0,1-3-16 0 0,-1 0 0 0 0,1 0 0 0 0,0 1 0 0 0,0-1 0 0 0,0 1 0 0 0,0-1 0 0 0,1 1 0 0 0,0-1 0 0 0,4-6 0 0 0,0 3-197 0 0,1 1 0 0 0,0-1 0 0 0,1 1-1 0 0,0 1 1 0 0,0-1 0 0 0,0 1-1 0 0,1 1 1 0 0,0-1 0 0 0,0 1 0 0 0,0 1-1 0 0,1 0 1 0 0,0 0 0 0 0,-1 1 0 0 0,21-4-1 0 0,-12 4-35 0 0,0 1 1 0 0,-1 0-1 0 0,1 1 0 0 0,0 1 0 0 0,0 1 0 0 0,0 1 0 0 0,33 6 0 0 0,-22 1 124 0 0</inkml:trace>
</inkml:ink>
</file>

<file path=ppt/ink/ink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1:11.17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23 113 6913 0 0,'-3'1'-53'0'0,"-13"4"1180"0"0,13-8-138 0 0,7-7-114 0 0,1 2-1055 0 0,1 1 0 0 0,0 0 0 0 0,0 0 0 0 0,1 1 0 0 0,0 0 0 0 0,0 0 0 0 0,0 0-1 0 0,1 1 1 0 0,14-8 0 0 0,-11 7-503 0 0,-1 1 0 0 0,2 0-1 0 0,-1 1 1 0 0,1 0 0 0 0,-1 1 0 0 0,25-4-1 0 0,-7 9 596 0 0,-18 1 78 0 0</inkml:trace>
</inkml:ink>
</file>

<file path=ppt/ink/ink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1:11.32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23 40 10594 0 0,'-4'5'309'0'0,"2"-3"108"0"0,0 1 1 0 0,0-1-1 0 0,0 1 0 0 0,0-1 0 0 0,1 1 0 0 0,-1 0 0 0 0,1 0 0 0 0,0 0 0 0 0,0 0 1 0 0,0 0-1 0 0,-1 3 0 0 0,4-6-257 0 0,-1 0 0 0 0,1 0 0 0 0,0 0 0 0 0,-1 0 1 0 0,1 0-1 0 0,0-1 0 0 0,-1 1 0 0 0,1-1 0 0 0,0 1 0 0 0,-1-1 0 0 0,1 0 1 0 0,-1 1-1 0 0,0-1 0 0 0,1 0 0 0 0,-1 0 0 0 0,2-2 0 0 0,0 2-27 0 0,132-60-4655 0 0,-111 52 4483 0 0</inkml:trace>
</inkml:ink>
</file>

<file path=ppt/ink/ink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1:56.29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29 27 10138 0 0,'-19'-23'6812'0'0,"10"19"-3893"0"0,9 19-1703 0 0,67 241 193 0 0,13 62-1053 0 0,-63-186-237 0 0,-12-78-933 0 0,3 0 0 0 0,15 57 0 0 0,-20-102-1378 0 0</inkml:trace>
</inkml:ink>
</file>

<file path=ppt/ink/ink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1:56.53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17 80 6913 0 0,'-3'-10'310'0'0,"-11"-30"720"0"0,18 10 8669 0 0,-4 31-9621 0 0,11 8 1452 0 0,8 13-510 0 0,208 335 1168 0 0,-165-255-2082 0 0,-3-16-263 0 0,-1-4-1325 0 0,-27-24-2768 0 0</inkml:trace>
</inkml:ink>
</file>

<file path=ppt/ink/ink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1:56.72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48 564 12899 0 0,'-4'1'148'0'0,"1"1"-34"0"0,0-1 0 0 0,0 1 0 0 0,1-1 0 0 0,-1 0-1 0 0,0 0 1 0 0,0-1 0 0 0,-1 1 0 0 0,1-1 0 0 0,0 1 0 0 0,0-1 0 0 0,-6 0 0 0 0,9-2 101 0 0,-1 0 0 0 0,1 0 1 0 0,0 0-1 0 0,-1 0 0 0 0,1 0 1 0 0,0 0-1 0 0,0 0 0 0 0,1 0 1 0 0,-1 0-1 0 0,0 0 0 0 0,1 1 1 0 0,-1-1-1 0 0,1 0 0 0 0,1-3 1 0 0,13-29 253 0 0,-12 28-229 0 0,52-90 1216 0 0,-24 50-2899 0 0,40-45-1 0 0,-9 24-1120 0 0,75-66 1 0 0,-78 86 2563 0 0,-34 24 0 0 0</inkml:trace>
</inkml:ink>
</file>

<file path=ppt/ink/ink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1:57.02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8 171 10594 0 0,'0'0'-3'0'0,"0"0"1"0"0,0 0-1 0 0,0 1 0 0 0,0-1 0 0 0,0 0 0 0 0,0 0 1 0 0,0 0-1 0 0,0 0 0 0 0,-1 0 0 0 0,1 1 0 0 0,0-1 0 0 0,0 0 1 0 0,0 0-1 0 0,0 0 0 0 0,0 0 0 0 0,0 0 0 0 0,-1 1 0 0 0,1-1 1 0 0,0 0-1 0 0,0 0 0 0 0,0 0 0 0 0,0 0 0 0 0,-1 0 1 0 0,1 0-1 0 0,0 0 0 0 0,0 0 0 0 0,0 0 0 0 0,0 0 0 0 0,-1 0 1 0 0,1 0-1 0 0,0 0 0 0 0,0 0 0 0 0,0 0 0 0 0,-1 0 0 0 0,1 0 1 0 0,0 0-1 0 0,0 0 0 0 0,0 0 0 0 0,0 0 0 0 0,-1 0 1 0 0,1 0-1 0 0,0 0 0 0 0,0 0 0 0 0,0 0 0 0 0,0 0 0 0 0,-1-1 1 0 0,1 1-1 0 0,0 0 0 0 0,0 0 0 0 0,0 0 0 0 0,0 0 0 0 0,0 0 1 0 0,-1 0-1 0 0,1-1 0 0 0,0-14-1255 0 0,9-18-1 0 0,-8 32 1255 0 0,-1 0 0 0 0,0 1 0 0 0,0-1-1 0 0,0 0 1 0 0,1 0 0 0 0,-1 1 0 0 0,0-1 0 0 0,1 0 0 0 0,-1 1 0 0 0,1-1 0 0 0,-1 0 0 0 0,1 1 0 0 0,-1-1 0 0 0,1 0 0 0 0,-1 1 0 0 0,1-1 0 0 0,0 1 0 0 0,-1-1 0 0 0,1 1 0 0 0,0 0 0 0 0,-1-1 0 0 0,1 1-1 0 0,0 0 1 0 0,0-1 0 0 0,-1 1 0 0 0,1 0 0 0 0,0 0 0 0 0,0 0 0 0 0,-1-1 0 0 0,2 1 0 0 0,-1 1-15 0 0,0 0 1 0 0,0 0-1 0 0,0 0 1 0 0,0-1-1 0 0,0 1 0 0 0,0 0 1 0 0,0 0-1 0 0,0 1 1 0 0,0-1-1 0 0,-1 0 0 0 0,1 0 1 0 0,0 0-1 0 0,-1 0 1 0 0,1 1-1 0 0,0 1 0 0 0,11 54-437 0 0,-11-49 401 0 0,-1 0 1 0 0,-1 0-1 0 0,1 0 1 0 0,-1 0-1 0 0,-1 0 1 0 0,-3 12-1 0 0,-4 22-252 0 0,9-42 299 0 0,0 0-1 0 0,0 0 0 0 0,0 1 0 0 0,0-1 0 0 0,0 0 1 0 0,0 0-1 0 0,0 1 0 0 0,0-1 0 0 0,0 0 0 0 0,0 0 1 0 0,0 0-1 0 0,0 1 0 0 0,0-1 0 0 0,0 0 0 0 0,0 0 1 0 0,0 1-1 0 0,0-1 0 0 0,0 0 0 0 0,0 0 1 0 0,0 0-1 0 0,0 1 0 0 0,0-1 0 0 0,1 0 0 0 0,-1 0 1 0 0,0 0-1 0 0,0 1 0 0 0,0-1 0 0 0,0 0 0 0 0,0 0 1 0 0,1 0-1 0 0,-1 0 0 0 0,0 1 0 0 0,0-1 0 0 0,0 0 1 0 0,1 0-1 0 0,-1 0 0 0 0,0 0 0 0 0,0 0 0 0 0,0 0 1 0 0,1 0-1 0 0,-1 0 0 0 0,0 1 0 0 0,0-1 0 0 0,1 0 1 0 0,-1 0-1 0 0,0 0 0 0 0,0 0 0 0 0,0 0 1 0 0,1 0-1 0 0,14-8 173 0 0,13-15 1904 0 0,-6-1 233 0 0,26-34 1 0 0,43-79-3297 0 0,-73 110 799 0 0,-3 3 184 0 0</inkml:trace>
</inkml:ink>
</file>

<file path=ppt/ink/ink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1:57.24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40 1 12899 0 0,'-2'0'180'0'0,"0"0"1"0"0,1 1-1 0 0,-1-1 0 0 0,0 1 1 0 0,0-1-1 0 0,1 1 0 0 0,-1 0 1 0 0,0 0-1 0 0,1 0 1 0 0,-1 0-1 0 0,1 0 0 0 0,-1 0 1 0 0,1 0-1 0 0,-1 0 1 0 0,1 0-1 0 0,0 1 0 0 0,-1-1 1 0 0,1 1-1 0 0,0-1 0 0 0,0 1 1 0 0,-1 1-1 0 0,1 0 0 0 0,0 0-1 0 0,0 1 1 0 0,0-1-1 0 0,1 0 0 0 0,-1 1 1 0 0,1-1-1 0 0,0 1 1 0 0,0-1-1 0 0,0 0 1 0 0,1 7-1 0 0,2 7 215 0 0,1 0-1 0 0,1-1 1 0 0,12 28 0 0 0,-13-34-78 0 0,97 219 1712 0 0,17 47-3253 0 0,-106-244 118 0 0</inkml:trace>
</inkml:ink>
</file>

<file path=ppt/ink/ink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1:57.58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49 1 7370 0 0,'-1'0'163'0'0,"0"0"1"0"0,0 0 0 0 0,1 0-1 0 0,-1 0 1 0 0,0 0 0 0 0,0 0-1 0 0,1 0 1 0 0,-1 0 0 0 0,0 0 0 0 0,0 0-1 0 0,1 0 1 0 0,-1 1 0 0 0,0-1-1 0 0,1 0 1 0 0,-1 1 0 0 0,0-1-1 0 0,1 0 1 0 0,-1 1 0 0 0,1-1-1 0 0,-1 1 1 0 0,0-1 0 0 0,1 1 0 0 0,-1-1-1 0 0,1 1 1 0 0,-1 0 0 0 0,-12 24 1441 0 0,0 33-912 0 0,13-54-469 0 0,-3 17-41 0 0,2-1 1 0 0,0 1-1 0 0,1 0 0 0 0,2-1 0 0 0,0 1 0 0 0,1-1 0 0 0,1 1 1 0 0,0-1-1 0 0,2 0 0 0 0,9 21 0 0 0,-9-25 41 0 0,1 0 0 0 0,1-1 0 0 0,0 1 0 0 0,1-2 0 0 0,1 1 0 0 0,0-1 1 0 0,1-1-1 0 0,1 0 0 0 0,0 0 0 0 0,0-1 0 0 0,1-1 0 0 0,21 15 0 0 0,-29-23-175 0 0,0-1 0 0 0,0 1-1 0 0,0-1 1 0 0,0 0 0 0 0,1 0 0 0 0,-1 0-1 0 0,1-1 1 0 0,-1 0 0 0 0,1 0 0 0 0,0 0-1 0 0,-1-1 1 0 0,1 1 0 0 0,0-1 0 0 0,-1-1-1 0 0,11-1 1 0 0,-13 1-4 0 0,1 0 1 0 0,-1 0-1 0 0,0-1 0 0 0,0 1 0 0 0,1-1 0 0 0,-1 0 0 0 0,0 0 1 0 0,0 0-1 0 0,0 0 0 0 0,-1 0 0 0 0,1-1 0 0 0,0 1 1 0 0,-1-1-1 0 0,0 1 0 0 0,0-1 0 0 0,0 0 0 0 0,0 0 1 0 0,0 0-1 0 0,0-1 0 0 0,-1 1 0 0 0,1 0 0 0 0,-1-1 1 0 0,0 1-1 0 0,0 0 0 0 0,1-8 0 0 0,0-6 125 0 0,-1-1-1 0 0,0 0 1 0 0,-2 1 0 0 0,0-1-1 0 0,-1 0 1 0 0,0 1 0 0 0,-1-1-1 0 0,-2 1 1 0 0,-7-22-1 0 0,4 16-86 0 0,-1 1-1 0 0,-1 0 0 0 0,-1 0 1 0 0,-1 1-1 0 0,-1 1 0 0 0,-20-25 1 0 0,29 40-33 0 0,0 0 1 0 0,-1 1 0 0 0,1-1 0 0 0,-1 1 0 0 0,0 0 0 0 0,-1 0-1 0 0,1 0 1 0 0,-1 1 0 0 0,1 0 0 0 0,-10-4 0 0 0,11 6-188 0 0,0 0 0 0 0,0 0 1 0 0,0 1-1 0 0,0-1 0 0 0,0 1 1 0 0,0 0-1 0 0,-6 0 0 0 0,5 0-741 0 0,1 1-1 0 0,-1 0 1 0 0,0 0-1 0 0,1 1 1 0 0,-1-1-1 0 0,-7 5 1 0 0,-6 4-6268 0 0</inkml:trace>
</inkml:ink>
</file>

<file path=ppt/ink/ink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1:57.94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81 59 1840 0 0,'-1'-1'-261'0'0,"-16"-26"1055"0"0,15 25 202 0 0,0-1-1 0 0,0 0 1 0 0,0 1 0 0 0,-1-1-1 0 0,1 1 1 0 0,0 0 0 0 0,-1-1-1 0 0,0 1 1 0 0,1 1 0 0 0,-1-1-1 0 0,0 0 1 0 0,-4-1 0 0 0,6 3-850 0 0,0 0 1 0 0,1 0 0 0 0,-1 0 0 0 0,0 0 0 0 0,0 0 0 0 0,0 1-1 0 0,0-1 1 0 0,1 0 0 0 0,-1 1 0 0 0,0-1 0 0 0,0 0 0 0 0,0 1-1 0 0,1-1 1 0 0,-1 1 0 0 0,0-1 0 0 0,1 1 0 0 0,-1 0 0 0 0,0-1-1 0 0,1 1 1 0 0,-1-1 0 0 0,1 1 0 0 0,-1 0 0 0 0,1 0 0 0 0,-1-1-1 0 0,1 1 1 0 0,-1 0 0 0 0,1 0 0 0 0,0 0 0 0 0,0-1 0 0 0,-1 1-1 0 0,1 0 1 0 0,0 0 0 0 0,0 0 0 0 0,0 0 0 0 0,0 1 0 0 0,-5 34 535 0 0,5-35-596 0 0,-2 23 50 0 0,2 1-1 0 0,1-1 0 0 0,1 1 1 0 0,1-1-1 0 0,1 1 0 0 0,1-1 1 0 0,12 32-1 0 0,-13-44-145 0 0,1-1 0 0 0,1 0 0 0 0,-1-1 0 0 0,2 1-1 0 0,-1-1 1 0 0,1 0 0 0 0,12 12 0 0 0,-13-17 26 0 0,-1 1 0 0 0,1-1 0 0 0,1 0 1 0 0,-1-1-1 0 0,1 0 0 0 0,-1 0 0 0 0,1 0 0 0 0,0-1 1 0 0,1 0-1 0 0,-1 0 0 0 0,0-1 0 0 0,11 2 0 0 0,-15-3 12 0 0,0-1-1 0 0,0 1 0 0 0,-1-1 0 0 0,1 0 0 0 0,0 0 0 0 0,0 0 0 0 0,0 0 1 0 0,-1-1-1 0 0,1 1 0 0 0,0-1 0 0 0,0 0 0 0 0,-1 1 0 0 0,1-1 0 0 0,-1-1 0 0 0,1 1 1 0 0,-1 0-1 0 0,1 0 0 0 0,-1-1 0 0 0,0 0 0 0 0,1 1 0 0 0,1-4 0 0 0,-3 4-11 0 0,0 0 0 0 0,0-1-1 0 0,0 1 1 0 0,0-1-1 0 0,-1 1 1 0 0,1-1 0 0 0,-1 0-1 0 0,1 1 1 0 0,-1-1-1 0 0,1 0 1 0 0,-1 1 0 0 0,0-1-1 0 0,0 0 1 0 0,0 0 0 0 0,0 1-1 0 0,0-1 1 0 0,0 0-1 0 0,-1 1 1 0 0,1-1 0 0 0,0 0-1 0 0,-1 1 1 0 0,1-1-1 0 0,-1 0 1 0 0,0 1 0 0 0,1-1-1 0 0,-1 1 1 0 0,0-1-1 0 0,0 1 1 0 0,0 0 0 0 0,0-1-1 0 0,0 1 1 0 0,-1 0 0 0 0,1 0-1 0 0,0-1 1 0 0,-2 0-1 0 0,3 2-10 0 0,-1-1 1 0 0,1 1-1 0 0,0-1 0 0 0,-1 1 0 0 0,1-1 0 0 0,-1 1 0 0 0,1-1 0 0 0,-1 1 0 0 0,1-1 0 0 0,-1 1 0 0 0,1 0 0 0 0,-1-1 0 0 0,1 1 0 0 0,-1 0 0 0 0,1 0 1 0 0,-1-1-1 0 0,1 1 0 0 0,-1 0 0 0 0,0 0 0 0 0,1 0 0 0 0,-1 0 0 0 0,1 0 0 0 0,-1 0 0 0 0,0 0 0 0 0,1 0 0 0 0,-1 0 0 0 0,0 0 0 0 0,1 0 0 0 0,-1 0 0 0 0,1 0 1 0 0,-1 0-1 0 0,0 0 0 0 0,1 1 0 0 0,-1-1 0 0 0,1 0 0 0 0,-1 0 0 0 0,1 1 0 0 0,-1-1 0 0 0,1 0 0 0 0,-1 1 0 0 0,1-1 0 0 0,-1 1 0 0 0,1-1 0 0 0,-1 0 0 0 0,1 1 1 0 0,0-1-1 0 0,-1 1 0 0 0,1-1 0 0 0,0 1 0 0 0,-1 0 0 0 0,1 0 0 0 0,-11 36-3754 0 0,10-30 780 0 0,-4 15-4453 0 0</inkml:trace>
</inkml:ink>
</file>

<file path=ppt/ink/ink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1:12.44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90 5 10594 0 0,'-6'-4'4355'0'0,"6"4"-4258"0"0,-5 10 1857 0 0,0 21-1075 0 0,5-27-605 0 0,-39 393 2942 0 0,24-211-2860 0 0,10-130-430 0 0,-9 124 457 0 0,14-147-896 0 0,1 1 0 0 0,1-1 0 0 0,9 44 0 0 0,-11-76 317 0 0,0 0 1 0 0,0 0-1 0 0,0 0 1 0 0,0 0-1 0 0,0-1 1 0 0,1 1-1 0 0,-1 0 1 0 0,0 0-1 0 0,1 0 1 0 0,-1 0-1 0 0,1 0 0 0 0,-1 0 1 0 0,1-1-1 0 0,-1 1 1 0 0,1 0-1 0 0,-1 0 1 0 0,1-1-1 0 0,0 1 1 0 0,0 0-1 0 0,0-1-70 0 0,0 0-1 0 0,-1 0 0 0 0,1-1 0 0 0,0 1 1 0 0,-1 0-1 0 0,1-1 0 0 0,0 1 0 0 0,6-11-4268 0 0,-2-3 2006 0 0</inkml:trace>
</inkml:ink>
</file>

<file path=ppt/ink/ink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1:12.71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13 107 4609 0 0,'-11'-41'2135'0'0,"11"37"-1525"0"0,-1 0-1 0 0,1 0 0 0 0,-1 0 0 0 0,1 0 0 0 0,1 0 0 0 0,-1-1 0 0 0,0 1 0 0 0,1 0 0 0 0,0 0 0 0 0,0 0 0 0 0,0 0 0 0 0,1 0 0 0 0,1-4 0 0 0,-2 7-487 0 0,0 1 0 0 0,-1-1 0 0 0,1 1 0 0 0,-1 0 0 0 0,1-1 0 0 0,0 1 0 0 0,-1 0 0 0 0,1-1-1 0 0,0 1 1 0 0,-1 0 0 0 0,1 0 0 0 0,0 0 0 0 0,0-1 0 0 0,-1 1 0 0 0,1 0 0 0 0,0 0 0 0 0,-1 0 0 0 0,1 0 0 0 0,0 0 0 0 0,0 1-1 0 0,-1-1 1 0 0,1 0 0 0 0,0 0 0 0 0,-1 0 0 0 0,1 1 0 0 0,0-1 0 0 0,-1 0 0 0 0,1 1 0 0 0,0-1 0 0 0,-1 0 0 0 0,1 1 0 0 0,-1-1-1 0 0,1 1 1 0 0,-1-1 0 0 0,1 1 0 0 0,-1-1 0 0 0,1 1 0 0 0,-1 0 0 0 0,1 0 0 0 0,25 25 785 0 0,-25-24-656 0 0,35 44 130 0 0,-3 2 1 0 0,-1 1-1 0 0,45 99 1 0 0,13 21-626 0 0,-72-140-110 0 0,1 0-1 0 0,2-2 1 0 0,37 40-1 0 0,-58-67 329 0 0,24 19-1527 0 0,-12-16-1955 0 0</inkml:trace>
</inkml:ink>
</file>

<file path=ppt/ink/ink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1:12.90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0 148 10594 0 0,'0'-7'3711'0'0,"1"7"-3641"0"0,11-16 1716 0 0,18-12-143 0 0,-15 16-1298 0 0,0 2 0 0 0,1-1 1 0 0,1 2-1 0 0,0 0 0 0 0,22-8 0 0 0,-21 11-778 0 0,1 0-1 0 0,0 2 1 0 0,0 0-1 0 0,0 1 1 0 0,22-1-1 0 0,-12 2-1141 0 0</inkml:trace>
</inkml:ink>
</file>

<file path=ppt/ink/ink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1:13.33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119 51 7370 0 0,'-6'-14'1898'0'0,"5"10"-1061"0"0,-1-1 1 0 0,0 1-1 0 0,0 0 0 0 0,0 0 0 0 0,-5-7 1 0 0,6 10-755 0 0,1 1 0 0 0,0 0-1 0 0,0-1 1 0 0,-1 1 0 0 0,1 0 0 0 0,-1 0 0 0 0,1-1 0 0 0,0 1 0 0 0,-1 0 0 0 0,1 0 0 0 0,0 0 0 0 0,-1-1 0 0 0,1 1 0 0 0,-1 0 0 0 0,1 0 0 0 0,0 0 0 0 0,-1 0 0 0 0,1 0 0 0 0,-1 0 0 0 0,1 0-1 0 0,-1 0 1 0 0,1 0 0 0 0,-1 0 0 0 0,1 0 0 0 0,-1 0 0 0 0,-12 15 1254 0 0,3 4-932 0 0,2 1 0 0 0,0 0 0 0 0,1 1 0 0 0,1 0 0 0 0,-5 30 0 0 0,-7 111 128 0 0,14-83-452 0 0,5 89 0 0 0,2-129-65 0 0,2 1 0 0 0,1-2-1 0 0,2 1 1 0 0,16 47-1 0 0,-19-71 38 0 0,1-1-1 0 0,1 0 0 0 0,0 0 0 0 0,1-1 0 0 0,0 1 0 0 0,1-2 1 0 0,0 1-1 0 0,1-1 0 0 0,1-1 0 0 0,0 0 0 0 0,0 0 0 0 0,17 10 1 0 0,-13-10 25 0 0,2-2 1 0 0,-1 0-1 0 0,1-1 1 0 0,1 0 0 0 0,-1-2-1 0 0,1 0 1 0 0,0-1 0 0 0,1-1-1 0 0,31 4 1 0 0,-23-5 62 0 0,0-2 0 0 0,0-1 0 0 0,37-4 0 0 0,-51 3-179 0 0,1-2 1 0 0,-1 0-1 0 0,0 0 1 0 0,0-1-1 0 0,0-1 1 0 0,0 0-1 0 0,-1-1 1 0 0,18-10 0 0 0,-16 6-414 0 0</inkml:trace>
</inkml:ink>
</file>

<file path=ppt/ink/ink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1:15.99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26 266 3225 0 0,'-1'-1'262'0'0,"-1"1"1"0"0,1-1-1 0 0,-1 0 1 0 0,0-1 0 0 0,1 1-1 0 0,0 0 1 0 0,-1 0-1 0 0,1 0 1 0 0,0-1 0 0 0,-1 1-1 0 0,1-1 1 0 0,0 1-1 0 0,0-1 1 0 0,0 0-1 0 0,0 1 1 0 0,1-1 0 0 0,-1 0-1 0 0,0 1 1 0 0,1-1-1 0 0,-1 0 1 0 0,1 0 0 0 0,0 0-1 0 0,-1 0 1 0 0,1-2-1 0 0,0 0 207 0 0,0 0 1 0 0,0 0-1 0 0,0 0 0 0 0,0 0 0 0 0,1 0 0 0 0,-1 0 0 0 0,1 0 0 0 0,0 0 1 0 0,0 0-1 0 0,3-5 0 0 0,3-2 42 0 0,0 1 1 0 0,0 0-1 0 0,1 0 1 0 0,1 1-1 0 0,0 0 1 0 0,12-10-1 0 0,62-42 511 0 0,-74 55-1001 0 0,0 1 0 0 0,0 1 0 0 0,0-1 0 0 0,0 1 0 0 0,1 1 0 0 0,-1 0 0 0 0,1 0-1 0 0,0 1 1 0 0,15-2 0 0 0,-23 4-17 0 0,1 0 0 0 0,0 0 0 0 0,0 0 0 0 0,-1 0 0 0 0,1 1-1 0 0,0-1 1 0 0,-1 1 0 0 0,1-1 0 0 0,0 1 0 0 0,-1 0 0 0 0,1 0 0 0 0,-1 0 0 0 0,1 0 0 0 0,-1 1-1 0 0,0-1 1 0 0,1 1 0 0 0,-1-1 0 0 0,0 1 0 0 0,0 0 0 0 0,0 0 0 0 0,0 0 0 0 0,0 0-1 0 0,-1 0 1 0 0,1 0 0 0 0,-1 1 0 0 0,1-1 0 0 0,-1 0 0 0 0,0 1 0 0 0,0-1 0 0 0,0 1-1 0 0,0-1 1 0 0,0 1 0 0 0,-1 0 0 0 0,1-1 0 0 0,-1 1 0 0 0,1 0 0 0 0,-1 0 0 0 0,0-1-1 0 0,-1 5 1 0 0,1 11 27 0 0,-1-1 0 0 0,-1 0 0 0 0,0 0 0 0 0,-2 1 0 0 0,0-2 0 0 0,-1 1-1 0 0,0 0 1 0 0,-9 17 0 0 0,-72 127 480 0 0,46-92-332 0 0,37-63-67 0 0,-9 21 1053 0 0,12-26-1149 0 0,0-1 1 0 0,0 0 0 0 0,0 0 0 0 0,0 1-1 0 0,0-1 1 0 0,0 0 0 0 0,0 0 0 0 0,0 1-1 0 0,0-1 1 0 0,0 0 0 0 0,0 0 0 0 0,0 1-1 0 0,0-1 1 0 0,0 0 0 0 0,1 0 0 0 0,-1 0-1 0 0,0 1 1 0 0,0-1 0 0 0,0 0 0 0 0,0 0-1 0 0,1 0 1 0 0,-1 1 0 0 0,0-1 0 0 0,0 0-1 0 0,0 0 1 0 0,1 0 0 0 0,-1 0 0 0 0,0 0-1 0 0,0 1 1 0 0,0-1 0 0 0,1 0 0 0 0,-1 0-1 0 0,1 0 1 0 0,16-3 226 0 0,71-27-926 0 0,-42 14-913 0 0,0 1 0 0 0,59-10 0 0 0,-74 21-4888 0 0</inkml:trace>
</inkml:ink>
</file>

<file path=ppt/ink/ink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1:16.39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16 184 10594 0 0,'-16'-10'3075'0'0,"24"8"-260"0"0,12 12-1062 0 0,2 1-899 0 0,-9-1-501 0 0,-1 2 0 0 0,-1-1 0 0 0,0 2 0 0 0,-1-1 0 0 0,0 1 0 0 0,11 20 0 0 0,40 91 341 0 0,-50-96-592 0 0,2 0 0 0 0,1 0 0 0 0,1-1 1 0 0,2-1-1 0 0,21 27 0 0 0,-36-51-55 0 0,0 1 0 0 0,1-1 0 0 0,-1 1 0 0 0,1-1 0 0 0,-1 0 0 0 0,1 0 0 0 0,6 3 0 0 0,-9-5-32 0 0,1 0-1 0 0,-1 0 0 0 0,0 1 0 0 0,1-1 1 0 0,-1 0-1 0 0,0 0 0 0 0,1 0 0 0 0,-1 0 0 0 0,0 0 1 0 0,1 0-1 0 0,-1 0 0 0 0,1 0 0 0 0,-1 0 1 0 0,0 0-1 0 0,1 0 0 0 0,-1 0 0 0 0,0-1 0 0 0,1 1 1 0 0,-1 0-1 0 0,0 0 0 0 0,1 0 0 0 0,-1 0 1 0 0,0-1-1 0 0,1 1 0 0 0,-1 0 0 0 0,0 0 1 0 0,1-1-1 0 0,3-17 355 0 0,-8-106 712 0 0,1 56-873 0 0,5-70 1 0 0,1 98-903 0 0,2 0 0 0 0,1 1 0 0 0,3 0 0 0 0,17-52 0 0 0,-12 59-7296 0 0</inkml:trace>
</inkml:ink>
</file>

<file path=ppt/ink/ink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1:16.75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27 47 11522 0 0,'-1'0'-43'0'0,"-23"-23"2172"0"0,24 23-2014 0 0,0-1-1 0 0,-1 1 1 0 0,1-1-1 0 0,0 1 0 0 0,0-1 1 0 0,0 0-1 0 0,0 1 1 0 0,-1-1-1 0 0,1 0 1 0 0,0 1-1 0 0,0-1 1 0 0,0 1-1 0 0,0-1 1 0 0,0 0-1 0 0,0 1 1 0 0,0-1-1 0 0,1 0 1 0 0,-1 1-1 0 0,0-1 1 0 0,0 1-1 0 0,0-1 1 0 0,1 0-1 0 0,-1 1 1 0 0,0-1-1 0 0,1 1 1 0 0,-1-1-1 0 0,0 1 1 0 0,1-1-1 0 0,-1 1 0 0 0,1-1 1 0 0,-1 1-1 0 0,1-1 1 0 0,-1 1-1 0 0,1 0 1 0 0,-1-1-1 0 0,1 1 1 0 0,-1 0-1 0 0,1-1 1 0 0,-1 1-1 0 0,1 0 1 0 0,0 0-1 0 0,-1 0 1 0 0,1-1-1 0 0,0 1 1 0 0,-1 0-1 0 0,1 0 1 0 0,-1 0-1 0 0,1 0 1 0 0,0 0-1 0 0,3 0 104 0 0,0-1-1 0 0,-1 1 1 0 0,1 0 0 0 0,0 0-1 0 0,-1 0 1 0 0,1 0 0 0 0,0 1 0 0 0,-1 0-1 0 0,1 0 1 0 0,-1 0 0 0 0,1 0-1 0 0,-1 0 1 0 0,0 0 0 0 0,5 4-1 0 0,48 29 386 0 0,-50-30-415 0 0,24 19-132 0 0,0 1-1 0 0,-2 1 1 0 0,-1 2 0 0 0,-1 0 0 0 0,-1 2 0 0 0,-1 1 0 0 0,-2 1 0 0 0,-1 1-1 0 0,-2 0 1 0 0,-1 2 0 0 0,-2 0 0 0 0,-1 1 0 0 0,-1 0 0 0 0,-2 1 0 0 0,8 42 0 0 0,-11-33-1 0 0,-2 0 1 0 0,-2 1 0 0 0,-1 0-1 0 0,-3-1 1 0 0,-2 1 0 0 0,-1 0-1 0 0,-3-1 1 0 0,-2 1 0 0 0,-1-1-1 0 0,-3-1 1 0 0,-2 0 0 0 0,-21 51-1 0 0,5-32-162 0 0,-2-1 0 0 0,-68 97 0 0 0,91-148-284 0 0</inkml:trace>
</inkml:ink>
</file>

<file path=ppt/ink/ink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2:04.24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57 249 2761 0 0,'-2'1'229'0'0,"0"-1"1"0"0,0 0 0 0 0,0 0-1 0 0,0 0 1 0 0,0 0-1 0 0,-1 0 1 0 0,1-1 0 0 0,0 1-1 0 0,0-1 1 0 0,0 1 0 0 0,0-1-1 0 0,0 0 1 0 0,0 1 0 0 0,0-1-1 0 0,1 0 1 0 0,-1 0 0 0 0,0-1-1 0 0,0 1 1 0 0,1 0 0 0 0,-1-1-1 0 0,0 1 1 0 0,1-1-1 0 0,0 1 1 0 0,-1-1 0 0 0,1 0-1 0 0,0 1 1 0 0,0-1 0 0 0,0 0-1 0 0,0 0 1 0 0,0 0 0 0 0,0 0-1 0 0,1 0 1 0 0,-1 0 0 0 0,0 0-1 0 0,1 0 1 0 0,0 0 0 0 0,-1 0-1 0 0,1 0 1 0 0,0 0-1 0 0,0 0 1 0 0,1-4 0 0 0,0 0 137 0 0,0-1 0 0 0,0 0 0 0 0,1 1 0 0 0,0-1 1 0 0,0 1-1 0 0,1-1 0 0 0,0 1 0 0 0,0 0 0 0 0,0 0 0 0 0,1 0 0 0 0,8-9 1 0 0,-2 4-57 0 0,1 0 0 0 0,0 1-1 0 0,1 1 1 0 0,0 0 0 0 0,0 0 0 0 0,1 1 0 0 0,20-9 0 0 0,-23 13-136 0 0,0 0 0 0 0,0 0 0 0 0,1 1-1 0 0,-1 0 1 0 0,1 1 0 0 0,0 0 0 0 0,-1 1-1 0 0,1 0 1 0 0,0 0 0 0 0,0 1 0 0 0,12 2 0 0 0,-20-1-163 0 0,1-1 0 0 0,-1 1 1 0 0,1 0-1 0 0,-1 0 0 0 0,1 1 1 0 0,-1-1-1 0 0,0 1 0 0 0,0-1 1 0 0,0 1-1 0 0,0 0 0 0 0,0 0 1 0 0,0 1-1 0 0,0-1 0 0 0,-1 0 1 0 0,1 1-1 0 0,-1 0 0 0 0,0-1 1 0 0,3 5-1 0 0,-2-1-11 0 0,0 0 1 0 0,0 0-1 0 0,-1 1 0 0 0,1-1 1 0 0,-2 1-1 0 0,1-1 0 0 0,-1 1 1 0 0,0 0-1 0 0,1 6 1 0 0,-2 11-17 0 0,-1 1 1 0 0,0-1-1 0 0,-2-1 1 0 0,-8 33 0 0 0,0-14 97 0 0,-3-1 0 0 0,-36 78 0 0 0,12-34 708 0 0,38-83-774 0 0,-1-1 1 0 0,0 0-1 0 0,1 0 1 0 0,-1 0-1 0 0,1 0 1 0 0,-1 0-1 0 0,1 1 1 0 0,-1-1-1 0 0,1 0 1 0 0,0 0-1 0 0,0 1 1 0 0,0-1-1 0 0,0 0 1 0 0,0 1-1 0 0,0-1 1 0 0,0 0-1 0 0,0 0 1 0 0,0 1-1 0 0,1-1 1 0 0,-1 0-1 0 0,0 0 1 0 0,1 1-1 0 0,-1-1 1 0 0,1 0-1 0 0,-1 0 1 0 0,1 0-1 0 0,1 2 1 0 0,0-2-4 0 0,0 0-1 0 0,0 0 1 0 0,0 0 0 0 0,1-1 0 0 0,-1 1-1 0 0,0 0 1 0 0,1-1 0 0 0,-1 0 0 0 0,0 1-1 0 0,1-1 1 0 0,-1 0 0 0 0,1 0 0 0 0,-1 0-1 0 0,4-1 1 0 0,160-26 105 0 0,-108 16-627 0 0,74-5 1 0 0,-56 12-1440 0 0,-41 2 149 0 0</inkml:trace>
</inkml:ink>
</file>

<file path=ppt/ink/ink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2:04.49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 1 8290 0 0,'-3'4'8371'0'0,"17"13"-5932"0"0,57 115 1383 0 0,-53-92-3710 0 0,2-2-1 0 0,2 0 1 0 0,1-1 0 0 0,30 34 0 0 0,-15-36-955 0 0,-8-17-5031 0 0,-2-8-1328 0 0</inkml:trace>
</inkml:ink>
</file>

<file path=ppt/ink/ink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2:04.73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391 1 11979 0 0,'-6'2'359'0'0,"0"0"1"0"0,0 1-1 0 0,1-1 1 0 0,-1 1 0 0 0,1 1-1 0 0,-1-1 1 0 0,1 1 0 0 0,0 0-1 0 0,0 0 1 0 0,1 1 0 0 0,-1-1-1 0 0,1 1 1 0 0,0 0-1 0 0,0 0 1 0 0,1 0 0 0 0,-1 1-1 0 0,-2 6 1 0 0,-112 247 3638 0 0,52-107-3614 0 0,61-140-457 0 0,-63 145 170 0 0,31-50-2993 0 0,29-81-4343 0 0</inkml:trace>
</inkml:ink>
</file>

<file path=ppt/ink/ink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2:04.99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20 26 4609 0 0,'5'-26'12561'0'0,"-13"46"-10212"0"0,1-6-1265 0 0,3 10-655 0 0,1 0-1 0 0,1 0 1 0 0,1 1-1 0 0,1-1 1 0 0,5 40-1 0 0,0 26-229 0 0,-9 7-81 0 0,2-58-147 0 0,0-1 1 0 0,3 1-1 0 0,5 41 1 0 0,-1-60-947 0 0,1-1-4579 0 0</inkml:trace>
</inkml:ink>
</file>

<file path=ppt/ink/ink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2:05.32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65 10 7370 0 0,'0'0'95'0'0,"0"0"0"0"0,0-1 0 0 0,0 1 1 0 0,0-1-1 0 0,0 1 0 0 0,0-1 0 0 0,-1 1 1 0 0,1-1-1 0 0,0 1 0 0 0,0 0 0 0 0,0-1 1 0 0,-1 1-1 0 0,1-1 0 0 0,0 1 1 0 0,-1 0-1 0 0,1-1 0 0 0,0 1 0 0 0,-1 0 1 0 0,1 0-1 0 0,0-1 0 0 0,-1 1 0 0 0,1 0 1 0 0,-1 0-1 0 0,1-1 0 0 0,-1 1 0 0 0,1 0 1 0 0,0 0-1 0 0,-1 0 0 0 0,1 0 1 0 0,-1 0-1 0 0,1 0 0 0 0,-1 0 0 0 0,1 0 1 0 0,-1 0-1 0 0,0 0 0 0 0,-16 12 3518 0 0,13-8-2867 0 0,1 1 0 0 0,0-1 0 0 0,-1 1 0 0 0,2 0 0 0 0,-6 10 0 0 0,4 1-539 0 0,1 0 1 0 0,1 0-1 0 0,0 1 1 0 0,2-1-1 0 0,-1 0 1 0 0,2 1-1 0 0,5 31 0 0 0,-2-26-13 0 0,1 1-1 0 0,1-2 1 0 0,1 1 0 0 0,1-1-1 0 0,12 25 1 0 0,-16-39-170 0 0,1 0 1 0 0,-1 0 0 0 0,1 0 0 0 0,0 0 0 0 0,1-1-1 0 0,-1 0 1 0 0,1 0 0 0 0,1-1 0 0 0,-1 1 0 0 0,1-1 0 0 0,0-1-1 0 0,0 1 1 0 0,0-1 0 0 0,0 0 0 0 0,1-1 0 0 0,0 0-1 0 0,0 0 1 0 0,0 0 0 0 0,16 2 0 0 0,-17-5-3 0 0,0 1 0 0 0,0-1 0 0 0,1 0 0 0 0,-1-1 0 0 0,0 0 0 0 0,0 0 0 0 0,1 0 0 0 0,-1-1 0 0 0,0 0 0 0 0,0 0 0 0 0,-1-1 0 0 0,1 0 0 0 0,0 0 0 0 0,-1-1 0 0 0,0 1 0 0 0,0-2 0 0 0,0 1 0 0 0,0 0 0 0 0,-1-1 0 0 0,0 0 0 0 0,1-1 0 0 0,-2 1 0 0 0,6-7 0 0 0,-3 0 13 0 0,0 1 0 0 0,-1-1-1 0 0,-1 0 1 0 0,1-1 0 0 0,-2 1 0 0 0,0-1 0 0 0,0 0 0 0 0,-2 0-1 0 0,1 0 1 0 0,-1-1 0 0 0,-1-17 0 0 0,0 13 1 0 0,-2 0-1 0 0,0 0 1 0 0,-1 0 0 0 0,0 0 0 0 0,-2 0 0 0 0,0 1-1 0 0,-13-33 1 0 0,15 45-313 0 0,-1-1 0 0 0,-1 0 0 0 0,1 1 0 0 0,-1-1 0 0 0,0 1 0 0 0,-8-8 0 0 0</inkml:trace>
</inkml:ink>
</file>

<file path=ppt/ink/ink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2:05.73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179 0 6449 0 0,'-9'5'335'0'0,"0"0"-1"0"0,0 1 0 0 0,0 0 0 0 0,1 0 1 0 0,0 1-1 0 0,1 0 0 0 0,-1 1 0 0 0,1-1 1 0 0,-8 12-1 0 0,1 0 352 0 0,1 1 1 0 0,-20 42 0 0 0,28-51-508 0 0,0 0 0 0 0,1 0 0 0 0,0 0 0 0 0,1 1 1 0 0,0-1-1 0 0,1 1 0 0 0,0 0 0 0 0,1 0 0 0 0,1 21 0 0 0,0-28-79 0 0,1 0 1 0 0,0-1-1 0 0,0 1 0 0 0,0 0 0 0 0,0-1 0 0 0,1 1 0 0 0,0-1 1 0 0,0 0-1 0 0,0 1 0 0 0,1-1 0 0 0,-1 0 0 0 0,1 0 0 0 0,0 0 0 0 0,0-1 1 0 0,0 1-1 0 0,1-1 0 0 0,-1 1 0 0 0,1-1 0 0 0,0 0 0 0 0,-1-1 1 0 0,1 1-1 0 0,1-1 0 0 0,-1 1 0 0 0,0-1 0 0 0,1 0 0 0 0,7 2 0 0 0,-5-3 125 0 0,0 0-1 0 0,0 0 0 0 0,0 0 1 0 0,0-1-1 0 0,0 0 0 0 0,0 0 0 0 0,0-1 1 0 0,0 0-1 0 0,-1 0 0 0 0,1-1 0 0 0,0 0 1 0 0,0 0-1 0 0,-1 0 0 0 0,1-1 0 0 0,-1 0 1 0 0,0 0-1 0 0,8-6 0 0 0,-11 8-180 0 0,0-1 1 0 0,0 0-1 0 0,0-1 0 0 0,0 1 0 0 0,0 0 1 0 0,-1-1-1 0 0,1 0 0 0 0,-1 1 0 0 0,0-1 1 0 0,1 0-1 0 0,-1 0 0 0 0,-1 0 0 0 0,1-1 1 0 0,0 1-1 0 0,-1 0 0 0 0,0-1 0 0 0,1 1 1 0 0,-1-1-1 0 0,-1 1 0 0 0,1-1 0 0 0,0 1 1 0 0,-1-1-1 0 0,0 0 0 0 0,0 1 0 0 0,0-1 0 0 0,0 0 1 0 0,-1 1-1 0 0,1-1 0 0 0,-1 1 0 0 0,0-1 1 0 0,0 1-1 0 0,0-1 0 0 0,0 1 0 0 0,-3-5 1 0 0,3 6-48 0 0,0-1 1 0 0,-1 1-1 0 0,1 0 1 0 0,0 0 0 0 0,-1 1-1 0 0,1-1 1 0 0,-1 0-1 0 0,0 0 1 0 0,1 1 0 0 0,-1-1-1 0 0,0 1 1 0 0,0-1-1 0 0,0 1 1 0 0,0 0 0 0 0,-4-2-1 0 0,5 3-70 0 0,-1 0-1 0 0,0-1 0 0 0,1 1 1 0 0,-1 0-1 0 0,1 0 0 0 0,-1 0 1 0 0,0 0-1 0 0,1 1 0 0 0,-1-1 0 0 0,1 0 1 0 0,-1 1-1 0 0,1-1 0 0 0,-1 1 1 0 0,1-1-1 0 0,-1 1 0 0 0,1 0 1 0 0,-1 0-1 0 0,1-1 0 0 0,0 1 1 0 0,-1 0-1 0 0,1 0 0 0 0,0 0 1 0 0,0 1-1 0 0,-1 0 0 0 0,-9 9-1270 0 0</inkml:trace>
</inkml:ink>
</file>

<file path=ppt/ink/ink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2:06.11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28 1 8754 0 0,'-1'0'204'0'0,"0"0"-1"0"0,0 0 1 0 0,0 0 0 0 0,-1 0 0 0 0,1 0-1 0 0,0 0 1 0 0,0 0 0 0 0,0 1 0 0 0,-1-1-1 0 0,1 0 1 0 0,0 1 0 0 0,0-1 0 0 0,0 1 0 0 0,0-1-1 0 0,0 1 1 0 0,0 0 0 0 0,0-1 0 0 0,0 1-1 0 0,0 0 1 0 0,0 0 0 0 0,0 0 0 0 0,0 0-1 0 0,1 0 1 0 0,-1 0 0 0 0,0 1 0 0 0,0 1 257 0 0,1 0 0 0 0,0 0 1 0 0,0 0-1 0 0,1-1 1 0 0,-1 1-1 0 0,1 0 0 0 0,-1 0 1 0 0,1 0-1 0 0,0 0 0 0 0,2 4 1 0 0,82 210 3753 0 0,-47-129-3994 0 0,-4 1 0 0 0,29 125 0 0 0,-54-191-90 0 0,-9-22-119 0 0,0-1 0 0 0,0 0 0 0 0,1 1-1 0 0,-1-1 1 0 0,0 0 0 0 0,0 0 0 0 0,1 1 0 0 0,-1-1 0 0 0,0 0 0 0 0,1 0-1 0 0,-1 1 1 0 0,0-1 0 0 0,1 0 0 0 0,-1 0 0 0 0,1 0 0 0 0,-1 0-1 0 0,0 1 1 0 0,1-1 0 0 0,-1 0 0 0 0,1 0 0 0 0,-1 0 0 0 0,0 0 0 0 0,1 0-1 0 0,-1 0 1 0 0,1 0 0 0 0,-1 0 0 0 0,0 0 0 0 0,1 0 0 0 0,0-1 0 0 0,1 0 33 0 0,0-1 1 0 0,1 0-1 0 0,-1 0 1 0 0,0 0-1 0 0,0 0 0 0 0,0 0 1 0 0,0-1-1 0 0,0 1 1 0 0,-1-1-1 0 0,1 1 1 0 0,1-5-1 0 0,26-51 233 0 0,24-71 0 0 0,-9 21-274 0 0,85-148-553 0 0,-78 162-54 0 0</inkml:trace>
</inkml:ink>
</file>

<file path=ppt/ink/ink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2:31.12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1819 5065 0 0,'0'4'416'0'0,"-1"-1"1"0"0,1 1-1 0 0,0-1 0 0 0,0 1 0 0 0,1-1 0 0 0,-1 1 1 0 0,1-1-1 0 0,-1 0 0 0 0,3 5 0 0 0,-3-8-333 0 0,0 1-1 0 0,0-1 1 0 0,0 1-1 0 0,0-1 0 0 0,0 0 1 0 0,0 1-1 0 0,0-1 1 0 0,0 1-1 0 0,1-1 1 0 0,-1 0-1 0 0,0 1 0 0 0,0-1 1 0 0,0 0-1 0 0,1 1 1 0 0,-1-1-1 0 0,0 0 1 0 0,1 1-1 0 0,-1-1 0 0 0,0 0 1 0 0,0 1-1 0 0,1-1 1 0 0,-1 0-1 0 0,1 0 0 0 0,-1 1 1 0 0,0-1-1 0 0,1 0 1 0 0,-1 0-1 0 0,0 0 1 0 0,1 0-1 0 0,-1 0 0 0 0,1 1 1 0 0,-1-1-1 0 0,0 0 1 0 0,1 0-1 0 0,-1 0 1 0 0,1 0-1 0 0,-1 0 0 0 0,1 0 1 0 0,0-1-1 0 0,13-13 1754 0 0,7-26 89 0 0,-9 2-677 0 0,-2-1 0 0 0,11-77 0 0 0,-5-84-426 0 0,-14 167-701 0 0,-7-500 475 0 0,-5 270-506 0 0,9 187-87 0 0,0-26-26 0 0,-23-176 0 0 0,23 274 5 0 0,-14-64-10 0 0,13 62-56 0 0,0 1 0 0 0,0 0 0 0 0,0-1 0 0 0,0 1 0 0 0,-1 0 0 0 0,1 1 0 0 0,-2-1 0 0 0,1 0 0 0 0,0 1-1 0 0,-5-5 1 0 0,4 6-1194 0 0</inkml:trace>
</inkml:ink>
</file>

<file path=ppt/ink/ink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2:31.51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182 360 920 0 0,'-53'-12'1063'0'0,"28"6"1293"0"0,1-2 0 0 0,-1 0 0 0 0,-23-12-1 0 0,48 20-2277 0 0,0 0-1 0 0,-1 0 1 0 0,1 0-1 0 0,0 0 0 0 0,-1-1 1 0 0,1 1-1 0 0,0 0 0 0 0,-1 0 1 0 0,1 0-1 0 0,0-1 0 0 0,0 1 1 0 0,-1 0-1 0 0,1-1 1 0 0,0 1-1 0 0,0 0 0 0 0,-1 0 1 0 0,1-1-1 0 0,0 1 0 0 0,0 0 1 0 0,0-1-1 0 0,-1 1 1 0 0,1 0-1 0 0,0-1 0 0 0,0 1 1 0 0,0-1-1 0 0,0 1 0 0 0,0 0 1 0 0,0-1-1 0 0,0 1 0 0 0,0 0 1 0 0,0-1-1 0 0,0 0 1 0 0,9-9 1192 0 0,21-6-269 0 0,-29 15-854 0 0,86-34 1013 0 0,1 4-1 0 0,115-24 1 0 0,57-18-145 0 0,-196 50-853 0 0,130-26 1 0 0,-192 48-249 0 0,0 1 1 0 0,1-1-1 0 0,-1 1 1 0 0,0 0 0 0 0,0-1-1 0 0,1 1 1 0 0,-1 0-1 0 0,0 1 1 0 0,0-1 0 0 0,0 0-1 0 0,1 1 1 0 0,-1-1-1 0 0,0 1 1 0 0,0 0 0 0 0,0 0-1 0 0,0-1 1 0 0,2 3 0 0 0,-3-2-80 0 0,0 0 1 0 0,0 1 0 0 0,0-1 0 0 0,0 1-1 0 0,0 0 1 0 0,0-1 0 0 0,-1 1 0 0 0,1 0-1 0 0,-1-1 1 0 0,1 1 0 0 0,-1 0 0 0 0,0-1-1 0 0,1 1 1 0 0,-1 0 0 0 0,0 0 0 0 0,0 0-1 0 0,0-1 1 0 0,-1 1 0 0 0,1 0 0 0 0,0 0-1 0 0,-1 2 1 0 0</inkml:trace>
</inkml:ink>
</file>

<file path=ppt/ink/ink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2:31.91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0 252 9218 0 0,'19'6'4153'0'0,"17"11"-2356"0"0,-29-14-1339 0 0,11 9 145 0 0,1 0 0 0 0,-2 1 1 0 0,0 0-1 0 0,0 2 0 0 0,22 25 0 0 0,-25-26-388 0 0,0 1 0 0 0,0-2-1 0 0,1 0 1 0 0,1-1 0 0 0,0 0 0 0 0,34 17-1 0 0,-48-27-167 0 0,0-1 0 0 0,1 0 0 0 0,-1 0-1 0 0,1-1 1 0 0,-1 1 0 0 0,1 0 0 0 0,-1-1 0 0 0,1 0-1 0 0,-1 1 1 0 0,1-1 0 0 0,-1 0 0 0 0,1-1-1 0 0,0 1 1 0 0,-1 0 0 0 0,1-1 0 0 0,-1 1-1 0 0,1-1 1 0 0,-1 0 0 0 0,0 1 0 0 0,1-1-1 0 0,2-2 1 0 0,-2 1 23 0 0,0-1-1 0 0,-1 1 1 0 0,1-1-1 0 0,0 0 0 0 0,-1 0 1 0 0,1 0-1 0 0,-1 0 1 0 0,0 0-1 0 0,0 0 1 0 0,0-1-1 0 0,-1 1 0 0 0,3-7 1 0 0,1-8 119 0 0,0-1 1 0 0,-1 0 0 0 0,-1 0-1 0 0,0-27 1 0 0,-2 9-30 0 0,-5-37 1 0 0,1 53-230 0 0,2 0 0 0 0,0 0 0 0 0,1 1 0 0 0,1-1 0 0 0,1 0 0 0 0,1 1 0 0 0,9-34 0 0 0,-12 53-21 0 0,0 1 0 0 0,0-1 0 0 0,0 1 0 0 0,0-1 0 0 0,0 1 0 0 0,0-1 0 0 0,0 0 0 0 0,0 1 0 0 0,1-1 0 0 0,-1 1 0 0 0,0-1 0 0 0,0 1 0 0 0,1-1 0 0 0,-1 1 1 0 0,0-1-1 0 0,1 1 0 0 0,-1-1 0 0 0,0 1 0 0 0,1 0 0 0 0,-1-1 0 0 0,1 1 0 0 0,-1-1 0 0 0,0 1 0 0 0,1 0 0 0 0,-1 0 0 0 0,1-1 0 0 0,-1 1 0 0 0,1 0 0 0 0,0 0 0 0 0,-1-1 0 0 0,1 1 0 0 0,-1 0 0 0 0,1 0 0 0 0,-1 0 0 0 0,1 0 0 0 0,-1 0 0 0 0,1 0 0 0 0,0 0 0 0 0,-1 0 0 0 0,1 0 0 0 0,-1 0 1 0 0,1 0-1 0 0,-1 0 0 0 0,1 0 0 0 0,-1 1 0 0 0,1-1 0 0 0,0 0 0 0 0</inkml:trace>
</inkml:ink>
</file>

<file path=ppt/ink/ink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2:32.5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259 394 6913 0 0,'2'-9'366'0'0,"-2"0"-1"0"0,1 0 1 0 0,-1 0-1 0 0,0 0 1 0 0,-3-17-1 0 0,3 24-273 0 0,0 1-1 0 0,-1 0 1 0 0,1 0-1 0 0,0-1 0 0 0,0 1 1 0 0,-1 0-1 0 0,1 0 0 0 0,-1-1 1 0 0,1 1-1 0 0,-1 0 0 0 0,0 0 1 0 0,1 0-1 0 0,-1 0 0 0 0,0 0 1 0 0,0 0-1 0 0,1 0 1 0 0,-1 0-1 0 0,0 0 0 0 0,0 0 1 0 0,0 0-1 0 0,0 1 0 0 0,0-1 1 0 0,-1 0-1 0 0,1 1 0 0 0,0-1 1 0 0,0 1-1 0 0,0-1 0 0 0,-1 1 1 0 0,1-1-1 0 0,0 1 0 0 0,0 0 1 0 0,-1 0-1 0 0,1 0 1 0 0,0 0-1 0 0,-1-1 0 0 0,1 2 1 0 0,0-1-1 0 0,0 0 0 0 0,-1 0 1 0 0,1 0-1 0 0,0 1 0 0 0,0-1 1 0 0,-1 0-1 0 0,1 1 0 0 0,0-1 1 0 0,0 1-1 0 0,0 0 1 0 0,0-1-1 0 0,0 1 0 0 0,-2 1 1 0 0,-6 4 186 0 0,0 1 0 0 0,0 0 0 0 0,0 0 0 0 0,1 1 0 0 0,0 0 0 0 0,0 0 0 0 0,-10 16 0 0 0,-43 72 844 0 0,58-90-1038 0 0,0-1-26 0 0,-11 19 250 0 0,1 0-1 0 0,-11 29 1 0 0,22-47-273 0 0,0-1 0 0 0,0 1 1 0 0,0 0-1 0 0,1 0 0 0 0,0 0 0 0 0,0 0 0 0 0,0 0 1 0 0,1 1-1 0 0,0-1 0 0 0,0 0 0 0 0,0 0 0 0 0,1 0 0 0 0,0 0 1 0 0,1 0-1 0 0,2 11 0 0 0,-3-16-35 0 0,0 1-1 0 0,-1-1 1 0 0,1 1-1 0 0,0-1 1 0 0,0 0-1 0 0,0 1 1 0 0,0-1 0 0 0,0 0-1 0 0,0 0 1 0 0,0 1-1 0 0,0-1 1 0 0,1 0-1 0 0,-1 0 1 0 0,0 0 0 0 0,1 0-1 0 0,-1-1 1 0 0,1 1-1 0 0,-1 0 1 0 0,1-1-1 0 0,-1 1 1 0 0,1 0 0 0 0,2-1-1 0 0,-1 0-11 0 0,-1 0 0 0 0,1 0-1 0 0,0 0 1 0 0,-1-1 0 0 0,1 1 0 0 0,-1-1 0 0 0,1 0-1 0 0,-1 1 1 0 0,1-1 0 0 0,-1-1 0 0 0,1 1-1 0 0,3-3 1 0 0,3-2-93 0 0,0-1-1 0 0,0-1 1 0 0,-1 0-1 0 0,0 0 1 0 0,10-13 0 0 0,-6 6-161 0 0,-2 0 0 0 0,0-1 0 0 0,0 0 0 0 0,-2 0 0 0 0,0-1 1 0 0,-1 0-1 0 0,0-1 0 0 0,-2 1 0 0 0,0-1 0 0 0,-1 0 1 0 0,-1-1-1 0 0,0 1 0 0 0,-2-1 0 0 0,0 1 0 0 0,-1-1 0 0 0,-1 1 1 0 0,0-1-1 0 0,-2 1 0 0 0,0-1 0 0 0,-1 1 0 0 0,-7-19 1 0 0,-19-42 506 0 0,21 59 624 0 0,0-1-1 0 0,2-1 0 0 0,0 1 1 0 0,-4-30-1 0 0,10 50-739 0 0,1-1 0 0 0,0 1 0 0 0,0 0 0 0 0,-1-1 0 0 0,1 1 0 0 0,0 0 0 0 0,0-1 0 0 0,0 1 0 0 0,1-1 0 0 0,-1 1 0 0 0,0 0 0 0 0,0 0 0 0 0,1-1 0 0 0,-1 1 0 0 0,1 0 0 0 0,-1-1 0 0 0,2-1 0 0 0,-2 3-66 0 0,1 0-1 0 0,0 0 1 0 0,-1 0 0 0 0,1-1-1 0 0,-1 1 1 0 0,1 0-1 0 0,-1 0 1 0 0,1 0 0 0 0,0 1-1 0 0,-1-1 1 0 0,1 0-1 0 0,-1 0 1 0 0,1 0 0 0 0,-1 0-1 0 0,1 0 1 0 0,-1 1 0 0 0,1-1-1 0 0,-1 0 1 0 0,1 0-1 0 0,-1 1 1 0 0,1-1 0 0 0,-1 1-1 0 0,1-1 1 0 0,-1 0-1 0 0,1 1 1 0 0,-1-1 0 0 0,1 1-1 0 0,4 5 150 0 0,1 0 1 0 0,-1 0-1 0 0,0 0 0 0 0,6 11 0 0 0,19 46 47 0 0,-3 1 0 0 0,30 106 0 0 0,-32-92-185 0 0,24 104-809 0 0,-22-75-2862 0 0,-16-70-3062 0 0</inkml:trace>
</inkml:ink>
</file>

<file path=ppt/ink/ink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2:32.94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100 587 2761 0 0,'8'-16'-34'0'0,"14"-28"1710"0"0,-16 16 2666 0 0,-6 28-4252 0 0,0-1 0 0 0,0 1 1 0 0,-2-6 2438 0 0,2 6-2439 0 0,-1 0 1 0 0,1 0-1 0 0,0 0 1 0 0,0 0-1 0 0,-1 0 0 0 0,1 0 1 0 0,0 0-1 0 0,0 0 0 0 0,-1 0 1 0 0,-10 5 1533 0 0,-8 13-302 0 0,6-2-787 0 0,0 1 0 0 0,1 0 0 0 0,-14 28 0 0 0,20-34-431 0 0,0 1 1 0 0,1 0 0 0 0,1 0 0 0 0,0 0-1 0 0,0 1 1 0 0,-2 24 0 0 0,5-33-94 0 0,1-1-1 0 0,0 1 1 0 0,0 0 0 0 0,0-1-1 0 0,0 1 1 0 0,1 0 0 0 0,-1-1 0 0 0,1 1-1 0 0,0 0 1 0 0,0-1 0 0 0,0 1-1 0 0,1-1 1 0 0,-1 0 0 0 0,1 1 0 0 0,0-1-1 0 0,0 0 1 0 0,0 0 0 0 0,0 0-1 0 0,0 0 1 0 0,1 0 0 0 0,0-1 0 0 0,-1 1-1 0 0,1-1 1 0 0,0 0 0 0 0,0 0-1 0 0,0 0 1 0 0,0 0 0 0 0,1 0 0 0 0,3 1-1 0 0,-1-1-40 0 0,0 0 1 0 0,1-1-1 0 0,-1 0 0 0 0,0 0 0 0 0,1 0 0 0 0,-1-1 1 0 0,1 0-1 0 0,-1 0 0 0 0,0-1 0 0 0,1 0 0 0 0,-1 0 1 0 0,0 0-1 0 0,0-1 0 0 0,1 0 0 0 0,-1 0 0 0 0,7-4 1 0 0,-4 2-94 0 0,0-1 0 0 0,0-1 0 0 0,-1 1 1 0 0,1-1-1 0 0,-1-1 0 0 0,-1 1 1 0 0,1-2-1 0 0,-1 1 0 0 0,-1-1 1 0 0,1 0-1 0 0,-1 0 0 0 0,0-1 0 0 0,-1 1 1 0 0,0-1-1 0 0,-1 0 0 0 0,0-1 1 0 0,0 1-1 0 0,5-21 0 0 0,-5 7-34 0 0,-1 0-1 0 0,-1 0 1 0 0,-1 0-1 0 0,0 0 1 0 0,-2 0-1 0 0,-1 0 1 0 0,-7-31-1 0 0,-5-30 933 0 0,-4 1 1 0 0,-49-134-1 0 0,66 214-626 0 0,0 0 1 0 0,0 0-1 0 0,0 0 1 0 0,-1 0-1 0 0,0 0 1 0 0,1 1-1 0 0,-1-1 1 0 0,0 1-1 0 0,0-1 1 0 0,0 1-1 0 0,-1 0 1 0 0,1 0-1 0 0,-5-3 1 0 0,7 4-80 0 0,-1 1 0 0 0,0 0 0 0 0,0 0 0 0 0,1-1 0 0 0,-1 1 1 0 0,0 0-1 0 0,1 0 0 0 0,-1 0 0 0 0,0 0 0 0 0,0 0 0 0 0,1 0 0 0 0,-1 0 0 0 0,0 0 0 0 0,0 0 1 0 0,1 0-1 0 0,-1 1 0 0 0,0-1 0 0 0,0 0 0 0 0,1 0 0 0 0,-1 1 0 0 0,0-1 0 0 0,0 1 1 0 0,-1 0 11 0 0,1 1 0 0 0,-1-1 0 0 0,0 1 0 0 0,1-1 0 0 0,0 1 1 0 0,-1 0-1 0 0,1 0 0 0 0,0 0 0 0 0,0 0 0 0 0,0 0 0 0 0,-1 2 1 0 0,-6 18 90 0 0,0 0 0 0 0,2 1 0 0 0,0 0 0 0 0,2 0 0 0 0,0 0 0 0 0,0 40 0 0 0,4-10-86 0 0,13 98-1 0 0,-1-86-65 0 0,3 0 0 0 0,3-2 0 0 0,2 0 0 0 0,39 81 0 0 0,-27-73-134 0 0</inkml:trace>
</inkml:ink>
</file>

<file path=ppt/ink/ink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2:33.68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66 5065 0 0,'-2'-53'5892'0'0,"2"41"-4142"0"0,7 277 7162 0 0,66 362-8118 0 0,-10-331-2999 0 0,-46-206-4472 0 0,-15-76 5013 0 0</inkml:trace>
</inkml:ink>
</file>

<file path=ppt/ink/ink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2:33.89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64 168 6913 0 0,'-42'-10'2211'0'0,"40"10"-1778"0"0,1-1 1 0 0,-1 0-1 0 0,0 1 0 0 0,1-1 1 0 0,-1 0-1 0 0,0 0 1 0 0,1 0-1 0 0,-1 0 0 0 0,1 0 1 0 0,0-1-1 0 0,-1 1 0 0 0,-1-2 1 0 0,3 1-316 0 0,0 1-1 0 0,1 0 1 0 0,-1 0 0 0 0,0 0 0 0 0,0 0 0 0 0,0 0 0 0 0,1 0-1 0 0,-1 0 1 0 0,1 0 0 0 0,-1 0 0 0 0,1 0 0 0 0,-1 1 0 0 0,1-1-1 0 0,-1 0 1 0 0,1 0 0 0 0,0 0 0 0 0,0 0 0 0 0,-1 1-1 0 0,1-1 1 0 0,0 0 0 0 0,0 1 0 0 0,0-1 0 0 0,0 1 0 0 0,0-1-1 0 0,1 0 1 0 0,27-17 629 0 0,-29 18-724 0 0,127-62 1048 0 0,-107 54-1426 0 0,1 0 1 0 0,0 2 0 0 0,1 0 0 0 0,30-4-1 0 0,-21 7-6077 0 0</inkml:trace>
</inkml:ink>
</file>

<file path=ppt/ink/ink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2:34.38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19 252 9674 0 0,'-19'-13'5944'0'0,"28"24"-3175"0"0,10 16-2321 0 0,-2 1 0 0 0,-1 0 0 0 0,-1 1 0 0 0,15 45-1 0 0,-15-37-231 0 0,1-1 0 0 0,36 59 0 0 0,-49-90-196 0 0,0-1 0 0 0,1 1 0 0 0,0-1 1 0 0,0 0-1 0 0,0 0 0 0 0,5 3 0 0 0,-9-6-4 0 0,1 0 0 0 0,0-1 0 0 0,-1 1 1 0 0,1-1-1 0 0,0 0 0 0 0,0 1 0 0 0,0-1 0 0 0,-1 0 0 0 0,1 1 0 0 0,0-1 0 0 0,0 0 1 0 0,0 0-1 0 0,0 1 0 0 0,-1-1 0 0 0,1 0 0 0 0,0 0 0 0 0,0 0 0 0 0,0 0 0 0 0,0 0 0 0 0,0-1 1 0 0,-1 1-1 0 0,1 0 0 0 0,0 0 0 0 0,0 0 0 0 0,0-1 0 0 0,0 1 0 0 0,-1-1 0 0 0,1 1 0 0 0,0 0 1 0 0,0-1-1 0 0,-1 1 0 0 0,1-1 0 0 0,0 0 0 0 0,-1 1 0 0 0,1-1 0 0 0,-1 1 0 0 0,1-1 0 0 0,-1 0 1 0 0,1 1-1 0 0,-1-1 0 0 0,1 0 0 0 0,-1 0 0 0 0,1 0 0 0 0,-1 1 0 0 0,0-1 0 0 0,0 0 1 0 0,1 0-1 0 0,-1-1 0 0 0,8-27 202 0 0,0 0 1 0 0,-2 0-1 0 0,-2 0 1 0 0,3-48 0 0 0,-4 30-176 0 0,6-83 38 0 0,14-103-3391 0 0,-18 212-3991 0 0</inkml:trace>
</inkml:ink>
</file>

<file path=ppt/ink/ink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2:35.01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280 148 4609 0 0,'-1'-8'808'0'0,"-2"-7"848"0"0,0 0-1 0 0,-1 0 0 0 0,-1 0 1 0 0,-12-27-1 0 0,16 39-1556 0 0,0 1 0 0 0,-1 0 1 0 0,1-1-1 0 0,0 1 0 0 0,-1 0 0 0 0,0 0 0 0 0,1 0 0 0 0,-1 0 0 0 0,0 0 1 0 0,0 0-1 0 0,0 1 0 0 0,0-1 0 0 0,-1 1 0 0 0,1-1 0 0 0,0 1 0 0 0,-1 0 1 0 0,1 0-1 0 0,-1 0 0 0 0,1 0 0 0 0,-1 0 0 0 0,1 1 0 0 0,-1-1 0 0 0,1 1 1 0 0,-1-1-1 0 0,0 1 0 0 0,1 0 0 0 0,-1 0 0 0 0,0 0 0 0 0,1 1 0 0 0,-1-1 1 0 0,0 1-1 0 0,1-1 0 0 0,-1 1 0 0 0,1 0 0 0 0,-1 0 0 0 0,-2 1 0 0 0,-7 4 68 0 0,1 0 0 0 0,0 1 0 0 0,0 0 0 0 0,1 1 0 0 0,0 0 0 0 0,0 1 0 0 0,1 0 0 0 0,-9 10 0 0 0,11-11-49 0 0,0 0 1 0 0,1 0 0 0 0,0 1 0 0 0,1 0 0 0 0,0 0 0 0 0,0 1 0 0 0,1-1 0 0 0,0 1 0 0 0,1 0-1 0 0,-3 13 1 0 0,5-20-115 0 0,1 0 1 0 0,0 0-1 0 0,-1 0 0 0 0,1 0 0 0 0,1 0 0 0 0,-1 0 0 0 0,0 0 0 0 0,1 0 0 0 0,-1 0 1 0 0,1 0-1 0 0,0 0 0 0 0,0 0 0 0 0,0-1 0 0 0,0 1 0 0 0,1 0 0 0 0,-1-1 1 0 0,1 1-1 0 0,3 3 0 0 0,-2-2 0 0 0,1-1 1 0 0,0 0 0 0 0,0 1-1 0 0,0-1 1 0 0,0-1 0 0 0,1 1-1 0 0,-1-1 1 0 0,1 0 0 0 0,-1 0-1 0 0,7 2 1 0 0,10 1 3 0 0,0-1-1 0 0,0 0 1 0 0,0-2 0 0 0,23 1-1 0 0,-38-3-7 0 0,-2 0 18 0 0,0 0-1 0 0,0 0 0 0 0,0 0 0 0 0,0 1 0 0 0,0 0 0 0 0,0 0 1 0 0,0 0-1 0 0,4 2 0 0 0,-7-3-13 0 0,-1 0-1 0 0,0 0 0 0 0,1 1 1 0 0,-1-1-1 0 0,0 0 1 0 0,0 0-1 0 0,1 1 1 0 0,-1-1-1 0 0,0 0 1 0 0,0 1-1 0 0,1-1 1 0 0,-1 0-1 0 0,0 1 1 0 0,0-1-1 0 0,0 0 0 0 0,0 1 1 0 0,0-1-1 0 0,0 0 1 0 0,1 1-1 0 0,-1-1 1 0 0,0 0-1 0 0,0 1 1 0 0,0-1-1 0 0,0 1 1 0 0,0-1-1 0 0,0 0 1 0 0,0 1-1 0 0,-1-1 1 0 0,1 0-1 0 0,0 1 0 0 0,0 0 1 0 0,-15 17 56 0 0,-2-6 327 0 0,-1 1 476 0 0,18-13-854 0 0,0 0-1 0 0,0 0 1 0 0,-1 0-1 0 0,1 1 1 0 0,0-1-1 0 0,0 0 0 0 0,0 0 1 0 0,-1 0-1 0 0,1 0 1 0 0,0 1-1 0 0,0-1 1 0 0,0 0-1 0 0,0 0 0 0 0,0 0 1 0 0,0 1-1 0 0,0-1 1 0 0,0 0-1 0 0,-1 0 1 0 0,1 1-1 0 0,0-1 0 0 0,0 0 1 0 0,0 0-1 0 0,0 1 1 0 0,0-1-1 0 0,0 0 1 0 0,0 0-1 0 0,0 0 0 0 0,0 1 1 0 0,1-1-1 0 0,-1 0 1 0 0,0 0-1 0 0,0 1 1 0 0,0-1-1 0 0,0 0 0 0 0,0 0 1 0 0,0 0-1 0 0,0 1 1 0 0,0-1-1 0 0,1 0 1 0 0,-1 0-1 0 0,0 0 0 0 0,0 1 1 0 0,0-1-1 0 0,0 0 1 0 0,1 0-1 0 0,-1 0 1 0 0,0 0-1 0 0,0 0 0 0 0,0 0 1 0 0,1 1-1 0 0,-1-1 1 0 0,0 0-1 0 0,0 0 1 0 0,1 0-1 0 0,-1 0 0 0 0,0 0 1 0 0,2 1-10 0 0,0 0 1 0 0,0-1-1 0 0,0 1 1 0 0,0 0 0 0 0,0 1-1 0 0,0-1 1 0 0,0 0-1 0 0,-1 0 1 0 0,1 1-1 0 0,0-1 1 0 0,2 4-1 0 0,-5-2 1 0 0,0-1 0 0 0,0 0 0 0 0,0 1-1 0 0,0-1 1 0 0,0 0 0 0 0,-1 0-1 0 0,1 0 1 0 0,-1 0 0 0 0,1 0 0 0 0,-1 0-1 0 0,0 0 1 0 0,-2 2 0 0 0,-27 23 0 0 0,28-24 35 0 0,-19 14-464 0 0,-47 28-1 0 0,4-12-4196 0 0</inkml:trace>
</inkml:ink>
</file>

<file path=ppt/ink/ink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2:35.36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195 19 6913 0 0,'0'-1'127'0'0,"0"0"0"0"0,0 0-1 0 0,0 0 1 0 0,-1 0-1 0 0,1 0 1 0 0,0 1-1 0 0,-1-1 1 0 0,1 0-1 0 0,-1 0 1 0 0,1 1-1 0 0,-1-1 1 0 0,1 0-1 0 0,-1 0 1 0 0,0 1 0 0 0,1-1-1 0 0,-1 1 1 0 0,0-1-1 0 0,0 0 1 0 0,1 1-1 0 0,-1-1 1 0 0,0 1-1 0 0,0 0 1 0 0,0-1-1 0 0,1 1 1 0 0,-1 0-1 0 0,0-1 1 0 0,0 1 0 0 0,0 0-1 0 0,0 0 1 0 0,0 0-1 0 0,0 0 1 0 0,0 0-1 0 0,0 0 1 0 0,1 0-1 0 0,-1 0 1 0 0,0 0-1 0 0,0 0 1 0 0,-2 1-1 0 0,-1-1 173 0 0,0 1-1 0 0,0 0 0 0 0,0 0 0 0 0,0 0 0 0 0,0 0 0 0 0,0 1 1 0 0,-5 2-1 0 0,-1 3 138 0 0,1 0-1 0 0,0 1 1 0 0,0 0 0 0 0,1 1 0 0 0,0 0 0 0 0,1 0 0 0 0,-9 13 0 0 0,5-5 228 0 0,1 1 1 0 0,1 0-1 0 0,-11 27 1 0 0,20-43-621 0 0,-1-1 0 0 0,0 1 0 0 0,1 0 1 0 0,-1 0-1 0 0,1 0 0 0 0,-1 0 0 0 0,1 0 0 0 0,0 0 0 0 0,0 0 1 0 0,0 0-1 0 0,0 0 0 0 0,0 1 0 0 0,1-1 0 0 0,-1 0 0 0 0,1-1 1 0 0,-1 1-1 0 0,1 0 0 0 0,0 0 0 0 0,-1 0 0 0 0,3 3 0 0 0,-1-3-18 0 0,0 0 1 0 0,0 1-1 0 0,0-1 0 0 0,0 0 0 0 0,1 0 0 0 0,-1-1 0 0 0,1 1 0 0 0,0 0 1 0 0,-1-1-1 0 0,1 0 0 0 0,0 1 0 0 0,4 0 0 0 0,9 3 10 0 0,1-2-1 0 0,0 0 1 0 0,0-1-1 0 0,19 1 1 0 0,-17-2 129 0 0,-8 0-118 0 0,0 0 0 0 0,0 0 0 0 0,1 2 0 0 0,17 5 0 0 0,-28-8-43 0 0,1 1 0 0 0,0-1 1 0 0,-1 1-1 0 0,1 0 0 0 0,-1 0 0 0 0,1-1 0 0 0,-1 1 0 0 0,1 0 0 0 0,-1 0 0 0 0,0 0 0 0 0,1 0 1 0 0,-1 1-1 0 0,0-1 0 0 0,0 0 0 0 0,0 0 0 0 0,0 1 0 0 0,0-1 0 0 0,0 1 0 0 0,0-1 0 0 0,0 1 1 0 0,-1-1-1 0 0,1 1 0 0 0,0-1 0 0 0,-1 1 0 0 0,0 0 0 0 0,1-1 0 0 0,-1 1 0 0 0,0 0 0 0 0,0-1 1 0 0,0 1-1 0 0,0 0 0 0 0,0-1 0 0 0,0 1 0 0 0,0 0 0 0 0,-1-1 0 0 0,1 1 0 0 0,0 0 0 0 0,-1-1 1 0 0,0 1-1 0 0,0 2 0 0 0,-6 8 18 0 0,0-1 1 0 0,0 1-1 0 0,-1-1 1 0 0,0-1-1 0 0,-1 0 1 0 0,0 0-1 0 0,-1 0 1 0 0,0-1-1 0 0,0-1 0 0 0,-1 0 1 0 0,0 0-1 0 0,-15 7 1 0 0,-6 0-39 0 0</inkml:trace>
</inkml:ink>
</file>

<file path=ppt/ink/ink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2:15.23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16 15667 0 0,'0'-1'112'0'0,"1"1"-1"0"0,-1-1 1 0 0,1 0 0 0 0,-1 0-1 0 0,1 1 1 0 0,0-1-1 0 0,-1 0 1 0 0,1 1-1 0 0,0-1 1 0 0,-1 1-1 0 0,1-1 1 0 0,0 1 0 0 0,0-1-1 0 0,0 1 1 0 0,0 0-1 0 0,-1-1 1 0 0,1 1-1 0 0,0 0 1 0 0,0-1 0 0 0,0 1-1 0 0,0 0 1 0 0,0 0-1 0 0,0 0 1 0 0,0 0-1 0 0,0 0 1 0 0,30-5 260 0 0,-15 7-187 0 0,0-1 0 0 0,0 2 0 0 0,0 0-1 0 0,-1 1 1 0 0,1 0 0 0 0,-1 2 0 0 0,0-1 0 0 0,19 12 0 0 0,109 70 392 0 0,97 81 86 0 0,10 8-297 0 0,68 41-156 0 0,185 120-61 0 0,-167-125-112 0 0,159 97 2 0 0,44 27-15 0 0,-148-90 5 0 0,106 69 152 0 0,-117-73-71 0 0,-161-103-105 0 0,214 130-37 0 0,-196-112-630 0 0,-143-80-2262 0 0,-67-53-4113 0 0</inkml:trace>
</inkml:ink>
</file>

<file path=ppt/ink/ink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2:15.7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4314 281 11058 0 0,'-33'-52'630'0'0,"14"22"-906"0"0,0 0 0 0 0,-2 1-1 0 0,-42-45 1 0 0,56 68 326 0 0,0-1 0 0 0,0 1 0 0 0,0 1 1 0 0,-1-1-1 0 0,0 1 0 0 0,0 1 0 0 0,0-1 1 0 0,0 2-1 0 0,-1-1 0 0 0,1 1 1 0 0,-1 0-1 0 0,0 1 0 0 0,0 0 0 0 0,0 0 1 0 0,-1 1-1 0 0,1 0 0 0 0,0 1 0 0 0,0 0 1 0 0,-12 1-1 0 0,-3 3 154 0 0,1 2 1 0 0,0 0-1 0 0,0 2 0 0 0,0 0 1 0 0,1 1-1 0 0,0 2 1 0 0,1 0-1 0 0,0 1 1 0 0,-21 17-1 0 0,-4 6 132 0 0,3 2 0 0 0,-68 72 0 0 0,-172 217 464 0 0,179-202-453 0 0,-117 152 211 0 0,8-12-213 0 0,-7-2-159 0 0,-587 666 2070 0 0,-150 53-1063 0 0,644-665-1018 0 0,32-23-767 0 0,145-145-96 0 0</inkml:trace>
</inkml:ink>
</file>

<file path=ppt/ink/ink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2:39.29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79 8290 0 0,'2'-2'424'0'0,"1"0"1"0"0,0 0-1 0 0,0 0 1 0 0,0 1-1 0 0,0-1 1 0 0,0 1-1 0 0,0-1 1 0 0,0 1-1 0 0,1 0 1 0 0,-1 0-1 0 0,6 0 1 0 0,-8 1-238 0 0,33-7 2713 0 0,68-4 1 0 0,8-1-2174 0 0,-67 4-933 0 0,83-13 292 0 0,-113 20-797 0 0,1 0 0 0 0,0 1 0 0 0,0 1 0 0 0,-1 0 0 0 0,1 1 0 0 0,26 7 0 0 0,-24-3-4873 0 0</inkml:trace>
</inkml:ink>
</file>

<file path=ppt/ink/ink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2:39.54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9 118 4145 0 0,'-8'-16'12735'0'0,"8"16"-12574"0"0,22-9 513 0 0,-1 1 0 0 0,1 1 0 0 0,1 1 1 0 0,-1 1-1 0 0,32-4 0 0 0,29-6-933 0 0,79-21-4140 0 0,-125 29-1691 0 0</inkml:trace>
</inkml:ink>
</file>

<file path=ppt/ink/ink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2:42.58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102 270 4609 0 0,'-7'-5'407'0'0,"1"1"0"0"0,0-1-1 0 0,0 0 1 0 0,-8-10 0 0 0,2 1 2054 0 0,1 0 1 0 0,-10-19-1 0 0,2 4 366 0 0,29 42 1351 0 0,4 7-3835 0 0,0 2 0 0 0,12 25 0 0 0,40 136-343 0 0,-48-126 0 0 0,2-1 0 0 0,3-1 0 0 0,46 83 0 0 0,-68-137 0 0 0,60 88-15 0 0,-54-80 48 0 0,0-1 1 0 0,0 0 0 0 0,1 0 0 0 0,1 0 0 0 0,-1-1 0 0 0,1 0 0 0 0,16 8 0 0 0,-25-14-21 0 0,0-1 0 0 0,1 0 0 0 0,-1 0 0 0 0,1 0 0 0 0,-1 0 0 0 0,1 1 0 0 0,-1-1 1 0 0,0 0-1 0 0,1 0 0 0 0,-1 0 0 0 0,1 0 0 0 0,-1 0 0 0 0,1 0 0 0 0,-1 0 0 0 0,0 0 0 0 0,1-1 1 0 0,-1 1-1 0 0,1 0 0 0 0,-1 0 0 0 0,1 0 0 0 0,-1 0 0 0 0,0 0 0 0 0,1-1 0 0 0,-1 1 0 0 0,0 0 0 0 0,1 0 1 0 0,-1-1-1 0 0,0 1 0 0 0,1 0 0 0 0,0-1 0 0 0,7-16 158 0 0,1-27-10 0 0,-8 38-67 0 0,14-90 192 0 0,-3 8-242 0 0,4 0 0 0 0,40-123-1 0 0,-30 134-527 0 0,17-86-1 0 0,-25 59-4415 0 0</inkml:trace>
</inkml:ink>
</file>

<file path=ppt/ink/ink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2:43.29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386 508 2761 0 0,'0'-5'335'0'0,"-1"1"-1"0"0,0 0 1 0 0,0 0 0 0 0,0 0 0 0 0,0-1 0 0 0,-1 1 0 0 0,1 0 0 0 0,-1 0 0 0 0,0 1 0 0 0,0-1 0 0 0,-1 0 0 0 0,1 1 0 0 0,-1-1 0 0 0,0 1 0 0 0,1 0 0 0 0,-2 0 0 0 0,1 0 0 0 0,0 0 0 0 0,-5-2-1 0 0,3 0 143 0 0,-2 1 0 0 0,1 1-1 0 0,0-1 1 0 0,-1 1-1 0 0,1 0 1 0 0,-1 0 0 0 0,0 1-1 0 0,0 0 1 0 0,0 0-1 0 0,-11-1 1 0 0,9 4-331 0 0,-1-1-1 0 0,1 1 1 0 0,0 0 0 0 0,-1 1-1 0 0,1 0 1 0 0,0 1 0 0 0,0 0-1 0 0,1 0 1 0 0,-1 1 0 0 0,0 0-1 0 0,1 0 1 0 0,0 1 0 0 0,0 0 0 0 0,1 1-1 0 0,-8 6 1 0 0,2-1 94 0 0,0 1 1 0 0,1 0-1 0 0,1 1 1 0 0,0 1-1 0 0,0-1 0 0 0,2 2 1 0 0,-11 19-1 0 0,18-29-253 0 0,0 0 0 0 0,0-1 0 0 0,1 1 0 0 0,0 0 0 0 0,0 0 0 0 0,0 0 0 0 0,0 0 0 0 0,1 0 1 0 0,0 0-1 0 0,0 0 0 0 0,0 0 0 0 0,1 0 0 0 0,-1 0 0 0 0,1 0 0 0 0,1 0 0 0 0,2 8 0 0 0,-3-11 6 0 0,0 0 0 0 0,0 0 0 0 0,0 0-1 0 0,0 0 1 0 0,0-1 0 0 0,0 1 0 0 0,1 0 0 0 0,-1-1 0 0 0,1 1 0 0 0,-1-1-1 0 0,1 1 1 0 0,0-1 0 0 0,-1 0 0 0 0,1 0 0 0 0,0 0 0 0 0,0 0 0 0 0,0 0-1 0 0,0 0 1 0 0,0 0 0 0 0,0-1 0 0 0,0 1 0 0 0,0 0 0 0 0,0-1 0 0 0,0 0-1 0 0,0 0 1 0 0,0 0 0 0 0,0 0 0 0 0,1 0 0 0 0,-1 0 0 0 0,0 0 0 0 0,0 0-1 0 0,0-1 1 0 0,0 1 0 0 0,0-1 0 0 0,0 0 0 0 0,0 0 0 0 0,0 1 0 0 0,0-1-1 0 0,0 0 1 0 0,0-1 0 0 0,1 0 0 0 0,9-6-106 0 0,0 0 0 0 0,0 0 0 0 0,-1-1-1 0 0,0-1 1 0 0,-1 0 0 0 0,0 0 0 0 0,0-1 0 0 0,-1 0 0 0 0,-1-1 0 0 0,0 0-1 0 0,10-19 1 0 0,-6 6-52 0 0,-1 0 0 0 0,0-1 0 0 0,-3 0 0 0 0,0 0 0 0 0,5-30-1 0 0,-7 25 423 0 0,-1-1 0 0 0,-2 1 0 0 0,-1-1 0 0 0,-2 0 0 0 0,0 0-1 0 0,-11-60 1 0 0,9 83 58 0 0,-1 0 0 0 0,0 0-1 0 0,-9-16 1 0 0,11 23-247 0 0,0 0 1 0 0,0 0-1 0 0,0 0 0 0 0,0 0 0 0 0,0 0 0 0 0,-1 1 1 0 0,1-1-1 0 0,-1 0 0 0 0,1 0 0 0 0,-1 1 0 0 0,0-1 1 0 0,0 1-1 0 0,0 0 0 0 0,0 0 0 0 0,0-1 0 0 0,0 1 0 0 0,0 0 1 0 0,0 0-1 0 0,0 1 0 0 0,0-1 0 0 0,-4 0 0 0 0,5 1-32 0 0,0 1 0 0 0,0-1 0 0 0,0 1 0 0 0,0 0 0 0 0,0-1 0 0 0,0 1 0 0 0,0 0 0 0 0,0 0-1 0 0,0 0 1 0 0,1 0 0 0 0,-1-1 0 0 0,0 1 0 0 0,1 0 0 0 0,-1 0 0 0 0,0 1 0 0 0,1-1 0 0 0,-1 0 0 0 0,1 0-1 0 0,0 0 1 0 0,-1 0 0 0 0,1 0 0 0 0,0 0 0 0 0,0 1 0 0 0,0-1 0 0 0,0 0 0 0 0,0 0 0 0 0,0 0 0 0 0,0 1-1 0 0,0-1 1 0 0,0 2 0 0 0,3 42 247 0 0,-3-43-246 0 0,15 109 101 0 0,5-1 0 0 0,4-1 0 0 0,47 127 0 0 0,-62-208-822 0 0,1 0 0 0 0,2 0-1 0 0,1-1 1 0 0,0-1 0 0 0,3 0 0 0 0,25 34 0 0 0,-21-40 744 0 0</inkml:trace>
</inkml:ink>
</file>

<file path=ppt/ink/ink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2:43.86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157 423 7370 0 0,'-13'-14'536'0'0,"10"10"158"0"0,0 1 0 0 0,0-1 1 0 0,0 1-1 0 0,0 0 0 0 0,-1 0 0 0 0,1 0 1 0 0,-6-2-1 0 0,7 4-573 0 0,1 0-1 0 0,-1 1 1 0 0,1 0 0 0 0,-1-1 0 0 0,1 1 0 0 0,-1 0 0 0 0,0 0-1 0 0,1 0 1 0 0,-1 0 0 0 0,1 0 0 0 0,-1 0 0 0 0,0 0 0 0 0,1 1-1 0 0,-1-1 1 0 0,1 1 0 0 0,-1-1 0 0 0,1 1 0 0 0,-1-1 0 0 0,1 1-1 0 0,0 0 1 0 0,-1 0 0 0 0,1-1 0 0 0,0 1 0 0 0,-1 0 0 0 0,1 0-1 0 0,-2 2 1 0 0,-3 4 47 0 0,-1 0 0 0 0,1 0 0 0 0,1 1 0 0 0,-1 0 0 0 0,1 0 0 0 0,1 0 0 0 0,-1 1 0 0 0,1-1 0 0 0,1 1 0 0 0,-5 17 0 0 0,5-15-239 0 0,0 1 0 0 0,1 0 0 0 0,0-1 0 0 0,1 1 0 0 0,0 0 1 0 0,1 0-1 0 0,1 0 0 0 0,2 15 0 0 0,-3-25-22 0 0,0 0 0 0 0,0-1 0 0 0,1 1 0 0 0,-1 0 0 0 0,1 0 0 0 0,0 0 0 0 0,-1 0 0 0 0,1-1 0 0 0,0 1 0 0 0,0 0 0 0 0,0-1 0 0 0,0 1 0 0 0,1-1 0 0 0,-1 1 0 0 0,0-1 1 0 0,1 0-1 0 0,-1 1 0 0 0,4 1 0 0 0,-4-2-14 0 0,1-1 1 0 0,-1 1-1 0 0,1-1 0 0 0,0 1 1 0 0,-1-1-1 0 0,1 0 1 0 0,0 0-1 0 0,-1 0 1 0 0,1 0-1 0 0,0 0 1 0 0,-1 0-1 0 0,1 0 1 0 0,0-1-1 0 0,-1 1 0 0 0,1-1 1 0 0,-1 1-1 0 0,3-2 1 0 0,2-1-50 0 0,0 0 0 0 0,0 0 1 0 0,0-1-1 0 0,-1 0 0 0 0,0 0 1 0 0,1-1-1 0 0,-1 0 0 0 0,-1 0 0 0 0,6-6 1 0 0,4-10 250 0 0,-1-1 0 0 0,0 0 0 0 0,-2-1 1 0 0,0 0-1 0 0,-2-1 0 0 0,9-35 1 0 0,-6 11-65 0 0,-3 0 0 0 0,6-68 0 0 0,-15 100 65 0 0,-1 0 1 0 0,0 0-1 0 0,0 1 0 0 0,-2-1 0 0 0,0 0 1 0 0,-1 1-1 0 0,0 0 0 0 0,-14-29 1 0 0,16 39 506 0 0,-9-16 5055 0 0,12 166-3818 0 0,3 60-1128 0 0,-1-173-585 0 0,2 1-1 0 0,0-1 1 0 0,3 0-1 0 0,14 41 1 0 0,-6-26-528 0 0,-8-23 616 0 0,0-1 1 0 0,14 27 0 0 0,-17-42-1364 0 0,0 0 0 0 0,0 0 1 0 0,0-1-1 0 0,1 0 0 0 0,10 10 1 0 0</inkml:trace>
</inkml:ink>
</file>

<file path=ppt/ink/ink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6:03.8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448 36 6913 0 0,'0'-1'-11'0'0,"0"0"-1"0"0,1 0 0 0 0,-1 0 0 0 0,0 1 0 0 0,0-1 1 0 0,1 0-1 0 0,-1 0 0 0 0,0 0 0 0 0,0 0 0 0 0,0 0 1 0 0,0 0-1 0 0,0 0 0 0 0,-1 0 0 0 0,1 0 0 0 0,0 1 0 0 0,0-1 1 0 0,-1 0-1 0 0,1 0 0 0 0,0 0 0 0 0,-1 0 0 0 0,1 0 1 0 0,-1 1-1 0 0,1-1 0 0 0,-1 0 0 0 0,1 0 0 0 0,-2 0 0 0 0,1-1 78 0 0,-1 1 0 0 0,0 0 0 0 0,0 0 0 0 0,0 0 0 0 0,0 0-1 0 0,0 1 1 0 0,0-1 0 0 0,0 0 0 0 0,0 1 0 0 0,0-1-1 0 0,-2 1 1 0 0,-6-1 354 0 0,0 0 0 0 0,0 2 1 0 0,-16 1-1 0 0,8 0 287 0 0,0 1 0 0 0,0 0 0 0 0,1 2 1 0 0,0 0-1 0 0,0 1 0 0 0,-27 13 1 0 0,32-12-451 0 0,1 0 1 0 0,0 1-1 0 0,1 0 1 0 0,0 1 0 0 0,0 0-1 0 0,1 0 1 0 0,0 1-1 0 0,0 0 1 0 0,-12 21 0 0 0,6-9-73 0 0,2 1 0 0 0,1 1 0 0 0,1 0 1 0 0,1 1-1 0 0,1 0 0 0 0,1 0 0 0 0,1 1 0 0 0,1 0 1 0 0,-3 43-1 0 0,8-65-186 0 0,1 0 0 0 0,0 0 0 0 0,1 0 0 0 0,-1 0 0 0 0,1 0 0 0 0,-1 0 0 0 0,1 1 0 0 0,0-1 0 0 0,1 0 0 0 0,-1-1 0 0 0,1 1 0 0 0,0 0 0 0 0,0 0 0 0 0,0-1 0 0 0,0 1 0 0 0,0-1 0 0 0,1 0 0 0 0,0 1 0 0 0,-1-1 0 0 0,1-1 0 0 0,1 1 1 0 0,-1 0-1 0 0,0-1 0 0 0,1 1 0 0 0,4 1 0 0 0,3 1-70 0 0,0 0 0 0 0,0-2 0 0 0,1 1 0 0 0,0-1 0 0 0,0-1 0 0 0,0 0-1 0 0,18 0 1 0 0,7 0-117 0 0,114 13 44 0 0,-132-12 166 0 0,-1 1 1 0 0,0 1-1 0 0,1 0 0 0 0,-2 1 1 0 0,33 17-1 0 0,-46-21 8 0 0,-1-1 0 0 0,0 1 0 0 0,0 0 0 0 0,0 0 0 0 0,-1 0 0 0 0,1 1 0 0 0,0-1 0 0 0,-1 1 0 0 0,0 0 0 0 0,1-1 0 0 0,-1 1 0 0 0,0 0 0 0 0,-1 0 0 0 0,1 0 0 0 0,0 0 0 0 0,-1 1 0 0 0,0-1 0 0 0,1 0 0 0 0,-1 1-1 0 0,-1-1 1 0 0,1 1 0 0 0,0-1 0 0 0,-1 1 0 0 0,0-1 0 0 0,0 6 0 0 0,-1 0 108 0 0,-1 0 0 0 0,0 0-1 0 0,0 0 1 0 0,-1-1-1 0 0,0 1 1 0 0,-1-1-1 0 0,0 1 1 0 0,-9 14 0 0 0,-2-1 189 0 0,-1 0-1 0 0,-1-1 1 0 0,-1-1 0 0 0,0 0 0 0 0,-37 29 0 0 0,13-17-1936 0 0,-90 52 0 0 0</inkml:trace>
</inkml:ink>
</file>

<file path=ppt/ink/ink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6:04.02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18 3681 0 0,'0'0'-5'0'0,"8"-3"410"0"0,1-1 1 0 0,-1 2 0 0 0,1-1 0 0 0,-1 1 0 0 0,1 0 0 0 0,10 0-1 0 0,-16 2-143 0 0,-1 0 0 0 0,1 0 0 0 0,-1 1 0 0 0,1-1 0 0 0,-1 1 0 0 0,0 0 0 0 0,1-1 0 0 0,-1 1-1 0 0,1 0 1 0 0,-1 0 0 0 0,0 1 0 0 0,0-1 0 0 0,0 0 0 0 0,0 1 0 0 0,0-1 0 0 0,0 1 0 0 0,0 0 0 0 0,0-1-1 0 0,-1 1 1 0 0,1 0 0 0 0,0 0 0 0 0,-1 0 0 0 0,0 0 0 0 0,1 1 0 0 0,-1-1 0 0 0,0 0 0 0 0,1 3 0 0 0,8 22 1450 0 0,0 1 1 0 0,6 29 0 0 0,7 57-312 0 0,-2-3-2603 0 0,-16-94-1851 0 0</inkml:trace>
</inkml:ink>
</file>

<file path=ppt/ink/ink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6:04.2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11979 0 0,'0'0'59'0'0,"1"0"1"0"0,-1 0 0 0 0,1 0 0 0 0,0 0 0 0 0,-1 0 0 0 0,1 0-1 0 0,-1 0 1 0 0,1 0 0 0 0,-1 1 0 0 0,1-1 0 0 0,-1 0 0 0 0,1 0-1 0 0,-1 0 1 0 0,1 0 0 0 0,-1 1 0 0 0,1-1 0 0 0,-1 0 0 0 0,0 1-1 0 0,1-1 1 0 0,-1 0 0 0 0,1 1 0 0 0,-1-1 0 0 0,0 0 0 0 0,1 1 0 0 0,-1-1-1 0 0,0 1 1 0 0,1-1 0 0 0,-1 1 0 0 0,0-1 0 0 0,0 1 0 0 0,1-1-1 0 0,-1 1 1 0 0,0-1 0 0 0,0 1 0 0 0,0-1 0 0 0,0 1 0 0 0,0-1-1 0 0,0 1 1 0 0,0 0 0 0 0,8 23 586 0 0,-7-21-532 0 0,3 19-324 0 0,1 0 1 0 0,1 0 0 0 0,0-1-1 0 0,2 0 1 0 0,1 0-1 0 0,0-1 1 0 0,20 31-1 0 0,-11-27 293 0 0,0-2-67 0 0</inkml:trace>
</inkml:ink>
</file>

<file path=ppt/ink/ink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6:04.59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97 5985 0 0,'5'-7'513'0'0,"0"0"0"0"0,0 1 0 0 0,1-1 0 0 0,0 1 0 0 0,1 0 1 0 0,12-9-1 0 0,-16 12-186 0 0,1 1 0 0 0,0-1 1 0 0,0 0-1 0 0,0 1 0 0 0,0 0 0 0 0,1 0 1 0 0,-1 0-1 0 0,0 1 0 0 0,1 0 1 0 0,-1-1-1 0 0,1 1 0 0 0,-1 1 1 0 0,10-1-1 0 0,-11 2-183 0 0,0 0 0 0 0,0 0 0 0 0,-1 0 0 0 0,1 0 0 0 0,0 1 0 0 0,-1 0 0 0 0,1-1 0 0 0,-1 1-1 0 0,0 0 1 0 0,1 0 0 0 0,-1 0 0 0 0,0 1 0 0 0,0-1 0 0 0,0 0 0 0 0,-1 1 0 0 0,1-1 0 0 0,0 1 0 0 0,-1 0 0 0 0,0-1 0 0 0,0 1 0 0 0,0 0 0 0 0,1 3 0 0 0,3 7 113 0 0,-2 1 1 0 0,1 0-1 0 0,1 17 1 0 0,-2 24-247 0 0,-3-40-1026 0 0,0 0 0 0 0,2-1-1 0 0,2 18 1 0 0,4-41-1935 0 0,7-16 2866 0 0,4-9 716 0 0,39-55 0 0 0,-46 74-395 0 0,0 0 0 0 0,1 0 0 0 0,1 2 0 0 0,0 0 0 0 0,24-18 0 0 0,-36 30-145 0 0,-1 0 1 0 0,1 0 0 0 0,-1-1-1 0 0,1 1 1 0 0,-1 1 0 0 0,1-1-1 0 0,0 0 1 0 0,-1 0 0 0 0,1 1-1 0 0,0-1 1 0 0,0 1 0 0 0,0-1-1 0 0,-1 1 1 0 0,1 0-1 0 0,0-1 1 0 0,0 1 0 0 0,0 0-1 0 0,0 0 1 0 0,0 1 0 0 0,-1-1-1 0 0,1 0 1 0 0,0 1 0 0 0,0-1-1 0 0,0 1 1 0 0,-1-1 0 0 0,1 1-1 0 0,0 0 1 0 0,1 1 0 0 0,-1 0 5 0 0,1 0 0 0 0,-1 1 1 0 0,-1-1-1 0 0,1 1 0 0 0,0 0 1 0 0,0-1-1 0 0,-1 1 0 0 0,0 0 0 0 0,1 0 1 0 0,-1 0-1 0 0,-1 0 0 0 0,1 0 1 0 0,0 0-1 0 0,-1 0 0 0 0,1 1 1 0 0,-1 2-1 0 0,1 19-303 0 0,-3 43 1 0 0,0 2-1501 0 0,3-40 482 0 0</inkml:trace>
</inkml:ink>
</file>

<file path=ppt/ink/ink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6:05.3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392 52 10594 0 0,'-1'-3'45'0'0,"-1"0"0"0"0,1 0 1 0 0,-1 0-1 0 0,1 1 0 0 0,-1-1 0 0 0,0 1 0 0 0,0-1 0 0 0,0 1 0 0 0,0-1 0 0 0,0 1 0 0 0,-1 0 0 0 0,1 0 0 0 0,-1 0 0 0 0,1 1 1 0 0,-1-1-1 0 0,0 1 0 0 0,0-1 0 0 0,1 1 0 0 0,-1 0 0 0 0,0 0 0 0 0,0 0 0 0 0,0 0 0 0 0,-5 0 0 0 0,0-1 179 0 0,-1 1 1 0 0,1 0-1 0 0,-1 0 0 0 0,0 1 0 0 0,1 0 0 0 0,-1 1 0 0 0,-12 2 1 0 0,8 0-70 0 0,0 2 0 0 0,1-1 1 0 0,0 1-1 0 0,0 1 1 0 0,0 0-1 0 0,1 1 1 0 0,-1 0-1 0 0,2 1 1 0 0,-1 0-1 0 0,1 1 1 0 0,0 0-1 0 0,1 0 1 0 0,-12 17-1 0 0,10-13-113 0 0,2 1 0 0 0,-1 1 0 0 0,2 0 0 0 0,0 0 0 0 0,1 0 0 0 0,0 1 0 0 0,2 0 0 0 0,0 0 0 0 0,0 1 0 0 0,-2 19-1 0 0,7-33-51 0 0,-1-1-1 0 0,1 1 0 0 0,0 0 1 0 0,0-1-1 0 0,0 1 0 0 0,0-1 0 0 0,1 1 1 0 0,-1 0-1 0 0,1-1 0 0 0,-1 1 1 0 0,1-1-1 0 0,0 1 0 0 0,0-1 0 0 0,0 0 1 0 0,0 1-1 0 0,1-1 0 0 0,-1 0 1 0 0,1 0-1 0 0,-1 0 0 0 0,1 0 0 0 0,0 0 1 0 0,0 0-1 0 0,-1 0 0 0 0,4 2 1 0 0,-3-3-24 0 0,0-1 0 0 0,0 1 0 0 0,0 0 0 0 0,0-1 0 0 0,0 1 0 0 0,0-1 0 0 0,0 1 0 0 0,0-1 0 0 0,0 0 0 0 0,0 0 0 0 0,1 0 0 0 0,-1 0 0 0 0,0 0 0 0 0,0 0 0 0 0,0-1 0 0 0,0 1 0 0 0,0-1 1 0 0,0 0-1 0 0,0 1 0 0 0,0-1 0 0 0,0 0 0 0 0,0 0 0 0 0,0 0 0 0 0,0 0 0 0 0,-1-1 0 0 0,1 1 0 0 0,0 0 0 0 0,-1-1 0 0 0,1 1 0 0 0,1-3 0 0 0,8-9 76 0 0,0 0 0 0 0,-1 0-1 0 0,0-1 1 0 0,-1-1 0 0 0,8-16 0 0 0,33-84 1463 0 0,-23 50-492 0 0,-24 59-767 0 0,0-1 1 0 0,1 1-1 0 0,0 0 1 0 0,0 0-1 0 0,8-10 1 0 0,-12 15-188 0 0,1 1 1 0 0,0-1-1 0 0,0 0 1 0 0,0 0-1 0 0,-1 1 1 0 0,1-1 0 0 0,0 1-1 0 0,0-1 1 0 0,0 1-1 0 0,0-1 1 0 0,0 1-1 0 0,0 0 1 0 0,0-1-1 0 0,0 1 1 0 0,0 0-1 0 0,0 0 1 0 0,0 0-1 0 0,0-1 1 0 0,2 1-1 0 0,-2 1 2 0 0,0-1 0 0 0,0 1 1 0 0,1 0-1 0 0,-1-1 0 0 0,0 1 0 0 0,0 0 0 0 0,0 0 0 0 0,0-1 0 0 0,0 1 0 0 0,0 0 0 0 0,0 0 0 0 0,0 0 1 0 0,0 0-1 0 0,0 1 0 0 0,0-1 0 0 0,-1 0 0 0 0,1 0 0 0 0,0 0 0 0 0,0 3 0 0 0,5 10-12 0 0,-1 0 1 0 0,0 1-1 0 0,-1 0 0 0 0,0 0 0 0 0,-1 1 1 0 0,1 27-1 0 0,-4 95 131 0 0,0-132-187 0 0,-2 31 86 0 0,-1-1 1 0 0,-2 1 0 0 0,-1-1-1 0 0,-22 69 1 0 0,21-87-241 0 0,0 0 1 0 0,-1-1-1 0 0,0 0 1 0 0,-2 0-1 0 0,0 0 1 0 0,-1-2-1 0 0,0 1 1 0 0,-2-1-1 0 0,1-1 0 0 0,-2 0 1 0 0,-18 15-1 0 0</inkml:trace>
</inkml:ink>
</file>

<file path=ppt/ink/ink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6:05.73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5065 0 0,'4'0'274'0'0,"-1"0"-1"0"0,1 1 1 0 0,-1-1-1 0 0,0 1 1 0 0,1 0 0 0 0,-1 0-1 0 0,0 0 1 0 0,0 0-1 0 0,1 1 1 0 0,-1 0 0 0 0,0-1-1 0 0,-1 1 1 0 0,1 0-1 0 0,0 0 1 0 0,0 0-1 0 0,-1 1 1 0 0,1-1 0 0 0,-1 1-1 0 0,0-1 1 0 0,0 1-1 0 0,0 0 1 0 0,0 0 0 0 0,2 4-1 0 0,5 8 666 0 0,0 0 1 0 0,-1 1-1 0 0,6 19 1 0 0,-8-17-385 0 0,-1 0 0 0 0,0 1 1 0 0,-1-1-1 0 0,2 35 0 0 0,-6 76 512 0 0,-2-54-1522 0 0,15-113-2483 0 0,1-2 3006 0 0,-5 10 0 0 0,6-19 406 0 0,23-48 1 0 0,-33 85-193 0 0,1-1-1 0 0,1 1 1 0 0,0 1 0 0 0,1-1 0 0 0,0 1 0 0 0,0 0 0 0 0,1 1-1 0 0,21-18 1 0 0,-29 27-225 0 0,0-1-1 0 0,0 1 0 0 0,1 0 1 0 0,-1 0-1 0 0,0 0 1 0 0,1 1-1 0 0,-1-1 1 0 0,0 0-1 0 0,1 0 1 0 0,-1 1-1 0 0,1-1 0 0 0,0 1 1 0 0,-1-1-1 0 0,1 1 1 0 0,-1 0-1 0 0,1-1 1 0 0,0 1-1 0 0,-1 0 1 0 0,1 0-1 0 0,0 0 0 0 0,-1 0 1 0 0,1 1-1 0 0,-1-1 1 0 0,1 0-1 0 0,0 1 1 0 0,-1-1-1 0 0,1 1 1 0 0,-1-1-1 0 0,1 1 0 0 0,-1 0 1 0 0,1 0-1 0 0,-1 0 1 0 0,0-1-1 0 0,1 1 1 0 0,-1 1-1 0 0,0-1 1 0 0,0 0-1 0 0,0 0 0 0 0,0 0 1 0 0,0 1-1 0 0,0-1 1 0 0,0 0-1 0 0,0 1 1 0 0,0-1-1 0 0,-1 1 0 0 0,1-1 1 0 0,0 3-1 0 0,5 10-62 0 0,-2 0 0 0 0,0 0 0 0 0,0 0 0 0 0,2 19-1 0 0,-4-20-213 0 0,0 0-362 0 0,0-1-1 0 0,1 1 1 0 0,0-1 0 0 0,1 0 0 0 0,0 0-1 0 0,1 0 1 0 0,7 11 0 0 0,-3-10-731 0 0</inkml:trace>
</inkml:ink>
</file>

<file path=ppt/ink/ink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6:06.0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208 70 7514 0 0,'0'-6'270'0'0,"0"0"1"0"0,-1-1 0 0 0,1 1 0 0 0,-1-1 0 0 0,-1 1 0 0 0,-1-7-1 0 0,2 12-179 0 0,1 0 0 0 0,0 0 0 0 0,-1 0 0 0 0,1 0 0 0 0,-1 0 0 0 0,0 0 0 0 0,1 0 0 0 0,-1 0 0 0 0,0 0 0 0 0,1 1-1 0 0,-1-1 1 0 0,0 0 0 0 0,0 0 0 0 0,0 1 0 0 0,0-1 0 0 0,0 0 0 0 0,0 1 0 0 0,0-1 0 0 0,0 1 0 0 0,0-1 0 0 0,0 1-1 0 0,0 0 1 0 0,0-1 0 0 0,0 1 0 0 0,0 0 0 0 0,0 0 0 0 0,0 0 0 0 0,0 0 0 0 0,-1 0 0 0 0,1 0 0 0 0,0 0 0 0 0,0 0 0 0 0,0 0-1 0 0,0 1 1 0 0,0-1 0 0 0,0 0 0 0 0,0 1 0 0 0,0-1 0 0 0,0 1 0 0 0,0-1 0 0 0,0 1 0 0 0,0-1 0 0 0,-2 2 0 0 0,-6 4 190 0 0,0 0 0 0 0,1 0 1 0 0,0 1-1 0 0,0 0 0 0 0,0 1 1 0 0,1 0-1 0 0,0 0 0 0 0,-6 10 1 0 0,-4 6 136 0 0,-22 46 0 0 0,34-60-351 0 0,1 1 0 0 0,0-1 0 0 0,1 1 0 0 0,0 0 0 0 0,0 0 0 0 0,0 12 1 0 0,3-20-72 0 0,-1 0 0 0 0,1 0 1 0 0,0 0-1 0 0,1 0 1 0 0,-1 0-1 0 0,0-1 0 0 0,1 1 1 0 0,0 0-1 0 0,-1 0 1 0 0,1 0-1 0 0,0-1 0 0 0,3 6 1 0 0,-3-7-25 0 0,0 0 0 0 0,0 1 0 0 0,1-1 0 0 0,-1 0 0 0 0,0 0 1 0 0,1 0-1 0 0,-1 0 0 0 0,1 0 0 0 0,-1 0 0 0 0,1 0 0 0 0,0 0 0 0 0,-1-1 0 0 0,1 1 0 0 0,0-1 1 0 0,-1 1-1 0 0,1-1 0 0 0,0 0 0 0 0,-1 1 0 0 0,1-1 0 0 0,0 0 0 0 0,0 0 0 0 0,0 0 0 0 0,1-1 1 0 0,2 0-127 0 0,0 0 0 0 0,-1 0 0 0 0,1 0 0 0 0,-1-1 0 0 0,0 0 0 0 0,1 0 0 0 0,-1 0 0 0 0,0 0 0 0 0,0-1 0 0 0,0 0 0 0 0,0 1 0 0 0,-1-1 0 0 0,7-7 0 0 0,5-6-751 0 0,20-29 0 0 0,-30 38 758 0 0,22-39-661 0 0,-23 37 915 0 0,1 1 1 0 0,-1-1 0 0 0,2 1-1 0 0,-1 0 1 0 0,1 1-1 0 0,9-10 1 0 0,-15 17-37 0 0,0-1-1 0 0,1 1 1 0 0,-1 0-1 0 0,1-1 1 0 0,-1 1-1 0 0,1 0 1 0 0,-1-1 0 0 0,1 1-1 0 0,-1 0 1 0 0,1 0-1 0 0,-1-1 1 0 0,1 1-1 0 0,-1 0 1 0 0,1 0-1 0 0,-1 0 1 0 0,1 0 0 0 0,0 0-1 0 0,-1 0 1 0 0,1 0-1 0 0,-1 0 1 0 0,1 0-1 0 0,-1 0 1 0 0,1 0 0 0 0,0 0-1 0 0,-1 0 1 0 0,1 0-1 0 0,-1 0 1 0 0,1 1-1 0 0,-1-1 1 0 0,1 0 0 0 0,-1 0-1 0 0,1 1 1 0 0,-1-1-1 0 0,1 0 1 0 0,-1 1-1 0 0,1-1 1 0 0,-1 1-1 0 0,1-1 1 0 0,-1 0 0 0 0,0 1-1 0 0,1-1 1 0 0,-1 1-1 0 0,0-1 1 0 0,0 1-1 0 0,1-1 1 0 0,-1 2 0 0 0,14 32 1756 0 0,-8-17-1331 0 0,-5-15-572 0 0,-1 0 1 0 0,1 0-1 0 0,0-1 1 0 0,1 1-1 0 0,-1 0 0 0 0,0-1 1 0 0,0 1-1 0 0,1-1 1 0 0,-1 1-1 0 0,1-1 1 0 0,-1 0-1 0 0,1 0 0 0 0,0 1 1 0 0,-1-1-1 0 0,1 0 1 0 0,0-1-1 0 0,0 1 1 0 0,0 0-1 0 0,0 0 0 0 0,0-1 1 0 0,0 1-1 0 0,0-1 1 0 0,0 0-1 0 0,0 1 1 0 0,0-1-1 0 0,2 0 0 0 0</inkml:trace>
</inkml:ink>
</file>

<file path=ppt/ink/ink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6:06.27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1 397 3225 0 0,'17'-191'2790'0'0,"-17"1"6246"0"0,-2 175-5532 0 0,-1 26-1129 0 0,-1 25-948 0 0,6 98-1216 0 0,5 0 0 0 0,7 0 0 0 0,5-1 0 0 0,6-1 0 0 0,5-1 0 0 0,50 130 0 0 0,-56-196-529 0 0,1-2-9 0 0</inkml:trace>
</inkml:ink>
</file>

<file path=ppt/ink/ink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6:09.19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86 6449 0 0,'-1'-2'307'0'0,"1"-1"-1"0"0,-1 1 0 0 0,1-1 1 0 0,-1 0-1 0 0,1 0 0 0 0,0 1 1 0 0,0-1-1 0 0,0 0 0 0 0,0 1 1 0 0,1-1-1 0 0,-1 0 0 0 0,1 1 1 0 0,1-5-1 0 0,-2 6-201 0 0,0 0-1 0 0,1 1 1 0 0,-1-1 0 0 0,0 0 0 0 0,1 1-1 0 0,-1-1 1 0 0,0 0 0 0 0,1 1 0 0 0,-1-1-1 0 0,1 1 1 0 0,-1-1 0 0 0,1 1 0 0 0,-1-1-1 0 0,1 1 1 0 0,0-1 0 0 0,-1 1-1 0 0,1-1 1 0 0,-1 1 0 0 0,1 0 0 0 0,1-1-1 0 0,-1 1-10 0 0,0 0 0 0 0,0 0 0 0 0,0 0 0 0 0,0 0 0 0 0,-1 1 0 0 0,1-1 0 0 0,0 0 0 0 0,0 1 0 0 0,0-1 0 0 0,0 0 0 0 0,-1 1 0 0 0,1-1 0 0 0,0 1 0 0 0,0 0 0 0 0,-1-1 0 0 0,1 1 0 0 0,0-1 0 0 0,-1 1 0 0 0,1 0 0 0 0,-1-1 0 0 0,1 1 0 0 0,0 1 0 0 0,9 13 339 0 0,-1 0 0 0 0,-1 0 0 0 0,0 1 0 0 0,7 21 0 0 0,13 25 115 0 0,34 38-308 0 0,-41-68-176 0 0,0 0 0 0 0,18 43 0 0 0,-34-49-211 0 0,-5-25 28 0 0,-2-17 27 0 0,1-43-50 0 0,1 0 0 0 0,17-113 0 0 0,-14 152 331 0 0,1 0 0 0 0,14-38 1 0 0,-17 54-166 0 0,0 0 1 0 0,0 1 0 0 0,1-1 0 0 0,0 1-1 0 0,-1-1 1 0 0,1 1 0 0 0,0 0 0 0 0,1 0-1 0 0,-1 0 1 0 0,1 0 0 0 0,-1 0 0 0 0,1 0-1 0 0,0 1 1 0 0,0-1 0 0 0,0 1-1 0 0,0 0 1 0 0,0 0 0 0 0,1 0 0 0 0,-1 0-1 0 0,1 0 1 0 0,-1 1 0 0 0,1 0 0 0 0,6-2-1 0 0,-6 3 56 0 0,0 1 0 0 0,-1-1 0 0 0,1 1 0 0 0,0 0 0 0 0,-1 0 0 0 0,1 0 1 0 0,-1 1-1 0 0,1-1 0 0 0,-1 1 0 0 0,0 0 0 0 0,0 0 0 0 0,1 0 0 0 0,-1 0 0 0 0,-1 1 0 0 0,1-1 0 0 0,4 5 0 0 0,7 8 290 0 0,20 28-1 0 0,-26-33-302 0 0,26 38-39 0 0,-2 1-1 0 0,-2 1 0 0 0,-2 2 0 0 0,23 60 0 0 0,-45-95-1598 0 0,-1-1-5387 0 0</inkml:trace>
</inkml:ink>
</file>

<file path=ppt/ink/ink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6:10.03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74 478 3225 0 0,'-9'-9'1131'0'0,"0"0"1"0"0,1-1-1 0 0,0 0 1 0 0,0 0-1 0 0,1-1 0 0 0,-8-17 1 0 0,13 24-739 0 0,0 1 1 0 0,1-1 0 0 0,0 0-1 0 0,0 0 1 0 0,0 0-1 0 0,0 0 1 0 0,1 0 0 0 0,-1-1-1 0 0,1 1 1 0 0,0 0-1 0 0,1 0 1 0 0,-1 0 0 0 0,1 0-1 0 0,-1 0 1 0 0,1 0-1 0 0,0 0 1 0 0,1 0 0 0 0,-1 0-1 0 0,1 0 1 0 0,-1 1-1 0 0,1-1 1 0 0,0 0-1 0 0,5-4 1 0 0,-3 0 2 0 0,11-14 832 0 0,-15 21-1213 0 0,1 1 0 0 0,-1-1 0 0 0,1 1 0 0 0,-1 0 0 0 0,1-1 0 0 0,-1 1-1 0 0,1-1 1 0 0,-1 1 0 0 0,1 0 0 0 0,0-1 0 0 0,-1 1 0 0 0,1 0 0 0 0,0 0 0 0 0,-1-1-1 0 0,1 1 1 0 0,0 0 0 0 0,-1 0 0 0 0,1 0 0 0 0,0 0 0 0 0,-1 0 0 0 0,1 0-1 0 0,0 0 1 0 0,-1 0 0 0 0,1 0 0 0 0,0 0 0 0 0,-1 1 0 0 0,1-1 0 0 0,0 0 0 0 0,-1 0-1 0 0,1 1 1 0 0,0-1 0 0 0,-1 0 0 0 0,1 1 0 0 0,8 8-14 0 0,0-1 1 0 0,-1 2-1 0 0,0-1 1 0 0,-1 1-1 0 0,0 0 1 0 0,0 1-1 0 0,-1 0 1 0 0,8 19-1 0 0,7 11-2 0 0,19 24 1 0 0,2-2 0 0 0,62 69 0 0 0,-72-89 14 0 0,-2 1 0 0 0,-3 1 0 0 0,36 78-1 0 0,-42-83-1 0 0,-21-38-14 0 0,1-1 0 0 0,0 1 0 0 0,-1-1 1 0 0,1 1-1 0 0,0-1 0 0 0,0 0 0 0 0,0 0 1 0 0,0 1-1 0 0,0-1 0 0 0,0 0 0 0 0,0 0 1 0 0,0 0-1 0 0,2 1 0 0 0,-2-2 3 0 0,-1 0 0 0 0,0 0 0 0 0,1 0 0 0 0,-1 0 0 0 0,0 0 0 0 0,1 0 0 0 0,-1 0 0 0 0,0 0 0 0 0,1 0 0 0 0,-1 0 0 0 0,1-1 0 0 0,-1 1 0 0 0,0 0 0 0 0,1 0 0 0 0,-1 0 0 0 0,0 0 0 0 0,0-1 0 0 0,1 1 0 0 0,-1 0 0 0 0,0 0 0 0 0,0-1 0 0 0,1 1 0 0 0,-1 0 0 0 0,0-1 0 0 0,0 1 0 0 0,1 0 0 0 0,-1 0 0 0 0,0-1 0 0 0,0 1 0 0 0,0 0-1 0 0,0-1 1 0 0,0 1 0 0 0,1-1 0 0 0,8-47 191 0 0,-7 32-82 0 0,23-106 15 0 0,6 2 0 0 0,6 0 0 0 0,52-116 0 0 0,8 45-4 0 0,-31 69-390 0 0</inkml:trace>
</inkml:ink>
</file>

<file path=ppt/ink/ink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6:13.72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181 122 6913 0 0,'9'-107'2892'0'0,"-12"93"-1274"0"0,-5 20-341 0 0,-8 25-78 0 0,-6 25-765 0 0,3 2 0 0 0,-21 107 0 0 0,-4 126 256 0 0,43-281-644 0 0,-34 358 1362 0 0,33-315-1072 0 0,3 0 1 0 0,2 0 0 0 0,2 0-1 0 0,24 101 1 0 0,-22-132-241 0 0,0-1 0 0 0,2 0 0 0 0,1 0 1 0 0,0 0-1 0 0,2-2 0 0 0,0 1 0 0 0,1-2 0 0 0,29 34 0 0 0,-31-41-187 0 0,-1-1 0 0 0,2 0 0 0 0,-1 0 0 0 0,2-1 0 0 0,-1 0 0 0 0,1-1-1 0 0,0 0 1 0 0,1-2 0 0 0,-1 1 0 0 0,1-2 0 0 0,1 1 0 0 0,-1-2 0 0 0,1 0 0 0 0,22 2 0 0 0,-8-5-1730 0 0,2-4-4299 0 0</inkml:trace>
</inkml:ink>
</file>

<file path=ppt/ink/ink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6:13.9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135 56 6913 0 0,'0'-11'595'0'0,"1"8"-186"0"0,-1-1-1 0 0,0 0 1 0 0,0 0-1 0 0,0 0 1 0 0,0 1 0 0 0,-1-1-1 0 0,0 0 1 0 0,0 0-1 0 0,0 1 1 0 0,-1-5 0 0 0,1 8-361 0 0,1 0 0 0 0,0 0 0 0 0,0 0 0 0 0,-1 0 1 0 0,1 0-1 0 0,0 0 0 0 0,-1 0 0 0 0,1 0 0 0 0,0 0 1 0 0,-1 0-1 0 0,1 0 0 0 0,0 0 0 0 0,-1 1 0 0 0,1-1 1 0 0,0 0-1 0 0,-1 0 0 0 0,1 0 0 0 0,0 0 0 0 0,0 0 1 0 0,-1 1-1 0 0,1-1 0 0 0,0 0 0 0 0,0 0 0 0 0,-1 0 1 0 0,1 1-1 0 0,0-1 0 0 0,0 0 0 0 0,0 0 0 0 0,-1 1 1 0 0,1-1-1 0 0,0 0 0 0 0,0 0 0 0 0,0 1 0 0 0,0-1 0 0 0,0 0 1 0 0,0 1-1 0 0,0-1 0 0 0,-1 0 0 0 0,1 1 0 0 0,0-1 1 0 0,0 0-1 0 0,0 1 0 0 0,0-1 0 0 0,0 0 0 0 0,0 1 1 0 0,1-1-1 0 0,-7 18 687 0 0,-99 626 2450 0 0,103-630-3230 0 0,-2 13-920 0 0,2 0-1 0 0,0 0 0 0 0,5 48 0 0 0,-1-63-639 0 0</inkml:trace>
</inkml:ink>
</file>

<file path=ppt/ink/ink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6:14.21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0 169 9674 0 0,'1'-6'40'0'0,"2"-15"634"0"0,0 1 0 0 0,9-29 1 0 0,-11 44-396 0 0,1 1 1 0 0,-1-1 0 0 0,1 1 0 0 0,1-1-1 0 0,-1 1 1 0 0,0 0 0 0 0,1-1 0 0 0,0 1 0 0 0,0 1-1 0 0,0-1 1 0 0,1 0 0 0 0,-1 1 0 0 0,1-1 0 0 0,0 1-1 0 0,0 0 1 0 0,4-2 0 0 0,-5 4-122 0 0,0 0 0 0 0,0 1 0 0 0,-1-1 1 0 0,1 1-1 0 0,0-1 0 0 0,0 1 0 0 0,0 0 1 0 0,0 0-1 0 0,0 0 0 0 0,-1 1 0 0 0,1-1 0 0 0,0 1 1 0 0,0 0-1 0 0,0-1 0 0 0,-1 1 0 0 0,1 0 0 0 0,0 1 1 0 0,-1-1-1 0 0,1 0 0 0 0,-1 1 0 0 0,1 0 0 0 0,-1-1 1 0 0,4 4-1 0 0,7 6 277 0 0,-1 1-1 0 0,20 22 1 0 0,-27-29-308 0 0,25 35 98 0 0,0 1 0 0 0,-3 2 0 0 0,40 83 0 0 0,7 12 55 0 0,-63-123-569 0 0,0 1-1 0 0,1-1 1 0 0,1-1 0 0 0,20 18 0 0 0,-8-8-232 0 0,-24-22 279 0 0,0-2 130 0 0,-1 0 0 0 0,0 0 0 0 0,1 0 1 0 0,-1 0-1 0 0,0 0 0 0 0,3 9-3694 0 0,-7-9 2290 0 0</inkml:trace>
</inkml:ink>
</file>

<file path=ppt/ink/ink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6:14.40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53 151 8290 0 0,'-6'2'258'0'0,"-23"8"142"0"0,28-10-325 0 0,0 0-1 0 0,0 0 0 0 0,0 1 1 0 0,0-1-1 0 0,0 1 1 0 0,0-1-1 0 0,0 1 1 0 0,0-1-1 0 0,0 1 0 0 0,0 0 1 0 0,0 0-1 0 0,0-1 1 0 0,1 1-1 0 0,-1 0 1 0 0,0 0-1 0 0,0 0 0 0 0,1 0 1 0 0,-2 2-1 0 0,2-3-34 0 0,1 1-1 0 0,-1-1 1 0 0,0 1 0 0 0,0-1-1 0 0,1 0 1 0 0,-1 1-1 0 0,0-1 1 0 0,1 1 0 0 0,-1-1-1 0 0,1 0 1 0 0,-1 1-1 0 0,1-1 1 0 0,-1 0 0 0 0,0 1-1 0 0,1-1 1 0 0,-1 0-1 0 0,1 0 1 0 0,-1 1-1 0 0,1-1 1 0 0,-1 0 0 0 0,1 0-1 0 0,0 0 1 0 0,-1 0-1 0 0,1 0 1 0 0,-1 0 0 0 0,1 1-1 0 0,-1-2 1 0 0,1 1-1 0 0,-1 0 1 0 0,1 0 0 0 0,0 0-1 0 0,-1 0 1 0 0,1 0-1 0 0,-1 0 1 0 0,1-1 0 0 0,23-3 589 0 0,196-76 764 0 0,-65 21-1616 0 0,-95 39 287 0 0,-3 1 0 0 0</inkml:trace>
</inkml:ink>
</file>

<file path=ppt/ink/ink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6:14.69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288 40 7834 0 0,'-1'-2'131'0'0,"0"-1"1"0"0,-1 1 0 0 0,1-1 0 0 0,-1 1 0 0 0,0 0-1 0 0,1-1 1 0 0,-1 1 0 0 0,0 0 0 0 0,0 0 0 0 0,0 1-1 0 0,-1-1 1 0 0,1 0 0 0 0,0 1 0 0 0,-1-1-1 0 0,1 1 1 0 0,-1 0 0 0 0,1 0 0 0 0,-1 0 0 0 0,0 0-1 0 0,1 0 1 0 0,-1 0 0 0 0,0 1 0 0 0,0-1 0 0 0,0 1-1 0 0,1 0 1 0 0,-1 0 0 0 0,0 0 0 0 0,0 0-1 0 0,0 1 1 0 0,1-1 0 0 0,-1 1 0 0 0,0-1 0 0 0,-5 3-1 0 0,1 0-42 0 0,0 0 0 0 0,0 0 1 0 0,0 1-1 0 0,0 0 0 0 0,1 0 0 0 0,0 1 0 0 0,0-1 0 0 0,0 1 0 0 0,0 1 0 0 0,1-1 0 0 0,-8 10 0 0 0,2 1 23 0 0,-7 7 206 0 0,1 2 0 0 0,1-1 0 0 0,2 2 1 0 0,-15 32-1 0 0,26-51-190 0 0,1 0 0 0 0,0 0 0 0 0,0 0 0 0 0,0 0 0 0 0,1 0 0 0 0,0 0 0 0 0,0 0 1 0 0,1 1-1 0 0,0-1 0 0 0,0 0 0 0 0,1 0 0 0 0,0 0 0 0 0,0 1 0 0 0,0-1 0 0 0,1 0 0 0 0,0 0 0 0 0,1-1 0 0 0,0 1 0 0 0,0 0 1 0 0,0-1-1 0 0,1 0 0 0 0,6 10 0 0 0,1-3 10 0 0,-1-1 0 0 0,2-1 1 0 0,-1 1-1 0 0,1-2 0 0 0,1 0 1 0 0,0 0-1 0 0,1-1 0 0 0,-1-1 1 0 0,2 0-1 0 0,-1-1 0 0 0,1-1 1 0 0,0 0-1 0 0,0-1 0 0 0,20 4 1 0 0,-25-7-328 0 0,0-1 1 0 0,0 0-1 0 0,1 0 1 0 0,-1-1-1 0 0,0-1 1 0 0,1 0-1 0 0,-1 0 1 0 0,0-1-1 0 0,0 0 1 0 0,10-4-1 0 0,-11 3-317 0 0,0-1 0 0 0,-1-1 0 0 0,1 1 0 0 0,-1-1-1 0 0,0 0 1 0 0,-1-1 0 0 0,1 0 0 0 0,-1 0 0 0 0,0-1 0 0 0,-1 0-1 0 0,1 0 1 0 0,4-8 0 0 0,3-4-3793 0 0</inkml:trace>
</inkml:ink>
</file>

<file path=ppt/ink/ink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6:14.8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30 6449 0 0,'0'-1'81'0'0,"-1"-1"-1"0"0,1 1 0 0 0,0 0 0 0 0,0 0 0 0 0,1 0 1 0 0,-1 0-1 0 0,0 0 0 0 0,0 0 0 0 0,0 0 0 0 0,1 0 1 0 0,-1 0-1 0 0,0 0 0 0 0,1 0 0 0 0,-1 0 1 0 0,1 0-1 0 0,0 0 0 0 0,-1 0 0 0 0,1 0 0 0 0,0 0 1 0 0,-1 1-1 0 0,1-1 0 0 0,0 0 0 0 0,0 0 0 0 0,0 1 1 0 0,-1-1-1 0 0,1 0 0 0 0,0 1 0 0 0,0-1 0 0 0,0 1 1 0 0,0 0-1 0 0,1-1 0 0 0,2 0 300 0 0,0 1 0 0 0,0-1 1 0 0,0 1-1 0 0,0 0 0 0 0,0 1 0 0 0,0-1 0 0 0,7 2 0 0 0,2 2 197 0 0,0 0-1 0 0,0 0 1 0 0,-1 1-1 0 0,0 1 1 0 0,0 0 0 0 0,0 1-1 0 0,-1 0 1 0 0,0 1-1 0 0,0 0 1 0 0,16 18-1 0 0,0 1 82 0 0,-1 1 0 0 0,33 49-1 0 0,-34-41-299 0 0,-2 1 0 0 0,-1 1 0 0 0,-2 1 0 0 0,28 81 0 0 0,-39-90-699 0 0,-1 1 1 0 0,-1 0-1 0 0,-2 1 1 0 0,-1-1-1 0 0,-2 1 1 0 0,0 0-1 0 0,-6 48 0 0 0,-3-26-6701 0 0</inkml:trace>
</inkml:ink>
</file>

<file path=ppt/ink/ink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6:17.95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4300 3225 0 0,'0'7'318'0'0,"0"0"1"0"0,1 0 0 0 0,0 0 0 0 0,0 0 0 0 0,1-1 0 0 0,-1 1-1 0 0,1 0 1 0 0,1-1 0 0 0,-1 0 0 0 0,1 1 0 0 0,0-1-1 0 0,1 0 1 0 0,-1 0 0 0 0,1-1 0 0 0,1 1 0 0 0,-1-1-1 0 0,9 8 1 0 0,-12-12-289 0 0,0 0 0 0 0,-1-1-1 0 0,1 1 1 0 0,0-1 0 0 0,0 0 0 0 0,0 1-1 0 0,0-1 1 0 0,-1 1 0 0 0,1-1 0 0 0,0 0-1 0 0,0 0 1 0 0,0 0 0 0 0,0 0-1 0 0,0 1 1 0 0,0-1 0 0 0,0 0 0 0 0,0 0-1 0 0,0-1 1 0 0,-1 1 0 0 0,1 0 0 0 0,0 0-1 0 0,0 0 1 0 0,0-1 0 0 0,0 1-1 0 0,0 0 1 0 0,0-1 0 0 0,-1 1 0 0 0,1-1-1 0 0,0 1 1 0 0,0-1 0 0 0,-1 1 0 0 0,1-1-1 0 0,0 1 1 0 0,-1-1 0 0 0,1 0 0 0 0,0 0-1 0 0,-1 1 1 0 0,1-1 0 0 0,-1 0-1 0 0,1 0 1 0 0,-1 1 0 0 0,1-1 0 0 0,-1 0-1 0 0,0 0 1 0 0,0 0 0 0 0,1 0 0 0 0,-1-1-1 0 0,4-7 109 0 0,-1-1 0 0 0,0 1 0 0 0,2-15 0 0 0,-4 17-87 0 0,141-848-5695 0 0,-92 517 5931 0 0,-12 85 221 0 0,51-313 640 0 0,34 4 114 0 0,-122 557-1253 0 0,44-160 651 0 0,75-184-1 0 0,-108 319-662 0 0,64-138-76 0 0,-61 141 66 0 0,0 1 0 0 0,1 1 0 0 0,1 0 0 0 0,22-23 0 0 0,-34 43 53 0 0,-1 0 0 0 0,1 1 0 0 0,1-1 0 0 0,-1 1 0 0 0,0 0 0 0 0,1 1 0 0 0,0-1 0 0 0,0 1 0 0 0,0 0 0 0 0,0 0 0 0 0,9-2 0 0 0,-12 5-22 0 0,0-1 1 0 0,0 1 0 0 0,0 0 0 0 0,0-1-1 0 0,0 1 1 0 0,0 0 0 0 0,0 1 0 0 0,0-1-1 0 0,0 1 1 0 0,0-1 0 0 0,0 1 0 0 0,0 0-1 0 0,-1 0 1 0 0,1 0 0 0 0,0 0 0 0 0,-1 1-1 0 0,1-1 1 0 0,0 1 0 0 0,-1 0 0 0 0,0-1-1 0 0,1 1 1 0 0,-1 0 0 0 0,0 0 0 0 0,0 1-1 0 0,0-1 1 0 0,0 0 0 0 0,2 4 0 0 0,4 7-46 0 0,-1 0 0 0 0,0 1 0 0 0,0 0 0 0 0,-2 0 0 0 0,6 19 0 0 0,15 78-99 0 0,-20-80 150 0 0,95 672 648 0 0,-30-155-290 0 0,60 50 323 0 0,36-6 588 0 0,-129-464-1089 0 0,116 330 776 0 0,-109-349-644 0 0,5-3 0 0 0,70 111 1 0 0,-101-186-281 0 0,33 53 89 0 0,110 137 0 0 0,-154-212-141 0 0,0 0 0 0 0,1-1 0 0 0,0 0 0 0 0,0 0 0 0 0,1-1 0 0 0,0 0 0 0 0,1 0 0 0 0,-1-1 0 0 0,13 5 0 0 0,-19-10 11 0 0,1 1 0 0 0,-1-1-1 0 0,1 0 1 0 0,0 0 0 0 0,-1-1 0 0 0,1 1 0 0 0,0-1 0 0 0,-1 0 0 0 0,1 0 0 0 0,0 0 0 0 0,0-1 0 0 0,-1 0-1 0 0,1 0 1 0 0,0 0 0 0 0,-1 0 0 0 0,1-1 0 0 0,-1 0 0 0 0,0 0 0 0 0,0 0 0 0 0,1 0 0 0 0,-1-1 0 0 0,-1 1-1 0 0,1-1 1 0 0,0 0 0 0 0,6-7 0 0 0,1-2 31 0 0,-1-1 1 0 0,0 0-1 0 0,-1-1 0 0 0,0 0 1 0 0,-1 0-1 0 0,-1-1 0 0 0,9-23 1 0 0,30-116 397 0 0,-37 116-276 0 0,74-383 588 0 0,-32-6-129 0 0,-50 420-627 0 0,122-1521-2406 0 0,-86 991 1737 0 0,20-74-2542 0 0,-33 444 1910 0 0,74-267 1 0 0,-92 413 1381 0 0,21-61 173 0 0,-25 77-150 0 0,1 0-1 0 0,-1 0 1 0 0,1 0 0 0 0,0 0 0 0 0,0 0 0 0 0,1 0 0 0 0,-1 1 0 0 0,1 0 0 0 0,0-1 0 0 0,0 1 0 0 0,10-6-1 0 0,-12 9-67 0 0,-1 0-1 0 0,1 1 0 0 0,0-1 0 0 0,0 1 0 0 0,0-1 0 0 0,0 1 0 0 0,0 0 0 0 0,1 0 1 0 0,-1-1-1 0 0,0 2 0 0 0,0-1 0 0 0,0 0 0 0 0,0 0 0 0 0,0 1 0 0 0,0-1 0 0 0,0 1 1 0 0,0-1-1 0 0,0 1 0 0 0,0 0 0 0 0,-1 0 0 0 0,1 0 0 0 0,0 0 0 0 0,0 0 0 0 0,-1 0 0 0 0,1 1 1 0 0,0-1-1 0 0,-1 0 0 0 0,0 1 0 0 0,1-1 0 0 0,-1 1 0 0 0,2 3 0 0 0,6 6-58 0 0,-1 1-1 0 0,0 0 0 0 0,8 17 1 0 0,-12-22-17 0 0,38 82-113 0 0,49 153-1 0 0,-44-107 128 0 0,50 135-122 0 0,116 544 0 0 0,-144-425 227 0 0,77 378 3794 0 0,116 185-57 0 0,-259-945-3800 0 0,79 202 145 0 0,-71-185-139 0 0,1-1 1 0 0,1 0-1 0 0,1-1 1 0 0,1-1 0 0 0,1 0-1 0 0,29 27 1 0 0,-38-41 2 0 0,0 0 0 0 0,1-1 1 0 0,0 0-1 0 0,1 0 0 0 0,-1-1 0 0 0,1 0 1 0 0,0-1-1 0 0,0 0 0 0 0,0 0 1 0 0,1-1-1 0 0,0 0 0 0 0,-1-1 1 0 0,1 0-1 0 0,13 1 0 0 0,-15-3-51 0 0,0 0 0 0 0,0-1 0 0 0,0 0 0 0 0,0 0 0 0 0,-1-1-1 0 0,1 0 1 0 0,-1 0 0 0 0,1-1 0 0 0,-1 0 0 0 0,0 0 0 0 0,0-1-1 0 0,0 0 1 0 0,0 0 0 0 0,-1-1 0 0 0,0 1 0 0 0,0-1 0 0 0,0-1-1 0 0,9-10 1 0 0,1-4-14 0 0,-1 0-1 0 0,-1-1 1 0 0,-1-1-1 0 0,-1 0 1 0 0,-1-1-1 0 0,10-28 0 0 0,41-151 188 0 0,-53 169-72 0 0,85-406 195 0 0,-30-6-78 0 0,39-734-1568 0 0,-35 412 160 0 0,-42 585 616 0 0,9 2 0 0 0,67-207-1 0 0,-10 150-116 0 0,-71 195 611 0 0,2 0 0 0 0,2 1 0 0 0,40-50 0 0 0,-60 84 152 0 0,1-1 0 0 0,1 1 0 0 0,-1 1 1 0 0,1 0-1 0 0,14-10 0 0 0,-20 15-19 0 0,1 0-1 0 0,0 0 1 0 0,-1 0 0 0 0,1 0-1 0 0,0 0 1 0 0,0 0 0 0 0,0 1-1 0 0,0-1 1 0 0,0 1 0 0 0,-1 0-1 0 0,1-1 1 0 0,0 1 0 0 0,0 0-1 0 0,0 0 1 0 0,0 0 0 0 0,0 0-1 0 0,0 1 1 0 0,0-1 0 0 0,0 1 0 0 0,0-1-1 0 0,0 1 1 0 0,0-1 0 0 0,-1 1-1 0 0,1 0 1 0 0,0 0 0 0 0,0 0-1 0 0,-1 0 1 0 0,1 0 0 0 0,-1 0-1 0 0,1 0 1 0 0,-1 1 0 0 0,1-1-1 0 0,-1 1 1 0 0,2 1 0 0 0,4 7 15 0 0,0 0 0 0 0,-1 1 1 0 0,0 0-1 0 0,0-1 0 0 0,-1 2 1 0 0,7 22-1 0 0,14 79-221 0 0,-16-63 80 0 0,55 260-609 0 0,28 123 16 0 0,278 1225 840 0 0,-76-393 3825 0 0,-257-1146-3450 0 0,5-1 0 0 0,86 168-1 0 0,-120-269-441 0 0,1 0 0 0 0,1-1-1 0 0,0 0 1 0 0,2-1 0 0 0,21 22-1 0 0,-31-34-54 0 0,1 1 0 0 0,0-1 0 0 0,0 0-1 0 0,1-1 1 0 0,-1 1 0 0 0,0-1 0 0 0,1 0-1 0 0,0 0 1 0 0,-1 0 0 0 0,1 0 0 0 0,8 0-1 0 0,-10-1-12 0 0,1-1-1 0 0,-1 0 1 0 0,1 0-1 0 0,-1-1 0 0 0,1 1 1 0 0,-1-1-1 0 0,0 0 0 0 0,1 0 1 0 0,-1 0-1 0 0,0 0 1 0 0,0 0-1 0 0,1-1 0 0 0,-1 0 1 0 0,0 1-1 0 0,0-1 0 0 0,-1 0 1 0 0,1-1-1 0 0,4-3 1 0 0,1-2-22 0 0,-1-1 0 0 0,0 0 0 0 0,0 0 0 0 0,-1-1 0 0 0,0 0 0 0 0,-1 0 0 0 0,0 0 0 0 0,0-1 1 0 0,4-16-1 0 0,2-14-49 0 0,7-47 1 0 0,-17 82 57 0 0,68-560 158 0 0,-33 212-64 0 0,142-975-34 0 0,-130 950-699 0 0,35-296-2190 0 0,-29 1 873 0 0,-51 623 1470 0 0,0 17 881 0 0,-1-1 0 0 0,-2 1 0 0 0,-2 0 0 0 0,-7-48 0 0 0,8 78-216 0 0,0 1-1 0 0,0-1 0 0 0,-1 1 1 0 0,1 0-1 0 0,-1-1 0 0 0,0 1 0 0 0,0 0 1 0 0,0 0-1 0 0,-3-4 0 0 0,4 6-198 0 0,0 0-1 0 0,0 0 1 0 0,0 0-1 0 0,0 0 1 0 0,0 1-1 0 0,0-1 1 0 0,0 0-1 0 0,0 1 1 0 0,0-1-1 0 0,0 0 1 0 0,0 1 0 0 0,-1-1-1 0 0,1 1 1 0 0,0 0-1 0 0,0-1 1 0 0,-1 1-1 0 0,1 0 1 0 0,0 0-1 0 0,0 0 1 0 0,-1 0-1 0 0,1 0 1 0 0,0 0-1 0 0,0 0 1 0 0,-1 0-1 0 0,1 1 1 0 0,0-1 0 0 0,0 0-1 0 0,-1 1 1 0 0,1-1-1 0 0,-2 2 1 0 0,-4 3-451 0 0</inkml:trace>
</inkml:ink>
</file>

<file path=ppt/ink/ink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6:19.15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32 138 6913 0 0,'-32'-33'9041'0'0,"37"35"-8899"0"0,0 0 0 0 0,-1 0 0 0 0,1 0 0 0 0,0 1 1 0 0,-1 0-1 0 0,0-1 0 0 0,0 2 0 0 0,0-1 0 0 0,0 0 0 0 0,0 1 0 0 0,3 4 0 0 0,2 0 33 0 0,11 12-15 0 0,-1 1 0 0 0,-1 0 0 0 0,25 38-1 0 0,37 77 101 0 0,-12-18-90 0 0,-56-98-153 0 0,1-1 0 0 0,0-1 0 0 0,2 0 0 0 0,0-1 0 0 0,20 17 0 0 0,-35-44-609 0 0,0 0 0 0 0,0 0-1 0 0,-4-18 1 0 0,3 20 624 0 0,-5-49 445 0 0,2-2 1 0 0,6-73 0 0 0,0 100-350 0 0,1 1 0 0 0,2 0 0 0 0,2 1-1 0 0,0-1 1 0 0,23-56 0 0 0,-26 79-28 0 0,0 0 1 0 0,1 0-1 0 0,0 0 0 0 0,0 0 0 0 0,0 1 1 0 0,1 0-1 0 0,0 0 0 0 0,13-11 1 0 0,-16 17-65 0 0,-1-1 1 0 0,0 0 0 0 0,1 0 0 0 0,-1 1 0 0 0,1 0 0 0 0,-1-1-1 0 0,1 1 1 0 0,0 0 0 0 0,-1 0 0 0 0,1 0 0 0 0,0 1-1 0 0,0-1 1 0 0,0 1 0 0 0,0 0 0 0 0,0-1 0 0 0,-1 1-1 0 0,1 0 1 0 0,0 1 0 0 0,0-1 0 0 0,0 0 0 0 0,0 1-1 0 0,0 0 1 0 0,-1 0 0 0 0,1 0 0 0 0,0 0 0 0 0,0 0-1 0 0,-1 0 1 0 0,1 1 0 0 0,-1-1 0 0 0,0 1 0 0 0,4 2-1 0 0,6 7-17 0 0,0 1-1 0 0,-1 0 1 0 0,0 1-1 0 0,-1-1 1 0 0,0 2-1 0 0,-1 0 1 0 0,7 15-1 0 0,46 111 103 0 0,-44-95-109 0 0,30 74-1010 0 0,34 81-3479 0 0,-68-173-1419 0 0</inkml:trace>
</inkml:ink>
</file>

<file path=ppt/ink/ink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6:19.68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19 309 7370 0 0,'-19'-26'3394'0'0,"19"14"538"0"0,1 11-3794 0 0,-1 1 0 0 0,1-1 1 0 0,0 1-1 0 0,-1 0 0 0 0,1-1 1 0 0,0 1-1 0 0,-1 0 0 0 0,1 0 1 0 0,0-1-1 0 0,0 1 0 0 0,-1 0 0 0 0,1 0 1 0 0,0 0-1 0 0,-1 0 0 0 0,1 0 1 0 0,0 0-1 0 0,0 0 0 0 0,-1 0 1 0 0,1 0-1 0 0,0 1 0 0 0,1-1 0 0 0,3 1 42 0 0,-1 1-1 0 0,1 0 1 0 0,0 0-1 0 0,0 0 1 0 0,-1 1-1 0 0,1-1 1 0 0,-1 1-1 0 0,0 0 1 0 0,1 0-1 0 0,-1 1 1 0 0,6 6-1 0 0,38 49 76 0 0,-42-50-136 0 0,43 63 1 0 0,61 122 0 0 0,-82-142-190 0 0,-19-35 42 0 0,1 0 0 0 0,1-1 0 0 0,1 0 0 0 0,20 22 0 0 0,-25-31 18 0 0,1 0-1 0 0,0 0 1 0 0,0-1-1 0 0,0 0 1 0 0,0-1-1 0 0,1 1 1 0 0,0-2-1 0 0,0 1 0 0 0,1-1 1 0 0,13 4-1 0 0,-21-8 39 0 0,-1 0 0 0 0,1 1 0 0 0,0-1 0 0 0,0 0 0 0 0,-1 0 0 0 0,1-1 0 0 0,0 1 0 0 0,-1 0 0 0 0,1-1 0 0 0,0 1 0 0 0,-1-1 1 0 0,1 1-1 0 0,0-1 0 0 0,-1 0 0 0 0,1 0 0 0 0,-1 1 0 0 0,1-1 0 0 0,-1 0 0 0 0,0 0 0 0 0,1-1 0 0 0,-1 1 0 0 0,0 0 0 0 0,0 0 0 0 0,0-1 0 0 0,0 1 0 0 0,0 0 0 0 0,0-1 0 0 0,0 1 0 0 0,0-1 0 0 0,0 1 0 0 0,-1-1 0 0 0,1-2 0 0 0,4-7 277 0 0,-2 0-1 0 0,0 0 1 0 0,3-18 0 0 0,-5 22-246 0 0,10-67 617 0 0,0-117 0 0 0,-3 17-298 0 0,-3 103-406 0 0,-4 39-184 0 0,2 1-1 0 0,0-1 0 0 0,3 0 0 0 0,0 1 1 0 0,14-40-1 0 0,-8 48-5336 0 0</inkml:trace>
</inkml:ink>
</file>

<file path=ppt/ink/ink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6:32.99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125 204 5985 0 0,'2'-56'2086'0'0,"0"41"-1180"0"0,-1-1 1 0 0,-1 0-1 0 0,0 1 1 0 0,-1-1 0 0 0,-1 1-1 0 0,0-1 1 0 0,-11-23 2752 0 0,13 39-3620 0 0,-3 11 1139 0 0,-2 18-626 0 0,4-27-386 0 0,-43 247 1304 0 0,-4 21-1090 0 0,43-233-336 0 0,1-1 1 0 0,2 1 0 0 0,4 48-1 0 0,-1-72-177 0 0,0 0-1 0 0,1 0 1 0 0,1-1-1 0 0,0 1 1 0 0,1-1-1 0 0,0 0 0 0 0,1 1 1 0 0,0-2-1 0 0,1 1 1 0 0,0-1-1 0 0,1 0 1 0 0,15 19-1 0 0,-4-14-1871 0 0,-4-10-3500 0 0</inkml:trace>
</inkml:ink>
</file>

<file path=ppt/ink/ink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6:33.24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5 118 1840 0 0,'-1'-5'-390'0'0,"-2"-26"724"0"0,3 24 687 0 0,-1 0 0 0 0,1-1 0 0 0,1 1 0 0 0,1-12 0 0 0,-1 17-809 0 0,-1 1 0 0 0,0-1 0 0 0,1 1 0 0 0,-1-1 1 0 0,1 0-1 0 0,-1 1 0 0 0,1-1 0 0 0,0 1 0 0 0,-1 0 0 0 0,1-1 0 0 0,0 1 0 0 0,0 0 1 0 0,0-1-1 0 0,0 1 0 0 0,1 0 0 0 0,-1 0 0 0 0,0 0 0 0 0,0 0 0 0 0,1 0 0 0 0,-1 0 0 0 0,0 0 1 0 0,1 0-1 0 0,-1 1 0 0 0,1-1 0 0 0,-1 1 0 0 0,1-1 0 0 0,-1 1 0 0 0,1-1 0 0 0,0 1 0 0 0,-1 0 1 0 0,1 0-1 0 0,0 0 0 0 0,-1 0 0 0 0,1 0 0 0 0,-1 0 0 0 0,1 0 0 0 0,0 0 0 0 0,-1 1 0 0 0,1-1 1 0 0,-1 1-1 0 0,1-1 0 0 0,-1 1 0 0 0,1-1 0 0 0,1 2 0 0 0,6 2 127 0 0,-1 0 0 0 0,1 1-1 0 0,-1-1 1 0 0,0 2 0 0 0,0-1 0 0 0,0 1-1 0 0,-1 1 1 0 0,0-1 0 0 0,0 1 0 0 0,-1 0-1 0 0,8 12 1 0 0,8 12 220 0 0,25 50 0 0 0,-44-76-499 0 0,39 83-62 0 0,-4 2-1 0 0,36 130 1 0 0,-65-192-414 0 0,-5-14-690 0 0,-2-3-286 0 0</inkml:trace>
</inkml:ink>
</file>

<file path=ppt/ink/ink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6:33.41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 64 9218 0 0,'-3'-4'408'0'0,"2"1"80"0"0,1 2-392 0 0,0-2-96 0 0,1 2 0 0 0,1-1 0 0 0,2 1 480 0 0,1-3 80 0 0,6-1 17 0 0,4-3-1 0 0,3 1-128 0 0,4-1-16 0 0,1 3-8 0 0,-2-1 0 0 0,0 2-1320 0 0,1 3-272 0 0,-1 2-49 0 0,-2-1-15 0 0</inkml:trace>
</inkml:ink>
</file>

<file path=ppt/ink/ink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6:33.67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74 10138 0 0,'82'189'6947'0'0,"-86"-212"-2338"0"0,5-7-3645 0 0,8-29-1097 0 0,-6 42-183 0 0,2 0 0 0 0,0 0 0 0 0,0 0 0 0 0,2 1-1 0 0,15-28 1 0 0,-8 21-996 0 0</inkml:trace>
</inkml:ink>
</file>

<file path=ppt/ink/ink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6:34.16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141 410 2304 0 0,'0'0'58'0'0,"1"0"-1"0"0,-1-1 0 0 0,0 1 0 0 0,0-1 0 0 0,0 1 0 0 0,0-1 1 0 0,1 1-1 0 0,-1-1 0 0 0,0 1 0 0 0,0-1 0 0 0,0 1 0 0 0,0-1 1 0 0,0 1-1 0 0,0-1 0 0 0,0 1 0 0 0,-1-1 0 0 0,1 1 0 0 0,0 0 1 0 0,0-1-1 0 0,0 1 0 0 0,0-1 0 0 0,0 1 0 0 0,-1-1 0 0 0,1 1 0 0 0,0 0 1 0 0,0-1-1 0 0,-1 1 0 0 0,1-1 0 0 0,0 1 0 0 0,-1 0 0 0 0,1-1 1 0 0,-1 1-1 0 0,-18-2 2790 0 0,-18 13 1555 0 0,30-7-4040 0 0,1 1 0 0 0,0 0 1 0 0,-1 0-1 0 0,1 0 1 0 0,1 1-1 0 0,-1 0 0 0 0,1 0 1 0 0,0 0-1 0 0,1 1 0 0 0,-1 0 1 0 0,-5 13-1 0 0,8-17-323 0 0,0 1 1 0 0,1 0-1 0 0,0 1 0 0 0,0-1 1 0 0,0 0-1 0 0,0 0 0 0 0,1 0 1 0 0,-1 1-1 0 0,1-1 0 0 0,0 0 0 0 0,1 0 1 0 0,-1 1-1 0 0,1-1 0 0 0,-1 0 1 0 0,1 0-1 0 0,1 0 0 0 0,-1 0 1 0 0,1 0-1 0 0,-1 0 0 0 0,1 0 1 0 0,0 0-1 0 0,0-1 0 0 0,4 5 1 0 0,-3-4-85 0 0,0 0 1 0 0,0-1-1 0 0,0 1 1 0 0,0-1-1 0 0,1 0 1 0 0,0 0-1 0 0,-1 0 1 0 0,1 0-1 0 0,0-1 1 0 0,1 1-1 0 0,-1-1 1 0 0,0 0-1 0 0,1-1 1 0 0,-1 1-1 0 0,1-1 1 0 0,-1 0-1 0 0,1 0 1 0 0,-1 0-1 0 0,1 0 1 0 0,0-1 0 0 0,0 0-1 0 0,7-1 1 0 0,-7 0-128 0 0,1 0 0 0 0,-1 0 0 0 0,0-1 1 0 0,0 0-1 0 0,0 0 0 0 0,0 0 1 0 0,0-1-1 0 0,0 0 0 0 0,-1 1 1 0 0,1-2-1 0 0,-1 1 0 0 0,0 0 1 0 0,0-1-1 0 0,0 0 0 0 0,0 0 0 0 0,-1 0 1 0 0,0-1-1 0 0,0 1 0 0 0,4-8 1 0 0,0-2-54 0 0,-1 0 0 0 0,-1 0 1 0 0,0-1-1 0 0,-1 1 0 0 0,0-1 1 0 0,-1 0-1 0 0,-1 0 0 0 0,-1 0 1 0 0,0-27-1 0 0,-4-12 838 0 0,-13-74-1 0 0,8 79 143 0 0,6 31-278 0 0,0 2 317 0 0,0 0 0 0 0,-1 1 1 0 0,0-1-1 0 0,-1 1 0 0 0,-1 0 0 0 0,-11-25 0 0 0,16 40-684 0 0,-1-1 1 0 0,1 0-1 0 0,0 0 1 0 0,-1 1-1 0 0,1-1 0 0 0,0 0 1 0 0,-1 1-1 0 0,1-1 1 0 0,-1 0-1 0 0,1 1 1 0 0,-1-1-1 0 0,1 1 0 0 0,-1-1 1 0 0,0 1-1 0 0,1-1 1 0 0,-1 1-1 0 0,0-1 1 0 0,1 1-1 0 0,-1-1 0 0 0,0 1 1 0 0,0 0-1 0 0,1 0 1 0 0,-2-1-1 0 0,1 2-38 0 0,1-1-1 0 0,-1 1 1 0 0,1-1 0 0 0,0 1-1 0 0,-1-1 1 0 0,1 1 0 0 0,-1-1-1 0 0,1 1 1 0 0,0-1-1 0 0,0 1 1 0 0,-1 0 0 0 0,1-1-1 0 0,0 1 1 0 0,0-1-1 0 0,-1 1 1 0 0,1 0 0 0 0,0-1-1 0 0,0 1 1 0 0,0 0 0 0 0,0 0-1 0 0,1 41 568 0 0,24 61-295 0 0,39 100 1 0 0,-27-89-306 0 0,55 123-2075 0 0,-70-190-5698 0 0</inkml:trace>
</inkml:ink>
</file>

<file path=ppt/ink/ink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6:35.09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78 299 8754 0 0,'-12'-4'480'0'0,"-27"-7"-91"0"0,37 10-446 0 0,0 1 1 0 0,1-1-1 0 0,-1 0 0 0 0,0 1 1 0 0,1-1-1 0 0,-1 0 1 0 0,1 0-1 0 0,-1 0 0 0 0,1 0 1 0 0,0 0-1 0 0,-1-1 1 0 0,1 1-1 0 0,0 0 0 0 0,0-1 1 0 0,0 1-1 0 0,-2-3 1 0 0,3 3 83 0 0,0 0 1 0 0,0 1 0 0 0,0-1 0 0 0,0 0 0 0 0,1 1 0 0 0,-1-1 0 0 0,0 0 0 0 0,0 1 0 0 0,1-1 0 0 0,-1 1 0 0 0,0-1 0 0 0,1 0 0 0 0,-1 1 0 0 0,1-1 0 0 0,-1 1 0 0 0,1-1 0 0 0,-1 1 0 0 0,1-1 0 0 0,-1 1 0 0 0,1 0 0 0 0,-1-1 0 0 0,1 1 0 0 0,0-1 0 0 0,-1 1 0 0 0,1 0 0 0 0,-1 0 0 0 0,1-1 0 0 0,0 1 0 0 0,0 0 0 0 0,26-9 553 0 0,-22 7-412 0 0,135-35 2125 0 0,273-36-1 0 0,151 26 155 0 0,-254 25-1733 0 0,-264 19-772 0 0,706-48 814 0 0,-519 46-2832 0 0,285 31 0 0 0,-426-20-2881 0 0,-95-6 5120 0 0,1 0 0 0 0,0 0 0 0 0,-1 1-1 0 0,1-1 1 0 0,0 1 0 0 0,-1-1 0 0 0,1 1 0 0 0,0-1 0 0 0,0 1-1 0 0,-1 0 1 0 0,1 0 0 0 0,0 0 0 0 0,0 1 0 0 0,0-1 0 0 0,0 0-1 0 0,1 1 1 0 0,-1-1 0 0 0,0 1 0 0 0,0 0 0 0 0,1 0 0 0 0,-1-1-1 0 0,1 1 1 0 0,0 0 0 0 0,-1 0 0 0 0,1 0 0 0 0,0 1 0 0 0,0-1 0 0 0,0 0-1 0 0,1 0 1 0 0,-1 0 0 0 0,1 1 0 0 0,-1-1 0 0 0,1 0 0 0 0,-1 1-1 0 0,1-1 1 0 0,0 0 0 0 0,0 4 0 0 0,1 10 360 0 0,-1 1 0 0 0,2 0-1 0 0,0 0 1 0 0,6 19 0 0 0,-5-24-388 0 0,248 1134 1845 0 0,-229-1047-1987 0 0,25 128 515 0 0,-38-168-232 0 0,3 110 0 0 0,-12-141-158 0 0,-1 0 0 0 0,-1 0 0 0 0,-1 0 1 0 0,-1 0-1 0 0,-13 41 0 0 0,13-59-85 0 0,0 0 0 0 0,0 0-1 0 0,-1 0 1 0 0,0-1 0 0 0,-1 1 0 0 0,0-1-1 0 0,0-1 1 0 0,-1 1 0 0 0,0-1 0 0 0,0 0-1 0 0,-1-1 1 0 0,0 0 0 0 0,0 0 0 0 0,-1-1-1 0 0,0 0 1 0 0,0 0 0 0 0,-15 6 0 0 0,-27 7 0 0 0,0-2 1 0 0,-87 16-1 0 0,65-17-20 0 0,-128 23-14 0 0,-249 14 0 0 0,-97-24-103 0 0,247-17 49 0 0,-711 30-813 0 0,856-34-3039 0 0,127-6-2751 0 0</inkml:trace>
</inkml:ink>
</file>

<file path=ppt/ink/ink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6:35.5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7370 0 0,'4'54'1548'0'0,"1"0"1"0"0,4-1-1 0 0,1 0 1 0 0,20 55 0 0 0,9 47-591 0 0,49 465 1098 0 0,-1-14 181 0 0,-63-495-1770 0 0,18 103 1083 0 0,-37-181-1781 0 0,-2 1 0 0 0,-2-1 1 0 0,-1 1-1 0 0,-6 46 0 0 0</inkml:trace>
</inkml:ink>
</file>

<file path=ppt/ink/ink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6:38.0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94 201 6297 0 0,'-8'-7'499'0'0,"1"-1"0"0"0,1 0 0 0 0,-1-1 1 0 0,1 1-1 0 0,1-1 0 0 0,0 0 0 0 0,0-1 0 0 0,0 1 0 0 0,-4-17 0 0 0,4 14 567 0 0,1 0-1 0 0,0-1 1 0 0,1 1 0 0 0,0-1 0 0 0,-1-23 676 0 0,5 58-964 0 0,6 116-318 0 0,-16 237-1 0 0,13-73-3763 0 0,-4-299 2860 0 0,0 14-1591 0 0,-1-17 1895 0 0,1 0-1 0 0,0 1 1 0 0,0-1-1 0 0,0 0 1 0 0,0 1 0 0 0,0-1-1 0 0,0 0 1 0 0,-10 5-4072 0 0</inkml:trace>
</inkml:ink>
</file>

<file path=ppt/ink/ink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6:38.27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36 1376 0 0,'-3'-36'9433'0'0,"4"36"-9374"0"0,9 14 1394 0 0,104 176 466 0 0,21 33-870 0 0,-88-156-1069 0 0,33 46 579 0 0,-21-42-5735 0 0</inkml:trace>
</inkml:ink>
</file>

<file path=ppt/ink/ink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6:38.49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80 10594 0 0,'-5'-2'472'0'0,"2"1"209"0"0,5 0-681 0 0,0 1 0 0 0,1 0 0 0 0,1-2-569 0 0,3 1-135 0 0,3-2-24 0 0,8-1-8 0 0,2-1 320 0 0,3-2 56 0 0,2 1 8 0 0,1-4 8 0 0,2-1 344 0 0,-1-2 0 0 0,1 0 0 0 0</inkml:trace>
</inkml:ink>
</file>

<file path=ppt/ink/ink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6:38.7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1 11058 0 0,'-4'0'4110'0'0,"4"0"-4049"0"0,2 11 2384 0 0,7 17-1000 0 0,33 104 170 0 0,-26-77-1890 0 0,3 0 0 0 0,41 85-1 0 0,-53-128-444 0 0,0 1-885 0 0</inkml:trace>
</inkml:ink>
</file>

<file path=ppt/ink/ink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6:39.02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23 303 3225 0 0,'-6'-19'159'0'0,"1"0"0"0"0,1-1 0 0 0,1 1 1 0 0,0-1-1 0 0,2 0 0 0 0,1-32 0 0 0,0 46 58 0 0,1 0-1 0 0,0 0 0 0 0,0 0 1 0 0,1 0-1 0 0,-1 1 0 0 0,1-1 1 0 0,1 0-1 0 0,-1 1 0 0 0,1 0 1 0 0,0-1-1 0 0,0 1 0 0 0,0 0 1 0 0,1 0-1 0 0,0 1 1 0 0,0-1-1 0 0,0 1 0 0 0,1 0 1 0 0,-1 0-1 0 0,1 0 0 0 0,0 1 1 0 0,0 0-1 0 0,0 0 0 0 0,0 0 1 0 0,1 0-1 0 0,-1 1 0 0 0,8-3 1 0 0,-7 3 11 0 0,1 1 0 0 0,-1-1 1 0 0,0 1-1 0 0,1 0 0 0 0,-1 0 1 0 0,1 1-1 0 0,-1 0 0 0 0,1 0 1 0 0,-1 0-1 0 0,1 1 0 0 0,-1 0 1 0 0,0 0-1 0 0,1 1 0 0 0,-1-1 1 0 0,9 5-1 0 0,-7-2-22 0 0,-1 0-1 0 0,1 1 1 0 0,-1 0 0 0 0,0 0 0 0 0,0 1-1 0 0,-1-1 1 0 0,0 2 0 0 0,0-1 0 0 0,0 1-1 0 0,7 11 1 0 0,-5-6-116 0 0,-1 0-1 0 0,0 1 1 0 0,-1 0-1 0 0,-1 0 1 0 0,0 0-1 0 0,-1 1 1 0 0,0 0-1 0 0,-1 0 1 0 0,0 0-1 0 0,-2 0 1 0 0,1 0-1 0 0,-2 0 1 0 0,0 0-1 0 0,-2 15 1 0 0,0-15-123 0 0,-1-1 0 0 0,0 1 0 0 0,-2-1 0 0 0,1 0 0 0 0,-2 0 0 0 0,1 0 0 0 0,-2-1 0 0 0,0 0 0 0 0,0 0 0 0 0,-1-1 0 0 0,-1 1 1 0 0,0-2-1 0 0,0 1 0 0 0,-1-2 0 0 0,0 1 0 0 0,-1-1 0 0 0,0-1 0 0 0,0 0 0 0 0,-1 0 0 0 0,0-1 0 0 0,0-1 0 0 0,-15 6 0 0 0,14-8-6007 0 0</inkml:trace>
</inkml:ink>
</file>

<file path=ppt/ink/ink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6:39.46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223 29 2761 0 0,'-4'-3'457'0'0,"1"0"0"0"0,-1 0 0 0 0,1 1 0 0 0,-1-1 0 0 0,0 1 0 0 0,0 0 0 0 0,0 0 0 0 0,-1 0 0 0 0,1 1 0 0 0,0 0 1 0 0,-1-1-1 0 0,-7 0 0 0 0,9 2-203 0 0,0-1 0 0 0,-1 1 0 0 0,1 0 1 0 0,0 0-1 0 0,0 1 0 0 0,0-1 0 0 0,0 0 0 0 0,0 1 1 0 0,0 0-1 0 0,0 0 0 0 0,0 0 0 0 0,0 0 0 0 0,1 0 1 0 0,-1 1-1 0 0,0-1 0 0 0,0 1 0 0 0,1-1 1 0 0,-1 1-1 0 0,-2 3 0 0 0,-4 6 99 0 0,0 1-1 0 0,1 0 1 0 0,0 0 0 0 0,1 1-1 0 0,1 0 1 0 0,-9 23 0 0 0,4-5-26 0 0,2-1 1 0 0,-4 32-1 0 0,10-51-259 0 0,2-1 0 0 0,0 0-1 0 0,0 1 1 0 0,1-1-1 0 0,0 0 1 0 0,0 1 0 0 0,1-1-1 0 0,1 0 1 0 0,0 1 0 0 0,0-1-1 0 0,1 0 1 0 0,0 0 0 0 0,1 0-1 0 0,0-1 1 0 0,1 0-1 0 0,0 1 1 0 0,0-1 0 0 0,1-1-1 0 0,0 1 1 0 0,0-1 0 0 0,1 0-1 0 0,0-1 1 0 0,1 1-1 0 0,-1-1 1 0 0,2-1 0 0 0,-1 0-1 0 0,1 0 1 0 0,-1 0 0 0 0,1-1-1 0 0,13 5 1 0 0,-14-6 90 0 0,0-1-1 0 0,1 0 1 0 0,-1 0 0 0 0,1-1 0 0 0,-1 0-1 0 0,1 0 1 0 0,0-1 0 0 0,0 0 0 0 0,10-1-1 0 0,-14 0-89 0 0,1-1 0 0 0,-1 0 0 0 0,0 0 0 0 0,0-1 0 0 0,0 1 0 0 0,0-1 0 0 0,-1 0 0 0 0,1-1 0 0 0,0 1 0 0 0,-1-1 0 0 0,1 0 0 0 0,-1 0 0 0 0,0 0 0 0 0,0 0-1 0 0,0-1 1 0 0,6-7 0 0 0,48-70-187 0 0,-35 48-1661 0 0,-6 9-5481 0 0</inkml:trace>
</inkml:ink>
</file>

<file path=ppt/ink/ink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6:44.03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3 146 3225 0 0,'-1'-15'1322'0'0,"0"11"-643"0"0,1-1 1 0 0,-1 1-1 0 0,1 0 1 0 0,0-1-1 0 0,0 1 1 0 0,1-1-1 0 0,-1 1 0 0 0,1-1 1 0 0,0 1-1 0 0,0 0 1 0 0,3-5-1 0 0,-4 8-615 0 0,0 1 1 0 0,1 0-1 0 0,-1-1 0 0 0,0 1 0 0 0,1 0 1 0 0,-1 0-1 0 0,1-1 0 0 0,-1 1 0 0 0,0 0 1 0 0,1 0-1 0 0,-1 0 0 0 0,1 0 1 0 0,-1 0-1 0 0,1-1 0 0 0,-1 1 0 0 0,1 0 1 0 0,-1 0-1 0 0,0 0 0 0 0,1 0 0 0 0,-1 0 1 0 0,1 0-1 0 0,-1 0 0 0 0,1 1 0 0 0,-1-1 1 0 0,1 0-1 0 0,-1 0 0 0 0,0 0 1 0 0,1 0-1 0 0,-1 1 0 0 0,1-1 0 0 0,0 0 1 0 0,13 15 703 0 0,5 18-108 0 0,8 42 346 0 0,-22-57-771 0 0,0-1 0 0 0,2 1 0 0 0,0-2 0 0 0,1 1 0 0 0,0-1 0 0 0,21 28 0 0 0,-29-44-235 0 0,0 1 0 0 0,0-1-1 0 0,0 0 1 0 0,1 0 0 0 0,-1 0-1 0 0,0 1 1 0 0,0-1 0 0 0,0 0 0 0 0,1 0-1 0 0,-1 0 1 0 0,0 0 0 0 0,0 1 0 0 0,0-1-1 0 0,1 0 1 0 0,-1 0 0 0 0,0 0 0 0 0,0 0-1 0 0,1 0 1 0 0,-1 0 0 0 0,0 0 0 0 0,0 0-1 0 0,0 0 1 0 0,1 0 0 0 0,-1 0 0 0 0,0 0-1 0 0,1 0 1 0 0,-1 0 0 0 0,0 0 0 0 0,0 0-1 0 0,0 0 1 0 0,1 0 0 0 0,-1 0 0 0 0,0 0-1 0 0,0 0 1 0 0,1 0 0 0 0,-1 0 0 0 0,0 0-1 0 0,0 0 1 0 0,1-1 0 0 0,-1 1 0 0 0,7-13 35 0 0,4-31 139 0 0,-7 27-37 0 0,7-24 28 0 0,-6 21-89 0 0,0 1-1 0 0,1-1 1 0 0,1 1-1 0 0,1 1 1 0 0,0-1-1 0 0,19-27 1 0 0,-27 45-61 0 0,1 0 0 0 0,0-1 0 0 0,0 1 0 0 0,0 0 1 0 0,0 0-1 0 0,0 1 0 0 0,0-1 0 0 0,0 0 1 0 0,1 0-1 0 0,-1 0 0 0 0,0 1 0 0 0,0-1 1 0 0,1 1-1 0 0,-1-1 0 0 0,0 1 0 0 0,1-1 0 0 0,-1 1 1 0 0,1 0-1 0 0,-1 0 0 0 0,0-1 0 0 0,1 1 1 0 0,-1 0-1 0 0,2 1 0 0 0,0-1-17 0 0,0 1-1 0 0,0 0 0 0 0,0 0 1 0 0,0 0-1 0 0,0 0 1 0 0,0 1-1 0 0,-1-1 1 0 0,1 1-1 0 0,-1 0 1 0 0,4 3-1 0 0,6 6-161 0 0,-1 0 0 0 0,-1 1-1 0 0,13 17 1 0 0,-18-22 46 0 0,50 80-702 0 0,-28-43 391 0 0,-27-44 427 0 0,0 1 0 0 0,0-1 0 0 0,0 0 1 0 0,0 0-1 0 0,0 1 0 0 0,0-1 1 0 0,0 0-1 0 0,1 0 0 0 0,-1 0 1 0 0,0 1-1 0 0,0-1 0 0 0,0 0 1 0 0,0 0-1 0 0,1 0 0 0 0,-1 1 1 0 0,0-1-1 0 0,0 0 0 0 0,0 0 0 0 0,1 0 1 0 0,-1 0-1 0 0,0 0 0 0 0,0 0 1 0 0,1 1-1 0 0,-1-1 0 0 0,0 0 1 0 0,0 0-1 0 0,1 0 0 0 0,-1 0 1 0 0,0 0-1 0 0,0 0 0 0 0,1 0 0 0 0,-1 0 1 0 0,0 0-1 0 0,0 0 0 0 0,1 0 1 0 0,-1 0-1 0 0,0 0 0 0 0,0 0 1 0 0,1-1-1 0 0,-1 1 0 0 0,1 0 1 0 0,6-13-29 0 0,1-25 98 0 0,-7 33-26 0 0,5-22 257 0 0,0 0 0 0 0,16-39 0 0 0,-19 59-231 0 0,0 0 1 0 0,0 0-1 0 0,1 0 0 0 0,-1 0 1 0 0,2 1-1 0 0,-1 0 0 0 0,1 0 0 0 0,0 0 1 0 0,0 0-1 0 0,0 1 0 0 0,1 0 1 0 0,0 0-1 0 0,0 0 0 0 0,8-4 1 0 0,-12 8-21 0 0,-1 1 1 0 0,1-1 0 0 0,0 1 0 0 0,-1-1-1 0 0,1 1 1 0 0,-1-1 0 0 0,1 1-1 0 0,0 0 1 0 0,-1 0 0 0 0,1 0 0 0 0,0 0-1 0 0,-1 0 1 0 0,1 0 0 0 0,0 0 0 0 0,-1 1-1 0 0,1-1 1 0 0,-1 1 0 0 0,1-1 0 0 0,0 1-1 0 0,1 0 1 0 0,1 1 15 0 0,-1 1 0 0 0,0-1-1 0 0,1 1 1 0 0,-1-1 0 0 0,0 1 0 0 0,0 0-1 0 0,0 0 1 0 0,2 4 0 0 0,4 7 18 0 0,0 1 1 0 0,0 0-1 0 0,6 16 1 0 0,-14-28-81 0 0,3 5-74 0 0,26 54-183 0 0,-4-24-3208 0 0</inkml:trace>
</inkml:ink>
</file>

<file path=ppt/ink/ink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6:44.61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13 327 5065 0 0,'-2'-7'71'0'0,"-7"-36"2899"0"0,8 39-2248 0 0,1 1 0 0 0,-1-1-1 0 0,1 0 1 0 0,0 1 0 0 0,0-1-1 0 0,0 1 1 0 0,1-1 0 0 0,0 1 0 0 0,1-5-1 0 0,-2 7-642 0 0,0 1-1 0 0,0 0 1 0 0,0 0-1 0 0,0 0 1 0 0,0-1-1 0 0,0 1 1 0 0,0 0-1 0 0,1-2 550 0 0,0 2-549 0 0,-1 0-1 0 0,0 0 1 0 0,0 0-1 0 0,0 0 1 0 0,1 0-1 0 0,-1 0 1 0 0,0-1-1 0 0,0 1 1 0 0,0 0-1 0 0,1 0 0 0 0,-1 0 1 0 0,0 0-1 0 0,0 0 1 0 0,1 0-1 0 0,-1 0 1 0 0,0 0-1 0 0,0 0 1 0 0,1 0-1 0 0,-1 0 1 0 0,0 0-1 0 0,0 0 1 0 0,1 0-1 0 0,-1 1 1 0 0,0-1-1 0 0,0 0 1 0 0,0 0-1 0 0,1 0 1 0 0,-1 0-1 0 0,0 0 1 0 0,0 0-1 0 0,1 1 1 0 0,11 12 1453 0 0,7 20-622 0 0,27 88-59 0 0,-37-92-828 0 0,1 0-1 0 0,2-1 0 0 0,1 0 1 0 0,0-1-1 0 0,2 0 0 0 0,31 40 1 0 0,-29-48 60 0 0,1-2-1 0 0,0 0 1 0 0,1-1 0 0 0,1-1-1 0 0,0 0 1 0 0,1-2 0 0 0,26 13-1 0 0,-47-26-69 0 0,1 0 1 0 0,0 0-1 0 0,-1 1 0 0 0,1-1 0 0 0,0 0 0 0 0,-1 0 0 0 0,1 0 0 0 0,-1 0 1 0 0,1 1-1 0 0,0-1 0 0 0,-1 0 0 0 0,1 0 0 0 0,0-1 0 0 0,-1 1 0 0 0,1 0 1 0 0,0 0-1 0 0,-1 0 0 0 0,1 0 0 0 0,0 0 0 0 0,-1-1 0 0 0,1 1 0 0 0,-1 0 1 0 0,1-1-1 0 0,0 1 0 0 0,-1 0 0 0 0,1-1 0 0 0,0 0 0 0 0,12-19 259 0 0,1-30 57 0 0,-13 46-299 0 0,9-64 272 0 0,5-125 0 0 0,-8 63-118 0 0,28-164-3272 0 0,-33 283 2360 0 0</inkml:trace>
</inkml:ink>
</file>

<file path=ppt/ink/ink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6:21.24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24 191 6913 0 0,'-1'0'91'0'0,"0"-1"0"0"0,1 1 0 0 0,-1 0 0 0 0,1-1 0 0 0,-1 1 0 0 0,0 0 0 0 0,0 0-1 0 0,1 0 1 0 0,-1 0 0 0 0,0-1 0 0 0,1 1 0 0 0,-1 0 0 0 0,0 0 0 0 0,1 0 0 0 0,-1 1-1 0 0,0-1 1 0 0,0 0 0 0 0,1 0 0 0 0,-1 0 0 0 0,0 0 0 0 0,1 1 0 0 0,-1-1-1 0 0,0 0 1 0 0,1 0 0 0 0,-1 1 0 0 0,1-1 0 0 0,-1 1 0 0 0,1-1 0 0 0,-1 1 0 0 0,0 0-1 0 0,0 0-9 0 0,1 1 0 0 0,-1-1 0 0 0,1 1 0 0 0,0-1 0 0 0,-1 1 0 0 0,1-1 0 0 0,0 0 0 0 0,0 1 0 0 0,0-1 0 0 0,0 1 1 0 0,1-1-1 0 0,-1 1 0 0 0,1 2 0 0 0,17 42 410 0 0,-14-39-376 0 0,-1-1 0 0 0,2 0 1 0 0,-1 0-1 0 0,1 0 0 0 0,0-1 1 0 0,0 0-1 0 0,0 1 0 0 0,1-2 1 0 0,0 1-1 0 0,0-1 0 0 0,0 0 1 0 0,0 0-1 0 0,11 4 0 0 0,-13-6-19 0 0,0-1 0 0 0,0 0-1 0 0,-1 0 1 0 0,1 0 0 0 0,0 0 0 0 0,0-1-1 0 0,0 1 1 0 0,0-1 0 0 0,0 0 0 0 0,0 0-1 0 0,0-1 1 0 0,0 1 0 0 0,0-1 0 0 0,0 0-1 0 0,-1 0 1 0 0,1 0 0 0 0,0-1 0 0 0,-1 1-1 0 0,1-1 1 0 0,0 0 0 0 0,-1 0 0 0 0,0 0-1 0 0,0 0 1 0 0,1-1 0 0 0,-1 1 0 0 0,4-6-1 0 0,2-2 228 0 0,-1-1 0 0 0,0 0 0 0 0,0-1 0 0 0,-2 0 0 0 0,1 0 0 0 0,-1 0 0 0 0,-1-1 0 0 0,0 0-1 0 0,5-25 1 0 0,-8 31-230 0 0,0 0 0 0 0,-1 0 0 0 0,0 0 0 0 0,0 0 0 0 0,-1 0 0 0 0,0 0 0 0 0,0 0 0 0 0,-1 0 0 0 0,0 0 1 0 0,0 0-1 0 0,0 0 0 0 0,-1 0 0 0 0,0 0 0 0 0,-1 0 0 0 0,1 1 0 0 0,-1-1 0 0 0,-1 1 0 0 0,1 0 0 0 0,-1 0 0 0 0,-8-10 0 0 0,10 14-75 0 0,-1 0 1 0 0,1 0-1 0 0,-1 0 1 0 0,0 0 0 0 0,0 1-1 0 0,0-1 1 0 0,0 1-1 0 0,0 0 1 0 0,0-1-1 0 0,-4 1 1 0 0,7 0-63 0 0,-1 1 1 0 0,0 0-1 0 0,0 0 1 0 0,0 0-1 0 0,1-1 0 0 0,-1 1 1 0 0,0 0-1 0 0,0 0 1 0 0,0 0-1 0 0,0 0 1 0 0,0 1-1 0 0,1-1 0 0 0,-1 0 1 0 0,0 0-1 0 0,0 0 1 0 0,0 1-1 0 0,1-1 0 0 0,-1 0 1 0 0,0 1-1 0 0,0-1 1 0 0,1 1-1 0 0,-1-1 1 0 0,0 1-1 0 0,1-1 0 0 0,-1 1 1 0 0,0-1-1 0 0,1 1 1 0 0,-1 0-1 0 0,1-1 1 0 0,-1 1-1 0 0,1 0 0 0 0,-1 0 1 0 0,1-1-1 0 0,0 1 1 0 0,-1 0-1 0 0,1 0 1 0 0,0-1-1 0 0,-1 1 0 0 0,1 0 1 0 0,0 0-1 0 0,0 0 1 0 0,0 1-1 0 0,0 6-1012 0 0</inkml:trace>
</inkml:ink>
</file>

<file path=ppt/ink/ink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6:21.8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42 192 6449 0 0,'-42'-53'8986'0'0,"46"55"-7519"0"0,-3-1-1428 0 0,-1-1-1 0 0,1 1 0 0 0,-1-1 1 0 0,0 0-1 0 0,1 1 0 0 0,0-1 1 0 0,-1 1-1 0 0,1-1 0 0 0,-1 0 1 0 0,1 0-1 0 0,-1 1 0 0 0,1-1 1 0 0,-1 0-1 0 0,1 0 0 0 0,0 0 1 0 0,-1 0-1 0 0,1 0 0 0 0,0 0 1 0 0,-1 1-1 0 0,1-1 0 0 0,-1-1 1 0 0,1 1-1 0 0,1 0 0 0 0,3-1 22 0 0,0 0-1 0 0,0-1 1 0 0,0 0-1 0 0,0 0 0 0 0,0 0 1 0 0,-1-1-1 0 0,1 0 0 0 0,-1 0 1 0 0,1 0-1 0 0,-1 0 0 0 0,0 0 1 0 0,0-1-1 0 0,-1 0 0 0 0,1 0 1 0 0,3-5-1 0 0,-4 5 42 0 0,2-1 44 0 0,0-2 0 0 0,0 1-1 0 0,0 0 1 0 0,-1-1 0 0 0,0 0 0 0 0,0 0 0 0 0,-1 0 0 0 0,0-1 0 0 0,0 1-1 0 0,-1-1 1 0 0,2-8 0 0 0,-6 15-2 0 0,-4 6-327 0 0,-4 9-536 0 0,5 0-1015 0 0,-1 2-4842 0 0</inkml:trace>
</inkml:ink>
</file>

<file path=ppt/ink/ink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6:22.43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1 302 6913 0 0,'4'-3'132'0'0,"0"1"-1"0"0,1 0 1 0 0,-1 0-1 0 0,1 0 1 0 0,0 1-1 0 0,-1 0 0 0 0,1-1 1 0 0,0 2-1 0 0,6-2 1 0 0,8-1 32 0 0,359-71 2713 0 0,-238 49-1570 0 0,400-56 2079 0 0,698-15 0 0 0,-1185 94-3305 0 0,200-2 406 0 0,-206 6-619 0 0,-1 2 0 0 0,1 2 0 0 0,61 16 0 0 0,-101-20-240 0 0,0 0 0 0 0,0 0 1 0 0,0 1-1 0 0,0-1 0 0 0,0 2 0 0 0,-1-1 0 0 0,1 1 0 0 0,-1 0 1 0 0,0 0-1 0 0,9 8 0 0 0,-3 4-5300 0 0</inkml:trace>
</inkml:ink>
</file>

<file path=ppt/ink/ink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6:23.03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23 214 3225 0 0,'-2'0'149'0'0,"1"-1"0"0"0,0 1 1 0 0,0 0-1 0 0,-1-1 0 0 0,1 1 0 0 0,0-1 1 0 0,0 1-1 0 0,0-1 0 0 0,0 1 0 0 0,0-1 1 0 0,0 0-1 0 0,0 0 0 0 0,0 0 1 0 0,0 1-1 0 0,0-1 0 0 0,0 0 0 0 0,0 0 1 0 0,0 0-1 0 0,0-2 0 0 0,1 2-71 0 0,-1 1-1 0 0,1-1 0 0 0,0 0 1 0 0,0 0-1 0 0,1 1 0 0 0,-1-1 1 0 0,0 0-1 0 0,0 1 0 0 0,0-1 1 0 0,0 0-1 0 0,1 1 1 0 0,-1-1-1 0 0,0 0 0 0 0,0 1 1 0 0,1-1-1 0 0,-1 0 0 0 0,1 1 1 0 0,-1-1-1 0 0,1 1 0 0 0,-1-1 1 0 0,1 1-1 0 0,-1-1 1 0 0,1 1-1 0 0,-1-1 0 0 0,1 1 1 0 0,-1-1-1 0 0,1 1 0 0 0,0 0 1 0 0,-1 0-1 0 0,1-1 0 0 0,0 1 1 0 0,-1 0-1 0 0,1 0 0 0 0,0-1 1 0 0,-1 1-1 0 0,1 0 1 0 0,0 0-1 0 0,0 0 0 0 0,284-73 3476 0 0,-194 51-2955 0 0,67-10 906 0 0,320-21 0 0 0,278 59 1222 0 0,-712-4-2658 0 0,159 2 475 0 0,121 7 78 0 0,-275-9-2105 0 0,-45-1 908 0 0</inkml:trace>
</inkml:ink>
</file>

<file path=ppt/ink/ink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6:23.85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36 6449 0 0,'1'-4'427'0'0,"1"0"-1"0"0,0 0 0 0 0,0 1 0 0 0,1-1 0 0 0,-1 0 0 0 0,1 1 0 0 0,3-4 0 0 0,-6 7-350 0 0,0 0 0 0 0,1 0 0 0 0,-1-1 0 0 0,0 1 0 0 0,0 0 0 0 0,1 0 0 0 0,-1 0-1 0 0,0-1 1 0 0,0 1 0 0 0,1 0 0 0 0,-1 0 0 0 0,0 0 0 0 0,1 0 0 0 0,-1 0-1 0 0,0 0 1 0 0,0 0 0 0 0,1-1 0 0 0,-1 1 0 0 0,0 0 0 0 0,1 0 0 0 0,-1 0 0 0 0,0 0-1 0 0,1 0 1 0 0,-1 1 0 0 0,0-1 0 0 0,1 0 0 0 0,-1 0 0 0 0,0 0 0 0 0,1 0 0 0 0,-1 0-1 0 0,0 0 1 0 0,0 0 0 0 0,1 1 0 0 0,-1-1 0 0 0,1 1-29 0 0,0 1 0 0 0,0-1-1 0 0,-1 0 1 0 0,1 1 0 0 0,-1-1 0 0 0,1 1 0 0 0,-1-1 0 0 0,0 0-1 0 0,1 1 1 0 0,-1-1 0 0 0,0 1 0 0 0,0-1 0 0 0,0 2-1 0 0,-4 191 1220 0 0,0-77-919 0 0,51 1174 2547 0 0,102-144-2598 0 0,0 48 95 0 0,-30-271 1149 0 0,2 30-407 0 0,-113-864-1096 0 0,-4 0-1 0 0,-4 0 0 0 0,-4 1 0 0 0,-4-2 1 0 0,-21 98-1 0 0,19-139-208 0 0,7-23-61 0 0,-2-1 0 0 0,-1 0 0 0 0,-1 0 0 0 0,0 0 0 0 0,-2-1 0 0 0,-18 33 0 0 0,20-47-1055 0 0</inkml:trace>
</inkml:ink>
</file>

<file path=ppt/ink/ink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6:24.49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 1 8290 0 0,'-1'0'35'0'0,"1"0"0"0"0,-1 0 1 0 0,0 0-1 0 0,1 0 0 0 0,-1 0 0 0 0,1 0 1 0 0,-1 0-1 0 0,1 1 0 0 0,-1-1 0 0 0,1 0 1 0 0,-1 0-1 0 0,1 1 0 0 0,-1-1 0 0 0,1 0 1 0 0,0 1-1 0 0,-1-1 0 0 0,1 1 0 0 0,-1-1 1 0 0,1 0-1 0 0,0 1 0 0 0,-1-1 0 0 0,1 1 0 0 0,0-1 1 0 0,0 1-1 0 0,-1-1 0 0 0,1 1 0 0 0,0-1 1 0 0,0 1-1 0 0,0-1 0 0 0,-1 1 0 0 0,1-1 1 0 0,0 1-1 0 0,0 0 0 0 0,0-1 0 0 0,0 1 1 0 0,0-1-1 0 0,0 1 0 0 0,1 0 0 0 0,-1 2 8 0 0,1 1-1 0 0,0-1 0 0 0,0 0 1 0 0,0 1-1 0 0,1-1 0 0 0,-1 0 0 0 0,3 4 1 0 0,3 3-32 0 0,0 0 1 0 0,0-1-1 0 0,15 16 1 0 0,2-5 429 0 0,1-1 1 0 0,1-2-1 0 0,1 0 1 0 0,43 19-1 0 0,121 41 630 0 0,-176-72-1000 0 0,548 166 2548 0 0,-329-105-1872 0 0,87 27 155 0 0,890 235 1468 0 0,1040 300 65 0 0,-1646-399-2321 0 0,189 61 34 0 0,-664-250-2101 0 0,222 100 1 0 0,-311-119-4945 0 0</inkml:trace>
</inkml:ink>
</file>

<file path=ppt/ink/ink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6:24.99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5036 3 10594 0 0,'-12'-1'296'0'0,"0"0"0"0"0,0 1 0 0 0,1 0 0 0 0,-1 0 0 0 0,0 2 0 0 0,1-1 0 0 0,-1 1 0 0 0,-19 7 0 0 0,-6 3 499 0 0,-46 23 1 0 0,3 7-845 0 0,1 3 0 0 0,-87 68 1 0 0,115-78-285 0 0,-290 242-1898 0 0,146-111 1887 0 0,-161 159 953 0 0,164-136-32 0 0,-60 63-167 0 0,-87 89-293 0 0,119-125-25 0 0,-129 103-141 0 0,129-124-489 0 0,-66 53-819 0 0,-92 97-164 0 0,190-165 1690 0 0,-62 76 600 0 0,27-25-757 0 0,-82 98-849 0 0,246-261 977 0 0,-40 36 1264 0 0,52-56-464 0 0,-59 75 0 0 0,96-109-5794 0 0</inkml:trace>
</inkml:ink>
</file>

<file path=ppt/ink/ink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6:25.87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255 124 5529 0 0,'-15'2'302'0'0,"0"1"-1"0"0,1 0 0 0 0,-1 2 1 0 0,1-1-1 0 0,0 1 0 0 0,1 1 1 0 0,-15 9-1 0 0,8-6-39 0 0,19-8-254 0 0,-12 4 181 0 0,1 0 0 0 0,0 1 0 0 0,1 1 0 0 0,-1 0 0 0 0,1 1 0 0 0,1 0 0 0 0,-12 11 0 0 0,22-19-186 0 0,0 0 1 0 0,0 0-1 0 0,-1 0 1 0 0,1 0-1 0 0,0 0 0 0 0,0 1 1 0 0,0-1-1 0 0,0 0 0 0 0,0 0 1 0 0,0 0-1 0 0,-1 0 0 0 0,1 1 1 0 0,0-1-1 0 0,0 0 0 0 0,0 0 1 0 0,0 0-1 0 0,0 1 1 0 0,0-1-1 0 0,0 0 0 0 0,0 0 1 0 0,0 1-1 0 0,0-1 0 0 0,0 0 1 0 0,0 0-1 0 0,0 0 0 0 0,0 1 1 0 0,0-1-1 0 0,0 0 1 0 0,0 0-1 0 0,0 0 0 0 0,0 1 1 0 0,1-1-1 0 0,-1 0 0 0 0,0 0 1 0 0,0 0-1 0 0,0 0 0 0 0,0 1 1 0 0,0-1-1 0 0,0 0 0 0 0,1 0 1 0 0,-1 0-1 0 0,0 0 1 0 0,0 0-1 0 0,1 1 0 0 0,12 3 128 0 0,16-4 123 0 0,61-9 466 0 0,107-6 435 0 0,192-9 398 0 0,-196 10-1135 0 0,42-5-76 0 0,53-4-153 0 0,-171 17-124 0 0,318-10 286 0 0,221 4 106 0 0,-284 2 278 0 0,357-28 633 0 0,-234 8-159 0 0,-409 27-783 0 0,227-22 695 0 0,-275 16-4940 0 0</inkml:trace>
</inkml:ink>
</file>

<file path=ppt/ink/ink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6:26.06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 6 15667 0 0,'-5'-3'696'0'0,"2"0"137"0"0,0 3-665 0 0,5 0-168 0 0,-1 0 0 0 0,2 2 0 0 0,-1-1 0 0 0,4 0 0 0 0,-1 3-760 0 0</inkml:trace>
</inkml:ink>
</file>

<file path=ppt/ink/ink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7:00.12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25 55 5065 0 0,'-21'-39'4883'0'0,"17"23"-412"0"0,7 33-1083 0 0,9 13-2490 0 0,-4-7-407 0 0,118 344 1938 0 0,-100-293-2227 0 0,76 263 472 0 0,-100-328-828 0 0,6 23-197 0 0,-7-31 124 0 0,-1 1 0 0 0,1-1 0 0 0,-1 0 0 0 0,1 0 0 0 0,-1 0 0 0 0,1 0 0 0 0,0 0 0 0 0,-1 0 0 0 0,1 0 0 0 0,0-1 0 0 0,0 1-1 0 0,0 0 1 0 0,2 1 0 0 0</inkml:trace>
</inkml:ink>
</file>

<file path=ppt/ink/ink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7:00.61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1 191 10594 0 0,'4'16'3974'0'0,"15"70"-1134"0"0,-14-57-2441 0 0,2 0 0 0 0,1-1 0 0 0,1 0 0 0 0,1 0 0 0 0,2-1 0 0 0,1 0 0 0 0,18 28 0 0 0,-20-39-379 0 0,0-1-1 0 0,1 0 1 0 0,0 0-1 0 0,2-1 1 0 0,-1-1 0 0 0,2-1-1 0 0,0 0 1 0 0,0 0 0 0 0,1-2-1 0 0,1 0 1 0 0,-1 0-1 0 0,20 6 1 0 0,-32-14-11 0 0,8 3 22 0 0,1 0 0 0 0,0-1 0 0 0,-1 0 0 0 0,1-1 0 0 0,14 2 0 0 0,-24-4-21 0 0,0-1 0 0 0,1 0 0 0 0,-1 0 0 0 0,0 0-1 0 0,0-1 1 0 0,0 1 0 0 0,0-1 0 0 0,0 0 0 0 0,0 1-1 0 0,0-1 1 0 0,0-1 0 0 0,0 1 0 0 0,0 0-1 0 0,-1-1 1 0 0,1 1 0 0 0,0-1 0 0 0,-1 0 0 0 0,1 0-1 0 0,-1 0 1 0 0,0 0 0 0 0,0 0 0 0 0,0-1 0 0 0,0 1-1 0 0,0-1 1 0 0,0 1 0 0 0,0-1 0 0 0,1-4 0 0 0,6-17 125 0 0,0 0 1 0 0,-2-1 0 0 0,-1 1 0 0 0,-1-2-1 0 0,2-41 1 0 0,-2 26 34 0 0,0 6-45 0 0,-2 0 1 0 0,-1-1-1 0 0,-4-46 1 0 0,1 69-93 0 0,-1 0-1 0 0,0 0 1 0 0,-1 0 0 0 0,-1 0 0 0 0,0 1 0 0 0,0-1-1 0 0,-2 1 1 0 0,1 0 0 0 0,-2 1 0 0 0,1-1-1 0 0,-2 1 1 0 0,-10-13 0 0 0,9 14-4 0 0,0-1 0 0 0,-1 2 0 0 0,-1-1 0 0 0,0 1 0 0 0,0 1 0 0 0,-1 0-1 0 0,0 0 1 0 0,-20-8 0 0 0,22 12-9 0 0,0 0-1 0 0,-1 1 1 0 0,1 0-1 0 0,-1 1 1 0 0,0 1 0 0 0,0-1-1 0 0,0 2 1 0 0,0-1-1 0 0,1 2 1 0 0,-1-1-1 0 0,-17 4 1 0 0,18-2-235 0 0,-36 8 212 0 0,43-10-202 0 0,1 1-1 0 0,0 0 1 0 0,-1 0-1 0 0,1 0 1 0 0,0 0-1 0 0,-1 0 1 0 0,1 0-1 0 0,0 1 0 0 0,0-1 1 0 0,0 1-1 0 0,0-1 1 0 0,0 1-1 0 0,1 0 1 0 0,-3 2-1 0 0</inkml:trace>
</inkml:ink>
</file>

<file path=ppt/ink/ink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7:01.02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130 55 4145 0 0,'-92'46'3811'0'0,"55"-28"418"0"0,81-32-313 0 0,-14 6-3405 0 0,10-6 116 0 0,224-67 753 0 0,-260 80-1782 0 0</inkml:trace>
</inkml:ink>
</file>

<file path=ppt/ink/ink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7:01.65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241 28 2304 0 0,'0'-1'209'0'0,"0"0"-1"0"0,0 0 1 0 0,0-1 0 0 0,0 1-1 0 0,0 0 1 0 0,0 0-1 0 0,0 0 1 0 0,1 0-1 0 0,-1 0 1 0 0,0-1-1 0 0,1 1 1 0 0,-1 0-1 0 0,1 0 1 0 0,-1 0-1 0 0,1 0 1 0 0,0 0-1 0 0,-1 0 1 0 0,1 1-1 0 0,0-1 1 0 0,0 0-1 0 0,0 0 1 0 0,0 0-1 0 0,0 1 1 0 0,0-1-1 0 0,-1 0 1 0 0,2 1-1 0 0,0-2 1 0 0,-1 2-69 0 0,0 0 0 0 0,0 0 0 0 0,0 0 0 0 0,0 1 1 0 0,0-1-1 0 0,-1 0 0 0 0,1 0 0 0 0,0 0 1 0 0,0 1-1 0 0,0-1 0 0 0,0 0 0 0 0,-1 1 0 0 0,1-1 1 0 0,0 1-1 0 0,-1-1 0 0 0,1 1 0 0 0,0-1 0 0 0,-1 1 1 0 0,1 0-1 0 0,0-1 0 0 0,-1 1 0 0 0,1 0 0 0 0,-1-1 1 0 0,1 1-1 0 0,-1 0 0 0 0,0 0 0 0 0,1-1 1 0 0,-1 1-1 0 0,0 0 0 0 0,1 0 0 0 0,-1 0 0 0 0,0 0 1 0 0,0 0-1 0 0,0-1 0 0 0,0 1 0 0 0,0 0 0 0 0,0 0 1 0 0,0 1-1 0 0,2 14 158 0 0,-2-1 0 0 0,0 1-1 0 0,0 0 1 0 0,-1-1 0 0 0,-1 1 0 0 0,-1-1 0 0 0,0 0 0 0 0,-1 1-1 0 0,-1-2 1 0 0,0 1 0 0 0,-10 19 0 0 0,10-27-302 0 0,-1 0-1 0 0,0 0 1 0 0,0 0-1 0 0,0-1 1 0 0,-1 0 0 0 0,0 0-1 0 0,0-1 1 0 0,0 0 0 0 0,-12 6-1 0 0,13-7-34 0 0,0-1 0 0 0,0-1 0 0 0,0 1 0 0 0,0-1 0 0 0,0 0 0 0 0,0 0 0 0 0,-1-1 0 0 0,1 1 0 0 0,-1-2 0 0 0,1 1 0 0 0,-1-1 0 0 0,1 0 1 0 0,-11-1-1 0 0,14 0 53 0 0,-1-1 0 0 0,0 1 1 0 0,0-1-1 0 0,1 0 0 0 0,-1-1 1 0 0,1 1-1 0 0,0-1 1 0 0,0 1-1 0 0,0-1 0 0 0,0 0 1 0 0,0 0-1 0 0,0 0 1 0 0,1 0-1 0 0,-1-1 0 0 0,1 1 1 0 0,0-1-1 0 0,0 1 0 0 0,1-1 1 0 0,-1 0-1 0 0,1 0 1 0 0,-1 0-1 0 0,1 0 0 0 0,0 0 1 0 0,1 0-1 0 0,-1-4 0 0 0,-1-3 72 0 0,1 0 0 0 0,0 0-1 0 0,1 0 1 0 0,0 0-1 0 0,0 0 1 0 0,1 0 0 0 0,1 0-1 0 0,3-14 1 0 0,-3 19 2 0 0,1 1 0 0 0,-1-1 1 0 0,1 1-1 0 0,0-1 0 0 0,0 1 1 0 0,0 0-1 0 0,1 0 0 0 0,0 0 1 0 0,0 1-1 0 0,0-1 0 0 0,1 1 1 0 0,-1 0-1 0 0,1 0 0 0 0,0 0 1 0 0,0 1-1 0 0,0 0 0 0 0,1 0 1 0 0,-1 0-1 0 0,1 1 0 0 0,-1-1 1 0 0,1 2-1 0 0,0-1 0 0 0,0 0 1 0 0,0 1-1 0 0,8-1 0 0 0,-6 2-43 0 0,-1-1-1 0 0,0 1 0 0 0,0 1 0 0 0,0-1 0 0 0,0 1 1 0 0,0 0-1 0 0,0 1 0 0 0,0 0 0 0 0,-1 0 0 0 0,1 0 0 0 0,0 1 1 0 0,-1 0-1 0 0,0 0 0 0 0,0 1 0 0 0,0-1 0 0 0,0 1 1 0 0,0 1-1 0 0,-1-1 0 0 0,0 1 0 0 0,1 0 0 0 0,6 9 0 0 0,0 4 65 0 0,0 1-1 0 0,-2 0 1 0 0,0 1-1 0 0,-1 0 0 0 0,-1 1 1 0 0,-1 0-1 0 0,0 0 1 0 0,-2 0-1 0 0,0 1 0 0 0,-2 0 1 0 0,1 28-1 0 0,-3-33-90 0 0,-1 1 0 0 0,-1 0 0 0 0,0-1 0 0 0,-1 1 0 0 0,-1-1 0 0 0,-1 0 0 0 0,-1 0 0 0 0,0 0 0 0 0,-1-1-1 0 0,-1 1 1 0 0,0-1 0 0 0,-1-1 0 0 0,-1 0 0 0 0,-17 23 0 0 0,15-28-898 0 0</inkml:trace>
</inkml:ink>
</file>

<file path=ppt/ink/ink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7:04.83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59 3 3681 0 0,'-1'-1'296'0'0,"0"1"0"0"0,-1-1 0 0 0,1 1 1 0 0,0 0-1 0 0,-1-1 0 0 0,1 1 0 0 0,-1 0 0 0 0,1 0 1 0 0,-1 0-1 0 0,1 0 0 0 0,-1 0 0 0 0,1 1 0 0 0,0-1 1 0 0,-1 0-1 0 0,1 1 0 0 0,-1-1 0 0 0,1 1 0 0 0,0-1 1 0 0,-1 1-1 0 0,1-1 0 0 0,0 1 0 0 0,0 0 0 0 0,0 0 1 0 0,-1 0-1 0 0,0 1 0 0 0,0 1 37 0 0,0-1 0 0 0,0 1 0 0 0,0 0 0 0 0,0 0-1 0 0,1 0 1 0 0,-1 0 0 0 0,1 1 0 0 0,0-1 0 0 0,0 0 0 0 0,-1 6 0 0 0,0-1-61 0 0,1 0 0 0 0,0 1 0 0 0,0-1 0 0 0,1 1 0 0 0,0-1 1 0 0,1 0-1 0 0,0 1 0 0 0,3 13 0 0 0,0-13-191 0 0,0 1 0 0 0,1-1 0 0 0,0 0 0 0 0,0 0 0 0 0,1-1 0 0 0,0 0 0 0 0,8 9 1 0 0,-12-15-51 0 0,0 1 1 0 0,0-1 0 0 0,0 0 0 0 0,0 0 0 0 0,1 0 0 0 0,-1 0 0 0 0,1 0 0 0 0,0 0 0 0 0,-1-1 0 0 0,1 1 0 0 0,0-1 0 0 0,0 0 0 0 0,0 0 0 0 0,0 0 0 0 0,0 0 0 0 0,0 0 0 0 0,0-1 0 0 0,0 1 0 0 0,0-1-1 0 0,0 0 1 0 0,0 0 0 0 0,1 0 0 0 0,-1 0 0 0 0,0-1 0 0 0,0 1 0 0 0,0-1 0 0 0,4-1 0 0 0,-5 0 31 0 0,1 1-1 0 0,-1-1 1 0 0,0 0 0 0 0,0 0-1 0 0,0-1 1 0 0,0 1-1 0 0,0 0 1 0 0,-1-1 0 0 0,1 1-1 0 0,-1-1 1 0 0,1 0 0 0 0,-1 1-1 0 0,0-1 1 0 0,0 0 0 0 0,0 0-1 0 0,0 0 1 0 0,-1 1-1 0 0,1-1 1 0 0,-1 0 0 0 0,0 0-1 0 0,0 0 1 0 0,0 0 0 0 0,0-5-1 0 0,-1-3 114 0 0,1 1 1 0 0,-2-1-1 0 0,1 0 0 0 0,-1 1 0 0 0,-5-14 1 0 0,5 19-117 0 0,1 0-1 0 0,-2 1 1 0 0,1-1 0 0 0,0 0 0 0 0,-1 1 0 0 0,0-1 0 0 0,0 1 0 0 0,0 0 0 0 0,-1 0 0 0 0,1 0 0 0 0,-1 0 0 0 0,0 1-1 0 0,0-1 1 0 0,-6-3 0 0 0,7 6-61 0 0,0-1 0 0 0,0 1 0 0 0,0 0 0 0 0,0 0-1 0 0,-1 1 1 0 0,1-1 0 0 0,0 1 0 0 0,0-1 0 0 0,0 1 0 0 0,-1 0-1 0 0,1 0 1 0 0,0 1 0 0 0,0-1 0 0 0,0 1 0 0 0,0-1 0 0 0,-1 1-1 0 0,1 0 1 0 0,0 0 0 0 0,0 0 0 0 0,1 1 0 0 0,-1-1 0 0 0,0 1-1 0 0,0-1 1 0 0,-4 5 0 0 0,2-1-1619 0 0</inkml:trace>
</inkml:ink>
</file>

<file path=ppt/ink/ink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7:11.58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93 241 5985 0 0,'-68'-151'6659'0'0,"44"94"-2094"0"0,35 76-721 0 0,23 42-3500 0 0,-16-11-212 0 0,-3 1 1 0 0,-2 1 0 0 0,-2 0-1 0 0,5 57 1 0 0,-3-18 14 0 0,-11-78-130 0 0,1 0 1 0 0,0-1-1 0 0,0 1 0 0 0,9 18 0 0 0,-16-40 23 0 0,1 0-1 0 0,0 0 1 0 0,1 0 0 0 0,0 0 0 0 0,0 0 0 0 0,0-17-1 0 0,2-64 42 0 0,0 67-64 0 0,2-36-1 0 0,1 0 0 0 0,3 0 0 0 0,17-67 0 0 0,-21 119 16 0 0,0-1-1 0 0,1 1 1 0 0,-1 0 0 0 0,2 0-1 0 0,-1 1 1 0 0,1-1 0 0 0,0 1-1 0 0,0-1 1 0 0,1 1 0 0 0,-1 0-1 0 0,10-8 1 0 0,-12 12-21 0 0,0 1 1 0 0,1-1 0 0 0,-1 1-1 0 0,0-1 1 0 0,1 1-1 0 0,-1 0 1 0 0,1 0-1 0 0,-1 0 1 0 0,1 0-1 0 0,-1 0 1 0 0,1 1-1 0 0,0-1 1 0 0,-1 1 0 0 0,1 0-1 0 0,0 0 1 0 0,-1 0-1 0 0,1 0 1 0 0,0 0-1 0 0,-1 0 1 0 0,1 1-1 0 0,0-1 1 0 0,-1 1-1 0 0,1 0 1 0 0,0 0 0 0 0,-1 0-1 0 0,0 0 1 0 0,1 0-1 0 0,-1 0 1 0 0,1 1-1 0 0,-1-1 1 0 0,0 1-1 0 0,0 0 1 0 0,0-1-1 0 0,3 5 1 0 0,3 2 4 0 0,-1 1 0 0 0,1 0 1 0 0,-2 0-1 0 0,0 0 0 0 0,0 1 0 0 0,0 0 1 0 0,6 19-1 0 0,24 81 10 0 0,-26-74-30 0 0,24 69-433 0 0,55 114 1 0 0,-84-206-1378 0 0</inkml:trace>
</inkml:ink>
</file>

<file path=ppt/ink/ink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7:11.93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26 368 10138 0 0,'9'-10'754'0'0,"0"-1"0"0"0,-1 0 0 0 0,-1 0 0 0 0,1-1 0 0 0,-2 1 0 0 0,10-24 0 0 0,-3 1 341 0 0,10-45 0 0 0,-18 61-886 0 0,-2-1-1 0 0,3-20 0 0 0,-6 35-148 0 0,1 1-1 0 0,-1-1 0 0 0,0 1 0 0 0,0-1 0 0 0,0 0 1 0 0,0 1-1 0 0,-1-1 0 0 0,1 1 0 0 0,-1-1 0 0 0,0 1 1 0 0,0-1-1 0 0,0 1 0 0 0,-1 0 0 0 0,1 0 0 0 0,-1-1 1 0 0,0 1-1 0 0,0 0 0 0 0,-4-5 0 0 0,5 7-31 0 0,0 1 0 0 0,0-1 0 0 0,0 0 0 0 0,0 1 0 0 0,0-1 0 0 0,0 0 0 0 0,0 1 0 0 0,0 0 0 0 0,0-1 0 0 0,0 1 0 0 0,-1 0 0 0 0,1-1 0 0 0,0 1 0 0 0,0 0 0 0 0,0 0 0 0 0,0 0 0 0 0,-1 0 0 0 0,1 0 0 0 0,0 0 0 0 0,0 0 0 0 0,0 0 0 0 0,-1 1 0 0 0,0 0 0 0 0,-1 0-16 0 0,1 0 0 0 0,-1 1 0 0 0,1-1 0 0 0,0 1 0 0 0,0-1 0 0 0,0 1-1 0 0,0 0 1 0 0,0 0 0 0 0,0 0 0 0 0,-1 2 0 0 0,-4 6-85 0 0,0 1 0 0 0,2-1 0 0 0,-8 18 0 0 0,6-12 40 0 0,1 0-1 0 0,0 1 1 0 0,1-1-1 0 0,2 1 1 0 0,-3 20 0 0 0,5-31-111 0 0,0 1 1 0 0,1 0 0 0 0,0-1-1 0 0,1 1 1 0 0,-1 0 0 0 0,1-1-1 0 0,1 1 1 0 0,-1 0 0 0 0,1-1-1 0 0,0 0 1 0 0,1 1 0 0 0,-1-1 0 0 0,1 0-1 0 0,1 0 1 0 0,-1-1 0 0 0,6 9-1 0 0</inkml:trace>
</inkml:ink>
</file>

<file path=ppt/ink/ink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7:12.33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9 306 4465 0 0,'-1'0'15'0'0,"0"1"0"0"0,1-1 0 0 0,-1 0 0 0 0,1 1 0 0 0,-1-1 0 0 0,1 1 0 0 0,-1-1 0 0 0,1 1 0 0 0,-1-1 0 0 0,1 1 0 0 0,-1 0 0 0 0,1-1 0 0 0,0 1 0 0 0,-1 0 0 0 0,1-1 1 0 0,0 1-1 0 0,0 0 0 0 0,-1-1 0 0 0,1 1 0 0 0,0 0 0 0 0,0-1 0 0 0,0 1 0 0 0,0 0 0 0 0,0-1 0 0 0,0 1 0 0 0,0 0 0 0 0,0 0 0 0 0,0-1 0 0 0,0 1 0 0 0,1 1 0 0 0,21 13 2776 0 0,-18-13-2261 0 0,1 0 1 0 0,-1 0-1 0 0,1 0 1 0 0,-1-1-1 0 0,1 0 1 0 0,0 0-1 0 0,0 0 1 0 0,0 0-1 0 0,0-1 1 0 0,0 0-1 0 0,0 0 1 0 0,0 0 0 0 0,-1-1-1 0 0,7 0 1 0 0,-3-2-20 0 0,0 1 0 0 0,1-1 0 0 0,-1 0 0 0 0,-1-1 0 0 0,1 1 0 0 0,-1-2 0 0 0,12-7 0 0 0,-3-1-198 0 0,0-1 0 0 0,-1 0-1 0 0,-1-1 1 0 0,0 0 0 0 0,23-35 0 0 0,-32 41-296 0 0,1-1 1 0 0,-1 1 0 0 0,-1-1 0 0 0,0 0-1 0 0,0-1 1 0 0,-1 1 0 0 0,0-1-1 0 0,1-14 1 0 0,-3 21-26 0 0,-1 1 0 0 0,1 0 0 0 0,-1 0 0 0 0,0-1 0 0 0,0 1 0 0 0,0 0 0 0 0,-1 0 0 0 0,1 0 0 0 0,-1-1 0 0 0,0 1-1 0 0,0 0 1 0 0,0 0 0 0 0,0 0 0 0 0,0 0 0 0 0,-1 0 0 0 0,1 0 0 0 0,-1 1 0 0 0,0-1 0 0 0,0 0 0 0 0,0 1 0 0 0,0-1 0 0 0,0 1 0 0 0,-1 0 0 0 0,1 0-1 0 0,-1 0 1 0 0,1 0 0 0 0,-1 0 0 0 0,0 0 0 0 0,0 1 0 0 0,0-1 0 0 0,0 1 0 0 0,-4-1 0 0 0,5 1-64 0 0,0 0 1 0 0,0 1-1 0 0,0 0 1 0 0,0-1-1 0 0,0 1 0 0 0,0 0 1 0 0,0 0-1 0 0,0 0 1 0 0,0 0-1 0 0,0 0 1 0 0,0 1-1 0 0,0-1 0 0 0,0 1 1 0 0,0-1-1 0 0,1 1 1 0 0,-1 0-1 0 0,0-1 0 0 0,0 1 1 0 0,-2 2-1 0 0,1-1-90 0 0,0 1 0 0 0,0-1 0 0 0,1 1 0 0 0,-1 0 0 0 0,1-1 0 0 0,0 1 0 0 0,0 1-1 0 0,0-1 1 0 0,0 0 0 0 0,-1 4 0 0 0,-1 1-115 0 0,1 1 1 0 0,0 0-1 0 0,1 0 0 0 0,0 0 0 0 0,0 0 0 0 0,1 0 1 0 0,0 16-1 0 0,1-19 177 0 0,2 0 1 0 0,-1 0 0 0 0,0 0 0 0 0,1-1-1 0 0,0 1 1 0 0,1 0 0 0 0,-1-1 0 0 0,1 0-1 0 0,0 0 1 0 0,0 0 0 0 0,1 0-1 0 0,-1 0 1 0 0,1-1 0 0 0,0 1 0 0 0,1-1-1 0 0,-1 0 1 0 0,1 0 0 0 0,-1-1 0 0 0,1 1-1 0 0,0-1 1 0 0,1 0 0 0 0,-1 0-1 0 0,0-1 1 0 0,10 3 0 0 0,4 1-4846 0 0</inkml:trace>
</inkml:ink>
</file>

<file path=ppt/ink/ink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7:12.75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134 420 3681 0 0,'0'0'59'0'0,"0"0"1"0"0,0 0-1 0 0,0-1 1 0 0,0 1-1 0 0,0 0 1 0 0,0 0-1 0 0,0 0 1 0 0,0-1-1 0 0,0 1 1 0 0,0 0-1 0 0,0 0 0 0 0,0 0 1 0 0,-1-1-1 0 0,1 1 1 0 0,0 0-1 0 0,0 0 1 0 0,0 0-1 0 0,0 0 1 0 0,0 0-1 0 0,0-1 1 0 0,-1 1-1 0 0,1 0 1 0 0,0 0-1 0 0,0 0 1 0 0,0 0-1 0 0,0 0 1 0 0,-1 0-1 0 0,1 0 1 0 0,0-1-1 0 0,0 1 1 0 0,0 0-1 0 0,-1 0 0 0 0,1 0 1 0 0,0 0-1 0 0,0 0 1 0 0,0 0-1 0 0,-1 0 1 0 0,1 0-1 0 0,0 0 1 0 0,0 0-1 0 0,0 0 1 0 0,-1 0-1 0 0,1 1 1 0 0,-14 3 1915 0 0,-10 11 892 0 0,16-8-2375 0 0,0-1 1 0 0,1 2-1 0 0,0-1 1 0 0,0 1-1 0 0,1 0 1 0 0,0 0-1 0 0,1 1 1 0 0,-1 0-1 0 0,2 0 1 0 0,-1 0-1 0 0,1 0 1 0 0,-4 14-1 0 0,6-17-454 0 0,0 0 0 0 0,1 1-1 0 0,0-1 1 0 0,0 1 0 0 0,0-1-1 0 0,0 1 1 0 0,1-1 0 0 0,0 1-1 0 0,1-1 1 0 0,-1 1 0 0 0,1-1-1 0 0,1 1 1 0 0,-1-1 0 0 0,1 0-1 0 0,0 0 1 0 0,0 1 0 0 0,1-1-1 0 0,0-1 1 0 0,0 1 0 0 0,6 7-1 0 0,-9-11-34 0 0,1-1-1 0 0,0 0 1 0 0,0 0 0 0 0,0 0-1 0 0,0-1 1 0 0,0 1-1 0 0,0 0 1 0 0,0 0 0 0 0,0 0-1 0 0,0-1 1 0 0,1 1-1 0 0,-1-1 1 0 0,0 1-1 0 0,0-1 1 0 0,1 1 0 0 0,-1-1-1 0 0,0 0 1 0 0,1 1-1 0 0,-1-1 1 0 0,0 0 0 0 0,1 0-1 0 0,-1 0 1 0 0,0 0-1 0 0,1 0 1 0 0,1-1-1 0 0,0 0-52 0 0,0 0-1 0 0,0 0 1 0 0,0-1-1 0 0,-1 1 0 0 0,1-1 1 0 0,0 1-1 0 0,-1-1 1 0 0,1 0-1 0 0,-1 0 1 0 0,4-4-1 0 0,3-4-266 0 0,-1 0 0 0 0,0-1-1 0 0,-1 0 1 0 0,7-14 0 0 0,-7 9-20 0 0,0-1 1 0 0,-1 1-1 0 0,-1-1 1 0 0,-1 0-1 0 0,-1 0 0 0 0,0-1 1 0 0,-1 1-1 0 0,-1-1 0 0 0,0 0 1 0 0,-3-19-1 0 0,-4-26 881 0 0,-21-92-1 0 0,9 66 1594 0 0,14 61-1355 0 0,1 9 1334 0 0,-10-38 1 0 0,8 99 289 0 0,8-7-2323 0 0,1 0 0 0 0,2 0 0 0 0,1-1 0 0 0,2 0 0 0 0,2 0 1 0 0,0-1-1 0 0,22 40 0 0 0,10 11-1307 0 0,80 115 0 0 0,-75-136-2429 0 0,-24-37-2957 0 0</inkml:trace>
</inkml:ink>
</file>

<file path=ppt/ink/ink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7:13.10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317 27 3681 0 0,'0'-1'60'0'0,"0"0"-1"0"0,0 0 1 0 0,-1 0 0 0 0,1-1 0 0 0,0 1 0 0 0,0 0-1 0 0,-1 0 1 0 0,1 0 0 0 0,0 0 0 0 0,-1 0 0 0 0,1 0-1 0 0,-1 0 1 0 0,0 0 0 0 0,1 0 0 0 0,-1 0 0 0 0,0 0-1 0 0,1 0 1 0 0,-1 1 0 0 0,0-1 0 0 0,0 0 0 0 0,0 0 0 0 0,0 1-1 0 0,0-1 1 0 0,0 1 0 0 0,0-1 0 0 0,0 1 0 0 0,0-1-1 0 0,0 1 1 0 0,0-1 0 0 0,-2 1 0 0 0,-1 0 284 0 0,0 0 0 0 0,0 0 0 0 0,0 0 1 0 0,0 1-1 0 0,0 0 0 0 0,0 0 0 0 0,0 0 0 0 0,-3 2 1 0 0,-4 1 316 0 0,-1 2 0 0 0,2-1 1 0 0,-1 2-1 0 0,1-1 1 0 0,0 1-1 0 0,0 1 0 0 0,1 0 1 0 0,-16 16-1 0 0,11-8 76 0 0,0 1-1 0 0,1 0 0 0 0,1 1 0 0 0,-12 23 1 0 0,21-36-611 0 0,0 0 1 0 0,1 0 0 0 0,0 1 0 0 0,0-1 0 0 0,0 1-1 0 0,0 0 1 0 0,1-1 0 0 0,0 1 0 0 0,1 0-1 0 0,-1 0 1 0 0,1 0 0 0 0,1 11 0 0 0,0-13-128 0 0,0 0 1 0 0,0 0-1 0 0,1 0 0 0 0,-1-1 1 0 0,1 1-1 0 0,0 0 0 0 0,0-1 1 0 0,1 1-1 0 0,-1-1 1 0 0,1 0-1 0 0,0 1 0 0 0,0-1 1 0 0,0-1-1 0 0,0 1 0 0 0,0 0 1 0 0,0-1-1 0 0,1 1 1 0 0,6 3-1 0 0,55 21-59 0 0,-52-23 126 0 0,0 1-1 0 0,0 1 1 0 0,0 0 0 0 0,13 9 0 0 0,-25-14-44 0 0,1-1 1 0 0,-1 1-1 0 0,0 0 0 0 0,0 1 0 0 0,1-1 0 0 0,-1 0 0 0 0,0 0 0 0 0,0 0 0 0 0,0 1 0 0 0,0-1 0 0 0,-1 0 1 0 0,1 1-1 0 0,0-1 0 0 0,0 1 0 0 0,-1-1 0 0 0,1 1 0 0 0,-1-1 0 0 0,1 1 0 0 0,-1 0 0 0 0,0-1 0 0 0,0 1 0 0 0,0-1 1 0 0,0 4-1 0 0,0-2 26 0 0,-1 0-1 0 0,0 0 1 0 0,0 0 0 0 0,0 0 0 0 0,0 0 0 0 0,-1 0-1 0 0,1 0 1 0 0,-1 0 0 0 0,0 0 0 0 0,0-1 0 0 0,-2 4 0 0 0,-8 6 206 0 0,1-1 0 0 0,-2 0 0 0 0,-21 15 0 0 0,32-24-225 0 0,-27 18 59 0 0,-34 17-1 0 0,-1-6-2972 0 0,45-23-4236 0 0</inkml:trace>
</inkml:ink>
</file>

<file path=ppt/ink/ink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7:13.56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95 456 0 0,'7'-31'1990'0'0,"-6"24"-65"0"0,0-1 0 0 0,1 0 0 0 0,0 1 0 0 0,0 0 0 0 0,1-1 0 0 0,10-10 3791 0 0,-12 18-5618 0 0,5 10 1432 0 0,1 13-805 0 0,-1 32-327 0 0,-1 0 0 0 0,-4 61 1 0 0,-2-56-263 0 0,11 94 1 0 0,-2-107-6 0 0,18 61 0 0 0,2-33-1329 0 0,-21-61-173 0 0,0-1 0 0 0,1-1 0 0 0,11 15 0 0 0</inkml:trace>
</inkml:ink>
</file>

<file path=ppt/ink/ink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7:13.96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39 221 5065 0 0,'-2'-1'69'0'0,"-1"0"0"0"0,1 1 0 0 0,0-1 0 0 0,0 0-1 0 0,0 0 1 0 0,0 0 0 0 0,0-1 0 0 0,0 1 0 0 0,0 0 0 0 0,0-1 0 0 0,1 1-1 0 0,-1-1 1 0 0,0 1 0 0 0,1-1 0 0 0,-1 0 0 0 0,1 0 0 0 0,0 0 0 0 0,0 0 0 0 0,0 0-1 0 0,-2-3 1 0 0,3 2 41 0 0,0 1 1 0 0,0-1-1 0 0,0 1 0 0 0,0-1 0 0 0,0 1 0 0 0,1 0 1 0 0,-1-1-1 0 0,1 1 0 0 0,0-1 0 0 0,-1 1 0 0 0,1 0 1 0 0,0 0-1 0 0,1-1 0 0 0,-1 1 0 0 0,0 0 0 0 0,0 0 1 0 0,1 0-1 0 0,0 0 0 0 0,2-3 0 0 0,5-4 207 0 0,0 1-1 0 0,1 0 1 0 0,-1 0-1 0 0,1 1 1 0 0,1 0 0 0 0,-1 1-1 0 0,1 0 1 0 0,14-5-1 0 0,96-30 1754 0 0,-111 38-1785 0 0,-3 1-63 0 0,76-18 1448 0 0,-77 19-1651 0 0,0 0 0 0 0,0 1 0 0 0,0-1 1 0 0,0 1-1 0 0,1 0 0 0 0,-1 1 0 0 0,0 0 0 0 0,0 0 0 0 0,0 0 0 0 0,0 1 1 0 0,8 3-1 0 0,-12-5-11 0 0,-1 1 0 0 0,1 0 0 0 0,-1 0 1 0 0,1 1-1 0 0,-1-1 0 0 0,0 0 0 0 0,0 0 1 0 0,1 1-1 0 0,-1-1 0 0 0,0 0 0 0 0,0 1 1 0 0,0 0-1 0 0,-1-1 0 0 0,1 1 0 0 0,0-1 1 0 0,0 1-1 0 0,-1 0 0 0 0,1-1 0 0 0,-1 1 0 0 0,0 0 1 0 0,1 0-1 0 0,-1-1 0 0 0,0 1 0 0 0,0 0 1 0 0,0 0-1 0 0,0 0 0 0 0,-1-1 0 0 0,1 1 1 0 0,0 0-1 0 0,-1 2 0 0 0,-3 8 373 0 0,0 0 1 0 0,0 0-1 0 0,-9 18 1 0 0,-2 4 857 0 0,13-29-1130 0 0,1 0 1 0 0,0 0-1 0 0,0 0 0 0 0,0 0 0 0 0,1 0 0 0 0,0 0 0 0 0,0 0 0 0 0,0 0 0 0 0,0 0 0 0 0,1 0 0 0 0,0 0 0 0 0,0 0 0 0 0,0 0 0 0 0,1 0 1 0 0,0-1-1 0 0,0 1 0 0 0,0 0 0 0 0,4 6 0 0 0,-4-8-84 0 0,1 0-1 0 0,0-1 1 0 0,-1 1 0 0 0,1 0 0 0 0,0-1 0 0 0,1 1-1 0 0,-1-1 1 0 0,0 0 0 0 0,1 0 0 0 0,-1-1 0 0 0,1 1 0 0 0,-1-1-1 0 0,1 1 1 0 0,0-1 0 0 0,0 0 0 0 0,0-1 0 0 0,-1 1-1 0 0,1-1 1 0 0,0 1 0 0 0,0-1 0 0 0,0 0 0 0 0,0-1-1 0 0,0 1 1 0 0,5-2 0 0 0,-1 1-2 0 0,0-2 0 0 0,0 1 0 0 0,0-1 1 0 0,0 0-1 0 0,-1-1 0 0 0,1 0 0 0 0,-1 0 0 0 0,0 0 0 0 0,0-1 0 0 0,-1 0 1 0 0,1 0-1 0 0,-1-1 0 0 0,0 0 0 0 0,-1 0 0 0 0,1-1 0 0 0,-1 1 0 0 0,0-1 1 0 0,4-8-1 0 0,-7 11-9 0 0,0 0 0 0 0,0 0 1 0 0,0 0-1 0 0,-1 0 1 0 0,1 0-1 0 0,-1-1 0 0 0,0 1 1 0 0,0 0-1 0 0,0-1 1 0 0,-1 1-1 0 0,0 0 0 0 0,0-1 1 0 0,0 1-1 0 0,0-1 0 0 0,-1 1 1 0 0,1 0-1 0 0,-1-1 1 0 0,0 1-1 0 0,0 0 0 0 0,-1 0 1 0 0,0 0-1 0 0,1 0 1 0 0,-1 0-1 0 0,0 0 0 0 0,-1 0 1 0 0,1 0-1 0 0,-1 1 0 0 0,0-1 1 0 0,0 1-1 0 0,0 0 1 0 0,0 0-1 0 0,0 0 0 0 0,-1 0 1 0 0,1 1-1 0 0,-6-4 1 0 0,0 1-257 0 0,-2-1 1 0 0,1 1 0 0 0,-1 1 0 0 0,0 0-1 0 0,1 1 1 0 0,-2 0 0 0 0,1 0 0 0 0,-16-1-1 0 0,14 4-1070 0 0</inkml:trace>
</inkml:ink>
</file>

<file path=ppt/ink/ink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7:14.36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121 1 5985 0 0,'-1'0'157'0'0,"-1"0"-1"0"0,0 0 1 0 0,1 0 0 0 0,-1 0-1 0 0,1 0 1 0 0,-1 0-1 0 0,0 1 1 0 0,1-1 0 0 0,-1 0-1 0 0,1 1 1 0 0,-1-1-1 0 0,1 1 1 0 0,-1 0-1 0 0,1-1 1 0 0,-1 1 0 0 0,1 0-1 0 0,0 0 1 0 0,-2 2-1 0 0,-1 0 181 0 0,0 1-1 0 0,0 0 1 0 0,1 0-1 0 0,-1 0 1 0 0,-3 8-1 0 0,-3 4 499 0 0,2 1-1 0 0,-8 22 1 0 0,9-22-584 0 0,2 1 0 0 0,0-1-1 0 0,1 1 1 0 0,0 0 0 0 0,2 0 0 0 0,0 0 0 0 0,1 0-1 0 0,1 0 1 0 0,2 19 0 0 0,0-23-172 0 0,0 0-1 0 0,1 0 1 0 0,1 0-1 0 0,1 0 1 0 0,-1-1 0 0 0,2 0-1 0 0,0 0 1 0 0,1 0 0 0 0,0-1-1 0 0,0 0 1 0 0,2 0-1 0 0,9 10 1 0 0,1 0 279 0 0,2-1 0 0 0,0-1 1 0 0,32 22-1 0 0,-41-33-139 0 0,1-1 1 0 0,0 0 0 0 0,0-1 0 0 0,1-1-1 0 0,0 0 1 0 0,0-1 0 0 0,0 0-1 0 0,18 3 1 0 0,-29-7-140 0 0,0 0 1 0 0,0-1-1 0 0,0 0 1 0 0,0 1-1 0 0,0-1 1 0 0,0 0-1 0 0,0 0 1 0 0,0-1-1 0 0,0 1 1 0 0,0-1-1 0 0,0 1 0 0 0,-1-1 1 0 0,1 0-1 0 0,0 0 1 0 0,0 0-1 0 0,-1 0 1 0 0,1-1-1 0 0,0 1 1 0 0,-1-1-1 0 0,1 0 0 0 0,-1 1 1 0 0,0-1-1 0 0,0 0 1 0 0,0 0-1 0 0,0-1 1 0 0,0 1-1 0 0,0 0 1 0 0,0-1-1 0 0,-1 1 0 0 0,1-1 1 0 0,-1 1-1 0 0,2-6 1 0 0,0 1-72 0 0,0-1 1 0 0,-1-1 0 0 0,0 1-1 0 0,1-10 1 0 0,0-36-4207 0 0,-2 41 2024 0 0,0-12-5021 0 0</inkml:trace>
</inkml:ink>
</file>

<file path=ppt/ink/ink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7:14.72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0 352 7746 0 0,'8'0'334'0'0,"0"-1"-1"0"0,0 0 1 0 0,0 0 0 0 0,0 0 0 0 0,-1-1 0 0 0,1 0 0 0 0,-1-1-1 0 0,1 1 1 0 0,-1-2 0 0 0,0 1 0 0 0,0-1 0 0 0,0 0 0 0 0,0 0 0 0 0,-1-1-1 0 0,0 0 1 0 0,0 0 0 0 0,0 0 0 0 0,8-11 0 0 0,-7 7 61 0 0,0 0-1 0 0,-1-1 1 0 0,-1 0 0 0 0,1 0-1 0 0,-2 0 1 0 0,1 0 0 0 0,-2-1 0 0 0,1 0-1 0 0,-1 0 1 0 0,-1 0 0 0 0,0 0-1 0 0,1-17 1 0 0,-3 18-127 0 0,1-51 768 0 0,-1 57-951 0 0,-1 0 0 0 0,1 0 0 0 0,-1 0 0 0 0,0 1 1 0 0,0-1-1 0 0,0 0 0 0 0,0 1 0 0 0,-1-1 1 0 0,1 1-1 0 0,-1 0 0 0 0,0-1 0 0 0,0 1 0 0 0,-3-4 1 0 0,4 6-55 0 0,0 1 1 0 0,1-1-1 0 0,-1 0 1 0 0,0 1-1 0 0,0-1 1 0 0,1 1 0 0 0,-1-1-1 0 0,0 1 1 0 0,0-1-1 0 0,0 1 1 0 0,0 0-1 0 0,0-1 1 0 0,0 1-1 0 0,0 0 1 0 0,0 0 0 0 0,0 0-1 0 0,0 0 1 0 0,0 0-1 0 0,0 0 1 0 0,0 0-1 0 0,1 0 1 0 0,-1 0 0 0 0,0 0-1 0 0,0 0 1 0 0,-2 1-1 0 0,1 0 8 0 0,-1 0 0 0 0,1 1 0 0 0,-1-1-1 0 0,1 1 1 0 0,-1 0 0 0 0,1 0 0 0 0,0-1 0 0 0,-4 5-1 0 0,-2 4 22 0 0,0 1-1 0 0,-12 19 1 0 0,19-29-51 0 0,-6 11 6 0 0,1-1-1 0 0,0 1 1 0 0,1 0-1 0 0,0 0 1 0 0,1 1-1 0 0,0-1 1 0 0,1 1-1 0 0,-3 24 1 0 0,6-31-15 0 0,0 0 1 0 0,0 0-1 0 0,0 0 0 0 0,1 0 1 0 0,0-1-1 0 0,0 1 0 0 0,0 0 1 0 0,1 0-1 0 0,0-1 0 0 0,0 1 1 0 0,0-1-1 0 0,1 0 0 0 0,-1 0 1 0 0,1 0-1 0 0,1 0 0 0 0,-1 0 1 0 0,1 0-1 0 0,0-1 1 0 0,0 0-1 0 0,0 0 0 0 0,0 0 1 0 0,7 4-1 0 0,0-1-15 0 0,1 1-1 0 0,1-2 1 0 0,-1 0 0 0 0,1 0 0 0 0,0-1-1 0 0,1-1 1 0 0,-1 0 0 0 0,1-1 0 0 0,-1 0 0 0 0,1-1-1 0 0,0-1 1 0 0,0 0 0 0 0,24-2 0 0 0,-2-3-999 0 0,0-1 1 0 0,0-2 0 0 0,-1-1-1 0 0,37-14 1 0 0,-44 13-5574 0 0</inkml:trace>
</inkml:ink>
</file>

<file path=ppt/ink/ink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7:15.31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 11522 0 0,'17'10'4679'0'0,"-13"-5"-4151"0"0,0 1 1 0 0,1 1-1 0 0,-2-1 1 0 0,1 1 0 0 0,-1-1-1 0 0,0 1 1 0 0,-1 0-1 0 0,4 14 1 0 0,8 63 308 0 0,-11-58-483 0 0,33 306 553 0 0,-8-61-334 0 0,-2 65-1959 0 0,-26-312 388 0 0</inkml:trace>
</inkml:ink>
</file>

<file path=ppt/ink/ink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7:15.74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61 44 9674 0 0,'-5'-4'8578'0'0,"-7"23"-7371"0"0,3 3-1096 0 0,1 0-1 0 0,2 1 1 0 0,0 0 0 0 0,1 0 0 0 0,1 1 0 0 0,1-1 0 0 0,2 1-1 0 0,0-1 1 0 0,5 48 0 0 0,-2-58-75 0 0,1 0 0 0 0,0-1-1 0 0,1 1 1 0 0,0-1 0 0 0,1 0 0 0 0,0 0 0 0 0,1 0-1 0 0,0 0 1 0 0,12 14 0 0 0,-15-21 4 0 0,1 0-1 0 0,0 0 1 0 0,0 0 0 0 0,0-1-1 0 0,0 1 1 0 0,1-1-1 0 0,0 0 1 0 0,0-1 0 0 0,0 1-1 0 0,0-1 1 0 0,1 0-1 0 0,-1 0 1 0 0,1-1 0 0 0,0 1-1 0 0,0-1 1 0 0,0-1 0 0 0,0 1-1 0 0,0-1 1 0 0,0 0-1 0 0,0 0 1 0 0,12-1 0 0 0,-10-1 11 0 0,0-1 0 0 0,0 0 1 0 0,0-1-1 0 0,-1 0 1 0 0,1 0-1 0 0,0 0 1 0 0,-1-1-1 0 0,0-1 0 0 0,0 1 1 0 0,0-1-1 0 0,-1 0 1 0 0,11-10-1 0 0,-5 3 9 0 0,0-1-1 0 0,-1 0 1 0 0,0 0 0 0 0,-1-1 0 0 0,8-16 0 0 0,-15 24-26 0 0,0-1 1 0 0,0 1 0 0 0,-1 0 0 0 0,0-1 0 0 0,0 0-1 0 0,-1 1 1 0 0,0-1 0 0 0,0 0 0 0 0,0 0 0 0 0,-1 0-1 0 0,-1-10 1 0 0,0 5 24 0 0,-1 0 0 0 0,-1 1 0 0 0,0-1 0 0 0,0 1 0 0 0,-1 0 0 0 0,-7-15 0 0 0,2 9-46 0 0,-1-1 0 0 0,-1 2 0 0 0,0-1 0 0 0,-1 2-1 0 0,-1-1 1 0 0,-1 2 0 0 0,-27-24 0 0 0,-36-16-2979 0 0</inkml:trace>
</inkml:ink>
</file>

<file path=ppt/ink/ink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7:16.04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1 113 5065 0 0,'6'-8'12651'0'0,"11"2"-13852"0"0,-12 5 2312 0 0,72-27 926 0 0,-32 11-1451 0 0,0 1 1 0 0,1 3-1 0 0,60-10 1 0 0,-97 23-2461 0 0</inkml:trace>
</inkml:ink>
</file>

<file path=ppt/ink/ink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7:17.40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27 75 7370 0 0,'-1'0'285'0'0,"-1"-1"0"0"0,0 0 1 0 0,0 0-1 0 0,0 0 1 0 0,1 0-1 0 0,-1 0 1 0 0,1 0-1 0 0,-1-1 0 0 0,1 1 1 0 0,-1 0-1 0 0,1-1 1 0 0,0 1-1 0 0,-1-1 1 0 0,1 1-1 0 0,0-1 0 0 0,0 0 1 0 0,-1-2-1 0 0,2 3-198 0 0,0 0 0 0 0,1-1 0 0 0,-1 1-1 0 0,0 0 1 0 0,1 0 0 0 0,-1 0 0 0 0,1-1-1 0 0,-1 1 1 0 0,1 0 0 0 0,0 0 0 0 0,-1 0-1 0 0,1 0 1 0 0,0 0 0 0 0,0 0 0 0 0,-1 0-1 0 0,1 1 1 0 0,0-1 0 0 0,0 0 0 0 0,0 0-1 0 0,0 1 1 0 0,0-1 0 0 0,1 0 0 0 0,-1 1-1 0 0,0-1 1 0 0,0 1 0 0 0,0-1 0 0 0,0 1-1 0 0,3-1 1 0 0,12-4 612 0 0,1 0-1 0 0,0 1 0 0 0,0 0 0 0 0,1 2 1 0 0,-1 0-1 0 0,1 1 0 0 0,30 2 1 0 0,-45-1-691 0 0,-1 0-1 0 0,0 0 1 0 0,0 1 0 0 0,0-1 0 0 0,0 0 0 0 0,0 1 0 0 0,0 0 0 0 0,0-1-1 0 0,0 1 1 0 0,0 0 0 0 0,0 0 0 0 0,0 0 0 0 0,0 1 0 0 0,0-1 0 0 0,-1 0-1 0 0,1 1 1 0 0,0-1 0 0 0,-1 1 0 0 0,1-1 0 0 0,1 4 0 0 0,-1-2 16 0 0,0 1 1 0 0,-1 0 0 0 0,1-1 0 0 0,-1 1-1 0 0,0 0 1 0 0,0 0 0 0 0,0 0 0 0 0,-1 0-1 0 0,1 0 1 0 0,-1 6 0 0 0,-1 9 82 0 0,0 0 0 0 0,-2 0 0 0 0,-8 33 0 0 0,8-42-97 0 0,0 4-21 0 0,0-3-32 0 0,0 0-1 0 0,1 1 1 0 0,0-1 0 0 0,1 0-1 0 0,0 16 1 0 0,1-25 37 0 0,0 0 0 0 0,1 0 0 0 0,-1 0 0 0 0,0 0 1 0 0,1 0-1 0 0,-1 0 0 0 0,1 0 0 0 0,0 0 0 0 0,0 0 0 0 0,-1 0 0 0 0,1-1 1 0 0,1 1-1 0 0,-1 0 0 0 0,0-1 0 0 0,0 1 0 0 0,1 0 0 0 0,-1-1 0 0 0,0 0 0 0 0,1 1 1 0 0,-1-1-1 0 0,1 0 0 0 0,0 0 0 0 0,0 0 0 0 0,-1 0 0 0 0,1 0 0 0 0,0 0 1 0 0,0 0-1 0 0,0-1 0 0 0,0 1 0 0 0,0-1 0 0 0,0 1 0 0 0,0-1 0 0 0,0 0 1 0 0,0 0-1 0 0,0 0 0 0 0,0 0 0 0 0,2 0 0 0 0,12-1 73 0 0,0-1 0 0 0,26-5 0 0 0,-29 3 0 0 0,1 2 0 0 0,0 0 1 0 0,0 1-1 0 0,15 0 1 0 0,-28 1-60 0 0,0 0 0 0 0,1 0 0 0 0,-1 0 0 0 0,0 0 0 0 0,1 0 0 0 0,-1 0 0 0 0,0 1 0 0 0,1-1 0 0 0,-1 0 0 0 0,0 1 0 0 0,0-1 0 0 0,0 1 0 0 0,1 0 0 0 0,-1-1 0 0 0,0 1 0 0 0,0 0 0 0 0,0 0 0 0 0,0 0 0 0 0,0 0 0 0 0,0-1 0 0 0,0 1 0 0 0,0 1 0 0 0,-1-1 0 0 0,1 0 0 0 0,0 0 0 0 0,0 2 0 0 0,0-1 16 0 0,-1 1-1 0 0,1-1 1 0 0,-1 0-1 0 0,0 1 1 0 0,0-1-1 0 0,0 1 1 0 0,0-1-1 0 0,-1 1 1 0 0,1-1-1 0 0,-1 1 1 0 0,1-1-1 0 0,-1 1 1 0 0,-1 1-1 0 0,-3 7 79 0 0,0 0-1 0 0,-1 0 0 0 0,0-1 1 0 0,-13 17-1 0 0,-14 10-635 0 0,-2-1 0 0 0,-42 33 0 0 0</inkml:trace>
</inkml:ink>
</file>

<file path=ppt/ink/ink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7:18.35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47 191 7370 0 0,'-2'-4'723'0'0,"-1"1"1"0"0,0 0 0 0 0,1 0 0 0 0,-1 0 0 0 0,0 0 0 0 0,-1 0 0 0 0,1 1-1 0 0,0 0 1 0 0,-1-1 0 0 0,1 1 0 0 0,-1 0 0 0 0,-6-2 0 0 0,15 5-583 0 0,0 0 0 0 0,0 0 1 0 0,0 0-1 0 0,0 1 0 0 0,0-1 1 0 0,0 1-1 0 0,-1 0 0 0 0,1 0 1 0 0,-1 1-1 0 0,1 0 0 0 0,-1 0 1 0 0,0 0-1 0 0,0 0 0 0 0,0 0 1 0 0,-1 1-1 0 0,1-1 1 0 0,-1 1-1 0 0,0 0 0 0 0,4 5 1 0 0,7 12 812 0 0,-1 1 1 0 0,17 35-1 0 0,-26-47-915 0 0,37 84-11 0 0,25 47 72 0 0,-58-126-90 0 0,1-1 0 0 0,1 0 1 0 0,0-1-1 0 0,0 0 0 0 0,1-1 1 0 0,1 0-1 0 0,16 12 1 0 0,-26-22 13 0 0,-1 0 1 0 0,1-1-1 0 0,0 1 1 0 0,0-1 0 0 0,1 0-1 0 0,-1 0 1 0 0,0 1-1 0 0,0-1 1 0 0,0-1 0 0 0,1 1-1 0 0,-1 0 1 0 0,1 0 0 0 0,-1-1-1 0 0,1 0 1 0 0,-1 1-1 0 0,0-1 1 0 0,1 0 0 0 0,-1 0-1 0 0,1 0 1 0 0,-1 0-1 0 0,1-1 1 0 0,-1 1 0 0 0,1-1-1 0 0,-1 0 1 0 0,0 1 0 0 0,1-1-1 0 0,-1 0 1 0 0,0 0-1 0 0,0-1 1 0 0,1 1 0 0 0,-1 0-1 0 0,0-1 1 0 0,0 1-1 0 0,-1-1 1 0 0,1 0 0 0 0,0 1-1 0 0,0-1 1 0 0,-1 0 0 0 0,1 0-1 0 0,-1 0 1 0 0,0 0-1 0 0,2-3 1 0 0,5-9 80 0 0,-1 0-1 0 0,-1-1 1 0 0,0 1-1 0 0,-1-1 1 0 0,5-20-1 0 0,12-77 391 0 0,15-191-1 0 0,-35 271-479 0 0,3-57-1328 0 0,-4 77 902 0 0</inkml:trace>
</inkml:ink>
</file>

<file path=ppt/ink/ink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7:28.72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77 10138 0 0,'-1'-14'1538'0'0,"0"0"-1"0"0,1-23 0 0 0,3 26 741 0 0,-1 44-1041 0 0,36 522 590 0 0,-37-541-1805 0 0,5 60 57 0 0,4 0-1 0 0,3-1 1 0 0,27 89-1 0 0,-31-142-923 0 0,-4-14-118 0 0</inkml:trace>
</inkml:ink>
</file>

<file path=ppt/ink/ink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7:29.02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36 4145 0 0,'-1'-1'133'0'0,"0"1"0"0"0,0-1 0 0 0,1 0-1 0 0,-1 0 1 0 0,0 0 0 0 0,1-1 0 0 0,-1 1 0 0 0,0 0 0 0 0,1 0 0 0 0,0 0 0 0 0,-1 0 0 0 0,1 0-1 0 0,0-1 1 0 0,-1 1 0 0 0,1 0 0 0 0,0 0 0 0 0,0-1 0 0 0,0 1 0 0 0,0 0 0 0 0,0 0 0 0 0,0 0 0 0 0,1-1-1 0 0,-1 1 1 0 0,1-1 0 0 0,0 1 10 0 0,-1 0 0 0 0,1 1-1 0 0,0-1 1 0 0,0 1 0 0 0,1-1 0 0 0,-1 1-1 0 0,0-1 1 0 0,0 1 0 0 0,0 0 0 0 0,0-1-1 0 0,0 1 1 0 0,0 0 0 0 0,0 0-1 0 0,0 0 1 0 0,1 0 0 0 0,-1 0 0 0 0,0 0-1 0 0,0 0 1 0 0,0 0 0 0 0,0 1 0 0 0,0-1-1 0 0,0 0 1 0 0,1 1 0 0 0,-1-1 0 0 0,0 1-1 0 0,0-1 1 0 0,1 2 0 0 0,14 7 594 0 0,0 1 1 0 0,0 0-1 0 0,-2 1 1 0 0,1 1-1 0 0,-1 0 0 0 0,-1 1 1 0 0,14 17-1 0 0,3 1 71 0 0,68 68 817 0 0,163 159 548 0 0,-243-242-2158 0 0,-5-6-10 0 0,-1 1 1 0 0,0 1-1 0 0,-1 0 1 0 0,-1 1-1 0 0,0-1 1 0 0,15 27-1 0 0,-23-26-934 0 0,-4-6-16 0 0</inkml:trace>
</inkml:ink>
</file>

<file path=ppt/ink/ink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7:29.6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28 513 2304 0 0,'-2'-1'17'0'0,"0"0"-1"0"0,0-1 0 0 0,0 1 0 0 0,1-1 0 0 0,-1 0 0 0 0,0 1 0 0 0,0-1 0 0 0,1 0 1 0 0,-1 0-1 0 0,1 0 0 0 0,0 0 0 0 0,0 0 0 0 0,-1 0 0 0 0,1-1 0 0 0,1 1 0 0 0,-1 0 0 0 0,0 0 1 0 0,0-1-1 0 0,1 1 0 0 0,-1-4 0 0 0,1 1 36 0 0,0 0 0 0 0,1 0 0 0 0,-1 1 0 0 0,1-1 1 0 0,0 0-1 0 0,0 1 0 0 0,1-1 0 0 0,-1 1 0 0 0,5-9 0 0 0,2-1 418 0 0,0 1 0 0 0,1 0-1 0 0,0 0 1 0 0,1 1 0 0 0,17-16 0 0 0,-16 16 464 0 0,2 1 1 0 0,0 1 0 0 0,0 0 0 0 0,1 0 0 0 0,0 1 0 0 0,0 1 0 0 0,19-7 0 0 0,-27 13-645 0 0,-1 0 1 0 0,1 0-1 0 0,0 1 1 0 0,0-1 0 0 0,0 1-1 0 0,0 1 1 0 0,0-1 0 0 0,0 1-1 0 0,0 0 1 0 0,-1 1-1 0 0,1 0 1 0 0,0-1 0 0 0,0 2-1 0 0,0-1 1 0 0,0 1-1 0 0,-1 0 1 0 0,1 0 0 0 0,-1 0-1 0 0,1 1 1 0 0,-1 0 0 0 0,0 0-1 0 0,0 0 1 0 0,5 5-1 0 0,26 24 325 0 0,-1 3 0 0 0,43 54 0 0 0,-44-48-427 0 0,-34-40-188 0 0,1-1 0 0 0,-1 0 0 0 0,0 1 1 0 0,0-1-1 0 0,1 0 0 0 0,-1 1 0 0 0,0-1 1 0 0,0 0-1 0 0,1 0 0 0 0,-1 1 0 0 0,0-1 1 0 0,1 0-1 0 0,-1 0 0 0 0,0 1 0 0 0,1-1 0 0 0,-1 0 1 0 0,1 0-1 0 0,-1 0 0 0 0,0 0 0 0 0,1 0 1 0 0,-1 0-1 0 0,0 1 0 0 0,1-1 0 0 0,-1 0 1 0 0,1 0-1 0 0,-1 0 0 0 0,0 0 0 0 0,1 0 0 0 0,-1-1 1 0 0,1 1-1 0 0,-1 0 0 0 0,0 0 0 0 0,1 0 1 0 0,-1 0-1 0 0,1-1 0 0 0,8-14 19 0 0,0-30 16 0 0,-8 39-33 0 0,9-76-24 0 0,-9 56 4 0 0,2-1 1 0 0,1 1-1 0 0,1 0 1 0 0,13-38-1 0 0,-18 62 18 0 0,1 0 0 0 0,0-1 0 0 0,0 1 0 0 0,0 0 0 0 0,0 0 0 0 0,0-1 0 0 0,1 1 0 0 0,-1 0 0 0 0,1 0 0 0 0,-1 0 0 0 0,1 1-1 0 0,0-1 1 0 0,-1 0 0 0 0,1 0 0 0 0,0 1 0 0 0,0 0 0 0 0,1-1 0 0 0,-1 1 0 0 0,0 0 0 0 0,0 0 0 0 0,0 0 0 0 0,1 0-1 0 0,-1 0 1 0 0,1 1 0 0 0,-1-1 0 0 0,0 1 0 0 0,1-1 0 0 0,-1 1 0 0 0,1 0 0 0 0,-1 0 0 0 0,1 0 0 0 0,-1 0 0 0 0,1 1 0 0 0,-1-1-1 0 0,1 1 1 0 0,-1-1 0 0 0,1 1 0 0 0,3 2 0 0 0,2 0 2 0 0,-1 1-1 0 0,1 0 1 0 0,-1 1-1 0 0,0 0 1 0 0,0 0-1 0 0,0 0 1 0 0,-1 1-1 0 0,0 0 1 0 0,0 0-1 0 0,5 8 1 0 0,12 26-12 0 0,-20-34 10 0 0,-1 0 0 0 0,1 0-1 0 0,0-1 1 0 0,1 1 0 0 0,-1-1 0 0 0,1 0-1 0 0,0 0 1 0 0,0 0 0 0 0,1-1-1 0 0,-1 1 1 0 0,1-1 0 0 0,8 6-1 0 0,-12-10-13 0 0,0 0-1 0 0,-1 1 0 0 0,1-1 1 0 0,-1 0-1 0 0,1 0 0 0 0,0 0 0 0 0,-1 0 1 0 0,1 0-1 0 0,0 0 0 0 0,-1 0 1 0 0,1 0-1 0 0,0 0 0 0 0,-1 0 0 0 0,1 0 1 0 0,-1 0-1 0 0,1 0 0 0 0,0 0 1 0 0,-1-1-1 0 0,1 1 0 0 0,-1 0 0 0 0,1 0 1 0 0,0-1-1 0 0,-1 1 0 0 0,1 0 1 0 0,-1-1-1 0 0,1 1 0 0 0,-1-1 0 0 0,1 1 1 0 0,-1-1-1 0 0,0 1 0 0 0,1-1 1 0 0,-1 1-1 0 0,1-1 0 0 0,-1 1 0 0 0,0-1 1 0 0,0 1-1 0 0,1-1 0 0 0,-1 0 1 0 0,0 1-1 0 0,0-1 0 0 0,0 1 0 0 0,1-1 1 0 0,-1 0-1 0 0,0 1 0 0 0,0-1 1 0 0,0 0-1 0 0,0 1 0 0 0,0-1 0 0 0,0 0 1 0 0,-1 0-1 0 0,-1-41-537 0 0,1 37 492 0 0,1 5 59 0 0,-3-28-171 0 0,1-53 0 0 0,2 75 155 0 0,1 0-1 0 0,-1 0 1 0 0,1 0-1 0 0,0 0 1 0 0,1-1-1 0 0,0 1 1 0 0,0 1-1 0 0,0-1 1 0 0,0 0-1 0 0,1 0 1 0 0,0 1-1 0 0,0 0 1 0 0,0-1-1 0 0,1 1 1 0 0,4-5-1 0 0,-6 9 32 0 0,0 0 0 0 0,-1 0 0 0 0,1 0 0 0 0,0 0-1 0 0,0 0 1 0 0,-1 0 0 0 0,1 1 0 0 0,0-1 0 0 0,0 0 0 0 0,0 1-1 0 0,0 0 1 0 0,0-1 0 0 0,0 1 0 0 0,0 0 0 0 0,0 0-1 0 0,0 0 1 0 0,0 0 0 0 0,0 1 0 0 0,0-1 0 0 0,0 1 0 0 0,0-1-1 0 0,0 1 1 0 0,0-1 0 0 0,-1 1 0 0 0,1 0 0 0 0,0 0 0 0 0,0 0-1 0 0,-1 0 1 0 0,4 2 0 0 0,5 5 143 0 0,1 0 0 0 0,-1 1 0 0 0,13 13 0 0 0,-11-10-63 0 0,86 70-25 0 0,-54-50-4105 0 0,-41-30 3612 0 0</inkml:trace>
</inkml:ink>
</file>

<file path=ppt/ink/ink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7:29.9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6 7834 0 0,'0'0'29'0'0,"0"0"0"0"0,0 0 1 0 0,-1 0-1 0 0,1 0 1 0 0,0 0-1 0 0,0 0 0 0 0,0 0 1 0 0,0 0-1 0 0,0 0 1 0 0,0 0-1 0 0,0 0 0 0 0,-1 0 1 0 0,1 0-1 0 0,0-1 1 0 0,0 1-1 0 0,0 0 0 0 0,0 0 1 0 0,0 0-1 0 0,0 0 1 0 0,0 0-1 0 0,0 0 0 0 0,0 0 1 0 0,0-1-1 0 0,0 1 1 0 0,0 0-1 0 0,0 0 0 0 0,0 0 1 0 0,0 0-1 0 0,0 0 0 0 0,0 0 1 0 0,0-1-1 0 0,0 1 1 0 0,0 0-1 0 0,0 0 0 0 0,0 0 1 0 0,0 0-1 0 0,0 0 1 0 0,0 0-1 0 0,0-1 0 0 0,0 1 1 0 0,0 0-1 0 0,0 0 1 0 0,0 0-1 0 0,0 0 0 0 0,0 0 1 0 0,0 0-1 0 0,0 0 1 0 0,1-1-1 0 0,-1 1 0 0 0,0 0 1 0 0,0 0-1 0 0,0 0 1 0 0,0 0-1 0 0,0 0 0 0 0,0 0 1 0 0,0 0-1 0 0,0 0 1 0 0,1 0-1 0 0,-1 0 0 0 0,0 0 1 0 0,0 0-1 0 0,14 0 1192 0 0,15 6 1318 0 0,-14 2-1840 0 0,-1 0 1 0 0,0 1-1 0 0,0 1 0 0 0,-1 0 0 0 0,0 1 0 0 0,-1 0 0 0 0,-1 1 1 0 0,21 26-1 0 0,-3 2-707 0 0,39 74-1 0 0,-66-111-210 0 0,19 41-731 0 0,-21-42 697 0 0,1 0-1 0 0,0-1 0 0 0,-1 1 1 0 0,1 0-1 0 0,-1 0 1 0 0,1-1-1 0 0,-1 1 0 0 0,0 0 1 0 0,0 0-1 0 0,0 0 1 0 0,0-1-1 0 0,0 1 1 0 0,0 0-1 0 0,0 0 0 0 0,-1 0 1 0 0,1-1-1 0 0,-1 1 1 0 0,1 0-1 0 0,-1 0 0 0 0,0-1 1 0 0,1 1-1 0 0,-3 2 1 0 0</inkml:trace>
</inkml:ink>
</file>

<file path=ppt/ink/ink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7:30.18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20 244 5065 0 0,'-3'-7'171'0'0,"0"-1"0"0"0,0 1 1 0 0,0 0-1 0 0,1-1 0 0 0,1 1 0 0 0,-1-1 1 0 0,1 0-1 0 0,0 1 0 0 0,1-1 0 0 0,-1 0 0 0 0,2 0 1 0 0,-1 1-1 0 0,1-1 0 0 0,0 0 0 0 0,1 0 0 0 0,0 1 1 0 0,0-1-1 0 0,1 1 0 0 0,-1 0 0 0 0,2 0 0 0 0,-1 0 1 0 0,1 0-1 0 0,8-11 0 0 0,-10 14 14 0 0,1 0 1 0 0,0 0-1 0 0,0 0 1 0 0,1 1-1 0 0,-1-1 1 0 0,1 1-1 0 0,-1 0 1 0 0,1 0-1 0 0,0 0 1 0 0,0 0-1 0 0,1 1 1 0 0,-1 0-1 0 0,1 0 1 0 0,-1 0-1 0 0,1 0 1 0 0,-1 1-1 0 0,1-1 1 0 0,0 1-1 0 0,0 0 1 0 0,0 1-1 0 0,7-1 1 0 0,-7 2-29 0 0,1-1 0 0 0,-1 1 0 0 0,0 0 0 0 0,0 0 0 0 0,1 1 0 0 0,-1 0 0 0 0,0 0 0 0 0,-1 0 0 0 0,1 0 0 0 0,0 1 0 0 0,-1 0 0 0 0,1 0 0 0 0,-1 0 0 0 0,0 0 0 0 0,0 1 0 0 0,0 0 0 0 0,0 0 0 0 0,-1 0 0 0 0,6 8 1 0 0,0 2 67 0 0,-2 0 1 0 0,1 1 0 0 0,-2 0 0 0 0,0 0-1 0 0,0 1 1 0 0,-2-1 0 0 0,0 1 0 0 0,-1 0-1 0 0,2 25 1 0 0,-4-29-673 0 0,0 1 1 0 0,-1 0-1 0 0,-1 0 0 0 0,0-1 0 0 0,-1 1 1 0 0,-1-1-1 0 0,-6 21 0 0 0</inkml:trace>
</inkml:ink>
</file>

<file path=ppt/ink/ink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7:30.4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62 4609 0 0,'-3'-11'177'0'0,"-6"-23"962"0"0,15 17 5929 0 0,-6 17-6982 0 0,0 1 0 0 0,0-1 0 0 0,0 0 0 0 0,0 0 0 0 0,0 0 0 0 0,0 1 0 0 0,0-1 0 0 0,0 0 1 0 0,0 0-1 0 0,0 1 0 0 0,7 11 1028 0 0,18 43-245 0 0,3-1 0 0 0,3-2 0 0 0,1-1 0 0 0,3-1 0 0 0,71 78 0 0 0,-103-125-1143 0 0,-1 0-1 0 0,0-1 0 0 0,1 1 0 0 0,0-1 1 0 0,-1 0-1 0 0,1 0 0 0 0,0 0 0 0 0,0 0 0 0 0,0 0 1 0 0,0-1-1 0 0,1 1 0 0 0,-1-1 0 0 0,0 0 1 0 0,1 0-1 0 0,-1 0 0 0 0,4 0 0 0 0,-4-1-53 0 0,0 0 0 0 0,0-1 0 0 0,0 1 0 0 0,0-1-1 0 0,0 0 1 0 0,0 0 0 0 0,-1 0 0 0 0,1 0 0 0 0,0 0 0 0 0,-1 0-1 0 0,1-1 1 0 0,-1 0 0 0 0,1 1 0 0 0,-1-1 0 0 0,0 0 0 0 0,0 0-1 0 0,1 0 1 0 0,-2 0 0 0 0,4-5 0 0 0,8-9-3601 0 0</inkml:trace>
</inkml:ink>
</file>

<file path=ppt/ink/ink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7:30.6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0 129 5065 0 0,'4'-47'293'0'0,"10"-34"11435"0"0,-14 81-11623 0 0,11 9 2039 0 0,11 22-1282 0 0,-17-23-247 0 0,13 16-114 0 0,2 5-44 0 0,29 31-1 0 0,-41-52-957 0 0,0 0-1 0 0,1 0 0 0 0,0-1 1 0 0,0 0-1 0 0,1-1 1 0 0,-1 0-1 0 0,20 9 0 0 0,-18-12-1866 0 0</inkml:trace>
</inkml:ink>
</file>

<file path=ppt/ink/ink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7:30.7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 13 9218 0 0,'-12'-8'816'0'0,"6"5"-656"0"0,0 2-160 0 0,0 1 2313 0 0,4 3-1489 0 0,0-1-824 0 0,-1 5-96 0 0,2 0-48 0 0,2 3-16 0 0,2 2 160 0 0,3 0 0 0 0,5 1-64 0 0,1-3 64 0 0</inkml:trace>
</inkml:ink>
</file>

<file path=ppt/ink/ink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7:31.9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45 12 10138 0 0,'0'-1'83'0'0,"0"0"0"0"0,0 1 0 0 0,-1-1 0 0 0,1 1 0 0 0,0-1 0 0 0,0 1 0 0 0,-1-1 0 0 0,1 0 0 0 0,0 1 0 0 0,-1-1 0 0 0,1 1 0 0 0,-1 0 0 0 0,1-1 0 0 0,0 1 0 0 0,-1-1 0 0 0,1 1 0 0 0,-1 0 0 0 0,1-1 0 0 0,-1 1 0 0 0,1 0 0 0 0,-1-1 0 0 0,0 1 0 0 0,1 0 0 0 0,-1 0 0 0 0,1 0-1 0 0,-1 0 1 0 0,0-1 0 0 0,1 1 0 0 0,-1 0 0 0 0,1 0 0 0 0,-1 0 0 0 0,0 0 0 0 0,1 0 0 0 0,-1 0 0 0 0,1 0 0 0 0,-1 1 0 0 0,0-1 0 0 0,1 0 0 0 0,-1 0 0 0 0,1 0 0 0 0,-1 1 0 0 0,1-1 0 0 0,-1 0 0 0 0,0 1 0 0 0,1-1 0 0 0,-1 0 0 0 0,1 1 0 0 0,0-1 0 0 0,-1 1 0 0 0,1-1 0 0 0,-1 0 0 0 0,1 2 0 0 0,-2 0 122 0 0,0 0 0 0 0,0 1 1 0 0,0-1-1 0 0,1 1 0 0 0,-1 0 1 0 0,1-1-1 0 0,0 1 0 0 0,0 0 1 0 0,0 0-1 0 0,-1 6 0 0 0,0 11 24 0 0,1 0 0 0 0,2 0-1 0 0,0 0 1 0 0,0 0 0 0 0,2 0-1 0 0,1-1 1 0 0,0 1 0 0 0,2-1-1 0 0,12 32 1 0 0,1-7 254 0 0,3 0 1 0 0,49 74-1 0 0,-8-27-47 0 0,-22-33-1506 0 0,52 94 1 0 0,-83-130-5724 0 0</inkml:trace>
</inkml:ink>
</file>

<file path=ppt/ink/ink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7:32.1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0 296 5065 0 0,'12'-20'-73'0'0,"0"0"1"0"0,1 0-1 0 0,1 1 0 0 0,1 1 1 0 0,31-30-1 0 0,-16 16-358 0 0,-22 23 372 0 0,4-6-390 0 0,2 1 0 0 0,0 0 1 0 0,0 0-1 0 0,2 2 0 0 0,-1 0 0 0 0,29-17 1 0 0,-44 29 586 0 0,1 0 1 0 0,-1 0 0 0 0,1 0 0 0 0,0 0 0 0 0,-1 0 0 0 0,1 0-1 0 0,-1 0 1 0 0,1 0 0 0 0,-1 1 0 0 0,1-1 0 0 0,0 0 0 0 0,-1 0-1 0 0,1 0 1 0 0,-1 1 0 0 0,1-1 0 0 0,-1 0 0 0 0,1 1 0 0 0,-1-1-1 0 0,1 0 1 0 0,-1 1 0 0 0,1-1 0 0 0,-1 0 0 0 0,0 1 0 0 0,1-1-1 0 0,-1 1 1 0 0,0-1 0 0 0,1 1 0 0 0,-1-1 0 0 0,0 1 0 0 0,1-1-1 0 0,-1 1 1 0 0,0 0 0 0 0,0-1 0 0 0,0 1 0 0 0,0-1 0 0 0,1 2-1 0 0,8 30 4575 0 0,-5-15-2756 0 0,22 44 2354 0 0,-12-30-2189 0 0,12 39 0 0 0,-15-18-3501 0 0,-11-43 352 0 0,1 0 0 0 0,-1 0-1 0 0,-1-1 1 0 0,-1 10-1 0 0</inkml:trace>
</inkml:ink>
</file>

<file path=ppt/ink/ink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7:32.3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 94 6913 0 0,'-30'-93'6577'0'0,"60"164"-15018"0"0,-20-52 7813 0 0,-2-2 472 0 0</inkml:trace>
</inkml:ink>
</file>

<file path=ppt/ink/ink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7:32.7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154 20 5985 0 0,'0'0'135'0'0,"0"-1"-1"0"0,0 0 1 0 0,0 0-1 0 0,0 0 1 0 0,0 0-1 0 0,0 0 1 0 0,-1 1-1 0 0,1-1 1 0 0,0 0-1 0 0,-1 0 1 0 0,1 0-1 0 0,-1 1 1 0 0,1-1-1 0 0,-1 0 1 0 0,1 1-1 0 0,-1-1 1 0 0,1 0-1 0 0,-1 1 1 0 0,0-1-1 0 0,1 1 1 0 0,-1-1-1 0 0,0 1 1 0 0,1-1-1 0 0,-1 1 1 0 0,0-1-1 0 0,0 1 1 0 0,1 0-1 0 0,-1-1 1 0 0,-1 1-1 0 0,0 0 120 0 0,0 0-1 0 0,0 0 0 0 0,0 1 0 0 0,1-1 0 0 0,-1 1 0 0 0,0-1 0 0 0,1 1 0 0 0,-1 0 0 0 0,0 0 0 0 0,1-1 0 0 0,-1 1 0 0 0,1 0 0 0 0,-3 2 0 0 0,-3 3 284 0 0,1 0 1 0 0,-1 0-1 0 0,1 0 1 0 0,0 1-1 0 0,-5 8 1 0 0,0 3-248 0 0,1 1 1 0 0,0 0 0 0 0,2 0-1 0 0,0 1 1 0 0,-8 33 0 0 0,13-43-252 0 0,2 0 0 0 0,-1 0 0 0 0,2 0-1 0 0,-1 0 1 0 0,1 0 0 0 0,2 11 0 0 0,-2-16-42 0 0,1 1-1 0 0,0-1 1 0 0,1 0-1 0 0,-1 0 1 0 0,1 0-1 0 0,0 0 1 0 0,1 0-1 0 0,-1 0 1 0 0,1-1-1 0 0,0 1 1 0 0,0-1-1 0 0,5 6 1 0 0,-6-8-34 0 0,0 1 0 0 0,1 0 0 0 0,-1-1 0 0 0,1 0-1 0 0,-1 0 1 0 0,1 0 0 0 0,0 0 0 0 0,0 0 0 0 0,0 0 0 0 0,0-1 0 0 0,0 1 0 0 0,0-1 0 0 0,1 0 0 0 0,-1 0 0 0 0,0 0 0 0 0,1 0 0 0 0,-1-1 0 0 0,0 0 0 0 0,1 1 0 0 0,-1-1 0 0 0,1 0 0 0 0,-1 0 0 0 0,1-1 0 0 0,-1 1 0 0 0,5-2 0 0 0,-2-1-148 0 0,0 0 0 0 0,0 0 0 0 0,0 0 1 0 0,-1 0-1 0 0,1-1 0 0 0,-1 0 0 0 0,0 0 1 0 0,0-1-1 0 0,-1 0 0 0 0,1 1 0 0 0,-1-2 1 0 0,5-6-1 0 0,2-4-229 0 0,-1-1 1 0 0,-1-1-1 0 0,0 0 1 0 0,-1 0-1 0 0,-1 0 1 0 0,-1-1-1 0 0,4-20 1 0 0,-1-14 1778 0 0,-6 7 3555 0 0,-3 59-4819 0 0,0-1 1 0 0,1 1 0 0 0,0-1-1 0 0,1 0 1 0 0,1 1-1 0 0,0-1 1 0 0,6 16 0 0 0,-6-21-376 0 0,1 0-1 0 0,0 0 1 0 0,0-1 0 0 0,1 1 0 0 0,-1-1 0 0 0,1 0 0 0 0,0-1 0 0 0,1 1 0 0 0,0-1-1 0 0,0 0 1 0 0,0-1 0 0 0,0 1 0 0 0,9 3 0 0 0,3 3-965 0 0</inkml:trace>
</inkml:ink>
</file>

<file path=ppt/ink/ink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7:34.4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168 4 3681 0 0,'-5'-1'241'0'0,"-1"0"0"0"0,1 1 0 0 0,0-1 0 0 0,-1 1 0 0 0,1 0 0 0 0,-1 0 0 0 0,1 1 0 0 0,0-1 0 0 0,-1 1 1 0 0,1 0-1 0 0,0 1 0 0 0,0-1 0 0 0,-1 1 0 0 0,1 0 0 0 0,0 0 0 0 0,-8 6 0 0 0,8-4-6 0 0,0 0 0 0 0,0 1 0 0 0,0-1 1 0 0,1 1-1 0 0,0 0 0 0 0,0 1 0 0 0,0-1 0 0 0,0 1 0 0 0,1-1 0 0 0,0 1 0 0 0,0 0 0 0 0,-2 8 1 0 0,1-3-88 0 0,1 1 0 0 0,0-1 1 0 0,1 0-1 0 0,1 1 1 0 0,-1 0-1 0 0,2-1 1 0 0,0 1-1 0 0,0-1 1 0 0,1 1-1 0 0,0 0 1 0 0,1-1-1 0 0,1 0 0 0 0,0 1 1 0 0,0-1-1 0 0,6 13 1 0 0,-2-10-35 0 0,1-1 1 0 0,0 0-1 0 0,16 19 0 0 0,-21-29-58 0 0,0 1-1 0 0,0-1 1 0 0,0 1-1 0 0,1-1 1 0 0,0 0-1 0 0,-1 0 0 0 0,1-1 1 0 0,0 1-1 0 0,0-1 1 0 0,1 1-1 0 0,-1-2 0 0 0,0 1 1 0 0,1 0-1 0 0,-1-1 1 0 0,9 2-1 0 0,-11-3-16 0 0,1-1-1 0 0,0 1 1 0 0,0-1 0 0 0,0 0-1 0 0,-1 0 1 0 0,1 0 0 0 0,0 0-1 0 0,-1 0 1 0 0,1 0 0 0 0,-1-1-1 0 0,1 1 1 0 0,-1-1 0 0 0,0 0-1 0 0,0 0 1 0 0,0 0 0 0 0,0 0-1 0 0,0 0 1 0 0,0 0 0 0 0,0 0-1 0 0,-1-1 1 0 0,1 1 0 0 0,-1 0-1 0 0,1-1 1 0 0,-1 0 0 0 0,1-3-1 0 0,3-4 46 0 0,-1-1-1 0 0,-1 1 0 0 0,0-1 0 0 0,0 0 0 0 0,1-13 0 0 0,-4 6 119 0 0,0 0-1 0 0,-1 0 1 0 0,-1 0 0 0 0,0 0-1 0 0,-2 0 1 0 0,0 0-1 0 0,-1 1 1 0 0,-10-25-1 0 0,8 21 314 0 0,5 8 365 0 0,10 22-200 0 0,10 19-242 0 0,10 27-153 0 0,-21-39-718 0 0,1 0-1 0 0,1-1 1 0 0,1 0 0 0 0,0 0-1 0 0,21 23 1 0 0</inkml:trace>
</inkml:ink>
</file>

<file path=ppt/ink/ink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7:34.9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102 17 6937 0 0,'-7'-3'327'0'0,"0"0"-1"0"0,1 1 0 0 0,-1 0 0 0 0,0 0 1 0 0,-1 1-1 0 0,-13-2 0 0 0,20 3-168 0 0,-1 0 1 0 0,1 0-1 0 0,-1 0 0 0 0,1 0 1 0 0,-1 1-1 0 0,0-1 1 0 0,1 0-1 0 0,-1 1 0 0 0,1-1 1 0 0,-1 1-1 0 0,1-1 0 0 0,0 1 1 0 0,-1 0-1 0 0,1 0 0 0 0,0 0 1 0 0,-1 0-1 0 0,1 0 1 0 0,0 0-1 0 0,0 0 0 0 0,0 0 1 0 0,0 0-1 0 0,0 0 0 0 0,0 1 1 0 0,0-1-1 0 0,0 0 1 0 0,0 1-1 0 0,1-1 0 0 0,-1 1 1 0 0,0-1-1 0 0,1 1 0 0 0,0-1 1 0 0,-1 1-1 0 0,1-1 0 0 0,0 1 1 0 0,-1-1-1 0 0,1 4 1 0 0,0 11 470 0 0,0-1 1 0 0,1 1-1 0 0,1-1 1 0 0,0 0-1 0 0,7 22 1 0 0,27 73 931 0 0,-22-75-1250 0 0,1-1 0 0 0,39 63 1 0 0,-40-76-580 0 0,1-1 0 0 0,0-1-1 0 0,1 0 1 0 0,2-1 0 0 0,27 23 0 0 0,-31-30-1690 0 0</inkml:trace>
</inkml:ink>
</file>

<file path=ppt/ink/ink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7:35.1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18 207 1840 0 0,'-2'-2'34'0'0,"0"0"-1"0"0,1 0 1 0 0,-1 0-1 0 0,1-1 1 0 0,-1 1-1 0 0,1 0 1 0 0,0-1-1 0 0,0 1 1 0 0,0-1-1 0 0,0 1 0 0 0,1-1 1 0 0,-1 1-1 0 0,1-1 1 0 0,-1 1-1 0 0,1-1 1 0 0,0 0-1 0 0,0 1 1 0 0,0-1-1 0 0,1-4 1 0 0,0 2 72 0 0,1 0-1 0 0,-1 0 1 0 0,1 1 0 0 0,0-1 0 0 0,1 0 0 0 0,-1 1 0 0 0,1-1 0 0 0,0 1 0 0 0,5-5 0 0 0,3-5 556 0 0,1 2 0 0 0,0 0 1 0 0,16-12-1 0 0,-21 18 62 0 0,0 1 0 0 0,1 0 0 0 0,-1 1 0 0 0,1-1 0 0 0,0 2 0 0 0,0-1 1 0 0,0 1-1 0 0,9-2 0 0 0,-14 5-473 0 0,-1 0 0 0 0,0 0 0 0 0,0 0 1 0 0,1 1-1 0 0,-1-1 0 0 0,0 1 0 0 0,0 0 1 0 0,0 0-1 0 0,0 0 0 0 0,0 0 0 0 0,0 0 0 0 0,0 0 1 0 0,0 0-1 0 0,0 0 0 0 0,-1 1 0 0 0,1-1 1 0 0,0 1-1 0 0,-1-1 0 0 0,3 4 0 0 0,31 39 2018 0 0,-28-34-1951 0 0,57 94 886 0 0,-43-68-1792 0 0,-15-28-531 0 0</inkml:trace>
</inkml:ink>
</file>

<file path=ppt/ink/ink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7:35.3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 91 5985 0 0,'-8'-23'264'0'0,"3"9"56"0"0,1 2-256 0 0,1 4-64 0 0,3 5 0 0 0,-1 2 0 0 0,2-2 160 0 0,-1-1 24 0 0,1-3 1 0 0,2-1-1 0 0,2 3-809 0 0,2 2-159 0 0,1 3-32 0 0,3 5-8 0 0,1 5 640 0 0,0 2 184 0 0,0-1-72 0 0,-1 1 72 0 0</inkml:trace>
</inkml:ink>
</file>

<file path=ppt/ink/ink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7:35.8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24 174 4609 0 0,'1'1'66'0'0,"-1"0"1"0"0,0-1-1 0 0,1 1 1 0 0,-1-1-1 0 0,1 1 1 0 0,-1 0-1 0 0,0-1 1 0 0,1 1-1 0 0,-1 0 1 0 0,0 0-1 0 0,0-1 1 0 0,0 1-1 0 0,1 0 0 0 0,-1-1 1 0 0,0 1-1 0 0,0 0 1 0 0,0 0-1 0 0,0-1 1 0 0,0 1-1 0 0,-1 0 1 0 0,1 0-1 0 0,0-1 1 0 0,0 1-1 0 0,0 0 1 0 0,-1 0-1 0 0,1-1 1 0 0,-1 2-1 0 0,-9 28 1456 0 0,7-22-1323 0 0,0 3 74 0 0,0-1-1 0 0,1 1 1 0 0,0 0 0 0 0,0-1-1 0 0,2 1 1 0 0,-1 0 0 0 0,1 0-1 0 0,2 11 1 0 0,-2-19-132 0 0,0 0 0 0 0,1 0 0 0 0,-1 0 0 0 0,1-1 0 0 0,0 1 0 0 0,0 0 0 0 0,0-1 0 0 0,0 1 0 0 0,0-1 0 0 0,1 1 0 0 0,-1-1 0 0 0,1 0 0 0 0,-1 0 0 0 0,1 1 0 0 0,0-1-1 0 0,0 0 1 0 0,0 0 0 0 0,0-1 0 0 0,0 1 0 0 0,1 0 0 0 0,-1-1 0 0 0,0 1 0 0 0,1-1 0 0 0,-1 0 0 0 0,1 0 0 0 0,0 0 0 0 0,-1 0 0 0 0,1 0 0 0 0,0-1 0 0 0,0 1 0 0 0,-1-1 0 0 0,1 1 0 0 0,0-1 0 0 0,0 0 0 0 0,-1 0 0 0 0,7-1 0 0 0,-8 1-86 0 0,0 0 1 0 0,0-1-1 0 0,0 1 1 0 0,1 0-1 0 0,-1 0 0 0 0,0 0 1 0 0,0-1-1 0 0,0 1 1 0 0,0-1-1 0 0,0 1 1 0 0,0-1-1 0 0,1 1 1 0 0,-1-1-1 0 0,0 1 1 0 0,0-1-1 0 0,-1 0 0 0 0,1 0 1 0 0,0 0-1 0 0,0 1 1 0 0,0-1-1 0 0,0 0 1 0 0,-1 0-1 0 0,1 0 1 0 0,0 0-1 0 0,-1 0 1 0 0,1 0-1 0 0,-1 0 0 0 0,1-1 1 0 0,-1 1-1 0 0,0 0 1 0 0,1 0-1 0 0,-1 0 1 0 0,0 0-1 0 0,0-1 1 0 0,0 1-1 0 0,0 0 1 0 0,0 0-1 0 0,0 0 0 0 0,0-1 1 0 0,0 1-1 0 0,0 0 1 0 0,-1 0-1 0 0,1 0 1 0 0,-1 0-1 0 0,1 0 1 0 0,0-1-1 0 0,-2 0 1 0 0,-2-9-248 0 0,-1-1 0 0 0,0 1 0 0 0,-12-18 1 0 0,10 18-17 0 0,2 2 3 0 0,0 0 0 0 0,0 0 1 0 0,1-1-1 0 0,1 0 0 0 0,-1 0 1 0 0,2 0-1 0 0,-3-11 0 0 0,5 17 194 0 0,-1 1 0 0 0,1 0 0 0 0,0 0 0 0 0,0 0 0 0 0,1-1 0 0 0,-1 1 0 0 0,0 0 0 0 0,1 0 0 0 0,0 0 0 0 0,0 0-1 0 0,0-1 1 0 0,0 1 0 0 0,0 0 0 0 0,1 1 0 0 0,-1-1 0 0 0,1 0 0 0 0,0 0 0 0 0,0 1 0 0 0,0-1 0 0 0,0 1 0 0 0,0-1 0 0 0,0 1 0 0 0,1 0 0 0 0,-1 0-1 0 0,1 0 1 0 0,5-3 0 0 0,3-1-94 0 0,1 0 0 0 0,-1 1 0 0 0,1 0 0 0 0,0 0 0 0 0,0 2-1 0 0,1-1 1 0 0,19-2 0 0 0,-27 6-12 0 0,0 0 0 0 0,0 0-1 0 0,0 0 1 0 0,0 0 0 0 0,0 1-1 0 0,0-1 1 0 0,-1 1 0 0 0,1 1-1 0 0,0-1 1 0 0,0 1 0 0 0,-1 0-1 0 0,1 0 1 0 0,-1 0 0 0 0,1 0-1 0 0,-1 1 1 0 0,0 0 0 0 0,0 0-1 0 0,0 0 1 0 0,0 0 0 0 0,-1 1 0 0 0,1-1-1 0 0,4 7 1 0 0,-7-8-11 0 0,0-1-1 0 0,0 1 1 0 0,0 0 0 0 0,1-1-1 0 0,-1 1 1 0 0,0-1 0 0 0,1 0-1 0 0,0 1 1 0 0,-1-1 0 0 0,1 0-1 0 0,0 0 1 0 0,-1 0 0 0 0,4 1-1 0 0,4-7 580 0 0,-5-14 1094 0 0,-3 1-264 0 0,3-36 748 0 0,-4 52-1947 0 0,1-1 0 0 0,-1 0 1 0 0,1 0-1 0 0,0 0 1 0 0,0 1-1 0 0,0-1 1 0 0,0 0-1 0 0,1 1 0 0 0,-1-1 1 0 0,1 1-1 0 0,-1-1 1 0 0,1 1-1 0 0,0 0 1 0 0,3-3-1 0 0,-3 3-35 0 0,-1 2 0 0 0,1-1 0 0 0,0 0 1 0 0,0 0-1 0 0,0 1 0 0 0,0-1 0 0 0,0 1 0 0 0,0-1 0 0 0,0 1 1 0 0,0 0-1 0 0,0 0 0 0 0,0 0 0 0 0,0 0 0 0 0,0 0 0 0 0,0 0 0 0 0,0 1 1 0 0,0-1-1 0 0,0 1 0 0 0,0-1 0 0 0,0 1 0 0 0,0 0 0 0 0,0-1 1 0 0,0 1-1 0 0,-1 0 0 0 0,3 2 0 0 0,7 4 203 0 0,0 1-1 0 0,19 16 1 0 0,-14-9-363 0 0,25 12-1553 0 0,-16-13-4465 0 0</inkml:trace>
</inkml:ink>
</file>

<file path=ppt/ink/ink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7:36.3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40 2 10594 0 0,'-2'-1'321'0'0,"-1"1"0"0"0,1-1-1 0 0,-1 1 1 0 0,0 0 0 0 0,1 0-1 0 0,-1 0 1 0 0,1 0 0 0 0,-1 1-1 0 0,1-1 1 0 0,-1 1 0 0 0,1-1 0 0 0,-4 2-1 0 0,6-1-203 0 0,-1-1 1 0 0,1 0-1 0 0,0 1 0 0 0,0-1 1 0 0,-1 0-1 0 0,1 1 0 0 0,0-1 0 0 0,0 0 1 0 0,-1 1-1 0 0,1-1 0 0 0,0 1 0 0 0,0-1 1 0 0,0 0-1 0 0,0 1 0 0 0,0-1 0 0 0,0 1 1 0 0,0-1-1 0 0,0 1 0 0 0,0-1 1 0 0,0 0-1 0 0,0 1 0 0 0,0-1 0 0 0,0 1 1 0 0,0-1-1 0 0,0 1 0 0 0,0-1 0 0 0,11 21 1093 0 0,27 31-597 0 0,-2 1 1 0 0,-3 3-1 0 0,-2 0 1 0 0,-3 2-1 0 0,21 61 1 0 0,-7 6-377 0 0,-6-14-67 0 0,90 191 0 0 0,-122-294-618 0 0,1 0 1 0 0,0 0-1 0 0,0 0 0 0 0,1-1 1 0 0,11 11-1 0 0</inkml:trace>
</inkml:ink>
</file>

<file path=ppt/ink/ink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7:36.7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30 206 2745 0 0,'-1'-37'568'0'0,"-7"-43"1"0"0,-4 3 4450 0 0,10 67-3752 0 0,-1 60 4660 0 0,0-3-5053 0 0,3-18-486 0 0,2-1 1 0 0,1 0-1 0 0,1 0 0 0 0,1 0 0 0 0,2 0 1 0 0,1-1-1 0 0,17 43 0 0 0,-19-58-345 0 0,-1 0-1 0 0,1-1 0 0 0,1 1 0 0 0,0-1 0 0 0,1-1 0 0 0,0 1 1 0 0,1-1-1 0 0,0-1 0 0 0,0 1 0 0 0,1-1 0 0 0,0-1 0 0 0,1 0 0 0 0,-1-1 1 0 0,2 0-1 0 0,-1 0 0 0 0,1-1 0 0 0,0-1 0 0 0,19 7 0 0 0,-28-11-30 0 0,0-1-1 0 0,1 1 0 0 0,-1 0 0 0 0,0-1 1 0 0,0 0-1 0 0,1 0 0 0 0,-1 0 0 0 0,0 0 1 0 0,1 0-1 0 0,-1-1 0 0 0,0 1 0 0 0,0-1 1 0 0,0 0-1 0 0,1 0 0 0 0,-1 0 0 0 0,0 0 1 0 0,0-1-1 0 0,3-2 0 0 0,-2 1 34 0 0,0 0 0 0 0,0 0 0 0 0,-1-1-1 0 0,0 1 1 0 0,1-1 0 0 0,-2 0 0 0 0,1 0 0 0 0,0 0 0 0 0,-1-1-1 0 0,1 1 1 0 0,1-6 0 0 0,1-5 74 0 0,0-1 0 0 0,-1 1-1 0 0,-1-1 1 0 0,-1 0 0 0 0,0 0 0 0 0,0-24-1 0 0,-2 18-4 0 0,-1 1 0 0 0,-1 0 0 0 0,-1-1 0 0 0,-1 1-1 0 0,0 0 1 0 0,-12-29 0 0 0,13 40-80 0 0,-2 0 0 0 0,1 1 0 0 0,-1 0 0 0 0,0 0 0 0 0,-1 0 0 0 0,0 1 0 0 0,-1 0 0 0 0,1 0 0 0 0,-1 0 0 0 0,-1 1 0 0 0,0 0 0 0 0,0 1 0 0 0,0 0 0 0 0,-1 0 0 0 0,-12-7 0 0 0,5 6-113 0 0,0 1 0 0 0,0 0 1 0 0,-27-6-1 0 0,37 10-96 0 0,0 1 0 0 0,0 0 0 0 0,0 0 1 0 0,0 1-1 0 0,-1 0 0 0 0,1 0 0 0 0,0 0 0 0 0,0 1 0 0 0,0 0 0 0 0,-1 0 0 0 0,1 0 0 0 0,0 1 0 0 0,-7 3 1 0 0,11-4-33 0 0,1-1 1 0 0,0 1-1 0 0,0 0 1 0 0,-1 0-1 0 0,1 0 1 0 0,0 0 0 0 0,0 0-1 0 0,0 0 1 0 0,0 0-1 0 0,0 0 1 0 0,0 0-1 0 0,0 1 1 0 0,-1 1 0 0 0,-1 9-1281 0 0</inkml:trace>
</inkml:ink>
</file>

<file path=ppt/ink/ink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7:37.21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84 37 9674 0 0,'1'-1'141'0'0,"-1"0"0"0"0,1 0 0 0 0,-1 0-1 0 0,1 0 1 0 0,-1 0 0 0 0,0 0 0 0 0,0-1 0 0 0,0 1-1 0 0,1 0 1 0 0,-1 0 0 0 0,0 0 0 0 0,0 0 0 0 0,-1 0-1 0 0,1-1 1 0 0,0 1 0 0 0,0 0 0 0 0,0 0 0 0 0,-1 0 0 0 0,1 0-1 0 0,-1 0 1 0 0,1 0 0 0 0,-1 0 0 0 0,1 0 0 0 0,-1 0-1 0 0,1 0 1 0 0,-1 0 0 0 0,0 0 0 0 0,0 0 0 0 0,1 0 0 0 0,-1 1-1 0 0,0-1 1 0 0,0 0 0 0 0,0 1 0 0 0,0-1 0 0 0,0 0-1 0 0,-1 0 1 0 0,0 1 12 0 0,1 0 0 0 0,-1 0 0 0 0,1 0-1 0 0,-1 0 1 0 0,0 0 0 0 0,1 1 0 0 0,-1-1 0 0 0,1 0 0 0 0,-1 1-1 0 0,1-1 1 0 0,-1 1 0 0 0,1 0 0 0 0,-1-1 0 0 0,1 1-1 0 0,0 0 1 0 0,-1 0 0 0 0,1 0 0 0 0,0 0 0 0 0,0 0-1 0 0,0 0 1 0 0,0 0 0 0 0,0 0 0 0 0,0 1 0 0 0,0-1 0 0 0,-1 2-1 0 0,-3 6-101 0 0,0 1-1 0 0,0-1 0 0 0,1 1 0 0 0,0 0 1 0 0,1 0-1 0 0,1 1 0 0 0,-1-1 0 0 0,1 1 1 0 0,1-1-1 0 0,0 15 0 0 0,0 12 207 0 0,8 59-1 0 0,-4-67 17 0 0,1 0 1 0 0,1 0-1 0 0,1 0 1 0 0,2-1-1 0 0,14 36 1 0 0,-18-56-271 0 0,0 1 1 0 0,1-1 0 0 0,0 0 0 0 0,0 0-1 0 0,0 0 1 0 0,1-1 0 0 0,0 0 0 0 0,1 0-1 0 0,0-1 1 0 0,0 1 0 0 0,0-1-1 0 0,1-1 1 0 0,-1 0 0 0 0,1 0 0 0 0,1 0-1 0 0,-1-1 1 0 0,1 0 0 0 0,-1-1-1 0 0,1 0 1 0 0,14 3 0 0 0,-17-4-34 0 0,1-1 1 0 0,0 0-1 0 0,0-1 1 0 0,0 1-1 0 0,0-1 0 0 0,0-1 1 0 0,0 1-1 0 0,0-1 1 0 0,0 0-1 0 0,0-1 1 0 0,0 0-1 0 0,-1 0 0 0 0,1 0 1 0 0,0-1-1 0 0,-1 0 1 0 0,11-7-1 0 0,-12 7 83 0 0,-1-1 1 0 0,0 1-1 0 0,0-1 0 0 0,-1 0 1 0 0,1 0-1 0 0,-1-1 0 0 0,0 1 1 0 0,0-1-1 0 0,0 1 1 0 0,-1-1-1 0 0,1 0 0 0 0,-1 0 1 0 0,0 0-1 0 0,-1 0 0 0 0,1-1 1 0 0,-1 1-1 0 0,0 0 0 0 0,-1-1 1 0 0,1 1-1 0 0,-1 0 0 0 0,0-1 1 0 0,-1-6-1 0 0,1 5 14 0 0,-1 0 0 0 0,0 0 0 0 0,-1 0 0 0 0,1 1 0 0 0,-1-1 0 0 0,-1 1 0 0 0,1-1 0 0 0,-1 1 0 0 0,0 0 1 0 0,0 0-1 0 0,-6-7 0 0 0,8 11-49 0 0,-1 0 1 0 0,0 0 0 0 0,1 0-1 0 0,-1 1 1 0 0,0-1 0 0 0,0 1-1 0 0,0-1 1 0 0,0 1 0 0 0,-1 0-1 0 0,1 0 1 0 0,0 0 0 0 0,0 0-1 0 0,-1 0 1 0 0,1 0 0 0 0,0 1-1 0 0,-1-1 1 0 0,1 1 0 0 0,-1-1-1 0 0,1 1 1 0 0,-1 0 0 0 0,1 0-1 0 0,-1 0 1 0 0,1 1-1 0 0,-1-1 1 0 0,1 0 0 0 0,0 1-1 0 0,-1 0 1 0 0,1-1 0 0 0,-1 1-1 0 0,1 0 1 0 0,0 0 0 0 0,0 0-1 0 0,-4 3 1 0 0,0 0-258 0 0,0 0 0 0 0,0-1 0 0 0,1 2 0 0 0,0-1 0 0 0,0 1 0 0 0,0 0 0 0 0,0 0 0 0 0,1 0 0 0 0,-7 10 0 0 0</inkml:trace>
</inkml:ink>
</file>

<file path=ppt/ink/ink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8:46.5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299 100 13363 0 0,'-12'-10'1043'0'0,"9"8"-876"0"0,1-1-1 0 0,-1 1 1 0 0,0 0-1 0 0,0-1 1 0 0,0 1 0 0 0,0 1-1 0 0,-1-1 1 0 0,1 0-1 0 0,0 1 1 0 0,-1 0-1 0 0,1-1 1 0 0,-5 0 0 0 0,7 4-89 0 0,-1-1 1 0 0,1 0 0 0 0,0 0-1 0 0,0 1 1 0 0,0-1-1 0 0,0 1 1 0 0,0-1 0 0 0,0 1-1 0 0,0-1 1 0 0,0 1 0 0 0,0 0-1 0 0,1-1 1 0 0,-1 1 0 0 0,1 0-1 0 0,-1 0 1 0 0,1-1 0 0 0,0 1-1 0 0,0 0 1 0 0,0 3 0 0 0,-1 1 65 0 0,-26 221 31 0 0,22-153-163 0 0,-31 498-4 0 0,-12 120-13 0 0,46-671 5 0 0,-89 1147-27 0 0,82-463 2145 0 0,3-96-1243 0 0,6-596-816 0 0,-1-6 17 0 0,1-1 0 0 0,-1 0-1 0 0,2 1 1 0 0,-1-1 0 0 0,1 0-1 0 0,0 0 1 0 0,0 1-1 0 0,0-1 1 0 0,5 11 0 0 0,-6-16-72 0 0,0-1 0 0 0,1 0 0 0 0,-1 0 0 0 0,0 0 0 0 0,0 1 0 0 0,0-1 0 0 0,0 0 0 0 0,0 0 0 0 0,0 0 0 0 0,0 1 0 0 0,1-1 0 0 0,-1 0 0 0 0,0 0 0 0 0,0 0 0 0 0,0 0 0 0 0,1 0 0 0 0,-1 1 0 0 0,0-1 0 0 0,0 0 0 0 0,0 0 0 0 0,1 0 0 0 0,-1 0 0 0 0,0 0 0 0 0,0 0 0 0 0,0 0 0 0 0,1 0 0 0 0,-1 0 0 0 0,0 0 0 0 0,0 0 0 0 0,1 0 0 0 0,-1 0 0 0 0,0 0 0 0 0,0 0 0 0 0,0 0 0 0 0,1 0 0 0 0,-1 0 0 0 0,0 0 0 0 0,0 0 0 0 0,1 0 0 0 0,-1 0 0 0 0,0 0 1 0 0,0-1-1 0 0,9-10 251 0 0,1-15 77 0 0,-6 4-355 0 0,2 0-1 0 0,0 0 1 0 0,2 1 0 0 0,0 0 0 0 0,1 0-1 0 0,17-27 1 0 0,-23 44 52 0 0,0 2 0 0 0,-1-1 0 0 0,1 0 0 0 0,0 0 0 0 0,1 1 0 0 0,-1 0 0 0 0,0-1 0 0 0,1 1 0 0 0,-1 0 0 0 0,1 1 0 0 0,3-2 0 0 0,48-14-30 0 0,-23 9 9 0 0,90-34-8 0 0,-36 12 0 0 0,170-38 0 0 0,49 24-204 0 0,-298 42 196 0 0,5 1 9 0 0,0-2-1 0 0,-1 0 1 0 0,1 0-1 0 0,19-8 1 0 0,-30 10-4 0 0,1 0 0 0 0,0 0 1 0 0,0 0-1 0 0,0 0 1 0 0,0 0-1 0 0,-1-1 1 0 0,1 1-1 0 0,-1 0 1 0 0,1-1-1 0 0,-1 1 1 0 0,1-1-1 0 0,-1 0 0 0 0,0 1 1 0 0,0-1-1 0 0,0 0 1 0 0,0 0-1 0 0,0 0 1 0 0,0 0-1 0 0,0 0 1 0 0,0 0-1 0 0,-1 0 0 0 0,1 0 1 0 0,-1 0-1 0 0,0 0 1 0 0,0 0-1 0 0,1 0 1 0 0,-1 0-1 0 0,-1 0 1 0 0,1-1-1 0 0,0 1 1 0 0,0 0-1 0 0,-1 0 0 0 0,0-3 1 0 0,-8-19-123 0 0,-1 0 0 0 0,-20-34 0 0 0,-6-14-18 0 0,11 8 142 0 0,3-1-1 0 0,3-1 0 0 0,-22-136 0 0 0,31 105 54 0 0,3-1 1 0 0,9-119-1 0 0,13-579-52 0 0,-14 689 0 0 0,44-436 119 0 0,-1 24-694 0 0,-44 474 488 0 0,-1 0 1 0 0,-3 0-1 0 0,-1 0 1 0 0,-20-75 0 0 0,25 119 86 0 0,-2-5 37 0 0,0-1 0 0 0,0 1 0 0 0,0-1 0 0 0,-1 1 0 0 0,0 0 0 0 0,0 0 0 0 0,-1 0 0 0 0,-4-5 0 0 0,15 13-123 0 0,0 0 0 0 0,1 0 0 0 0,-1 0 0 0 0,0-1-1 0 0,1 0 1 0 0,7 0 0 0 0,31-2-85 0 0,0-2-1 0 0,0-1 1 0 0,0-3 0 0 0,-1-1-1 0 0,0-3 1 0 0,-1-1 0 0 0,76-32-1 0 0,-15-7 103 0 0,12-5 131 0 0,-99 49-3 0 0,-1 1 0 0 0,1 0 0 0 0,0 2 0 0 0,35-5 0 0 0,-48 9-35 0 0,0 0 1 0 0,-1-1-1 0 0,1 2 0 0 0,-1-1 0 0 0,1 1 0 0 0,0-1 0 0 0,-1 1 1 0 0,0 0-1 0 0,1 1 0 0 0,-1-1 0 0 0,1 1 0 0 0,-1 0 0 0 0,0 0 0 0 0,0 0 1 0 0,0 1-1 0 0,5 3 0 0 0,-4-1-4 0 0,0 0 0 0 0,-1 1 1 0 0,1-1-1 0 0,-1 1 0 0 0,0-1 1 0 0,0 1-1 0 0,-1 1 0 0 0,0-1 0 0 0,4 12 1 0 0,1 9 13 0 0,-1 0 0 0 0,-2 1 1 0 0,-1-1-1 0 0,1 36 1 0 0,-5-60-31 0 0,10 767 535 0 0,-10-218-547 0 0,-6 425 238 0 0,-5-802-142 0 0,-11 564 522 0 0,63 21 65 0 0,-39-727-670 0 0,-2-10 15 0 0,1 0-1 0 0,2 0 0 0 0,0 0 0 0 0,1 0 0 0 0,1-1 0 0 0,1 0 0 0 0,11 25 0 0 0,-16-45-11 0 0,0-1-1 0 0,0 1 0 0 0,0 0 0 0 0,0 0 0 0 0,0-1 1 0 0,1 1-1 0 0,-1 0 0 0 0,1-1 0 0 0,-1 0 0 0 0,1 1 1 0 0,0-1-1 0 0,-1 0 0 0 0,1 0 0 0 0,0 0 0 0 0,0 0 1 0 0,0 0-1 0 0,0 0 0 0 0,0-1 0 0 0,0 1 1 0 0,0 0-1 0 0,0-1 0 0 0,0 0 0 0 0,0 1 0 0 0,0-1 1 0 0,0 0-1 0 0,1 0 0 0 0,-1 0 0 0 0,0-1 0 0 0,0 1 1 0 0,0 0-1 0 0,0-1 0 0 0,0 1 0 0 0,3-2 0 0 0,8-3-71 0 0,0-1 0 0 0,0 0 0 0 0,-1-1-1 0 0,15-9 1 0 0,-3 1 91 0 0,56-24-13 0 0,108-37-1 0 0,-113 49 5 0 0,-1-4 0 0 0,78-45 0 0 0,-54 11-332 0 0,-3-4 1 0 0,121-115-1 0 0,-195 165 253 0 0,-1 0 0 0 0,-1-2 1 0 0,0 0-1 0 0,-2-1 1 0 0,0 0-1 0 0,14-27 0 0 0,-26 40 69 0 0,-1 0 0 0 0,0 0 0 0 0,0 0 0 0 0,-1-1 0 0 0,-1 1 0 0 0,1-1 0 0 0,-1 0 0 0 0,-1 0 0 0 0,0 0 0 0 0,0 0 0 0 0,-1 0 1 0 0,-1 0-1 0 0,1 1 0 0 0,-2-1 0 0 0,1 0 0 0 0,-1 0 0 0 0,-1 0 0 0 0,0 1 0 0 0,0-1 0 0 0,-6-11 0 0 0,-58-102 448 0 0,39 76-401 0 0,3-1-1 0 0,-20-51 1 0 0,8-22-97 0 0,-31-167 0 0 0,-4-14-10 0 0,47 215 74 0 0,-35-115 277 0 0,-43-268 0 0 0,51 34-375 0 0,38-2-260 0 0,17 381 316 0 0,3-1 1 0 0,2 2-1 0 0,2-1 1 0 0,3 1-1 0 0,2 1 1 0 0,3 0-1 0 0,41-87 1 0 0,-45 113 6 0 0,2 0 0 0 0,1 0 0 0 0,26-32 0 0 0,-34 50-2 0 0,1 1-1 0 0,0 0 0 0 0,0 1 1 0 0,1 0-1 0 0,0 0 1 0 0,1 1-1 0 0,-1 1 1 0 0,1 0-1 0 0,1 1 1 0 0,18-7-1 0 0,38-12 41 0 0,0 3-1 0 0,2 3 1 0 0,0 3-1 0 0,1 3 0 0 0,130-5 1 0 0,-190 18-23 0 0,0 0 1 0 0,1 1 0 0 0,-1 0-1 0 0,0 1 1 0 0,0 0-1 0 0,0 1 1 0 0,0 1-1 0 0,-1-1 1 0 0,1 2-1 0 0,-1 0 1 0 0,0 0 0 0 0,0 1-1 0 0,-1 1 1 0 0,0-1-1 0 0,0 2 1 0 0,0-1-1 0 0,-1 1 1 0 0,0 1 0 0 0,-1 0-1 0 0,0 0 1 0 0,0 0-1 0 0,-1 1 1 0 0,0 0-1 0 0,6 14 1 0 0,5 12 28 0 0,-3 0 1 0 0,0 1-1 0 0,-3 1 1 0 0,-1 0-1 0 0,-2 1 1 0 0,6 58-1 0 0,-1 240 240 0 0,-9-111-202 0 0,82 660 47 0 0,47-5-88 0 0,-105-711 125 0 0,41 278 394 0 0,-39 5-47 0 0,-48-83-433 0 0,16-361-70 0 0,-2 56 275 0 0,32-77 64 0 0,-11 4-353 0 0,1 1-1 0 0,0 0 1 0 0,0 1-1 0 0,0 1 0 0 0,34-4 1 0 0,104 0-175 0 0,-51 4 108 0 0,23-7-424 0 0,215-49 0 0 0,-240 38 433 0 0,89-24-101 0 0,-155 35 160 0 0,-1-1 1 0 0,-1-1-1 0 0,36-20 0 0 0,-66 30 11 0 0,0 0 0 0 0,0 1 0 0 0,-1-2 0 0 0,1 1 0 0 0,-1-1-1 0 0,0 0 1 0 0,0 0 0 0 0,0 0 0 0 0,-1-1 0 0 0,0 1 0 0 0,0-1 0 0 0,-1 0-1 0 0,1 0 1 0 0,-1-1 0 0 0,0 1 0 0 0,-1-1 0 0 0,0 1 0 0 0,0-1-1 0 0,0 0 1 0 0,-1 0 0 0 0,0 0 0 0 0,0 0 0 0 0,-1 0 0 0 0,0 0-1 0 0,0 0 1 0 0,-2-9 0 0 0,-3-16 26 0 0,-1 0-1 0 0,-2 1 0 0 0,-1 0 0 0 0,-19-44 1 0 0,14 40-57 0 0,-195-606 228 0 0,-44-487-480 0 0,219 933 372 0 0,-10-238 1 0 0,40 311-89 0 0,6-1 0 0 0,5 1 0 0 0,26-142 0 0 0,-23 205-109 0 0,-5 19 69 0 0,3 0 0 0 0,1 1 0 0 0,19-51 0 0 0,-24 81 31 0 0,1 0 0 0 0,0 1 0 0 0,1 0 0 0 0,0 0 0 0 0,0 0 0 0 0,1 1 0 0 0,0-1 1 0 0,0 2-1 0 0,1-1 0 0 0,-1 1 0 0 0,1 0 0 0 0,1 1 0 0 0,12-7 0 0 0,15-5-63 0 0,0 1 0 0 0,41-11-1 0 0,-36 13-9 0 0,412-117 229 0 0,-306 92-110 0 0,-82 22 64 0 0,0 2 0 0 0,1 4 0 0 0,1 2 0 0 0,0 4-1 0 0,78 2 1 0 0,-135 4-140 0 0,0 0 0 0 0,0 0 0 0 0,0 1-1 0 0,0 0 1 0 0,0 0 0 0 0,0 1 0 0 0,-1 1 0 0 0,1 0-1 0 0,-1 0 1 0 0,14 9 0 0 0,-16-8 69 0 0,-1 0 0 0 0,0 0 1 0 0,0 1-1 0 0,-1 0 0 0 0,1 0 1 0 0,-1 0-1 0 0,-1 0 0 0 0,1 1 0 0 0,-1 0 1 0 0,0 0-1 0 0,-1 0 0 0 0,0 0 0 0 0,0 1 1 0 0,2 8-1 0 0,4 20 17 0 0,-1 1 0 0 0,-3 1 0 0 0,0-1 0 0 0,-2 75 0 0 0,-26 155-21 0 0,5-93-23 0 0,0 497 1 0 0,34 0 0 0 0,-4-283 0 0 0,13 98 495 0 0,-1-27-126 0 0,-21-348-297 0 0,5-1 0 0 0,5 0 0 0 0,37 148 0 0 0,-47-242 21 0 0,1 0 0 0 0,1 0 0 0 0,1-1-1 0 0,0 0 1 0 0,1 0 0 0 0,0-1 0 0 0,1 1-1 0 0,15 19 1 0 0,-20-32-84 0 0,0 1-1 0 0,0-1 1 0 0,1 0 0 0 0,-1 0-1 0 0,0 0 1 0 0,1 0 0 0 0,-1-1-1 0 0,1 1 1 0 0,0-1-1 0 0,-1 0 1 0 0,1 0 0 0 0,0-1-1 0 0,0 1 1 0 0,0-1 0 0 0,0 1-1 0 0,-1-1 1 0 0,1 0-1 0 0,4-1 1 0 0,11-1-32 0 0,0-1 0 0 0,27-7 0 0 0,-21 4-12 0 0,183-21-252 0 0,-137 21 51 0 0,74-17 0 0 0,-29 1 40 0 0,-64 14 141 0 0,-1-2 0 0 0,97-34 0 0 0,-141 41 30 0 0,0 0 0 0 0,-1 0 1 0 0,1-1-1 0 0,-1 0 0 0 0,0 0 1 0 0,0-1-1 0 0,0 1 0 0 0,-1-1 0 0 0,0 0 1 0 0,0-1-1 0 0,0 0 0 0 0,0 1 0 0 0,6-13 1 0 0,-7 9 14 0 0,0 0 1 0 0,0-1-1 0 0,-1 1 1 0 0,0-1-1 0 0,0 0 1 0 0,-1 0-1 0 0,-1 0 1 0 0,1-20-1 0 0,-3-2 23 0 0,-1 0 0 0 0,-2 0 0 0 0,-2 0 0 0 0,-1 1 0 0 0,-14-40 1 0 0,-48-145 5 0 0,-53-177-62 0 0,88 263-16 0 0,-18-142 0 0 0,4-177 56 0 0,-12-76-2 0 0,-11 142-167 0 0,5 26-8 0 0,61 320 179 0 0,2 1 0 0 0,1-1 1 0 0,2 0-1 0 0,1 1 0 0 0,2-1 0 0 0,2 0 0 0 0,1 1 0 0 0,2 0 0 0 0,2 1 1 0 0,1 0-1 0 0,1 0 0 0 0,2 1 0 0 0,1 1 0 0 0,2 0 0 0 0,2 1 1 0 0,0 1-1 0 0,2 1 0 0 0,41-45 0 0 0,-38 52-3 0 0,1 1 0 0 0,1 2-1 0 0,1 0 1 0 0,1 2 0 0 0,0 1 0 0 0,34-15-1 0 0,188-66-29 0 0,-226 89 34 0 0,43-11 29 0 0,0 3-1 0 0,1 2 0 0 0,1 3 1 0 0,0 4-1 0 0,122 0 1 0 0,-181 8-4 0 0,1 0-1 0 0,0 1 1 0 0,0 0 0 0 0,0 1 0 0 0,-1 0 0 0 0,1 1 0 0 0,13 4-1 0 0,-20-5-15 0 0,0 0 0 0 0,0 0 0 0 0,0 1-1 0 0,0-1 1 0 0,-1 1 0 0 0,1 0-1 0 0,-1 0 1 0 0,0 0 0 0 0,0 0-1 0 0,0 0 1 0 0,0 1 0 0 0,0-1 0 0 0,-1 1-1 0 0,1 0 1 0 0,-1 0 0 0 0,0 0-1 0 0,0 0 1 0 0,-1 0 0 0 0,1 1 0 0 0,0 5-1 0 0,6 38-36 0 0,-2 1-1 0 0,-3 1 1 0 0,-2-1-1 0 0,-5 57 1 0 0,2-45 7 0 0,-2 569-92 0 0,2-33 109 0 0,15 340 4 0 0,-7-433 95 0 0,7 127 297 0 0,-6-563-104 0 0,25 112 1 0 0,33 60 472 0 0,-32-125-556 0 0,-24-76-266 0 0,-1 0-1 0 0,-2 1 1 0 0,-2-1 0 0 0,-1 1-1 0 0,-2 0 1 0 0,-5 48-1 0 0,3-84 77 0 0,1 0 0 0 0,0 0-1 0 0,0 0 1 0 0,0 1 0 0 0,0-1-1 0 0,1 0 1 0 0,0 0 0 0 0,0 0-1 0 0,0-1 1 0 0,0 1-1 0 0,1 0 1 0 0,-1 0 0 0 0,1-1-1 0 0,0 1 1 0 0,0-1 0 0 0,5 7-1 0 0,-5-8-3 0 0,0 0 1 0 0,0 0-1 0 0,1-1 0 0 0,-1 1 0 0 0,1-1 0 0 0,0 1 1 0 0,-1-1-1 0 0,1 0 0 0 0,0 0 0 0 0,0 0 0 0 0,-1 0 1 0 0,1 0-1 0 0,0-1 0 0 0,0 1 0 0 0,0-1 0 0 0,0 0 1 0 0,0 0-1 0 0,0 0 0 0 0,0 0 0 0 0,0 0 0 0 0,0-1 1 0 0,0 0-1 0 0,5-1 0 0 0,12-5 13 0 0,0-1 1 0 0,-1-1-1 0 0,0 0 0 0 0,0-2 1 0 0,17-13-1 0 0,14-7-23 0 0,57-28 34 0 0,145-92 46 0 0,-221 128-190 0 0,-1-1 1 0 0,0-1-1 0 0,-2-1 1 0 0,-1-2-1 0 0,39-51 1 0 0,-51 57 42 0 0,-1-2 0 0 0,0 0-1 0 0,-2 0 1 0 0,-1-1 0 0 0,-1-1 0 0 0,-1 0 0 0 0,-1 0 0 0 0,-1 0 0 0 0,-2-1 0 0 0,0 0-1 0 0,0-31 1 0 0,-1-13 52 0 0,-4-1-1 0 0,-2 1 0 0 0,-3-1 1 0 0,-17-74-1 0 0,-78-276-126 0 0,1 11 55 0 0,42-178 396 0 0,44 371-293 0 0,-63-516-861 0 0,66 664 707 0 0,-1-107 1 0 0,12 138 112 0 0,1-1 0 0 0,2 1 0 0 0,2 0 1 0 0,13-49-1 0 0,-16 78 23 0 0,1 0 0 0 0,0 0 0 0 0,1 0 0 0 0,0 1 1 0 0,0-1-1 0 0,1 1 0 0 0,0 0 0 0 0,1 1 0 0 0,-1-1 0 0 0,2 1 0 0 0,-1 1 1 0 0,1-1-1 0 0,1 1 0 0 0,12-8 0 0 0,10-4 71 0 0,1 2 0 0 0,0 2-1 0 0,36-13 1 0 0,24-11 14 0 0,3-9-53 0 0,85-37 77 0 0,-156 76-97 0 0,0 1-1 0 0,0 2 1 0 0,1 0 0 0 0,0 1-1 0 0,49-2 1 0 0,64 13-128 0 0,14-2-191 0 0,-119-6-27 0 0</inkml:trace>
</inkml:ink>
</file>

<file path=ppt/ink/ink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8:47.4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874 76 7834 0 0,'-14'-2'1437'0'0,"0"0"0"0"0,-26 0 0 0 0,-9-1-51 0 0,-594-59 5787 0 0,549 58-9098 0 0,75 3 1134 0 0</inkml:trace>
</inkml:ink>
</file>

<file path=ppt/ink/ink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8:48.4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42 495 12443 0 0,'-6'-5'462'0'0,"1"-1"1"0"0,0 1 0 0 0,0-1 0 0 0,-7-11 0 0 0,11 16-365 0 0,1 0 0 0 0,-1 0 1 0 0,0 0-1 0 0,0-1 0 0 0,0 1 0 0 0,1 0 1 0 0,-1-1-1 0 0,1 1 0 0 0,-1 0 1 0 0,1-1-1 0 0,0 1 0 0 0,-1-1 1 0 0,1 1-1 0 0,0-1 0 0 0,0 1 1 0 0,0-1-1 0 0,0 1 0 0 0,0 0 1 0 0,0-1-1 0 0,0 1 0 0 0,1-1 1 0 0,-1 1-1 0 0,1-1 0 0 0,-1 1 1 0 0,1 0-1 0 0,-1-1 0 0 0,1 1 1 0 0,0 0-1 0 0,-1-1 0 0 0,1 1 1 0 0,0 0-1 0 0,1-1 0 0 0,-1 1-80 0 0,1 1-1 0 0,-1-1 1 0 0,0 1-1 0 0,1 0 1 0 0,-1-1 0 0 0,0 1-1 0 0,1 0 1 0 0,-1 0-1 0 0,0 0 1 0 0,1 0-1 0 0,-1 0 1 0 0,1 0 0 0 0,-1 0-1 0 0,0 1 1 0 0,1-1-1 0 0,-1 0 1 0 0,0 1-1 0 0,1-1 1 0 0,-1 1-1 0 0,0-1 1 0 0,0 1 0 0 0,0 0-1 0 0,1 0 1 0 0,-1-1-1 0 0,0 1 1 0 0,1 1-1 0 0,29 24-211 0 0,89 105 73 0 0,-79-83 440 0 0,2-1 0 0 0,2-2 0 0 0,66 50 0 0 0,-105-91-246 0 0,0 0-1 0 0,0 0 0 0 0,0-1 1 0 0,0 0-1 0 0,1 0 1 0 0,0 0-1 0 0,0-1 1 0 0,-1 0-1 0 0,1 0 0 0 0,0-1 1 0 0,1 0-1 0 0,7 1 1 0 0,-10-3 1 0 0,-1 1 1 0 0,0 0 0 0 0,1-1 0 0 0,-1 0 0 0 0,1 0 0 0 0,-1 0-1 0 0,0-1 1 0 0,0 0 0 0 0,0 1 0 0 0,0-1 0 0 0,0-1-1 0 0,0 1 1 0 0,-1-1 0 0 0,1 1 0 0 0,-1-1 0 0 0,1 0-1 0 0,-1 0 1 0 0,0 0 0 0 0,0-1 0 0 0,4-6 0 0 0,2-5 106 0 0,0 0-1 0 0,-1-1 1 0 0,0 0 0 0 0,-2-1 0 0 0,0 0 0 0 0,5-20 0 0 0,15-110 332 0 0,-22 123-452 0 0,10-85-319 0 0,13-72 965 0 0,-6 94-2804 0 0,9 3-3512 0 0,-16 55-1497 0 0</inkml:trace>
</inkml:ink>
</file>

<file path=ppt/ink/ink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8:49.3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151 507 10594 0 0,'1'-12'582'0'0,"0"1"0"0"0,1-1 0 0 0,6-20 0 0 0,-6 24-521 0 0,1-1 0 0 0,-1 1 0 0 0,-1-1 0 0 0,0 0 1 0 0,0 0-1 0 0,0 0 0 0 0,-2-16 0 0 0,1 25-108 0 0,0-1-1 0 0,0 1 1 0 0,0 0 0 0 0,-1-1-1 0 0,1 1 1 0 0,0 0 0 0 0,0-1-1 0 0,0 1 1 0 0,0 0 0 0 0,0 0-1 0 0,0-1 1 0 0,0 1 0 0 0,-1 0-1 0 0,1-1 1 0 0,0 1 0 0 0,0 0-1 0 0,0 0 1 0 0,0-1 0 0 0,-1 1-1 0 0,1 0 1 0 0,0 0 0 0 0,0-1-1 0 0,-1 1 1 0 0,1 0 0 0 0,0 0-1 0 0,-1 0 1 0 0,1 0 0 0 0,0 0-1 0 0,0-1 1 0 0,-1 1 0 0 0,1 0-1 0 0,0 0 1 0 0,-1 0 0 0 0,1 0-1 0 0,0 0 1 0 0,-1 0 0 0 0,-13 8-1700 0 0,-14 21-575 0 0,24-24 2198 0 0,-5 3 104 0 0,-8 9 1576 0 0,12-7 2582 0 0,13-12-1588 0 0,10-11-2678 0 0,7-7 643 0 0,-19 16-254 0 0,0 0 0 0 0,0-1 0 0 0,0 0 0 0 0,-1 0 0 0 0,0 0 0 0 0,0 0 0 0 0,0-1-1 0 0,0 0 1 0 0,-1 0 0 0 0,6-11 0 0 0,-10 16-249 0 0,0 0 1 0 0,0 1-1 0 0,0-1 1 0 0,1 0-1 0 0,-1 1 1 0 0,0-1-1 0 0,0 0 0 0 0,0 1 1 0 0,0-1-1 0 0,0 0 1 0 0,-1 0-1 0 0,1 1 1 0 0,0-1-1 0 0,0 0 0 0 0,0 1 1 0 0,-1-1-1 0 0,1 0 1 0 0,0 1-1 0 0,0-1 0 0 0,-1 1 1 0 0,1-1-1 0 0,-1 1 1 0 0,1-1-1 0 0,-1 0 1 0 0,1 1-1 0 0,-1 0 0 0 0,1-1 1 0 0,-1 1-1 0 0,1-1 1 0 0,-1 1-1 0 0,1-1 1 0 0,-1 1-1 0 0,0 0 0 0 0,1 0 1 0 0,-1-1-1 0 0,0 1 1 0 0,1 0-1 0 0,-2 0 0 0 0,0-1 26 0 0,1 1 0 0 0,-1-1 0 0 0,0 1 0 0 0,0 0 0 0 0,0 0 0 0 0,1-1 0 0 0,-1 1 0 0 0,0 1-1 0 0,0-1 1 0 0,0 0 0 0 0,1 0 0 0 0,-1 1 0 0 0,-2 0 0 0 0,-4 4-64 0 0,0 0 0 0 0,1 0 0 0 0,0 1 0 0 0,0 0 0 0 0,0 0 0 0 0,1 0 0 0 0,0 1 1 0 0,0 0-1 0 0,1 1 0 0 0,0-1 0 0 0,-7 14 0 0 0,-3 10-527 0 0,-19 54 0 0 0,30-77 478 0 0,-1 8-39 0 0,0 0 0 0 0,0 1 0 0 0,-3 23 1 0 0,8-36 156 0 0,-1 0 1 0 0,1 0 0 0 0,-1 0-1 0 0,1-1 1 0 0,1 1 0 0 0,-1 0-1 0 0,0 0 1 0 0,1 0-1 0 0,0 0 1 0 0,0 0 0 0 0,0-1-1 0 0,0 1 1 0 0,0 0 0 0 0,1-1-1 0 0,0 1 1 0 0,0-1 0 0 0,0 1-1 0 0,0-1 1 0 0,0 0-1 0 0,6 5 1 0 0,-7-6-27 0 0,1-1-1 0 0,0 0 1 0 0,-1-1 0 0 0,1 1-1 0 0,0 0 1 0 0,0 0 0 0 0,0-1-1 0 0,0 1 1 0 0,-1-1 0 0 0,1 0-1 0 0,0 1 1 0 0,0-1 0 0 0,0 0-1 0 0,0 0 1 0 0,0 0-1 0 0,0 0 1 0 0,0-1 0 0 0,0 1-1 0 0,0 0 1 0 0,0-1 0 0 0,-1 0-1 0 0,1 1 1 0 0,0-1 0 0 0,0 0-1 0 0,-1 0 1 0 0,1 0 0 0 0,0 0-1 0 0,-1 0 1 0 0,1 0 0 0 0,-1 0-1 0 0,1-1 1 0 0,-1 1 0 0 0,3-3-1 0 0,3-3-176 0 0,-1-1-1 0 0,0 1 0 0 0,0-2 1 0 0,0 1-1 0 0,5-10 1 0 0,1-7-518 0 0,-1-1 1 0 0,-1 0-1 0 0,-2-1 1 0 0,0 0-1 0 0,-2 0 1 0 0,0 0 0 0 0,1-35-1 0 0,-7-197-358 0 0,-2 196 1936 0 0,2 58-599 0 0,0 0 0 0 0,0 0 0 0 0,1-1 0 0 0,-1 1 0 0 0,3-8 0 0 0,-2 12-233 0 0,-1 1-1 0 0,0-1 0 0 0,0 1 1 0 0,0 0-1 0 0,0-1 0 0 0,0 1 1 0 0,1-1-1 0 0,-1 1 0 0 0,0 0 1 0 0,0-1-1 0 0,1 1 0 0 0,-1 0 1 0 0,0-1-1 0 0,0 1 0 0 0,1 0 1 0 0,-1-1-1 0 0,0 1 0 0 0,1 0 1 0 0,-1 0-1 0 0,1 0 0 0 0,-1-1 1 0 0,0 1-1 0 0,1 0 0 0 0,-1 0 1 0 0,1 0-1 0 0,-1 0 0 0 0,0-1 1 0 0,2 1-1 0 0,-1 1 33 0 0,0-1 1 0 0,0 1-1 0 0,0-1 1 0 0,0 1-1 0 0,0 0 1 0 0,0-1-1 0 0,0 1 0 0 0,0 0 1 0 0,0 0-1 0 0,0 0 1 0 0,-1 0-1 0 0,1 0 1 0 0,0 0-1 0 0,-1 0 0 0 0,1 0 1 0 0,0 1-1 0 0,17 31 480 0 0,-1 1 1 0 0,-2 1-1 0 0,21 72 0 0 0,-8-23-295 0 0,-3-13-225 0 0,44 115-257 0 0,-15-68-2666 0 0,-36-85 1736 0 0</inkml:trace>
</inkml:ink>
</file>

<file path=ppt/ink/ink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8:49.7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404 310 7370 0 0,'-10'7'289'0'0,"0"0"0"0"0,1 1 0 0 0,0 0 0 0 0,1 1 0 0 0,0 0 0 0 0,-11 15 0 0 0,-10 11 145 0 0,24-30-391 0 0,-56 61 702 0 0,-61 85 0 0 0,106-129-691 0 0,2 0 0 0 0,1 0 0 0 0,0 1 0 0 0,2 1 0 0 0,0 0 0 0 0,2 1-1 0 0,1 0 1 0 0,-9 47 0 0 0,16-64 5 0 0,0 0-1 0 0,1 0 0 0 0,0 0 1 0 0,1 0-1 0 0,-1 0 0 0 0,2 0 1 0 0,-1 0-1 0 0,5 14 0 0 0,-6-21-54 0 0,1 1 0 0 0,0 0 0 0 0,-1 0-1 0 0,1-1 1 0 0,0 1 0 0 0,0-1-1 0 0,0 1 1 0 0,0-1 0 0 0,0 1-1 0 0,1-1 1 0 0,-1 1 0 0 0,0-1-1 0 0,1 0 1 0 0,-1 0 0 0 0,0 0 0 0 0,1 0-1 0 0,0 0 1 0 0,-1 0 0 0 0,1 0-1 0 0,0 0 1 0 0,-1 0 0 0 0,1-1-1 0 0,0 1 1 0 0,0-1 0 0 0,-1 1 0 0 0,1-1-1 0 0,0 0 1 0 0,0 0 0 0 0,0 0-1 0 0,0 0 1 0 0,-1 0 0 0 0,1 0-1 0 0,0 0 1 0 0,0-1 0 0 0,0 1-1 0 0,0-1 1 0 0,-1 1 0 0 0,1-1 0 0 0,0 0-1 0 0,-1 0 1 0 0,1 1 0 0 0,2-3-1 0 0,5-2-106 0 0,-1-1 0 0 0,0 0 0 0 0,0 0 0 0 0,0-1 0 0 0,-1 1-1 0 0,0-2 1 0 0,0 1 0 0 0,-1-1 0 0 0,6-9 0 0 0,46-83-300 0 0,-50 86 338 0 0,10-21-93 0 0,-2 0 1 0 0,-1-1-1 0 0,-2 0 0 0 0,-1-1 0 0 0,-2-1 0 0 0,-2 0 0 0 0,-1 0 0 0 0,-2-1 0 0 0,0-63 0 0 0,-11-112 166 0 0,-9 73 2973 0 0,12 126-2439 0 0,2 3 4537 0 0,7 25-2061 0 0,6 28-2670 0 0,-1 1-1 0 0,-2-1 0 0 0,-2 2 1 0 0,1 45-1 0 0,-5-60-206 0 0,16 183-111 0 0,12 107 137 0 0,1-110-6595 0 0,-16-126-768 0 0</inkml:trace>
</inkml:ink>
</file>

<file path=ppt/ink/ink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8:50.5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70 379 16588 0 0,'-8'-3'575'0'0,"0"-1"1"0"0,0-1 0 0 0,1 1 0 0 0,-1-1-1 0 0,1-1 1 0 0,0 1 0 0 0,-9-12 0 0 0,65 67-1094 0 0,173 191-698 0 0,-122-135 1093 0 0,-100-106 125 0 0,19 20-25 0 0,0-1-1 0 0,25 20 1 0 0,-39-35 73 0 0,0 0 0 0 0,1-1 1 0 0,-1 1-1 0 0,1-1 0 0 0,0 0 0 0 0,0 0 0 0 0,0-1 0 0 0,0 0 0 0 0,0 0 0 0 0,1 0 0 0 0,-1-1 1 0 0,0 0-1 0 0,1 0 0 0 0,-1 0 0 0 0,8-1 0 0 0,-10-1 22 0 0,-1 0 0 0 0,1 0 0 0 0,0-1 0 0 0,-1 1 0 0 0,1-1 0 0 0,-1 0 1 0 0,0 1-1 0 0,1-2 0 0 0,-1 1 0 0 0,0 0 0 0 0,0-1 0 0 0,0 1 0 0 0,-1-1 0 0 0,1 0 0 0 0,-1 0 0 0 0,1 0 0 0 0,-1 0 1 0 0,0 0-1 0 0,0-1 0 0 0,0 1 0 0 0,-1-1 0 0 0,1 1 0 0 0,1-6 0 0 0,3-11 111 0 0,0-1 0 0 0,7-42 0 0 0,-10 43-170 0 0,34-256-1153 0 0,12-62-7164 0 0,-41 299 8148 0 0</inkml:trace>
</inkml:ink>
</file>

<file path=ppt/ink/ink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8:50.9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135 10 2304 0 0,'0'0'87'0'0,"0"-1"-1"0"0,-1 1 1 0 0,1-1-1 0 0,0 1 1 0 0,0-1-1 0 0,-1 1 1 0 0,1-1-1 0 0,0 1 0 0 0,0 0 1 0 0,-1-1-1 0 0,1 1 1 0 0,0-1-1 0 0,-1 1 1 0 0,1 0-1 0 0,-1-1 1 0 0,1 1-1 0 0,0 0 0 0 0,-1-1 1 0 0,1 1-1 0 0,-1 0 1 0 0,1 0-1 0 0,-1 0 1 0 0,1-1-1 0 0,-1 1 0 0 0,1 0 1 0 0,-1 0-1 0 0,1 0 1 0 0,-1 0-1 0 0,1 0 1 0 0,-1 0-1 0 0,0 0 1 0 0,-19 8 1747 0 0,-11 19 290 0 0,22-13-1599 0 0,0 0 0 0 0,1 0 0 0 0,0 0 1 0 0,2 1-1 0 0,-1 1 0 0 0,2-1 0 0 0,0 1 1 0 0,1 0-1 0 0,1 0 0 0 0,0 0 1 0 0,1 0-1 0 0,1 1 0 0 0,0-1 0 0 0,2 17 1 0 0,-1-30-478 0 0,0-1 0 0 0,1 0 1 0 0,-1 0-1 0 0,1 0 1 0 0,-1 1-1 0 0,1-1 0 0 0,0 0 1 0 0,0 0-1 0 0,0 0 0 0 0,0 0 1 0 0,0 0-1 0 0,0 0 1 0 0,1-1-1 0 0,-1 1 0 0 0,0 0 1 0 0,1 0-1 0 0,0-1 0 0 0,-1 1 1 0 0,1-1-1 0 0,0 0 1 0 0,0 1-1 0 0,0-1 0 0 0,0 0 1 0 0,0 0-1 0 0,0 0 1 0 0,0 0-1 0 0,0-1 0 0 0,0 1 1 0 0,0-1-1 0 0,0 1 0 0 0,1-1 1 0 0,-1 1-1 0 0,4-1 1 0 0,8-1-112 0 0,-1 1 1 0 0,1-2 0 0 0,-1 0 0 0 0,24-7 0 0 0,13 0-703 0 0,-47 8 674 0 0,0 1 0 0 0,0 0-1 0 0,0 0 1 0 0,0 0 0 0 0,1 0 0 0 0,-1 0-1 0 0,0 1 1 0 0,0 0 0 0 0,0-1 0 0 0,0 1-1 0 0,0 0 1 0 0,-1 1 0 0 0,1-1-1 0 0,0 0 1 0 0,0 1 0 0 0,-1-1 0 0 0,1 1-1 0 0,-1 0 1 0 0,1 0 0 0 0,-1 0 0 0 0,0 0-1 0 0,3 3 1 0 0,-4-2 35 0 0,1 0-1 0 0,-1 0 0 0 0,0 0 1 0 0,0 0-1 0 0,0 0 1 0 0,0 0-1 0 0,0 1 1 0 0,-1-1-1 0 0,1 0 0 0 0,-1 0 1 0 0,0 0-1 0 0,0 1 1 0 0,0-1-1 0 0,-1 0 1 0 0,1 0-1 0 0,-1 0 1 0 0,0 1-1 0 0,1-1 0 0 0,-1 0 1 0 0,-1 0-1 0 0,-1 4 1 0 0,-5 7-106 0 0,0 0-1 0 0,-1 0 1 0 0,-1-1 0 0 0,0 0 0 0 0,-1 0 0 0 0,-18 16 0 0 0</inkml:trace>
</inkml:ink>
</file>

<file path=ppt/ink/ink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8:51.2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188 12 14283 0 0,'-2'-2'76'0'0,"-1"1"0"0"0,1-1 0 0 0,-1 1 0 0 0,1 0 0 0 0,-1 0 0 0 0,0 0 0 0 0,1 1 0 0 0,-1-1 0 0 0,0 1 0 0 0,0-1 0 0 0,0 1 0 0 0,1 0 0 0 0,-4 0 0 0 0,3 1-310 0 0,1 0 1 0 0,-1 0-1 0 0,1 1 0 0 0,-1-1 1 0 0,1 1-1 0 0,0-1 0 0 0,-1 1 1 0 0,1 0-1 0 0,0 0 1 0 0,0 0-1 0 0,0 0 0 0 0,1 0 1 0 0,-4 4-1 0 0,-37 55-3606 0 0,6 11 3389 0 0,29-56 1305 0 0,1 0 1 0 0,1 0-1 0 0,0 1 0 0 0,1-1 1 0 0,1 1-1 0 0,-2 34 1 0 0,5-45-551 0 0,0-1 1 0 0,1 1 0 0 0,-1 0-1 0 0,1-1 1 0 0,0 1 0 0 0,1-1 0 0 0,-1 1-1 0 0,1-1 1 0 0,0 0 0 0 0,1 0 0 0 0,-1 0-1 0 0,1 0 1 0 0,0 0 0 0 0,0 0-1 0 0,0-1 1 0 0,6 6 0 0 0,3 1 53 0 0,0-2-1 0 0,0 1 1 0 0,1-2 0 0 0,20 12 0 0 0,1 0 6 0 0,-31-18-336 0 0,1 0 0 0 0,-1 0 0 0 0,0 0 0 0 0,0 0 0 0 0,0 1 0 0 0,0-1-1 0 0,-1 1 1 0 0,1 0 0 0 0,-1 0 0 0 0,1 0 0 0 0,-1 0 0 0 0,0 1 0 0 0,0-1 0 0 0,-1 0 0 0 0,1 1-1 0 0,-1-1 1 0 0,1 1 0 0 0,-1 0 0 0 0,1 4 0 0 0,-2-4-31 0 0,0 1 1 0 0,-1-1-1 0 0,1 0 1 0 0,-1 1-1 0 0,0-1 1 0 0,0 0-1 0 0,0 0 1 0 0,-1 1-1 0 0,1-1 1 0 0,-1 0-1 0 0,0 0 1 0 0,0-1-1 0 0,-1 1 1 0 0,1 0-1 0 0,-1-1 1 0 0,-5 6-1 0 0,-5 5-86 0 0</inkml:trace>
</inkml:ink>
</file>

<file path=ppt/ink/ink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8:56.5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427 532 5065 0 0,'-3'-5'286'0'0,"0"0"-1"0"0,0 1 1 0 0,-1 0-1 0 0,0 0 1 0 0,0 0 0 0 0,0 0-1 0 0,0 0 1 0 0,0 1-1 0 0,-1 0 1 0 0,1 0-1 0 0,-1 0 1 0 0,0 0 0 0 0,0 1-1 0 0,0 0 1 0 0,0 0-1 0 0,0 0 1 0 0,-1 1 0 0 0,1-1-1 0 0,0 1 1 0 0,-1 1-1 0 0,1-1 1 0 0,-1 1-1 0 0,1 0 1 0 0,-1 0 0 0 0,0 0-1 0 0,1 1 1 0 0,0 0-1 0 0,-1 0 1 0 0,1 0-1 0 0,0 1 1 0 0,-1 0 0 0 0,1 0-1 0 0,0 0 1 0 0,0 1-1 0 0,-7 4 1 0 0,-7 8 147 0 0,0 0-1 0 0,1 1 1 0 0,1 1 0 0 0,1 0-1 0 0,-24 34 1 0 0,20-22-26 0 0,1 1 0 0 0,2 1 1 0 0,-17 39-1 0 0,12-9 162 0 0,21-56-527 0 0,0 0 1 0 0,0 0-1 0 0,0 0 0 0 0,1 0 0 0 0,-1 0 0 0 0,1 0 1 0 0,0 0-1 0 0,1 0 0 0 0,-1 0 0 0 0,3 8 0 0 0,-3-12-40 0 0,1 1 0 0 0,-1-1 0 0 0,1 0-1 0 0,-1 1 1 0 0,1-1 0 0 0,0 0 0 0 0,-1 0 0 0 0,1 0-1 0 0,0 0 1 0 0,0 0 0 0 0,0 0 0 0 0,0 0-1 0 0,0 0 1 0 0,0 0 0 0 0,0 0 0 0 0,0 0-1 0 0,0-1 1 0 0,0 1 0 0 0,0 0 0 0 0,1-1-1 0 0,-1 1 1 0 0,0-1 0 0 0,0 1 0 0 0,2-1 0 0 0,0 1-26 0 0,0-1 1 0 0,0 0 0 0 0,0 0 0 0 0,0-1 0 0 0,0 1-1 0 0,0 0 1 0 0,-1-1 0 0 0,1 0 0 0 0,0 0 0 0 0,5-2-1 0 0,2-2-68 0 0,0 0 0 0 0,0-1 0 0 0,-1-1 1 0 0,15-11-1 0 0,-5 0-116 0 0,-2 0 0 0 0,0-2 1 0 0,-1 0-1 0 0,-1 0 1 0 0,-1-2-1 0 0,-1 0 0 0 0,17-39 1 0 0,-15 26-353 0 0,-2-1 1 0 0,-1 0 0 0 0,-2-1 0 0 0,8-56 0 0 0,-14 54 255 0 0,-2 0 0 0 0,-2 0 0 0 0,-4-45 0 0 0,-25-114 3796 0 0,24 166-2065 0 0,5 32-1339 0 0,0-1 0 0 0,0 1 0 0 0,0-1 0 0 0,0 1 0 0 0,0-1 0 0 0,0 1-1 0 0,0-1 1 0 0,0 1 0 0 0,0-1 0 0 0,0 1 0 0 0,0-1 0 0 0,0 1 0 0 0,0-1 0 0 0,0 1 0 0 0,-1-1 0 0 0,1 1-1 0 0,0-1 1 0 0,0 1 0 0 0,-1-1 0 0 0,1 1 0 0 0,0-1 0 0 0,0 1 0 0 0,-1 0 0 0 0,1-1 0 0 0,0 1 0 0 0,-1 0-1 0 0,1-1 1 0 0,-1 1 0 0 0,1 0 0 0 0,-1-1 0 0 0,-5 17 928 0 0,0 27-648 0 0,2 25-200 0 0,3 0 1 0 0,9 69-1 0 0,26 135 333 0 0,-30-244-495 0 0,2 11-1080 0 0,3 0 0 0 0,19 58 0 0 0,-21-77 466 0 0,1 0 1 0 0,2 0-1 0 0,-1-1 0 0 0,2 0 0 0 0,1-1 1 0 0,18 22-1 0 0,-28-37 347 0 0,1 0 0 0 0,0 0-1 0 0,0 0 1 0 0,0-1 0 0 0,1 1 0 0 0,-1-1 0 0 0,1 0 0 0 0,-1 0 0 0 0,6 2-1 0 0,-8-3 261 0 0,0-1 0 0 0,1 0-1 0 0,-1 1 1 0 0,0-1-1 0 0,0 0 1 0 0,1 0 0 0 0,-1 1-1 0 0,0-1 1 0 0,1 0-1 0 0,-1 0 1 0 0,0-1 0 0 0,1 1-1 0 0,-1 0 1 0 0,0 0-1 0 0,1-1 1 0 0,-1 1-1 0 0,0-1 1 0 0,0 1 0 0 0,1-1-1 0 0,-1 1 1 0 0,0-1-1 0 0,0 0 1 0 0,0 1 0 0 0,0-1-1 0 0,0 0 1 0 0,0 0-1 0 0,0 0 1 0 0,0 0 0 0 0,0 0-1 0 0,0 0 1 0 0,1-2-1 0 0,5-11-11 0 0</inkml:trace>
</inkml:ink>
</file>

<file path=ppt/ink/ink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8:56.9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73 4609 0 0,'-6'-61'13092'0'0,"15"104"-8895"0"0,-1-15-3796 0 0,-4-8-168 0 0,21 87 423 0 0,-21-94-637 0 0,0-1 1 0 0,1-1 0 0 0,0 1-1 0 0,1-1 1 0 0,0 1-1 0 0,11 13 1 0 0,-17-24-27 0 0,1 0-1 0 0,-1-1 1 0 0,1 1-1 0 0,-1-1 1 0 0,1 1-1 0 0,0 0 1 0 0,-1-1-1 0 0,1 1 1 0 0,0-1 0 0 0,-1 1-1 0 0,1-1 1 0 0,0 1-1 0 0,0-1 1 0 0,-1 0-1 0 0,1 1 1 0 0,0-1-1 0 0,0 0 1 0 0,0 0 0 0 0,-1 1-1 0 0,1-1 1 0 0,0 0-1 0 0,0 0 1 0 0,0 0-1 0 0,0 0 1 0 0,0 0-1 0 0,-1 0 1 0 0,1 0-1 0 0,1-1 1 0 0,0 0-21 0 0,0 0-1 0 0,0 0 1 0 0,-1 0-1 0 0,1 0 1 0 0,0 0 0 0 0,-1-1-1 0 0,1 1 1 0 0,-1-1-1 0 0,0 1 1 0 0,1-1 0 0 0,1-2-1 0 0,3-6-100 0 0,0 0 0 0 0,-1-1-1 0 0,4-12 1 0 0,-8 22 124 0 0,12-38-154 0 0,13-61 1 0 0,-3 8 26 0 0,-23 92 138 0 0,0-1-1 0 0,0 1 1 0 0,0-1 0 0 0,0 1 0 0 0,0 0 0 0 0,0-1 0 0 0,0 1 0 0 0,0 0 0 0 0,0-1 0 0 0,1 1 0 0 0,-1-1 0 0 0,0 1-1 0 0,0 0 1 0 0,0-1 0 0 0,0 1 0 0 0,0 0 0 0 0,1-1 0 0 0,-1 1 0 0 0,0 0 0 0 0,0 0 0 0 0,1-1 0 0 0,-1 1-1 0 0,0 0 1 0 0,0-1 0 0 0,1 1 0 0 0,-1 0 0 0 0,0 0 0 0 0,1 0 0 0 0,-1-1 0 0 0,0 1 0 0 0,1 0 0 0 0,-1 0 0 0 0,0 0-1 0 0,1 0 1 0 0,-1 0 0 0 0,1 0 0 0 0,-1 0 0 0 0,0 0 0 0 0,1 0 0 0 0,-1 0 0 0 0,1 0 0 0 0,-1 0 0 0 0,1 0 0 0 0,10 16 571 0 0,4 27 311 0 0,-8-14-792 0 0,2-1-1 0 0,17 39 0 0 0,-20-56-403 0 0,0 0 0 0 0,0 0-1 0 0,1 0 1 0 0,0-1 0 0 0,1 0 0 0 0,0-1-1 0 0,1 0 1 0 0,14 13 0 0 0,-6-10-1218 0 0</inkml:trace>
</inkml:ink>
</file>

<file path=ppt/ink/ink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8:57.2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0 350 920 0 0,'11'-5'8464'0'0,"8"-10"-5018"0"0,-10 7-1766 0 0,4-2-1091 0 0,-1 1-1 0 0,-1-2 1 0 0,0 1 0 0 0,-1-2 0 0 0,0 1 0 0 0,0-1 0 0 0,-1-1-1 0 0,-1 0 1 0 0,7-14 0 0 0,-10 16-510 0 0,0 0 0 0 0,0 0 0 0 0,-1-1 0 0 0,-1 1 0 0 0,0-1 0 0 0,0 0 0 0 0,-1 0 0 0 0,-1 0 0 0 0,0 0 0 0 0,-1 0 0 0 0,-2-24 0 0 0,2 34-74 0 0,0 0 0 0 0,-1 0 0 0 0,1 0-1 0 0,-1 0 1 0 0,1 0 0 0 0,-1 0 0 0 0,0 0 0 0 0,0 0 0 0 0,0 0 0 0 0,-2-2 0 0 0,3 4-4 0 0,-1-1 1 0 0,1 1 0 0 0,0-1-1 0 0,-1 1 1 0 0,1-1 0 0 0,-1 1-1 0 0,0-1 1 0 0,1 1 0 0 0,-1 0-1 0 0,1 0 1 0 0,-1-1 0 0 0,1 1-1 0 0,-1 0 1 0 0,0 0 0 0 0,1-1-1 0 0,-1 1 1 0 0,0 0 0 0 0,1 0-1 0 0,-1 0 1 0 0,0 0 0 0 0,1 0-1 0 0,-2 0 1 0 0,0 1 10 0 0,0 0-1 0 0,0 0 1 0 0,0 0 0 0 0,0 0-1 0 0,1 0 1 0 0,-1 0 0 0 0,0 1-1 0 0,0-1 1 0 0,1 1-1 0 0,-1-1 1 0 0,1 1 0 0 0,0 0-1 0 0,-1-1 1 0 0,1 1 0 0 0,0 0-1 0 0,0 0 1 0 0,0 0 0 0 0,-1 3-1 0 0,-6 12 119 0 0,0 0 0 0 0,2 1 0 0 0,0 1 0 0 0,1-1 0 0 0,1 1 0 0 0,0 0 0 0 0,0 22-1 0 0,3-31-113 0 0,1-1-1 0 0,1 1 1 0 0,-1-1-1 0 0,2 1 1 0 0,-1-1-1 0 0,1 0 1 0 0,1 1-1 0 0,0-1 0 0 0,0 0 1 0 0,0-1-1 0 0,1 1 1 0 0,1-1-1 0 0,-1 1 1 0 0,1-1-1 0 0,1 0 0 0 0,7 8 1 0 0,-4-7-204 0 0,-1-1 0 0 0,1 0 0 0 0,0 0 0 0 0,1-1 1 0 0,0 0-1 0 0,0-1 0 0 0,16 8 0 0 0,-3-4-898 0 0</inkml:trace>
</inkml:ink>
</file>

<file path=ppt/ink/ink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8:57.5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34 39 1376 0 0,'-34'-37'19442'0'0,"35"36"-18985"0"0,9 20 550 0 0,-4 18-889 0 0,-2-1 1 0 0,-1 1-1 0 0,-2 1 1 0 0,-2-1-1 0 0,-5 37 0 0 0,3-25-40 0 0,-3 25-141 0 0,-2 69 131 0 0,9-126-445 0 0,0 1 0 0 0,1 0 0 0 0,0-1 0 0 0,2 0-1 0 0,10 33 1 0 0,-6-33-1199 0 0</inkml:trace>
</inkml:ink>
</file>

<file path=ppt/ink/ink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8:57.9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8 164 5065 0 0,'0'0'15'0'0,"-1"0"0"0"0,1 0 0 0 0,0 0-1 0 0,-1 0 1 0 0,1 0 0 0 0,0 0 0 0 0,0 0 0 0 0,-1 0 0 0 0,1 0-1 0 0,0 0 1 0 0,-1 0 0 0 0,1-1 0 0 0,0 1 0 0 0,0 0-1 0 0,-1 0 1 0 0,1 0 0 0 0,0 0 0 0 0,0-1 0 0 0,-1 1 0 0 0,1 0-1 0 0,0 0 1 0 0,0-1 0 0 0,0 1 0 0 0,0 0 0 0 0,-1 0 0 0 0,1-1-1 0 0,0 1 1 0 0,0 0 0 0 0,0-1 0 0 0,0 1 0 0 0,0 0 0 0 0,0 0-1 0 0,0-1 1 0 0,0 1 0 0 0,0 0 0 0 0,0-1 0 0 0,0 1-1 0 0,0 0 1 0 0,0-1 0 0 0,0 1 0 0 0,10-14 695 0 0,21-9 469 0 0,-9 10-58 0 0,0 2 1 0 0,0 0 0 0 0,39-12-1 0 0,77-16 2158 0 0,-77 24-2532 0 0,-56 13-715 0 0,0 1 0 0 0,0 0 0 0 0,0 0 0 0 0,1 0 0 0 0,-1 1 0 0 0,0-1 0 0 0,7 2 0 0 0,-11-1-22 0 0,0 0 0 0 0,0 0 0 0 0,0 1 1 0 0,0-1-1 0 0,0 1 0 0 0,0-1 0 0 0,0 1 1 0 0,0-1-1 0 0,0 1 0 0 0,0-1 0 0 0,0 1 0 0 0,0 0 1 0 0,-1 0-1 0 0,1-1 0 0 0,0 1 0 0 0,0 0 0 0 0,-1 0 1 0 0,1 0-1 0 0,0 0 0 0 0,-1 0 0 0 0,1 0 0 0 0,-1 0 1 0 0,1 0-1 0 0,-1 0 0 0 0,0 0 0 0 0,0 0 1 0 0,1 0-1 0 0,-1 0 0 0 0,0 0 0 0 0,0 0 0 0 0,0 1 1 0 0,0-1-1 0 0,0 0 0 0 0,0 0 0 0 0,0 0 0 0 0,0 0 1 0 0,-1 0-1 0 0,1 0 0 0 0,-1 2 0 0 0,-6 31 753 0 0,3-16-286 0 0,1 1 1 0 0,0-1-1 0 0,1 1 0 0 0,1 23 0 0 0,1-39-415 0 0,0 1-1 0 0,1 0 1 0 0,-1 0 0 0 0,1-1-1 0 0,0 1 1 0 0,0 0-1 0 0,0-1 1 0 0,0 1-1 0 0,1-1 1 0 0,-1 1-1 0 0,1-1 1 0 0,0 0-1 0 0,0 0 1 0 0,0 0-1 0 0,0 0 1 0 0,1 0-1 0 0,-1 0 1 0 0,1 0-1 0 0,0-1 1 0 0,0 1-1 0 0,0-1 1 0 0,0 0 0 0 0,0 0-1 0 0,0 0 1 0 0,1 0-1 0 0,5 1 1 0 0,-6-1-35 0 0,1-1 0 0 0,-1-1 0 0 0,0 1 0 0 0,1 0 0 0 0,-1-1 0 0 0,1 0 0 0 0,-1 0 1 0 0,1 0-1 0 0,-1 0 0 0 0,1 0 0 0 0,-1-1 0 0 0,1 1 0 0 0,-1-1 0 0 0,0 0 0 0 0,1 0 1 0 0,-1 0-1 0 0,0-1 0 0 0,0 1 0 0 0,0-1 0 0 0,0 0 0 0 0,0 0 0 0 0,0 0 0 0 0,0 0 1 0 0,0 0-1 0 0,-1-1 0 0 0,1 1 0 0 0,3-6 0 0 0,-3 4-6 0 0,0-1-1 0 0,0 1 1 0 0,0-1 0 0 0,-1 0-1 0 0,0 1 1 0 0,0-1 0 0 0,0 0-1 0 0,0 0 1 0 0,-1-1-1 0 0,0 1 1 0 0,0 0 0 0 0,0 0-1 0 0,-1-1 1 0 0,0 1 0 0 0,0 0-1 0 0,0-1 1 0 0,-2-7 0 0 0,1 7 3 0 0,-1 0 0 0 0,0 0 0 0 0,0 1 0 0 0,-1-1 0 0 0,1 0 1 0 0,-1 1-1 0 0,-1 0 0 0 0,1 0 0 0 0,-1 0 0 0 0,0 0 1 0 0,-4-4-1 0 0,6 7-98 0 0,0 0 0 0 0,1 1 0 0 0,-1-1 0 0 0,0 1 0 0 0,0-1 0 0 0,0 1 0 0 0,-1 0 0 0 0,1 0 0 0 0,0 0 0 0 0,0 0 0 0 0,-1 0 0 0 0,1 1 0 0 0,0-1 0 0 0,-1 1 0 0 0,1-1 0 0 0,-1 1 0 0 0,1 0 0 0 0,-1 0 0 0 0,1 0 0 0 0,0 0 0 0 0,-1 0 0 0 0,1 1 0 0 0,-1-1 0 0 0,1 1 0 0 0,0 0 0 0 0,-1 0 0 0 0,1-1 0 0 0,0 1 0 0 0,0 1 0 0 0,-3 1 0 0 0</inkml:trace>
</inkml:ink>
</file>

<file path=ppt/ink/ink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8:58.4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75 1 11058 0 0,'-4'1'521'0'0,"1"1"0"0"0,-1 0 0 0 0,1 0 0 0 0,-1 0 0 0 0,1 1 0 0 0,0-1 0 0 0,0 1 0 0 0,0-1 0 0 0,1 1 0 0 0,-1 0 0 0 0,1 0 0 0 0,-3 5 0 0 0,1-2-192 0 0,0 1 1 0 0,1 0-1 0 0,0 0 1 0 0,0 1-1 0 0,-3 12 1 0 0,2-1-274 0 0,2 0 1 0 0,0 0 0 0 0,1 0 0 0 0,1 24 0 0 0,1-33 5 0 0,-1 0-1 0 0,2-1 1 0 0,-1 1 0 0 0,2 0-1 0 0,-1-1 1 0 0,1 0-1 0 0,0 1 1 0 0,1-1-1 0 0,0 0 1 0 0,8 11 0 0 0,-10-16-49 0 0,1-1 0 0 0,0 0-1 0 0,-1 0 1 0 0,1 0 0 0 0,0 0 0 0 0,0 0 0 0 0,1-1 0 0 0,-1 1 0 0 0,1-1 0 0 0,-1 0 0 0 0,1 0 0 0 0,-1 0 0 0 0,1-1 0 0 0,0 1 0 0 0,0-1 0 0 0,0 0 0 0 0,0 0 0 0 0,0 0 0 0 0,0-1 0 0 0,0 0 0 0 0,0 1 0 0 0,1-1 0 0 0,-1 0 0 0 0,0-1 0 0 0,0 1 0 0 0,0-1 0 0 0,5-1 0 0 0,0-1 6 0 0,-1 0 0 0 0,0-1 0 0 0,0 0 0 0 0,0 0 0 0 0,0-1 0 0 0,-1 1 0 0 0,0-2 0 0 0,0 1 0 0 0,0-1 0 0 0,0 0 1 0 0,-1-1-1 0 0,0 1 0 0 0,-1-1 0 0 0,1 0 0 0 0,-1-1 0 0 0,-1 1 0 0 0,1-1 0 0 0,-1 0 0 0 0,-1 0 0 0 0,5-13 1 0 0,-6 15-2 0 0,0-1 0 0 0,0 1 0 0 0,0-1 1 0 0,-1 0-1 0 0,0 0 0 0 0,0 1 0 0 0,0-1 1 0 0,-1 0-1 0 0,0 0 0 0 0,-1 0 0 0 0,1 0 1 0 0,-1 1-1 0 0,-1-1 0 0 0,1 0 0 0 0,-1 1 1 0 0,0-1-1 0 0,-1 1 0 0 0,1-1 0 0 0,-1 1 1 0 0,-1 0-1 0 0,1 0 0 0 0,-1 1 0 0 0,0-1 1 0 0,0 1-1 0 0,-1 0 0 0 0,0 0 0 0 0,-5-5 1 0 0,5 7-33 0 0,1 0 1 0 0,-1 0 0 0 0,0 0-1 0 0,0 1 1 0 0,0 0-1 0 0,0 0 1 0 0,-1 1 0 0 0,1-1-1 0 0,0 1 1 0 0,-1 0 0 0 0,1 0-1 0 0,-1 1 1 0 0,1 0-1 0 0,-1 0 1 0 0,1 0 0 0 0,-1 1-1 0 0,-10 1 1 0 0,10 0-298 0 0,0 0 1 0 0,0 0-1 0 0,0 0 1 0 0,0 1-1 0 0,0 0 1 0 0,0 0-1 0 0,1 0 1 0 0,-1 1-1 0 0,-5 5 1 0 0</inkml:trace>
</inkml:ink>
</file>

<file path=ppt/ink/ink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8:58.7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8754 0 0,'8'2'4513'0'0,"-8"-1"-4403"0"0,8 15 2673 0 0,5 21 116 0 0,-12-34-2518 0 0,11 43 763 0 0,-1 1 0 0 0,6 74 0 0 0,-5 97-1011 0 0,-12-198-162 0 0,2-11-1 0 0,-2 1 0 0 0,1-1-1 0 0,-1 0 1 0 0,-1 0 0 0 0,0 1-1 0 0,0-1 1 0 0,-1 0 0 0 0,0 0-1 0 0,-5 12 1 0 0</inkml:trace>
</inkml:ink>
</file>

<file path=ppt/ink/ink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8:58.9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26 920 0 0,'3'-2'344'0'0,"0"-1"0"0"0,0 1 0 0 0,0-1-1 0 0,0 1 1 0 0,1 0 0 0 0,-1 0 0 0 0,1 1 0 0 0,-1-1 0 0 0,1 1-1 0 0,-1-1 1 0 0,1 1 0 0 0,0 0 0 0 0,0 1 0 0 0,-1-1-1 0 0,1 1 1 0 0,0-1 0 0 0,0 1 0 0 0,0 0 0 0 0,0 1-1 0 0,0-1 1 0 0,-1 1 0 0 0,1-1 0 0 0,0 1 0 0 0,0 0 0 0 0,6 3-1 0 0,-5-2 63 0 0,0 1 0 0 0,0-1 0 0 0,0 1 0 0 0,-1 0 0 0 0,1 1 0 0 0,-1-1 0 0 0,0 1 0 0 0,0-1 1 0 0,0 1-1 0 0,0 1 0 0 0,-1-1 0 0 0,1 0 0 0 0,-1 1 0 0 0,0 0 0 0 0,-1-1 0 0 0,1 1 0 0 0,3 10 0 0 0,-4-6-99 0 0,0 0-1 0 0,0 1 1 0 0,-1-1 0 0 0,0 1 0 0 0,-1-1 0 0 0,0 1 0 0 0,-1-1 0 0 0,0 1-1 0 0,0-1 1 0 0,-1 1 0 0 0,0-1 0 0 0,-5 15 0 0 0,3-13-415 0 0,-1 0 1 0 0,0 0-1 0 0,-1 0 1 0 0,0-1-1 0 0,-1 0 1 0 0,0 0-1 0 0,0 0 1 0 0,-1-1-1 0 0,-14 13 1 0 0</inkml:trace>
</inkml:ink>
</file>

<file path=ppt/ink/ink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8:59.5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1 302 17508 0 0,'4'0'192'0'0,"1"0"0"0"0,-1 0 0 0 0,1 0 0 0 0,-1 0 0 0 0,1-1 0 0 0,-1 0 0 0 0,1 0 0 0 0,-1 0 0 0 0,1-1 0 0 0,7-3 0 0 0,43-24-223 0 0,-50 26 218 0 0,11-6 2 0 0,-1-1 0 0 0,-1 0 0 0 0,0-1 0 0 0,0-1 0 0 0,-2 0 0 0 0,18-20 0 0 0,-26 28-152 0 0,-1-1-1 0 0,1 0 0 0 0,-1 0 0 0 0,1 0 0 0 0,-2-1 1 0 0,1 1-1 0 0,0-1 0 0 0,-1 1 0 0 0,0-1 1 0 0,-1 0-1 0 0,1 0 0 0 0,-1 0 0 0 0,0 0 1 0 0,-1 0-1 0 0,1 0 0 0 0,-1 0 0 0 0,0 0 1 0 0,-1 0-1 0 0,1 0 0 0 0,-1 0 0 0 0,-1 0 0 0 0,-1-8 1 0 0,3 13-34 0 0,-1 0-1 0 0,1 0 1 0 0,0-1 0 0 0,-1 1 0 0 0,1 0 0 0 0,0 0 0 0 0,-1 0-1 0 0,0 0 1 0 0,1 0 0 0 0,-1 0 0 0 0,0 0 0 0 0,1 0 0 0 0,-1 0 0 0 0,0 0-1 0 0,0 0 1 0 0,0 0 0 0 0,0 0 0 0 0,0 1 0 0 0,0-1 0 0 0,0 0 0 0 0,0 1-1 0 0,0-1 1 0 0,0 1 0 0 0,0-1 0 0 0,0 1 0 0 0,0-1 0 0 0,0 1-1 0 0,-1 0 1 0 0,1 0 0 0 0,0-1 0 0 0,0 1 0 0 0,0 0 0 0 0,-1 0 0 0 0,1 0-1 0 0,0 0 1 0 0,0 1 0 0 0,-1-1 0 0 0,1 0 0 0 0,0 0 0 0 0,0 1 0 0 0,0-1-1 0 0,0 1 1 0 0,0-1 0 0 0,-1 1 0 0 0,1-1 0 0 0,0 1 0 0 0,0 0-1 0 0,0-1 1 0 0,0 1 0 0 0,-1 2 0 0 0,-3 1 21 0 0,0 1 1 0 0,1-1-1 0 0,-1 1 1 0 0,1 0-1 0 0,0 0 1 0 0,0 1-1 0 0,1-1 1 0 0,-4 9-1 0 0,2-2-9 0 0,1 0 0 0 0,0 1 1 0 0,1-1-1 0 0,0 1 0 0 0,1 0 0 0 0,1 0 0 0 0,0 0 0 0 0,1 0 0 0 0,2 25 1 0 0,-2-34-36 0 0,1 1 0 0 0,0 0 0 0 0,-1-1 0 0 0,2 1 0 0 0,-1-1 0 0 0,1 1 0 0 0,-1-1 0 0 0,1 0 0 0 0,0 0 1 0 0,1 0-1 0 0,-1 0 0 0 0,1 0 0 0 0,0 0 0 0 0,-1-1 0 0 0,2 1 0 0 0,-1-1 0 0 0,0 0 0 0 0,1 0 0 0 0,-1 0 1 0 0,1 0-1 0 0,0-1 0 0 0,0 1 0 0 0,0-1 0 0 0,0 0 0 0 0,1 0 0 0 0,-1-1 0 0 0,0 1 0 0 0,1-1 0 0 0,-1 0 0 0 0,1 0 1 0 0,4 0-1 0 0,-3-1-50 0 0,0 0 1 0 0,0 0 0 0 0,0-1-1 0 0,0 0 1 0 0,0 0 0 0 0,0-1 0 0 0,0 1-1 0 0,0-1 1 0 0,-1 0 0 0 0,1-1-1 0 0,-1 1 1 0 0,0-1 0 0 0,1 0 0 0 0,-1-1-1 0 0,-1 1 1 0 0,1-1 0 0 0,8-8-1 0 0,4-6 264 0 0,0-2 0 0 0,27-40 0 0 0,-22 29 141 0 0,-19 27-288 0 0,-1 0 1 0 0,1 1-1 0 0,1-1 0 0 0,-1 1 1 0 0,0-1-1 0 0,1 1 1 0 0,-1 0-1 0 0,1 1 0 0 0,0-1 1 0 0,0 1-1 0 0,5-3 1 0 0,-7 5-28 0 0,-1-1 1 0 0,1 1 0 0 0,0 0 0 0 0,0 0-1 0 0,0 0 1 0 0,-1 0 0 0 0,1 0 0 0 0,0 0 0 0 0,0 0-1 0 0,0 0 1 0 0,-1 1 0 0 0,1-1 0 0 0,0 1 0 0 0,-1-1-1 0 0,1 1 1 0 0,0 0 0 0 0,-1 0 0 0 0,1 0-1 0 0,-1 0 1 0 0,1 0 0 0 0,-1 0 0 0 0,1 0 0 0 0,-1 0-1 0 0,0 0 1 0 0,1 1 0 0 0,-1-1 0 0 0,0 0-1 0 0,0 1 1 0 0,0-1 0 0 0,0 1 0 0 0,0 1 0 0 0,22 46 134 0 0,-20-41-130 0 0,1 1 0 0 0,0-1 0 0 0,0 0 0 0 0,1 0 0 0 0,5 8 0 0 0,-10-16-27 0 0,0 0 0 0 0,0 0 0 0 0,1 1 0 0 0,-1-1-1 0 0,0 0 1 0 0,0 0 0 0 0,1 0 0 0 0,-1 1 0 0 0,0-1 0 0 0,0 0 0 0 0,1 0 0 0 0,-1 0 0 0 0,0 1-1 0 0,1-1 1 0 0,-1 0 0 0 0,0 0 0 0 0,1 0 0 0 0,-1 0 0 0 0,0 0 0 0 0,1 0 0 0 0,-1 0 0 0 0,0 0 0 0 0,1 0-1 0 0,-1 0 1 0 0,0 0 0 0 0,1 0 0 0 0,-1 0 0 0 0,0 0 0 0 0,1 0 0 0 0,-1 0 0 0 0,0 0 0 0 0,0-1 0 0 0,1 1-1 0 0,-1 0 1 0 0,0 0 0 0 0,1 0 0 0 0,-1-1 0 0 0,12-14-185 0 0,4-24-192 0 0,-15 35 353 0 0,0 0 14 0 0,27-65-445 0 0,-25 64 427 0 0,-1 0 1 0 0,1 1-1 0 0,0-1 1 0 0,0 1-1 0 0,0 0 0 0 0,0 0 1 0 0,1 0-1 0 0,0 0 0 0 0,0 1 1 0 0,0-1-1 0 0,8-4 1 0 0,-10 7 43 0 0,0 0 1 0 0,-1 1 0 0 0,1-1-1 0 0,0 1 1 0 0,-1 0 0 0 0,1-1-1 0 0,0 1 1 0 0,0 0-1 0 0,-1 0 1 0 0,1 0 0 0 0,0 0-1 0 0,-1 1 1 0 0,1-1 0 0 0,0 0-1 0 0,0 1 1 0 0,-1-1 0 0 0,1 1-1 0 0,-1 0 1 0 0,1-1 0 0 0,0 1-1 0 0,-1 0 1 0 0,1 0 0 0 0,-1 0-1 0 0,0 0 1 0 0,1 0 0 0 0,-1 0-1 0 0,0 0 1 0 0,2 3 0 0 0,5 4 162 0 0,-1 2 0 0 0,0-1 0 0 0,8 15 0 0 0,4 3 34 0 0,-11-17-303 0 0,1-1 1 0 0,0 0-1 0 0,12 8 0 0 0,2-2-6013 0 0</inkml:trace>
</inkml:ink>
</file>

<file path=ppt/ink/ink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8:59.8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 0 17052 0 0,'-1'1'176'0'0,"0"-1"1"0"0,0 0-1 0 0,0 1 0 0 0,0-1 1 0 0,0 1-1 0 0,0 0 1 0 0,0-1-1 0 0,0 1 1 0 0,0 0-1 0 0,0-1 1 0 0,0 1-1 0 0,1 0 1 0 0,-1 0-1 0 0,0 0 1 0 0,1 0-1 0 0,-1 0 0 0 0,1 0 1 0 0,-1 0-1 0 0,1 0 1 0 0,-1 0-1 0 0,1 0 1 0 0,-1 0-1 0 0,1 0 1 0 0,0 0-1 0 0,0 0 1 0 0,0 0-1 0 0,0 0 0 0 0,-1 1 1 0 0,1-1-1 0 0,1 0 1 0 0,-1 1-1 0 0,0 49-172 0 0,0-35 470 0 0,2 88 44 0 0,16 112 1 0 0,-10-159-510 0 0,3-2-1 0 0,2 1 1 0 0,33 87 0 0 0,-41-130-283 0 0,1 1 0 0 0,0-1 0 0 0,1-1 0 0 0,0 1 0 0 0,1-1 0 0 0,13 15 0 0 0,-7-14-675 0 0</inkml:trace>
</inkml:ink>
</file>

<file path=ppt/ink/ink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9:00.2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27 4609 0 0,'-2'37'7203'0'0,"2"-34"-6762"0"0,-1 22 1750 0 0,2-1 1 0 0,5 25 0 0 0,-6-44-1994 0 0,1 0 0 0 0,0 0-1 0 0,0 0 1 0 0,1 0-1 0 0,0 0 1 0 0,0 0-1 0 0,0 0 1 0 0,0 0 0 0 0,1-1-1 0 0,-1 1 1 0 0,1-1-1 0 0,0 0 1 0 0,1 0 0 0 0,-1 0-1 0 0,1 0 1 0 0,4 3-1 0 0,-5-5-177 0 0,-1-1 1 0 0,1 0-1 0 0,0 0 0 0 0,0 0 0 0 0,0 0 0 0 0,0-1 0 0 0,0 1 0 0 0,0-1 0 0 0,1 0 0 0 0,-1 0 0 0 0,0 0 0 0 0,0 0 1 0 0,0-1-1 0 0,0 1 0 0 0,0-1 0 0 0,0 1 0 0 0,0-1 0 0 0,0 0 0 0 0,0 0 0 0 0,-1-1 0 0 0,1 1 0 0 0,0-1 0 0 0,0 1 0 0 0,-1-1 1 0 0,5-4-1 0 0,1 0-32 0 0,0 0-1 0 0,-1 0 1 0 0,0-1 0 0 0,0-1 0 0 0,0 1 0 0 0,9-16 0 0 0,-12 16 15 0 0,-1 0 1 0 0,0 0-1 0 0,0 0 1 0 0,-1 0-1 0 0,0 0 0 0 0,0 0 1 0 0,0 0-1 0 0,-1-1 1 0 0,0 1-1 0 0,-1-1 0 0 0,0 1 1 0 0,-1-11-1 0 0,1 15 1 0 0,0 0 0 0 0,-1 0 0 0 0,1 0-1 0 0,-1 0 1 0 0,0 0 0 0 0,0 0 0 0 0,0 0 0 0 0,0 1-1 0 0,-1-1 1 0 0,1 0 0 0 0,-1 0 0 0 0,1 1-1 0 0,-1-1 1 0 0,0 1 0 0 0,0 0 0 0 0,0 0 0 0 0,0-1-1 0 0,-1 1 1 0 0,1 0 0 0 0,0 1 0 0 0,-1-1 0 0 0,0 0-1 0 0,1 1 1 0 0,-1-1 0 0 0,0 1 0 0 0,0 0 0 0 0,0 0-1 0 0,1 0 1 0 0,-1 1 0 0 0,0-1 0 0 0,0 0-1 0 0,-4 1 1 0 0,-2 0-62 0 0,-1 0 0 0 0,1 0-1 0 0,0 1 1 0 0,-1 0 0 0 0,1 1-1 0 0,0 0 1 0 0,0 1 0 0 0,-13 5-1 0 0,16-5-518 0 0,-1 0 0 0 0,0 0 0 0 0,1 1 0 0 0,0 0 0 0 0,0 1-1 0 0,-9 8 1 0 0,14-12 408 0 0,0 0 0 0 0,0 0-1 0 0,0 0 1 0 0,0 1 0 0 0,0-1-1 0 0,0 0 1 0 0,1 1 0 0 0,-1-1 0 0 0,1 0-1 0 0,-1 1 1 0 0,1-1 0 0 0,-1 1-1 0 0,1-1 1 0 0,0 1 0 0 0,0-1-1 0 0,0 1 1 0 0,0-1 0 0 0,0 1-1 0 0,0 2 1 0 0,3 6 33 0 0</inkml:trace>
</inkml:ink>
</file>

<file path=ppt/ink/ink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9:00.5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86 1 5985 0 0,'-23'0'10576'0'0,"21"1"-10116"0"0,0 1-48 0 0,0-1-1 0 0,0 1 1 0 0,0 0-1 0 0,0 0 1 0 0,0 1-1 0 0,0-1 1 0 0,0 0 0 0 0,-1 4-1 0 0,-3 5-153 0 0,1 0 1 0 0,0 0-1 0 0,-3 13 0 0 0,3-6-128 0 0,1 1 1 0 0,0-1-1 0 0,2 1 1 0 0,0-1-1 0 0,1 33 1 0 0,2-41-125 0 0,-1 1 0 0 0,2 0 0 0 0,-1 0 0 0 0,1-1 0 0 0,1 1 0 0 0,0-1 0 0 0,1 1 0 0 0,0-1 0 0 0,0 0 0 0 0,1-1 0 0 0,7 12 0 0 0,-10-18-7 0 0,0 0 1 0 0,1 0-1 0 0,-1 0 1 0 0,1-1-1 0 0,0 1 1 0 0,-1-1-1 0 0,1 1 1 0 0,0-1-1 0 0,1 0 1 0 0,-1 0-1 0 0,0 0 1 0 0,1-1-1 0 0,-1 1 1 0 0,0-1-1 0 0,1 0 1 0 0,0 0-1 0 0,-1 0 1 0 0,5 0-1 0 0,-2 0 3 0 0,-1-2 0 0 0,0 1 0 0 0,0-1 0 0 0,0 1-1 0 0,0-1 1 0 0,0-1 0 0 0,-1 1 0 0 0,1-1 0 0 0,0 0 0 0 0,-1 0 0 0 0,1 0 0 0 0,4-3 0 0 0,3-3 4 0 0,-1 0 0 0 0,-1-1 0 0 0,1 0 0 0 0,-2 0 0 0 0,1-1 0 0 0,-1-1 0 0 0,-1 1 1 0 0,1-1-1 0 0,6-14 0 0 0,-11 16 0 0 0,0 0 1 0 0,0 0-1 0 0,-1 0 0 0 0,0-1 1 0 0,0 0-1 0 0,-1 1 1 0 0,-1-1-1 0 0,0 0 0 0 0,0 0 1 0 0,-1 0-1 0 0,0 0 1 0 0,0 0-1 0 0,-3-13 0 0 0,2 18-16 0 0,0 1 0 0 0,0-1 0 0 0,0 1 0 0 0,-1-1-1 0 0,0 1 1 0 0,0-1 0 0 0,0 1 0 0 0,0 0 0 0 0,0 0 0 0 0,-1 0-1 0 0,0 0 1 0 0,0 0 0 0 0,0 1 0 0 0,0-1 0 0 0,-1 1-1 0 0,1 0 1 0 0,-1 0 0 0 0,0 0 0 0 0,0 1 0 0 0,0-1-1 0 0,0 1 1 0 0,0 0 0 0 0,0 0 0 0 0,-1 0 0 0 0,1 1 0 0 0,-1-1-1 0 0,0 1 1 0 0,1 0 0 0 0,-9 0 0 0 0,3 0-194 0 0,0 1 1 0 0,0 1 0 0 0,0 0-1 0 0,0 0 1 0 0,0 1 0 0 0,0 1-1 0 0,-16 5 1 0 0,4 0-831 0 0</inkml:trace>
</inkml:ink>
</file>

<file path=ppt/ink/ink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9:00.8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9218 0 0,'2'0'194'0'0,"0"0"-1"0"0,-1 0 1 0 0,1 0 0 0 0,0 0-1 0 0,-1 0 1 0 0,1 1 0 0 0,0-1-1 0 0,-1 0 1 0 0,1 1 0 0 0,0-1-1 0 0,-1 1 1 0 0,1 0 0 0 0,-1-1-1 0 0,1 1 1 0 0,-1 0 0 0 0,1 0-1 0 0,-1 0 1 0 0,1 0 0 0 0,-1 0-1 0 0,0 0 1 0 0,0 1-1 0 0,0-1 1 0 0,0 0 0 0 0,0 1-1 0 0,0-1 1 0 0,0 1 0 0 0,0-1-1 0 0,1 3 1 0 0,1 2 308 0 0,0 0-1 0 0,0 0 1 0 0,-1 0 0 0 0,1 1-1 0 0,1 12 1 0 0,-1 13 197 0 0,-1 0 0 0 0,-2 0 0 0 0,-1 1 0 0 0,-6 36 0 0 0,-1 42 85 0 0,7-92-669 0 0,3 82 231 0 0,-1-92-357 0 0,0 1 0 0 0,0-1 1 0 0,1 0-1 0 0,1 0 0 0 0,-1 0 0 0 0,2 0 0 0 0,-1 0 0 0 0,6 10 0 0 0,-9-18-36 0 0,1-1-1 0 0,-1 1 1 0 0,0-1-1 0 0,0 1 1 0 0,0-1 0 0 0,0 1-1 0 0,1-1 1 0 0,-1 0-1 0 0,0 1 1 0 0,0-1-1 0 0,1 1 1 0 0,-1-1 0 0 0,0 0-1 0 0,1 1 1 0 0,-1-1-1 0 0,0 1 1 0 0,1-1 0 0 0,-1 0-1 0 0,1 0 1 0 0,-1 1-1 0 0,0-1 1 0 0,1 0-1 0 0,-1 0 1 0 0,1 1 0 0 0,-1-1-1 0 0,1 0 1 0 0,-1 0-1 0 0,1 0 1 0 0,-1 0-1 0 0,1 0 1 0 0,-1 0 0 0 0,1 0-1 0 0,-1 0 1 0 0,1 0-1 0 0,-1 0 1 0 0,1 0-1 0 0,0 0 1 0 0,7-20-3727 0 0,-5 5-2454 0 0</inkml:trace>
</inkml:ink>
</file>

<file path=ppt/ink/ink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9:01.0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71 920 0 0,'6'-6'293'0'0,"0"0"0"0"0,1 0 0 0 0,0 1 0 0 0,0 0 0 0 0,15-9 0 0 0,-13 10 450 0 0,-1 0 0 0 0,1 0 1 0 0,0 0-1 0 0,0 1 0 0 0,0 1 1 0 0,0 0-1 0 0,1 0 0 0 0,-1 1 1 0 0,1 0-1 0 0,-1 0 0 0 0,1 1 1 0 0,-1 0-1 0 0,1 1 0 0 0,-1 0 1 0 0,18 5-1 0 0,-24-6-516 0 0,-1 1-1 0 0,1 0 1 0 0,-1 1-1 0 0,0-1 0 0 0,1 0 1 0 0,-1 1-1 0 0,0-1 1 0 0,0 1-1 0 0,0-1 1 0 0,0 1-1 0 0,0 0 1 0 0,0 0-1 0 0,-1 0 1 0 0,1 0-1 0 0,-1 1 1 0 0,1-1-1 0 0,-1 0 1 0 0,0 0-1 0 0,1 4 1 0 0,0-2-1 0 0,-1 1 0 0 0,0-1 1 0 0,-1 1-1 0 0,1-1 0 0 0,-1 1 1 0 0,0 0-1 0 0,0-1 0 0 0,-1 1 1 0 0,1-1-1 0 0,-2 7 0 0 0,-2 1-55 0 0,1 0-1 0 0,-2 0 1 0 0,1 0-1 0 0,-2 0 1 0 0,0-1-1 0 0,0 0 1 0 0,-10 13-1 0 0,-17 13-1813 0 0,14-19-5985 0 0</inkml:trace>
</inkml:ink>
</file>

<file path=ppt/ink/ink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9:01.6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166 1 7370 0 0,'-11'5'529'0'0,"1"1"0"0"0,0 0 0 0 0,1 0 1 0 0,-1 1-1 0 0,1 1 0 0 0,1 0 1 0 0,-1 0-1 0 0,1 0 0 0 0,1 1 1 0 0,0 0-1 0 0,0 1 0 0 0,0 0 1 0 0,1 0-1 0 0,-7 19 0 0 0,6-15-370 0 0,1 1-1 0 0,1 0 1 0 0,1 1-1 0 0,0-1 1 0 0,1 1-1 0 0,0 0 1 0 0,2 0-1 0 0,0 0 1 0 0,0 0-1 0 0,3 19 1 0 0,-1-30-194 0 0,0 0 0 0 0,0 0 0 0 0,0 0 0 0 0,1 0 0 0 0,-1 0 0 0 0,1 0 0 0 0,0 0 0 0 0,1-1 0 0 0,-1 1 0 0 0,1-1 0 0 0,0 1 0 0 0,7 6 0 0 0,-8-8-450 0 0,1-1 1 0 0,0 1-1 0 0,0-1 1 0 0,0 0 0 0 0,0 0-1 0 0,0 0 1 0 0,1-1 0 0 0,-1 1-1 0 0,0-1 1 0 0,1 1 0 0 0,-1-1-1 0 0,5 0 1 0 0,6 1-3968 0 0</inkml:trace>
</inkml:ink>
</file>

<file path=ppt/ink/ink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9:01.9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52 1 5985 0 0,'-1'0'404'0'0,"-14"7"6061"0"0,13-5-6061 0 0,-11 21 3313 0 0,0 24-957 0 0,9-28-2171 0 0,2 1 0 0 0,0-1 0 0 0,2 38 0 0 0,1-50-531 0 0,0-1 0 0 0,0 1 0 0 0,0-1-1 0 0,1 0 1 0 0,0 0 0 0 0,0 1 0 0 0,3 5-1 0 0,-3-9-49 0 0,0-1 0 0 0,-1 1 0 0 0,1 0-1 0 0,0-1 1 0 0,0 0 0 0 0,1 1-1 0 0,-1-1 1 0 0,0 0 0 0 0,1 0 0 0 0,-1 0-1 0 0,1 0 1 0 0,0-1 0 0 0,-1 1-1 0 0,1-1 1 0 0,4 2 0 0 0,-5-2-16 0 0,1 0 0 0 0,0-1-1 0 0,0 1 1 0 0,0-1 0 0 0,0 0 0 0 0,-1 1 0 0 0,1-1 0 0 0,0-1 0 0 0,0 1-1 0 0,0 0 1 0 0,0-1 0 0 0,-1 1 0 0 0,1-1 0 0 0,0 0 0 0 0,-1 0 0 0 0,1 0-1 0 0,0 0 1 0 0,-1-1 0 0 0,1 1 0 0 0,-1-1 0 0 0,0 1 0 0 0,1-1 0 0 0,-1 0-1 0 0,0 0 1 0 0,0 0 0 0 0,0 0 0 0 0,0 0 0 0 0,-1 0 0 0 0,1-1 0 0 0,0 1-1 0 0,-1-1 1 0 0,0 1 0 0 0,1-1 0 0 0,0-2 0 0 0,1-2-44 0 0,0 0 1 0 0,0 0-1 0 0,-1 0 0 0 0,0-1 1 0 0,0 1-1 0 0,-1-1 1 0 0,0 1-1 0 0,0-1 0 0 0,-1 1 1 0 0,0-1-1 0 0,-1-13 1 0 0,-2 11-76 0 0,0-1 0 0 0,0 1 0 0 0,-1 0 0 0 0,0 0 0 0 0,-1 0 1 0 0,0 1-1 0 0,-9-14 0 0 0,11 20-44 0 0,1 0-1 0 0,-1 0 1 0 0,0 0 0 0 0,1 1 0 0 0,-1-1-1 0 0,-1 0 1 0 0,1 1 0 0 0,0 0 0 0 0,0 0-1 0 0,-6-3 1 0 0,6 5-120 0 0,1-1 1 0 0,0 0-1 0 0,0 1 0 0 0,-1-1 0 0 0,1 1 1 0 0,0 0-1 0 0,-1 0 0 0 0,1 0 0 0 0,0 0 0 0 0,-1 0 1 0 0,1 1-1 0 0,0-1 0 0 0,-1 1 0 0 0,1-1 1 0 0,0 1-1 0 0,0 0 0 0 0,-1 0 0 0 0,1 0 1 0 0,-2 1-1 0 0</inkml:trace>
</inkml:ink>
</file>

<file path=ppt/ink/ink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9:02.2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8754 0 0,'6'4'344'0'0,"1"0"1"0"0,-1 1-1 0 0,0 0 0 0 0,0 0 1 0 0,0 1-1 0 0,-1-1 0 0 0,0 1 1 0 0,0 0-1 0 0,-1 0 1 0 0,6 9-1 0 0,-4-3 12 0 0,-1 0 1 0 0,0 0-1 0 0,-1 0 1 0 0,-1 1-1 0 0,4 18 0 0 0,9 55 3331 0 0,4-118-2394 0 0,1-13-1693 0 0,-14 26 412 0 0,1 0 1 0 0,1 1 0 0 0,1 0-1 0 0,0 1 1 0 0,1 0 0 0 0,20-23-1 0 0,-30 40 35 0 0,0-1 1 0 0,0 0-1 0 0,0 0 0 0 0,-1 0 0 0 0,1 1 0 0 0,0-1 1 0 0,0 0-1 0 0,0 1 0 0 0,0-1 0 0 0,0 1 1 0 0,0-1-1 0 0,0 1 0 0 0,1-1 0 0 0,-1 1 1 0 0,0 0-1 0 0,0-1 0 0 0,0 1 0 0 0,0 0 0 0 0,0 0 1 0 0,1 0-1 0 0,-1 0 0 0 0,0 0 0 0 0,0 0 1 0 0,0 0-1 0 0,0 1 0 0 0,1-1 0 0 0,-1 0 0 0 0,0 1 1 0 0,0-1-1 0 0,0 1 0 0 0,0-1 0 0 0,0 1 1 0 0,0-1-1 0 0,0 1 0 0 0,0 0 0 0 0,0-1 0 0 0,0 1 1 0 0,0 0-1 0 0,-1 0 0 0 0,3 1 0 0 0,2 6 108 0 0,1 0 1 0 0,-1-1-1 0 0,0 1 0 0 0,6 13 0 0 0,0 1-382 0 0,-8-19-168 0 0,0 1 0 0 0,-1-1 0 0 0,1 0 0 0 0,0 0 0 0 0,0 0 0 0 0,1 0 0 0 0,-1 0 0 0 0,6 2 1 0 0</inkml:trace>
</inkml:ink>
</file>

<file path=ppt/ink/ink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9:02.5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29 62 3681 0 0,'6'-17'910'0'0,"-5"14"167"0"0,0-1 1 0 0,0 1-1 0 0,0-1 0 0 0,-1 1 1 0 0,0-1-1 0 0,1 0 0 0 0,-1 1 1 0 0,0-1-1 0 0,-6-8 4200 0 0,-1 20-3825 0 0,-3 11-554 0 0,6-7-792 0 0,1 1 0 0 0,0 0-1 0 0,1 0 1 0 0,0 0 0 0 0,0 0 0 0 0,2 0-1 0 0,0 0 1 0 0,0 1 0 0 0,1-1 0 0 0,3 15 0 0 0,5 14 293 0 0,23 72 1 0 0,-22-85-596 0 0,2 0 0 0 0,0 0 0 0 0,2-1 0 0 0,2-1 0 0 0,20 29 0 0 0,-24-43-588 0 0,-3-12-2578 0 0</inkml:trace>
</inkml:ink>
</file>

<file path=ppt/ink/ink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9:02.7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8 140 2304 0 0,'-1'0'41'0'0,"1"0"0"0"0,-1-1 0 0 0,1 1 0 0 0,-1-1-1 0 0,1 1 1 0 0,-1-1 0 0 0,1 1 0 0 0,-1-1-1 0 0,1 1 1 0 0,0-1 0 0 0,-1 1 0 0 0,1-1-1 0 0,0 1 1 0 0,0-1 0 0 0,-1 0 0 0 0,1 1-1 0 0,0-1 1 0 0,0 0 0 0 0,0 1 0 0 0,0-1-1 0 0,0 0 1 0 0,0 1 0 0 0,0-1 0 0 0,0 0-1 0 0,0 1 1 0 0,0-1 0 0 0,0 0 0 0 0,0 1-1 0 0,0-1 1 0 0,0 1 0 0 0,1-1 0 0 0,-1 0-1 0 0,0 1 1 0 0,1-2 0 0 0,1 0 128 0 0,0-1-1 0 0,0 1 1 0 0,0-1-1 0 0,0 1 1 0 0,1 0-1 0 0,-1 0 1 0 0,1 0-1 0 0,2-2 1 0 0,60-30 2085 0 0,-61 33-2154 0 0,31-14 2372 0 0,62-19 1 0 0,-84 31-1917 0 0,0 0 0 0 0,0 0 1 0 0,0 1-1 0 0,0 1 0 0 0,1 0 0 0 0,-1 1 1 0 0,0 0-1 0 0,21 4 0 0 0,-28-2-486 0 0,-1-1 1 0 0,0 1-1 0 0,0 0 1 0 0,0 0-1 0 0,0 0 0 0 0,0 1 1 0 0,-1 0-1 0 0,1 0 1 0 0,-1 0-1 0 0,0 0 0 0 0,0 1 1 0 0,0 0-1 0 0,6 7 0 0 0,-4-3 155 0 0,-1-1 0 0 0,0 2 0 0 0,0-1 0 0 0,-1 0 0 0 0,0 1-1 0 0,-1 0 1 0 0,4 12 0 0 0,-2 1 192 0 0,-1 1-1 0 0,-1-1 1 0 0,-1 1 0 0 0,-1 0-1 0 0,-4 40 1 0 0,3-26-2800 0 0</inkml:trace>
</inkml:ink>
</file>

<file path=ppt/ink/ink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9:02.9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43 19 13827 0 0,'-20'-9'1140'0'0,"-2"0"3977"0"0,23 13-4955 0 0,0 1-1 0 0,1 0 0 0 0,0-1 1 0 0,0 1-1 0 0,1-1 0 0 0,2 4 1 0 0,-1-3-672 0 0,1-1 0 0 0,-1 0 1 0 0,1 0-1 0 0,0 0 0 0 0,0 0 0 0 0,1-1 1 0 0,-1 0-1 0 0,8 3 0 0 0,5 2 79 0 0</inkml:trace>
</inkml:ink>
</file>

<file path=ppt/ink/ink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9:03.3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269 33 5265 0 0,'0'-1'30'0'0,"0"0"-1"0"0,1 0 0 0 0,-1 0 1 0 0,0 0-1 0 0,1 0 1 0 0,-1 0-1 0 0,0 0 0 0 0,0 0 1 0 0,0 0-1 0 0,0 0 1 0 0,0 0-1 0 0,0 0 1 0 0,0 0-1 0 0,0 0 0 0 0,0 0 1 0 0,-1-1-1 0 0,1 1 1 0 0,0 0-1 0 0,-1 0 1 0 0,1 1-1 0 0,-1-1 0 0 0,1 0 1 0 0,-1 0-1 0 0,1 0 1 0 0,-2-1-1 0 0,1 1 152 0 0,-1 0 0 0 0,1 1-1 0 0,0-1 1 0 0,-1 1 0 0 0,1-1 0 0 0,-1 1 0 0 0,1 0-1 0 0,-1-1 1 0 0,1 1 0 0 0,-1 0 0 0 0,1 0 0 0 0,-1 0-1 0 0,1 0 1 0 0,0 0 0 0 0,-1 1 0 0 0,-1-1 0 0 0,-7 3 775 0 0,0-1 0 0 0,0 2 0 0 0,0-1 0 0 0,-10 7 0 0 0,6-3-596 0 0,0 1-1 0 0,1 1 0 0 0,0 0 1 0 0,1 1-1 0 0,0 0 0 0 0,0 1 1 0 0,1 0-1 0 0,1 1 0 0 0,0 0 1 0 0,0 0-1 0 0,1 1 0 0 0,1 1 1 0 0,0-1-1 0 0,1 1 0 0 0,-5 16 1 0 0,11-30-360 0 0,1 1 1 0 0,-1 0-1 0 0,1 0 1 0 0,0 0-1 0 0,-1-1 1 0 0,1 1-1 0 0,0 0 1 0 0,0 0-1 0 0,0 0 1 0 0,-1 0-1 0 0,1 0 1 0 0,0 0-1 0 0,0-1 1 0 0,0 1-1 0 0,0 0 1 0 0,1 0-1 0 0,-1 0 1 0 0,0 0 0 0 0,0 0-1 0 0,0-1 1 0 0,1 1-1 0 0,-1 0 1 0 0,0 0-1 0 0,2 1 1 0 0,-2-2-5 0 0,1 0 0 0 0,0 0 1 0 0,0 0-1 0 0,0 0 0 0 0,-1 0 1 0 0,1 0-1 0 0,0 0 0 0 0,0 0 1 0 0,0 0-1 0 0,0 0 0 0 0,-1-1 1 0 0,1 1-1 0 0,0 0 0 0 0,0 0 1 0 0,-1-1-1 0 0,1 1 0 0 0,0-1 1 0 0,0 1-1 0 0,0-1 0 0 0,36-30-125 0 0,-19 10 196 0 0,-6 5 231 0 0,1 1 1 0 0,1 1-1 0 0,0 0 0 0 0,31-22 0 0 0,-41 33-249 0 0,0 0 0 0 0,1 1 0 0 0,-1 0 0 0 0,0 0-1 0 0,1 0 1 0 0,-1 1 0 0 0,1-1 0 0 0,0 1 0 0 0,-1 0-1 0 0,1 0 1 0 0,0 1 0 0 0,0-1 0 0 0,0 1 0 0 0,-1 0 0 0 0,1 1-1 0 0,0-1 1 0 0,0 1 0 0 0,-1 0 0 0 0,1 0 0 0 0,0 0-1 0 0,-1 1 1 0 0,1 0 0 0 0,-1 0 0 0 0,0 0 0 0 0,8 5-1 0 0,-4-1-18 0 0,1 1-1 0 0,-2 0 0 0 0,1 0 0 0 0,-1 1 1 0 0,0 0-1 0 0,-1 0 0 0 0,0 1 0 0 0,0 0 0 0 0,-1 0 1 0 0,0 0-1 0 0,0 1 0 0 0,-1-1 0 0 0,0 1 1 0 0,4 19-1 0 0,-4-12 4 0 0,-1-1 1 0 0,-1 0 0 0 0,0 1-1 0 0,-1 0 1 0 0,0-1 0 0 0,-1 1 0 0 0,-2 0-1 0 0,-4 28 1 0 0,2-32 41 0 0,0 0-1 0 0,-1 0 1 0 0,-1 0 0 0 0,0 0-1 0 0,0-1 1 0 0,-2 0 0 0 0,1-1-1 0 0,-1 1 1 0 0,-18 18-1 0 0,21-25 9 0 0,0 1-1 0 0,-1-1 0 0 0,1 0 0 0 0,-1-1 0 0 0,0 0 0 0 0,0 0 0 0 0,-1 0 0 0 0,1 0 1 0 0,-1-1-1 0 0,0 0 0 0 0,0-1 0 0 0,0 1 0 0 0,0-1 0 0 0,0-1 0 0 0,0 1 0 0 0,0-1 1 0 0,-1 0-1 0 0,1-1 0 0 0,-1 0 0 0 0,-8-1 0 0 0,13 0-86 0 0,-1 1 0 0 0,1-1 0 0 0,0-1 0 0 0,-1 1 0 0 0,1 0 0 0 0,0-1 0 0 0,0 0 0 0 0,0 0-1 0 0,0 0 1 0 0,0 0 0 0 0,0 0 0 0 0,1 0 0 0 0,-1-1 0 0 0,1 0 0 0 0,-1 1 0 0 0,1-1 0 0 0,0 0 0 0 0,0 0 0 0 0,1 0 0 0 0,-1 0 0 0 0,0 0 0 0 0,-1-7-1 0 0,1 6-1157 0 0,1-1 0 0 0,0 0-1 0 0,0 0 1 0 0,0 1-1 0 0,0-10 1 0 0,3-14-6748 0 0</inkml:trace>
</inkml:ink>
</file>

<file path=ppt/ink/ink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39:03.5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 0 17972 0 0,'-14'14'1600'0'0,"3"-8"-1280"0"0,3 0-256 0 0,4-4 416 0 0,5-3 96 0 0,2-2 9 0 0,1-3 7 0 0</inkml:trace>
</inkml:ink>
</file>

<file path=ppt/ink/ink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43.1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30 65 5985 0 0,'-1'-6'679'0'0,"-1"0"-1"0"0,0-1 1 0 0,0 1-1 0 0,0 0 1 0 0,-1 0 0 0 0,0 0-1 0 0,0 1 1 0 0,0-1-1 0 0,-5-5 1 0 0,11 50 2505 0 0,98 681-207 0 0,-99-706-2997 0 0,20 165-2853 0 0,-15-142 1259 0 0,1 0 1 0 0,22 61-1 0 0,-24-84-3223 0 0</inkml:trace>
</inkml:ink>
</file>

<file path=ppt/ink/ink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43.52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2304 0 0,'21'26'4680'0'0,"103"111"1668"0"0,58 68-4509 0 0,-152-169-1501 0 0,2-1-1 0 0,59 50 1 0 0,-73-71-215 0 0,1 0-1 0 0,0-1 1 0 0,1-1-1 0 0,1-1 1 0 0,0-1 0 0 0,0 0-1 0 0,32 8 1 0 0,-51-17-96 0 0,0 0 1 0 0,0-1-1 0 0,0 1 0 0 0,0-1 1 0 0,1 1-1 0 0,-1-1 0 0 0,0 0 1 0 0,0 0-1 0 0,1 0 0 0 0,-1 0 1 0 0,0 0-1 0 0,0-1 0 0 0,1 1 1 0 0,-1-1-1 0 0,0 1 0 0 0,0-1 1 0 0,0 0-1 0 0,0 0 0 0 0,3-1 1 0 0,-4 0 26 0 0,1 1 0 0 0,-1-1 0 0 0,0 1 0 0 0,0-1 0 0 0,0 0 0 0 0,0 0 0 0 0,-1 1 1 0 0,1-1-1 0 0,0 0 0 0 0,-1 0 0 0 0,1 0 0 0 0,-1 0 0 0 0,0 1 0 0 0,1-1 0 0 0,-1 0 0 0 0,0 0 0 0 0,0 0 1 0 0,0 0-1 0 0,-1 0 0 0 0,1 0 0 0 0,0 0 0 0 0,-2-3 0 0 0,-7-32 854 0 0,-2 0 0 0 0,-23-50 0 0 0,8 21-551 0 0,1 4-231 0 0,13 35-358 0 0,1-1 0 0 0,1-1-1 0 0,2 1 1 0 0,0-2-1 0 0,2 1 1 0 0,-2-31-1 0 0,9 34-1852 0 0,5 5-4684 0 0</inkml:trace>
</inkml:ink>
</file>

<file path=ppt/ink/ink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43.8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3 194 4609 0 0,'-1'-4'956'0'0,"0"-1"1"0"0,1 1-1 0 0,0 0 0 0 0,-1 0 1 0 0,1-1-1 0 0,1 1 0 0 0,3-10 4021 0 0,-3 14-4904 0 0,5 23 1376 0 0,-5-14-1367 0 0,0-1-1 0 0,1 1 0 0 0,1 0 1 0 0,-1-1-1 0 0,1 1 0 0 0,1-1 1 0 0,0 0-1 0 0,8 13 0 0 0,-10-18-62 0 0,-1-1-1 0 0,1 0 1 0 0,1 0-1 0 0,-1 1 1 0 0,0-2-1 0 0,0 1 1 0 0,1 0-1 0 0,-1 0 1 0 0,1-1-1 0 0,-1 1 1 0 0,1-1-1 0 0,0 0 1 0 0,-1 0-1 0 0,1 0 1 0 0,0 0-1 0 0,0 0 1 0 0,0-1-1 0 0,0 1 1 0 0,0-1-1 0 0,0 0 1 0 0,0 1-1 0 0,0-2 1 0 0,0 1 0 0 0,0 0-1 0 0,0-1 1 0 0,-1 1-1 0 0,1-1 1 0 0,0 0-1 0 0,0 0 1 0 0,5-2-1 0 0,-5 2-29 0 0,0 0 1 0 0,0-1-1 0 0,-1 1 0 0 0,1 0 1 0 0,0-1-1 0 0,-1 0 0 0 0,1 0 1 0 0,-1 0-1 0 0,0 0 0 0 0,0 0 1 0 0,1 0-1 0 0,-1 0 0 0 0,-1-1 1 0 0,1 1-1 0 0,0-1 0 0 0,-1 0 1 0 0,1 1-1 0 0,-1-1 0 0 0,2-4 1 0 0,-2 2-33 0 0,0-1 1 0 0,0 1-1 0 0,-1 0 0 0 0,1 0 1 0 0,-1-1-1 0 0,0 1 1 0 0,-1 0-1 0 0,1-1 1 0 0,-1 1-1 0 0,-2-8 1 0 0,-3-3-69 0 0,0-1 0 0 0,-1 1 0 0 0,0 0 0 0 0,-1 0 0 0 0,-19-25 0 0 0,24 36 119 0 0,-1 0 0 0 0,0 0-1 0 0,-1 1 1 0 0,1 0 0 0 0,-1 0 0 0 0,0 0 0 0 0,0 0-1 0 0,-6-3 1 0 0,9 5-110 0 0,-1 1-1 0 0,1 0 1 0 0,0 0-1 0 0,0 0 1 0 0,0 1-1 0 0,-1-1 1 0 0,1 0-1 0 0,0 1 1 0 0,-1 0-1 0 0,1-1 1 0 0,0 1-1 0 0,-1 0 1 0 0,1 0-1 0 0,-1 0 1 0 0,1 1-1 0 0,0-1 1 0 0,-1 1-1 0 0,1-1 1 0 0,0 1-1 0 0,-1 0 1 0 0,1-1-1 0 0,0 1 1 0 0,0 0-1 0 0,-4 3 1 0 0,1 6-2907 0 0</inkml:trace>
</inkml:ink>
</file>

<file path=ppt/ink/ink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44.2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0 135 3681 0 0,'0'2'206'0'0,"0"0"1"0"0,0 0-1 0 0,0-1 1 0 0,1 1-1 0 0,-1 0 1 0 0,0-1-1 0 0,1 1 0 0 0,-1-1 1 0 0,1 1-1 0 0,0 0 1 0 0,-1-1-1 0 0,1 1 1 0 0,0-1-1 0 0,0 1 1 0 0,0-1-1 0 0,0 0 1 0 0,0 1-1 0 0,0-1 1 0 0,0 0-1 0 0,1 0 0 0 0,-1 0 1 0 0,2 1-1 0 0,38 30 2241 0 0,-31-25-1891 0 0,25 18 830 0 0,-15-11-716 0 0,-1 0 0 0 0,34 33-1 0 0,-40-24-501 0 0,-8-54-313 0 0,7-102-297 0 0,-10 117 456 0 0,1 1 0 0 0,0 0 0 0 0,2 1 0 0 0,0-1 0 0 0,0 1 0 0 0,13-24 0 0 0,-16 35 38 0 0,0 0 1 0 0,0 0-1 0 0,0 0 1 0 0,0 0-1 0 0,1 1 1 0 0,-1-1-1 0 0,1 1 1 0 0,0 0-1 0 0,-1 0 1 0 0,1 0-1 0 0,0 0 0 0 0,0 0 1 0 0,0 0-1 0 0,1 1 1 0 0,-1-1-1 0 0,0 1 1 0 0,5-1-1 0 0,-6 2 1 0 0,1 0-1 0 0,-1 0 1 0 0,0 0-1 0 0,0 0 0 0 0,1 0 1 0 0,-1 1-1 0 0,0-1 1 0 0,0 1-1 0 0,1-1 1 0 0,-1 1-1 0 0,0 0 0 0 0,0 0 1 0 0,0 0-1 0 0,0 0 1 0 0,0 0-1 0 0,0 1 1 0 0,0-1-1 0 0,0 0 0 0 0,-1 1 1 0 0,1-1-1 0 0,-1 1 1 0 0,1 0-1 0 0,-1 0 1 0 0,1 0-1 0 0,-1-1 0 0 0,0 1 1 0 0,1 3-1 0 0,12 23-252 0 0,-2 0-1 0 0,-1 1 0 0 0,9 41 0 0 0,-7-28-1248 0 0,1 5-3903 0 0</inkml:trace>
</inkml:ink>
</file>

<file path=ppt/ink/ink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44.6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2 180 5985 0 0,'0'0'36'0'0,"0"1"1"0"0,0-1-1 0 0,-1 1 0 0 0,1-1 0 0 0,0 1 0 0 0,0-1 0 0 0,0 1 0 0 0,0-1 0 0 0,-1 1 0 0 0,1 0 1 0 0,0-1-1 0 0,0 1 0 0 0,0-1 0 0 0,0 1 0 0 0,1-1 0 0 0,-1 1 0 0 0,0 0 0 0 0,0-1 0 0 0,0 1 1 0 0,0-1-1 0 0,0 1 0 0 0,1-1 0 0 0,-1 1 0 0 0,0-1 0 0 0,1 1 0 0 0,-1-1 0 0 0,0 1 0 0 0,1-1 1 0 0,-1 1-1 0 0,0-1 0 0 0,1 0 0 0 0,-1 1 0 0 0,1-1 0 0 0,-1 0 0 0 0,1 1 0 0 0,19-9 1696 0 0,-15 5-1551 0 0,20-14 1186 0 0,0-1 0 0 0,-1-1 0 0 0,35-37 0 0 0,12-8-3625 0 0,-57 52 1316 0 0</inkml:trace>
</inkml:ink>
</file>

<file path=ppt/ink/ink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45.03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159 242 8754 0 0,'-1'0'73'0'0,"0"1"-1"0"0,0-1 1 0 0,0 1-1 0 0,0-1 1 0 0,0 0 0 0 0,1 1-1 0 0,-1-1 1 0 0,0 1 0 0 0,0 0-1 0 0,0-1 1 0 0,1 1 0 0 0,-1 0-1 0 0,0 0 1 0 0,0-1-1 0 0,1 1 1 0 0,-1 0 0 0 0,1 0-1 0 0,-1 0 1 0 0,1 0 0 0 0,-1 0-1 0 0,1 0 1 0 0,0-1 0 0 0,-1 1-1 0 0,1 0 1 0 0,0 2 0 0 0,7 27 1761 0 0,-6-28-1756 0 0,99 207 5894 0 0,-17-43-5742 0 0,-72-142-935 0 0</inkml:trace>
  <inkml:trace contextRef="#ctx0" brushRef="#br0" timeOffset="1">34 74 5529 0 0,'-3'-1'237'0'0,"1"-1"0"0"0,-1 0 1 0 0,1 0-1 0 0,-1 1 0 0 0,1-2 0 0 0,0 1 0 0 0,0 0 0 0 0,0 0 0 0 0,0-1 1 0 0,0 1-1 0 0,1-1 0 0 0,-3-5 0 0 0,3 7-85 0 0,1 0-1 0 0,-1 0 1 0 0,1 0-1 0 0,0 0 1 0 0,-1 0 0 0 0,1 0-1 0 0,0-1 1 0 0,0 1 0 0 0,0 0-1 0 0,0 0 1 0 0,0 0-1 0 0,0-1 1 0 0,0 1 0 0 0,0 0-1 0 0,0 0 1 0 0,0 0-1 0 0,1 0 1 0 0,-1-1 0 0 0,1 1-1 0 0,-1 0 1 0 0,0 0 0 0 0,1 0-1 0 0,0 0 1 0 0,-1 0-1 0 0,1 0 1 0 0,0 0 0 0 0,-1 0-1 0 0,1 0 1 0 0,0 1-1 0 0,0-1 1 0 0,0 0 0 0 0,0 0-1 0 0,0 1 1 0 0,0-1-1 0 0,0 0 1 0 0,2 0 0 0 0,-1 0-83 0 0,-1 1 0 0 0,1-1 0 0 0,0 1 0 0 0,0 0 0 0 0,-1-1 0 0 0,1 1 0 0 0,0 0 0 0 0,0 0 0 0 0,0 0 0 0 0,0 0 0 0 0,-1 1 1 0 0,1-1-1 0 0,0 0 0 0 0,0 1 0 0 0,-1-1 0 0 0,3 2 0 0 0,28 13-1027 0 0,-26-12 348 0 0,11 7-4392 0 0</inkml:trace>
</inkml:ink>
</file>

<file path=ppt/ink/ink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45.4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1 197 5985 0 0,'14'4'804'0'0,"0"1"-1"0"0,0 0 0 0 0,0 1 0 0 0,-1 1 1 0 0,0 0-1 0 0,0 1 0 0 0,-1 1 1 0 0,21 17-1 0 0,-22-16-677 0 0,0 1 0 0 0,-1 0 1 0 0,0 1-1 0 0,-1-1 0 0 0,0 2 0 0 0,-1 0 1 0 0,0 0-1 0 0,9 23 0 0 0,-14-30-1339 0 0,-9-25 664 0 0,-15-54 131 0 0,14 37 654 0 0,2 0 0 0 0,0-39 0 0 0,4 61-67 0 0,1 0-1 0 0,1 0 1 0 0,1 1-1 0 0,0-1 0 0 0,0 1 1 0 0,2-1-1 0 0,-1 1 1 0 0,11-23-1 0 0,-14 35-156 0 0,1-1 0 0 0,0 1 1 0 0,-1 0-1 0 0,1-1 0 0 0,0 1 0 0 0,0-1 1 0 0,0 1-1 0 0,0 0 0 0 0,0 0 0 0 0,0 0 0 0 0,0-1 1 0 0,0 1-1 0 0,1 0 0 0 0,-1 0 0 0 0,0 1 0 0 0,1-1 1 0 0,-1 0-1 0 0,0 0 0 0 0,1 1 0 0 0,-1-1 0 0 0,1 0 1 0 0,-1 1-1 0 0,1 0 0 0 0,0-1 0 0 0,-1 1 1 0 0,1 0-1 0 0,-1 0 0 0 0,1 0 0 0 0,0 0 0 0 0,-1 0 1 0 0,1 0-1 0 0,-1 0 0 0 0,3 1 0 0 0,-1 1-89 0 0,1-1 0 0 0,-1 1 0 0 0,1 0 0 0 0,-1 0-1 0 0,0 0 1 0 0,0 0 0 0 0,0 1 0 0 0,0-1 0 0 0,0 1-1 0 0,0 0 1 0 0,-1 0 0 0 0,5 6 0 0 0,7 12-4864 0 0</inkml:trace>
</inkml:ink>
</file>

<file path=ppt/ink/ink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46.3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0 175 6449 0 0,'43'31'5472'0'0,"2"-2"-4851"0"0,-19-11 122 0 0,1-1 1 0 0,0-1 0 0 0,1-1-1 0 0,1-1 1 0 0,44 14 0 0 0,-72-28-742 0 0,-1 0 1 0 0,0 0-1 0 0,0 0 0 0 0,1 0 1 0 0,-1 0-1 0 0,0 0 1 0 0,0 0-1 0 0,0 0 1 0 0,1 0-1 0 0,-1 0 1 0 0,0 0-1 0 0,0 0 0 0 0,1 0 1 0 0,-1 0-1 0 0,0 0 1 0 0,0 0-1 0 0,1 0 1 0 0,-1 0-1 0 0,0 0 1 0 0,0 0-1 0 0,0-1 0 0 0,1 1 1 0 0,-1 0-1 0 0,0 0 1 0 0,0 0-1 0 0,0 0 1 0 0,1 0-1 0 0,-1-1 1 0 0,0 1-1 0 0,0 0 0 0 0,0 0 1 0 0,0 0-1 0 0,0-1 1 0 0,1 1-1 0 0,-1 0 1 0 0,0 0-1 0 0,0-1 1 0 0,0-12 220 0 0,-9-16 288 0 0,8 27-450 0 0,-20-54 552 0 0,5 17-1320 0 0,3 0 0 0 0,-11-48-1 0 0,17 49-425 0 0,3 3-10 0 0</inkml:trace>
</inkml:ink>
</file>

<file path=ppt/ink/ink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46.8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0 466 1376 0 0,'5'8'65'0'0,"0"0"0"0"0,0-1 0 0 0,1 1-1 0 0,0-1 1 0 0,0-1 0 0 0,12 10 0 0 0,-15-13 39 0 0,1-1 1 0 0,-1 1 0 0 0,1-1 0 0 0,-1 0-1 0 0,1 0 1 0 0,0 0 0 0 0,0 0-1 0 0,0-1 1 0 0,0 0 0 0 0,0 0 0 0 0,0 0-1 0 0,0 0 1 0 0,0 0 0 0 0,0-1 0 0 0,0 0-1 0 0,7 0 1 0 0,-8-1-21 0 0,-1 0 0 0 0,0 1 0 0 0,0-1 0 0 0,0 0-1 0 0,0 0 1 0 0,0 0 0 0 0,-1-1 0 0 0,1 1 0 0 0,0 0 0 0 0,0-1-1 0 0,-1 1 1 0 0,1-1 0 0 0,-1 0 0 0 0,1 1 0 0 0,-1-1 0 0 0,0 0 0 0 0,0 0-1 0 0,0 0 1 0 0,0 0 0 0 0,0 0 0 0 0,0 0 0 0 0,0 0 0 0 0,0 0 0 0 0,-1 0-1 0 0,1 0 1 0 0,-1 0 0 0 0,0-3 0 0 0,2-7 173 0 0,-1 1 1 0 0,0-1 0 0 0,-2-20-1 0 0,-47-349 5284 0 0,46 371-5389 0 0,2 5-68 0 0,-1-1 1 0 0,0 1-1 0 0,0 0 1 0 0,-1 0-1 0 0,1 0 1 0 0,-5-9-1 0 0,1 49 351 0 0,4-22-495 0 0,1 1 0 0 0,0 0 1 0 0,1-1-1 0 0,1 1 0 0 0,0-1 0 0 0,1 1 0 0 0,0-1 1 0 0,1 0-1 0 0,1 0 0 0 0,0 0 0 0 0,0-1 0 0 0,1 1 1 0 0,13 17-1 0 0,-12-20 31 0 0,1 0-1 0 0,-1 0 1 0 0,2-1 0 0 0,0 0 0 0 0,0 0 0 0 0,0-1 0 0 0,1 0-1 0 0,0-1 1 0 0,1 0 0 0 0,0 0 0 0 0,0-1 0 0 0,0-1-1 0 0,1 0 1 0 0,23 7 0 0 0,-33-11-115 0 0,1-1 1 0 0,-1 1-1 0 0,0-1 0 0 0,1 0 1 0 0,-1 0-1 0 0,0 0 0 0 0,1 0 1 0 0,-1 0-1 0 0,0 0 0 0 0,0 0 1 0 0,1-1-1 0 0,-1 1 0 0 0,0-1 1 0 0,1 0-1 0 0,-1 0 0 0 0,0 1 1 0 0,0-1-1 0 0,0-1 0 0 0,4-1 1 0 0,-4 0 22 0 0,1 1 0 0 0,-1-1 0 0 0,0 0 0 0 0,1 0 0 0 0,-2 0 0 0 0,1 0 0 0 0,0 0 0 0 0,0 0 0 0 0,-1-1 0 0 0,0 1 0 0 0,2-7 0 0 0,1-8 80 0 0,-2-1 0 0 0,0 1 0 0 0,0-1 0 0 0,-3-20 0 0 0,1 23 205 0 0,0 1 113 0 0,0 0 0 0 0,2 0 0 0 0,-1 1 1 0 0,2-1-1 0 0,6-24 0 0 0,-8 37-193 0 0,0-1 0 0 0,0 1 0 0 0,-1 0 0 0 0,1-1 0 0 0,0 1 0 0 0,1 0 0 0 0,-1 0 0 0 0,0 0 0 0 0,1 0 0 0 0,-1 0 0 0 0,1 0 0 0 0,0 0 0 0 0,-1 0 0 0 0,1 1 0 0 0,0-1 0 0 0,0 0 0 0 0,0 1 0 0 0,0 0 0 0 0,1 0 0 0 0,-1-1 0 0 0,0 1 0 0 0,0 0 0 0 0,1 1 0 0 0,-1-1 0 0 0,1 0 0 0 0,-1 1-1 0 0,1-1 1 0 0,-1 1 0 0 0,1 0 0 0 0,-1 0 0 0 0,1 0 0 0 0,-1 0 0 0 0,1 0 0 0 0,-1 1 0 0 0,0-1 0 0 0,1 1 0 0 0,-1-1 0 0 0,1 1 0 0 0,-1 0 0 0 0,0 0 0 0 0,1 0 0 0 0,2 3 0 0 0,5 0 299 0 0,-1 2 0 0 0,0-1 0 0 0,0 1 0 0 0,0 1 0 0 0,-1 0 0 0 0,0 0 1 0 0,9 11-1 0 0,24 34-2876 0 0,-33-45 195 0 0</inkml:trace>
</inkml:ink>
</file>

<file path=ppt/ink/ink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47.1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49 191 8290 0 0,'-38'-148'3565'0'0,"27"105"1253"0"0,23 72 162 0 0,17 24-4543 0 0,-16-29-93 0 0,260 425-1659 0 0,-254-418-6249 0 0</inkml:trace>
</inkml:ink>
</file>

<file path=ppt/ink/ink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47.5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1 228 3225 0 0,'7'-6'212'0'0,"0"1"1"0"0,1 0-1 0 0,0 0 1 0 0,14-7-1 0 0,11-6 170 0 0,18-20-1035 0 0,66-62 0 0 0,-109 93 404 0 0,-5 4 231 0 0,0 0 0 0 0,0 0 0 0 0,1 0 0 0 0,0 1 0 0 0,-1-1 0 0 0,1 1 0 0 0,0 0 0 0 0,0 0 0 0 0,0 1 0 0 0,0-1 0 0 0,0 1 0 0 0,1 0 0 0 0,-1 0 0 0 0,0 0 0 0 0,1 0 0 0 0,-1 1 0 0 0,8 0 0 0 0,-7 1 141 0 0,0 0 1 0 0,0 0 0 0 0,0 1 0 0 0,0 0 0 0 0,-1 0 0 0 0,1 0 0 0 0,0 0 0 0 0,-1 1 0 0 0,0 0-1 0 0,0 0 1 0 0,0 0 0 0 0,0 0 0 0 0,0 0 0 0 0,0 1 0 0 0,3 4 0 0 0,49 55 4719 0 0,74 64 1 0 0,-93-93-3856 0 0,-22-19-4032 0 0,-12-12 1719 0 0</inkml:trace>
</inkml:ink>
</file>

<file path=ppt/ink/ink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47.92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0 2304 0 0,'-1'3'201'0'0,"1"-2"-201"0"0,1 1 0 0 0,0-1 0 0 0,1 0 488 0 0,-1 2 56 0 0,2 0 16 0 0,4 1 0 0 0,2 3 72 0 0,4 1 8 0 0,5 3 8 0 0,-2-3 1 0 0,3 1-521 0 0,1-1-128 0 0,-1-1 0 0 0,2 2 0 0 0,1 3 72 0 0,-2 1-8 0 0</inkml:trace>
</inkml:ink>
</file>

<file path=ppt/ink/ink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48.2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50 4145 0 0,'5'-1'438'0'0,"1"1"0"0"0,-1 0 0 0 0,0 0 0 0 0,0 0-1 0 0,1 1 1 0 0,-1 0 0 0 0,0 0 0 0 0,0 0 0 0 0,0 0 0 0 0,0 1 0 0 0,0 0 0 0 0,0 0 0 0 0,0 0 0 0 0,-1 1 0 0 0,1 0 0 0 0,-1-1-1 0 0,1 2 1 0 0,4 4 0 0 0,1 2 210 0 0,-1 1-1 0 0,-1 0 0 0 0,0 1 1 0 0,0 0-1 0 0,9 20 0 0 0,-12-20-635 0 0,1-1 1 0 0,0 0-1 0 0,1-1 0 0 0,0 1 0 0 0,0-1 0 0 0,1-1 0 0 0,12 12 0 0 0,-19-20-90 0 0,-1-1 0 0 0,0 1-1 0 0,1-1 1 0 0,-1 0 0 0 0,1 1-1 0 0,-1-1 1 0 0,0 1 0 0 0,1-1 0 0 0,-1 0-1 0 0,1 1 1 0 0,-1-1 0 0 0,1 0-1 0 0,-1 0 1 0 0,1 1 0 0 0,-1-1-1 0 0,1 0 1 0 0,0 0 0 0 0,-1 0 0 0 0,1 0-1 0 0,-1 1 1 0 0,1-1 0 0 0,-1 0-1 0 0,1 0 1 0 0,0 0 0 0 0,-1 0 0 0 0,1 0-1 0 0,-1-1 1 0 0,1 1 0 0 0,-1 0-1 0 0,1 0 1 0 0,0 0 0 0 0,-1 0-1 0 0,1-1 1 0 0,-1 1 0 0 0,1 0 0 0 0,-1 0-1 0 0,1-1 1 0 0,-1 1 0 0 0,1 0-1 0 0,-1-1 1 0 0,0 1 0 0 0,1-1-1 0 0,-1 1 1 0 0,0-1 0 0 0,1 1 0 0 0,-1-1-1 0 0,0 1 1 0 0,1-1 0 0 0,-1 1-1 0 0,0-1 1 0 0,0 1 0 0 0,1-1 0 0 0,-1 1-1 0 0,0-1 1 0 0,0 1 0 0 0,0-1-1 0 0,0 0 1 0 0,0 0 0 0 0,3-43-2532 0 0,-3 32 2580 0 0,1-9-204 0 0,1-4 313 0 0,7-42-1 0 0,-8 61 90 0 0,0 1 1 0 0,0-1 0 0 0,1 0-1 0 0,0 1 1 0 0,1-1-1 0 0,-1 1 1 0 0,1 0-1 0 0,0-1 1 0 0,0 2-1 0 0,1-1 1 0 0,-1 0 0 0 0,8-7-1 0 0,-9 11-81 0 0,-1 0 0 0 0,0-1 0 0 0,0 1 0 0 0,1 0 0 0 0,-1 0 0 0 0,1 1 0 0 0,-1-1-1 0 0,1 0 1 0 0,-1 0 0 0 0,1 1 0 0 0,-1-1 0 0 0,1 1 0 0 0,0 0 0 0 0,-1-1 0 0 0,1 1 0 0 0,0 0 0 0 0,-1 0 0 0 0,1 0 0 0 0,0 0-1 0 0,0 0 1 0 0,-1 0 0 0 0,1 0 0 0 0,0 1 0 0 0,-1-1 0 0 0,1 1 0 0 0,-1-1 0 0 0,1 1 0 0 0,0 0 0 0 0,-1-1 0 0 0,1 1 0 0 0,-1 0 0 0 0,0 0-1 0 0,1 0 1 0 0,-1 0 0 0 0,0 0 0 0 0,2 2 0 0 0,4 6 152 0 0,0-1 0 0 0,0 1 0 0 0,-1 0 0 0 0,9 19 0 0 0,2 1-661 0 0,-11-20-48 0 0,1-1 0 0 0,0 0-1 0 0,0-1 1 0 0,0 0 0 0 0,1 0 0 0 0,0 0 0 0 0,0-1 0 0 0,14 8-1 0 0,-3-6-3698 0 0</inkml:trace>
</inkml:ink>
</file>

<file path=ppt/ink/ink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48.69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0 114 920 0 0,'0'-34'1104'0'0,"4"-45"8050"0"0,-3 132-4029 0 0,0-42-4770 0 0,1-1-1 0 0,0 0 0 0 0,0 0 1 0 0,6 11-1 0 0,-7-17-499 0 0,0-1 1 0 0,0 1-1 0 0,1-1 1 0 0,0 1-1 0 0,0-1 1 0 0,0 1-1 0 0,0-1 0 0 0,0 0 1 0 0,1 0-1 0 0,-1 0 1 0 0,1 0-1 0 0,0-1 0 0 0,0 1 1 0 0,0-1-1 0 0,0 1 1 0 0,0-1-1 0 0,1 0 1 0 0,-1 0-1 0 0,1-1 0 0 0,-1 1 1 0 0,1-1-1 0 0,0 0 1 0 0,-1 1-1 0 0,1-2 0 0 0,0 1 1 0 0,0 0-1 0 0,0-1 1 0 0,0 0-1 0 0,6 0 1 0 0,-6-1-21 0 0,0 0 1 0 0,0 0-1 0 0,0 0 1 0 0,0-1-1 0 0,0 0 1 0 0,0 0-1 0 0,6-3 1 0 0,-7 3 571 0 0,0 0-1 0 0,0 0 1 0 0,1 0 0 0 0,-1 1-1 0 0,1-1 1 0 0,-1 1 0 0 0,7-1-1 0 0,-8 2-309 0 0,-1 0 0 0 0,1 0-1 0 0,-1 0 1 0 0,1 1-1 0 0,-1-1 1 0 0,1 0 0 0 0,-1 1-1 0 0,1-1 1 0 0,-1 1-1 0 0,0 0 1 0 0,1-1 0 0 0,-1 1-1 0 0,0 0 1 0 0,0 0-1 0 0,1 0 1 0 0,-1 0 0 0 0,0 0-1 0 0,0 0 1 0 0,0 0-1 0 0,0 0 1 0 0,0 0 0 0 0,0 1-1 0 0,-1-1 1 0 0,2 2 0 0 0,5 9 80 0 0,-1 1 1 0 0,0 0-1 0 0,-1-1 1 0 0,-1 2 0 0 0,0-1-1 0 0,0 0 1 0 0,1 18-1 0 0,2 35-1178 0 0,-4-4-3503 0 0,-2-2-1508 0 0</inkml:trace>
</inkml:ink>
</file>

<file path=ppt/ink/ink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49.0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87 120 10594 0 0,'1'-31'982'0'0,"0"-21"-647"0"0,8 15 5770 0 0,-5 45-4826 0 0,3 13-439 0 0,-7-21-831 0 0,67 385 2648 0 0,-53-277-2449 0 0,22 161-179 0 0,84 504 58 0 0,-115-752-94 0 0,3 13-801 0 0,-2 1 1 0 0,0-1 0 0 0,0 69-1 0 0,-9-75-6421 0 0</inkml:trace>
  <inkml:trace contextRef="#ctx0" brushRef="#br0" timeOffset="1">0 1442 5529 0 0,'5'13'886'0'0,"0"0"0"0"0,1 0 0 0 0,0-1-1 0 0,12 18 1 0 0,3 5 145 0 0,-4-3 80 0 0,1 0-1 0 0,1-2 1 0 0,2 0-1 0 0,29 33 1 0 0,-43-55-815 0 0,0-1 0 0 0,1 1-1 0 0,0-1 1 0 0,0 0 0 0 0,1-1 0 0 0,0 0 0 0 0,0-1 0 0 0,0 1 0 0 0,1-2 0 0 0,0 1-1 0 0,0-1 1 0 0,0-1 0 0 0,0 0 0 0 0,1 0 0 0 0,-1-1 0 0 0,1-1 0 0 0,0 0 0 0 0,20 0-1 0 0,-27-2-245 0 0,0 1 1 0 0,0-2-1 0 0,0 1 0 0 0,0 0 0 0 0,0-1 0 0 0,0 0 0 0 0,-1 0 0 0 0,1 0 0 0 0,0 0 0 0 0,-1 0 0 0 0,0-1 0 0 0,1 0 0 0 0,-1 0 0 0 0,0 0 0 0 0,-1 0 1 0 0,1 0-1 0 0,0 0 0 0 0,-1-1 0 0 0,0 1 0 0 0,0-1 0 0 0,0 0 0 0 0,2-5 0 0 0,5-11-22 0 0,-1-1-1 0 0,-1 0 1 0 0,4-22-1 0 0,-7 25 18 0 0,39-141-455 0 0,-27 106 243 0 0</inkml:trace>
</inkml:ink>
</file>

<file path=ppt/ink/ink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50.2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254 92 10594 0 0,'-1'-17'941'0'0,"-3"-25"895"0"0,4 39-1628 0 0,-1 1 0 0 0,1-1-1 0 0,-1 1 1 0 0,1-1 0 0 0,-1 1-1 0 0,0 0 1 0 0,0-1 0 0 0,0 1 0 0 0,0 0-1 0 0,-1 0 1 0 0,1 0 0 0 0,-3-3-1 0 0,4 5-121 0 0,-1 1-1 0 0,0-1 0 0 0,1 0 1 0 0,-1 1-1 0 0,0-1 1 0 0,1 1-1 0 0,-1-1 0 0 0,1 1 1 0 0,-1-1-1 0 0,1 1 0 0 0,-1-1 1 0 0,1 1-1 0 0,-1-1 0 0 0,1 1 1 0 0,0 0-1 0 0,-1-1 0 0 0,1 1 1 0 0,0 0-1 0 0,-1-1 0 0 0,1 1 1 0 0,0 0-1 0 0,0 0 1 0 0,0-1-1 0 0,-1 1 0 0 0,1 1 1 0 0,-13 50 1090 0 0,-12 91 0 0 0,13-61-847 0 0,-15 77 19 0 0,-77 514 306 0 0,80-457-953 0 0,5 248-1 0 0,22-417-1355 0 0,1 0 0 0 0,16 68 0 0 0,-17-97 432 0 0</inkml:trace>
</inkml:ink>
</file>

<file path=ppt/ink/ink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50.5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 1 5529 0 0,'-5'9'163'0'0,"0"0"0"0"0,0 0 0 0 0,1 1 0 0 0,0-1 0 0 0,1 1 0 0 0,0 0-1 0 0,1 0 1 0 0,0 1 0 0 0,0-1 0 0 0,1 0 0 0 0,0 0 0 0 0,2 15 0 0 0,0-1 72 0 0,1 0 0 0 0,1-1 0 0 0,2 1 0 0 0,8 29 0 0 0,-9-41-41 0 0,1 1-1 0 0,0-1 1 0 0,1 1 0 0 0,0-2 0 0 0,1 1 0 0 0,0-1-1 0 0,0 0 1 0 0,17 17 0 0 0,-22-25-44 0 0,1 0 0 0 0,0 0-1 0 0,0 0 1 0 0,0-1 0 0 0,0 0 0 0 0,1 1 0 0 0,-1-1-1 0 0,1 0 1 0 0,-1-1 0 0 0,1 1 0 0 0,0-1 0 0 0,-1 1 0 0 0,1-1-1 0 0,0 0 1 0 0,0 0 0 0 0,0-1 0 0 0,0 1 0 0 0,0-1-1 0 0,0 0 1 0 0,0 0 0 0 0,0 0 0 0 0,0-1 0 0 0,0 1 0 0 0,0-1-1 0 0,0 0 1 0 0,0 0 0 0 0,0-1 0 0 0,-1 1 0 0 0,1-1 0 0 0,0 0-1 0 0,-1 1 1 0 0,7-6 0 0 0,-2 1 63 0 0,0-1 0 0 0,-1 0 1 0 0,0 0-1 0 0,0-1 0 0 0,0 0 0 0 0,-1 0 0 0 0,0-1 1 0 0,-1 0-1 0 0,5-10 0 0 0,36-92-95 0 0,-34 79-300 0 0,16-45-1886 0 0,-15 38-3584 0 0</inkml:trace>
</inkml:ink>
</file>

<file path=ppt/ink/ink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51.22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97 8754 0 0,'0'-15'1476'0'0,"0"-29"1508"0"0,1 42-2748 0 0,-1 0 1 0 0,0-1-1 0 0,0 1 0 0 0,1 0 0 0 0,0 0 0 0 0,-1 0 0 0 0,1 0 0 0 0,0 0 0 0 0,0 0 0 0 0,0 0 0 0 0,0 0 0 0 0,0 0 0 0 0,0 0 0 0 0,1 0 1 0 0,2-2-1 0 0,-3 4-170 0 0,-1-1 1 0 0,1 1 0 0 0,0 0-1 0 0,0-1 1 0 0,0 1-1 0 0,0 0 1 0 0,0 0 0 0 0,0 0-1 0 0,0 0 1 0 0,0 0 0 0 0,0 0-1 0 0,0 0 1 0 0,0 0-1 0 0,0 0 1 0 0,0 0 0 0 0,0 0-1 0 0,-1 1 1 0 0,1-1 0 0 0,0 0-1 0 0,0 1 1 0 0,0-1 0 0 0,0 1-1 0 0,0-1 1 0 0,-1 1-1 0 0,1-1 1 0 0,0 1 0 0 0,0 0-1 0 0,-1-1 1 0 0,1 1 0 0 0,0 0-1 0 0,-1-1 1 0 0,1 1-1 0 0,-1 0 1 0 0,1 1 0 0 0,20 28 717 0 0,-7-3-519 0 0,-2 1 0 0 0,-1 1 0 0 0,-1-1 0 0 0,-1 1 0 0 0,7 44 0 0 0,10 156 93 0 0,-22-186-289 0 0,0 1-246 0 0,29 220 717 0 0,-27-235-1141 0 0,1 0 0 0 0,1-1 0 0 0,2 0 0 0 0,1 0 0 0 0,1-1 0 0 0,29 47 0 0 0,-21-43-4061 0 0,-1-4-1227 0 0</inkml:trace>
</inkml:ink>
</file>

<file path=ppt/ink/ink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51.61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1 183 6449 0 0,'0'-1'66'0'0,"0"0"1"0"0,0 0-1 0 0,0 0 0 0 0,0 0 0 0 0,0 0 0 0 0,1 1 0 0 0,-1-1 0 0 0,0 0 0 0 0,1 0 0 0 0,-1 0 0 0 0,0 0 0 0 0,1 1 0 0 0,-1-1 0 0 0,1 0 1 0 0,-1 0-1 0 0,1 1 0 0 0,0-1 0 0 0,-1 0 0 0 0,1 1 0 0 0,0-1 0 0 0,0 0 0 0 0,-1 1 0 0 0,1-1 0 0 0,1 0 0 0 0,26-20 982 0 0,-24 18-696 0 0,92-63 2294 0 0,-75 54-2794 0 0,1 0 0 0 0,1 1 0 0 0,-1 2 0 0 0,2 0 0 0 0,23-5-1 0 0,-22 8 149 0 0</inkml:trace>
</inkml:ink>
</file>

<file path=ppt/ink/ink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52.0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27 12 4145 0 0,'-1'-1'89'0'0,"1"1"0"0"0,-1-1 0 0 0,1 1 0 0 0,-1 0 0 0 0,1-1 0 0 0,-1 1 0 0 0,0 0 0 0 0,1-1 0 0 0,-1 1 0 0 0,0 0 0 0 0,1 0 1 0 0,-1 0-1 0 0,0 0 0 0 0,1 0 0 0 0,-1 0 0 0 0,0 0 0 0 0,1 0 0 0 0,-1 0 0 0 0,0 0 0 0 0,1 0 0 0 0,-1 0 0 0 0,0 0 0 0 0,1 0 0 0 0,-1 1 0 0 0,0-1 0 0 0,1 0 0 0 0,-1 1 0 0 0,1-1 0 0 0,-1 0 1 0 0,0 1-1 0 0,1-1 0 0 0,-1 0 0 0 0,1 1 0 0 0,-1-1 0 0 0,1 1 0 0 0,0-1 0 0 0,-1 1 0 0 0,1-1 0 0 0,-1 2 0 0 0,0 2 460 0 0,0-1 0 0 0,1 0-1 0 0,0 1 1 0 0,0-1 0 0 0,0 1 0 0 0,0-1-1 0 0,1 5 1 0 0,10 85 2742 0 0,13 47-2508 0 0,-9-94-990 0 0,-14-44 126 0 0,0 0 0 0 0,0 0 0 0 0,0 0 1 0 0,0 0-1 0 0,0 0 0 0 0,0 0 0 0 0,1-1 0 0 0,-1 1 1 0 0,0 0-1 0 0,1-1 0 0 0,-1 1 0 0 0,1-1 0 0 0,0 0 1 0 0,-1 1-1 0 0,1-1 0 0 0,0 0 0 0 0,0 0 0 0 0,0 0 1 0 0,0 0-1 0 0,3 0 0 0 0,-3-1-40 0 0,0 0 1 0 0,-1 0-1 0 0,1-1 0 0 0,0 1 1 0 0,-1-1-1 0 0,1 1 1 0 0,0-1-1 0 0,-1 0 0 0 0,1 0 1 0 0,-1 0-1 0 0,1 0 0 0 0,-1 0 1 0 0,0 0-1 0 0,1 0 0 0 0,-1 0 1 0 0,0 0-1 0 0,0-1 0 0 0,0 1 1 0 0,0 0-1 0 0,0-1 1 0 0,0 1-1 0 0,0-1 0 0 0,1-1 1 0 0,17-40-1799 0 0,-18 42 1837 0 0,25-89-1995 0 0,2-5 1904 0 0,-25 85 551 0 0,2 0-1 0 0,0 0 0 0 0,0 0 1 0 0,0 0-1 0 0,1 1 1 0 0,11-13-1 0 0,-15 20-256 0 0,-1 0-1 0 0,0 0 1 0 0,0 1-1 0 0,1-1 1 0 0,-1 1-1 0 0,1-1 1 0 0,-1 1-1 0 0,1-1 1 0 0,0 1-1 0 0,0 0 1 0 0,-1 0-1 0 0,1 0 1 0 0,0 0-1 0 0,0 0 1 0 0,0 0-1 0 0,0 1 1 0 0,0-1-1 0 0,0 1 1 0 0,0-1-1 0 0,1 1 1 0 0,-1 0-1 0 0,0 0 1 0 0,0 0-1 0 0,0 0 1 0 0,0 0-1 0 0,0 0 1 0 0,0 1-1 0 0,0-1 1 0 0,1 1-1 0 0,-1-1 1 0 0,0 1-1 0 0,0 0 1 0 0,0 0-1 0 0,-1 0 1 0 0,1 0-1 0 0,0 0 1 0 0,0 0-1 0 0,0 0 1 0 0,-1 1-1 0 0,1-1 1 0 0,1 3-1 0 0,6 6 44 0 0,-1 0-1 0 0,0 1 1 0 0,0 0 0 0 0,-1 1-1 0 0,7 16 1 0 0,-8-16-820 0 0,8 14-4748 0 0</inkml:trace>
</inkml:ink>
</file>

<file path=ppt/ink/ink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52.34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5 3225 0 0,'2'2'232'0'0,"0"0"0"0"0,1 0 1 0 0,-1 0-1 0 0,-1 0 0 0 0,1 1 0 0 0,0-1 1 0 0,0 1-1 0 0,-1-1 0 0 0,0 1 0 0 0,1-1 1 0 0,0 5-1 0 0,1-1 229 0 0,11 22 1195 0 0,3 5 447 0 0,39 59 1 0 0,-50-84-1937 0 0,1 0 1 0 0,-1 0-1 0 0,1-1 1 0 0,1 0-1 0 0,-1 0 1 0 0,1 0-1 0 0,0-1 1 0 0,1-1-1 0 0,-1 1 1 0 0,1-1-1 0 0,19 7 1 0 0,-25-11-134 0 0,0 0 0 0 0,0 0 1 0 0,0-1-1 0 0,0 1 0 0 0,0-1 1 0 0,0 1-1 0 0,0-1 0 0 0,0 0 0 0 0,0 0 1 0 0,0-1-1 0 0,0 1 0 0 0,0-1 1 0 0,0 1-1 0 0,0-1 0 0 0,0 0 1 0 0,0 0-1 0 0,0 0 0 0 0,5-3 0 0 0,-4 1 106 0 0,0 0 0 0 0,0-1 0 0 0,0 1 0 0 0,0-1 0 0 0,-1 0 0 0 0,0 0 0 0 0,1 0 0 0 0,-1 0-1 0 0,-1-1 1 0 0,4-5 0 0 0,3-11 263 0 0,-1 0-1 0 0,-1 0 1 0 0,-1 0 0 0 0,4-25-1 0 0,-9 41-446 0 0,11-57-1371 0 0,-6 31-4713 0 0</inkml:trace>
</inkml:ink>
</file>

<file path=ppt/ink/ink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52.6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1 299 2761 0 0,'10'-8'445'0'0,"1"0"1"0"0,-2-1-1 0 0,1 0 0 0 0,-1 0 1 0 0,-1-1-1 0 0,0 0 1 0 0,14-23-1 0 0,-20 30-206 0 0,6-9 471 0 0,-1 0 1 0 0,-1 0 0 0 0,0-1 0 0 0,7-19-1 0 0,-11 25-504 0 0,0 1-1 0 0,-1 0 1 0 0,1-1-1 0 0,-1 0 0 0 0,-1 1 1 0 0,1-1-1 0 0,-1 1 1 0 0,0-1-1 0 0,-1 0 1 0 0,0 1-1 0 0,-2-11 0 0 0,-4 4 137 0 0,0 15-76 0 0,6-1-283 0 0,0 1 0 0 0,0 0 0 0 0,1 0 1 0 0,-1 0-1 0 0,0-1 0 0 0,1 1 0 0 0,0 0 0 0 0,-1 0 0 0 0,1 0 0 0 0,0 0 1 0 0,0 4-1 0 0,1 3-88 0 0,1 1 0 0 0,1-1 0 0 0,-1 0 0 0 0,1 1 1 0 0,1-1-1 0 0,0-1 0 0 0,0 1 0 0 0,1 0 0 0 0,0-1 0 0 0,6 8 0 0 0,3 3 85 0 0,1-1 0 0 0,34 32 0 0 0,-47-48 19 0 0,53 42 68 0 0,-52-42-127 0 0,0 1 0 0 0,0-1 0 0 0,1 0 0 0 0,-1-1 0 0 0,1 1 0 0 0,0 0 0 0 0,-1-1 0 0 0,1 0 0 0 0,0 0 0 0 0,0 0 0 0 0,0 0 0 0 0,-1-1-1 0 0,1 0 1 0 0,0 1 0 0 0,5-2 0 0 0,-7 1 30 0 0,-1-1 0 0 0,0 1-1 0 0,0-1 1 0 0,1 0 0 0 0,-1 0-1 0 0,0 1 1 0 0,0-1 0 0 0,0 0-1 0 0,0 0 1 0 0,0 0 0 0 0,0 0 0 0 0,-1 0-1 0 0,1-1 1 0 0,0 1 0 0 0,0 0-1 0 0,-1 0 1 0 0,1 0 0 0 0,-1-1-1 0 0,1 1 1 0 0,-1 0 0 0 0,1-1-1 0 0,-1 1 1 0 0,0 0 0 0 0,0-1-1 0 0,0 1 1 0 0,0 0 0 0 0,0-1-1 0 0,0 1 1 0 0,0-2 0 0 0,-5-49 572 0 0,2 38-371 0 0,2-3 179 0 0,0 0 0 0 0,1 0 0 0 0,1 1 0 0 0,3-20 0 0 0,-3 29-180 0 0,0 0 0 0 0,0 1-1 0 0,1-1 1 0 0,0 0 0 0 0,1 1 0 0 0,-1-1 0 0 0,1 1-1 0 0,1 0 1 0 0,-1 0 0 0 0,1 0 0 0 0,0 0-1 0 0,7-8 1 0 0,-10 13-120 0 0,1 0 0 0 0,-1 1 0 0 0,0-1 0 0 0,0 0 0 0 0,0 0 0 0 0,1 1 0 0 0,-1-1 0 0 0,0 1 1 0 0,1-1-1 0 0,-1 1 0 0 0,0-1 0 0 0,1 1 0 0 0,-1 0 0 0 0,0 0 0 0 0,1 0 0 0 0,-1 0 0 0 0,1 0 0 0 0,-1 0 0 0 0,0 0 0 0 0,1 0 0 0 0,-1 0 0 0 0,1 1 0 0 0,-1-1 0 0 0,0 1 0 0 0,1-1 0 0 0,-1 1 0 0 0,0-1 0 0 0,0 1 0 0 0,1 0 0 0 0,-1-1 1 0 0,0 1-1 0 0,0 0 0 0 0,0 0 0 0 0,0 0 0 0 0,0 0 0 0 0,0 0 0 0 0,0 0 0 0 0,0 0 0 0 0,0 1 0 0 0,1 1 0 0 0,4 7 378 0 0,1-1 1 0 0,-1 1-1 0 0,7 19 0 0 0,-11-26-364 0 0,12 28 442 0 0,30 48 0 0 0,-37-68-410 0 0,1 0-1 0 0,0-1 1 0 0,1 0-1 0 0,0-1 1 0 0,0 0-1 0 0,1 0 1 0 0,17 11-1 0 0,-27-20-91 0 0,1 1-1 0 0,-1-1 1 0 0,0 0 0 0 0,1 0-1 0 0,-1 0 1 0 0,0 1-1 0 0,0-1 1 0 0,1 0-1 0 0,-1 0 1 0 0,0 0-1 0 0,1 0 1 0 0,-1 0-1 0 0,1 0 1 0 0,-1 0 0 0 0,0 0-1 0 0,1 0 1 0 0,-1 0-1 0 0,0 0 1 0 0,1 0-1 0 0,-1 0 1 0 0,0 0-1 0 0,1 0 1 0 0,-1 0-1 0 0,0 0 1 0 0,1 0-1 0 0,-1 0 1 0 0,0 0 0 0 0,1-1-1 0 0,-1 1 1 0 0,0 0-1 0 0,1 0 1 0 0,-1 0-1 0 0,0-1 1 0 0,0 1-1 0 0,1 0 1 0 0,5-17 300 0 0,-4-31 360 0 0,-2 34-542 0 0,2-18-812 0 0,1 0 1 0 0,12-47-1 0 0,-7 50-963 0 0</inkml:trace>
</inkml:ink>
</file>

<file path=ppt/ink/ink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53.0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37 10594 0 0,'0'-2'195'0'0,"1"0"-1"0"0,0 0 0 0 0,0-1 0 0 0,0 1 0 0 0,0 0 1 0 0,0 0-1 0 0,0 0 0 0 0,0 0 0 0 0,1 0 1 0 0,-1 0-1 0 0,1 1 0 0 0,-1-1 0 0 0,1 0 1 0 0,0 1-1 0 0,-1-1 0 0 0,1 1 0 0 0,0 0 1 0 0,2-2-1 0 0,-2 3 13 0 0,0 0 0 0 0,0 0 1 0 0,0 0-1 0 0,0 0 0 0 0,0 0 1 0 0,-1 1-1 0 0,1-1 0 0 0,0 1 1 0 0,0-1-1 0 0,0 1 0 0 0,-1-1 1 0 0,1 1-1 0 0,0 0 0 0 0,-1 0 1 0 0,1 0-1 0 0,-1 0 0 0 0,1 0 1 0 0,-1 0-1 0 0,1 0 0 0 0,-1 1 1 0 0,0-1-1 0 0,0 0 0 0 0,0 1 1 0 0,2 1-1 0 0,14 20 376 0 0,-2 0 0 0 0,0 1 0 0 0,-1 0 0 0 0,-2 1 0 0 0,18 51 0 0 0,-7-19-241 0 0,157 411-1496 0 0,-155-400-1021 0 0,-15-39-5121 0 0</inkml:trace>
</inkml:ink>
</file>

<file path=ppt/ink/ink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53.4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1 330 920 0 0,'6'-3'390'0'0,"1"1"0"0"0,-1 0-1 0 0,1 0 1 0 0,12-1 0 0 0,-18 2-317 0 0,70-15 3235 0 0,37-6-60 0 0,-96 20-3100 0 0,-1 1-1 0 0,1 1 0 0 0,0 0 1 0 0,-1 0-1 0 0,1 1 0 0 0,-1 1 1 0 0,14 2-1 0 0,-16 0-38 0 0,0-1-1 0 0,0 1 1 0 0,0 0 0 0 0,-1 1-1 0 0,0 0 1 0 0,0 1 0 0 0,0-1-1 0 0,0 1 1 0 0,-1 1 0 0 0,9 10-1 0 0,8 10 87 0 0,29 45-1 0 0,-17-21-3149 0 0,-28-40-566 0 0</inkml:trace>
  <inkml:trace contextRef="#ctx0" brushRef="#br0" timeOffset="1">467 9 7370 0 0,'-6'-4'4337'0'0,"7"3"-4255"0"0,10-2 3084 0 0,7 5-2440 0 0,-17-1-920 0 0,1-1 1 0 0,-1 1-1 0 0,0-1 1 0 0,0 1-1 0 0,0-1 1 0 0,0 1-1 0 0,0 0 1 0 0,0 0-1 0 0,0-1 1 0 0,-1 1 0 0 0,1 0-1 0 0,0 0 1 0 0,0 0-1 0 0,1 2 1 0 0,6 18-4466 0 0,-5-9 2260 0 0</inkml:trace>
</inkml:ink>
</file>

<file path=ppt/ink/ink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53.7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 1376 0 0,'41'88'5951'0'0,"17"34"-2273"0"0,-57-120-3712 0 0,1 1 1 0 0,-1-1-1 0 0,0 1 1 0 0,1-1-1 0 0,-1 0 0 0 0,1 0 1 0 0,0 0-1 0 0,0 0 1 0 0,0 0-1 0 0,0 0 1 0 0,0-1-1 0 0,0 1 0 0 0,0 0 1 0 0,0-1-1 0 0,1 0 1 0 0,3 2-1 0 0,-4-3-168 0 0,0 0 0 0 0,0 0 0 0 0,0 0-1 0 0,0 0 1 0 0,0-1 0 0 0,0 1 0 0 0,0 0 0 0 0,-1-1 0 0 0,1 0 0 0 0,0 1 0 0 0,0-1 0 0 0,0 0-1 0 0,0 0 1 0 0,-1 0 0 0 0,1 0 0 0 0,-1-1 0 0 0,1 1 0 0 0,0 0 0 0 0,-1-1 0 0 0,0 1-1 0 0,1 0 1 0 0,0-3 0 0 0,9-10-238 0 0,0 0 0 0 0,-1-1-1 0 0,-1 0 1 0 0,11-25 0 0 0,-14 27 976 0 0,0 0 0 0 0,1 1 0 0 0,0 0 0 0 0,1 0 0 0 0,0 1 0 0 0,0 0 0 0 0,2 0 0 0 0,15-14 0 0 0,-24 24-441 0 0,0 0-1 0 0,0 0 0 0 0,0 0 0 0 0,0 0 1 0 0,0 0-1 0 0,0 1 0 0 0,1-1 0 0 0,-1 0 1 0 0,0 1-1 0 0,0-1 0 0 0,1 1 0 0 0,-1-1 1 0 0,0 1-1 0 0,1-1 0 0 0,-1 1 0 0 0,1 0 0 0 0,-1 0 1 0 0,0 0-1 0 0,1 0 0 0 0,-1 0 0 0 0,1 0 1 0 0,-1 0-1 0 0,0 0 0 0 0,1 1 0 0 0,-1-1 1 0 0,0 0-1 0 0,1 1 0 0 0,-1-1 0 0 0,0 1 1 0 0,1 0-1 0 0,-1-1 0 0 0,0 1 0 0 0,0 0 0 0 0,0 0 1 0 0,0 0-1 0 0,1 0 0 0 0,-1-1 0 0 0,-1 2 1 0 0,1-1-1 0 0,0 0 0 0 0,0 0 0 0 0,0 0 1 0 0,0 0-1 0 0,0 3 0 0 0,4 6 101 0 0,-1 0-1 0 0,0 0 1 0 0,-1 1-1 0 0,3 19 1 0 0,-2-14-294 0 0,7 34-919 0 0,-3-26-101 0 0</inkml:trace>
</inkml:ink>
</file>

<file path=ppt/ink/ink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54.0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67 61 3225 0 0,'3'-15'215'0'0,"3"-31"2281"0"0,-13 61 3015 0 0,-1 0-4115 0 0,3-3-686 0 0,-38 112 2585 0 0,40-111-3284 0 0,0-1 0 0 0,0 1 0 0 0,2-1 0 0 0,-1 1 0 0 0,2 0 0 0 0,-1-1 1 0 0,2 1-1 0 0,2 14 0 0 0,1-10-1010 0 0,-4-18 970 0 0,0 1 0 0 0,0 0 0 0 0,0 0 0 0 0,0 0 0 0 0,0 0 0 0 0,0 0 0 0 0,0 0 0 0 0,0 0 0 0 0,0 0 0 0 0,0 0 0 0 0,0 0 0 0 0,0 0 0 0 0,0-1 0 0 0,0 1 0 0 0,0 0-30 0 0,8-28-5348 0 0,-6 11 5217 0 0,1-2-54 0 0,1 0 0 0 0,10-26-1 0 0,-12 39 367 0 0,1 0-1 0 0,-1 0 0 0 0,1 1 0 0 0,0-1 0 0 0,1 0 0 0 0,-1 1 0 0 0,1 0 0 0 0,0 0 0 0 0,0 0 0 0 0,1 0 0 0 0,5-3 0 0 0,-9 6-44 0 0,0 1 0 0 0,1 1 0 0 0,-1-1 1 0 0,0 0-1 0 0,1 0 0 0 0,-1 0 0 0 0,1 1 0 0 0,-1-1 0 0 0,1 1 0 0 0,0-1 0 0 0,-1 1 0 0 0,1 0 0 0 0,-1-1 0 0 0,1 1 0 0 0,0 0 0 0 0,-1 0 0 0 0,1 0 0 0 0,0 0 0 0 0,-1 1 0 0 0,1-1 1 0 0,0 0-1 0 0,-1 1 0 0 0,3 0 0 0 0,-2 1 63 0 0,1-1 1 0 0,-1 1-1 0 0,1 0 1 0 0,-1 0-1 0 0,0 0 1 0 0,0 0-1 0 0,0 0 0 0 0,0 1 1 0 0,0-1-1 0 0,0 0 1 0 0,2 6-1 0 0,3 6 472 0 0,-1 0 1 0 0,-1 0-1 0 0,7 28 0 0 0,-12-40-553 0 0,17 72 626 0 0,-3 0 1 0 0,6 101 0 0 0,-18-124-352 0 0,-2 0 0 0 0,-2-1 0 0 0,-3 1 0 0 0,-15 72 0 0 0,11-91-785 0 0,-1 0-1 0 0,-20 44 0 0 0,10-33-6322 0 0</inkml:trace>
</inkml:ink>
</file>

<file path=ppt/ink/ink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1:03.02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490 231 4609 0 0,'-4'-2'269'0'0,"1"0"1"0"0,0 0-1 0 0,0 0 1 0 0,0 0-1 0 0,0 0 1 0 0,0-1-1 0 0,-4-5 1 0 0,-7-4 337 0 0,4 4-221 0 0,0 1 0 0 0,-1 0-1 0 0,0 1 1 0 0,0 0-1 0 0,0 1 1 0 0,-1 0 0 0 0,0 1-1 0 0,0 0 1 0 0,0 1 0 0 0,-15-2-1 0 0,19 4-180 0 0,-1 1 1 0 0,0 0-1 0 0,0 0 0 0 0,0 1 1 0 0,0 0-1 0 0,1 1 0 0 0,-1 0 1 0 0,0 0-1 0 0,1 1 0 0 0,0 0 1 0 0,0 0-1 0 0,-1 1 0 0 0,2 0 1 0 0,-1 0-1 0 0,-9 8 0 0 0,3-1-70 0 0,1 0 0 0 0,1 1 0 0 0,0 0 0 0 0,0 0-1 0 0,2 1 1 0 0,-1 1 0 0 0,2 0 0 0 0,0 1 0 0 0,0-1 0 0 0,2 2-1 0 0,-1-1 1 0 0,2 1 0 0 0,0 0 0 0 0,1 0 0 0 0,-3 22 0 0 0,3-8-86 0 0,1 1 0 0 0,2 0 1 0 0,1 0-1 0 0,1 0 1 0 0,2 0-1 0 0,1-1 0 0 0,11 49 1 0 0,35 110 294 0 0,-40-164-292 0 0,0-1 0 0 0,1 0 0 0 0,2-1 0 0 0,0 0 0 0 0,24 32 0 0 0,-30-48-86 0 0,0 0-1 0 0,1-1 1 0 0,0 0 0 0 0,1 0 0 0 0,-1 0-1 0 0,1-1 1 0 0,0 0 0 0 0,1-1 0 0 0,-1 1 0 0 0,1-2-1 0 0,-1 1 1 0 0,1-1 0 0 0,0-1 0 0 0,1 1-1 0 0,-1-2 1 0 0,0 1 0 0 0,0-1 0 0 0,1-1-1 0 0,-1 1 1 0 0,1-2 0 0 0,10-1 0 0 0,1 0-62 0 0,0-1 1 0 0,0-1-1 0 0,-1-1 1 0 0,0-1-1 0 0,0-1 1 0 0,0-1-1 0 0,-1 0 1 0 0,28-17 0 0 0,-32 15 23 0 0,-1 0 1 0 0,0-1-1 0 0,0 0 1 0 0,-1-1-1 0 0,-1-1 1 0 0,0 0-1 0 0,-1-1 1 0 0,0 0-1 0 0,13-24 1 0 0,-12 16 114 0 0,-1-1 1 0 0,-1-1 0 0 0,-1 0 0 0 0,-1 0 0 0 0,-1-1-1 0 0,4-27 1 0 0,-5 11 255 0 0,-3-1-1 0 0,-1 0 1 0 0,-2 1 0 0 0,-1-1-1 0 0,-3 0 1 0 0,-1 1-1 0 0,-21-79 1 0 0,19 95-68 0 0,-1 1 0 0 0,-2-1 1 0 0,0 1-1 0 0,-1 1 0 0 0,-2 0 0 0 0,0 1 1 0 0,-31-40-1 0 0,36 53-162 0 0,-1 0 1 0 0,0 0 0 0 0,0 1-1 0 0,-1 0 1 0 0,0 0 0 0 0,-1 1-1 0 0,1 0 1 0 0,-1 1-1 0 0,-1 0 1 0 0,1 1 0 0 0,-1 1-1 0 0,0-1 1 0 0,0 2 0 0 0,0 0-1 0 0,-1 0 1 0 0,1 1-1 0 0,-1 1 1 0 0,-15-1 0 0 0,-11 5-319 0 0,1 1 0 0 0,-1 1 0 0 0,1 3 0 0 0,0 1 0 0 0,1 2 0 0 0,-55 23 0 0 0,67-23-661 0 0</inkml:trace>
</inkml:ink>
</file>

<file path=ppt/ink/ink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1:04.33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385 184 3225 0 0,'-1'-3'249'0'0,"-1"0"1"0"0,0 1 0 0 0,1-1 0 0 0,-1 1-1 0 0,0-1 1 0 0,-1 1 0 0 0,1-1 0 0 0,0 1-1 0 0,0 0 1 0 0,-1 0 0 0 0,0 0 0 0 0,1 0-1 0 0,-1 1 1 0 0,0-1 0 0 0,0 1 0 0 0,0 0-1 0 0,0-1 1 0 0,0 1 0 0 0,-4-1 0 0 0,0 1 257 0 0,-1-1 1 0 0,1 1 0 0 0,0 0-1 0 0,0 0 1 0 0,0 1 0 0 0,0 0 0 0 0,-12 1-1 0 0,10 0-242 0 0,1 2-1 0 0,-1-1 1 0 0,1 1-1 0 0,0 0 1 0 0,0 0-1 0 0,0 1 1 0 0,0 0-1 0 0,1 1 1 0 0,0-1-1 0 0,-1 2 1 0 0,2-1-1 0 0,-1 1 1 0 0,1 0-1 0 0,0 0 1 0 0,0 1-1 0 0,0-1 0 0 0,-4 9 1 0 0,-6 11-145 0 0,2 0 0 0 0,0 2 1 0 0,-14 44-1 0 0,5-15 137 0 0,17-41-239 0 0,-1-1 1 0 0,2 2-1 0 0,0-1 0 0 0,1 1 1 0 0,-2 21-1 0 0,5-30-7 0 0,1 1-1 0 0,0-1 0 0 0,1 0 1 0 0,0 1-1 0 0,0-1 0 0 0,1 0 1 0 0,0 0-1 0 0,0 0 1 0 0,1 0-1 0 0,0 0 0 0 0,0 0 1 0 0,8 12-1 0 0,7 9-65 0 0,2-1 0 0 0,1-1 0 0 0,37 39 0 0 0,-43-51-62 0 0,0-1 1 0 0,1-1-1 0 0,1 0 1 0 0,0-1-1 0 0,1-1 1 0 0,0-1-1 0 0,22 10 1 0 0,-27-16 28 0 0,0 0-1 0 0,0 0 1 0 0,1-1 0 0 0,0-1 0 0 0,-1 0-1 0 0,1-1 1 0 0,0 0 0 0 0,0-1-1 0 0,0-1 1 0 0,0 0 0 0 0,0-1 0 0 0,-1-1-1 0 0,27-7 1 0 0,-28 6 119 0 0,-1-1 1 0 0,0 0-1 0 0,0 0 0 0 0,0-1 1 0 0,0-1-1 0 0,-1 0 0 0 0,0 0 1 0 0,-1-1-1 0 0,0 0 0 0 0,0 0 1 0 0,0-1-1 0 0,-1 0 0 0 0,-1-1 0 0 0,1 0 1 0 0,10-21-1 0 0,-8 9 251 0 0,-1-1-1 0 0,-2 0 0 0 0,0 0 1 0 0,-1-1-1 0 0,-1 0 1 0 0,-2 0-1 0 0,0 0 1 0 0,-2 0-1 0 0,0-1 1 0 0,-4-28-1 0 0,-1 10 167 0 0,-3 0-1 0 0,-1 0 1 0 0,-2 0 0 0 0,-28-73 0 0 0,32 101-371 0 0,-1-1 1 0 0,0 1 0 0 0,-2 0 0 0 0,1 1 0 0 0,-2 0 0 0 0,0 1-1 0 0,0-1 1 0 0,-2 2 0 0 0,1 0 0 0 0,-27-21 0 0 0,30 27-84 0 0,0 1 1 0 0,-1 0-1 0 0,1 0 1 0 0,-1 1-1 0 0,0 0 1 0 0,-1 0-1 0 0,1 1 1 0 0,0 1-1 0 0,-1-1 1 0 0,0 2-1 0 0,1-1 0 0 0,-1 1 1 0 0,0 1-1 0 0,0 0 1 0 0,0 0-1 0 0,1 1 1 0 0,-1 0-1 0 0,0 0 1 0 0,1 1-1 0 0,-12 4 1 0 0,10-2-280 0 0,1 0 1 0 0,-1 1 0 0 0,1 0-1 0 0,0 1 1 0 0,0 0 0 0 0,1 1-1 0 0,0 0 1 0 0,0 0-1 0 0,0 1 1 0 0,1 0 0 0 0,0 0-1 0 0,-11 16 1 0 0,-6 19-6501 0 0</inkml:trace>
</inkml:ink>
</file>

<file path=ppt/ink/ink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48.0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35 363 3681 0 0,'-5'-5'384'0'0,"2"0"1"0"0,-1-1 0 0 0,0 0-1 0 0,1 0 1 0 0,0 0 0 0 0,1 0-1 0 0,-1 0 1 0 0,1 0 0 0 0,0-1-1 0 0,1 1 1 0 0,-2-12-1 0 0,3 17-337 0 0,0 1 0 0 0,0 0-1 0 0,0-1 1 0 0,0 1-1 0 0,1 0 1 0 0,-1-1 0 0 0,0 1-1 0 0,0 0 1 0 0,0-1-1 0 0,0 1 1 0 0,0 0-1 0 0,1-1 1 0 0,-1 1 0 0 0,0 0-1 0 0,0-1 1 0 0,0 1-1 0 0,1 0 1 0 0,-1 0-1 0 0,0-1 1 0 0,1 1 0 0 0,-1 0-1 0 0,0 0 1 0 0,0 0-1 0 0,1-1 1 0 0,-1 1 0 0 0,0 0-1 0 0,1 0 1 0 0,-1 0-1 0 0,0 0 1 0 0,1 0-1 0 0,-1 0 1 0 0,1 0 0 0 0,-1 0-1 0 0,0 0 1 0 0,1 0-1 0 0,-1 0 1 0 0,0 0 0 0 0,1 0-1 0 0,-1 0 1 0 0,0 0-1 0 0,1 0 1 0 0,-1 0-1 0 0,0 0 1 0 0,1 0 0 0 0,-1 0-1 0 0,0 1 1 0 0,1-1-1 0 0,-1 0 1 0 0,0 0-1 0 0,1 0 1 0 0,-1 1 0 0 0,0-1-1 0 0,0 0 1 0 0,1 0-1 0 0,-1 1 1 0 0,0-1 0 0 0,1 1-1 0 0,18 13 887 0 0,22 22-329 0 0,0-2 1 0 0,3-1 0 0 0,74 42 0 0 0,-94-63-575 0 0,0 0 1 0 0,1-1 0 0 0,0-1 0 0 0,0-1 0 0 0,1-2 0 0 0,0-1-1 0 0,1 0 1 0 0,-1-2 0 0 0,34 1 0 0 0,-56-5 16 0 0,0 0 0 0 0,0 0 0 0 0,0-1 0 0 0,0 1 0 0 0,0-1 0 0 0,0 0 0 0 0,0 0 0 0 0,0 0 0 0 0,0-1 0 0 0,0 1 0 0 0,-1-1 0 0 0,1 0 1 0 0,-1 0-1 0 0,1 0 0 0 0,-1 0 0 0 0,0-1 0 0 0,0 0 0 0 0,0 1 0 0 0,0-1 0 0 0,0 0 0 0 0,3-5 0 0 0,-3 2 118 0 0,1-1 0 0 0,-1 0 0 0 0,0 0 0 0 0,-1 0 0 0 0,1 0 0 0 0,-1 0 0 0 0,-1 0 0 0 0,1-1 0 0 0,-1 1 0 0 0,0-14 0 0 0,-2-1 60 0 0,0 1 1 0 0,0 0 0 0 0,-2 0-1 0 0,-9-30 1 0 0,-30-81 24 0 0,2 12-2510 0 0,32 89-3764 0 0</inkml:trace>
</inkml:ink>
</file>

<file path=ppt/ink/ink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48.4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10594 0 0,'2'48'1914'0'0,"3"0"0"0"0,11 52-1 0 0,-9-77-1667 0 0,-5-20-319 0 0,0 1 1 0 0,-1-1 0 0 0,0 1 0 0 0,0 0-1 0 0,0-1 1 0 0,0 1 0 0 0,-1 0 0 0 0,1-1-1 0 0,-1 1 1 0 0,0 7 0 0 0</inkml:trace>
</inkml:ink>
</file>

<file path=ppt/ink/ink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48.8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3681 0 0,'29'1'1045'0'0,"-20"3"-1092"0"0,1 1 0 0 0,0 0-1 0 0,-1 1 1 0 0,0 0-1 0 0,0 0 1 0 0,-1 1 0 0 0,0 0-1 0 0,0 1 1 0 0,-1 0-1 0 0,9 11 1 0 0,-8-8-13 0 0</inkml:trace>
</inkml:ink>
</file>

<file path=ppt/ink/ink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49.1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0 128 456 0 0,'6'5'287'0'0,"0"0"-1"0"0,-1 0 1 0 0,0 1 0 0 0,0-1-1 0 0,0 1 1 0 0,-1 0-1 0 0,0 0 1 0 0,0 0 0 0 0,-1 1-1 0 0,1 0 1 0 0,3 11 0 0 0,4 5 258 0 0,-3-6-92 0 0,-5-10-217 0 0,0 0-1 0 0,0 0 1 0 0,1 0 0 0 0,0-1 0 0 0,0 1-1 0 0,0-1 1 0 0,1 0 0 0 0,0 0-1 0 0,0-1 1 0 0,7 6 0 0 0,-18-42 1175 0 0,2 8-805 0 0,-11-96 1393 0 0,14 106-1823 0 0,1-1-1 0 0,0 0 1 0 0,1 1-1 0 0,1-1 1 0 0,0 1-1 0 0,5-20 1 0 0,-6 31-131 0 0,0 0-1 0 0,-1-1 1 0 0,1 1 0 0 0,0 0-1 0 0,0 0 1 0 0,0 0 0 0 0,0 0 0 0 0,1 0-1 0 0,-1 0 1 0 0,0 1 0 0 0,1-1-1 0 0,-1 0 1 0 0,1 1 0 0 0,0-1-1 0 0,0 1 1 0 0,-1-1 0 0 0,1 1-1 0 0,0 0 1 0 0,4-2 0 0 0,-4 3-4 0 0,-1 0-1 0 0,1 0 1 0 0,0 0 0 0 0,-1 0 0 0 0,1 0 0 0 0,-1 0 0 0 0,1 1 0 0 0,0-1 0 0 0,-1 0-1 0 0,1 1 1 0 0,-1 0 0 0 0,1-1 0 0 0,-1 1 0 0 0,1 0 0 0 0,-1 0 0 0 0,0-1 0 0 0,1 1 0 0 0,-1 0-1 0 0,0 0 1 0 0,0 1 0 0 0,0-1 0 0 0,0 0 0 0 0,0 0 0 0 0,0 1 0 0 0,0-1 0 0 0,0 0-1 0 0,0 1 1 0 0,1 1 0 0 0,11 22 84 0 0,21 50 0 0 0,-22-45-1248 0 0,18 30 1 0 0,-16-37-3556 0 0</inkml:trace>
</inkml:ink>
</file>

<file path=ppt/ink/ink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36.4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68 29 9218 0 0,'-9'-9'750'0'0,"7"7"-749"0"0,1 0-1 0 0,-1 0 1 0 0,0 0-1 0 0,0 0 1 0 0,0 0-1 0 0,-1 0 1 0 0,1 1 0 0 0,0-1-1 0 0,-4-1 1 0 0,-3 8-634 0 0,2 14 178 0 0,-1 33 1115 0 0,2-1 1 0 0,2 0 0 0 0,3 58-1 0 0,21 157 1659 0 0,-12-181-2227 0 0,49 437 621 0 0,17 224-522 0 0,-38 165 3046 0 0,-20-412-979 0 0,-14-467-2159 0 0,0 123 138 0 0,-3-131-243 0 0,-1 0 1 0 0,-2-1-1 0 0,0 1 0 0 0,-10 31 1 0 0,9-44-491 0 0,1-10-223 0 0,-1-19-1082 0 0,2-33-1107 0 0,3 21 1357 0 0</inkml:trace>
</inkml:ink>
</file>

<file path=ppt/ink/ink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37.4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10 1376 0 0,'-17'-9'1416'0'0,"17"9"-1394"0"0,0 0 0 0 0,0 0 0 0 0,0 0 0 0 0,0 0 1 0 0,0 0-1 0 0,0-1 0 0 0,0 1 0 0 0,0 0 0 0 0,0 0 0 0 0,0 0 0 0 0,-1 0 0 0 0,1 0 0 0 0,0 0 0 0 0,0 0 0 0 0,0 0 0 0 0,0 0 0 0 0,0 0 0 0 0,0 0 0 0 0,0 0 1 0 0,0 0-1 0 0,0 0 0 0 0,-1 0 0 0 0,1 0 0 0 0,0 1 0 0 0,0-1 0 0 0,0 0 0 0 0,0 0 0 0 0,0 0 0 0 0,0 0 0 0 0,0 0 0 0 0,0 0 0 0 0,0 0 0 0 0,0 0 0 0 0,0 0 1 0 0,0 0-1 0 0,-1 0 0 0 0,1 0 0 0 0,0 0 0 0 0,0 0 0 0 0,0 1 0 0 0,0-1 0 0 0,0 0 0 0 0,0 0 0 0 0,0 0 0 0 0,0 0 0 0 0,0 0 0 0 0,0 0 0 0 0,0 0 0 0 0,0 0 1 0 0,0 0-1 0 0,0 0 0 0 0,0 1 0 0 0,0-1 0 0 0,0 0 0 0 0,0 0 0 0 0,0 0 0 0 0,0 0 0 0 0,0 0 0 0 0,0 0 0 0 0,0 0 0 0 0,0 0 0 0 0,0 0 0 0 0,0 1 0 0 0,0-1 1 0 0,1 0-1 0 0,-1 0 0 0 0,17 26 2234 0 0,-4-7-1994 0 0,-3-2 231 0 0,0 0-1 0 0,2 0 0 0 0,0-1 0 0 0,1 0 0 0 0,0-1 0 0 0,1 0 0 0 0,1-2 0 0 0,1 1 0 0 0,0-2 1 0 0,21 13-1 0 0,3-3-5 0 0,0-2-1 0 0,1-2 1 0 0,45 13 0 0 0,135 30 649 0 0,-113-33-776 0 0,-44-10-296 0 0,217 62 475 0 0,-197-51-318 0 0,105 50 1 0 0,142 103-228 0 0,-189-99-23 0 0,182 77 0 0 0,-183-104 25 0 0,1 0 250 0 0,153 84 0 0 0,-161-66-89 0 0,169 99 144 0 0,-246-146-140 0 0,-46-23-35 0 0,0 0 1 0 0,-1 1-1 0 0,0 1 1 0 0,0-1-1 0 0,0 1 1 0 0,17 15-1 0 0,-26-20-111 0 0,-1 0 0 0 0,1-1 1 0 0,0 1-1 0 0,-1 0 0 0 0,1 0 0 0 0,0 0 0 0 0,-1 0 1 0 0,1 0-1 0 0,-1 0 0 0 0,1 0 0 0 0,-1 0 0 0 0,0 0 0 0 0,1 0 1 0 0,-1 0-1 0 0,0 1 0 0 0,0-1 0 0 0,0 0 0 0 0,0 0 1 0 0,0 0-1 0 0,0 0 0 0 0,0 0 0 0 0,0 0 0 0 0,0 1 1 0 0,0-1-1 0 0,-1 0 0 0 0,1 0 0 0 0,0 0 0 0 0,-1 0 0 0 0,1 0 1 0 0,-1 0-1 0 0,1 0 0 0 0,-1 0 0 0 0,0 0 0 0 0,1 0 1 0 0,-1 0-1 0 0,0-1 0 0 0,0 1 0 0 0,0 0 0 0 0,1 0 1 0 0,-1-1-1 0 0,0 1 0 0 0,-2 1 0 0 0,-7 4 177 0 0,0 1-1 0 0,0-1 0 0 0,-17 7 1 0 0,5-2-75 0 0,-197 108-87 0 0,-94 61-844 0 0,128-42 588 0 0,-105 66 168 0 0,-71 35-676 0 0,14 21 402 0 0,208-154 421 0 0,-386 306-324 0 0,349-251 1121 0 0,14-13-76 0 0,142-128-1246 0 0,-16 13-1326 0 0,34-31 1204 0 0,0-1 0 0 0,1 0 0 0 0,-1 0 0 0 0,0 0 0 0 0,0-1 0 0 0,0 1 0 0 0,0 0 0 0 0,0-1 0 0 0,0 1 0 0 0,0-1 0 0 0,-2 1 0 0 0</inkml:trace>
</inkml:ink>
</file>

<file path=ppt/ink/ink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38.8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 65 1840 0 0,'-27'7'3148'0'0,"27"-7"-3038"0"0,-1 0 0 0 0,1 0 0 0 0,-1 0 1 0 0,1 1-1 0 0,-1-1 0 0 0,1 0 0 0 0,-1 0 1 0 0,1 0-1 0 0,0 0 0 0 0,-1 0 0 0 0,1 1 0 0 0,-1-1 1 0 0,1 0-1 0 0,0 0 0 0 0,-1 1 0 0 0,1-1 0 0 0,0 0 1 0 0,-1 1-1 0 0,1-1 0 0 0,0 0 0 0 0,-1 1 1 0 0,1-1-1 0 0,0 0 0 0 0,0 1 0 0 0,0-1 0 0 0,-1 1 1 0 0,1-1-1 0 0,0 0 0 0 0,0 1 0 0 0,0-1 0 0 0,0 1 1 0 0,0-1-1 0 0,0 1 0 0 0,0-1 0 0 0,0 1 0 0 0,0-1 1 0 0,0 1-1 0 0,0-1 0 0 0,0 0 0 0 0,0 1 1 0 0,0-1-1 0 0,0 1 0 0 0,0-1 0 0 0,0 1 0 0 0,1-1 1 0 0,-1 0-1 0 0,0 1 0 0 0,0-1 0 0 0,0 1 0 0 0,1-1 1 0 0,-1 0-1 0 0,0 1 0 0 0,1-1 0 0 0,-1 0 0 0 0,1 1 1 0 0,1 1 59 0 0,1-1-1 0 0,-1 0 1 0 0,1 0 0 0 0,-1 0 0 0 0,1 0 0 0 0,-1 0-1 0 0,1-1 1 0 0,0 1 0 0 0,-1-1 0 0 0,1 0 0 0 0,0 0 0 0 0,-1 0-1 0 0,1 0 1 0 0,3 0 0 0 0,42-8 436 0 0,-38 5-333 0 0,141-36 2314 0 0,-57 14-2702 0 0,1 4-5287 0 0,-69 17 379 0 0</inkml:trace>
</inkml:ink>
</file>

<file path=ppt/ink/ink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39.3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65 6913 0 0,'15'-1'744'0'0,"0"-1"-1"0"0,0 0 0 0 0,22-7 0 0 0,11-2 1071 0 0,239-23-15 0 0,-255 30-3171 0 0,-18 3 303 0 0</inkml:trace>
</inkml:ink>
</file>

<file path=ppt/ink/ink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39.6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108 1 6913 0 0,'-2'0'168'0'0,"0"1"0"0"0,0-1-1 0 0,0 1 1 0 0,0-1-1 0 0,0 1 1 0 0,0 0-1 0 0,0 0 1 0 0,1 0 0 0 0,-1 0-1 0 0,0 0 1 0 0,0 1-1 0 0,1-1 1 0 0,-1 0-1 0 0,1 1 1 0 0,-1-1-1 0 0,1 1 1 0 0,0-1 0 0 0,0 1-1 0 0,-1 0 1 0 0,1 0-1 0 0,0-1 1 0 0,1 1-1 0 0,-1 0 1 0 0,0 0 0 0 0,-1 4-1 0 0,-2 7 899 0 0,0 1-1 0 0,-3 22 1 0 0,5-24-803 0 0,-29 159 2420 0 0,22-105-2835 0 0,-2 128 0 0 0,13-155-484 0 0,1-3-162 0 0</inkml:trace>
</inkml:ink>
</file>

<file path=ppt/ink/ink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46.0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81 1 3057 0 0,'1'1'237'0'0,"-1"-1"-149"0"0,-4 1-87 0 0,-1 0-1 0 0,1 1 0 0 0,-1-1 1 0 0,1 1-1 0 0,0 0 1 0 0,-1 0-1 0 0,1 0 1 0 0,0 0-1 0 0,1 1 1 0 0,-1 0-1 0 0,0-1 1 0 0,1 2-1 0 0,-1-1 1 0 0,1 0-1 0 0,0 1 0 0 0,0-1 1 0 0,0 1-1 0 0,1 0 1 0 0,-1 0-1 0 0,1 0 1 0 0,0 0-1 0 0,-1 5 1 0 0,2-6-1 0 0</inkml:trace>
</inkml:ink>
</file>

<file path=ppt/ink/ink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46.3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92 76 3225 0 0,'-1'-1'62'0'0,"0"0"1"0"0,-1 1 0 0 0,1-1-1 0 0,-1 1 1 0 0,1-1 0 0 0,-1 1-1 0 0,1 0 1 0 0,-1 0-1 0 0,0 0 1 0 0,1 0 0 0 0,-1 0-1 0 0,1 0 1 0 0,-1 0 0 0 0,1 0-1 0 0,-1 1 1 0 0,1-1 0 0 0,-1 0-1 0 0,-2 2 1 0 0,2 0 78 0 0,0 0 0 0 0,0 0 0 0 0,0 0 0 0 0,0 0 0 0 0,1 0 0 0 0,-1 1 0 0 0,1-1 0 0 0,-1 1 0 0 0,-1 4 0 0 0,-5 12 141 0 0,1-1 0 0 0,0 1 0 0 0,2 0 0 0 0,0 0 0 0 0,1 1-1 0 0,1-1 1 0 0,1 1 0 0 0,1 0 0 0 0,2 29 0 0 0,1-16 59 0 0,2 0 1 0 0,1-1-1 0 0,2 1 1 0 0,20 59 0 0 0,-21-78-217 0 0,0-1 1 0 0,1 1 0 0 0,0-1 0 0 0,1 0 0 0 0,1-1 0 0 0,0 0 0 0 0,0 0 0 0 0,12 10-1 0 0,-12-14-66 0 0,-1 0-1 0 0,1-1 1 0 0,0 0-1 0 0,1 0 1 0 0,0-1-1 0 0,0 0 1 0 0,0-1 0 0 0,1 0-1 0 0,-1-1 1 0 0,1 0-1 0 0,12 2 1 0 0,-19-5-45 0 0,0 0 1 0 0,0-1-1 0 0,0 0 1 0 0,-1 1 0 0 0,1-2-1 0 0,0 1 1 0 0,0 0-1 0 0,0-1 1 0 0,0 0-1 0 0,0 0 1 0 0,-1 0 0 0 0,1 0-1 0 0,0 0 1 0 0,-1-1-1 0 0,1 0 1 0 0,5-3-1 0 0,-4 1 13 0 0,0-1-1 0 0,1 1 1 0 0,-1-1-1 0 0,-1 0 0 0 0,1 0 1 0 0,-1-1-1 0 0,0 1 1 0 0,6-12-1 0 0,-2 1 82 0 0,-1-1 0 0 0,-1 1-1 0 0,0-1 1 0 0,-1 0 0 0 0,-1-1 0 0 0,3-28 0 0 0,-6 18 59 0 0,-1-1 0 0 0,-1 1 0 0 0,-1-1 0 0 0,-1 1 0 0 0,-2 0 0 0 0,-1 0 0 0 0,-1 0 0 0 0,-2 1 0 0 0,0 0 0 0 0,-2 0 0 0 0,-1 1-1 0 0,-1 1 1 0 0,-1 0 0 0 0,-25-33 0 0 0,32 50-382 0 0,0-1 0 0 0,-1 1 0 0 0,0 0 0 0 0,0 1 1 0 0,-1 0-1 0 0,0 0 0 0 0,0 1 0 0 0,-1 0 0 0 0,-12-6 0 0 0,-2 3-4805 0 0</inkml:trace>
</inkml:ink>
</file>

<file path=ppt/ink/ink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47.0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139 294 3225 0 0,'-3'0'-44'0'0,"0"0"0"0"0,1 0 1 0 0,-1 0-1 0 0,0 1 0 0 0,1-1 1 0 0,-1 0-1 0 0,1 1 0 0 0,-1 0 1 0 0,0 0-1 0 0,1 0 0 0 0,0 0 1 0 0,-1 0-1 0 0,1 0 0 0 0,0 0 1 0 0,-1 1-1 0 0,-1 1 0 0 0,-42 35 1344 0 0,25-20-384 0 0,15-13-610 0 0,-14 11 1290 0 0,20-16-1562 0 0,0 0 0 0 0,1-1 1 0 0,-1 1-1 0 0,0 0 0 0 0,0 0 1 0 0,0 0-1 0 0,1 0 0 0 0,-1 0 1 0 0,0 0-1 0 0,0 0 0 0 0,1 0 1 0 0,-1 0-1 0 0,0 0 0 0 0,0 0 1 0 0,1 0-1 0 0,-1 0 0 0 0,0 0 1 0 0,0 0-1 0 0,1 0 0 0 0,-1 0 1 0 0,0 1-1 0 0,0-1 0 0 0,1 0 1 0 0,-1 0-1 0 0,0 0 0 0 0,0 0 1 0 0,0 0-1 0 0,1 0 0 0 0,-1 1 1 0 0,0-1-1 0 0,0 0 0 0 0,0 0 1 0 0,0 0-1 0 0,1 1 0 0 0,-1-1 1 0 0,0 0-1 0 0,0 0 0 0 0,0 0 1 0 0,0 1-1 0 0,0-1 0 0 0,0 0 1 0 0,0 0-1 0 0,0 1 0 0 0,0-1 1 0 0,0 0-1 0 0,0 0 0 0 0,0 1 1 0 0,0-1-1 0 0,0 0 0 0 0,0 0 1 0 0,0 1-1 0 0,0-1 0 0 0,0 0 1 0 0,0 0-1 0 0,0 1 1 0 0,0-1-1 0 0,0 0 0 0 0,0 0 1 0 0,0 0-1 0 0,0 1 0 0 0,-1-1 1 0 0,1 0-1 0 0,0 0 0 0 0,0 0 1 0 0,0 1-1 0 0,28-1 1375 0 0,11 1 178 0 0,1-3 0 0 0,59-8-1 0 0,106-28-1086 0 0,559-112 2345 0 0,-587 120-2845 0 0,233-9 0 0 0,-280 29 0 0 0,137-21 277 0 0,-208 20-178 0 0,0-2-1 0 0,82-31 1 0 0,-133 40-343 0 0,0 2 0 0 0,0-1 0 0 0,0 1 0 0 0,0 0 0 0 0,0 1 0 0 0,15-1 0 0 0,-19 2-242 0 0,-1 0-1 0 0,0 1 1 0 0,1-1 0 0 0,-1 1-1 0 0,0 0 1 0 0,1 0-1 0 0,-1 0 1 0 0,0 0 0 0 0,0 0-1 0 0,0 1 1 0 0,0 0 0 0 0,0-1-1 0 0,0 1 1 0 0,-1 0-1 0 0,1 0 1 0 0,-1 1 0 0 0,1-1-1 0 0,-1 0 1 0 0,3 5 0 0 0,1 1-2423 0 0</inkml:trace>
</inkml:ink>
</file>

<file path=ppt/ink/ink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52.2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23 116 3225 0 0,'-22'-115'3472'0'0,"35"159"-1624"0"0,-2 0-1 0 0,5 49 0 0 0,5 101-922 0 0,2 12-125 0 0,18 26-445 0 0,21 169-4760 0 0,-62-398 4401 0 0,0-2 8 0 0,1 0 0 0 0,-1 1 0 0 0,0-1 0 0 0,0 0 0 0 0,0 0 0 0 0,1 0 0 0 0,-1 1 0 0 0,0-1 0 0 0,0 0 0 0 0,-1 0 0 0 0,1 1 0 0 0,0-1 0 0 0,0 0 0 0 0,-1 0 0 0 0,1 0 0 0 0,0 0 0 0 0,-1 1 0 0 0,1-1 0 0 0,-1 0 0 0 0,-1 2 0 0 0,-1-6-4 0 0</inkml:trace>
</inkml:ink>
</file>

<file path=ppt/ink/ink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52.87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35 3225 0 0,'0'0'240'0'0,"4"-1"-131"0"0,0 1-1 0 0,0 0 1 0 0,0 0 0 0 0,0 0 0 0 0,1 0-1 0 0,5 2 1 0 0,17 3 493 0 0,-1 0 0 0 0,0-1 1 0 0,1-2-1 0 0,0 0 0 0 0,-1-2 0 0 0,1-1 0 0 0,39-7 0 0 0,26-7 308 0 0,110-5 1 0 0,-194 20-1184 0 0,25-5-3246 0 0,-22 0 456 0 0</inkml:trace>
</inkml:ink>
</file>

<file path=ppt/ink/ink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53.2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 2304 0 0,'0'-5'4970'0'0,"5"8"-4106"0"0,142 102 4124 0 0,-68-46-3560 0 0,-72-55-1458 0 0,0 0 0 0 0,0 0 1 0 0,0 0-1 0 0,1-1 0 0 0,-1 0 1 0 0,1-1-1 0 0,0 0 0 0 0,0 0 1 0 0,0 0-1 0 0,0-1 0 0 0,0 0 1 0 0,15-1-1 0 0,-11 0-1128 0 0,-1-1 0 0 0,1-1 1 0 0,-1 0-1 0 0,21-7 0 0 0,-13 4-2468 0 0</inkml:trace>
</inkml:ink>
</file>

<file path=ppt/ink/ink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53.6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107 7 4145 0 0,'0'0'31'0'0,"0"0"-1"0"0,0 0 1 0 0,0 0 0 0 0,0 0-1 0 0,0 0 1 0 0,0 0 0 0 0,0-1-1 0 0,1 1 1 0 0,-1 0-1 0 0,0 0 1 0 0,0 0 0 0 0,0 0-1 0 0,0 0 1 0 0,0-1 0 0 0,0 1-1 0 0,0 0 1 0 0,0 0 0 0 0,0 0-1 0 0,0 0 1 0 0,0-1 0 0 0,0 1-1 0 0,0 0 1 0 0,0 0 0 0 0,0 0-1 0 0,0 0 1 0 0,0 0 0 0 0,0-1-1 0 0,0 1 1 0 0,0 0 0 0 0,-1 0-1 0 0,1 0 1 0 0,0 0 0 0 0,0 0-1 0 0,0-1 1 0 0,0 1 0 0 0,0 0-1 0 0,0 0 1 0 0,0 0 0 0 0,0 0-1 0 0,-1 0 1 0 0,1 0 0 0 0,0 0-1 0 0,0-1 1 0 0,0 1 0 0 0,0 0-1 0 0,0 0 1 0 0,-1 0 0 0 0,1 0-1 0 0,0 0 1 0 0,0 0 0 0 0,0 0-1 0 0,0 0 1 0 0,-1 0 0 0 0,1 0-1 0 0,0 0 1 0 0,0 0-1 0 0,0 0 1 0 0,0 0 0 0 0,-1 0-1 0 0,1 0 1 0 0,0 0 0 0 0,0 0-1 0 0,0 0 1 0 0,-9 14 1439 0 0,-7 21 395 0 0,-24 138 455 0 0,6-26-3606 0 0,30-134-2501 0 0</inkml:trace>
</inkml:ink>
</file>

<file path=ppt/ink/ink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54.0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66 164 2761 0 0,'-5'-1'130'0'0,"1"0"1"0"0,-1 0 0 0 0,0 0-1 0 0,0 1 1 0 0,0 0 0 0 0,0 0-1 0 0,0 0 1 0 0,-5 1 0 0 0,-6 0 1853 0 0,43-25 23 0 0,-14 13-1687 0 0,1 1-1 0 0,0 0 0 0 0,1 1 1 0 0,0 1-1 0 0,0 0 0 0 0,1 1 0 0 0,-1 1 1 0 0,2 0-1 0 0,20-4 0 0 0,21-1 898 0 0,78-7-1 0 0,-108 15-1024 0 0,121-11 388 0 0,0 7 0 0 0,205 16 0 0 0,-297-1-607 0 0,0 1 1 0 0,-1 4-1 0 0,98 33 0 0 0,-149-44 0 0 0,0 0 0 0 0,1-1 0 0 0,-1 0 0 0 0,0 0 0 0 0,1 0 0 0 0,-1-1 0 0 0,1 0 0 0 0,0 0 0 0 0,8-1 0 0 0,12-7-2542 0 0</inkml:trace>
</inkml:ink>
</file>

<file path=ppt/ink/ink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54.9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3 401 3225 0 0,'-3'-6'328'0'0,"4"10"-438"0"0,8 12 683 0 0,-8-14-545 0 0,0-1 0 0 0,0 0 1 0 0,0 1-1 0 0,0-1 1 0 0,0 0-1 0 0,0 0 1 0 0,0 0-1 0 0,1 0 1 0 0,-1 0-1 0 0,0 0 1 0 0,1 0-1 0 0,-1 0 1 0 0,3 0-1 0 0,4-5 737 0 0,-1-15 283 0 0,6-89 2003 0 0,0-2-1782 0 0,-10 97-1210 0 0,0-1 0 0 0,1 0 0 0 0,1 1 0 0 0,-1 0 0 0 0,12-19 0 0 0,-15 29-58 0 0,0 1 0 0 0,0 0 0 0 0,1 0 1 0 0,-1 1-1 0 0,1-1 0 0 0,-1 0 0 0 0,1 0 0 0 0,0 1 0 0 0,2-3 1 0 0,-3 4 4 0 0,-1-1 0 0 0,1 1 1 0 0,0 0-1 0 0,-1 0 0 0 0,1-1 1 0 0,0 1-1 0 0,0 0 0 0 0,-1 0 0 0 0,1 0 1 0 0,0-1-1 0 0,0 1 0 0 0,-1 0 1 0 0,1 0-1 0 0,0 0 0 0 0,-1 0 1 0 0,1 1-1 0 0,0-1 0 0 0,0 0 1 0 0,-1 0-1 0 0,2 1 0 0 0,1 0 24 0 0,-1 1-1 0 0,0 0 1 0 0,0-1-1 0 0,0 1 0 0 0,0 0 1 0 0,0 0-1 0 0,-1 1 1 0 0,1-1-1 0 0,0 0 0 0 0,-1 1 1 0 0,0-1-1 0 0,1 0 1 0 0,0 6-1 0 0,41 109 466 0 0,4 12-233 0 0,-38-111-258 0 0,0 0 0 0 0,1-1 0 0 0,0 0 0 0 0,25 29 1 0 0,-35-45-5 0 0,1-1 0 0 0,-1 1 0 0 0,1 0 0 0 0,0-1 0 0 0,-1 1 0 0 0,1-1 0 0 0,0 1 0 0 0,-1-1 0 0 0,1 1 0 0 0,0-1 0 0 0,-1 1 0 0 0,1-1 0 0 0,0 0 0 0 0,0 1 0 0 0,0-1 0 0 0,-1 0 0 0 0,1 0 0 0 0,0 1 0 0 0,0-1 0 0 0,0 0 0 0 0,0 0 0 0 0,0 0 0 0 0,-1 0 0 0 0,1 0 0 0 0,0 0 0 0 0,1-1 0 0 0,0 0 0 0 0,0 1 0 0 0,-1-1 0 0 0,1 0 0 0 0,-1 0 0 0 0,1 0 0 0 0,-1-1 0 0 0,0 1 0 0 0,1 0 0 0 0,-1 0 0 0 0,0-1 0 0 0,0 1 0 0 0,1-3 0 0 0,5-6 0 0 0,-2 0 0 0 0,1-1 0 0 0,3-13 0 0 0,-7 18 0 0 0,15-40 39 0 0,13-70 0 0 0,4-9 315 0 0,-17 84-294 0 0,-16 40-59 0 0,-1-1 0 0 0,1 0 0 0 0,0 0 0 0 0,0 1-1 0 0,0-1 1 0 0,0 1 0 0 0,0-1 0 0 0,1 1 0 0 0,-1-1 0 0 0,0 1 0 0 0,1 0 0 0 0,-1 0 0 0 0,1 0 0 0 0,-1-1 0 0 0,1 1 0 0 0,0 1 0 0 0,-1-1 0 0 0,1 0 0 0 0,0 0 0 0 0,2 0 0 0 0,-3 1 2 0 0,0 0 0 0 0,0 1 0 0 0,0-1 0 0 0,-1 0 0 0 0,1 1 0 0 0,0-1 0 0 0,0 1 0 0 0,0-1 0 0 0,0 1 0 0 0,0-1 0 0 0,-1 1 0 0 0,1 0 0 0 0,0-1 0 0 0,-1 1 0 0 0,1 0 0 0 0,0 0 0 0 0,-1 0 0 0 0,1-1 0 0 0,-1 1 0 0 0,1 0 0 0 0,-1 0 0 0 0,0 0 0 0 0,1 1 0 0 0,9 27 142 0 0,-7-18-80 0 0,5 11-11 0 0,38 93 640 0 0,-40-103-622 0 0,1 0 0 0 0,0 0 1 0 0,0 0-1 0 0,1-1 0 0 0,1 0 1 0 0,17 17-1 0 0,-25-27-69 0 0,1 1 1 0 0,-1-1-1 0 0,0 0 0 0 0,1 0 0 0 0,-1 0 1 0 0,1 0-1 0 0,-1 0 0 0 0,1-1 1 0 0,0 1-1 0 0,-1 0 0 0 0,1-1 0 0 0,0 1 1 0 0,-1-1-1 0 0,1 0 0 0 0,0 1 1 0 0,0-1-1 0 0,0 0 0 0 0,-1 0 0 0 0,1 0 1 0 0,0 0-1 0 0,3-1 0 0 0,-2 0 10 0 0,-1 0-1 0 0,1 0 0 0 0,0-1 1 0 0,-1 1-1 0 0,1-1 1 0 0,-1 0-1 0 0,0 1 0 0 0,1-1 1 0 0,-1 0-1 0 0,0 0 0 0 0,0-1 1 0 0,2-2-1 0 0,2-4 30 0 0,1-1 0 0 0,-2 1 0 0 0,0-1-1 0 0,0-1 1 0 0,6-20 0 0 0,5-47 155 0 0,-15 64-167 0 0,1 1 0 0 0,0-1 0 0 0,1 1 0 0 0,1 0-1 0 0,0 0 1 0 0,0 0 0 0 0,2 0 0 0 0,12-22 0 0 0,-18 34-29 0 0,1 0 1 0 0,-1-1-1 0 0,1 1 1 0 0,0 0-1 0 0,0 0 1 0 0,0 0-1 0 0,-1 0 1 0 0,1 0-1 0 0,0 0 1 0 0,0 1 0 0 0,0-1-1 0 0,0 0 1 0 0,1 0-1 0 0,-1 1 1 0 0,0-1-1 0 0,0 0 1 0 0,0 1-1 0 0,1-1 1 0 0,-1 1-1 0 0,0 0 1 0 0,0-1 0 0 0,1 1-1 0 0,-1 0 1 0 0,0 0-1 0 0,1 0 1 0 0,-1 0-1 0 0,0 0 1 0 0,1 0-1 0 0,-1 0 1 0 0,0 0-1 0 0,0 1 1 0 0,1-1-1 0 0,-1 0 1 0 0,0 1 0 0 0,1-1-1 0 0,-1 1 1 0 0,0-1-1 0 0,0 1 1 0 0,0 0-1 0 0,0 0 1 0 0,0-1-1 0 0,0 1 1 0 0,0 0-1 0 0,0 0 1 0 0,0 0 0 0 0,0 0-1 0 0,0 0 1 0 0,0 0-1 0 0,-1 0 1 0 0,2 2-1 0 0,5 7 17 0 0,-1 1 0 0 0,0 0 0 0 0,-1 0 0 0 0,6 15 0 0 0,-9-19 16 0 0,15 36 81 0 0,42 93 296 0 0,-50-119-404 0 0,0-2-1 0 0,1 1 1 0 0,1-1 0 0 0,0-1 0 0 0,1 0 0 0 0,14 14 0 0 0,-6-16 237 0 0,-10-13-1139 0 0</inkml:trace>
</inkml:ink>
</file>

<file path=ppt/ink/ink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55.4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 2 368 0 0,'-3'6'505'0'0,"0"1"1"0"0,0 0-1 0 0,1-1 0 0 0,0 1 0 0 0,0 0 1 0 0,1 0-1 0 0,-2 10 0 0 0,4-16-290 0 0,0-1-1 0 0,0 1 0 0 0,-1-1 0 0 0,1 1 1 0 0,0-1-1 0 0,0 0 0 0 0,0 1 0 0 0,0-1 1 0 0,0 0-1 0 0,-1 0 0 0 0,1 0 0 0 0,0 0 1 0 0,0 1-1 0 0,0-1 0 0 0,0 0 0 0 0,0-1 1 0 0,0 1-1 0 0,0 0 0 0 0,0 0 0 0 0,-1 0 1 0 0,1 0-1 0 0,0-1 0 0 0,0 1 0 0 0,1-1 1 0 0,24-8 1107 0 0,6 0-743 0 0,0 0 1 0 0,1 3-1 0 0,0 0 0 0 0,66-1 1 0 0,-27 1-163 0 0,33-1 48 0 0,0 4 0 0 0,1 5 1 0 0,-1 4-1 0 0,132 25 0 0 0,-139-14-423 0 0,176 8 0 0 0,-235-25 71 0 0,0-2 1 0 0,0-1-1 0 0,0-2 1 0 0,0-2 0 0 0,-1-1-1 0 0,0-2 1 0 0,56-23-1 0 0,-65 20-450 0 0,-16 7-2500 0 0</inkml:trace>
</inkml:ink>
</file>

<file path=ppt/ink/ink1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56.1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151 1453 6449 0 0,'-3'-54'1241'0'0,"-3"1"-1"0"0,-21-91 1 0 0,6 40 1312 0 0,-52-388 1957 0 0,59 350-3384 0 0,8-211-1 0 0,8 255-1241 0 0,-2 93-339 0 0,0 4 285 0 0,0 1 0 0 0,0-1 0 0 0,0 1-1 0 0,0 0 1 0 0,0-1 0 0 0,0 1 0 0 0,0-1 0 0 0,0 1-1 0 0,0-1 1 0 0,0 1 0 0 0,0 0 0 0 0,0-1-1 0 0,0 1 1 0 0,0-1 0 0 0,0 1 0 0 0,0 0 0 0 0</inkml:trace>
</inkml:ink>
</file>

<file path=ppt/ink/ink1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3.5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109 4 456 0 0,'-4'-1'108'0'0,"0"0"1"0"0,1 1-1 0 0,-1-1 1 0 0,1 1-1 0 0,-1 0 0 0 0,0 0 1 0 0,1 0-1 0 0,-1 0 0 0 0,1 0 1 0 0,-1 1-1 0 0,0 0 1 0 0,1 0-1 0 0,0 0 0 0 0,-1 0 1 0 0,1 0-1 0 0,-1 1 0 0 0,-5 3 1 0 0,7-4 17 0 0,-1 1 0 0 0,0 0 0 0 0,1 0 0 0 0,-1-1-1 0 0,1 1 1 0 0,0 1 0 0 0,0-1 0 0 0,-1 0 0 0 0,2 0 0 0 0,-1 1 0 0 0,0-1 0 0 0,0 1 0 0 0,1 0 0 0 0,-1 0 0 0 0,1-1 0 0 0,0 1 0 0 0,0 0-1 0 0,0 0 1 0 0,0 0 0 0 0,0 0 0 0 0,0 5 0 0 0,2-6-68 0 0,-1 0 0 0 0,1 0 0 0 0,-1 0-1 0 0,1 0 1 0 0,0 0 0 0 0,0-1 0 0 0,0 1 0 0 0,0 0-1 0 0,0 0 1 0 0,0-1 0 0 0,0 1 0 0 0,0-1 0 0 0,1 1-1 0 0,-1-1 1 0 0,1 0 0 0 0,-1 1 0 0 0,1-1 0 0 0,-1 0-1 0 0,1 0 1 0 0,0 0 0 0 0,0 0 0 0 0,-1 0 0 0 0,1-1-1 0 0,0 1 1 0 0,0 0 0 0 0,0-1 0 0 0,4 1 0 0 0,8 3 273 0 0,0-2 1 0 0,24 2 0 0 0,-29-3-177 0 0,563 41 4019 0 0,83-12-2912 0 0,-207-43 914 0 0,-132 5-1354 0 0,-315 7-938 0 0,0 1 0 0 0,1 0 1 0 0,-1 0-1 0 0,0 0 0 0 0,1 0 1 0 0,-1 0-1 0 0,0 0 1 0 0,1 0-1 0 0,-1 0 0 0 0,0 0 1 0 0,0 1-1 0 0,1-1 0 0 0,-1 0 1 0 0,0 1-1 0 0,0-1 1 0 0,1 1-1 0 0,-1 0 0 0 0,0-1 1 0 0,0 1-1 0 0,0 0 0 0 0,0 0 1 0 0,0 0-1 0 0,0-1 1 0 0,0 1-1 0 0,0 0 0 0 0,0 0 1 0 0,-1 0-1 0 0,1 1 1 0 0,0-1-1 0 0,-1 0 0 0 0,1 0 1 0 0,0 2-1 0 0</inkml:trace>
</inkml:ink>
</file>

<file path=ppt/ink/ink1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4.4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10 456 3681 0 0,'-3'-12'164'0'0,"1"-1"1"0"0,0 0-1 0 0,1 0 1 0 0,0 0-1 0 0,1 0 1 0 0,0-1-1 0 0,1 1 1 0 0,5-19-1 0 0,-3 2 668 0 0,1-10 225 0 0,-4 21-263 0 0,2 0 0 0 0,0 0 0 0 0,1 0 0 0 0,1 0 1 0 0,10-25-1 0 0,-14 43-713 0 0,0 0 0 0 0,0 0 0 0 0,0 0 0 0 0,1 1 0 0 0,-1-1 0 0 0,0 0 0 0 0,1 0 0 0 0,-1 1 0 0 0,1-1 0 0 0,-1 0 0 0 0,1 1 0 0 0,-1-1 0 0 0,1 0 0 0 0,0 1 0 0 0,-1-1 0 0 0,1 1 0 0 0,0-1 1 0 0,-1 1-1 0 0,1-1 0 0 0,0 1 0 0 0,0-1 0 0 0,-1 1 0 0 0,1 0 0 0 0,0-1 0 0 0,1 1 0 0 0,-1 0-49 0 0,0 1 0 0 0,0-1 0 0 0,0 0 0 0 0,0 1 0 0 0,0-1 0 0 0,-1 1 0 0 0,1 0 0 0 0,0-1 0 0 0,0 1-1 0 0,-1 0 1 0 0,1-1 0 0 0,0 1 0 0 0,-1 0 0 0 0,1 0 0 0 0,0-1 0 0 0,-1 1 0 0 0,1 0 0 0 0,0 1 0 0 0,19 53-373 0 0,-17-45 516 0 0,5 13-208 0 0,1 0-1 0 0,15 25 1 0 0,-20-41 25 0 0,0-1-1 0 0,0 1 1 0 0,1-1 0 0 0,-1 0-1 0 0,1 0 1 0 0,1-1 0 0 0,-1 1-1 0 0,1-1 1 0 0,0 0 0 0 0,0-1-1 0 0,9 5 1 0 0,-14-8 7 0 0,0-1 0 0 0,0 1 0 0 0,0-1 0 0 0,1 1 0 0 0,-1-1 0 0 0,0 0 0 0 0,0 1-1 0 0,1-1 1 0 0,-1 0 0 0 0,0 0 0 0 0,0 0 0 0 0,1 0 0 0 0,-1 0 0 0 0,0 0 0 0 0,1-1 0 0 0,-1 1 0 0 0,0 0 0 0 0,0-1 0 0 0,0 1 0 0 0,1-1 0 0 0,0 0 0 0 0,1-1-5 0 0,0 1 0 0 0,-1-1 1 0 0,0 0-1 0 0,0 0 0 0 0,1-1 1 0 0,-1 1-1 0 0,-1 0 0 0 0,5-6 1 0 0,1-5-12 0 0,-1 0 1 0 0,0 0-1 0 0,5-16 1 0 0,-8 20 24 0 0,1-5 115 0 0,0 0 1 0 0,-1-1-1 0 0,-1 1 0 0 0,0-1 1 0 0,-1-19-1 0 0,3-15 861 0 0,-4 48-973 0 0,0 0 0 0 0,0 1-1 0 0,0-1 1 0 0,0 0 0 0 0,0 1-1 0 0,0-1 1 0 0,0 0 0 0 0,0 1-1 0 0,0-1 1 0 0,1 0 0 0 0,-1 1-1 0 0,0-1 1 0 0,1 0-1 0 0,-1 1 1 0 0,0-1 0 0 0,1 1-1 0 0,-1-1 1 0 0,1 0 0 0 0,-1 1-1 0 0,1-1 1 0 0,-1 1 0 0 0,1-1-1 0 0,-1 1 1 0 0,2-1 0 0 0,-2 1 9 0 0,1 0 0 0 0,0 0 0 0 0,0 0 0 0 0,-1 0 1 0 0,1 0-1 0 0,0 1 0 0 0,-1-1 0 0 0,1 0 0 0 0,0 0 1 0 0,-1 1-1 0 0,1-1 0 0 0,-1 0 0 0 0,1 1 0 0 0,0-1 1 0 0,-1 0-1 0 0,1 1 0 0 0,-1-1 0 0 0,1 1 0 0 0,0 0 1 0 0,21 30 509 0 0,-10 0-548 0 0,-2 1-1 0 0,7 39 1 0 0,-12-46 1 0 0,1-1 0 0 0,1 0 0 0 0,1-1 1 0 0,1 1-1 0 0,17 30 0 0 0,-26-52 13 0 0,1 0 1 0 0,0-1 0 0 0,0 1 0 0 0,0-1-1 0 0,0 1 1 0 0,0-1 0 0 0,0 0 0 0 0,1 0 0 0 0,-1 1-1 0 0,0-1 1 0 0,1 0 0 0 0,-1 0 0 0 0,0 0-1 0 0,1 0 1 0 0,-1 0 0 0 0,1-1 0 0 0,0 1 0 0 0,-1 0-1 0 0,1-1 1 0 0,0 1 0 0 0,2 0 0 0 0,-3-2 1 0 0,1 1 0 0 0,-1-1-1 0 0,0 1 1 0 0,1-1 0 0 0,-1 0 0 0 0,0 1 0 0 0,0-1 0 0 0,1 0 0 0 0,-1 0 0 0 0,0 0 0 0 0,0 0 0 0 0,0 0 0 0 0,0 0 0 0 0,0 0 0 0 0,0-1 0 0 0,0 1 0 0 0,-1 0 0 0 0,1 0 0 0 0,0-1 0 0 0,-1 1 0 0 0,1-1 0 0 0,-1 1 0 0 0,1 0 0 0 0,-1-1 0 0 0,1-2 0 0 0,9-31-26 0 0,8-26-230 0 0,2 0 0 0 0,3 2 0 0 0,44-84-1 0 0,-64 138 241 0 0,1-1-1 0 0,0 1 1 0 0,0-1-1 0 0,0 1 1 0 0,10-8-1 0 0,-14 12 20 0 0,1 1-1 0 0,0-1 1 0 0,0 0-1 0 0,-1 1 1 0 0,1-1 0 0 0,0 1-1 0 0,0-1 1 0 0,0 1-1 0 0,0-1 1 0 0,0 1-1 0 0,-1 0 1 0 0,1-1 0 0 0,0 1-1 0 0,0 0 1 0 0,0 0-1 0 0,0 0 1 0 0,0-1-1 0 0,0 1 1 0 0,0 0-1 0 0,0 1 1 0 0,0-1 0 0 0,0 0-1 0 0,0 0 1 0 0,0 0-1 0 0,0 0 1 0 0,0 1-1 0 0,0-1 1 0 0,0 0 0 0 0,-1 1-1 0 0,1-1 1 0 0,0 1-1 0 0,0-1 1 0 0,0 1-1 0 0,0-1 1 0 0,-1 1 0 0 0,1 0-1 0 0,0-1 1 0 0,-1 1-1 0 0,1 0 1 0 0,0 0-1 0 0,-1-1 1 0 0,1 1-1 0 0,-1 0 1 0 0,1 0 0 0 0,-1 0-1 0 0,0 0 1 0 0,1 1-1 0 0,18 42 233 0 0,-3 2-1 0 0,-1 0 1 0 0,12 71-1 0 0,-18-79-185 0 0,-2 8-47 0 0,-6-34 0 0 0,1 1 0 0 0,0-1 0 0 0,1 0 0 0 0,1 1 0 0 0,5 13 0 0 0,-9-25-21 0 0,1 0 1 0 0,-1-1 0 0 0,1 1-1 0 0,-1 0 1 0 0,1 0 0 0 0,-1 0 0 0 0,1 0-1 0 0,-1-1 1 0 0,1 1 0 0 0,0 0 0 0 0,-1-1-1 0 0,1 1 1 0 0,0 0 0 0 0,0-1 0 0 0,-1 1-1 0 0,1-1 1 0 0,0 1 0 0 0,0-1 0 0 0,0 0-1 0 0,0 1 1 0 0,0-1 0 0 0,0 0-1 0 0,-1 1 1 0 0,1-1 0 0 0,0 0 0 0 0,0 0-1 0 0,2 0 1 0 0,-1 0-87 0 0,0-1-1 0 0,0 0 0 0 0,0 1 1 0 0,0-1-1 0 0,0 0 1 0 0,0 0-1 0 0,0 0 0 0 0,0-1 1 0 0,0 1-1 0 0,0 0 1 0 0,2-3-1 0 0,4-5-463 0 0,0 0-1 0 0,0 0 0 0 0,9-16 1 0 0,20-46-3026 0 0,-27 54 320 0 0</inkml:trace>
</inkml:ink>
</file>

<file path=ppt/ink/ink1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4.87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22 1376 0 0,'-1'2'91'0'0,"0"0"-1"0"0,0 0 1 0 0,0 0-1 0 0,1 0 1 0 0,-1 0-1 0 0,1 1 0 0 0,-1-1 1 0 0,1 0-1 0 0,0 0 1 0 0,-1 0-1 0 0,1 0 1 0 0,0 0-1 0 0,0 1 1 0 0,1-1-1 0 0,-1 0 0 0 0,0 0 1 0 0,1 0-1 0 0,0 0 1 0 0,-1 0-1 0 0,1 0 1 0 0,0 0-1 0 0,0 0 1 0 0,0 0-1 0 0,0 0 1 0 0,0 0-1 0 0,0 0 0 0 0,1-1 1 0 0,-1 1-1 0 0,1 0 1 0 0,-1-1-1 0 0,3 2 1 0 0,-1 0 241 0 0,-1-1 1 0 0,1 0 0 0 0,-1-1 0 0 0,1 1-1 0 0,0 0 1 0 0,0-1 0 0 0,0 0-1 0 0,0 1 1 0 0,0-1 0 0 0,0 0 0 0 0,0-1-1 0 0,0 1 1 0 0,0 0 0 0 0,1-1-1 0 0,-1 0 1 0 0,0 0 0 0 0,0 0 0 0 0,1 0-1 0 0,-1 0 1 0 0,0-1 0 0 0,4 0-1 0 0,40-15 1022 0 0,1 1 0 0 0,95-14-1 0 0,359 1 557 0 0,-151 14-827 0 0,-27 15-914 0 0,-128 5-90 0 0,-52-12-173 0 0,52 2-345 0 0,-180 7-225 0 0,9 1-524 0 0,-15-6-3179 0 0</inkml:trace>
</inkml:ink>
</file>

<file path=ppt/ink/ink1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5.2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0 1376 0 0,'-1'3'401'0'0,"0"0"0"0"0,1 0 0 0 0,0 0 0 0 0,0 0-1 0 0,0 0 1 0 0,0 0 0 0 0,0 0 0 0 0,0 0 0 0 0,1 0 0 0 0,-1 0-1 0 0,1 0 1 0 0,0 0 0 0 0,2 3 0 0 0,0 7 1007 0 0,37 234 6717 0 0,17 125-7402 0 0,5 133-657 0 0,-31-232-68 0 0,-8-30-27 0 0,24 158 58 0 0,-45-389-79 0 0,-2-8-31 0 0,1 1-1 0 0,-1 0 1 0 0,1-1 0 0 0,0 1-1 0 0,0 0 1 0 0,1-1 0 0 0,-1 0-1 0 0,1 1 1 0 0,0-1 0 0 0,4 6-1 0 0,-6-10-86 0 0,0-1-1 0 0,0 1 0 0 0,1-1 0 0 0,-1 1 0 0 0,0-1 0 0 0,0 0 0 0 0,0 1 0 0 0,0-1 0 0 0,0 1 0 0 0,0-1 0 0 0,0 1 0 0 0,0-1 0 0 0,0 1 0 0 0,0-1 0 0 0,0 0 0 0 0,0 1 0 0 0,0-1 0 0 0,0 1 1 0 0,0-1-1 0 0,0 1 0 0 0,-1-1 0 0 0</inkml:trace>
</inkml:ink>
</file>

<file path=ppt/ink/ink1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6.0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87 27 2304 0 0,'-3'1'160'0'0,"-1"0"-1"0"0,1 1 0 0 0,-1-1 1 0 0,1 1-1 0 0,0 0 0 0 0,0 0 1 0 0,0 0-1 0 0,0 0 0 0 0,0 1 1 0 0,0-1-1 0 0,1 1 0 0 0,-1-1 1 0 0,1 1-1 0 0,0 0 0 0 0,0 0 1 0 0,-3 5-1 0 0,-28 58 2059 0 0,32-63-2047 0 0,1-2-98 0 0,-1 0 1 0 0,1-1-1 0 0,0 1 1 0 0,0 0 0 0 0,0 0-1 0 0,0 0 1 0 0,-1-1 0 0 0,1 1-1 0 0,0 0 1 0 0,1 0-1 0 0,-1 0 1 0 0,0-1 0 0 0,0 1-1 0 0,0 0 1 0 0,0 0 0 0 0,1 0-1 0 0,-1-1 1 0 0,0 1 0 0 0,1 0-1 0 0,-1-1 1 0 0,0 1-1 0 0,1 0 1 0 0,-1-1 0 0 0,1 1-1 0 0,-1 0 1 0 0,1-1 0 0 0,0 1-1 0 0,-1-1 1 0 0,1 1-1 0 0,-1-1 1 0 0,1 1 0 0 0,0-1-1 0 0,-1 1 1 0 0,1-1 0 0 0,0 0-1 0 0,0 0 1 0 0,-1 1-1 0 0,1-1 1 0 0,0 0 0 0 0,0 0-1 0 0,0 0 1 0 0,-1 0 0 0 0,1 1-1 0 0,0-1 1 0 0,0 0-1 0 0,0-1 1 0 0,-1 1 0 0 0,1 0-1 0 0,0 0 1 0 0,0 0 0 0 0,0 0-1 0 0,-1-1 1 0 0,1 1 0 0 0,0 0-1 0 0,0-1 1 0 0,-1 1-1 0 0,1 0 1 0 0,0-1 0 0 0,-1 1-1 0 0,1-1 1 0 0,0 0 0 0 0,3-3 347 0 0,0 1 1 0 0,0-1 0 0 0,1 1 0 0 0,-1 0 0 0 0,1 1 0 0 0,-1-1 0 0 0,6-1 0 0 0,6-1-527 0 0,-1 0 1 0 0,26-4 0 0 0,-27 6 446 0 0,31-6-86 0 0,161-26 717 0 0,9 8 70 0 0,-89 9-655 0 0,200-2 0 0 0,324 56 240 0 0,-224-8-159 0 0,-370-24 31 0 0,106 23 0 0 0,-156-25-495 0 0,1-1 0 0 0,-1 0 0 0 0,0 0-1 0 0,1-1 1 0 0,-1 1 0 0 0,1-1-1 0 0,-1-1 1 0 0,1 1 0 0 0,-1-1 0 0 0,1 0-1 0 0,-1-1 1 0 0,9-2 0 0 0,-14 4-63 0 0,-1-1 1 0 0,0 1-1 0 0,1 0 0 0 0,-1 0 1 0 0,0-1-1 0 0,0 1 0 0 0,1 0 1 0 0,-1-1-1 0 0,0 1 1 0 0,0 0-1 0 0,0 0 0 0 0,1-1 1 0 0,-1 1-1 0 0,0-1 1 0 0,0 1-1 0 0,0 0 0 0 0,0-1 1 0 0,0 1-1 0 0,0 0 0 0 0,0-1 1 0 0,0 1-1 0 0,0 0 1 0 0,0-1-1 0 0,0 1 0 0 0,0-1 1 0 0,0 1-1 0 0,0 0 1 0 0,0-1-1 0 0,0 1 0 0 0,-2-4-1379 0 0</inkml:trace>
</inkml:ink>
</file>

<file path=ppt/ink/ink1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6.4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49 199 3225 0 0,'-1'0'-17'0'0,"0"-1"0"0"0,-1 1 0 0 0,1 0 1 0 0,0 0-1 0 0,0 0 0 0 0,-1 0 1 0 0,1 0-1 0 0,0 0 0 0 0,0 1 0 0 0,0-1 1 0 0,-1 0-1 0 0,1 0 0 0 0,0 1 0 0 0,0-1 1 0 0,0 1-1 0 0,0-1 0 0 0,0 1 0 0 0,0 0 1 0 0,0-1-1 0 0,0 1 0 0 0,0 0 0 0 0,0 0 1 0 0,0-1-1 0 0,0 1 0 0 0,0 0 0 0 0,1 0 1 0 0,-1 0-1 0 0,0 0 0 0 0,1 0 0 0 0,-1 0 1 0 0,1 0-1 0 0,-1 1 0 0 0,1-1 1 0 0,-1 0-1 0 0,1 0 0 0 0,0 0 0 0 0,-1 3 1 0 0,-2 6 354 0 0,0 1 0 0 0,1 0-1 0 0,0 0 1 0 0,0 0 0 0 0,1 0 0 0 0,1 1 0 0 0,0-1 0 0 0,0 0 0 0 0,1 0 0 0 0,1 0 0 0 0,0 0 0 0 0,4 14 0 0 0,-4-19-200 0 0,0-1 0 0 0,0 0-1 0 0,0 0 1 0 0,1 0 0 0 0,0 0 0 0 0,-1 0-1 0 0,2-1 1 0 0,-1 1 0 0 0,1-1 0 0 0,-1 0-1 0 0,8 6 1 0 0,-8-7-118 0 0,0-1 1 0 0,1 0-1 0 0,-1 0 1 0 0,1-1-1 0 0,0 1 0 0 0,0-1 1 0 0,-1 1-1 0 0,1-1 0 0 0,0 0 1 0 0,0-1-1 0 0,0 1 1 0 0,0-1-1 0 0,0 1 0 0 0,0-1 1 0 0,0 0-1 0 0,0-1 1 0 0,6 0-1 0 0,-4-1 105 0 0,0 0 0 0 0,-1 0-1 0 0,1 0 1 0 0,-1-1 0 0 0,0 1 0 0 0,1-1 0 0 0,-1-1-1 0 0,-1 1 1 0 0,1-1 0 0 0,0 0 0 0 0,-1 0 0 0 0,0 0 0 0 0,0 0-1 0 0,0-1 1 0 0,-1 0 0 0 0,1 1 0 0 0,3-8 0 0 0,5-11 686 0 0,0 0 0 0 0,13-37 1 0 0,-20 46-521 0 0,0 0 0 0 0,-1-1 1 0 0,-1 1-1 0 0,0-1 0 0 0,-1 0 0 0 0,-1 0 1 0 0,0 0-1 0 0,-1 0 0 0 0,-2-22 1 0 0,1 32-201 0 0,0-1 0 0 0,0 1 1 0 0,0-1-1 0 0,-1 1 1 0 0,0-1-1 0 0,0 1 1 0 0,-1 0-1 0 0,1 0 1 0 0,-1 0-1 0 0,0 0 0 0 0,0 0 1 0 0,-1 1-1 0 0,1-1 1 0 0,-1 1-1 0 0,0 0 1 0 0,0 0-1 0 0,-1 0 1 0 0,1 1-1 0 0,-1 0 1 0 0,0 0-1 0 0,0 0 0 0 0,0 0 1 0 0,0 1-1 0 0,0-1 1 0 0,-1 1-1 0 0,1 1 1 0 0,-10-3-1 0 0,11 3-166 0 0,-1 1-1 0 0,1-1 0 0 0,0 1 1 0 0,-1 0-1 0 0,1 1 1 0 0,-1-1-1 0 0,1 0 1 0 0,0 1-1 0 0,0 0 1 0 0,-1 0-1 0 0,1 1 1 0 0,0-1-1 0 0,-4 3 1 0 0,-5 4-892 0 0</inkml:trace>
</inkml:ink>
</file>

<file path=ppt/ink/ink1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7.9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18 106 6913 0 0,'0'0'529'0'0,"-2"0"-397"0"0,2 0-80 0 0,-1-1 0 0 0,1 1 0 0 0,-1 0 1 0 0,1 0-1 0 0,-1 0 0 0 0,1 0 0 0 0,-1 0 1 0 0,1 0-1 0 0,-1 0 0 0 0,1 0 0 0 0,-1 0 1 0 0,1 0-1 0 0,-1 1 0 0 0,1-1 0 0 0,-1 0 1 0 0,1 0-1 0 0,-1 0 0 0 0,1 0 0 0 0,0 1 1 0 0,-1-1-1 0 0,1 0 0 0 0,-1 1 0 0 0,1-1 1 0 0,0 0-1 0 0,-1 1 0 0 0,1-1 1 0 0,-1 0-1 0 0,1 1 0 0 0,0-1 0 0 0,0 1 1 0 0,-1-1-1 0 0,1 0 0 0 0,0 1 0 0 0,0-1 1 0 0,-1 1-1 0 0,1-1 0 0 0,0 1 0 0 0,0-1 1 0 0,0 1-1 0 0,0-1 0 0 0,0 1 0 0 0,0-1 1 0 0,0 1-1 0 0,0-1 0 0 0,0 1 0 0 0,0-1 1 0 0,0 1-1 0 0,0-1 0 0 0,0 1 0 0 0,0-1 1 0 0,1 1-1 0 0,-1-1 0 0 0,0 1 0 0 0,0-1 1 0 0,0 1-1 0 0,1-1 0 0 0,-1 1 0 0 0,0-1 1 0 0,1 0-1 0 0,-1 1 0 0 0,1 0 0 0 0,24 28 1970 0 0,-5-12-1904 0 0,-2 2 1 0 0,0 0-1 0 0,-2 1 1 0 0,18 26-1 0 0,50 94 904 0 0,-52-83-394 0 0,40 54-1 0 0,-59-94-554 0 0,0 0-1 0 0,1-2 0 0 0,1 0 1 0 0,1 0-1 0 0,0-2 1 0 0,0 0-1 0 0,25 15 0 0 0,-38-27-60 0 0,-1 1 0 0 0,1 0 0 0 0,0-1 0 0 0,0 0 0 0 0,0 0 0 0 0,0 0 0 0 0,0 0 0 0 0,0 0 0 0 0,0 0 0 0 0,0-1 0 0 0,0 0 0 0 0,0 0 0 0 0,0 1 0 0 0,0-2 0 0 0,1 1 0 0 0,3-1 0 0 0,-5 0 3 0 0,0 0 0 0 0,0 0 0 0 0,0 0 0 0 0,0 0 0 0 0,-1 0 0 0 0,1 0 0 0 0,0-1 0 0 0,-1 1 0 0 0,1-1 0 0 0,-1 1 0 0 0,0-1 1 0 0,1 0-1 0 0,-1 0 0 0 0,0 1 0 0 0,0-1 0 0 0,0 0 0 0 0,0 0 0 0 0,0 0 0 0 0,-1 0 0 0 0,1 0 0 0 0,-1 0 0 0 0,1 0 0 0 0,-1 0 0 0 0,1-1 0 0 0,-1-1 0 0 0,3-45 360 0 0,-1 1 0 0 0,-2-1 0 0 0,-9-61 0 0 0,3 40-417 0 0,5 67 31 0 0,-5-165-1125 0 0,6 145 118 0 0,2 1 0 0 0,0 0 0 0 0,2 0 0 0 0,0 0 0 0 0,12-32 0 0 0,-8 34-3198 0 0</inkml:trace>
</inkml:ink>
</file>

<file path=ppt/ink/ink1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8.3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 95 2961 0 0,'-1'-2'85'0'0,"-1"0"-1"0"0,1 0 1 0 0,0-1 0 0 0,0 1 0 0 0,0 0 0 0 0,0 0 0 0 0,0-1 0 0 0,0 1-1 0 0,0-1 1 0 0,0-3 0 0 0,-10-18 6904 0 0,10 34-5671 0 0,1 9-348 0 0,5 10-492 0 0,3 19 126 0 0,22 70 0 0 0,-27-105-581 0 0,2-1 0 0 0,-1 0 1 0 0,2-1-1 0 0,0 1 0 0 0,0-1 0 0 0,1 0 1 0 0,0-1-1 0 0,1 1 0 0 0,0-1 0 0 0,18 16 1 0 0,-23-24-20 0 0,-1 1 1 0 0,1-2 0 0 0,-1 1 0 0 0,1 0 0 0 0,0 0 0 0 0,0-1 0 0 0,0 0 0 0 0,0 1 0 0 0,0-1 0 0 0,0 0 0 0 0,0-1-1 0 0,0 1 1 0 0,0 0 0 0 0,0-1 0 0 0,1 0 0 0 0,-1 0 0 0 0,0 0 0 0 0,4 0 0 0 0,-5-1-16 0 0,0 0 1 0 0,0 1-1 0 0,0-1 1 0 0,0 0-1 0 0,-1 0 0 0 0,1-1 1 0 0,0 1-1 0 0,0 0 1 0 0,-1-1-1 0 0,1 1 1 0 0,-1-1-1 0 0,1 1 0 0 0,-1-1 1 0 0,0 0-1 0 0,0 0 1 0 0,1 1-1 0 0,-1-1 1 0 0,0 0-1 0 0,-1 0 0 0 0,1 0 1 0 0,0 0-1 0 0,-1 0 1 0 0,1 0-1 0 0,-1 0 0 0 0,1-1 1 0 0,-1 1-1 0 0,0 0 1 0 0,0-3-1 0 0,0-9 1 0 0,0 0-1 0 0,-1 1 1 0 0,0-1-1 0 0,-1 0 1 0 0,-1 1 0 0 0,0-1-1 0 0,-1 1 1 0 0,-10-25-1 0 0,-8-9 101 0 0,-28-45-1 0 0,36 67-130 0 0,10 19-2 0 0,1-1-110 0 0,-1 0-1 0 0,0 0 1 0 0,-1 1-1 0 0,0 0 1 0 0,-9-10-1 0 0,2 7-734 0 0</inkml:trace>
</inkml:ink>
</file>

<file path=ppt/ink/ink1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8.7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2304 0 0,'12'25'3947'0'0,"8"33"-548"0"0,-11-29-1838 0 0,24 50 1 0 0,-29-72-1444 0 0,0 0 0 0 0,0 0 1 0 0,1 0-1 0 0,0-1 1 0 0,0 1-1 0 0,0-1 1 0 0,1 0-1 0 0,-1-1 0 0 0,2 0 1 0 0,-1 0-1 0 0,12 8 1 0 0,-15-12-153 0 0,-1 1 0 0 0,0-1 0 0 0,0 0 0 0 0,1 0 0 0 0,-1 0 0 0 0,1 0 0 0 0,-1 0 0 0 0,1-1 0 0 0,-1 1 0 0 0,1-1 0 0 0,-1 0 0 0 0,1 1 0 0 0,-1-1 0 0 0,1 0 0 0 0,0 0 0 0 0,-1-1 0 0 0,1 1 0 0 0,-1-1 1 0 0,1 1-1 0 0,-1-1 0 0 0,1 0 0 0 0,-1 0 0 0 0,1 0 0 0 0,-1 0 0 0 0,0 0 0 0 0,1 0 0 0 0,-1-1 0 0 0,0 1 0 0 0,0-1 0 0 0,0 0 0 0 0,0 1 0 0 0,-1-1 0 0 0,1 0 0 0 0,0 0 0 0 0,-1 0 0 0 0,1 0 0 0 0,-1-1 0 0 0,1 1 0 0 0,-1 0 0 0 0,0-1 0 0 0,1-3 0 0 0,4-11-116 0 0,0 0 0 0 0,-1-1-1 0 0,-1 1 1 0 0,3-32-1 0 0,-5 37 492 0 0,0-1-229 0 0,7-41 285 0 0,-8 52-370 0 0,0-1 0 0 0,-1 1 1 0 0,1-1-1 0 0,0 1 0 0 0,0 0 0 0 0,0-1 1 0 0,1 1-1 0 0,-1 0 0 0 0,0 0 0 0 0,1 0 0 0 0,-1 0 1 0 0,1 0-1 0 0,0 0 0 0 0,0 0 0 0 0,0 1 0 0 0,0-1 1 0 0,3-1-1 0 0,-4 2 8 0 0,1 1-1 0 0,-1 0 1 0 0,0 0 0 0 0,1-1-1 0 0,-1 1 1 0 0,1 0 0 0 0,-1 0 0 0 0,0 1-1 0 0,1-1 1 0 0,-1 0 0 0 0,0 0-1 0 0,1 1 1 0 0,-1-1 0 0 0,0 1 0 0 0,1-1-1 0 0,-1 1 1 0 0,0-1 0 0 0,0 1-1 0 0,0 0 1 0 0,1 0 0 0 0,-1-1 0 0 0,0 1-1 0 0,0 0 1 0 0,0 0 0 0 0,0 0-1 0 0,-1 0 1 0 0,3 2 0 0 0,22 36 1117 0 0,-20-31-834 0 0,0 0-37 0 0,5 9 109 0 0,0 0 0 0 0,20 22 0 0 0,-27-35-624 0 0,1 0 0 0 0,0 0-1 0 0,0-1 1 0 0,0 1 0 0 0,1-1-1 0 0,-1 0 1 0 0,1 0 0 0 0,0 0 0 0 0,-1-1-1 0 0,1 0 1 0 0,1 0 0 0 0,-1 0 0 0 0,9 2-1 0 0,-12-4 16 0 0,0 0 0 0 0,1-1 0 0 0,-1 1-1 0 0,0-1 1 0 0,0 1 0 0 0,0-1 0 0 0,0 0 0 0 0,0 1-1 0 0,0-1 1 0 0,0 0 0 0 0,0 0 0 0 0,0-1-1 0 0,-1 1 1 0 0,1 0 0 0 0,0-1 0 0 0,-1 1 0 0 0,1-1-1 0 0,-1 1 1 0 0,1-1 0 0 0,-1 0 0 0 0,0 0-1 0 0,0 1 1 0 0,0-1 0 0 0,0 0 0 0 0,0 0 0 0 0,0 0-1 0 0,0 0 1 0 0,1-4 0 0 0,3-11-2687 0 0</inkml:trace>
</inkml:ink>
</file>

<file path=ppt/ink/ink1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9.1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1 122 2761 0 0,'0'-19'215'0'0,"-1"7"172"0"0,1 0-1 0 0,0 1 0 0 0,1-1 1 0 0,0 0-1 0 0,1 1 1 0 0,11-22 2707 0 0,-13 33-3050 0 0,5 12 1516 0 0,5 21 54 0 0,-9-30-1277 0 0,43 178 3325 0 0,11 43-1635 0 0,-42-178-1896 0 0,-3-5-626 0 0,2 0 1 0 0,2-1-1 0 0,2 0 1 0 0,26 48-1 0 0,-28-67-1041 0 0</inkml:trace>
</inkml:ink>
</file>

<file path=ppt/ink/ink1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9.5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1 270 5529 0 0,'40'-29'2111'0'0,"62"-29"-2875"0"0,127-97 0 0 0,-195 128-35 0 0</inkml:trace>
</inkml:ink>
</file>

<file path=ppt/ink/ink1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10.8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66 54 920 0 0,'-23'-18'328'0'0,"-19"-17"6680"0"0,65 60-5394 0 0,0 1-1 0 0,-2 1 0 0 0,20 35 0 0 0,50 100-1167 0 0,-21-36-144 0 0,-43-79-562 0 0,2-2 0 0 0,1-1 0 0 0,43 47 1 0 0,-39-62-1117 0 0,-13-12-2367 0 0,-8-5-283 0 0</inkml:trace>
</inkml:ink>
</file>

<file path=ppt/ink/ink1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11.3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1 236 3785 0 0,'0'-14'-96'0'0,"-1"-8"569"0"0,2-1 0 0 0,0 0 0 0 0,8-38 0 0 0,-8 56-215 0 0,0 0 0 0 0,0 1 0 0 0,1-1 0 0 0,0 0 0 0 0,0 0 0 0 0,0 1 0 0 0,0-1 0 0 0,1 1-1 0 0,0 0 1 0 0,0-1 0 0 0,0 1 0 0 0,0 1 0 0 0,1-1 0 0 0,-1 0 0 0 0,1 1 0 0 0,0 0 0 0 0,0 0 0 0 0,0 0-1 0 0,1 0 1 0 0,-1 1 0 0 0,1-1 0 0 0,7-2 0 0 0,-9 4-188 0 0,0 1-1 0 0,-1 0 1 0 0,1-1-1 0 0,-1 1 1 0 0,1 0-1 0 0,0 0 1 0 0,-1 1-1 0 0,1-1 1 0 0,-1 1-1 0 0,1-1 1 0 0,-1 1-1 0 0,1 0 1 0 0,-1-1-1 0 0,1 1 1 0 0,-1 1-1 0 0,0-1 1 0 0,0 0-1 0 0,1 0 1 0 0,-1 1-1 0 0,0 0 1 0 0,0-1-1 0 0,0 1 1 0 0,0 0-1 0 0,-1 0 1 0 0,1 0-1 0 0,0 0 1 0 0,-1 0-1 0 0,3 4 1 0 0,4 8 22 0 0,-1 0 1 0 0,0 0-1 0 0,8 24 0 0 0,-10-25-35 0 0,12 35-144 0 0,15 65 1 0 0,-22-65 107 0 0,-2 0 0 0 0,-2 1 1 0 0,0 56-1 0 0,-7-103-24 0 0,1-1 0 0 0,0 0 0 0 0,0 0 0 0 0,0 0 0 0 0,0 1 0 0 0,0-1 0 0 0,0 0 1 0 0,0 0-1 0 0,0 1 0 0 0,0-1 0 0 0,1 0 0 0 0,-1 0 0 0 0,0 0 0 0 0,1 1 0 0 0,-1-1 0 0 0,1 0 0 0 0,-1 0 0 0 0,1 0 0 0 0,0 0 0 0 0,0 0 1 0 0,-1 0-1 0 0,1 0 0 0 0,0 0 0 0 0,0 0 0 0 0,0-1 0 0 0,0 1 0 0 0,0 0 0 0 0,0 0 0 0 0,0-1 0 0 0,0 1 0 0 0,0-1 0 0 0,0 1 0 0 0,0-1 1 0 0,1 1-1 0 0,-1-1 0 0 0,0 0 0 0 0,0 1 0 0 0,1-1 0 0 0,1 0 0 0 0,4-1 21 0 0,-1 0 1 0 0,1 0-1 0 0,0-1 0 0 0,0 0 0 0 0,-1 0 1 0 0,8-3-1 0 0,-4 1 51 0 0,21-8-315 0 0,-1-2-1 0 0,43-26 1 0 0,-52 27-1434 0 0,-1-2 1 0 0,19-16 0 0 0,-21 15-1514 0 0</inkml:trace>
</inkml:ink>
</file>

<file path=ppt/ink/ink1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11.7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0 6913 0 0,'0'1'-24'0'0,"-1"-1"-1"0"0,1 0 0 0 0,0 0 1 0 0,0 0-1 0 0,-1 0 0 0 0,1 0 1 0 0,0 1-1 0 0,-1-1 0 0 0,1 0 1 0 0,0 0-1 0 0,0 0 0 0 0,-1 1 1 0 0,1-1-1 0 0,0 0 0 0 0,0 0 0 0 0,-1 1 1 0 0,1-1-1 0 0,0 0 0 0 0,0 1 1 0 0,0-1-1 0 0,0 0 0 0 0,0 1 1 0 0,-1-1-1 0 0,1 0 0 0 0,0 1 1 0 0,0-1-1 0 0,0 0 0 0 0,0 1 0 0 0,0-1 1 0 0,0 0-1 0 0,0 1 0 0 0,0-1 1 0 0,0 0-1 0 0,0 1 0 0 0,1-1 1 0 0,6 20 755 0 0,24 26 2303 0 0,-20-29-2374 0 0,28 43 556 0 0,74 88-1 0 0,-111-145-1415 0 0,1 1-1 0 0,0-1 0 0 0,-1 0 1 0 0,1 0-1 0 0,1-1 0 0 0,-1 1 1 0 0,0-1-1 0 0,1 1 0 0 0,-1-1 1 0 0,1 0-1 0 0,0 0 0 0 0,0-1 1 0 0,-1 1-1 0 0,1-1 0 0 0,0 0 1 0 0,7 2-1 0 0,-2-5-3364 0 0</inkml:trace>
</inkml:ink>
</file>

<file path=ppt/ink/ink1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12.1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34 3 6449 0 0,'-3'-1'-138'0'0,"-21"0"1578"0"0,17 4-173 0 0,13 8-310 0 0,2-6-1312 0 0,1 1-1 0 0,-1-2 0 0 0,1 1 0 0 0,0-1 0 0 0,0-1 1 0 0,0 0-1 0 0,1 0 0 0 0,-1-1 0 0 0,19 3 0 0 0,-9-3 324 0 0</inkml:trace>
</inkml:ink>
</file>

<file path=ppt/ink/ink1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13.0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2 3225 0 0,'-8'-1'5694'0'0,"18"22"-3145"0"0,-8-17-3024 0 0,16 31 1711 0 0,1-1-1 0 0,27 37 1 0 0,10 18 35 0 0,-28-35-1028 0 0,-13-24-133 0 0,25 40-1 0 0,-36-63-427 0 0,2 0 1 0 0,-1 0-1 0 0,1-1 0 0 0,0 1 1 0 0,0-1-1 0 0,0-1 0 0 0,1 1 1 0 0,0-1-1 0 0,0 0 0 0 0,11 5 1 0 0,-4-6-2589 0 0,-14-12-227 0 0,-19-12 1962 0 0,7 11 1171 0 0</inkml:trace>
</inkml:ink>
</file>

<file path=ppt/ink/ink1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13.3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3 201 2304 0 0,'-1'-6'154'0'0,"0"0"-1"0"0,1-1 0 0 0,0 1 0 0 0,0-1 0 0 0,0 1 0 0 0,0 0 0 0 0,1-1 0 0 0,0 1 0 0 0,1 0 0 0 0,-1-1 0 0 0,1 1 0 0 0,0 0 0 0 0,1 0 1 0 0,5-9-1 0 0,-3 5 181 0 0,0 1 0 0 0,1 0 1 0 0,0 0-1 0 0,1 1 0 0 0,0 0 1 0 0,0 0-1 0 0,0 1 0 0 0,11-8 1 0 0,-17 13-284 0 0,1 1 0 0 0,-1 0 1 0 0,1-1-1 0 0,0 1 0 0 0,-1 0 1 0 0,1 0-1 0 0,0 0 0 0 0,0 0 0 0 0,0 1 1 0 0,0-1-1 0 0,0 0 0 0 0,0 1 1 0 0,0 0-1 0 0,0-1 0 0 0,0 1 1 0 0,0 0-1 0 0,0 0 0 0 0,0 0 1 0 0,0 0-1 0 0,0 0 0 0 0,0 0 1 0 0,0 1-1 0 0,0-1 0 0 0,0 1 1 0 0,0-1-1 0 0,0 1 0 0 0,-1 0 0 0 0,1 0 1 0 0,0 0-1 0 0,0 0 0 0 0,-1 0 1 0 0,1 0-1 0 0,0 0 0 0 0,-1 1 1 0 0,1-1-1 0 0,-1 1 0 0 0,1-1 1 0 0,-1 1-1 0 0,0-1 0 0 0,0 1 1 0 0,0 0-1 0 0,0 0 0 0 0,0-1 0 0 0,0 1 1 0 0,1 3-1 0 0,2 5 210 0 0,0 0 0 0 0,0 1 0 0 0,-1 0 0 0 0,-1-1 0 0 0,1 1 0 0 0,-2 0 1 0 0,1 12-1 0 0,-3 11-321 0 0,-1-1 1 0 0,-2 0 0 0 0,-1 0-1 0 0,-2 0 1 0 0,-19 58 0 0 0,25-90 70 0 0,1 1 0 0 0,-1-1 0 0 0,1 0 1 0 0,0 1-1 0 0,-1-1 0 0 0,1 1 1 0 0,0-1-1 0 0,0 1 0 0 0,0-1 1 0 0,0 1-1 0 0,0-1 0 0 0,0 1 1 0 0,1-1-1 0 0,-1 2 0 0 0,1-3 1 0 0,-1 1 0 0 0,0-1 0 0 0,0 0 0 0 0,1 1 0 0 0,-1-1 0 0 0,0 0 0 0 0,1 1 0 0 0,-1-1 0 0 0,1 0 0 0 0,-1 1 1 0 0,0-1-1 0 0,1 0 0 0 0,-1 0 0 0 0,1 0 0 0 0,-1 1 0 0 0,0-1 0 0 0,1 0 0 0 0,-1 0 0 0 0,1 0 0 0 0,-1 0 0 0 0,1 0 0 0 0,-1 0 0 0 0,1 0 0 0 0,-1 0 0 0 0,1 0 0 0 0,-1 0 0 0 0,1 0 0 0 0,-1 0 0 0 0,6-2 128 0 0,0 0 0 0 0,0 0 0 0 0,-1 0 0 0 0,1-1 0 0 0,6-3 0 0 0,-7 2-32 0 0,12-4 131 0 0,1 1 0 0 0,-1 0-1 0 0,1 1 1 0 0,1 1-1 0 0,30-5 1 0 0,47-2-3613 0 0,-84 11 2539 0 0,4 0-3076 0 0</inkml:trace>
</inkml:ink>
</file>

<file path=ppt/ink/ink1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13.6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1 4609 0 0,'0'0'511'0'0,"-1"2"-18"0"0,0 0-1 0 0,0-1 1 0 0,1 1 0 0 0,-1 0 0 0 0,0 0-1 0 0,1 0 1 0 0,0 1 0 0 0,-1-1 0 0 0,1 4-1 0 0,5 12 137 0 0,0 1-1 0 0,1-1 0 0 0,2 0 0 0 0,-1 0 0 0 0,2-1 0 0 0,21 32 0 0 0,4-2-20 0 0,43 46-1 0 0,-18-29-523 0 0,33 38-331 0 0,-81-87-820 0 0,0 1 0 0 0,15 31 0 0 0,-19-34-2097 0 0,0-1-782 0 0</inkml:trace>
</inkml:ink>
</file>

<file path=ppt/ink/ink1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14.0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17 400 6913 0 0,'-1'-1'-6'0'0,"-1"0"0"0"0,1 0-1 0 0,0 0 1 0 0,0 0 0 0 0,0 0-1 0 0,0 0 1 0 0,0-1 0 0 0,0 1-1 0 0,0 0 1 0 0,0-1 0 0 0,0 1-1 0 0,1-1 1 0 0,-1 1 0 0 0,0-1-1 0 0,1 1 1 0 0,-1-1 0 0 0,1 1-1 0 0,0-1 1 0 0,0 1 0 0 0,-1-1-1 0 0,1-2 1 0 0,1-1-128 0 0,-1 0-1 0 0,1 1 1 0 0,0-1 0 0 0,0 1-1 0 0,0-1 1 0 0,1 1 0 0 0,2-7-1 0 0,5-6 756 0 0,0 1 1 0 0,21-28-1 0 0,-9 19 706 0 0,0 1 0 0 0,2 0 1 0 0,38-30-1 0 0,84-51-1944 0 0,-119 89-3828 0 0</inkml:trace>
</inkml:ink>
</file>

<file path=ppt/ink/ink1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34.4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6449 0 0,'47'127'1077'0'0,"115"274"1254"0"0,-149-373-2368 0 0,12 39 0 0 0,-21-53-3457 0 0</inkml:trace>
</inkml:ink>
</file>

<file path=ppt/ink/ink1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34.9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356 125 1376 0 0,'-3'-2'160'0'0,"1"0"-1"0"0,-2 0 1 0 0,1 1-1 0 0,0-1 0 0 0,0 1 1 0 0,0 0-1 0 0,-1 0 1 0 0,1 0-1 0 0,0 1 0 0 0,-1-1 1 0 0,1 1-1 0 0,-1-1 1 0 0,-5 2-1 0 0,-48 3 1922 0 0,47-3-1708 0 0,-1 1-1 0 0,1 1 0 0 0,0 0 0 0 0,-1 0 1 0 0,2 1-1 0 0,-1 0 0 0 0,0 1 1 0 0,1 0-1 0 0,0 0 0 0 0,0 1 1 0 0,0 1-1 0 0,1-1 0 0 0,-11 12 1 0 0,10-8-112 0 0,1 1-1 0 0,0 0 1 0 0,0 1 0 0 0,1-1 0 0 0,1 2 0 0 0,0-1 0 0 0,0 1 0 0 0,1-1 0 0 0,-6 28 0 0 0,1 8-164 0 0,2 1 0 0 0,2 0 0 0 0,2 0 0 0 0,2 0 1 0 0,10 94-1 0 0,0-83-35 0 0,2-1-1 0 0,3-1 1 0 0,2 0 0 0 0,35 84 0 0 0,-36-111-68 0 0,1-1 0 0 0,2-1 1 0 0,0-1-1 0 0,2 0 0 0 0,2-1 0 0 0,0-1 0 0 0,2-1 1 0 0,0-1-1 0 0,2-2 0 0 0,43 33 0 0 0,-57-48-52 0 0,0 0-1 0 0,0 0 1 0 0,0-1 0 0 0,1-1 0 0 0,0 0-1 0 0,0-1 1 0 0,0 0 0 0 0,1 0-1 0 0,-1-2 1 0 0,1 1 0 0 0,0-2-1 0 0,-1 0 1 0 0,1 0 0 0 0,0-1 0 0 0,0-1-1 0 0,0 0 1 0 0,0 0 0 0 0,-1-2-1 0 0,1 0 1 0 0,-1 0 0 0 0,1-1 0 0 0,-1 0-1 0 0,0-1 1 0 0,-1-1 0 0 0,1 1-1 0 0,-1-2 1 0 0,17-12 0 0 0,-6 2-100 0 0,-1-1-1 0 0,-1-1 1 0 0,-1 0 0 0 0,0-2 0 0 0,-2 0 0 0 0,0-1 0 0 0,-1-1-1 0 0,-2 0 1 0 0,0-1 0 0 0,17-42 0 0 0,-24 47 263 0 0,-1-1 0 0 0,0 0 1 0 0,-1 1-1 0 0,-1-2 0 0 0,-1 1 0 0 0,-1 0 1 0 0,-1-1-1 0 0,-1 1 0 0 0,-1 0 0 0 0,0-1 1 0 0,-1 1-1 0 0,-2 0 0 0 0,0 0 0 0 0,-1 0 0 0 0,-8-21 1 0 0,-200-419 1961 0 0,193 422-1903 0 0,-1 2 0 0 0,-2 0 1 0 0,-32-37-1 0 0,36 51-79 0 0,-1 1-1 0 0,0 1 1 0 0,-2 1 0 0 0,0 0 0 0 0,-37-23-1 0 0,56 40-79 0 0,0 1 0 0 0,0-1 0 0 0,0 1 0 0 0,0-1 0 0 0,0 1 0 0 0,0 0 0 0 0,0 0 0 0 0,0 0 0 0 0,-1 0 0 0 0,1 1 0 0 0,0-1 0 0 0,-1 1-1 0 0,1 0 1 0 0,0 0 0 0 0,-1 0 0 0 0,-5 1 0 0 0,7 0-99 0 0,-1 0 0 0 0,1 0 0 0 0,0 1 0 0 0,0-1-1 0 0,0 0 1 0 0,0 1 0 0 0,0 0 0 0 0,0-1 0 0 0,0 1 0 0 0,0 0-1 0 0,1 0 1 0 0,-1 0 0 0 0,1 0 0 0 0,-1 0 0 0 0,1 0 0 0 0,0 0 0 0 0,0 1-1 0 0,0-1 1 0 0,0 0 0 0 0,0 1 0 0 0,1-1 0 0 0,-2 5 0 0 0,-3 23-4938 0 0</inkml:trace>
</inkml:ink>
</file>

<file path=ppt/ink/ink1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35.7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11 259 1376 0 0,'-10'-3'268'0'0,"14"-4"203"0"0,21-10 481 0 0,-17 12-774 0 0,11-8 480 0 0,1 2 1 0 0,0 0 0 0 0,1 1 0 0 0,31-10-1 0 0,91-21 1105 0 0,-82 25-886 0 0,316-59 1754 0 0,-123 46-3956 0 0,-237 28 387 0 0</inkml:trace>
</inkml:ink>
</file>

<file path=ppt/ink/ink1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36.0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11 2304 0 0,'0'0'40'0'0,"0"0"-1"0"0,-1 0 0 0 0,1 0 0 0 0,0 0 0 0 0,0 0 0 0 0,0 0 0 0 0,0 0 1 0 0,-1-1-1 0 0,1 1 0 0 0,0 0 0 0 0,0 0 0 0 0,0 0 0 0 0,0 0 0 0 0,0-1 1 0 0,0 1-1 0 0,-1 0 0 0 0,1 0 0 0 0,0 0 0 0 0,0 0 0 0 0,0-1 0 0 0,0 1 1 0 0,0 0-1 0 0,0 0 0 0 0,0 0 0 0 0,0-1 0 0 0,0 1 0 0 0,0 0 0 0 0,0 0 1 0 0,0 0-1 0 0,0 0 0 0 0,0-1 0 0 0,0 1 0 0 0,0 0 0 0 0,0 0 0 0 0,0 0 1 0 0,0-1-1 0 0,0 1 0 0 0,1 0 0 0 0,-1 0 0 0 0,0 0 0 0 0,0 0 0 0 0,0-1 1 0 0,0 1-1 0 0,0 0 0 0 0,0 0 0 0 0,0 0 0 0 0,1 0 0 0 0,-1 0 0 0 0,0-1 1 0 0,0 1-1 0 0,0 0 0 0 0,0 0 0 0 0,1 0 0 0 0,-1 0 0 0 0,0 0 0 0 0,15-2 2248 0 0,0 3-1746 0 0,0 1 0 0 0,0 0 1 0 0,0 1-1 0 0,0 1 0 0 0,-1 1 0 0 0,1 0 1 0 0,-1 0-1 0 0,14 9 0 0 0,110 67 2670 0 0,-135-79-3154 0 0,32 20 532 0 0,47 39 0 0 0,-73-53-500 0 0,0 1 1 0 0,0 0 0 0 0,0 0-1 0 0,-1 1 1 0 0,-1 0-1 0 0,0 0 1 0 0,0 1-1 0 0,-1 0 1 0 0,7 16 0 0 0,-12-24-129 0 0,0 0 0 0 0,0 1 0 0 0,0-1 1 0 0,-1 0-1 0 0,1 0 0 0 0,-1 1 0 0 0,0-1 0 0 0,0 1 1 0 0,0-1-1 0 0,0 0 0 0 0,-1 1 0 0 0,0 4 1 0 0,-6 11-531 0 0</inkml:trace>
</inkml:ink>
</file>

<file path=ppt/ink/ink1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37.9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12 123 3225 0 0,'-2'-2'32'0'0,"1"0"0"0"0,0 0 0 0 0,-1 0 0 0 0,1 0 0 0 0,0 0 0 0 0,0 0 0 0 0,1-1 0 0 0,-1 1 0 0 0,0 0 0 0 0,1-1 0 0 0,0 1 0 0 0,-1-1 0 0 0,1 1 0 0 0,0 0 0 0 0,0-1 0 0 0,0 1 0 0 0,1-1 0 0 0,-1 1 0 0 0,1 0 0 0 0,-1-1 0 0 0,1 1 0 0 0,0 0 0 0 0,0-1 0 0 0,1-1 0 0 0,0-1 126 0 0,0 0 0 0 0,0 0 1 0 0,0 1-1 0 0,1-1 0 0 0,0 1 1 0 0,0 0-1 0 0,0 0 0 0 0,1 0 1 0 0,-1 0-1 0 0,6-4 1 0 0,-7 7-76 0 0,-1 0 0 0 0,1-1 0 0 0,0 1 0 0 0,0 0 0 0 0,0 0 0 0 0,0 0 0 0 0,0 0-1 0 0,0 1 1 0 0,0-1 0 0 0,1 0 0 0 0,-1 1 0 0 0,0 0 0 0 0,0-1 0 0 0,0 1 0 0 0,1 0 0 0 0,-1 0 0 0 0,0 0 0 0 0,0 0 0 0 0,1 1 0 0 0,-1-1 0 0 0,0 1 0 0 0,0-1 0 0 0,0 1 0 0 0,0 0 0 0 0,0-1 0 0 0,0 1 0 0 0,0 1 0 0 0,0-1 0 0 0,0 0 0 0 0,0 0 0 0 0,0 1 0 0 0,-1-1 0 0 0,1 0 0 0 0,2 4 0 0 0,4 4 109 0 0,-1 1 0 0 0,0 0 0 0 0,-1 0 0 0 0,0 1 0 0 0,5 13 0 0 0,-7-16-109 0 0,9 26-5 0 0,0-1 0 0 0,-3 2 0 0 0,8 41 0 0 0,-11-43 119 0 0,1-1-1 0 0,1 0 1 0 0,2 0 0 0 0,15 31 0 0 0,-19-50-77 0 0,-4-5-46 0 0,1 0 0 0 0,1-1-1 0 0,-1 1 1 0 0,1-1 0 0 0,9 10-1 0 0,-13-15-34 0 0,1-1 0 0 0,-1 0-1 0 0,1 0 1 0 0,-1 0 0 0 0,1 1-1 0 0,0-1 1 0 0,-1-1 0 0 0,1 1-1 0 0,0 0 1 0 0,0 0 0 0 0,-1-1-1 0 0,1 1 1 0 0,0-1 0 0 0,0 1-1 0 0,0-1 1 0 0,0 0 0 0 0,0 0-1 0 0,0 0 1 0 0,0 0 0 0 0,0 0-1 0 0,0 0 1 0 0,-1 0-1 0 0,1-1 1 0 0,0 1 0 0 0,0-1-1 0 0,0 1 1 0 0,0-1 0 0 0,0 0-1 0 0,-1 0 1 0 0,4-2 0 0 0,9-7 140 0 0,0 0 1 0 0,-1-1-1 0 0,0-1 0 0 0,-1 0 1 0 0,0-1-1 0 0,14-20 0 0 0,31-33-1394 0 0,-15 27-268 0 0,-18 21 397 0 0</inkml:trace>
</inkml:ink>
</file>

<file path=ppt/ink/ink1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38.3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33 146 1376 0 0,'-1'0'67'0'0,"-1"0"0"0"0,1 0 0 0 0,0 0-1 0 0,0 0 1 0 0,0 0 0 0 0,0 1-1 0 0,0-1 1 0 0,0 0 0 0 0,0 1 0 0 0,0-1-1 0 0,0 1 1 0 0,0-1 0 0 0,0 1 0 0 0,-1 1-1 0 0,-14 4 1343 0 0,65-19 2232 0 0,-18 10-2721 0 0,0 1 0 0 0,41 3 1 0 0,-54-2-706 0 0,0-1 0 0 0,0 0 1 0 0,0-2-1 0 0,-1 0 0 0 0,1-1 1 0 0,23-9-1 0 0,6-2 229 0 0,56-18-90 0 0,75-19-3449 0 0,-153 48 2107 0 0</inkml:trace>
</inkml:ink>
</file>

<file path=ppt/ink/ink1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38.6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92 92 2761 0 0,'-5'-4'-42'0'0,"1"0"0"0"0,0-1 0 0 0,0 1 1 0 0,0-1-1 0 0,1 0 0 0 0,-1 0 1 0 0,-3-8-1 0 0,5 8 316 0 0,-1 0 0 0 0,0 0 0 0 0,0 1 0 0 0,-1-1 0 0 0,1 1-1 0 0,-1-1 1 0 0,-6-4 0 0 0,10 9-154 0 0,-1-1 0 0 0,1 1 0 0 0,0-1-1 0 0,-1 1 1 0 0,1 0 0 0 0,-1-1 0 0 0,1 1-1 0 0,-1 0 1 0 0,0-1 0 0 0,1 1-1 0 0,-1 0 1 0 0,1 0 0 0 0,-1 0 0 0 0,1-1-1 0 0,-1 1 1 0 0,0 0 0 0 0,1 0 0 0 0,-1 0-1 0 0,0 0 1 0 0,1 0 0 0 0,-1 0 0 0 0,1 0-1 0 0,-1 0 1 0 0,0 1 0 0 0,1-1 0 0 0,-1 0-1 0 0,1 0 1 0 0,-1 0 0 0 0,1 1 0 0 0,-1-1-1 0 0,1 0 1 0 0,-1 0 0 0 0,0 1-1 0 0,1-1 1 0 0,0 1 0 0 0,-1-1 0 0 0,1 0-1 0 0,-1 1 1 0 0,1-1 0 0 0,-1 1 0 0 0,1-1-1 0 0,0 1 1 0 0,-1-1 0 0 0,1 2 0 0 0,-1-1-12 0 0,1 0 0 0 0,0 0 0 0 0,0 0 0 0 0,-1 0 0 0 0,1 0 0 0 0,0 0 0 0 0,0 0 0 0 0,0 0 1 0 0,0 0-1 0 0,0 0 0 0 0,0-1 0 0 0,0 1 0 0 0,1 0 0 0 0,-1 0 0 0 0,0 0 0 0 0,1 0 0 0 0,-1 0 0 0 0,0 0 0 0 0,1 0 1 0 0,-1 0-1 0 0,1 0 0 0 0,-1-1 0 0 0,1 1 0 0 0,0 0 0 0 0,-1 0 0 0 0,1-1 0 0 0,0 1 0 0 0,1 1 0 0 0,86 56 1756 0 0,151 73-1 0 0,-237-130-1849 0 0,0-1 1 0 0,0 1 0 0 0,0 0 0 0 0,0 0 0 0 0,0 0-1 0 0,0 0 1 0 0,-1 1 0 0 0,1-1 0 0 0,0 0 0 0 0,-1 1-1 0 0,1-1 1 0 0,-1 1 0 0 0,0 0 0 0 0,1-1-1 0 0,-1 1 1 0 0,0 0 0 0 0,0 0 0 0 0,0 0 0 0 0,0 0-1 0 0,0-1 1 0 0,-1 2 0 0 0,1-1 0 0 0,-1 0 0 0 0,1 0-1 0 0,-1 0 1 0 0,0 0 0 0 0,1 3 0 0 0,-3 1-34 0 0,1 0 1 0 0,-1 0-1 0 0,0 0 0 0 0,0 0 1 0 0,-1 0-1 0 0,0-1 1 0 0,0 1-1 0 0,-4 6 0 0 0,-6 10-1209 0 0,1 4-4472 0 0</inkml:trace>
</inkml:ink>
</file>

<file path=ppt/ink/ink1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1:51.4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1090 71 920 0 0,'-8'-7'319'0'0,"-2"-1"0"0"0,1 1-1 0 0,-1 1 1 0 0,0 0 0 0 0,0 0-1 0 0,-1 1 1 0 0,0 0 0 0 0,1 1-1 0 0,-2 0 1 0 0,1 1 0 0 0,0 0-1 0 0,-1 1 1 0 0,0 0 0 0 0,1 1-1 0 0,-1 0 1 0 0,0 1 0 0 0,-19 1-1 0 0,-5 3 52 0 0,-1 2 0 0 0,1 1-1 0 0,0 2 1 0 0,-48 18-1 0 0,45-10-287 0 0,1 1 0 0 0,1 2 0 0 0,1 1 0 0 0,0 2 0 0 0,2 2 0 0 0,1 1 0 0 0,1 1 0 0 0,-46 52 0 0 0,51-47-36 0 0,2 1 1 0 0,1 1 0 0 0,2 1-1 0 0,2 1 1 0 0,1 1-1 0 0,1 1 1 0 0,-16 54-1 0 0,8-24-85 0 0,13-35-1 0 0,1 0 1 0 0,1 0-1 0 0,2 1 1 0 0,1 1-1 0 0,-7 69 1 0 0,14-41 55 0 0,2 0 0 0 0,3 0 0 0 0,2 0 0 0 0,26 107 0 0 0,-26-153-45 0 0,1 0-1 0 0,1 0 1 0 0,1-1 0 0 0,0 1-1 0 0,1-2 1 0 0,0 0-1 0 0,1 0 1 0 0,1-1 0 0 0,1 0-1 0 0,0-1 1 0 0,0 0 0 0 0,2-1-1 0 0,26 17 1 0 0,11 3 101 0 0,1-2 1 0 0,103 41 0 0 0,-31-25-261 0 0,239 53 1 0 0,-332-92 149 0 0,1-1-1 0 0,0-2 1 0 0,0-1 0 0 0,0-1-1 0 0,1-2 1 0 0,-1-2 0 0 0,0-1-1 0 0,64-14 1 0 0,-76 12 46 0 0,-1-2-1 0 0,1 0 1 0 0,-1-2 0 0 0,-1 0-1 0 0,0-1 1 0 0,0-1-1 0 0,-1-1 1 0 0,0 0 0 0 0,-1-1-1 0 0,0-1 1 0 0,-2-1-1 0 0,1 0 1 0 0,-2-1 0 0 0,24-33-1 0 0,-9-2 150 0 0,-2 0 0 0 0,-2-2 0 0 0,25-78-1 0 0,-20 51 72 0 0,-1 5 1 0 0,-4-1-1 0 0,22-112 1 0 0,-40 148-44 0 0,-2-1 0 0 0,-1 0 0 0 0,-3 1 0 0 0,-1-1 0 0 0,-2 0-1 0 0,-12-67 1 0 0,2 44 210 0 0,-3 2 1 0 0,-2-1-1 0 0,-27-61 0 0 0,37 108-350 0 0,0-1 0 0 0,-1 1 1 0 0,-1 1-1 0 0,-1 0 0 0 0,0 0 1 0 0,-1 1-1 0 0,-1 0 0 0 0,0 1 1 0 0,-1 0-1 0 0,0 1 1 0 0,-1 0-1 0 0,0 1 0 0 0,-1 1 1 0 0,0 0-1 0 0,-30-14 0 0 0,17 13-35 0 0,0 1 1 0 0,0 1-1 0 0,-1 1 0 0 0,-1 2 0 0 0,-41-5 0 0 0,54 10-198 0 0,1 1 0 0 0,0 0 0 0 0,0 1 0 0 0,0 1 0 0 0,-1 1 0 0 0,1 0-1 0 0,1 1 1 0 0,-1 0 0 0 0,1 2 0 0 0,0 0 0 0 0,-24 12 0 0 0,8 2-2702 0 0,-1 2-855 0 0</inkml:trace>
</inkml:ink>
</file>

<file path=ppt/ink/ink1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1:53.01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1112 132 4145 0 0,'-41'-17'417'0'0,"0"3"0"0"0,-1 1-1 0 0,-1 2 1 0 0,-60-7 0 0 0,97 17-386 0 0,-241-54 74 0 0,234 53-99 0 0,0 1 0 0 0,0 1-1 0 0,0 1 1 0 0,0-1-1 0 0,0 2 1 0 0,0 0 0 0 0,1 1-1 0 0,-1 0 1 0 0,0 0-1 0 0,1 2 1 0 0,0 0 0 0 0,-20 10-1 0 0,-5 7-159 0 0,2 1 0 0 0,-53 43 0 0 0,72-53 149 0 0,1 1 0 0 0,1 1 0 0 0,0 0-1 0 0,1 1 1 0 0,0 1 0 0 0,-17 31 0 0 0,15-21 2 0 0,2 1 0 0 0,1 1 1 0 0,-15 56-1 0 0,9 3 359 0 0,4 0 0 0 0,-4 105 1 0 0,12-110 287 0 0,2-39-504 0 0,2 0 1 0 0,3 1 0 0 0,1-1 0 0 0,2 0 0 0 0,1 0-1 0 0,18 63 1 0 0,-16-80-3 0 0,1-1-1 0 0,2 1 1 0 0,0-1-1 0 0,2-1 1 0 0,1 0-1 0 0,1 0 1 0 0,1-2-1 0 0,1 1 1 0 0,1-2-1 0 0,37 39 1 0 0,62 36 112 0 0,-67-58-188 0 0,57 58 0 0 0,-62-49-35 0 0,-9-10-105 0 0,52 46 0 0 0,-74-73 42 0 0,2 0 0 0 0,-1-1 0 0 0,1-1 0 0 0,1 0 0 0 0,-1-1 0 0 0,2-1 0 0 0,30 10 0 0 0,2-7 239 0 0,0-1 0 0 0,0-2 0 0 0,1-3 1 0 0,-1-2-1 0 0,1-2 0 0 0,0-2 0 0 0,81-14 1 0 0,-109 11-190 0 0,0 0 0 0 0,0-1 1 0 0,-1-1-1 0 0,0-1 0 0 0,0-1 1 0 0,-1-1-1 0 0,0-1 0 0 0,-1-1 1 0 0,0 0-1 0 0,-1-1 0 0 0,0-1 1 0 0,-1-1-1 0 0,-1-1 0 0 0,0 0 1 0 0,15-21-1 0 0,-5 4 259 0 0,-2-1 0 0 0,-2-1 0 0 0,-1 0 0 0 0,-1-2 0 0 0,27-74 0 0 0,-27 52 128 0 0,-4-1 0 0 0,-2-1 0 0 0,8-77 0 0 0,20-442 283 0 0,-37 475-575 0 0,-3 87-37 0 0,-2-1-1 0 0,-1 1 0 0 0,0 0 0 0 0,-1 0 1 0 0,-5-20-1 0 0,5 29-7 0 0,-1 0-1 0 0,0 1 1 0 0,-1-1 0 0 0,0 1-1 0 0,0 0 1 0 0,0 0-1 0 0,-1 1 1 0 0,-1-1 0 0 0,1 1-1 0 0,-1 0 1 0 0,0 1 0 0 0,-10-8-1 0 0,-15-11 33 0 0,-1 2 0 0 0,-57-32 0 0 0,-77-27 137 0 0,161 80-232 0 0,-59-26-14 0 0,-1 4 0 0 0,-1 2 1 0 0,-75-14-1 0 0,133 34-273 0 0,-1 0 0 0 0,1 1 0 0 0,-1 0 0 0 0,0 1 0 0 0,1 0 0 0 0,-12 1 0 0 0,-5 4-5399 0 0</inkml:trace>
</inkml:ink>
</file>

<file path=ppt/ink/ink1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1:58.46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10594 0 0,'0'0'9'0'0,"1"0"0"0"0,-1 0 0 0 0,1 0 0 0 0,-1 0 0 0 0,0 0 0 0 0,1 0 0 0 0,-1 0-1 0 0,1 0 1 0 0,-1 1 0 0 0,0-1 0 0 0,1 0 0 0 0,-1 0 0 0 0,0 0 0 0 0,1 0 0 0 0,-1 1 0 0 0,0-1 0 0 0,1 0-1 0 0,-1 0 1 0 0,0 1 0 0 0,1-1 0 0 0,-1 0 0 0 0,0 0 0 0 0,0 1 0 0 0,1-1 0 0 0,-1 0 0 0 0,0 1 0 0 0,0-1-1 0 0,1 0 1 0 0,-1 1 0 0 0,0-1 0 0 0,0 1 0 0 0,8 12 362 0 0,-1 8 264 0 0,-1 0-1 0 0,0 1 0 0 0,-2-1 1 0 0,0 1-1 0 0,-2 0 0 0 0,1 29 0 0 0,1 14-77 0 0,57 457 1500 0 0,-29-321-1813 0 0,-9-65-1300 0 0,-21-105-3459 0 0</inkml:trace>
</inkml:ink>
</file>

<file path=ppt/ink/ink1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1:58.94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44 157 3225 0 0,'-3'-1'112'0'0,"-1"-1"1"0"0,1 0 0 0 0,-1 0 0 0 0,1 0 0 0 0,0 0 0 0 0,0-1-1 0 0,0 1 1 0 0,0-1 0 0 0,1 0 0 0 0,-1 1 0 0 0,1-1-1 0 0,-3-5 1 0 0,4 7-20 0 0,1-1-1 0 0,-1 1 0 0 0,1-1 1 0 0,0 1-1 0 0,0-1 0 0 0,-1 1 1 0 0,1-1-1 0 0,1 1 1 0 0,-1-1-1 0 0,0 0 0 0 0,0 1 1 0 0,0-1-1 0 0,1 1 0 0 0,-1-1 1 0 0,1 1-1 0 0,-1-1 0 0 0,1 1 1 0 0,0-1-1 0 0,-1 1 1 0 0,1 0-1 0 0,0-1 0 0 0,0 1 1 0 0,0 0-1 0 0,0 0 0 0 0,0 0 1 0 0,0 0-1 0 0,1 0 0 0 0,-1 0 1 0 0,0 0-1 0 0,0 0 1 0 0,3-1-1 0 0,11-10 395 0 0,0 2-1 0 0,0 0 1 0 0,1 0-1 0 0,0 2 1 0 0,25-11 0 0 0,-36 17-397 0 0,1 1 1 0 0,-1-1 0 0 0,1 1 0 0 0,-1 0-1 0 0,1 0 1 0 0,0 1 0 0 0,-1-1 0 0 0,1 1 0 0 0,0 1-1 0 0,0-1 1 0 0,-1 1 0 0 0,1 0 0 0 0,0 0 0 0 0,-1 0-1 0 0,1 1 1 0 0,-1 0 0 0 0,0 0 0 0 0,0 1 0 0 0,1-1-1 0 0,-1 1 1 0 0,6 5 0 0 0,-1 0-83 0 0,-1 0 1 0 0,0 0-1 0 0,0 1 1 0 0,-1 0-1 0 0,0 1 0 0 0,0 0 1 0 0,-1 0-1 0 0,-1 1 1 0 0,0 0-1 0 0,0 0 0 0 0,-1 0 1 0 0,0 1-1 0 0,-1-1 1 0 0,-1 1-1 0 0,3 14 0 0 0,-3-10-21 0 0,-2 0 0 0 0,0 0 0 0 0,0-1 0 0 0,-2 1 1 0 0,0 0-1 0 0,-1-1 0 0 0,0 1 0 0 0,-1 0 0 0 0,-1-1 0 0 0,0 0 0 0 0,-11 22 0 0 0,4-12 106 0 0,-1 0 0 0 0,-2-1 1 0 0,0 0-1 0 0,-24 28 1 0 0,28-40 49 0 0,0-1 0 0 0,0 0 1 0 0,-1 0-1 0 0,-1-1 0 0 0,0-1 1 0 0,0 0-1 0 0,-1-1 0 0 0,0 0 1 0 0,-21 9-1 0 0,54-27 2117 0 0,-15 7-2137 0 0,0 1 0 0 0,1-1 0 0 0,-1 1 0 0 0,1-1 0 0 0,0 2 0 0 0,-1-1 0 0 0,1 1 0 0 0,0-1 0 0 0,0 2 0 0 0,0-1 0 0 0,9 1 0 0 0,5 3-45 0 0,-1 0 1 0 0,33 12 0 0 0,24 4-347 0 0,-25-14-1045 0 0,-1-2 1 0 0,80-6 0 0 0,-55 1-2193 0 0,-46 2 2135 0 0,-5 1 821 0 0</inkml:trace>
</inkml:ink>
</file>

<file path=ppt/ink/ink1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1:59.32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 1 10594 0 0,'-2'2'97'0'0,"0"1"-1"0"0,0-1 0 0 0,1 1 1 0 0,-1 0-1 0 0,1 0 1 0 0,0 0-1 0 0,0 0 0 0 0,0 0 1 0 0,0 0-1 0 0,1 0 0 0 0,-1 0 1 0 0,1 0-1 0 0,0 0 1 0 0,-1 0-1 0 0,1 1 0 0 0,1-1 1 0 0,-1 0-1 0 0,0 0 0 0 0,1 0 1 0 0,1 4-1 0 0,2 10 932 0 0,1-1 0 0 0,10 22 0 0 0,-12-30-535 0 0,11 32-168 0 0,12 55 0 0 0,-6-17-3048 0 0,-17-66 1436 0 0</inkml:trace>
</inkml:ink>
</file>

<file path=ppt/ink/ink1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1:59.68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66 7370 0 0,'-1'-4'472'0'0,"1"0"1"0"0,0-1 0 0 0,1 1 0 0 0,-1-1-1 0 0,1 1 1 0 0,0 0 0 0 0,0-1 0 0 0,0 1-1 0 0,1 0 1 0 0,-1 0 0 0 0,1 0 0 0 0,0 0 0 0 0,3-5-1 0 0,-4 9-496 0 0,-1 0 0 0 0,1 0 1 0 0,-1-1-1 0 0,1 1 0 0 0,-1 0 0 0 0,1 0 0 0 0,-1 0 0 0 0,1 0 0 0 0,0-1 0 0 0,-1 1 0 0 0,1 0 0 0 0,-1 0 0 0 0,1 0 0 0 0,-1 0 1 0 0,1 0-1 0 0,0 1 0 0 0,-1-1 0 0 0,1 0 0 0 0,-1 0 0 0 0,1 0 0 0 0,-1 0 0 0 0,1 1 0 0 0,-1-1 0 0 0,1 0 0 0 0,-1 0 0 0 0,1 1 1 0 0,-1-1-1 0 0,1 0 0 0 0,-1 1 0 0 0,1-1 0 0 0,-1 1 0 0 0,1-1 0 0 0,-1 0 0 0 0,0 1 0 0 0,1-1 0 0 0,-1 1 0 0 0,0-1 0 0 0,0 1 1 0 0,1-1-1 0 0,-1 1 0 0 0,0 0 0 0 0,0-1 0 0 0,1 1 0 0 0,9 26-4081 0 0,-9-26 3818 0 0,3 13-1632 0 0</inkml:trace>
</inkml:ink>
</file>

<file path=ppt/ink/ink1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0.06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95 6913 0 0,'9'-2'921'0'0,"0"0"0"0"0,0-1 0 0 0,-1-1-1 0 0,14-7 1 0 0,68-52 634 0 0,-74 54-6249 0 0</inkml:trace>
  <inkml:trace contextRef="#ctx0" brushRef="#br0" timeOffset="1">119 336 5065 0 0,'29'-30'1952'0'0,"34"-26"-1643"0"0,33-32-145 0 0,-89 78-164 0 0,-3 2 0 0 0</inkml:trace>
</inkml:ink>
</file>

<file path=ppt/ink/ink1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0.5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1 6913 0 0,'-1'0'66'0'0,"0"1"0"0"0,1-1 0 0 0,-1 1 0 0 0,1 0-1 0 0,-1-1 1 0 0,1 1 0 0 0,-1 0 0 0 0,1-1-1 0 0,-1 1 1 0 0,1 0 0 0 0,0-1 0 0 0,-1 1-1 0 0,1 0 1 0 0,0 0 0 0 0,0 0 0 0 0,-1-1 0 0 0,1 1-1 0 0,0 0 1 0 0,0 0 0 0 0,0 0 0 0 0,0 0-1 0 0,0-1 1 0 0,0 1 0 0 0,0 0 0 0 0,1 0-1 0 0,-1 0 1 0 0,0-1 0 0 0,0 1 0 0 0,1 0 0 0 0,-1 0-1 0 0,0-1 1 0 0,1 1 0 0 0,0 1 0 0 0,16 41 1679 0 0,-10-27-860 0 0,21 67 499 0 0,-4 1 1 0 0,21 135-1 0 0,-3-10-2294 0 0,-32-174-75 0 0,-1-5-258 0 0</inkml:trace>
</inkml:ink>
</file>

<file path=ppt/ink/ink1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0.8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0 157 3681 0 0,'3'-11'396'0'0,"0"-1"0"0"0,1 1 0 0 0,0 0 0 0 0,0 0 0 0 0,1 1 0 0 0,1-1 0 0 0,0 1 0 0 0,0 0 1 0 0,1 1-1 0 0,0 0 0 0 0,1 0 0 0 0,0 0 0 0 0,10-9 0 0 0,-17 18-355 0 0,-1-1 1 0 0,1 1-1 0 0,-1-1 1 0 0,1 1-1 0 0,0-1 1 0 0,-1 1-1 0 0,1 0 1 0 0,0-1-1 0 0,-1 1 1 0 0,1 0-1 0 0,0-1 1 0 0,-1 1-1 0 0,1 0 1 0 0,0 0-1 0 0,0-1 1 0 0,-1 1-1 0 0,1 0 1 0 0,0 0-1 0 0,0 0 1 0 0,-1 0-1 0 0,1 0 1 0 0,0 0-1 0 0,0 0 1 0 0,-1 1-1 0 0,1-1 1 0 0,0 0-1 0 0,0 0 0 0 0,-1 0 1 0 0,1 1-1 0 0,0-1 1 0 0,-1 0-1 0 0,1 1 1 0 0,0-1-1 0 0,-1 1 1 0 0,1-1-1 0 0,-1 1 1 0 0,1-1-1 0 0,-1 1 1 0 0,1-1-1 0 0,-1 1 1 0 0,1-1-1 0 0,-1 1 1 0 0,1 0-1 0 0,-1-1 1 0 0,0 1-1 0 0,1 0 1 0 0,-1-1-1 0 0,0 1 1 0 0,1 0-1 0 0,-1 0 1 0 0,0-1-1 0 0,0 1 1 0 0,0 0-1 0 0,0 0 1 0 0,0 1-1 0 0,5 48 46 0 0,-5-47-73 0 0,-2 77-150 0 0,-22 140 0 0 0,-1 18 14 0 0,24-236 193 0 0,1 0 1 0 0,0 0-1 0 0,-1 0 0 0 0,1 0 1 0 0,0 0-1 0 0,0 0 1 0 0,1-1-1 0 0,-1 1 0 0 0,0 0 1 0 0,1 0-1 0 0,-1 0 1 0 0,1 0-1 0 0,-1-1 0 0 0,1 1 1 0 0,0 0-1 0 0,0-1 1 0 0,0 1-1 0 0,0 0 0 0 0,0-1 1 0 0,0 1-1 0 0,0-1 1 0 0,0 0-1 0 0,1 1 0 0 0,-1-1 1 0 0,1 0-1 0 0,-1 0 1 0 0,1 0-1 0 0,2 2 0 0 0,0-2 23 0 0,-1-1 0 0 0,0 0 0 0 0,1 1 0 0 0,-1-1-1 0 0,1 0 1 0 0,-1-1 0 0 0,1 1 0 0 0,-1-1 0 0 0,1 1-1 0 0,-1-1 1 0 0,0 0 0 0 0,1 0 0 0 0,-1-1 0 0 0,0 1-1 0 0,4-3 1 0 0,17-7-52 0 0,14-8 79 0 0,64-22 1 0 0,-88 37-621 0 0,-1 1-1 0 0,1 0 0 0 0,0 0 0 0 0,0 2 0 0 0,0 0 1 0 0,0 0-1 0 0,0 1 0 0 0,26 4 0 0 0,-16 1-3497 0 0</inkml:trace>
</inkml:ink>
</file>

<file path=ppt/ink/ink1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1.29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3681 0 0,'4'8'4358'0'0,"3"15"-2017"0"0,0 0-908 0 0,48 105 2625 0 0,-10-47-5879 0 0,-37-66-3267 0 0</inkml:trace>
</inkml:ink>
</file>

<file path=ppt/ink/ink1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1.65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0 7714 0 0,'-4'2'168'0'0,"2"-1"40"0"0,1 0 8 0 0,1 1 0 0 0,0-1-216 0 0,0 1 0 0 0,1-1 0 0 0,1 2 0 0 0,-1 2 88 0 0,2 1-24 0 0,1 1-64 0 0,4 2-1504 0 0,-1-1-353 0 0,4 2-63 0 0</inkml:trace>
</inkml:ink>
</file>

<file path=ppt/ink/ink1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2.03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58 2304 0 0,'7'12'180'0'0,"-1"0"-1"0"0,0 0 0 0 0,-1 0 0 0 0,-1 1 1 0 0,0 0-1 0 0,0 0 0 0 0,-1 0 0 0 0,-1 0 1 0 0,1 17-1 0 0,9 40 717 0 0,-4-51-70 0 0,-4-36 789 0 0,0-9-1017 0 0,3-1-207 0 0,26-84-16 0 0,-29 100-378 0 0,0 1-1 0 0,1 0 0 0 0,0 0 0 0 0,1 1 0 0 0,0 0 0 0 0,0 0 0 0 0,1 0 0 0 0,10-10 0 0 0,-16 18 64 0 0,0 0 1 0 0,0 0-1 0 0,1 0 0 0 0,-1 0 1 0 0,0 0-1 0 0,0 0 0 0 0,1 0 0 0 0,-1 0 1 0 0,1 1-1 0 0,-1-1 0 0 0,0 0 1 0 0,1 1-1 0 0,0 0 0 0 0,-1-1 0 0 0,1 1 1 0 0,-1 0-1 0 0,1-1 0 0 0,-1 1 0 0 0,1 0 1 0 0,0 0-1 0 0,-1 0 0 0 0,1 1 1 0 0,-1-1-1 0 0,1 0 0 0 0,1 1 0 0 0,0 0 33 0 0,0 1-1 0 0,-1 0 0 0 0,1-1 0 0 0,-1 1 0 0 0,0 0 1 0 0,0 0-1 0 0,1 0 0 0 0,-1 1 0 0 0,0-1 0 0 0,-1 0 1 0 0,1 1-1 0 0,2 3 0 0 0,4 9-187 0 0,-1 0 0 0 0,-1 1 1 0 0,8 26-1 0 0,-14-40 18 0 0,9 30-1517 0 0,-4-15-1892 0 0</inkml:trace>
</inkml:ink>
</file>

<file path=ppt/ink/ink1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2.3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1 160 10594 0 0,'10'13'478'0'0,"1"0"-1"0"0,-2 0 1 0 0,15 27-1 0 0,0 0 1960 0 0,-3-4-1631 0 0,-2 0 0 0 0,-1 2 0 0 0,20 62 0 0 0,12 26-1938 0 0,-39-105-70 0 0,-1-10-3461 0 0</inkml:trace>
  <inkml:trace contextRef="#ctx0" brushRef="#br0" timeOffset="1">119 209 3225 0 0,'1'-9'1'0'0,"0"1"0"0"0,0 0-1 0 0,1 0 1 0 0,0 0 0 0 0,0 0 0 0 0,1 0 0 0 0,0 1 0 0 0,0-1 0 0 0,9-13 0 0 0,-3 8 330 0 0,0 1-1 0 0,1 1 1 0 0,1-1 0 0 0,16-13 0 0 0,-21 20 158 0 0,-1 0 1 0 0,1 1 0 0 0,1-1-1 0 0,-1 1 1 0 0,0 1 0 0 0,1 0 0 0 0,0-1-1 0 0,0 2 1 0 0,13-5 0 0 0,-17 7-418 0 0,-1 0 0 0 0,0-1 0 0 0,0 1 0 0 0,1 0 0 0 0,-1 0 0 0 0,0 1 0 0 0,0-1 0 0 0,1 0 0 0 0,-1 1 0 0 0,0-1 0 0 0,0 1 0 0 0,0 0 0 0 0,0-1 0 0 0,0 1 0 0 0,0 0 0 0 0,0 1 1 0 0,0-1-1 0 0,0 0 0 0 0,0 0 0 0 0,-1 1 0 0 0,1-1 0 0 0,0 1 0 0 0,-1-1 0 0 0,1 1 0 0 0,-1 0 0 0 0,0 0 0 0 0,1 0 0 0 0,-1 0 0 0 0,0 0 0 0 0,0 0 0 0 0,0 0 0 0 0,-1 0 0 0 0,1 0 0 0 0,0 0 1 0 0,-1 0-1 0 0,1 4 0 0 0,2 7-151 0 0,-2 0 1 0 0,1 1 0 0 0,-2-1 0 0 0,0 0-1 0 0,0 0 1 0 0,-1 1 0 0 0,-1-1 0 0 0,-6 25 0 0 0,2-15-308 0 0,-1-1 0 0 0,-1 0 0 0 0,-1 0 1 0 0,-14 25-1 0 0,18-39-3143 0 0</inkml:trace>
</inkml:ink>
</file>

<file path=ppt/ink/ink1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2.74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5985 0 0,'0'5'132'0'0,"0"-1"0"0"0,0 1-1 0 0,1 0 1 0 0,0-1 0 0 0,0 1-1 0 0,0-1 1 0 0,0 1 0 0 0,4 7 0 0 0,0 3 56 0 0,1 11 308 0 0,3 37 0 0 0,-7-44-493 0 0,0-1 1 0 0,2 1-1 0 0,0-1 1 0 0,12 32-1 0 0,-16-48-45 0 0,0-1-1 0 0,1 1 0 0 0,-1-1 0 0 0,1 0 1 0 0,-1 0-1 0 0,1 1 0 0 0,0-1 0 0 0,-1 0 1 0 0,1 0-1 0 0,0 0 0 0 0,0 0 0 0 0,0 0 1 0 0,0 0-1 0 0,0 0 0 0 0,0 0 0 0 0,0 0 1 0 0,0 0-1 0 0,1 0 0 0 0,-1-1 0 0 0,0 1 1 0 0,0 0-1 0 0,1-1 0 0 0,-1 1 0 0 0,0-1 1 0 0,2 1-1 0 0,-1-2-55 0 0,-1 1 0 0 0,1-1 0 0 0,-1 0 0 0 0,0 0 0 0 0,1 1 0 0 0,-1-1 0 0 0,0 0 0 0 0,0 0 0 0 0,1 0 1 0 0,-1 0-1 0 0,0-1 0 0 0,0 1 0 0 0,0 0 0 0 0,0 0 0 0 0,0-1 0 0 0,-1 1 0 0 0,1 0 0 0 0,0-1 0 0 0,-1 1 0 0 0,1-1 0 0 0,0-2 0 0 0,5-10-302 0 0,-1-3 43 0 0</inkml:trace>
</inkml:ink>
</file>

<file path=ppt/ink/ink1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3.11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0 446 1008 0 0,'6'-16'448'0'0,"-4"8"-73"0"0,0 0 0 0 0,1 0 0 0 0,0 0-1 0 0,0 0 1 0 0,1 1 0 0 0,0 0 0 0 0,1-1-1 0 0,-1 1 1 0 0,1 1 0 0 0,9-10 0 0 0,-14 15-300 0 0,1 1 0 0 0,-1 0 0 0 0,1 0 1 0 0,-1-1-1 0 0,0 1 0 0 0,1 0 1 0 0,-1 0-1 0 0,1 0 0 0 0,-1-1 1 0 0,0 1-1 0 0,1 0 0 0 0,-1 0 1 0 0,1 0-1 0 0,-1 0 0 0 0,1 0 1 0 0,-1 0-1 0 0,0 0 0 0 0,1 0 1 0 0,-1 0-1 0 0,1 0 0 0 0,-1 0 1 0 0,1 0-1 0 0,-1 1 0 0 0,1-1 1 0 0,-1 0-1 0 0,0 0 0 0 0,1 0 1 0 0,-1 0-1 0 0,0 1 0 0 0,1-1 1 0 0,0 1-1 0 0,9 14 1605 0 0,3 25 31 0 0,-13-37-1613 0 0,3 9-18 0 0,1 0-1 0 0,0 0 1 0 0,0 0-1 0 0,1-1 1 0 0,1 0-1 0 0,9 15 1 0 0,-13-23-334 0 0,0 0 1 0 0,1 0 0 0 0,-1 0-1 0 0,1 0 1 0 0,0-1 0 0 0,0 1-1 0 0,0-1 1 0 0,0 0 0 0 0,0 0-1 0 0,7 4 1 0 0,-7-6-84 0 0,-1 1 0 0 0,1 0-1 0 0,0-1 1 0 0,-1 1 0 0 0,1-1 0 0 0,0 0-1 0 0,-1 0 1 0 0,1 0 0 0 0,0 0 0 0 0,0 0 0 0 0,-1 0-1 0 0,1-1 1 0 0,0 1 0 0 0,-1-1 0 0 0,1 0-1 0 0,-1 0 1 0 0,4-2 0 0 0,1-2 216 0 0</inkml:trace>
  <inkml:trace contextRef="#ctx0" brushRef="#br0" timeOffset="1">326 18 8754 0 0,'-3'-7'36'0'0,"-7"-3"2942"0"0,9 20-1875 0 0,2 23 1498 0 0,7 43 1 0 0,15 35-771 0 0,-4-44-1628 0 0,34 77 0 0 0,14 2-3624 0 0,-56-123-2763 0 0</inkml:trace>
</inkml:ink>
</file>

<file path=ppt/ink/ink1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3.44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3 243 7834 0 0,'0'-2'48'0'0,"-1"1"1"0"0,1 0 0 0 0,-1 0-1 0 0,1-1 1 0 0,0 1 0 0 0,0 0-1 0 0,0-1 1 0 0,-1 1 0 0 0,1 0-1 0 0,1 0 1 0 0,-1-1 0 0 0,0 1 0 0 0,0 0-1 0 0,0-1 1 0 0,1 1 0 0 0,-1 0-1 0 0,0 0 1 0 0,1-1 0 0 0,0 1-1 0 0,-1 0 1 0 0,1 0 0 0 0,0 0-1 0 0,-1 0 1 0 0,1 0 0 0 0,0 0-1 0 0,0 0 1 0 0,0 0 0 0 0,0 0-1 0 0,0 0 1 0 0,1-1 0 0 0,40-28 1000 0 0,-32 23-904 0 0,46-29 1157 0 0,100-47-1 0 0,-60 43-6385 0 0,-71 31 2181 0 0</inkml:trace>
</inkml:ink>
</file>

<file path=ppt/ink/ink1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3.77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 0 11058 0 0,'-2'3'235'0'0,"0"-1"-1"0"0,1 1 0 0 0,-1-1 0 0 0,0 1 1 0 0,1 0-1 0 0,0-1 0 0 0,-1 1 0 0 0,1 0 1 0 0,0 0-1 0 0,1 0 0 0 0,-1 0 0 0 0,0 0 1 0 0,1 0-1 0 0,0 0 0 0 0,-1 4 0 0 0,6 47 555 0 0,-3-46-501 0 0,10 52 154 0 0,3 0 0 0 0,31 80 0 0 0,-3-14-365 0 0,-10-17-200 0 0,33 112 249 0 0,-27-75-3275 0 0,-34-126-461 0 0,-2-4-943 0 0</inkml:trace>
</inkml:ink>
</file>

<file path=ppt/ink/ink1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4.11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0 162 3225 0 0,'7'-15'731'0'0,"1"0"1"0"0,1 1 0 0 0,0 0-1 0 0,1 1 1 0 0,0 0-1 0 0,1 0 1 0 0,1 1 0 0 0,0 1-1 0 0,16-13 1 0 0,-26 23-593 0 0,0-1-1 0 0,0 0 1 0 0,1 0 0 0 0,-1 1 0 0 0,1-1-1 0 0,-1 1 1 0 0,1 0 0 0 0,-1 0 0 0 0,1 0-1 0 0,0 0 1 0 0,0 0 0 0 0,-1 1 0 0 0,1-1-1 0 0,0 1 1 0 0,0 0 0 0 0,0 0-1 0 0,0 0 1 0 0,-1 0 0 0 0,5 1 0 0 0,-5 0-119 0 0,0 0 1 0 0,0 0-1 0 0,0 0 1 0 0,0 0 0 0 0,-1 1-1 0 0,1-1 1 0 0,-1 1-1 0 0,1-1 1 0 0,-1 1 0 0 0,1 0-1 0 0,-1-1 1 0 0,0 1-1 0 0,0 0 1 0 0,0 0 0 0 0,0 0-1 0 0,0 0 1 0 0,0 0-1 0 0,-1 0 1 0 0,1 0-1 0 0,0 0 1 0 0,-1 0 0 0 0,0 0-1 0 0,1 0 1 0 0,-1 1-1 0 0,0 3 1 0 0,0 6-118 0 0,0-1 0 0 0,-1 1-1 0 0,0-1 1 0 0,-1 1 0 0 0,0-1 0 0 0,0 0 0 0 0,-1 0 0 0 0,-7 16-1 0 0,-5 5 79 0 0,-25 43 0 0 0,22-44 1572 0 0,-18 43 1 0 0,35-73-1499 0 0,0 0 0 0 0,1 0-1 0 0,-1 0 1 0 0,1 1 0 0 0,0-1 0 0 0,-1 0 0 0 0,1 1 0 0 0,0-1 0 0 0,0 1 0 0 0,-1-1 0 0 0,1 0 0 0 0,0 1-1 0 0,1-1 1 0 0,-1 0 0 0 0,0 1 0 0 0,0-1 0 0 0,1 0 0 0 0,-1 1 0 0 0,0-1 0 0 0,1 0 0 0 0,-1 1 0 0 0,1-1-1 0 0,0 0 1 0 0,-1 0 0 0 0,1 0 0 0 0,0 1 0 0 0,0-1 0 0 0,0 0 0 0 0,0 0 0 0 0,0 0 0 0 0,0 0 0 0 0,0-1-1 0 0,0 1 1 0 0,0 0 0 0 0,0 0 0 0 0,0-1 0 0 0,1 1 0 0 0,-1 0 0 0 0,0-1 0 0 0,0 0 0 0 0,1 1 0 0 0,-1-1-1 0 0,3 1 1 0 0,7 1-48 0 0,1 0 0 0 0,-1-1 0 0 0,1 0 0 0 0,15-2-1 0 0,-9 1 200 0 0,41 3-393 0 0,0 2-1 0 0,71 15 1 0 0,-95-11-1392 0 0,0 0 0 0 0,52 23 1 0 0,-59-19 227 0 0</inkml:trace>
</inkml:ink>
</file>

<file path=ppt/ink/ink1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4.52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122 9 10594 0 0,'-2'-1'126'0'0,"0"-1"0"0"0,-1 1 0 0 0,1 0 0 0 0,0 1 0 0 0,-1-1 0 0 0,1 0 0 0 0,-1 1 0 0 0,1-1 0 0 0,0 1 0 0 0,-1 0 0 0 0,1-1 0 0 0,-1 1 0 0 0,1 1 0 0 0,-1-1 0 0 0,1 0 0 0 0,-1 1 0 0 0,1-1 1 0 0,-1 1-1 0 0,1-1 0 0 0,0 1 0 0 0,-1 0 0 0 0,1 0 0 0 0,0 0 0 0 0,0 1 0 0 0,0-1 0 0 0,0 0 0 0 0,0 1 0 0 0,0 0 0 0 0,0-1 0 0 0,0 1 0 0 0,0 0 0 0 0,1 0 0 0 0,-2 2 0 0 0,-2 2 217 0 0,0 0 0 0 0,1 0 1 0 0,-1 0-1 0 0,2 1 0 0 0,-1 0 0 0 0,1 0 1 0 0,0 0-1 0 0,0 0 0 0 0,1 0 0 0 0,-2 8 1 0 0,2 2-263 0 0,1-1 0 0 0,0 1 0 0 0,2 0 0 0 0,0 0 0 0 0,1-1 0 0 0,0 1 0 0 0,2 0 0 0 0,10 31 0 0 0,-2-16-106 0 0,1 0 0 0 0,2-1 0 0 0,25 41 0 0 0,-24-49-95 0 0,1-1 0 0 0,1-1-1 0 0,31 28 1 0 0,-2-1-5488 0 0,-28-27-73 0 0</inkml:trace>
  <inkml:trace contextRef="#ctx0" brushRef="#br0" timeOffset="1">46 595 2761 0 0,'0'-1'94'0'0,"-1"0"0"0"0,0 0 0 0 0,1 1 0 0 0,-1-1 1 0 0,1 0-1 0 0,0 0 0 0 0,-1 0 0 0 0,1 0 0 0 0,0 0 0 0 0,-1 0 1 0 0,1 0-1 0 0,0 0 0 0 0,0 0 0 0 0,0 0 0 0 0,0 0 1 0 0,0 0-1 0 0,0 0 0 0 0,0 0 0 0 0,0 0 0 0 0,0 0 1 0 0,1 0-1 0 0,-1 0 0 0 0,1-1 0 0 0,7-28 1623 0 0,-7 27-1599 0 0,7-17 448 0 0,0 1 0 0 0,1 0-1 0 0,1 0 1 0 0,1 1 0 0 0,0 0-1 0 0,17-18 1 0 0,90-93-1244 0 0,-101 112 405 0 0,16-18-222 0 0</inkml:trace>
</inkml:ink>
</file>

<file path=ppt/ink/ink1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4.9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0 190 2761 0 0,'3'-3'31'0'0,"0"1"0"0"0,0-1 1 0 0,-1 0-1 0 0,1-1 0 0 0,-1 1 1 0 0,0 0-1 0 0,3-7 1 0 0,-1 3-11 0 0,39-54-22 0 0,9-15 12 0 0,-48 67 32 0 0,-2 3-32 0 0</inkml:trace>
  <inkml:trace contextRef="#ctx0" brushRef="#br0" timeOffset="1">159 200 7370 0 0,'1'5'320'0'0,"0"-3"80"0"0,1-1-320 0 0,-1 0-80 0 0,0 1 0 0 0,2-2 0 0 0,1-2 320 0 0,5 0 40 0 0,3-2 16 0 0,5-6 0 0 0,5-2-376 0 0,0-5 0 0 0,2-4 0 0 0,1-1-80 0 0,0-2 80 0 0,0-1 88 0 0</inkml:trace>
</inkml:ink>
</file>

<file path=ppt/ink/ink1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5.29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 1 5529 0 0,'-2'1'234'0'0,"1"0"1"0"0,0 0-1 0 0,0 0 0 0 0,-1 0 0 0 0,1 0 1 0 0,0 0-1 0 0,0 0 0 0 0,0 0 0 0 0,0 0 1 0 0,1 1-1 0 0,-1-1 0 0 0,0 0 1 0 0,0 1-1 0 0,1-1 0 0 0,-1 1 0 0 0,1-1 1 0 0,-1 1-1 0 0,1-1 0 0 0,0 1 0 0 0,-1-1 1 0 0,1 1-1 0 0,0-1 0 0 0,0 1 0 0 0,0-1 1 0 0,0 1-1 0 0,0-1 0 0 0,1 1 0 0 0,0 2 1 0 0,4 25 1069 0 0,2 1 0 0 0,1-1-1 0 0,1 0 1 0 0,26 54 0 0 0,-6-14-615 0 0,78 244 1369 0 0,-58-163-3124 0 0,3-2-5097 0 0,-47-135 661 0 0</inkml:trace>
</inkml:ink>
</file>

<file path=ppt/ink/ink1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5.6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1 164 2304 0 0,'7'-16'786'0'0,"0"1"-1"0"0,1 0 0 0 0,0 0 0 0 0,1 1 0 0 0,1 0 0 0 0,0 1 0 0 0,1 0 0 0 0,19-17 0 0 0,-29 29-662 0 0,1-1 1 0 0,-1 1-1 0 0,0-1 1 0 0,1 1-1 0 0,-1 0 0 0 0,1-1 1 0 0,0 1-1 0 0,-1 0 0 0 0,1 0 1 0 0,0 0-1 0 0,0 1 1 0 0,0-1-1 0 0,-1 0 0 0 0,1 1 1 0 0,0-1-1 0 0,0 1 1 0 0,0-1-1 0 0,0 1 0 0 0,0 0 1 0 0,0 0-1 0 0,0 0 1 0 0,0 0-1 0 0,0 0 0 0 0,3 1 1 0 0,-3 0-36 0 0,0 1 1 0 0,0-1 0 0 0,-1 1 0 0 0,1 0 0 0 0,0 0 0 0 0,-1-1-1 0 0,1 1 1 0 0,-1 0 0 0 0,0 0 0 0 0,1 0 0 0 0,-1 1-1 0 0,0-1 1 0 0,0 0 0 0 0,0 0 0 0 0,-1 1 0 0 0,1-1 0 0 0,-1 0-1 0 0,1 1 1 0 0,0 3 0 0 0,1 18 2 0 0,0-1 0 0 0,-1 1 0 0 0,-1-1 0 0 0,-1 1 0 0 0,-8 42 0 0 0,-1-18-191 0 0,-29 83 1 0 0,20-89 274 0 0,14-34 254 0 0,1 1 1 0 0,0-1-1 0 0,1 1 0 0 0,0-1 1 0 0,0 1-1 0 0,1 0 1 0 0,-3 16-1 0 0,5-24-377 0 0,0-1 1 0 0,1 1 0 0 0,-1-1-1 0 0,0 1 1 0 0,0-1-1 0 0,1 1 1 0 0,-1-1 0 0 0,0 1-1 0 0,1-1 1 0 0,-1 0-1 0 0,0 1 1 0 0,1-1 0 0 0,-1 0-1 0 0,0 1 1 0 0,1-1-1 0 0,-1 0 1 0 0,1 1-1 0 0,-1-1 1 0 0,1 0 0 0 0,-1 0-1 0 0,1 0 1 0 0,-1 1-1 0 0,1-1 1 0 0,-1 0 0 0 0,1 0-1 0 0,-1 0 1 0 0,1 0-1 0 0,-1 0 1 0 0,1 0-1 0 0,-1 0 1 0 0,1 0 0 0 0,-1 0-1 0 0,1 0 1 0 0,-1 0-1 0 0,1 0 1 0 0,-1-1 0 0 0,1 1-1 0 0,-1 0 1 0 0,1 0-1 0 0,-1 0 1 0 0,1-1 0 0 0,-1 1-1 0 0,1 0 1 0 0,0-1-1 0 0,28-11 223 0 0,-26 10-149 0 0,20-9-78 0 0,1 1 0 0 0,1 1 1 0 0,0 2-1 0 0,0 0 0 0 0,33-4 0 0 0,-34 8-799 0 0,0 2 0 0 0,0 0 0 0 0,-1 2-1 0 0,1 1 1 0 0,46 9 0 0 0,-6 3-2128 0 0,-33-6 1416 0 0</inkml:trace>
</inkml:ink>
</file>

<file path=ppt/ink/ink1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6.0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42 1 9274 0 0,'-4'6'434'0'0,"0"2"-1"0"0,0-1 1 0 0,0 0 0 0 0,1 1-1 0 0,1-1 1 0 0,-1 1 0 0 0,1 0-1 0 0,0 0 1 0 0,-1 12 0 0 0,1-11-54 0 0,-2 19-59 0 0,2-1 1 0 0,0 0-1 0 0,2 1 0 0 0,0-1 1 0 0,2 1-1 0 0,2-1 1 0 0,0 0-1 0 0,2 0 0 0 0,17 50 1 0 0,-6-32-364 0 0,2 0 0 0 0,2-2-1 0 0,2 0 1 0 0,51 70 0 0 0,-38-64-4715 0 0,-19-26-503 0 0</inkml:trace>
</inkml:ink>
</file>

<file path=ppt/ink/ink1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6.3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19 285 10594 0 0,'-2'-3'32'0'0,"0"-1"-1"0"0,0 1 0 0 0,0-1 1 0 0,0 1-1 0 0,0-1 0 0 0,1 0 1 0 0,0 1-1 0 0,-1-1 0 0 0,1 0 1 0 0,1 0-1 0 0,-1 0 0 0 0,1 0 1 0 0,-1 0-1 0 0,1 0 0 0 0,0 0 1 0 0,1 0-1 0 0,-1 0 0 0 0,1 0 1 0 0,0 0-1 0 0,-1 0 0 0 0,2 0 1 0 0,-1 0-1 0 0,3-5 0 0 0,1-4 139 0 0,1 0-1 0 0,0 0 1 0 0,1 0 0 0 0,0 0-1 0 0,13-15 1 0 0,-13 20-291 0 0,0-1 1 0 0,0 1-1 0 0,1 1 0 0 0,0 0 1 0 0,0 0-1 0 0,1 0 0 0 0,0 1 0 0 0,0 0 1 0 0,1 1-1 0 0,-1 0 0 0 0,1 0 1 0 0,0 1-1 0 0,15-4 0 0 0,-10 5 121 0 0</inkml:trace>
</inkml:ink>
</file>

<file path=ppt/ink/ink1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6.7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1 331 3225 0 0,'10'-7'377'0'0,"-1"-1"-1"0"0,1 0 1 0 0,-1 0 0 0 0,-1-1 0 0 0,1-1 0 0 0,-1 1 0 0 0,-1-1 0 0 0,0-1 0 0 0,10-20-1 0 0,-13 23-253 0 0,-1 0 0 0 0,0 0 0 0 0,0-1 0 0 0,-1 0 0 0 0,0 1-1 0 0,-1-1 1 0 0,0 0 0 0 0,0 0 0 0 0,-1 0 0 0 0,-1-15-1 0 0,1 18-148 0 0,-1-1-1 0 0,0 1 0 0 0,-1 0 1 0 0,1-1-1 0 0,-1 1 0 0 0,0 0 1 0 0,-1 0-1 0 0,1 0 0 0 0,-1 1 1 0 0,0-1-1 0 0,-1 1 0 0 0,0-1 1 0 0,1 1-1 0 0,-1 0 0 0 0,-8-7 1 0 0,11 11 30 0 0,1 0 1 0 0,-1 1 0 0 0,0-1-1 0 0,0 0 1 0 0,1 1-1 0 0,-1-1 1 0 0,0 0 0 0 0,0 1-1 0 0,1-1 1 0 0,-1 1-1 0 0,0-1 1 0 0,0 1 0 0 0,0 0-1 0 0,0-1 1 0 0,0 1-1 0 0,0 0 1 0 0,0 0 0 0 0,0-1-1 0 0,0 1 1 0 0,0 0 0 0 0,0 0-1 0 0,0 0 1 0 0,0 0-1 0 0,0 0 1 0 0,0 1 0 0 0,0-1-1 0 0,0 0 1 0 0,0 0-1 0 0,0 1 1 0 0,0-1 0 0 0,1 0-1 0 0,-1 1 1 0 0,0-1-1 0 0,0 1 1 0 0,0-1 0 0 0,0 1-1 0 0,1-1 1 0 0,-1 1 0 0 0,0 0-1 0 0,0-1 1 0 0,1 1-1 0 0,-1 0 1 0 0,0 0 0 0 0,1 0-1 0 0,-1-1 1 0 0,1 1-1 0 0,-1 0 1 0 0,1 1 0 0 0,-2 2 168 0 0,1 0-1 0 0,-1 0 1 0 0,1 0 0 0 0,0 0 0 0 0,0 0 0 0 0,1 1 0 0 0,-1-1 0 0 0,1 0 0 0 0,1 9 0 0 0,0-7 37 0 0,1 1 0 0 0,0 0 0 0 0,0-1 0 0 0,0 0 0 0 0,1 1 0 0 0,0-1 0 0 0,0 0 0 0 0,1-1 0 0 0,0 1 0 0 0,0-1 0 0 0,0 1 1 0 0,1-1-1 0 0,0 0 0 0 0,-1-1 0 0 0,2 1 0 0 0,-1-1 0 0 0,0 0 0 0 0,8 4 0 0 0,-4-3-223 0 0,-1 0-1 0 0,1-1 1 0 0,0 0-1 0 0,0-1 1 0 0,13 4 0 0 0,-15-6-486 0 0,0 1-1 0 0,1-1 1 0 0,-1-1 0 0 0,0 1 0 0 0,0-1 0 0 0,0-1 0 0 0,10 0 0 0 0,-2-2-3707 0 0</inkml:trace>
</inkml:ink>
</file>

<file path=ppt/ink/ink1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7.0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1 295 10594 0 0,'4'0'208'0'0,"0"-1"-1"0"0,1 0 0 0 0,-1 0 1 0 0,0-1-1 0 0,1 1 0 0 0,-1-1 1 0 0,0 0-1 0 0,0 0 0 0 0,0-1 1 0 0,-1 1-1 0 0,5-4 0 0 0,37-33 1573 0 0,-39 34-1742 0 0,0-1 1 0 0,-1 0 0 0 0,0 0-1 0 0,0 0 1 0 0,0-1 0 0 0,-1 1-1 0 0,0-1 1 0 0,0 0-1 0 0,-1-1 1 0 0,0 1 0 0 0,0-1-1 0 0,0 1 1 0 0,-1-1 0 0 0,-1 0-1 0 0,1 0 1 0 0,-1 0-1 0 0,0 1 1 0 0,-1-1 0 0 0,0 0-1 0 0,0 0 1 0 0,-1 0 0 0 0,0 0-1 0 0,0 0 1 0 0,-3-8-1 0 0,-7-19-109 0 0,11 34 70 0 0,-1 1 0 0 0,1-1 0 0 0,0 1 0 0 0,-1-1 0 0 0,1 1 0 0 0,0-1 0 0 0,-1 1 0 0 0,1 0 0 0 0,-1-1 0 0 0,1 1 0 0 0,-1-1 0 0 0,1 1 0 0 0,-1 0 0 0 0,1-1 0 0 0,-1 1 0 0 0,1 0 0 0 0,-1 0 0 0 0,1-1 0 0 0,-1 1 0 0 0,1 0 0 0 0,-2 0 0 0 0,1 0-3 0 0,0 0 0 0 0,0 0 1 0 0,0 1-1 0 0,0-1 0 0 0,1 1 0 0 0,-1-1 0 0 0,0 0 0 0 0,0 1 0 0 0,0 0 0 0 0,1-1 1 0 0,-1 1-1 0 0,0-1 0 0 0,1 1 0 0 0,-1 0 0 0 0,0-1 0 0 0,1 1 0 0 0,-1 0 0 0 0,1 0 1 0 0,-1 1-1 0 0,-3 4 21 0 0,0 1 0 0 0,1 0 0 0 0,0 0 0 0 0,1 0 0 0 0,-1 0 0 0 0,1 1 0 0 0,1-1 0 0 0,-1 1 0 0 0,1-1 0 0 0,0 1 0 0 0,1-1 1 0 0,0 1-1 0 0,0 0 0 0 0,1-1 0 0 0,0 1 0 0 0,0-1 0 0 0,1 1 0 0 0,0-1 0 0 0,0 0 0 0 0,1 1 0 0 0,-1-1 0 0 0,5 6 0 0 0,-3-5-52 0 0,0-2-1 0 0,0 1 1 0 0,0 0-1 0 0,1-1 1 0 0,0 0-1 0 0,0 0 0 0 0,1 0 1 0 0,-1-1-1 0 0,1 1 1 0 0,0-1-1 0 0,13 7 1 0 0,-14-9-247 0 0,0-1 1 0 0,1 0 0 0 0,-1 0-1 0 0,0 0 1 0 0,1 0 0 0 0,-1-1-1 0 0,1 0 1 0 0,0 0 0 0 0,-1-1-1 0 0,10 1 1 0 0,3-3-4397 0 0</inkml:trace>
</inkml:ink>
</file>

<file path=ppt/ink/ink1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7.41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125 392 1928 0 0,'0'-1'69'0'0,"0"-1"0"0"0,0 0 0 0 0,0 0-1 0 0,0 1 1 0 0,0-1 0 0 0,0 0 0 0 0,-1 1-1 0 0,1-1 1 0 0,-1 0 0 0 0,1 1 0 0 0,-1-1-1 0 0,0 1 1 0 0,1-1 0 0 0,-1 1-1 0 0,0-1 1 0 0,0 1 0 0 0,-2-3 0 0 0,2 4 175 0 0,0-1 0 0 0,0 0 0 0 0,0 1 1 0 0,0-1-1 0 0,0 1 0 0 0,0-1 0 0 0,-1 1 0 0 0,1 0 1 0 0,0-1-1 0 0,0 1 0 0 0,0 0 0 0 0,-1 0 0 0 0,1 0 1 0 0,0 0-1 0 0,0 0 0 0 0,0 0 0 0 0,-1 0 1 0 0,-1 1-1 0 0,-3 0 832 0 0,0 1 1 0 0,0 0 0 0 0,1 1 0 0 0,-1 0-1 0 0,1 0 1 0 0,-1 0 0 0 0,-8 7 0 0 0,10-7-991 0 0,1 0 1 0 0,0 1-1 0 0,0-1 1 0 0,0 1-1 0 0,1-1 1 0 0,-1 1-1 0 0,1 0 1 0 0,0 0-1 0 0,0 0 1 0 0,0 0-1 0 0,0 0 1 0 0,1 1 0 0 0,0-1-1 0 0,0 0 1 0 0,0 1-1 0 0,0-1 1 0 0,1 1-1 0 0,-1-1 1 0 0,1 1-1 0 0,0-1 1 0 0,1 1-1 0 0,0 4 1 0 0,1 4 146 0 0,0-1 1 0 0,1 1-1 0 0,1-1 1 0 0,0 0-1 0 0,1 0 1 0 0,10 19-1 0 0,-14-28-323 0 0,1 0-1 0 0,-1-1 1 0 0,1 1-1 0 0,0 0 1 0 0,-1-1-1 0 0,1 0 1 0 0,0 1 0 0 0,1-1-1 0 0,-1 0 1 0 0,0 0-1 0 0,1 0 1 0 0,-1 0-1 0 0,1-1 1 0 0,-1 1-1 0 0,1-1 1 0 0,0 1-1 0 0,0-1 1 0 0,-1 0-1 0 0,1 0 1 0 0,0 0-1 0 0,0 0 1 0 0,4 0 0 0 0,-4-2-14 0 0,0 1 0 0 0,-1 0 1 0 0,1-1-1 0 0,0 0 0 0 0,0 0 1 0 0,0 0-1 0 0,-1 0 1 0 0,1 0-1 0 0,-1 0 0 0 0,1 0 1 0 0,-1-1-1 0 0,1 0 0 0 0,-1 1 1 0 0,0-1-1 0 0,1 0 1 0 0,-1 0-1 0 0,0 0 0 0 0,-1 0 1 0 0,1-1-1 0 0,0 1 0 0 0,0 0 1 0 0,-1-1-1 0 0,2-3 1 0 0,2-5-239 0 0,0-1-1 0 0,0 0 1 0 0,-2 0 0 0 0,1 0 0 0 0,-2 0 0 0 0,1 0 0 0 0,-2-1 0 0 0,1 1 0 0 0,-2-1 0 0 0,0 1 0 0 0,0-1 0 0 0,-4-15 0 0 0,-3-17 5 0 0,-2 1 0 0 0,-15-43 0 0 0,20 73 439 0 0,-8-29 1010 0 0,-2 0 1 0 0,-2 0 0 0 0,-21-41-1 0 0,26 71 965 0 0,11 22 352 0 0,9 24-695 0 0,12 7-1321 0 0,1-1 1 0 0,1 0-1 0 0,30 35 0 0 0,93 100-1085 0 0,-121-145 162 0 0,-7-8-728 0 0</inkml:trace>
</inkml:ink>
</file>

<file path=ppt/ink/ink1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7.76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135 110 4145 0 0,'-30'-36'652'0'0,"23"25"410"0"0,-1 1-1 0 0,-1 1 1 0 0,0-1 0 0 0,0 1 0 0 0,-16-11 0 0 0,25 19-935 0 0,-1 1 1 0 0,1-1-1 0 0,-1 1 1 0 0,1 0-1 0 0,-1-1 1 0 0,0 1-1 0 0,1 0 1 0 0,-1 0-1 0 0,1-1 1 0 0,-1 1 0 0 0,0 0-1 0 0,1 0 1 0 0,-1 0-1 0 0,0 0 1 0 0,1 0-1 0 0,-1 0 1 0 0,0 0-1 0 0,1 0 1 0 0,-1 0-1 0 0,0 0 1 0 0,1 0-1 0 0,-1 0 1 0 0,0 0-1 0 0,1 1 1 0 0,-1-1 0 0 0,0 0-1 0 0,1 0 1 0 0,-1 1-1 0 0,1-1 1 0 0,-1 1-1 0 0,0 0 1 0 0,-1 0 49 0 0,1 1-1 0 0,0 0 1 0 0,0 0 0 0 0,-1-1 0 0 0,1 1 0 0 0,1 0-1 0 0,-1 0 1 0 0,0 0 0 0 0,0 0 0 0 0,0 3 0 0 0,-5 53 1151 0 0,6-56-1219 0 0,0 15-13 0 0,1-1 0 0 0,1 1 0 0 0,0-1-1 0 0,1 0 1 0 0,1 0 0 0 0,0 0 0 0 0,1 0 0 0 0,1-1 0 0 0,1 0 0 0 0,0 0 0 0 0,14 23 0 0 0,-14-28-105 0 0,0 0 0 0 0,1 0 1 0 0,0-1-1 0 0,0 0 0 0 0,1 0 0 0 0,0-1 0 0 0,0 0 1 0 0,1-1-1 0 0,0 0 0 0 0,0 0 0 0 0,1-1 0 0 0,0 0 0 0 0,0-1 1 0 0,0-1-1 0 0,1 1 0 0 0,16 2 0 0 0,-25-6-12 0 0,0 0 0 0 0,0-1 1 0 0,0 0-1 0 0,1 0 0 0 0,-1 0 0 0 0,0 0 0 0 0,0-1 0 0 0,1 1 0 0 0,-1-1 0 0 0,0 1 0 0 0,0-1 1 0 0,0 0-1 0 0,0-1 0 0 0,0 1 0 0 0,0 0 0 0 0,0-1 0 0 0,-1 0 0 0 0,1 1 0 0 0,0-1 0 0 0,-1 0 1 0 0,1 0-1 0 0,-1-1 0 0 0,0 1 0 0 0,0 0 0 0 0,0-1 0 0 0,0 0 0 0 0,3-5 0 0 0,-2 3-296 0 0,-1 0-1 0 0,0 0 1 0 0,0 0-1 0 0,0 0 1 0 0,-1-1-1 0 0,1 1 1 0 0,-1-1-1 0 0,0 1 1 0 0,-1-1-1 0 0,0 1 1 0 0,0-1-1 0 0,0 1 1 0 0,0-1-1 0 0,-1 1 1 0 0,-2-9-1 0 0</inkml:trace>
</inkml:ink>
</file>

<file path=ppt/ink/ink1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8.1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132 0 2761 0 0,'-8'4'381'0'0,"1"0"1"0"0,-1 1-1 0 0,1 0 0 0 0,0 0 1 0 0,0 0-1 0 0,0 1 1 0 0,1 0-1 0 0,0 1 1 0 0,0-1-1 0 0,1 1 1 0 0,0 0-1 0 0,-9 15 1 0 0,8-12 46 0 0,1 1 0 0 0,0-1 0 0 0,1 1 1 0 0,0-1-1 0 0,0 1 0 0 0,1 1 1 0 0,0-1-1 0 0,1 0 0 0 0,0 17 1 0 0,1-25-348 0 0,1-1 1 0 0,0 0-1 0 0,0 1 1 0 0,1-1-1 0 0,-1 1 1 0 0,0-1 0 0 0,1 1-1 0 0,-1-1 1 0 0,1 0-1 0 0,0 0 1 0 0,0 1 0 0 0,0-1-1 0 0,0 0 1 0 0,0 0-1 0 0,1 0 1 0 0,-1 0 0 0 0,0 0-1 0 0,1 0 1 0 0,2 2-1 0 0,-2-3-57 0 0,0 1 0 0 0,0-1 0 0 0,0 0 0 0 0,0 0 0 0 0,1-1 0 0 0,-1 1 0 0 0,0 0 0 0 0,1-1 0 0 0,-1 1-1 0 0,0-1 1 0 0,1 0 0 0 0,-1 0 0 0 0,0 0 0 0 0,1 0 0 0 0,-1 0 0 0 0,3-1 0 0 0,4-1-118 0 0,-1 0 0 0 0,1-1 1 0 0,-1 1-1 0 0,0-2 0 0 0,0 1 1 0 0,0-1-1 0 0,-1-1 0 0 0,0 1 1 0 0,9-8-1 0 0,2-4-323 0 0,-1-1 0 0 0,17-23-1 0 0,-23 26 322 0 0,1 0-1 0 0,1 1 1 0 0,0 0-1 0 0,0 1 1 0 0,19-13-1 0 0,-31 24 186 0 0,0 0-1 0 0,1 0 1 0 0,-1 0-1 0 0,0 0 1 0 0,1 0-1 0 0,-1 1 1 0 0,1-1 0 0 0,-1 1-1 0 0,1-1 1 0 0,-1 1-1 0 0,1-1 1 0 0,0 1-1 0 0,-1 0 1 0 0,1 0-1 0 0,-1-1 1 0 0,1 1 0 0 0,0 1-1 0 0,-1-1 1 0 0,1 0-1 0 0,0 0 1 0 0,-1 0-1 0 0,1 1 1 0 0,-1-1-1 0 0,1 1 1 0 0,-1-1 0 0 0,1 1-1 0 0,-1 0 1 0 0,1 0-1 0 0,-1 0 1 0 0,1-1-1 0 0,-1 1 1 0 0,0 0-1 0 0,0 1 1 0 0,0-1 0 0 0,1 0-1 0 0,-1 0 1 0 0,1 3-1 0 0,4 5 391 0 0,-1 0 0 0 0,-1 1 1 0 0,0-1-1 0 0,0 1 0 0 0,2 13 0 0 0,11 22-214 0 0,3-19-773 0 0,-8-14-174 0 0</inkml:trace>
</inkml:ink>
</file>

<file path=ppt/ink/ink1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8.56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141 22 3225 0 0,'-2'-2'285'0'0,"0"0"0"0"0,1 1-1 0 0,-1-1 1 0 0,0 0 0 0 0,0 1 0 0 0,0-1 0 0 0,0 1 0 0 0,0 0 0 0 0,0 0 0 0 0,0 0 0 0 0,0 0 0 0 0,-1 0 0 0 0,1 0 0 0 0,0 0 0 0 0,-1 1 0 0 0,1-1 0 0 0,-1 1-1 0 0,1 0 1 0 0,0-1 0 0 0,-1 1 0 0 0,1 0 0 0 0,-4 1 0 0 0,3 0-77 0 0,0 0 1 0 0,0 1-1 0 0,1-1 1 0 0,-1 1-1 0 0,1 0 0 0 0,-1 0 1 0 0,1 0-1 0 0,0 0 0 0 0,0 0 1 0 0,-1 0-1 0 0,2 0 0 0 0,-1 1 1 0 0,0-1-1 0 0,0 1 0 0 0,1-1 1 0 0,-1 1-1 0 0,-1 5 0 0 0,-6 13 211 0 0,0 0 0 0 0,2 1 0 0 0,-9 38 0 0 0,14-52-316 0 0,1 1 1 0 0,0 0-1 0 0,0-1 0 0 0,1 1 1 0 0,0 0-1 0 0,0-1 0 0 0,1 1 1 0 0,1-1-1 0 0,-1 1 0 0 0,1-1 1 0 0,0 1-1 0 0,8 15 1 0 0,-8-20-176 0 0,0-1 1 0 0,1 1-1 0 0,-1 0 1 0 0,1-1 0 0 0,0 0-1 0 0,1 1 1 0 0,-1-1 0 0 0,0-1-1 0 0,1 1 1 0 0,-1 0 0 0 0,1-1-1 0 0,0 0 1 0 0,0 0 0 0 0,0 0-1 0 0,0 0 1 0 0,0 0 0 0 0,1-1-1 0 0,-1 0 1 0 0,5 1 0 0 0,0-1-174 0 0,1 0 1 0 0,-1 0-1 0 0,1-1 1 0 0,-1 0 0 0 0,1-1-1 0 0,-1 0 1 0 0,18-4-1 0 0,-2-3-837 0 0</inkml:trace>
</inkml:ink>
</file>

<file path=ppt/ink/ink1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8.91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 2 10594 0 0,'-1'0'59'0'0,"1"0"-1"0"0,0 0 0 0 0,0 0 1 0 0,0 0-1 0 0,0-1 1 0 0,-1 1-1 0 0,1 0 0 0 0,0 0 1 0 0,0 0-1 0 0,0 0 0 0 0,-1 0 1 0 0,1 0-1 0 0,0 0 1 0 0,0 0-1 0 0,-1 0 0 0 0,1 0 1 0 0,0 0-1 0 0,0 0 0 0 0,0 0 1 0 0,-1 0-1 0 0,1 0 1 0 0,0 0-1 0 0,0 0 0 0 0,-1 0 1 0 0,1 0-1 0 0,0 0 0 0 0,0 0 1 0 0,0 0-1 0 0,-1 0 1 0 0,1 1-1 0 0,0-1 0 0 0,0 0 1 0 0,0 0-1 0 0,0 0 0 0 0,-1 0 1 0 0,1 0-1 0 0,0 1 1 0 0,0-1-1 0 0,0 0 0 0 0,0 0 1 0 0,0 0-1 0 0,0 0 0 0 0,-1 1 1 0 0,1-1-1 0 0,1 15 2099 0 0,8 18 18 0 0,-9-33-2164 0 0,29 71 2144 0 0,67 118-1 0 0,-30-65-1830 0 0,-8-9-1547 0 0,-46-87 101 0 0</inkml:trace>
</inkml:ink>
</file>

<file path=ppt/ink/ink1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9.25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227 0 3225 0 0,'-36'40'1745'0'0,"2"2"1"0"0,2 1-1 0 0,2 2 0 0 0,-34 66 1 0 0,59-103-1282 0 0,0 0 0 0 0,1 0 0 0 0,1 1 0 0 0,-1 0 0 0 0,1 0-1 0 0,1 0 1 0 0,-3 12 0 0 0,5-18-355 0 0,0-1 0 0 0,0 1-1 0 0,0 0 1 0 0,1-1 0 0 0,-1 1-1 0 0,1 0 1 0 0,-1-1 0 0 0,1 1 0 0 0,0-1-1 0 0,0 1 1 0 0,0-1 0 0 0,0 1-1 0 0,1-1 1 0 0,-1 0 0 0 0,1 1-1 0 0,-1-1 1 0 0,1 0 0 0 0,0 0-1 0 0,0 0 1 0 0,0 0 0 0 0,0-1 0 0 0,0 1-1 0 0,0 0 1 0 0,0-1 0 0 0,0 1-1 0 0,1-1 1 0 0,-1 0 0 0 0,1 0-1 0 0,4 1 1 0 0,6 3 75 0 0,0-1 1 0 0,1-1-1 0 0,0-1 0 0 0,-1 0 1 0 0,1 0-1 0 0,0-1 0 0 0,0-1 1 0 0,19-2-1 0 0,111-21-734 0 0,-142 23 503 0 0,38-9-4772 0 0,-3-1-1690 0 0</inkml:trace>
</inkml:ink>
</file>

<file path=ppt/ink/ink1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55.99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143 34 920 0 0,'1'0'3'0'0,"-1"0"0"0"0,0 0-1 0 0,0 0 1 0 0,0 0 0 0 0,0 0 0 0 0,0 0-1 0 0,1 0 1 0 0,-1 0 0 0 0,0 0 0 0 0,0 0-1 0 0,0 1 1 0 0,0-1 0 0 0,1 0 0 0 0,-1 0-1 0 0,0 0 1 0 0,0 0 0 0 0,0 0 0 0 0,0 0-1 0 0,1 0 1 0 0,-1 0 0 0 0,0 0 0 0 0,0 0-1 0 0,0-1 1 0 0,1 1 0 0 0,-1 0 0 0 0,0 0-1 0 0,0 0 1 0 0,0 0 0 0 0,0 0-1 0 0,0 0 1 0 0,1 0 0 0 0,-1 0 0 0 0,0 0-1 0 0,0-1 1 0 0,0 1 0 0 0,0 0 0 0 0,0 0-1 0 0,0 0 1 0 0,1 0 0 0 0,-1 0 0 0 0,0 0-1 0 0,0-1 1 0 0,0 1 0 0 0,0 0 0 0 0,0 0-1 0 0,0 0 1 0 0,0 0 0 0 0,0-1 0 0 0,0 1-1 0 0,0 0 1 0 0,0 0 0 0 0,0 0 0 0 0,0-1-1 0 0,0 1 1 0 0,0 0 0 0 0,0 0 0 0 0,0 0-1 0 0,0 0 1 0 0,0-1 0 0 0,0 1 0 0 0,0 0-1 0 0,0 0 1 0 0,0 0 0 0 0,0 0 0 0 0,0 0-1 0 0,-1-1 1 0 0,1 1 0 0 0,0 0-1 0 0,0 0 1 0 0,0 4-18 0 0,0 0 140 0 0,0 0 0 0 0,0-1-1 0 0,0 1 1 0 0,-1 0 0 0 0,1 0 0 0 0,-3 6-1 0 0,3-9-78 0 0,-1 0 0 0 0,1 0 0 0 0,-1-1 0 0 0,1 1 0 0 0,-1 0 0 0 0,1 0-1 0 0,-1 0 1 0 0,0 0 0 0 0,0-1 0 0 0,1 1 0 0 0,-1 0 0 0 0,0-1-1 0 0,0 1 1 0 0,0 0 0 0 0,0-1 0 0 0,0 1 0 0 0,0-1 0 0 0,0 1 0 0 0,0-1-1 0 0,0 0 1 0 0,0 0 0 0 0,0 1 0 0 0,0-1 0 0 0,0 0 0 0 0,0 0-1 0 0,0 0 1 0 0,0 0 0 0 0,0 0 0 0 0,0 0 0 0 0,0 0 0 0 0,0 0 0 0 0,-1-1-1 0 0,-6 0 343 0 0,1 0 0 0 0,-1 0 0 0 0,0 1 0 0 0,0-1 0 0 0,1 2 0 0 0,-15 1 0 0 0,19-1-370 0 0,1 0 1 0 0,-1 0-1 0 0,1 0 0 0 0,0 0 0 0 0,-1 0 0 0 0,1 1 1 0 0,0-1-1 0 0,0 1 0 0 0,0 0 0 0 0,0-1 1 0 0,0 1-1 0 0,0 0 0 0 0,0 0 0 0 0,1 0 0 0 0,-1 0 1 0 0,1 1-1 0 0,0-1 0 0 0,-1 0 0 0 0,1 0 1 0 0,0 1-1 0 0,0-1 0 0 0,0 1 0 0 0,1-1 1 0 0,-1 5-1 0 0,-1-4-17 0 0,2 0 1 0 0,-1 1-1 0 0,0-1 0 0 0,1 1 1 0 0,0-1-1 0 0,-1 0 0 0 0,1 1 1 0 0,1-1-1 0 0,-1 1 1 0 0,0-1-1 0 0,1 1 0 0 0,2 5 1 0 0,-3-8-3 0 0,1 0 1 0 0,-1 0-1 0 0,1 0 0 0 0,-1-1 1 0 0,1 1-1 0 0,-1 0 0 0 0,1 0 1 0 0,0-1-1 0 0,-1 1 1 0 0,1-1-1 0 0,0 1 0 0 0,0 0 1 0 0,0-1-1 0 0,-1 0 1 0 0,1 1-1 0 0,0-1 0 0 0,0 1 1 0 0,0-1-1 0 0,1 0 0 0 0,0 1-4 0 0,0-1-1 0 0,0 0 0 0 0,1 0 1 0 0,-1 0-1 0 0,0 0 0 0 0,0-1 1 0 0,0 1-1 0 0,1 0 0 0 0,-1-1 0 0 0,0 0 1 0 0,3 0-1 0 0,-2-1 41 0 0,0-1 1 0 0,0 1-1 0 0,0 0 1 0 0,0-1-1 0 0,0 0 0 0 0,0 0 1 0 0,0 0-1 0 0,-1 0 1 0 0,1 0-1 0 0,-1 0 0 0 0,0 0 1 0 0,0-1-1 0 0,0 1 1 0 0,-1-1-1 0 0,1 0 0 0 0,-1 1 1 0 0,0-1-1 0 0,0 0 1 0 0,0 0-1 0 0,0-7 0 0 0,0 7-4 0 0,0-1-1 0 0,-1 0 1 0 0,1 1-1 0 0,-1-1 1 0 0,0 1-1 0 0,-1-1 0 0 0,1 1 1 0 0,-1-1-1 0 0,0 0 1 0 0,0 1-1 0 0,0 0 0 0 0,0-1 1 0 0,-1 1-1 0 0,0 0 1 0 0,0 0-1 0 0,0 0 1 0 0,-5-7-1 0 0,7 11-21 0 0,0-1 1 0 0,0 1-1 0 0,-1 0 0 0 0,1-1 1 0 0,0 1-1 0 0,-1 0 1 0 0,1-1-1 0 0,0 1 0 0 0,-1 0 1 0 0,1 0-1 0 0,0 0 0 0 0,-1-1 1 0 0,1 1-1 0 0,0 0 0 0 0,-1 0 1 0 0,1 0-1 0 0,-1 0 0 0 0,1 0 1 0 0,0 0-1 0 0,-1-1 1 0 0,1 1-1 0 0,-1 0 0 0 0,1 0 1 0 0,-1 0-1 0 0,1 1 0 0 0,0-1 1 0 0,-1 0-1 0 0,1 0 0 0 0,-1 0 1 0 0,1 0-1 0 0,0 0 0 0 0,-1 0 1 0 0,1 0-1 0 0,0 1 1 0 0,-1-1-1 0 0,0 0 0 0 0,-7 17 226 0 0,1 21 170 0 0,7-35-375 0 0,0 1 1 0 0,0-1 0 0 0,0 1 0 0 0,1-1 0 0 0,0 1 0 0 0,-1-1 0 0 0,1 1 0 0 0,0-1 0 0 0,0 0 0 0 0,1 1 0 0 0,-1-1 0 0 0,1 0 0 0 0,0 0 0 0 0,0 0 0 0 0,0 0 0 0 0,2 3-1 0 0,-2-5-34 0 0,0 1 0 0 0,1-1 0 0 0,-1 1 0 0 0,0-1-1 0 0,0 0 1 0 0,1 0 0 0 0,-1 0 0 0 0,1 0 0 0 0,-1 0 0 0 0,1-1-1 0 0,-1 1 1 0 0,1-1 0 0 0,-1 1 0 0 0,1-1 0 0 0,0 0-1 0 0,-1 0 1 0 0,1 0 0 0 0,-1 0 0 0 0,1-1 0 0 0,-1 1-1 0 0,1-1 1 0 0,4-1 0 0 0,-1 0 8 0 0,-1-1-1 0 0,0 1 1 0 0,1-1 0 0 0,-1 0 0 0 0,-1 0-1 0 0,1-1 1 0 0,0 0 0 0 0,-1 1 0 0 0,0-2-1 0 0,0 1 1 0 0,4-5 0 0 0,-5 6 76 0 0,0-1 0 0 0,0 0 1 0 0,-1 1-1 0 0,0-1 0 0 0,1 0 0 0 0,-1 0 0 0 0,-1 0 1 0 0,1 0-1 0 0,-1-1 0 0 0,1 1 0 0 0,-1 0 1 0 0,0-1-1 0 0,-1 1 0 0 0,1-9 0 0 0,-1 11-41 0 0,0 1-1 0 0,0-1 1 0 0,0 1-1 0 0,0 0 1 0 0,-1-1-1 0 0,1 1 1 0 0,-1-1-1 0 0,1 1 1 0 0,-1 0-1 0 0,1 0 1 0 0,-1-1-1 0 0,0 1 1 0 0,1 0-1 0 0,-1 0 1 0 0,0 0-1 0 0,0-1 1 0 0,0 1-1 0 0,0 0 1 0 0,0 0-1 0 0,0 1 1 0 0,0-1-1 0 0,0 0 1 0 0,-1 0-1 0 0,1 0 1 0 0,0 1-1 0 0,0-1 1 0 0,-1 1-1 0 0,1-1 1 0 0,0 1-1 0 0,-1-1 1 0 0,1 1-1 0 0,0 0 1 0 0,-1 0-1 0 0,1 0 1 0 0,-1-1-1 0 0,1 1 1 0 0,0 1-1 0 0,-1-1 1 0 0,1 0-1 0 0,-1 0 1 0 0,1 0-1 0 0,-2 1 1 0 0,-1 0 89 0 0,-1 0 0 0 0,1 1 0 0 0,0-1 0 0 0,-1 1 0 0 0,1 0 0 0 0,0 0 0 0 0,0 1 0 0 0,0-1 0 0 0,1 1 0 0 0,-1 0 0 0 0,-5 5 0 0 0,1 1-47 0 0,1 0 0 0 0,0 0 0 0 0,0 0 0 0 0,-9 20 0 0 0,15-27-196 0 0,0 0-1 0 0,0 1 1 0 0,0-1-1 0 0,0 1 1 0 0,1 0-1 0 0,-1-1 1 0 0,1 1-1 0 0,0 0 1 0 0,-1-1-1 0 0,1 1 1 0 0,1 0-1 0 0,-1-1 1 0 0,0 1-1 0 0,0-1 1 0 0,1 1-1 0 0,0 0 1 0 0,-1-1-1 0 0,1 1 1 0 0,0-1-1 0 0,0 1 1 0 0,0-1-1 0 0,1 0 1 0 0,-1 1-1 0 0,1-1 1 0 0,-1 0 0 0 0,4 3-1 0 0,4 5-3956 0 0</inkml:trace>
</inkml:ink>
</file>

<file path=ppt/ink/ink1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01.27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 2 9218 0 0,'0'-1'1104'0'0,"-1"1"-976"0"0,2 1-8 0 0,-2-1 0 0 0,0 1-120 0 0,-1-1-128 0 0,2 3 24 0 0,7 20-2664 0 0,-6-14 1807 0 0</inkml:trace>
</inkml:ink>
</file>

<file path=ppt/ink/ink1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02.14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 23 6833 0 0,'0'2'-120'0'0,"1"-2"120"0"0,-1-2 0 0 0,0 1 0 0 0,0 0 0 0 0,-1-2 0 0 0,1 0 0 0 0,0-1 0 0 0,0 0 0 0 0,-1 1 0 0 0,-1 0 0 0 0,1 2 112 0 0</inkml:trace>
</inkml:ink>
</file>

<file path=ppt/ink/ink1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02.49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34 55 3225 0 0,'-1'-3'-49'0'0,"1"0"1"0"0,-1 0 0 0 0,0 0 0 0 0,0 0-1 0 0,0 0 1 0 0,0 0 0 0 0,-1 0 0 0 0,-2-4-1 0 0,-16-17 3100 0 0,19 59 78 0 0,62 286-1268 0 0,-15-95-873 0 0,-37-168-841 0 0,-6-28-161 0 0,2-1 0 0 0,1 0 0 0 0,1 0 0 0 0,1-1 1 0 0,17 39-1 0 0,-12-49-1391 0 0</inkml:trace>
</inkml:ink>
</file>

<file path=ppt/ink/ink1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02.82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1 162 3225 0 0,'9'-7'241'0'0,"0"1"0"0"0,1-1 0 0 0,0 1 0 0 0,0 1 0 0 0,22-8 0 0 0,-6 1 276 0 0,12-4 216 0 0,0 1-1 0 0,1 2 1 0 0,0 1 0 0 0,76-11 0 0 0,166 0-482 0 0,-251 22-551 0 0,-3-2-85 0 0</inkml:trace>
</inkml:ink>
</file>

<file path=ppt/ink/ink1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03.15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1 138 4145 0 0,'17'-11'440'0'0,"21"-13"861"0"0,1 3 0 0 0,62-26-1 0 0,-79 40-1200 0 0,1 0-1 0 0,-1 1 1 0 0,1 1-1 0 0,0 1 0 0 0,0 1 1 0 0,38 1-1 0 0,-10 3-3353 0 0</inkml:trace>
</inkml:ink>
</file>

<file path=ppt/ink/ink1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03.90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70 66 3225 0 0,'-1'1'100'0'0,"0"0"1"0"0,0 1 0 0 0,-1-1-1 0 0,1-1 1 0 0,-1 1-1 0 0,1 0 1 0 0,-1 0 0 0 0,1-1-1 0 0,-1 1 1 0 0,1 0 0 0 0,-1-1-1 0 0,0 0 1 0 0,1 1 0 0 0,-1-1-1 0 0,0 0 1 0 0,1 0-1 0 0,-4 0 1 0 0,1 0 333 0 0,0 0 0 0 0,0 0 0 0 0,0 0-1 0 0,1 0 1 0 0,-1-1 0 0 0,0 0 0 0 0,0 0 0 0 0,-4-2 0 0 0,44-3 1602 0 0,334-30-1170 0 0,-150 11-4266 0 0,-192 21 254 0 0</inkml:trace>
</inkml:ink>
</file>

<file path=ppt/ink/ink1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04.56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519 34 3225 0 0,'-5'-20'184'0'0,"5"20"-154"0"0,-1 0-1 0 0,1-1 1 0 0,0 1-1 0 0,0 0 1 0 0,0-1 0 0 0,0 1-1 0 0,-1-1 1 0 0,1 1-1 0 0,0 0 1 0 0,0-1 0 0 0,0 1-1 0 0,0 0 1 0 0,0-1-1 0 0,0 1 1 0 0,0-1 0 0 0,0 1-1 0 0,0 0 1 0 0,0-1-1 0 0,0 1 1 0 0,0 0 0 0 0,0-1-1 0 0,1 1 1 0 0,-1 0-1 0 0,0-1 1 0 0,0 1 0 0 0,0-1-1 0 0,0 1 1 0 0,1 0-1 0 0,-1 0 1 0 0,0-1 0 0 0,0 1-1 0 0,1 0 1 0 0,-1-1-1 0 0,0 1 1 0 0,0 0 0 0 0,1 0-1 0 0,-1-1 1 0 0,0 1-1 0 0,1 0 1 0 0,-1 0 0 0 0,0 0-1 0 0,1 0 1 0 0,-1 0-1 0 0,1-1 1 0 0,1 4 278 0 0,0-1-1 0 0,-1 0 1 0 0,1 1-1 0 0,-1-1 1 0 0,1 1 0 0 0,-1 0-1 0 0,0-1 1 0 0,0 1-1 0 0,0 0 1 0 0,-1 0 0 0 0,1-1-1 0 0,0 6 1 0 0,0-1 181 0 0,21 82 1459 0 0,94 497-1169 0 0,-116-584-795 0 0,4 33-103 0 0,-1 0 0 0 0,-3 55-1 0 0,-3-20 184 0 0,1-69-100 0 0,0 0 0 0 0,-1 0-1 0 0,1 0 1 0 0,0-1 0 0 0,0 1-1 0 0,0-1 1 0 0,-1 1 0 0 0,1-1-1 0 0,0 0 1 0 0,0 1-1 0 0,-1-1 1 0 0,1 0 0 0 0,0-1-1 0 0,-3 1 1 0 0,-48 0 1210 0 0,43-1-986 0 0,-1 0 1 0 0,0 1-1 0 0,-15 2 1 0 0,-12 3-47 0 0,-11 0 266 0 0,34-5-98 0 0,1 0 0 0 0,0-1 0 0 0,-16-4 0 0 0,10 2-79 0 0,-1 1 0 0 0,1 1 0 0 0,0 1 0 0 0,-1 1 0 0 0,1 1 0 0 0,-36 7 0 0 0,29-3-578 0 0,1 2 0 0 0,1 0 0 0 0,0 1 1 0 0,-39 21-1 0 0,39-15-4961 0 0</inkml:trace>
</inkml:ink>
</file>

<file path=ppt/ink/ink1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07.17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 1 4145 0 0,'-2'123'5245'0'0,"2"160"-4528"0"0,0-282-717 0 0,5 86 240 0 0,19 111-1 0 0,-19-174-193 0 0,0 1 1 0 0,2-1-1 0 0,1 0 1 0 0,0-1-1 0 0,2 0 1 0 0,1 0-1 0 0,1-1 0 0 0,0 0 1 0 0,23 27-1 0 0,-29-41-66 0 0,1-1 0 0 0,0 1 0 0 0,0-2 0 0 0,1 1-1 0 0,0-1 1 0 0,0 0 0 0 0,0-1 0 0 0,1 0 0 0 0,0 0-1 0 0,0 0 1 0 0,15 4 0 0 0,-20-8 23 0 0,0 0 0 0 0,1 0 0 0 0,-1-1 1 0 0,1 0-1 0 0,-1 1 0 0 0,0-1 0 0 0,1-1 0 0 0,-1 1 0 0 0,1-1 1 0 0,-1 1-1 0 0,0-1 0 0 0,0 0 0 0 0,1-1 0 0 0,-1 1 0 0 0,0-1 1 0 0,0 0-1 0 0,0 0 0 0 0,0 0 0 0 0,-1 0 0 0 0,1-1 0 0 0,-1 0 1 0 0,1 1-1 0 0,-1-1 0 0 0,0-1 0 0 0,0 1 0 0 0,0 0 0 0 0,-1-1 0 0 0,4-4 1 0 0,-3 3 78 0 0,0 0 1 0 0,0 0 0 0 0,0 0 0 0 0,0 0-1 0 0,-1-1 1 0 0,0 1 0 0 0,-1-1 0 0 0,1 0 0 0 0,-1 1-1 0 0,0-1 1 0 0,0 0 0 0 0,-1 0 0 0 0,1 0-1 0 0,-1 1 1 0 0,-1-9 0 0 0,-1 6-227 0 0,0 0 1 0 0,0 0-1 0 0,0 0 0 0 0,-1 1 1 0 0,0-1-1 0 0,-1 1 0 0 0,1 0 1 0 0,-1 0-1 0 0,-1 0 1 0 0,-6-8-1 0 0,3 6 99 0 0,-1-1 0 0 0,0 1 0 0 0,0 0 0 0 0,-1 1 0 0 0,0 0 0 0 0,-1 1 1 0 0,0 0-1 0 0,0 1 0 0 0,0 0 0 0 0,-1 0 0 0 0,1 1 0 0 0,-1 1 0 0 0,-1 0 0 0 0,-12-2 0 0 0,24 6 63 0 0,-1 0 0 0 0,1-1 0 0 0,0 1 0 0 0,0 0 0 0 0,0 0-1 0 0,-1-1 1 0 0,1 1 0 0 0,0-1 0 0 0,0 1 0 0 0,0-1 0 0 0,0 1 0 0 0,0-1 0 0 0,0 0-1 0 0,0 1 1 0 0,0-1 0 0 0,0 0 0 0 0,0 0 0 0 0,0 0 0 0 0,0 0 0 0 0,1 0 0 0 0,-1 0-1 0 0,0 0 1 0 0,1 0 0 0 0,-1 0 0 0 0,0-2 0 0 0,1 1-20 0 0,-1 0 0 0 0,1-1 0 0 0,0 1 0 0 0,0 0 0 0 0,0-1-1 0 0,0 1 1 0 0,1-1 0 0 0,-1 1 0 0 0,0 0 0 0 0,1 0 0 0 0,0-1 0 0 0,1-2 0 0 0,3-5 43 0 0,0-1-1 0 0,1 1 1 0 0,0 1 0 0 0,10-14 0 0 0,-1 6 234 0 0,0 1 0 0 0,1 0 0 0 0,0 1 0 0 0,1 1 0 0 0,32-21 0 0 0,-42 30-184 0 0,1 1 0 0 0,-1 0 0 0 0,1 0 0 0 0,0 0-1 0 0,0 1 1 0 0,0 0 0 0 0,0 1 0 0 0,0 0 0 0 0,1 0 0 0 0,-1 1 0 0 0,1 0-1 0 0,-1 0 1 0 0,1 1 0 0 0,-1 0 0 0 0,1 1 0 0 0,-1 0 0 0 0,16 3 0 0 0,-18-1-86 0 0,0 0 1 0 0,0 1-1 0 0,0-1 0 0 0,-1 1 1 0 0,1 0-1 0 0,-1 1 1 0 0,0-1-1 0 0,0 1 1 0 0,0 0-1 0 0,-1 0 0 0 0,0 1 1 0 0,0-1-1 0 0,0 1 1 0 0,3 8-1 0 0,7 13 19 0 0,18 51 0 0 0,-32-78-24 0 0,58 205-457 0 0,-47-162 286 0 0,-9-36-1120 0 0</inkml:trace>
</inkml:ink>
</file>

<file path=ppt/ink/ink1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07.53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43 5529 0 0,'8'0'440'0'0,"0"2"0"0"0,0-1-1 0 0,-1 1 1 0 0,1 0 0 0 0,0 0-1 0 0,-1 1 1 0 0,1 0 0 0 0,-1 1-1 0 0,0-1 1 0 0,0 1 0 0 0,0 1 0 0 0,0-1-1 0 0,-1 1 1 0 0,0 1 0 0 0,0-1-1 0 0,6 8 1 0 0,11 12-140 0 0,-2 2-1 0 0,27 40 1 0 0,-41-55-352 0 0,3 3-10 0 0,-5-7 107 0 0,0 0 1 0 0,0-1-1 0 0,0 0 1 0 0,1 0-1 0 0,0 0 1 0 0,9 7-1 0 0,-39-64 3100 0 0,17 35-3054 0 0,1-1 1 0 0,0 0-1 0 0,1 0 0 0 0,1 0 1 0 0,1-1-1 0 0,-3-22 1 0 0,4 16-1115 0 0,2 0 0 0 0,2-25 0 0 0,1 16-4446 0 0</inkml:trace>
</inkml:ink>
</file>

<file path=ppt/ink/ink1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07.88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0 296 3225 0 0,'1'2'129'0'0,"0"0"1"0"0,0 0 0 0 0,0 0 0 0 0,0 0-1 0 0,0 0 1 0 0,0 0 0 0 0,0 0 0 0 0,1 0-1 0 0,-1 0 1 0 0,1 0 0 0 0,-1-1 0 0 0,1 1-1 0 0,0-1 1 0 0,0 1 0 0 0,0-1 0 0 0,0 0-1 0 0,0 1 1 0 0,0-1 0 0 0,0 0 0 0 0,0 0 0 0 0,0-1-1 0 0,0 1 1 0 0,1 0 0 0 0,-1-1 0 0 0,0 1-1 0 0,0-1 1 0 0,1 0 0 0 0,-1 0 0 0 0,0 0-1 0 0,1 0 1 0 0,-1 0 0 0 0,0 0 0 0 0,1 0-1 0 0,-1-1 1 0 0,0 0 0 0 0,0 1 0 0 0,1-1-1 0 0,-1 0 1 0 0,0 0 0 0 0,0 0 0 0 0,0 0-1 0 0,0 0 1 0 0,0-1 0 0 0,0 1 0 0 0,0 0-1 0 0,-1-1 1 0 0,1 0 0 0 0,0 1 0 0 0,-1-1-1 0 0,2-3 1 0 0,4-7 87 0 0,-1-1 0 0 0,0 0 1 0 0,-1-1-1 0 0,-1 1 0 0 0,0-1 0 0 0,-1 0 0 0 0,2-17 0 0 0,-3 5-483 0 0,0 1 0 0 0,-1-1 1 0 0,-4-29-1 0 0,2 51 257 0 0,0 0 1 0 0,0 1 0 0 0,0-1 0 0 0,0 0 0 0 0,-1 1-1 0 0,1-1 1 0 0,-1 1 0 0 0,0 0 0 0 0,0 0 0 0 0,0-1-1 0 0,-5-3 1 0 0,7 6 0 0 0,-1 1-1 0 0,1-1 0 0 0,-1 0 1 0 0,0 1-1 0 0,1-1 1 0 0,-1 1-1 0 0,0-1 0 0 0,1 1 1 0 0,-1 0-1 0 0,0-1 0 0 0,0 1 1 0 0,0 0-1 0 0,1-1 1 0 0,-1 1-1 0 0,0 0 0 0 0,0 0 1 0 0,0 0-1 0 0,0 0 1 0 0,0-1-1 0 0,1 1 0 0 0,-2 1 1 0 0,0-1-28 0 0,1 1 1 0 0,0-1 0 0 0,0 1-1 0 0,0 0 1 0 0,0-1-1 0 0,0 1 1 0 0,1 0 0 0 0,-1 0-1 0 0,0 0 1 0 0,0 0 0 0 0,0 0-1 0 0,1 0 1 0 0,-1 0-1 0 0,0 0 1 0 0,1 0 0 0 0,-1 0-1 0 0,1 0 1 0 0,-1 0-1 0 0,1 0 1 0 0,-1 2 0 0 0,-2 9-184 0 0,0 0 1 0 0,1 1 0 0 0,0-1 0 0 0,1 0-1 0 0,1 26 1 0 0,9 62 310 0 0,-8-94-9 0 0,0 1 1 0 0,0 0-1 0 0,1 0 0 0 0,0-1 1 0 0,0 1-1 0 0,0-1 0 0 0,1 0 1 0 0,0 0-1 0 0,0 0 0 0 0,1 0 1 0 0,0 0-1 0 0,0-1 0 0 0,6 8 1 0 0,-4-8 74 0 0,0 0 1 0 0,1 0-1 0 0,-1-1 1 0 0,1 0 0 0 0,0 0-1 0 0,0-1 1 0 0,0 0 0 0 0,1 0-1 0 0,-1 0 1 0 0,1-1-1 0 0,10 2 1 0 0,-4-2-378 0 0,-1 0 1 0 0,25-1-1 0 0,-16-1-3589 0 0</inkml:trace>
</inkml:ink>
</file>

<file path=ppt/ink/ink1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08.23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1 466 5065 0 0,'2'-1'466'0'0,"1"-1"-1"0"0,-1 1 1 0 0,0-1-1 0 0,0 0 1 0 0,0 0-1 0 0,0 0 1 0 0,0 0 0 0 0,0-1-1 0 0,1-2 1 0 0,8-11 354 0 0,-1-1 0 0 0,-1 0 0 0 0,-1-1 1 0 0,-1 0-1 0 0,0 0 0 0 0,8-37 1 0 0,-11 34-659 0 0,-1 1 0 0 0,-1-1 0 0 0,-1 1 0 0 0,-1-1 0 0 0,-3-35 0 0 0,0 39-179 0 0,0 0 1 0 0,-1 0-1 0 0,-1 1 0 0 0,-7-18 0 0 0,11 33 23 0 0,1-1 0 0 0,-1 1 0 0 0,0-1-1 0 0,1 1 1 0 0,-1-1 0 0 0,0 1 0 0 0,0 0 0 0 0,0-1-1 0 0,0 1 1 0 0,0 0 0 0 0,0 0 0 0 0,-1 0-1 0 0,1 0 1 0 0,0 0 0 0 0,0 0 0 0 0,-1 0-1 0 0,1 0 1 0 0,-1 1 0 0 0,1-1 0 0 0,-3 0-1 0 0,4 1 3 0 0,0 0-1 0 0,-1-1 1 0 0,1 2 0 0 0,-1-1-1 0 0,1 0 1 0 0,-1 0-1 0 0,1 0 1 0 0,-1 0-1 0 0,1 0 1 0 0,-1 0 0 0 0,1 0-1 0 0,-1 1 1 0 0,1-1-1 0 0,0 0 1 0 0,-1 0-1 0 0,1 1 1 0 0,-1-1 0 0 0,1 0-1 0 0,0 0 1 0 0,-1 1-1 0 0,1-1 1 0 0,0 0 0 0 0,-1 1-1 0 0,1 0 1 0 0,-5 19 335 0 0,6 0-450 0 0,1 0 0 0 0,0 0 0 0 0,1 0 0 0 0,1 0 0 0 0,2-1 0 0 0,-1 0 0 0 0,2 0 0 0 0,1 0 0 0 0,0-1 0 0 0,1 0 0 0 0,1 0 0 0 0,24 31 0 0 0,-31-45 59 0 0,1 0 1 0 0,0-1-1 0 0,0 1 0 0 0,0-1 1 0 0,1 0-1 0 0,-1 0 0 0 0,1 0 1 0 0,0-1-1 0 0,0 0 0 0 0,-1 0 1 0 0,2 0-1 0 0,-1 0 0 0 0,0-1 1 0 0,0 0-1 0 0,0 0 0 0 0,9 1 0 0 0,-9-2-700 0 0,1 0 0 0 0,0-1 0 0 0,0 1 0 0 0,0-1-1 0 0,7-2 1 0 0,2-2-3693 0 0</inkml:trace>
</inkml:ink>
</file>

<file path=ppt/ink/ink1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08.85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0 351 10594 0 0,'0'0'23'0'0,"1"0"0"0"0,-1 0 0 0 0,0 0-1 0 0,0 0 1 0 0,0 0 0 0 0,0 0 0 0 0,0 1-1 0 0,0-1 1 0 0,0 0 0 0 0,0 0 0 0 0,0 0 0 0 0,0 0-1 0 0,0 0 1 0 0,0 0 0 0 0,0 0 0 0 0,0 0-1 0 0,0 0 1 0 0,1 0 0 0 0,-1 0 0 0 0,0 0 0 0 0,0 0-1 0 0,0 1 1 0 0,0-1 0 0 0,0 0 0 0 0,0 0-1 0 0,0 0 1 0 0,0 0 0 0 0,0 0 0 0 0,0 0 0 0 0,0 0-1 0 0,0 0 1 0 0,0 0 0 0 0,0 0 0 0 0,0 0-1 0 0,0 1 1 0 0,0-1 0 0 0,0 0 0 0 0,0 0 0 0 0,0 0-1 0 0,-1 0 1 0 0,1 0 0 0 0,0 0 0 0 0,0 0-1 0 0,0 0 1 0 0,10-9 322 0 0,11-18 1069 0 0,-12 10-989 0 0,-2-1 1 0 0,0 0-1 0 0,0 0 1 0 0,-2 0 0 0 0,-1-1-1 0 0,4-24 1 0 0,-6 20-904 0 0,-1 0 1 0 0,-1-1-1 0 0,-1 1 0 0 0,-7-43 0 0 0,6 58-445 0 0,4 22 773 0 0,4 23 174 0 0,5 0 145 0 0,1-1 0 0 0,2-1 0 0 0,1 0 0 0 0,2-1 0 0 0,36 54 0 0 0,-9-28 165 0 0,-19-22-362 0 0,-21-29-19 0 0,1 0 0 0 0,1-1-1 0 0,12 14 1 0 0,-18-86-1384 0 0,0 32 1151 0 0,3-100 416 0 0,-1 116-4 0 0,0 0 0 0 0,0 1 0 0 0,2-1 0 0 0,0 1 0 0 0,0 0 0 0 0,8-15 0 0 0,-10 26-1 0 0,0-1 0 0 0,0 1-1 0 0,1 1 1 0 0,-1-1 0 0 0,1 0 0 0 0,0 1 0 0 0,0-1 0 0 0,5-4-1 0 0,-7 7-57 0 0,0 1 0 0 0,0-1 0 0 0,1 0 0 0 0,-1 1-1 0 0,0-1 1 0 0,0 1 0 0 0,0-1 0 0 0,0 1 0 0 0,0 0-1 0 0,1-1 1 0 0,-1 1 0 0 0,0 0 0 0 0,0 0 0 0 0,0 0-1 0 0,1 0 1 0 0,-1 0 0 0 0,0 0 0 0 0,0 0 0 0 0,1 0-1 0 0,-1 1 1 0 0,0-1 0 0 0,0 0 0 0 0,0 1 0 0 0,0-1-1 0 0,0 1 1 0 0,1-1 0 0 0,-1 1 0 0 0,0 0-1 0 0,0-1 1 0 0,0 1 0 0 0,0 0 0 0 0,-1 0 0 0 0,1-1-1 0 0,0 1 1 0 0,1 2 0 0 0,15 18 598 0 0,-1 0 0 0 0,-1 1 0 0 0,21 41-1 0 0,-21-35-460 0 0,1-1-1 0 0,23 30 0 0 0,10 9-1960 0 0,-35-50-4987 0 0</inkml:trace>
</inkml:ink>
</file>

<file path=ppt/ink/ink1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11.73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140 124 3225 0 0,'-1'-6'374'0'0,"1"1"1"0"0,-1 0-1 0 0,0-1 1 0 0,0 1-1 0 0,0 0 0 0 0,-1 0 1 0 0,0 0-1 0 0,0 0 1 0 0,0 0-1 0 0,-1 0 1 0 0,0 0-1 0 0,1 1 1 0 0,-8-8-1 0 0,10 12-267 0 0,-1-1 1 0 0,0 1-1 0 0,1 0 1 0 0,-1 0-1 0 0,0 0 0 0 0,0 0 1 0 0,1 0-1 0 0,-1 0 0 0 0,0 0 1 0 0,0 0-1 0 0,1 0 0 0 0,-1 0 1 0 0,0 1-1 0 0,1-1 0 0 0,-1 0 1 0 0,0 0-1 0 0,1 1 0 0 0,-1-1 1 0 0,0 0-1 0 0,1 1 1 0 0,-1-1-1 0 0,1 0 0 0 0,-1 1 1 0 0,0-1-1 0 0,1 1 0 0 0,-1-1 1 0 0,1 1-1 0 0,-1 0 0 0 0,1-1 1 0 0,0 1-1 0 0,-1-1 0 0 0,0 2 1 0 0,-15 26 839 0 0,13-23-652 0 0,-8 19-139 0 0,0 0 0 0 0,1 0 0 0 0,2 1-1 0 0,0 1 1 0 0,2 0 0 0 0,1-1 0 0 0,1 2 0 0 0,1-1-1 0 0,0 28 1 0 0,3-16-158 0 0,2 1-1 0 0,1-1 1 0 0,2 0-1 0 0,2 0 1 0 0,18 59-1 0 0,-18-78-55 0 0,0 0 1 0 0,1 0-1 0 0,2 0 0 0 0,-1-1 0 0 0,2-1 1 0 0,1 1-1 0 0,0-2 0 0 0,1 0 0 0 0,25 25 1 0 0,-32-35-59 0 0,0-1 0 0 0,1 0 0 0 0,-1 0 0 0 0,1 0 0 0 0,1-1 0 0 0,-1 0 0 0 0,0 0 0 0 0,1-1 0 0 0,0 0-1 0 0,0 0 1 0 0,0-1 0 0 0,0 0 0 0 0,0 0 0 0 0,0-1 0 0 0,0 0 0 0 0,1-1 0 0 0,-1 1 0 0 0,0-2 0 0 0,1 1 0 0 0,-1-1 0 0 0,0 0 0 0 0,0-1 0 0 0,0 0 0 0 0,0 0 0 0 0,0-1 0 0 0,10-5 0 0 0,-4 1 225 0 0,-1-1 1 0 0,-1-1-1 0 0,1 0 1 0 0,-1-1-1 0 0,-1 0 1 0 0,0-1-1 0 0,0 0 1 0 0,-1 0-1 0 0,-1-1 1 0 0,0-1-1 0 0,0 0 0 0 0,-2 0 1 0 0,10-20-1 0 0,-6 8 191 0 0,0-1-1 0 0,-2 0 1 0 0,-1-1-1 0 0,-1 0 1 0 0,-1-1-1 0 0,3-40 1 0 0,-7 25 17 0 0,-2 0-1 0 0,-2 0 1 0 0,-2 0 0 0 0,-1 0 0 0 0,-3 1 0 0 0,-22-74 0 0 0,27 107-226 0 0,-1 1 0 0 0,0-1 1 0 0,-1 1-1 0 0,1 0 0 0 0,-2 0 1 0 0,1 0-1 0 0,-1 1 0 0 0,0 0 0 0 0,-1 0 1 0 0,1 0-1 0 0,-12-8 0 0 0,15 13-103 0 0,-1-1 0 0 0,0 1 0 0 0,1-1 0 0 0,-1 1 0 0 0,0 0 0 0 0,0 1-1 0 0,0-1 1 0 0,0 1 0 0 0,-1-1 0 0 0,1 1 0 0 0,0 0 0 0 0,0 1 0 0 0,-1-1 0 0 0,1 1-1 0 0,-1 0 1 0 0,1 0 0 0 0,0 0 0 0 0,-1 1 0 0 0,1-1 0 0 0,0 1 0 0 0,-1 0-1 0 0,1 1 1 0 0,0-1 0 0 0,0 1 0 0 0,0-1 0 0 0,-6 5 0 0 0,4-2-291 0 0,-1 2 0 0 0,1-1 0 0 0,1 1 0 0 0,-1-1 0 0 0,1 2 0 0 0,0-1 0 0 0,0 1 0 0 0,1-1 0 0 0,-7 14 0 0 0,-1 3-1036 0 0</inkml:trace>
</inkml:ink>
</file>

<file path=ppt/ink/ink1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12.38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1 134 4145 0 0,'7'-1'751'0'0,"0"0"0"0"0,0-1 0 0 0,0 0 0 0 0,0 0 0 0 0,10-5 0 0 0,4-1 257 0 0,70-23 74 0 0,112-31 4027 0 0,-177 56-4572 0 0,1 1 1 0 0,0 2 0 0 0,1 1 0 0 0,-1 1-1 0 0,51 5 1 0 0,-62-2-546 0 0,12 1-860 0 0,0 0 1 0 0,32-2 0 0 0</inkml:trace>
</inkml:ink>
</file>

<file path=ppt/ink/ink1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16.04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38 403 3225 0 0,'-8'-27'1815'0'0,"-6"-21"1339"0"0,-2 23 1791 0 0,27 38-4386 0 0,-2 0 0 0 0,0 0 1 0 0,-1 1-1 0 0,11 23 0 0 0,1 0-307 0 0,5 9-64 0 0,106 171 394 0 0,-112-190-555 0 0,1-2-1 0 0,0 0 0 0 0,2-1 1 0 0,1-1-1 0 0,46 35 1 0 0,-64-55-28 0 0,0 1 1 0 0,0-1-1 0 0,0 0 0 0 0,1 0 1 0 0,-1-1-1 0 0,1 1 1 0 0,0-1-1 0 0,-1-1 0 0 0,7 2 1 0 0,-10-3 3 0 0,0 0-1 0 0,0 0 1 0 0,0 0 0 0 0,0 0 0 0 0,0 0-1 0 0,0 0 1 0 0,0-1 0 0 0,0 1 0 0 0,0-1 0 0 0,0 1-1 0 0,0-1 1 0 0,0 0 0 0 0,-1 0 0 0 0,1 0-1 0 0,0 0 1 0 0,-1 0 0 0 0,1 0 0 0 0,0 0-1 0 0,-1-1 1 0 0,1 1 0 0 0,-1 0 0 0 0,0-1 0 0 0,0 1-1 0 0,1-1 1 0 0,-1 0 0 0 0,0 1 0 0 0,0-1-1 0 0,0 0 1 0 0,-1 0 0 0 0,2-3 0 0 0,4-11 165 0 0,-1-1 0 0 0,-1-1-1 0 0,0 1 1 0 0,-1-1 0 0 0,-1 1 0 0 0,-1-1 0 0 0,-1-21 0 0 0,-14-127 1150 0 0,12 157-1271 0 0,-26-152-115 0 0,17 109-670 0 0,2 0 0 0 0,2-1 1 0 0,2 0-1 0 0,3-59 0 0 0,2 106 474 0 0,1 1 0 0 0,-1 0 0 0 0,1-1 0 0 0,0 1 0 0 0,4-9 0 0 0,0 4-696 0 0</inkml:trace>
</inkml:ink>
</file>

<file path=ppt/ink/ink1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16.40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 24 6913 0 0,'-1'-1'108'0'0,"1"0"0"0"0,0 1 0 0 0,0-1-1 0 0,-1 0 1 0 0,1 0 0 0 0,0 0-1 0 0,0 0 1 0 0,0 0 0 0 0,0 0-1 0 0,0 0 1 0 0,0 0 0 0 0,0 0 0 0 0,0 0-1 0 0,0 0 1 0 0,1 1 0 0 0,-1-1-1 0 0,0 0 1 0 0,1 0 0 0 0,-1 0-1 0 0,0 0 1 0 0,1 0 0 0 0,-1 1 0 0 0,1-1-1 0 0,-1 0 1 0 0,2-1 0 0 0,-2 2 19 0 0,1 0 0 0 0,0 1 0 0 0,-1-1 0 0 0,1 0 0 0 0,0 0 0 0 0,-1 0 0 0 0,1 0 0 0 0,0 0 0 0 0,-1 1 0 0 0,1-1 0 0 0,-1 0 0 0 0,1 1 0 0 0,-1-1 0 0 0,1 0 0 0 0,0 1 0 0 0,-1-1 0 0 0,0 1 0 0 0,1-1 0 0 0,-1 1 0 0 0,1-1 0 0 0,-1 1 0 0 0,1-1 0 0 0,-1 1 0 0 0,0-1 0 0 0,1 1 0 0 0,-1-1-1 0 0,0 1 1 0 0,0 0 0 0 0,1-1 0 0 0,-1 1 0 0 0,0 0 0 0 0,0-1 0 0 0,0 1 0 0 0,0-1 0 0 0,0 1 0 0 0,0 1 0 0 0,12 40 1744 0 0,5 49-1 0 0,-11-56-1954 0 0,1-1 0 0 0,1 0-1 0 0,13 33 1 0 0,-11-41-5191 0 0</inkml:trace>
</inkml:ink>
</file>

<file path=ppt/ink/ink1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16.78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 28 5529 0 0,'-4'-6'2401'0'0,"3"4"-1393"0"0,-1-1 8 0 0,1-1-312 0 0,1 1-56 0 0,0-1-7 0 0,3 1-9 0 0,0 2-808 0 0,2-1-160 0 0,2 2-33 0 0,1 0-7 0 0,3 5 376 0 0,0-1 0 0 0</inkml:trace>
</inkml:ink>
</file>

<file path=ppt/ink/ink1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17.13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0 134 3681 0 0,'0'-2'173'0'0,"1"1"0"0"0,-1-1 1 0 0,0 0-1 0 0,1 1 0 0 0,-1-1 1 0 0,1 1-1 0 0,0-1 0 0 0,-1 1 1 0 0,1-1-1 0 0,0 1 0 0 0,0-1 0 0 0,0 1 1 0 0,0 0-1 0 0,0-1 0 0 0,0 1 1 0 0,0 0-1 0 0,1 0 0 0 0,-1 0 1 0 0,0 0-1 0 0,1 0 0 0 0,-1 0 1 0 0,1 0-1 0 0,-1 0 0 0 0,1 1 0 0 0,1-1 1 0 0,0 0-26 0 0,-1 2 0 0 0,1-1 1 0 0,-1 0-1 0 0,1 0 0 0 0,-1 1 0 0 0,0-1 1 0 0,1 1-1 0 0,-1 0 0 0 0,1 0 0 0 0,-1 0 1 0 0,0 0-1 0 0,0 0 0 0 0,0 1 1 0 0,0-1-1 0 0,0 0 0 0 0,0 1 0 0 0,3 2 1 0 0,5 6-5 0 0,1 0 0 0 0,-2 0 0 0 0,0 1 1 0 0,0 1-1 0 0,-1-1 0 0 0,9 18 0 0 0,35 81 1270 0 0,-17-32-962 0 0,-35-78-452 0 0,0 1 0 0 0,0 0-1 0 0,1-1 1 0 0,-1 1 0 0 0,0-1 0 0 0,0 1 0 0 0,1 0-1 0 0,-1-1 1 0 0,0 1 0 0 0,1-1 0 0 0,-1 1 0 0 0,1-1 0 0 0,-1 1-1 0 0,0-1 1 0 0,1 1 0 0 0,-1-1 0 0 0,1 1 0 0 0,0-1 0 0 0,-1 1-1 0 0,1-1 1 0 0,-1 0 0 0 0,1 0 0 0 0,-1 1 0 0 0,1-1-1 0 0,0 0 1 0 0,0 1 0 0 0,4-15-5 0 0,-4-27 54 0 0,-7-17 586 0 0,1 18-247 0 0,2-70 1 0 0,3 100-369 0 0,1-1 0 0 0,0 1 0 0 0,0 0-1 0 0,1 0 1 0 0,1 0 0 0 0,0 1 0 0 0,0-1 0 0 0,1 1 0 0 0,0-1 0 0 0,1 1 0 0 0,0 0 0 0 0,6-8 0 0 0,-11 16-7 0 0,1 0 1 0 0,0 0-1 0 0,-1 0 0 0 0,1 0 1 0 0,0 0-1 0 0,-1 0 1 0 0,1 1-1 0 0,0-1 1 0 0,0 0-1 0 0,0 1 0 0 0,-1-1 1 0 0,1 0-1 0 0,0 1 1 0 0,0-1-1 0 0,0 1 1 0 0,0-1-1 0 0,0 1 1 0 0,0 0-1 0 0,0-1 0 0 0,1 1 1 0 0,-1 0-1 0 0,0 0 1 0 0,0 0-1 0 0,0 0 1 0 0,0 0-1 0 0,0 0 0 0 0,0 0 1 0 0,0 0-1 0 0,0 0 1 0 0,0 0-1 0 0,0 1 1 0 0,1-1-1 0 0,-1 0 0 0 0,0 1 1 0 0,0-1-1 0 0,0 1 1 0 0,-1-1-1 0 0,1 1 1 0 0,0-1-1 0 0,0 1 1 0 0,0 0-1 0 0,0 0 0 0 0,0-1 1 0 0,-1 1-1 0 0,1 0 1 0 0,0 0-1 0 0,-1 0 1 0 0,1 0-1 0 0,0 2 1 0 0,5 6 252 0 0,0 0 0 0 0,-2 0 1 0 0,1 1-1 0 0,3 11 0 0 0,-5-13-181 0 0,-3-8-88 0 0,63 144 1524 0 0,-23-78-2435 0 0,10-4-4146 0 0,-28-39-563 0 0</inkml:trace>
</inkml:ink>
</file>

<file path=ppt/ink/ink1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17.95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119 807 2761 0 0,'-18'-1'1526'0'0,"0"-1"1"0"0,1 0-1 0 0,-1-2 0 0 0,-25-7 1 0 0,43 11-1487 0 0,0 0 0 0 0,-1 0 0 0 0,1 0 1 0 0,0 0-1 0 0,0 0 0 0 0,0 0 0 0 0,0 0 0 0 0,-1 0 1 0 0,1 0-1 0 0,0 0 0 0 0,0 0 0 0 0,0 0 0 0 0,0-1 1 0 0,-1 1-1 0 0,1 0 0 0 0,0 0 0 0 0,0 0 0 0 0,0 0 1 0 0,0 0-1 0 0,0 0 0 0 0,-1 0 0 0 0,1 0 0 0 0,0 0 1 0 0,0-1-1 0 0,0 1 0 0 0,0 0 0 0 0,0 0 0 0 0,0 0 0 0 0,0 0 1 0 0,-1 0-1 0 0,1-1 0 0 0,0 1 0 0 0,0 0 0 0 0,0 0 1 0 0,0 0-1 0 0,0 0 0 0 0,0-1 0 0 0,0 1 0 0 0,0 0 1 0 0,0 0-1 0 0,0 0 0 0 0,0 0 0 0 0,0-1 0 0 0,0 1 1 0 0,0 0-1 0 0,0 0 0 0 0,0 0 0 0 0,0-1 0 0 0,10-3 647 0 0,14-2-536 0 0,43-2-195 0 0,1-4 0 0 0,94-28 0 0 0,-72 16 19 0 0,504-110-39 0 0,-371 88 64 0 0,473-71 0 0 0,-45 34 190 0 0,-350 29-166 0 0,107-18 659 0 0,-276 55 217 0 0,147 0-1 0 0,-109 18-493 0 0,151-5-353 0 0,-265-1 27 0 0,-1-2-1 0 0,-1-2 1 0 0,97-29 0 0 0,-96 19 128 0 0,-5 1 554 0 0,1 2 0 0 0,77-13 0 0 0,-128 29-770 0 0,3-1-108 0 0,1 0 0 0 0,-1 1-1 0 0,0 0 1 0 0,1 0 0 0 0,-1 0-1 0 0,0 0 1 0 0,0 0 0 0 0,1 1-1 0 0,5 1 1 0 0</inkml:trace>
</inkml:ink>
</file>

<file path=ppt/ink/ink1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23.82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39 20 4145 0 0,'-1'-1'201'0'0,"1"0"0"0"0,-1 0 0 0 0,1 0 0 0 0,-1-1 0 0 0,0 1 0 0 0,0 0 0 0 0,1 0 0 0 0,-1 0 0 0 0,0 0 0 0 0,0 1 0 0 0,0-1 0 0 0,0 0 0 0 0,0 0 0 0 0,0 0 0 0 0,0 1 0 0 0,0-1 0 0 0,0 1 0 0 0,-1-1 0 0 0,1 1 0 0 0,0-1 0 0 0,0 1 0 0 0,0 0 0 0 0,-1-1 0 0 0,0 1 0 0 0,1 0-95 0 0,0 1 1 0 0,0-1-1 0 0,1 0 0 0 0,-1 1 1 0 0,0-1-1 0 0,1 1 0 0 0,-1-1 1 0 0,0 1-1 0 0,1-1 0 0 0,-1 1 1 0 0,0-1-1 0 0,1 1 0 0 0,-1 0 1 0 0,1-1-1 0 0,-1 1 0 0 0,1 0 1 0 0,0 0-1 0 0,-1-1 0 0 0,1 1 1 0 0,0 0-1 0 0,-1 0 0 0 0,1 0 1 0 0,0-1-1 0 0,0 1 0 0 0,0 0 1 0 0,-1 0-1 0 0,1 0 0 0 0,0 0 1 0 0,0-1-1 0 0,1 1 0 0 0,-1 0 1 0 0,0 0-1 0 0,0 0 0 0 0,0 0 1 0 0,0-1-1 0 0,1 1 0 0 0,-1 1 1 0 0,8 38 1755 0 0,26 77 0 0 0,-2-12-828 0 0,13 100-237 0 0,-18-74-22 0 0,44 128 0 0 0,-22-96-5216 0 0</inkml:trace>
</inkml:ink>
</file>

<file path=ppt/ink/ink1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24.31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0 128 3225 0 0,'1'-9'328'0'0,"0"0"1"0"0,0 0 0 0 0,1 1 0 0 0,0-1 0 0 0,5-14-1 0 0,-6 19 122 0 0,1-1 0 0 0,0 1-1 0 0,0 0 1 0 0,0 0-1 0 0,0 0 1 0 0,1 0 0 0 0,0 0-1 0 0,0 0 1 0 0,0 0 0 0 0,0 1-1 0 0,0 0 1 0 0,5-4-1 0 0,-6 6-365 0 0,-1 0-1 0 0,0 1 1 0 0,0-1-1 0 0,1 0 1 0 0,-1 1-1 0 0,0-1 1 0 0,1 1 0 0 0,-1 0-1 0 0,0-1 1 0 0,1 1-1 0 0,-1 0 1 0 0,1 0-1 0 0,-1 0 1 0 0,1 0-1 0 0,-1 0 1 0 0,1 0-1 0 0,-1 0 1 0 0,0 0-1 0 0,1 1 1 0 0,-1-1-1 0 0,1 1 1 0 0,1 0-1 0 0,0 1-32 0 0,0 0 0 0 0,-1-1-1 0 0,1 1 1 0 0,-1 0-1 0 0,0 1 1 0 0,0-1-1 0 0,0 0 1 0 0,0 1-1 0 0,0-1 1 0 0,2 4 0 0 0,1 4-52 0 0,0-1 0 0 0,-1 1 0 0 0,0 0 0 0 0,-1 1 1 0 0,3 11-1 0 0,-2 0 90 0 0,-1 1 1 0 0,-1-1-1 0 0,-1 1 0 0 0,-1 0 1 0 0,-1-1-1 0 0,-1 1 0 0 0,-2-1 1 0 0,0 1-1 0 0,-1-1 0 0 0,0 0 1 0 0,-14 29-1 0 0,35-57 2058 0 0,20-17-1522 0 0,-6 4 32 0 0,-10 9-388 0 0,0 1 1 0 0,1 1-1 0 0,1 0 1 0 0,0 2-1 0 0,-1 0 1 0 0,26-2-1 0 0,3 1-222 0 0,82 1 0 0 0,-103 9-835 0 0,-12 5-5539 0 0</inkml:trace>
</inkml:ink>
</file>

<file path=ppt/ink/ink1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24.67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0 456 0 0,'4'5'9135'0'0,"2"5"-4868"0"0,12 37-3801 0 0,-14-35 1132 0 0,27 67-393 0 0,61 114 0 0 0,-86-183-1335 0 0,0-1 1 0 0,1 0-1 0 0,12 14 0 0 0,-16-20 63 0 0,0 0 1 0 0,0 0-1 0 0,0 0 0 0 0,0 0 0 0 0,0-1 0 0 0,1 0 1 0 0,-1 0-1 0 0,1 0 0 0 0,-1 0 0 0 0,1 0 1 0 0,0-1-1 0 0,0 1 0 0 0,5 0 0 0 0,2-5-2601 0 0</inkml:trace>
</inkml:ink>
</file>

<file path=ppt/ink/ink1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25.02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 4145 0 0,'1'3'5754'0'0,"3"4"-3547"0"0,14 31-6447 0 0,-17-32 2863 0 0</inkml:trace>
</inkml:ink>
</file>

<file path=ppt/ink/ink1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26.16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90 6913 0 0,'0'-1'-39'0'0,"0"0"0"0"0,0 0 0 0 0,0 1 0 0 0,1-1 0 0 0,-1 0-1 0 0,0 0 1 0 0,0 0 0 0 0,0 0 0 0 0,1 1 0 0 0,-1-1-1 0 0,1 0 1 0 0,-1 0 0 0 0,0 1 0 0 0,1-1 0 0 0,-1 0 0 0 0,1 1-1 0 0,-1-1 1 0 0,1 0 0 0 0,0 1 0 0 0,-1-1 0 0 0,1 1 0 0 0,0-1-1 0 0,-1 1 1 0 0,1-1 0 0 0,1 1 0 0 0,24-18 689 0 0,-18 14 1 0 0,6-5 628 0 0,0 0 1 0 0,25-10-1 0 0,-33 17-1358 0 0,0-1 0 0 0,0 1 0 0 0,0 1 0 0 0,0-1 0 0 0,0 1 0 0 0,1 0 0 0 0,-1 0 0 0 0,0 1 0 0 0,13 1 0 0 0,-5 1-3644 0 0</inkml:trace>
</inkml:ink>
</file>

<file path=ppt/ink/ink1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26.54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73 5985 0 0,'82'-28'6486'0'0,"33"-10"-5433"0"0,-94 31-5887 0 0</inkml:trace>
</inkml:ink>
</file>

<file path=ppt/ink/ink1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51.2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46 1 456 0 0,'-3'1'133'0'0,"0"1"1"0"0,0 0-1 0 0,0 0 0 0 0,0 0 0 0 0,0 0 1 0 0,1 0-1 0 0,-1 0 0 0 0,1 1 0 0 0,0-1 1 0 0,0 1-1 0 0,0 0 0 0 0,0 0 0 0 0,0 0 1 0 0,0-1-1 0 0,1 2 0 0 0,-1-1 1 0 0,1 0-1 0 0,0 0 0 0 0,0 0 0 0 0,0 1 1 0 0,1-1-1 0 0,-1 0 0 0 0,1 1 0 0 0,-1-1 1 0 0,1 5-1 0 0,2 27 735 0 0,0 1 0 0 0,2-1-1 0 0,15 59 1 0 0,-8-43-298 0 0,82 320 1235 0 0,-77-322-1858 0 0</inkml:trace>
</inkml:ink>
</file>

<file path=ppt/ink/ink1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51.64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1 173 3681 0 0,'4'-1'109'0'0,"-1"0"1"0"0,1 0-1 0 0,0-1 1 0 0,-1 0-1 0 0,0 0 1 0 0,1 0-1 0 0,3-3 0 0 0,5-2 352 0 0,75-44 1870 0 0,22-10 383 0 0,-95 54-3123 0 0,1 1 1 0 0,1 0-1 0 0,-1 1 0 0 0,1 1 0 0 0,27-4 1 0 0,-12 6-2857 0 0</inkml:trace>
</inkml:ink>
</file>

<file path=ppt/ink/ink1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52.0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78 2304 0 0,'1'-2'173'0'0,"-1"0"0"0"0,1 0 0 0 0,0 1 0 0 0,-1-1 0 0 0,1 0 0 0 0,0 1 0 0 0,0-1 0 0 0,0 1 0 0 0,1-1 0 0 0,-1 1 0 0 0,0-1 0 0 0,0 1-1 0 0,1 0 1 0 0,-1-1 0 0 0,1 1 0 0 0,-1 0 0 0 0,1 0 0 0 0,0 0 0 0 0,-1 0 0 0 0,1 1 0 0 0,2-2 0 0 0,39-14 1944 0 0,-5 9-1048 0 0,-1 2 0 0 0,0 2 1 0 0,59 1-1 0 0,4 0-713 0 0,-13-5-390 0 0,-45 3-164 0 0</inkml:trace>
</inkml:ink>
</file>

<file path=ppt/ink/ink1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52.9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52 79 3225 0 0,'-4'0'156'0'0,"0"1"0"0"0,0-1 0 0 0,0 0 0 0 0,0 0 0 0 0,0 0 1 0 0,0-1-1 0 0,0 1 0 0 0,0-1 0 0 0,0 0 0 0 0,-8-3 0 0 0,13 3-47 0 0,-1 1-1 0 0,0-1 1 0 0,1 0-1 0 0,-1 0 0 0 0,1 1 1 0 0,-1-1-1 0 0,1 1 1 0 0,-1-1-1 0 0,1 0 0 0 0,0 1 1 0 0,-1-1-1 0 0,1 1 1 0 0,0-1-1 0 0,-1 1 0 0 0,1-1 1 0 0,0 1-1 0 0,-1 0 0 0 0,1-1 1 0 0,0 1-1 0 0,1-1 1 0 0,20-7 950 0 0,-20 8-937 0 0,36-11 718 0 0,1 2-1 0 0,1 2 1 0 0,71-4-1 0 0,-1 0-2372 0 0,-86 7 982 0 0</inkml:trace>
</inkml:ink>
</file>

<file path=ppt/ink/ink1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53.3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39 1 3681 0 0,'-3'2'289'0'0,"0"0"0"0"0,1 0 0 0 0,-1 0 0 0 0,1 0 1 0 0,-1 1-1 0 0,1-1 0 0 0,0 1 0 0 0,0 0 0 0 0,0-1 1 0 0,1 1-1 0 0,-1 0 0 0 0,1 0 0 0 0,-1 0 0 0 0,1 0 0 0 0,0 1 1 0 0,0-1-1 0 0,0 0 0 0 0,1 0 0 0 0,-1 1 0 0 0,0 3 1 0 0,0 11 439 0 0,0 1 0 0 0,2 26 0 0 0,0-28-829 0 0,70 905 1131 0 0,-67-872-860 0 0,1 28 348 0 0,4 41 374 0 0,-7-105-1601 0 0,1-1 0 0 0,1 1-1 0 0,6 18 1 0 0</inkml:trace>
</inkml:ink>
</file>

<file path=ppt/ink/ink1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53.6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145 178 7834 0 0,'-8'1'223'0'0,"0"0"0"0"0,0 0-1 0 0,-1-1 1 0 0,1-1 0 0 0,0 1 0 0 0,-8-3 0 0 0,9 2-174 0 0,1 0 0 0 0,0 0-1 0 0,-1 0 1 0 0,1 1 0 0 0,-1 0-1 0 0,1 0 1 0 0,0 1 0 0 0,-1 0 0 0 0,1 0-1 0 0,-9 3 1 0 0,31-1 272 0 0,15-4 156 0 0,28-7 92 0 0,0-3 1 0 0,0-2-1 0 0,-1-3 0 0 0,-1-3 1 0 0,101-47-1 0 0,-107 42-1680 0 0,-3 0-3592 0 0</inkml:trace>
</inkml:ink>
</file>

<file path=ppt/ink/ink1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4:09.6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 6913 0 0,'-1'-3'4667'0'0,"7"12"-3034"0"0,6 16-627 0 0,131 456 3243 0 0,-102-331-3749 0 0,-17-62-482 0 0,37 123-3479 0 0,-55-197 1835 0 0</inkml:trace>
</inkml:ink>
</file>

<file path=ppt/ink/ink1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4:10.12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81 262 1376 0 0,'-25'5'179'0'0,"21"-4"-39"0"0,-1 0 1 0 0,1 0 0 0 0,0 0 0 0 0,0-1-1 0 0,-1 1 1 0 0,-6-1 0 0 0,10 0-115 0 0,0-1 0 0 0,0 1 1 0 0,0 0-1 0 0,0-1 0 0 0,0 1 0 0 0,0 0 0 0 0,0-1 1 0 0,1 1-1 0 0,-1-1 0 0 0,0 1 0 0 0,0-1 0 0 0,1 0 1 0 0,-1 1-1 0 0,0-1 0 0 0,1 0 0 0 0,-1 0 0 0 0,0 1 0 0 0,1-1 1 0 0,-1 0-1 0 0,1 0 0 0 0,-1 0 0 0 0,1 0 0 0 0,0 1 1 0 0,-1-1-1 0 0,1 0 0 0 0,0 0 0 0 0,0 0 0 0 0,0 0 1 0 0,-1 0-1 0 0,1 0 0 0 0,0 0 0 0 0,0 0 0 0 0,0 0 1 0 0,1-2-1 0 0,0-10 303 0 0,0 0-1 0 0,1 1 1 0 0,0-1 0 0 0,1 0 0 0 0,1 1-1 0 0,0 0 1 0 0,0 0 0 0 0,1 0 0 0 0,1 0 0 0 0,8-13-1 0 0,-9 17 58 0 0,-1 1 0 0 0,1 0 0 0 0,0 1 0 0 0,1-1 0 0 0,-1 1 0 0 0,1 0 0 0 0,0 1 0 0 0,1-1 0 0 0,0 1 0 0 0,-1 0 0 0 0,2 1 0 0 0,-1 0 0 0 0,0 0 0 0 0,1 0 0 0 0,0 1 0 0 0,12-4 0 0 0,-17 7-273 0 0,0-1 0 0 0,0 1 0 0 0,0-1-1 0 0,-1 1 1 0 0,1 0 0 0 0,0 0 0 0 0,0 1 0 0 0,0-1 0 0 0,0 0 0 0 0,0 1 0 0 0,0 0-1 0 0,-1 0 1 0 0,1 0 0 0 0,0 0 0 0 0,-1 0 0 0 0,1 0 0 0 0,0 1 0 0 0,-1-1-1 0 0,0 1 1 0 0,4 2 0 0 0,-3 0-44 0 0,1 0-1 0 0,-1 0 1 0 0,0 0-1 0 0,0 0 1 0 0,-1 1 0 0 0,1-1-1 0 0,-1 1 1 0 0,0-1-1 0 0,0 1 1 0 0,1 9-1 0 0,1 4-92 0 0,-1 1 0 0 0,-1 0 0 0 0,0 0 0 0 0,-2 0-1 0 0,-2 22 1 0 0,-2-8-200 0 0,-12 48-1 0 0,9-55 31 0 0,2 1-1 0 0,1 0 1 0 0,-1 30-1 0 0,4-56 194 0 0,1-1 0 0 0,0 1 0 0 0,0-1-1 0 0,0 1 1 0 0,0-1 0 0 0,0 1 0 0 0,0 0 0 0 0,0-1-1 0 0,0 1 1 0 0,0-1 0 0 0,0 1 0 0 0,0-1-1 0 0,1 0 1 0 0,-1 1 0 0 0,0-1 0 0 0,0 1 0 0 0,0-1-1 0 0,1 1 1 0 0,-1-1 0 0 0,0 1 0 0 0,1-1 0 0 0,-1 0-1 0 0,0 1 1 0 0,1-1 0 0 0,-1 1 0 0 0,0-1-1 0 0,1 0 1 0 0,-1 0 0 0 0,1 1 0 0 0,-1-1 0 0 0,0 0-1 0 0,1 0 1 0 0,-1 1 0 0 0,1-1 0 0 0,-1 0 0 0 0,1 0-1 0 0,-1 0 1 0 0,1 0 0 0 0,-1 0 0 0 0,1 0-1 0 0,-1 1 1 0 0,1-1 0 0 0,-1-1 0 0 0,1 1 0 0 0,-1 0-1 0 0,1 0 1 0 0,-1 0 0 0 0,1 0 0 0 0,-1 0 0 0 0,1 0-1 0 0,-1 0 1 0 0,1-1 0 0 0,-1 1 0 0 0,1 0-1 0 0,-1 0 1 0 0,0-1 0 0 0,1 1 0 0 0,-1 0 0 0 0,1-1-1 0 0,-1 1 1 0 0,0 0 0 0 0,1-1 0 0 0,0 0-1 0 0,27-24 2 0 0,-27 24-4 0 0,8-7 48 0 0,1-1 1 0 0,0 1-1 0 0,0 1 1 0 0,0 0-1 0 0,1 0 1 0 0,0 1-1 0 0,0 0 1 0 0,0 1 0 0 0,1 0-1 0 0,23-5 1 0 0,-31 9-30 0 0,1 0 0 0 0,-1 0 0 0 0,1 1 0 0 0,-1 0 0 0 0,1 0 0 0 0,0 0 0 0 0,-1 0 0 0 0,1 1 0 0 0,-1 0 0 0 0,1 0 0 0 0,-1 0 0 0 0,1 0 0 0 0,-1 1 0 0 0,0-1 1 0 0,1 1-1 0 0,-1 0 0 0 0,0 1 0 0 0,0-1 0 0 0,-1 1 0 0 0,1 0 0 0 0,0-1 0 0 0,-1 2 0 0 0,0-1 0 0 0,1 0 0 0 0,-1 1 0 0 0,-1-1 0 0 0,1 1 0 0 0,0 0 0 0 0,-1 0 0 0 0,0 0 0 0 0,0 0 0 0 0,3 9 0 0 0,-2-2 67 0 0,1 1-1 0 0,-2 0 0 0 0,0 0 0 0 0,0 0 0 0 0,-1 0 0 0 0,-1 0 0 0 0,0 0 0 0 0,0 0 0 0 0,-1 0 1 0 0,-1 0-1 0 0,-3 16 0 0 0,-7 19 60 0 0,-27 65 1 0 0,33-94-217 0 0,-31 76-2071 0 0,27-71-3411 0 0</inkml:trace>
</inkml:ink>
</file>

<file path=ppt/ink/ink1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4:10.4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6449 0 0,'0'0'107'0'0,"0"0"-1"0"0,1 0 0 0 0,-1 0 0 0 0,0 0 1 0 0,1 0-1 0 0,-1 0 0 0 0,0 0 0 0 0,1 0 0 0 0,-1 0 1 0 0,1 0-1 0 0,-1 1 0 0 0,0-1 0 0 0,1 0 1 0 0,-1 0-1 0 0,0 0 0 0 0,1 0 0 0 0,-1 1 0 0 0,0-1 1 0 0,0 0-1 0 0,1 0 0 0 0,-1 0 0 0 0,0 1 1 0 0,0-1-1 0 0,1 0 0 0 0,-1 1 0 0 0,0-1 1 0 0,0 0-1 0 0,0 0 0 0 0,1 1 0 0 0,-1-1 0 0 0,0 0 1 0 0,0 1-1 0 0,0-1 0 0 0,0 0 0 0 0,0 1 1 0 0,0-1-1 0 0,0 1 0 0 0,7 14 1060 0 0,6 31 517 0 0,-2 0-1 0 0,7 60 1 0 0,5 25-1059 0 0,-12-79-587 0 0,2 0 0 0 0,3 0 0 0 0,2-2 0 0 0,25 52 0 0 0,-31-82-542 0 0</inkml:trace>
</inkml:ink>
</file>

<file path=ppt/ink/ink1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4:10.84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1 123 10594 0 0,'2'0'217'0'0,"0"0"-1"0"0,0-1 1 0 0,-1 1-1 0 0,1 0 1 0 0,0 0-1 0 0,0 1 1 0 0,0-1-1 0 0,0 0 0 0 0,0 1 1 0 0,-1-1-1 0 0,1 1 1 0 0,0-1-1 0 0,0 1 1 0 0,-1 0-1 0 0,1 0 1 0 0,0 0-1 0 0,-1 0 1 0 0,1 0-1 0 0,-1 0 1 0 0,1 0-1 0 0,-1 0 0 0 0,0 1 1 0 0,1-1-1 0 0,-1 0 1 0 0,0 1-1 0 0,0-1 1 0 0,0 1-1 0 0,0 0 1 0 0,0-1-1 0 0,0 1 1 0 0,0 3-1 0 0,18 42 941 0 0,-13-29-838 0 0,1 0-1 0 0,1-1 1 0 0,18 32-1 0 0,-24-46-322 0 0,0 0-1 0 0,1 0 1 0 0,-1 0-1 0 0,1 0 1 0 0,-1 0-1 0 0,1-1 1 0 0,0 1-1 0 0,0-1 1 0 0,0 0-1 0 0,0 0 0 0 0,0 0 1 0 0,1 0-1 0 0,-1 0 1 0 0,1-1-1 0 0,-1 1 1 0 0,1-1-1 0 0,0 0 1 0 0,-1 0-1 0 0,1 0 1 0 0,0-1-1 0 0,-1 0 1 0 0,1 1-1 0 0,0-1 0 0 0,7-1 1 0 0,-7 0-82 0 0,0-1 0 0 0,1 1 0 0 0,-1-1 0 0 0,0 0 0 0 0,0 0-1 0 0,-1 0 1 0 0,1 0 0 0 0,0-1 0 0 0,-1 0 0 0 0,1 1 0 0 0,-1-1 0 0 0,0-1 0 0 0,0 1 0 0 0,0 0 0 0 0,-1-1 0 0 0,1 1 0 0 0,-1-1-1 0 0,4-6 1 0 0,2-6-327 0 0,-1 1 0 0 0,-1-1-1 0 0,7-24 1 0 0,-9 22 349 0 0,0-1 0 0 0,1-31 0 0 0,-5 33 433 0 0,2 1 0 0 0,0-1 1 0 0,1 1-1 0 0,6-18 0 0 0,-9 33-316 0 0,0 0 1 0 0,0 1-1 0 0,1-1 0 0 0,-1 1 1 0 0,0-1-1 0 0,0 0 0 0 0,0 1 1 0 0,1-1-1 0 0,-1 1 1 0 0,0-1-1 0 0,1 1 0 0 0,-1-1 1 0 0,0 1-1 0 0,1-1 0 0 0,-1 1 1 0 0,1-1-1 0 0,-1 1 0 0 0,1-1 1 0 0,-1 1-1 0 0,1 0 1 0 0,-1-1-1 0 0,1 1 0 0 0,-1 0 1 0 0,1 0-1 0 0,-1-1 0 0 0,1 1 1 0 0,0 0-1 0 0,-1 0 0 0 0,1 0 1 0 0,-1 0-1 0 0,1 0 1 0 0,1 0-1 0 0,-1 0 13 0 0,1 1 0 0 0,-1-1 0 0 0,1 1 0 0 0,-1 0 0 0 0,1 0 0 0 0,-1 0-1 0 0,0 0 1 0 0,0 0 0 0 0,1 0 0 0 0,-1 0 0 0 0,0 0 0 0 0,1 3 0 0 0,31 48 496 0 0,-29-45-397 0 0,1 1-333 0 0,0-1 1 0 0,0 1 0 0 0,1-1 0 0 0,0 0 0 0 0,0 0-1 0 0,0-1 1 0 0,1 0 0 0 0,0 0 0 0 0,0-1 0 0 0,1 0-1 0 0,0 0 1 0 0,0 0 0 0 0,0-1 0 0 0,0 0 0 0 0,13 3-1 0 0,0 0-1493 0 0</inkml:trace>
</inkml:ink>
</file>

<file path=ppt/ink/ink1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4:11.23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1 381 7370 0 0,'5'-3'414'0'0,"0"-1"0"0"0,1 0 0 0 0,-1 0 0 0 0,-1 0 0 0 0,1 0 0 0 0,0-1 0 0 0,-1 0 0 0 0,0 0 1 0 0,6-9-1 0 0,-4 5-182 0 0,14-18 960 0 0,-1 0 0 0 0,28-56 0 0 0,-41 71-1152 0 0,-1 0-1 0 0,0 0 1 0 0,-1 0 0 0 0,0 0-1 0 0,-1-1 1 0 0,-1 0 0 0 0,0 0-1 0 0,0 0 1 0 0,-2 0 0 0 0,0-18-1 0 0,0 29-31 0 0,0 1-1 0 0,0 0 0 0 0,0 0 1 0 0,0 0-1 0 0,0 0 0 0 0,-1-1 1 0 0,1 1-1 0 0,0 0 0 0 0,0 0 1 0 0,-1 0-1 0 0,1 0 0 0 0,-1 0 1 0 0,1 0-1 0 0,-1 0 0 0 0,0 0 1 0 0,1 0-1 0 0,-1 0 0 0 0,0 0 0 0 0,0 0 1 0 0,1 1-1 0 0,-1-1 0 0 0,0 0 1 0 0,0 0-1 0 0,0 1 0 0 0,-1-2 1 0 0,0 2 5 0 0,1 0 1 0 0,-1 0-1 0 0,1 0 1 0 0,-1 0-1 0 0,1 0 1 0 0,0 1-1 0 0,-1-1 1 0 0,1 0-1 0 0,-1 1 0 0 0,1-1 1 0 0,0 1-1 0 0,-1-1 1 0 0,1 1-1 0 0,0-1 1 0 0,0 1-1 0 0,0 0 1 0 0,-2 1-1 0 0,-3 2 90 0 0,1 1 0 0 0,0 0 0 0 0,0 0 0 0 0,0 0 0 0 0,0 0 0 0 0,1 1 0 0 0,-4 6 0 0 0,5-5-35 0 0,1 0 0 0 0,0-1 0 0 0,0 1 0 0 0,0 0 0 0 0,1 0 0 0 0,0 0 0 0 0,1 0 0 0 0,0 0 0 0 0,0 0 0 0 0,0 1 0 0 0,1-1 0 0 0,0 0 0 0 0,0 0 0 0 0,1 0 0 0 0,-1-1 0 0 0,2 1 0 0 0,-1 0 0 0 0,1-1 0 0 0,5 9 0 0 0,-2-2 24 0 0,2 0 1 0 0,0 0-1 0 0,0-1 0 0 0,1 0 1 0 0,1-1-1 0 0,0 0 0 0 0,0 0 0 0 0,16 12 1 0 0,-19-19-92 0 0,-1 0 0 0 0,1 0 0 0 0,-1 0 0 0 0,1-1 0 0 0,0 0 0 0 0,0 0 1 0 0,10 2-1 0 0,31 1-5178 0 0,-11-4-856 0 0</inkml:trace>
</inkml:ink>
</file>

<file path=ppt/ink/ink1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4:14.2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 85 5529 0 0,'-2'-3'368'0'0,"0"0"0"0"0,0-1 0 0 0,0 1 0 0 0,1 0-1 0 0,0-1 1 0 0,-1 1 0 0 0,1-1 0 0 0,0 1 0 0 0,1-1 0 0 0,-1 1-1 0 0,1-1 1 0 0,-1 0 0 0 0,1 1 0 0 0,0-1 0 0 0,1 0 0 0 0,0-6 0 0 0,0 10-326 0 0,-1 0 1 0 0,0 0 0 0 0,1-1-1 0 0,-1 1 1 0 0,1 0 0 0 0,-1 0-1 0 0,1 0 1 0 0,-1 0 0 0 0,1-1-1 0 0,-1 1 1 0 0,1 0 0 0 0,-1 0-1 0 0,1 0 1 0 0,-1 0 0 0 0,1 0-1 0 0,-1 0 1 0 0,1 0 0 0 0,-1 1-1 0 0,1-1 1 0 0,-1 0 0 0 0,1 0-1 0 0,-1 0 1 0 0,1 0 0 0 0,-1 1-1 0 0,1-1 1 0 0,-1 0 0 0 0,1 0-1 0 0,-1 1 1 0 0,0-1 0 0 0,1 0-1 0 0,-1 1 1 0 0,0-1 0 0 0,1 1-1 0 0,-1-1 1 0 0,0 0 0 0 0,1 2-1 0 0,14 14 514 0 0,-15-16-551 0 0,102 149 2069 0 0,-61-87-1877 0 0,2-1 1 0 0,79 84 0 0 0,-121-143-99 0 0,1 0 0 0 0,-1 0 0 0 0,1-1 0 0 0,0 1 0 0 0,0-1 0 0 0,0 1 0 0 0,0-1 0 0 0,0 0 1 0 0,0 0-1 0 0,0 0 0 0 0,0 0 0 0 0,0 0 0 0 0,0 0 0 0 0,4 0 0 0 0,-5-1-32 0 0,0-1-1 0 0,0 1 1 0 0,0 0 0 0 0,1-1 0 0 0,-1 0-1 0 0,0 1 1 0 0,0-1 0 0 0,0 0-1 0 0,0 1 1 0 0,-1-1 0 0 0,1 0 0 0 0,0 0-1 0 0,0 0 1 0 0,0 0 0 0 0,-1 0-1 0 0,1 0 1 0 0,0 0 0 0 0,-1 0-1 0 0,1 0 1 0 0,-1 0 0 0 0,1 0 0 0 0,-1 0-1 0 0,0-1 1 0 0,1 1 0 0 0,-1 0-1 0 0,0 0 1 0 0,0 0 0 0 0,0-1 0 0 0,0 0-1 0 0,24-135 178 0 0,9-40-1977 0 0,-26 151-645 0 0,2 0 0 0 0,16-35 0 0 0,-14 40-2586 0 0</inkml:trace>
</inkml:ink>
</file>

<file path=ppt/ink/ink1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4:14.67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0 1840 0 0,'-8'12'6443'0'0,"7"-9"-5983"0"0,-1 21 2617 0 0,9 29-2161 0 0,-4-32 75 0 0,1 13 188 0 0,17 65 1 0 0,-13-74-2296 0 0,15 34 0 0 0,-20-52-682 0 0</inkml:trace>
</inkml:ink>
</file>

<file path=ppt/ink/ink1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4:15.03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8290 0 0,'0'0'639'0'0,"22"19"4411"0"0,32 21-3589 0 0,2-3-8526 0 0,-42-28 4635 0 0</inkml:trace>
  <inkml:trace contextRef="#ctx0" brushRef="#br0" timeOffset="1">342 157 4145 0 0,'0'-2'158'0'0,"1"0"0"0"0,-1 0-1 0 0,1 1 1 0 0,-1-1 0 0 0,1 0 0 0 0,-1 0 0 0 0,1 0 0 0 0,0 1 0 0 0,0-1-1 0 0,0 0 1 0 0,0 1 0 0 0,0-1 0 0 0,0 1 0 0 0,1-1 0 0 0,-1 1 0 0 0,0-1 0 0 0,1 1-1 0 0,-1 0 1 0 0,1 0 0 0 0,-1 0 0 0 0,1 0 0 0 0,0 0 0 0 0,-1 0 0 0 0,1 0-1 0 0,0 0 1 0 0,0 1 0 0 0,0-1 0 0 0,0 1 0 0 0,-1-1 0 0 0,1 1 0 0 0,0 0-1 0 0,0 0 1 0 0,0 0 0 0 0,0 0 0 0 0,0 0 0 0 0,0 0 0 0 0,0 0 0 0 0,0 1-1 0 0,0-1 1 0 0,-1 1 0 0 0,1-1 0 0 0,0 1 0 0 0,0 0 0 0 0,-1 0 0 0 0,3 1-1 0 0,0 1-66 0 0,1 0-1 0 0,-1 0 0 0 0,1 0 1 0 0,-1 1-1 0 0,0 0 0 0 0,-1 0 0 0 0,1 0 1 0 0,-1 0-1 0 0,0 1 0 0 0,5 7 1 0 0,24 58 1174 0 0,-3-8-671 0 0,-3-26-594 0 0,-24-39-3 0 0,-1 0-1 0 0,0 0 1 0 0,0 0-1 0 0,0 0 1 0 0,-1 0-1 0 0,1 0 1 0 0,-1-5 0 0 0,0 8 3 0 0,2-11-8 0 0,1-14-7 0 0,8-34 0 0 0,-10 54 80 0 0,1-1 0 0 0,-1 1 1 0 0,1 0-1 0 0,0 0 0 0 0,1 0 1 0 0,-1 0-1 0 0,1 0 0 0 0,0 1 1 0 0,0-1-1 0 0,1 1 1 0 0,-1-1-1 0 0,7-5 0 0 0,-8 9 3 0 0,1 0 0 0 0,-1 0 0 0 0,0-1 0 0 0,1 2 0 0 0,-1-1 0 0 0,0 0 0 0 0,1 0-1 0 0,-1 1 1 0 0,1 0 0 0 0,-1-1 0 0 0,1 1 0 0 0,-1 0 0 0 0,1 0 0 0 0,-1 0 0 0 0,1 0 0 0 0,-1 1 0 0 0,1-1 0 0 0,-1 1-1 0 0,0 0 1 0 0,1-1 0 0 0,-1 1 0 0 0,0 0 0 0 0,1 0 0 0 0,-1 1 0 0 0,0-1 0 0 0,0 0 0 0 0,0 1 0 0 0,0-1 0 0 0,0 1-1 0 0,0 0 1 0 0,2 2 0 0 0,8 8 55 0 0,-1 0 1 0 0,0 0-1 0 0,14 22 0 0 0,-19-26-166 0 0,31 43-2150 0 0,-26-34-3430 0 0</inkml:trace>
</inkml:ink>
</file>

<file path=ppt/ink/ink1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4:15.43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0 189 3225 0 0,'9'-8'6067'0'0,"16"-10"-3825"0"0,14 0-702 0 0,1 2 0 0 0,1 2 0 0 0,67-14 0 0 0,-62 18-1699 0 0,-1-3 1 0 0,80-33-1 0 0,-106 37-4023 0 0,0 1-1420 0 0</inkml:trace>
</inkml:ink>
</file>

<file path=ppt/ink/ink1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4:16.02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9 297 5985 0 0,'0'0'63'0'0,"-1"0"1"0"0,1 0-1 0 0,0 0 0 0 0,-1 0 0 0 0,1 0 0 0 0,-1 0 0 0 0,1 0 0 0 0,0-1 1 0 0,-1 1-1 0 0,1 0 0 0 0,0 0 0 0 0,-1 0 0 0 0,1-1 0 0 0,-1 1 0 0 0,1 0 0 0 0,0 0 1 0 0,0-1-1 0 0,-1 1 0 0 0,1 0 0 0 0,0 0 0 0 0,0-1 0 0 0,-1 1 0 0 0,1 0 1 0 0,0-1-1 0 0,0 1 0 0 0,0-1 0 0 0,-1 1 0 0 0,1 0 0 0 0,0-1 0 0 0,0 0 111 0 0,1 1-1 0 0,-1 0 1 0 0,1 0-1 0 0,-1 0 1 0 0,1 0-1 0 0,-1-1 1 0 0,1 1-1 0 0,-1 0 1 0 0,0 0-1 0 0,1 0 1 0 0,-1 0-1 0 0,1 0 1 0 0,-1 0-1 0 0,1 0 1 0 0,-1 0-1 0 0,1 0 1 0 0,4 4 2254 0 0,-4-4-2254 0 0,23 18 103 0 0,0 1 0 0 0,-1 0 0 0 0,-1 2 0 0 0,-1 1 0 0 0,-1 0 0 0 0,19 29 0 0 0,-16-21 7 0 0,2 0 1 0 0,1-2-1 0 0,39 33 1 0 0,-59-56-275 0 0,0 0 1 0 0,1-1 0 0 0,0 0 0 0 0,0 0 0 0 0,0 0 0 0 0,13 3 0 0 0,-18-6-9 0 0,0 0 1 0 0,-1-1 0 0 0,1 0 0 0 0,0 1-1 0 0,-1-1 1 0 0,1 0 0 0 0,0 0 0 0 0,0 0 0 0 0,-1 0-1 0 0,1 0 1 0 0,0 0 0 0 0,0-1 0 0 0,-1 1-1 0 0,1-1 1 0 0,0 1 0 0 0,0-1 0 0 0,-1 1 0 0 0,1-1-1 0 0,-1 0 1 0 0,1 0 0 0 0,-1 0 0 0 0,1 0-1 0 0,-1 0 1 0 0,0 0 0 0 0,1 0 0 0 0,-1 0 0 0 0,0-1-1 0 0,0 1 1 0 0,0-1 0 0 0,0 1 0 0 0,0-1-1 0 0,0 1 1 0 0,0-1 0 0 0,0 1 0 0 0,1-4 0 0 0,1-6 149 0 0,0 0 0 0 0,0 0 1 0 0,-1 0-1 0 0,0-1 0 0 0,-1 1 1 0 0,-1-13-1 0 0,-5-73 1541 0 0,3 63-1449 0 0,-8-65 0 0 0,-3-71-188 0 0,13 146-1316 0 0,2-1-1 0 0,5-36 0 0 0,-2 42-4718 0 0</inkml:trace>
</inkml:ink>
</file>

<file path=ppt/ink/ink1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4:16.3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 88 5529 0 0,'-3'7'243'0'0,"-1"0"-1"0"0,1 0 1 0 0,0 1 0 0 0,1-1-1 0 0,-1 1 1 0 0,2 0-1 0 0,-1 0 1 0 0,0 10 0 0 0,-2 64 1391 0 0,5-72-1285 0 0,-1 0-1 0 0,1 0 0 0 0,1 0 0 0 0,-1 0 0 0 0,2 0 1 0 0,-1 0-1 0 0,2-1 0 0 0,4 12 0 0 0,-7-19-237 0 0,0 0 0 0 0,0 1 0 0 0,0-1-1 0 0,1 0 1 0 0,-1 0 0 0 0,0 0-1 0 0,1 0 1 0 0,0-1 0 0 0,-1 1 0 0 0,1 0-1 0 0,0-1 1 0 0,0 1 0 0 0,0-1 0 0 0,0 1-1 0 0,0-1 1 0 0,0 0 0 0 0,0 0-1 0 0,1 0 1 0 0,-1 0 0 0 0,0-1 0 0 0,0 1-1 0 0,1 0 1 0 0,-1-1 0 0 0,1 0-1 0 0,-1 1 1 0 0,0-1 0 0 0,1 0 0 0 0,-1 0-1 0 0,1-1 1 0 0,-1 1 0 0 0,1 0 0 0 0,-1-1-1 0 0,0 1 1 0 0,1-1 0 0 0,-1 0-1 0 0,0 0 1 0 0,0 0 0 0 0,5-2 0 0 0,0-2 29 0 0,0 0 0 0 0,0 0-1 0 0,-1 0 1 0 0,1-1 0 0 0,-1 0 0 0 0,-1 0 0 0 0,1-1 0 0 0,-1 1 0 0 0,0-1 0 0 0,0-1 0 0 0,-1 1 0 0 0,0 0 0 0 0,0-1 0 0 0,-1 0 0 0 0,0 0 0 0 0,0 0 0 0 0,-1 0 0 0 0,2-10 0 0 0,-2 7-89 0 0,0-1 0 0 0,0 0 0 0 0,-1 0 1 0 0,-1 0-1 0 0,0 0 0 0 0,0 1 0 0 0,-2-1 0 0 0,1 0 1 0 0,-1 0-1 0 0,-1 1 0 0 0,0-1 0 0 0,-7-16 0 0 0,7 23-50 0 0,0 0 0 0 0,0 0 0 0 0,0 1 0 0 0,0-1 0 0 0,-1 1 0 0 0,0 0 0 0 0,0 0 0 0 0,0 0 0 0 0,0 1 0 0 0,0-1 0 0 0,-10-4 0 0 0,11 6-244 0 0,-1 0 0 0 0,0 0 0 0 0,1 1 0 0 0,-1 0 0 0 0,0-1 0 0 0,1 1 0 0 0,-1 1-1 0 0,0-1 1 0 0,0 0 0 0 0,0 1 0 0 0,0 0 0 0 0,0 0 0 0 0,0 0 0 0 0,0 1 0 0 0,0-1 0 0 0,1 1 0 0 0,-7 2 0 0 0,-7 4-5620 0 0</inkml:trace>
</inkml:ink>
</file>

<file path=ppt/ink/ink1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4:16.7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53 7834 0 0,'0'0'705'0'0,"2"23"1792"0"0,-2-13-1940 0 0,-1 11 373 0 0,2 0 0 0 0,5 36 0 0 0,-5-54-884 0 0,-1 1 0 0 0,1 0 0 0 0,0 0 0 0 0,0 0 0 0 0,0-1 0 0 0,1 1 0 0 0,-1 0-1 0 0,1-1 1 0 0,0 1 0 0 0,0-1 0 0 0,0 0 0 0 0,0 0 0 0 0,1 0 0 0 0,-1 0 0 0 0,1 0-1 0 0,0 0 1 0 0,0 0 0 0 0,0-1 0 0 0,0 0 0 0 0,0 1 0 0 0,6 2 0 0 0,-6-4-63 0 0,-1 0 0 0 0,1 0 0 0 0,0-1 0 0 0,-1 1 0 0 0,1-1 1 0 0,-1 1-1 0 0,1-1 0 0 0,0 0 0 0 0,0 0 0 0 0,-1 0 0 0 0,1 0 1 0 0,0 0-1 0 0,-1-1 0 0 0,1 0 0 0 0,0 1 0 0 0,-1-1 0 0 0,1 0 1 0 0,-1 0-1 0 0,1 0 0 0 0,-1 0 0 0 0,0-1 0 0 0,1 1 0 0 0,-1-1 0 0 0,0 1 1 0 0,0-1-1 0 0,0 0 0 0 0,0 0 0 0 0,0 0 0 0 0,0 0 0 0 0,-1 0 1 0 0,1 0-1 0 0,-1 0 0 0 0,1-1 0 0 0,-1 1 0 0 0,0-1 0 0 0,0 1 1 0 0,1-4-1 0 0,4-11 22 0 0,-1 1 0 0 0,-1-1-1 0 0,-1 0 1 0 0,2-28 0 0 0,-3 29 24 0 0,-1 0 3 0 0,4-27 188 0 0,-5 41-195 0 0,0 1-1 0 0,1-1 1 0 0,-1 0-1 0 0,1 1 1 0 0,-1-1-1 0 0,1 0 1 0 0,0 1-1 0 0,0-1 0 0 0,-1 1 1 0 0,1-1-1 0 0,0 1 1 0 0,0-1-1 0 0,1 1 1 0 0,-1 0-1 0 0,0 0 1 0 0,0-1-1 0 0,1 1 0 0 0,-1 0 1 0 0,2-1-1 0 0,-2 2-5 0 0,0 0-1 0 0,0 0 0 0 0,0 0 0 0 0,0 0 1 0 0,0 0-1 0 0,0 0 0 0 0,0 0 1 0 0,0 0-1 0 0,0 0 0 0 0,0 0 0 0 0,-1 1 1 0 0,1-1-1 0 0,0 0 0 0 0,0 1 1 0 0,0-1-1 0 0,0 1 0 0 0,0-1 0 0 0,-1 1 1 0 0,1-1-1 0 0,0 1 0 0 0,0-1 1 0 0,-1 1-1 0 0,1 0 0 0 0,0 0 0 0 0,-1-1 1 0 0,1 1-1 0 0,-1 0 0 0 0,1 0 1 0 0,-1-1-1 0 0,1 1 0 0 0,-1 0 0 0 0,1 2 1 0 0,15 36 463 0 0,-12-29-286 0 0,1 5-24 0 0,19 39 359 0 0,-22-50-593 0 0,0-1-1 0 0,0 1 0 0 0,1 0 0 0 0,-1-1 1 0 0,1 1-1 0 0,0-1 0 0 0,0 0 1 0 0,1 0-1 0 0,-1 0 0 0 0,0-1 0 0 0,5 3 1 0 0,5 0-803 0 0</inkml:trace>
</inkml:ink>
</file>

<file path=ppt/ink/ink1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4:17.11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7370 0 0,'7'9'4442'0'0,"10"13"-2538"0"0,0 13-77 0 0,-1 0 0 0 0,19 63-1 0 0,-15-41-1187 0 0,18 54 194 0 0,-17-43-778 0 0,4-2 1 0 0,2-1-1 0 0,43 76 1 0 0,-8-40-4500 0 0,-44-71-1688 0 0</inkml:trace>
</inkml:ink>
</file>

<file path=ppt/ink/ink1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4:17.4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1 448 10138 0 0,'31'-29'1357'0'0,"2"1"0"0"0,54-35 0 0 0,76-36 1479 0 0,-78 52-1142 0 0,121-48 0 0 0,-151 75-2054 0 0,0 2 0 0 0,0 2-1 0 0,90-12 1 0 0,-100 24 340 0 0</inkml:trace>
</inkml:ink>
</file>

<file path=ppt/ink/ink1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4:17.9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42 586 4609 0 0,'-6'1'244'0'0,"1"1"0"0"0,0-1 0 0 0,-1 1 1 0 0,1 0-1 0 0,-6 4 0 0 0,10-6-194 0 0,1 0 0 0 0,0 0 0 0 0,0 0 0 0 0,0 0 0 0 0,0 0-1 0 0,-1 0 1 0 0,1 1 0 0 0,0-1 0 0 0,0 0 0 0 0,0 0 0 0 0,-1 0 0 0 0,1 0 0 0 0,0 0 0 0 0,0 1 0 0 0,0-1 0 0 0,0 0-1 0 0,0 0 1 0 0,0 0 0 0 0,0 1 0 0 0,-1-1 0 0 0,1 0 0 0 0,0 0 0 0 0,0 0 0 0 0,0 1 0 0 0,0-1 0 0 0,0 0 0 0 0,0 0 0 0 0,0 1-1 0 0,0-1 1 0 0,0 0 0 0 0,0 0 0 0 0,0 0 0 0 0,0 1 0 0 0,0-1 0 0 0,0 0 0 0 0,0 0 0 0 0,0 0 0 0 0,1 1 0 0 0,-1-1 0 0 0,0 0-1 0 0,0 0 1 0 0,0 0 0 0 0,0 1 0 0 0,1-1 0 0 0,21 8 1484 0 0,6-5-1095 0 0,0-2-1 0 0,-1-1 1 0 0,1-1-1 0 0,0-1 1 0 0,48-11-1 0 0,-10 3-427 0 0,50-1 68 0 0,154 4-1 0 0,118 25-155 0 0,4 1-101 0 0,-276-19 108 0 0,160-21 1 0 0,672-168-132 0 0,-349 57 654 0 0,8 46-299 0 0,-108 68-385 0 0,138-14 237 0 0,-471 11 625 0 0,220-55 0 0 0,-341 64-978 0 0,1 3 0 0 0,0 2 0 0 0,1 1 1 0 0,0 3-1 0 0,54 2 0 0 0,-78 4-452 0 0,-3 2-29 0 0</inkml:trace>
</inkml:ink>
</file>

<file path=ppt/ink/ink1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4:18.8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1 13363 0 0,'-1'2'102'0'0,"1"0"-1"0"0,-1 1 1 0 0,1-1 0 0 0,0 1-1 0 0,-1-1 1 0 0,1 1 0 0 0,0-1-1 0 0,0 1 1 0 0,1-1 0 0 0,-1 1 0 0 0,1-1-1 0 0,-1 1 1 0 0,1-1 0 0 0,0 1-1 0 0,0-1 1 0 0,1 3 0 0 0,2 10 975 0 0,46 226 1818 0 0,35 117-3436 0 0,-73-297-1348 0 0,-9-35 138 0 0</inkml:trace>
</inkml:ink>
</file>

<file path=ppt/ink/ink1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4:19.2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0 128 6449 0 0,'2'-5'244'0'0,"1"-1"0"0"0,-1 1 0 0 0,1 0 0 0 0,0 0 0 0 0,0 0 0 0 0,1 0 1 0 0,-1 1-1 0 0,1-1 0 0 0,0 1 0 0 0,7-6 0 0 0,-5 5-85 0 0,0-2 107 0 0,2 0 1 0 0,-1 0-1 0 0,1 1 1 0 0,0 0-1 0 0,0 1 1 0 0,1 0-1 0 0,0 0 1 0 0,17-6-1 0 0,-24 10-262 0 0,1 0 1 0 0,-1 1-1 0 0,0-1 1 0 0,1 1-1 0 0,-1-1 0 0 0,1 1 1 0 0,-1 0-1 0 0,1 0 1 0 0,0 0-1 0 0,-1 0 0 0 0,1 0 1 0 0,-1 1-1 0 0,0-1 0 0 0,1 1 1 0 0,-1-1-1 0 0,1 1 1 0 0,-1 0-1 0 0,0 0 0 0 0,1 0 1 0 0,-1 0-1 0 0,0 1 1 0 0,0-1-1 0 0,0 1 0 0 0,0-1 1 0 0,0 1-1 0 0,0 0 1 0 0,0 0-1 0 0,-1-1 0 0 0,1 1 1 0 0,-1 0-1 0 0,1 0 0 0 0,-1 1 1 0 0,0-1-1 0 0,0 0 1 0 0,0 0-1 0 0,0 1 0 0 0,0-1 1 0 0,0 1-1 0 0,0 3 1 0 0,1 3-33 0 0,0 1 1 0 0,0-1 0 0 0,-1 1 0 0 0,-1 0 0 0 0,1 0 0 0 0,-2-1 0 0 0,1 1-1 0 0,-1 0 1 0 0,-1-1 0 0 0,-2 10 0 0 0,-6 16 302 0 0,-19 46-1 0 0,0-1 724 0 0,27-74-864 0 0,0 1 1 0 0,0-1-1 0 0,1 0 0 0 0,0 1 1 0 0,0-1-1 0 0,1 1 0 0 0,-1-1 1 0 0,2 12-1 0 0,0-16-58 0 0,0 0 0 0 0,-1-1 0 0 0,1 1 0 0 0,0 0 0 0 0,0 0 0 0 0,0 0 0 0 0,0-1 0 0 0,0 1 0 0 0,1 0 0 0 0,-1-1 0 0 0,0 1 0 0 0,1-1 0 0 0,-1 0 0 0 0,1 1 0 0 0,0-1 0 0 0,-1 0 0 0 0,1 0 0 0 0,0 0 1 0 0,0 0-1 0 0,0 0 0 0 0,0-1 0 0 0,-1 1 0 0 0,1-1 0 0 0,0 1 0 0 0,0-1 0 0 0,0 1 0 0 0,0-1 0 0 0,0 0 0 0 0,0 0 0 0 0,0 0 0 0 0,3 0 0 0 0,24-1 336 0 0,0-2 1 0 0,0 0-1 0 0,0-2 0 0 0,-1-1 1 0 0,39-14-1 0 0,30-5-1167 0 0,-41 15-959 0 0,-31 9 211 0 0</inkml:trace>
</inkml:ink>
</file>

<file path=ppt/ink/ink1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4:19.7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50 1 7834 0 0,'-1'0'191'0'0,"0"0"0"0"0,0 0 0 0 0,0 0 0 0 0,0 0 1 0 0,0 0-1 0 0,0 0 0 0 0,1 0 0 0 0,-1 1 0 0 0,0-1 0 0 0,0 0 1 0 0,0 1-1 0 0,0-1 0 0 0,0 0 0 0 0,0 1 0 0 0,0-1 0 0 0,0 1 1 0 0,1-1-1 0 0,-1 1 0 0 0,0 0 0 0 0,0-1 0 0 0,1 1 0 0 0,-1 0 1 0 0,0 0-1 0 0,1-1 0 0 0,-1 1 0 0 0,1 0 0 0 0,-1 0 0 0 0,1 0 1 0 0,-1 1-1 0 0,-14 29 2371 0 0,11-16-1995 0 0,2 0-1 0 0,0 0 1 0 0,0 0-1 0 0,2 0 1 0 0,0 0-1 0 0,3 24 1 0 0,20 94 465 0 0,-13-88-768 0 0,0 8 16 0 0,3-1 1 0 0,25 64 0 0 0,-30-95-468 0 0,2 0-1 0 0,25 38 1 0 0,-26-46-464 0 0,1 0 0 0 0,0-1-1 0 0,1-1 1 0 0,0 0-1 0 0,16 12 1 0 0</inkml:trace>
</inkml:ink>
</file>

<file path=ppt/ink/ink1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4:20.15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1 127 1376 0 0,'9'-5'8532'0'0,"9"-6"-4643"0"0,44-25-356 0 0,-22 16-1875 0 0,-8 3-895 0 0,35-13 1 0 0,-47 23-851 0 0</inkml:trace>
</inkml:ink>
</file>

<file path=ppt/ink/ink1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0:24.05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85 145 6913 0 0,'-35'-79'973'0'0,"14"28"1573"0"0,21 50-2423 0 0,0 0 0 0 0,0 1 1 0 0,0-1-1 0 0,0 0 1 0 0,-1 1-1 0 0,1-1 1 0 0,0 1-1 0 0,0-1 1 0 0,-1 0-1 0 0,1 1 1 0 0,-1-1-1 0 0,1 1 1 0 0,0-1-1 0 0,-1 1 1 0 0,1-1-1 0 0,-1 1 0 0 0,1-1 1 0 0,-1 1-1 0 0,1-1 1 0 0,-1 1-1 0 0,0 0 1 0 0,1-1-1 0 0,-1 1 1 0 0,0 0-1 0 0,1 0 1 0 0,-1-1-1 0 0,1 1 1 0 0,-2 0-1 0 0,1 0 17 0 0,1 1 0 0 0,-1 0 0 0 0,0-1 0 0 0,1 1 0 0 0,-1 0 0 0 0,0-1 0 0 0,1 1 0 0 0,-1 0 0 0 0,1 0 0 0 0,-1 0 0 0 0,1-1 0 0 0,0 1 0 0 0,-1 0 0 0 0,1 0 0 0 0,0 0 0 0 0,-1 2 0 0 0,-6 42 1517 0 0,20 140 196 0 0,-1-38-1295 0 0,41 669 1075 0 0,-29-494-1777 0 0,52 1228 800 0 0,-70-1322-495 0 0,-13 527 683 0 0,-3-611-524 0 0,18 274-1 0 0,-6-405-345 0 0,5 138 31 0 0,-7-135-45 0 0,-1 0-1 0 0,-1 1 0 0 0,0-1 0 0 0,-2 0 1 0 0,0 0-1 0 0,0 0 0 0 0,-8 16 0 0 0,2-20-342 0 0,9-12 332 0 0,1 0-1 0 0,0 0 1 0 0,-1 0 0 0 0,1 0 0 0 0,0 1-1 0 0,-1-1 1 0 0,1 0 0 0 0,0 0-1 0 0,-1 0 1 0 0,1 0 0 0 0,-1 0-1 0 0,1 0 1 0 0,0 0 0 0 0,-1 0 0 0 0,1-1-1 0 0,0 1 1 0 0,-1 0 0 0 0,1 0-1 0 0,0 0 1 0 0,-1 0 0 0 0,1 0-1 0 0,0-1 1 0 0,-1 1 0 0 0,1 0 0 0 0,0 0-1 0 0,-1 0 1 0 0,1-1 0 0 0,0 1-1 0 0,0 0 1 0 0,-1 0 0 0 0,1-1-1 0 0,0 1 1 0 0,0 0 0 0 0,0-1 0 0 0,0 1-1 0 0,-1 0 1 0 0,1-1 0 0 0,0 1-1 0 0,0 0 1 0 0,0-1 0 0 0,0 1-1 0 0,0 0 1 0 0,0-1 0 0 0</inkml:trace>
</inkml:ink>
</file>

<file path=ppt/ink/ink1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0:25.30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37 36 4609 0 0,'-7'-5'1104'0'0,"0"-1"0"0"0,1 0 0 0 0,-11-12 0 0 0,20 21-799 0 0,0 0 0 0 0,0 0 1 0 0,1 0-1 0 0,-1 0 1 0 0,0-1-1 0 0,1 1 0 0 0,0-1 1 0 0,0 0-1 0 0,0 0 1 0 0,4 1-1 0 0,48 17 117 0 0,-42-15-25 0 0,319 124 3133 0 0,99 40-1779 0 0,-97-42-744 0 0,-16 3-190 0 0,406 184 592 0 0,-109-29-983 0 0,-78-39-358 0 0,-44-23 264 0 0,-317-146-251 0 0,-38-16-32 0 0,520 245 438 0 0,-602-275-408 0 0,-2 2 0 0 0,-1 3 1 0 0,59 51-1 0 0,-103-79-31 0 0,-5-3-2 0 0,1 0 1 0 0,0 0-1 0 0,-1 0 1 0 0,8 10-1 0 0,-13-14-46 0 0,-1 0 0 0 0,1 0 0 0 0,0 0 0 0 0,0 0 0 0 0,-1 0 0 0 0,1-1 0 0 0,-1 1 0 0 0,1 0 0 0 0,-1 0 0 0 0,1 0 0 0 0,-1-1 0 0 0,1 1 0 0 0,-1 0 0 0 0,0 0 0 0 0,1-1 0 0 0,-1 1 0 0 0,0-1 0 0 0,1 1 0 0 0,-1-1 0 0 0,0 1 0 0 0,0-1 0 0 0,-1 1 0 0 0,-22 14 0 0 0,-211 121-55 0 0,-99 50-98 0 0,-139 51-701 0 0,380-189 716 0 0,-262 157-377 0 0,111-59 316 0 0,79-51 51 0 0,-148 80-621 0 0,91-56-568 0 0,-183 92-1272 0 0,-156 110 1016 0 0,318-135 2591 0 0,18-12 913 0 0,124-100-1089 0 0,-108 101-1 0 0,-78 101 1842 0 0,186-170-2199 0 0,93-100-664 0 0,1-3-93 0 0</inkml:trace>
</inkml:ink>
</file>

<file path=ppt/ink/ink1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0:25.88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229 1 5985 0 0,'-38'7'949'0'0,"0"1"-1"0"0,0 2 1 0 0,1 2-1 0 0,-39 18 1 0 0,76-30-922 0 0,0 0 0 0 0,0 0 0 0 0,0 0 0 0 0,0 0 1 0 0,0 0-1 0 0,0 0 0 0 0,1 0 0 0 0,-1 0 0 0 0,0 0 0 0 0,0 0 1 0 0,0 1-1 0 0,0-1 0 0 0,0 0 0 0 0,0 0 0 0 0,0 0 1 0 0,0 0-1 0 0,0 0 0 0 0,0 0 0 0 0,0 0 0 0 0,0 0 0 0 0,0 0 1 0 0,0 0-1 0 0,0 1 0 0 0,0-1 0 0 0,0 0 0 0 0,0 0 1 0 0,0 0-1 0 0,0 0 0 0 0,0 0 0 0 0,0 0 0 0 0,0 0 1 0 0,0 0-1 0 0,0 0 0 0 0,0 0 0 0 0,0 1 0 0 0,0-1 0 0 0,0 0 1 0 0,0 0-1 0 0,0 0 0 0 0,0 0 0 0 0,0 0 0 0 0,0 0 1 0 0,0 0-1 0 0,0 0 0 0 0,0 0 0 0 0,0 0 0 0 0,-1 0 0 0 0,1 0 1 0 0,0 1-1 0 0,0-1 0 0 0,0 0 0 0 0,0 0 0 0 0,0 0 1 0 0,0 0-1 0 0,0 0 0 0 0,0 0 0 0 0,0 0 0 0 0,0 0 0 0 0,-1 0 1 0 0,1 0-1 0 0,0 0 0 0 0,0 0 0 0 0,0 0 0 0 0,13 2 732 0 0,17-1-54 0 0,322-25 3822 0 0,-36-1-2357 0 0,-254 22-2184 0 0,-43 0-74 0 0,1 2 1 0 0,0 0-1 0 0,-1 2 0 0 0,1 0 0 0 0,21 4 0 0 0,-37-4-91 0 0,-1 0 1 0 0,0 0-1 0 0,0 0 1 0 0,-1 0-1 0 0,1 1 1 0 0,0-1-1 0 0,5 5 1 0 0,4 5-565 0 0</inkml:trace>
</inkml:ink>
</file>

<file path=ppt/ink/ink1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0:26.29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87 10250 0 0,'23'-5'1267'0'0,"151"-21"4795"0"0,91 10-3209 0 0,-235 15-3051 0 0,80-4 447 0 0,-57-7-2245 0 0,-46 10 923 0 0,-1-1 0 0 0,1 1 0 0 0,0-2 1 0 0,11-6-1 0 0</inkml:trace>
</inkml:ink>
</file>

<file path=ppt/ink/ink1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0:26.60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21 6 6913 0 0,'-1'0'227'0'0,"1"-1"0"0"0,-1 1 0 0 0,0-1 0 0 0,1 1 0 0 0,-1-1 0 0 0,0 1 0 0 0,1-1 0 0 0,-1 1 0 0 0,0 0-1 0 0,1-1 1 0 0,-1 1 0 0 0,0 0 0 0 0,0 0 0 0 0,0 0 0 0 0,1 0 0 0 0,-1-1 0 0 0,0 1 0 0 0,0 0-1 0 0,0 0 1 0 0,1 1 0 0 0,-1-1 0 0 0,0 0 0 0 0,0 0 0 0 0,1 0 0 0 0,-2 1 0 0 0,6 16 5576 0 0,2 0-5839 0 0,17 79 1914 0 0,14 138 1 0 0,-3-10-1251 0 0,-33-216-742 0 0,4 15-1979 0 0</inkml:trace>
</inkml:ink>
</file>

<file path=ppt/ink/ink1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0:27.52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175 43 2304 0 0,'-64'24'1729'0'0,"-46"13"3693"0"0,119-30-2598 0 0,9 0-2240 0 0,2-2 99 0 0,1-1 1 0 0,0-1-1 0 0,0-1 1 0 0,41-1-1 0 0,88-14 1106 0 0,-87 6-1246 0 0,363-31 1928 0 0,-138 17-1765 0 0,-1-1-520 0 0,-42 1 342 0 0,1 11 1 0 0,334 28-1 0 0,-509-8-1511 0 0,-41-3-4980 0 0,-9-1-1177 0 0</inkml:trace>
</inkml:ink>
</file>

<file path=ppt/ink/ink1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0:29.61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2349 233 3625 0 0,'0'-4'99'0'0,"-1"0"0"0"0,0 0 1 0 0,0 0-1 0 0,0 0 0 0 0,0 0 0 0 0,-1 0 1 0 0,0 1-1 0 0,1-1 0 0 0,-2 1 0 0 0,1-1 0 0 0,0 1 1 0 0,0 0-1 0 0,-1 0 0 0 0,0 0 0 0 0,0 0 1 0 0,0 0-1 0 0,0 0 0 0 0,0 1 0 0 0,0 0 1 0 0,-5-3-1 0 0,-1-1 323 0 0,0 1 1 0 0,0 0-1 0 0,-1 1 1 0 0,0 0-1 0 0,0 0 0 0 0,-17-3 1 0 0,-13 2 942 0 0,-1 2 1 0 0,1 2-1 0 0,-1 2 0 0 0,-67 10 1 0 0,46-5-584 0 0,-237 17 1167 0 0,211-21-1099 0 0,-124-12 0 0 0,-587-68 1055 0 0,717 68-1896 0 0,-103-26 1 0 0,106 19 107 0 0,65 14-267 0 0,0 1 1 0 0,-1 0-1 0 0,1 1 0 0 0,-1 0 1 0 0,0 1-1 0 0,-28 5 1 0 0,43-5-6 0 0,-1 0 1 0 0,1 0-1 0 0,-1 0 1 0 0,1 0-1 0 0,-1 0 1 0 0,1 0-1 0 0,-1 0 1 0 0,1 1-1 0 0,-1-1 0 0 0,1 0 1 0 0,-1 0-1 0 0,1 1 1 0 0,0-1-1 0 0,-1 0 1 0 0,1 1-1 0 0,-1-1 1 0 0,1 0-1 0 0,0 1 1 0 0,-1-1-1 0 0,1 1 1 0 0,0-1-1 0 0,-1 1 1 0 0,1 0-1 0 0</inkml:trace>
</inkml:ink>
</file>

<file path=ppt/ink/ink1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0:29.96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289 0 6913 0 0,'-10'2'156'0'0,"0"1"0"0"0,0 0-1 0 0,0 0 1 0 0,0 1-1 0 0,0 1 1 0 0,1-1-1 0 0,-1 1 1 0 0,2 1-1 0 0,-10 7 1 0 0,9-7 84 0 0,-4 3-103 0 0,0 0 1 0 0,1 1 0 0 0,1 1 0 0 0,0 0-1 0 0,0 1 1 0 0,1 0 0 0 0,1 1-1 0 0,0 0 1 0 0,-10 18 0 0 0,10-12-108 0 0,0 0 1 0 0,1 0-1 0 0,1 1 0 0 0,0 0 1 0 0,2 0-1 0 0,-5 32 0 0 0,10-47 1 0 0,-1 0 0 0 0,1-1-1 0 0,0 1 1 0 0,0 0 0 0 0,0-1 0 0 0,1 1 0 0 0,0 0-1 0 0,-1-1 1 0 0,2 1 0 0 0,-1-1 0 0 0,1 1-1 0 0,-1-1 1 0 0,1 0 0 0 0,0 1 0 0 0,1-1-1 0 0,-1 0 1 0 0,1 0 0 0 0,0-1 0 0 0,-1 1-1 0 0,8 6 1 0 0,-4-6 63 0 0,-1 0 1 0 0,1 0-1 0 0,0 0 0 0 0,0-1 1 0 0,0 0-1 0 0,1-1 0 0 0,-1 1 0 0 0,1-1 1 0 0,-1 0-1 0 0,1-1 0 0 0,0 1 0 0 0,0-1 1 0 0,12 0-1 0 0,-7-1 94 0 0,-1-1 1 0 0,1 0-1 0 0,-1-1 0 0 0,0 0 1 0 0,1-1-1 0 0,-1 0 0 0 0,-1 0 1 0 0,1-1-1 0 0,0-1 0 0 0,-1 0 1 0 0,0 0-1 0 0,0-1 0 0 0,0 0 1 0 0,-1-1-1 0 0,0 0 0 0 0,12-12 1 0 0,-10 8 111 0 0,-1-1 1 0 0,0 0 0 0 0,-1 0 0 0 0,0-1 0 0 0,-1 0 0 0 0,-1 0 0 0 0,0-1 0 0 0,0 0-1 0 0,-2 0 1 0 0,0-1 0 0 0,7-28 0 0 0,-11 34-170 0 0,0 1-1 0 0,-1 0 1 0 0,0 0-1 0 0,0 0 1 0 0,0 0-1 0 0,-1-1 1 0 0,-1 1-1 0 0,1 0 0 0 0,-1 0 1 0 0,0 0-1 0 0,-1 1 1 0 0,0-1-1 0 0,0 1 1 0 0,-1-1-1 0 0,-7-9 1 0 0,8 11-157 0 0,-1 1-1 0 0,0 0 1 0 0,0 1 0 0 0,0-1 0 0 0,-1 1-1 0 0,1 0 1 0 0,-1 0 0 0 0,0 0 0 0 0,-1 1-1 0 0,1-1 1 0 0,0 1 0 0 0,-1 1 0 0 0,0-1-1 0 0,0 1 1 0 0,1 0 0 0 0,-1 0-1 0 0,-1 1 1 0 0,1-1 0 0 0,0 2 0 0 0,-11-2-1 0 0,-9 4-4979 0 0,0 0-1702 0 0</inkml:trace>
</inkml:ink>
</file>

<file path=ppt/ink/ink1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0:51.10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173 366 3225 0 0,'-58'-46'1629'0'0,"47"35"-474"0"0,-1 1 0 0 0,-1 0 0 0 0,1 1 0 0 0,-2 0 0 0 0,-18-9 0 0 0,31 18-919 0 0,1-1 0 0 0,-1 1-1 0 0,0-1 1 0 0,0 1 0 0 0,0-1 0 0 0,0 1 0 0 0,0 0 0 0 0,0-1 0 0 0,0 1 0 0 0,0 0-1 0 0,0 0 1 0 0,0 0 0 0 0,0 0 0 0 0,0 0 0 0 0,0 0 0 0 0,1 0 0 0 0,-1 0 0 0 0,0 0-1 0 0,0 0 1 0 0,-2 1 0 0 0,3-1-164 0 0,0 1-1 0 0,0 0 1 0 0,0 0-1 0 0,1 0 1 0 0,-1 0-1 0 0,0-1 1 0 0,0 1-1 0 0,0 0 1 0 0,1 0-1 0 0,-1-1 1 0 0,0 1-1 0 0,1 0 1 0 0,-1-1-1 0 0,1 1 1 0 0,-1 0-1 0 0,1-1 1 0 0,-1 1-1 0 0,1 0 1 0 0,0 0-1 0 0,44 47-307 0 0,-36-40 902 0 0,26 24 10 0 0,64 44-1 0 0,-59-47-601 0 0,45 41-1 0 0,-62-47-28 0 0,-2-2-30 0 0,36 28 0 0 0,-51-44 27 0 0,-1-1 0 0 0,1 0 0 0 0,0-1 0 0 0,0 0 0 0 0,0 0 0 0 0,1 0 0 0 0,-1-1 0 0 0,0 1 0 0 0,1-2 0 0 0,0 1 0 0 0,0-1 0 0 0,8 1 0 0 0,-13-2-1 0 0,-1 0-1 0 0,0-1 0 0 0,0 1 1 0 0,0 0-1 0 0,0-1 0 0 0,1 1 0 0 0,-1-1 1 0 0,0 0-1 0 0,0 1 0 0 0,0-1 1 0 0,0 0-1 0 0,0 1 0 0 0,0-1 1 0 0,0 0-1 0 0,0 0 0 0 0,-1 0 0 0 0,1 0 1 0 0,0 0-1 0 0,-1 0 0 0 0,1 0 1 0 0,0 0-1 0 0,-1 0 0 0 0,1-1 0 0 0,-1 1 1 0 0,1 0-1 0 0,-1 0 0 0 0,0 0 1 0 0,0-1-1 0 0,1 1 0 0 0,-1 0 1 0 0,0 0-1 0 0,0-1 0 0 0,-1-1 0 0 0,0-51 525 0 0,0 42-476 0 0,-8-55 143 0 0,-2-1 0 0 0,-35-109 0 0 0,-6-34-214 0 0,49 188 468 0 0,2 11-1643 0 0</inkml:trace>
</inkml:ink>
</file>

<file path=ppt/ink/ink1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0:51.42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0 2304 0 0,'4'0'495'0'0,"-1"1"-1"0"0,0-1 0 0 0,1 1 0 0 0,-1-1 0 0 0,0 1 0 0 0,1 0 0 0 0,-1 1 0 0 0,0-1 0 0 0,0 0 0 0 0,0 1 0 0 0,0 0 0 0 0,0-1 0 0 0,0 1 0 0 0,3 4 0 0 0,0-1 79 0 0,0 1-1 0 0,-1 0 1 0 0,1 1 0 0 0,-2-1 0 0 0,8 13 0 0 0,0 3 66 0 0,-2 0 1 0 0,-1 1-1 0 0,8 27 1 0 0,1 19 25 0 0,5 17-475 0 0,-1-32-4168 0 0</inkml:trace>
</inkml:ink>
</file>

<file path=ppt/ink/ink1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0:51.62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26 20 4609 0 0,'-3'-1'274'0'0,"1"-1"-1"0"0,0 1 1 0 0,0-1-1 0 0,-1 1 1 0 0,1-1-1 0 0,0 1 1 0 0,0-1-1 0 0,-2-3 1 0 0,0 2-254 0 0,11 19-576 0 0,5 9 454 0 0,-5-12 102 0 0</inkml:trace>
</inkml:ink>
</file>

<file path=ppt/ink/ink1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0:52.31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33 207 2761 0 0,'-6'-13'344'0'0,"1"0"1"0"0,0-1 0 0 0,1 0 0 0 0,0 0-1 0 0,1 0 1 0 0,1 0 0 0 0,0-1 0 0 0,1 1-1 0 0,1-1 1 0 0,0 1 0 0 0,2-16-1 0 0,-2 29-183 0 0,0 0-1 0 0,0 0 0 0 0,0 0 1 0 0,0 0-1 0 0,0 0 0 0 0,0 0 1 0 0,0 0-1 0 0,1 0 0 0 0,-1 1 1 0 0,0-1-1 0 0,1 0 0 0 0,-1 0 1 0 0,0 0-1 0 0,1 0 0 0 0,-1 0 1 0 0,1 1-1 0 0,-1-1 0 0 0,1 0 1 0 0,-1 1-1 0 0,1-1 0 0 0,0 0 1 0 0,-1 1-1 0 0,1-1 0 0 0,0 0 0 0 0,0 1 1 0 0,-1-1-1 0 0,1 1 0 0 0,1-1 1 0 0,-1 1-7 0 0,1 0 1 0 0,-1 1-1 0 0,1-1 1 0 0,-1 0-1 0 0,0 1 1 0 0,1-1-1 0 0,-1 1 0 0 0,0-1 1 0 0,1 1-1 0 0,-1-1 1 0 0,0 1-1 0 0,0 0 1 0 0,0 0-1 0 0,0 0 1 0 0,1 0-1 0 0,0 1 1 0 0,7 7 330 0 0,0 0 0 0 0,13 21 1 0 0,8 15-155 0 0,30 65 0 0 0,18 29 408 0 0,-61-116-509 0 0,-17-73 783 0 0,-1-9-270 0 0,-1 23-587 0 0,6-65 0 0 0,-3 92-134 0 0,0 0 0 0 0,1-1-1 0 0,0 1 1 0 0,0 0 0 0 0,1 0 0 0 0,1 1 0 0 0,-1-1 0 0 0,1 1 0 0 0,1 0 0 0 0,0 0 0 0 0,11-15 0 0 0,-15 22-15 0 0,0 0 0 0 0,0 0 1 0 0,0 0-1 0 0,0 1 0 0 0,0-1 1 0 0,1 0-1 0 0,-1 0 0 0 0,0 1 0 0 0,0-1 1 0 0,1 1-1 0 0,-1-1 0 0 0,0 1 1 0 0,1 0-1 0 0,-1-1 0 0 0,1 1 0 0 0,-1 0 1 0 0,0 0-1 0 0,1 0 0 0 0,-1 0 1 0 0,1 0-1 0 0,-1 1 0 0 0,0-1 0 0 0,1 0 1 0 0,-1 0-1 0 0,1 1 0 0 0,-1-1 1 0 0,0 1-1 0 0,0-1 0 0 0,1 1 0 0 0,-1 0 1 0 0,0 0-1 0 0,0-1 0 0 0,0 1 1 0 0,0 0-1 0 0,2 2 0 0 0,5 4 165 0 0,1 0-1 0 0,-1 2 0 0 0,10 12 0 0 0,-6-8 74 0 0,1 1-7 0 0,2-2-1 0 0,17 13 1 0 0,-23-19-196 0 0,0 0 1 0 0,-1 1 0 0 0,1 0-1 0 0,-1 0 1 0 0,-1 1-1 0 0,0 0 1 0 0,0 0 0 0 0,0 1-1 0 0,-1 0 1 0 0,6 12 0 0 0,-7-11-564 0 0,0-1 1 0 0,1 1 0 0 0,0-1-1 0 0,11 14 1 0 0</inkml:trace>
</inkml:ink>
</file>

<file path=ppt/ink/ink1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21.6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67 52 3681 0 0,'-10'-13'3158'0'0,"8"12"-2764"0"0,1 0 1 0 0,0 0-1 0 0,0-1 0 0 0,0 1 1 0 0,0 0-1 0 0,0 0 0 0 0,0-1 1 0 0,1 1-1 0 0,-1 0 0 0 0,0-1 0 0 0,0 1 1 0 0,1-1-1 0 0,-1 1 0 0 0,1-1 1 0 0,0 1-1 0 0,-1-1 0 0 0,1 1 1 0 0,0-4-1 0 0,0 5-300 0 0,0 0 0 0 0,0-1 1 0 0,0 1-1 0 0,0-1 0 0 0,0 1 0 0 0,0 0 0 0 0,0-1 1 0 0,0 1-1 0 0,0 0 0 0 0,0-1 0 0 0,0 1 0 0 0,0 0 1 0 0,0-1-1 0 0,0 1 0 0 0,-1 0 0 0 0,1-1 0 0 0,0 1 1 0 0,0 0-1 0 0,0 0 0 0 0,-1-1 0 0 0,1 1 1 0 0,0 0-1 0 0,0 0 0 0 0,0-1 0 0 0,-1 1 0 0 0,1 0 1 0 0,0 0-1 0 0,-1-1 0 0 0,1 1 0 0 0,0 0 0 0 0,0 0 1 0 0,-1 0-1 0 0,1 0 0 0 0,0 0 0 0 0,-1 0 0 0 0,1-1 1 0 0,0 1-1 0 0,-1 0 0 0 0,1 0 0 0 0,-1 0 0 0 0,1 0 1 0 0,0 0-1 0 0,-1 0 0 0 0,1 0 0 0 0,0 0 0 0 0,-1 0 1 0 0,1 1-1 0 0,0-1 0 0 0,-1 0 0 0 0,1 0 0 0 0,0 0 1 0 0,-1 0-1 0 0,1 0 0 0 0,0 1 0 0 0,0-1 0 0 0,-1 0 1 0 0,1 0-1 0 0,0 0 0 0 0,0 1 0 0 0,-1-1 0 0 0,1 0 1 0 0,0 0-1 0 0,-1 1 0 0 0,-17 18 759 0 0,16-13-843 0 0,0 0 1 0 0,0 1 0 0 0,1-1 0 0 0,0 0 0 0 0,0 0 0 0 0,1 1 0 0 0,0-1 0 0 0,0 1 0 0 0,0-1 0 0 0,1 0 0 0 0,0 1 0 0 0,2 8 0 0 0,4 13 38 0 0,13 35-1 0 0,-19-60-47 0 0,2 4-12 0 0,0 0 1 0 0,0 1 0 0 0,0-2-1 0 0,1 1 1 0 0,0 0-1 0 0,0-1 1 0 0,0 1 0 0 0,1-1-1 0 0,0-1 1 0 0,1 1 0 0 0,-1-1-1 0 0,1 0 1 0 0,8 6 0 0 0,-9-8 1 0 0,0-1 0 0 0,0 1 1 0 0,0-1-1 0 0,0 0 1 0 0,1 0-1 0 0,-1-1 0 0 0,1 0 1 0 0,-1 0-1 0 0,1 0 1 0 0,0-1-1 0 0,-1 1 1 0 0,1-1-1 0 0,0-1 0 0 0,-1 1 1 0 0,1-1-1 0 0,-1 0 1 0 0,1 0-1 0 0,8-3 1 0 0,-9 2-3 0 0,0 0 0 0 0,0 1 0 0 0,0-1 1 0 0,-1-1-1 0 0,1 1 0 0 0,-1-1 1 0 0,1 0-1 0 0,-1 0 0 0 0,0 0 1 0 0,0 0-1 0 0,0-1 0 0 0,-1 0 0 0 0,1 0 1 0 0,-1 0-1 0 0,0 0 0 0 0,0 0 1 0 0,0-1-1 0 0,-1 1 0 0 0,1-1 1 0 0,-1 0-1 0 0,2-5 0 0 0,-3 5 41 0 0,0-1 0 0 0,0 1 0 0 0,-1 0 0 0 0,0-1 1 0 0,0 1-1 0 0,0-1 0 0 0,-1 1 0 0 0,1 0 0 0 0,-1-1 0 0 0,-1 1 0 0 0,1 0 0 0 0,-1 0 0 0 0,0 0 0 0 0,0 0 0 0 0,0 0 0 0 0,0 0 0 0 0,-1 1 0 0 0,0-1 0 0 0,0 1 1 0 0,-6-7-1 0 0,1 1 50 0 0,-2 0 0 0 0,0 1 0 0 0,0 0 1 0 0,0 0-1 0 0,-1 1 0 0 0,0 0 0 0 0,-19-9 1 0 0,25 15-55 0 0,0-1 0 0 0,0 1 0 0 0,0 0 1 0 0,0 0-1 0 0,-1 1 0 0 0,1 0 0 0 0,-1 0 0 0 0,0 0 1 0 0,1 0-1 0 0,-1 1 0 0 0,1 0 0 0 0,-1 0 0 0 0,0 1 0 0 0,1-1 1 0 0,-1 1-1 0 0,1 0 0 0 0,-1 1 0 0 0,1-1 0 0 0,-1 1 1 0 0,-8 5-1 0 0,13-7-115 0 0,1 1 0 0 0,-1-1 1 0 0,1 1-1 0 0,-1 0 0 0 0,1-1 1 0 0,0 1-1 0 0,-1 0 0 0 0,1-1 1 0 0,-1 1-1 0 0,1 0 0 0 0,0-1 0 0 0,0 1 1 0 0,0 0-1 0 0,-1 0 0 0 0,1-1 1 0 0,0 1-1 0 0,0 0 0 0 0,0 0 1 0 0,0 0-1 0 0,0-1 0 0 0,0 1 0 0 0,0 0 1 0 0,0 0-1 0 0,1-1 0 0 0,-1 1 1 0 0,0 0-1 0 0,0 0 0 0 0,1-1 1 0 0,-1 1-1 0 0,0 0 0 0 0,1-1 1 0 0,-1 1-1 0 0,1 0 0 0 0,-1-1 0 0 0,1 1 1 0 0,-1 0-1 0 0,1-1 0 0 0,-1 1 1 0 0,2 0-1 0 0,0 3-888 0 0</inkml:trace>
</inkml:ink>
</file>

<file path=ppt/ink/ink1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21.9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38 3681 0 0,'-6'-8'232'0'0,"15"6"1877"0"0,15 5 1510 0 0,-24-3-3646 0 0,2 1 318 0 0,0-1-1 0 0,0 0 1 0 0,0 0 0 0 0,0 1 0 0 0,0-1-1 0 0,0-1 1 0 0,0 1 0 0 0,0 0 0 0 0,0 0-1 0 0,0-1 1 0 0,0 1 0 0 0,3-2-1 0 0,-5 2-242 0 0,1-1-1 0 0,-1 1 0 0 0,1-1 0 0 0,-1 1 0 0 0,1-1 0 0 0,-1 1 1 0 0,1-1-1 0 0,-1 0 0 0 0,0 1 0 0 0,1-1 0 0 0,-1 1 0 0 0,0-1 1 0 0,1 0-1 0 0,-1 1 0 0 0,0-1 0 0 0,0 0 0 0 0,0 1 0 0 0,1-1 1 0 0,-1 0-1 0 0,0 0 0 0 0,0 1 0 0 0,0-1 0 0 0,0 0 0 0 0,0 1 1 0 0,-1-1-1 0 0,1 0 0 0 0,0 0 0 0 0,0 1 0 0 0,0-1 0 0 0,-1 0 1 0 0,1 1-1 0 0,-1-2 0 0 0,0-5-258 0 0</inkml:trace>
</inkml:ink>
</file>

<file path=ppt/ink/ink1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2.1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495 185 1840 0 0,'0'-18'1125'0'0,"-2"-1"0"0"0,-5-33 1 0 0,5 46-641 0 0,1-1 0 0 0,-1 1 0 0 0,0 0 0 0 0,0-1 0 0 0,-1 1 0 0 0,0 0 0 0 0,0 0 0 0 0,0 1 0 0 0,-1-1 0 0 0,0 1 0 0 0,-6-7 0 0 0,7 10-271 0 0,0 0 0 0 0,0 0 0 0 0,0 0 1 0 0,0 0-1 0 0,0 1 0 0 0,-1 0 0 0 0,1-1 1 0 0,0 1-1 0 0,-1 0 0 0 0,1 1 0 0 0,-1-1 1 0 0,0 1-1 0 0,1-1 0 0 0,-1 1 0 0 0,1 0 1 0 0,-1 1-1 0 0,0-1 0 0 0,1 1 0 0 0,-1-1 1 0 0,1 1-1 0 0,-1 0 0 0 0,1 0 0 0 0,0 0 1 0 0,-1 1-1 0 0,-4 2 0 0 0,-2 1 73 0 0,0 1-1 0 0,1 0 1 0 0,-1 0-1 0 0,1 1 1 0 0,0 0-1 0 0,-15 16 1 0 0,0 6-109 0 0,1 1-1 0 0,2 2 1 0 0,1 0-1 0 0,1 1 1 0 0,2 1 0 0 0,1 1-1 0 0,2 0 1 0 0,-16 59-1 0 0,4 16 80 0 0,-20 179 0 0 0,29-21-26 0 0,18-215-145 0 0,3 1-1 0 0,1-1 1 0 0,15 58 0 0 0,-13-81-14 0 0,1-1-1 0 0,2 0 1 0 0,1 0 0 0 0,1-1 0 0 0,2-1 0 0 0,26 42 0 0 0,-26-50 0 0 0,1 0-1 0 0,1-1 0 0 0,0-1 1 0 0,1-1-1 0 0,1 0 1 0 0,0-1-1 0 0,1-1 1 0 0,1 0-1 0 0,31 15 0 0 0,-21-14-21 0 0,1-2 0 0 0,64 20 0 0 0,-82-29-134 0 0,0-1 1 0 0,0-1-1 0 0,1 0 1 0 0,-1-1 0 0 0,1 0-1 0 0,-1-1 1 0 0,1 0 0 0 0,-1-2-1 0 0,0 1 1 0 0,19-6-1 0 0,-16 2-594 0 0</inkml:trace>
</inkml:ink>
</file>

<file path=ppt/ink/ink1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3.5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280 163 1840 0 0,'0'-16'1090'0'0,"-1"1"0"0"0,-1 0-1 0 0,0 0 1 0 0,-5-20 0 0 0,6 31-776 0 0,0 1 1 0 0,0-1 0 0 0,0 1 0 0 0,0 0 0 0 0,0-1 0 0 0,-1 1 0 0 0,1 0 0 0 0,-1 0-1 0 0,0 0 1 0 0,0 0 0 0 0,0 0 0 0 0,-1 1 0 0 0,1-1 0 0 0,-1 1 0 0 0,1-1 0 0 0,-1 1 0 0 0,0 0-1 0 0,0 0 1 0 0,0 0 0 0 0,0 0 0 0 0,0 0 0 0 0,0 1 0 0 0,0 0 0 0 0,-6-2 0 0 0,5 3-158 0 0,1 0 0 0 0,-1 0 0 0 0,0 0 0 0 0,0 1 0 0 0,1 0 0 0 0,-1-1 1 0 0,0 1-1 0 0,1 1 0 0 0,-1-1 0 0 0,1 0 0 0 0,-1 1 0 0 0,1 0 0 0 0,0 0 1 0 0,-1 0-1 0 0,1 0 0 0 0,0 0 0 0 0,0 1 0 0 0,1-1 0 0 0,-1 1 0 0 0,-2 3 1 0 0,-6 6 99 0 0,2 0 1 0 0,0 1 0 0 0,-11 19 0 0 0,7-9-119 0 0,1 1 0 0 0,1 0 1 0 0,1 0-1 0 0,1 2 0 0 0,1-1 0 0 0,2 1 0 0 0,0 0 0 0 0,2 0 1 0 0,-2 29-1 0 0,6-43-121 0 0,0-1 0 0 0,0 1 0 0 0,1 0 0 0 0,0-1 0 0 0,1 0 0 0 0,1 1 0 0 0,0-1 0 0 0,0 0 0 0 0,1 0 0 0 0,0 0 0 0 0,1-1 0 0 0,0 1 0 0 0,1-1 0 0 0,0 0 0 0 0,1-1 0 0 0,0 1 0 0 0,0-2 0 0 0,1 1 0 0 0,0-1 0 0 0,1 0 0 0 0,0 0 0 0 0,0-1 1 0 0,11 7-1 0 0,-5-6-192 0 0,1-1 1 0 0,-1 0-1 0 0,1-1 0 0 0,0-1 1 0 0,1 0-1 0 0,-1-1 1 0 0,1-1-1 0 0,0-1 1 0 0,0 0-1 0 0,-1-1 1 0 0,1-1-1 0 0,0-1 1 0 0,0 0-1 0 0,0-1 1 0 0,0-1-1 0 0,16-4 1 0 0,5-3-6504 0 0</inkml:trace>
</inkml:ink>
</file>

<file path=ppt/ink/ink1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3.8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55 5 6449 0 0,'-1'0'131'0'0,"0"-1"-1"0"0,0 0 0 0 0,0 1 0 0 0,0 0 0 0 0,1-1 0 0 0,-1 1 1 0 0,0-1-1 0 0,0 1 0 0 0,0 0 0 0 0,0 0 0 0 0,0-1 0 0 0,0 1 1 0 0,0 0-1 0 0,0 0 0 0 0,0 0 0 0 0,0 0 0 0 0,0 0 0 0 0,0 0 1 0 0,0 1-1 0 0,0-1 0 0 0,0 0 0 0 0,1 0 0 0 0,-1 1 1 0 0,0-1-1 0 0,0 0 0 0 0,0 1 0 0 0,0-1 0 0 0,0 1 0 0 0,1-1 1 0 0,-1 1-1 0 0,0 0 0 0 0,0-1 0 0 0,1 1 0 0 0,-1 0 0 0 0,0-1 1 0 0,1 1-1 0 0,-1 0 0 0 0,1 0 0 0 0,-1 0 0 0 0,1-1 0 0 0,-1 1 1 0 0,1 0-1 0 0,0 0 0 0 0,-1 0 0 0 0,1 0 0 0 0,0 0 0 0 0,0 1 1 0 0,-4 8 749 0 0,2-1 0 0 0,0 1 0 0 0,-2 16 0 0 0,3-18-725 0 0,-2 19 138 0 0,1 0-1 0 0,2 1 1 0 0,1 0 0 0 0,0-1 0 0 0,3 0 0 0 0,8 38 0 0 0,57 153 1671 0 0,-61-195-1939 0 0,3 11-1077 0 0,-7-21 146 0 0,0 1 0 0 0,1-1-1 0 0,1 0 1 0 0,10 18 0 0 0,-12-25 784 0 0</inkml:trace>
</inkml:ink>
</file>

<file path=ppt/ink/ink1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4.1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108 52 3225 0 0,'-15'-6'8847'0'0,"9"21"-4411"0"0,5-9-5679 0 0,0 6 1549 0 0,0 1 0 0 0,0-1 0 0 0,2 1 0 0 0,0-1 0 0 0,0 0 1 0 0,1 1-1 0 0,0-1 0 0 0,1 0 0 0 0,1 0 0 0 0,0 0 0 0 0,0-1 0 0 0,12 21 1 0 0,-12-26-248 0 0,-1 0 0 0 0,1 0 0 0 0,1 0 0 0 0,-1-1 0 0 0,1 0 0 0 0,0 0 0 0 0,0 0 1 0 0,0 0-1 0 0,1-1 0 0 0,9 6 0 0 0,-10-8-34 0 0,-1 0 0 0 0,1 0 1 0 0,-1 0-1 0 0,1-1 0 0 0,0 0 0 0 0,0 0 1 0 0,0 0-1 0 0,0 0 0 0 0,-1-1 1 0 0,1 0-1 0 0,0 0 0 0 0,0 0 0 0 0,0-1 1 0 0,0 0-1 0 0,0 1 0 0 0,6-3 0 0 0,-6 1 8 0 0,1 0 0 0 0,-1 0 0 0 0,0 0 0 0 0,0-1 0 0 0,0 0 0 0 0,0 0 0 0 0,0 0 0 0 0,-1 0 0 0 0,1-1 0 0 0,-1 1 0 0 0,0-1 0 0 0,0 0 0 0 0,0-1 0 0 0,-1 1 0 0 0,0-1 0 0 0,1 1 0 0 0,-2-1 0 0 0,1 0 0 0 0,0 0 0 0 0,-1-1 0 0 0,0 1 0 0 0,0 0 0 0 0,2-12-1 0 0,-3 10 19 0 0,0-1-1 0 0,-1 0 0 0 0,1 1 1 0 0,-2-1-1 0 0,1 0 0 0 0,-1 1 1 0 0,0-1-1 0 0,0 1 0 0 0,-1-1 0 0 0,0 1 1 0 0,-1-1-1 0 0,1 1 0 0 0,-1 0 1 0 0,-1 0-1 0 0,1 0 0 0 0,-1 1 0 0 0,-5-7 1 0 0,3 6-21 0 0,1 1 0 0 0,-1 0 0 0 0,0 1 0 0 0,0-1 0 0 0,-1 1 0 0 0,0 0 0 0 0,0 1 0 0 0,0-1 1 0 0,0 1-1 0 0,-1 1 0 0 0,1 0 0 0 0,-1 0 0 0 0,0 0 0 0 0,0 1 0 0 0,0 0 0 0 0,0 0 0 0 0,-1 1 0 0 0,-14 0 1 0 0,13 1-259 0 0,0 0 1 0 0,0 1 0 0 0,0 1 0 0 0,0 0 0 0 0,0 0 0 0 0,0 0 0 0 0,1 1 0 0 0,-1 1 0 0 0,1 0-1 0 0,0 0 1 0 0,0 1 0 0 0,0 0 0 0 0,1 0 0 0 0,0 1 0 0 0,-10 9 0 0 0,-3 6-6697 0 0</inkml:trace>
</inkml:ink>
</file>

<file path=ppt/ink/ink1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4.4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248 13 3681 0 0,'0'0'29'0'0,"0"0"1"0"0,0-1-1 0 0,0 1 0 0 0,1 0 1 0 0,-1-1-1 0 0,0 1 1 0 0,0 0-1 0 0,0-1 0 0 0,0 1 1 0 0,0-1-1 0 0,0 1 1 0 0,0 0-1 0 0,0-1 0 0 0,0 1 1 0 0,0 0-1 0 0,0-1 1 0 0,0 1-1 0 0,0-1 0 0 0,0 1 1 0 0,0 0-1 0 0,0-1 1 0 0,-1 1-1 0 0,1 0 0 0 0,0-1 1 0 0,0 1-1 0 0,0 0 1 0 0,0-1-1 0 0,-1 1 0 0 0,1 0 1 0 0,0-1-1 0 0,0 1 1 0 0,-1 0-1 0 0,1 0 0 0 0,0-1 1 0 0,-1 1-1 0 0,1 0 1 0 0,0 0-1 0 0,-1-1 0 0 0,-18 2 1378 0 0,-19 13 834 0 0,23-6-1902 0 0,1 0 0 0 0,1 0 0 0 0,-1 1-1 0 0,1 1 1 0 0,1 0 0 0 0,0 1 0 0 0,0 0 0 0 0,1 1 0 0 0,1 0-1 0 0,0 1 1 0 0,1 0 0 0 0,0 0 0 0 0,0 1 0 0 0,-9 24 0 0 0,17-35-317 0 0,0-1 1 0 0,0 1 0 0 0,0-1 0 0 0,1 1-1 0 0,0-1 1 0 0,-1 1 0 0 0,1-1 0 0 0,0 1-1 0 0,0 0 1 0 0,0-1 0 0 0,0 1 0 0 0,1-1-1 0 0,-1 1 1 0 0,1 0 0 0 0,0-1-1 0 0,-1 1 1 0 0,1-1 0 0 0,0 0 0 0 0,1 1-1 0 0,-1-1 1 0 0,0 0 0 0 0,1 0 0 0 0,-1 1-1 0 0,1-1 1 0 0,-1 0 0 0 0,1-1 0 0 0,0 1-1 0 0,0 0 1 0 0,0 0 0 0 0,0-1 0 0 0,0 1-1 0 0,1-1 1 0 0,-1 0 0 0 0,0 0 0 0 0,3 2-1 0 0,11 3 90 0 0,0 0-1 0 0,0-1 1 0 0,0-1-1 0 0,26 4 1 0 0,-5 0-83 0 0,-30-6-29 0 0,0 0 0 0 0,0 0-1 0 0,0 0 1 0 0,0 1-1 0 0,-1 1 1 0 0,0-1 0 0 0,1 1-1 0 0,8 7 1 0 0,-13-10-6 0 0,0 1 0 0 0,-1 0-1 0 0,1 0 1 0 0,-1 0 0 0 0,1 0-1 0 0,-1 0 1 0 0,0 0 0 0 0,0 0-1 0 0,0 0 1 0 0,0 1 0 0 0,0-1 0 0 0,0 0-1 0 0,0 1 1 0 0,-1-1 0 0 0,0 0-1 0 0,1 1 1 0 0,-1-1 0 0 0,0 1-1 0 0,0-1 1 0 0,0 1 0 0 0,0-1 0 0 0,-1 1-1 0 0,1-1 1 0 0,-1 0 0 0 0,1 1-1 0 0,-1-1 1 0 0,0 0 0 0 0,0 1-1 0 0,-1 1 1 0 0,-7 13-73 0 0,-1-1-1 0 0,-1 0 0 0 0,0-1 1 0 0,-1 0-1 0 0,-1 0 1 0 0,0-2-1 0 0,-1 1 0 0 0,-21 14 1 0 0,-1 3-605 0 0,13-9 252 0 0</inkml:trace>
</inkml:ink>
</file>

<file path=ppt/ink/ink1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4.7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1 347 3209 0 0,'22'-15'489'0'0,"-1"0"1"0"0,-1-2-1 0 0,0-1 1 0 0,-1-1 0 0 0,-1 0-1 0 0,-1-1 1 0 0,-1-1-1 0 0,-1-1 1 0 0,15-26-1 0 0,-25 40-133 0 0,-1 1-1 0 0,-1-1 0 0 0,1 0 0 0 0,-1 0 1 0 0,0-1-1 0 0,-1 1 0 0 0,2-14 0 0 0,-4 20-235 0 0,1 0 1 0 0,-1 0-1 0 0,0 0 0 0 0,0 0 0 0 0,0 0 0 0 0,-1 0 0 0 0,1 0 0 0 0,0 0 0 0 0,-1 0 1 0 0,1 0-1 0 0,-1 0 0 0 0,0 1 0 0 0,0-1 0 0 0,1 0 0 0 0,-1 0 0 0 0,0 1 1 0 0,-1-1-1 0 0,1 0 0 0 0,0 1 0 0 0,0-1 0 0 0,-1 1 0 0 0,1-1 0 0 0,-1 1 0 0 0,1 0 1 0 0,-1 0-1 0 0,0 0 0 0 0,1 0 0 0 0,-1 0 0 0 0,0 0 0 0 0,0 0 0 0 0,1 0 0 0 0,-1 1 1 0 0,0-1-1 0 0,0 1 0 0 0,0-1 0 0 0,0 1 0 0 0,0 0 0 0 0,-2 0 0 0 0,-2-1-45 0 0,1 1 1 0 0,0 0-1 0 0,0 0 0 0 0,-1 0 0 0 0,1 1 0 0 0,0 0 0 0 0,0 0 0 0 0,0 0 0 0 0,0 1 0 0 0,0-1 0 0 0,0 1 1 0 0,0 0-1 0 0,0 1 0 0 0,-8 5 0 0 0,7-3 135 0 0,-1 0 0 0 0,1 0 0 0 0,1 1 0 0 0,-1 0 0 0 0,1 0 1 0 0,0 1-1 0 0,0-1 0 0 0,0 1 0 0 0,-4 9 0 0 0,5-8-55 0 0,1 0-1 0 0,-1 0 1 0 0,1 1-1 0 0,0-1 1 0 0,1 0 0 0 0,0 1-1 0 0,0 0 1 0 0,1-1 0 0 0,0 1-1 0 0,1 0 1 0 0,0 0-1 0 0,0 0 1 0 0,1 0 0 0 0,0-1-1 0 0,0 1 1 0 0,1 0-1 0 0,0-1 1 0 0,7 15 0 0 0,-7-19-250 0 0,0 0 1 0 0,0-1-1 0 0,1 0 1 0 0,-1 1-1 0 0,1-1 1 0 0,0 0-1 0 0,0 0 1 0 0,0-1-1 0 0,1 1 1 0 0,-1 0-1 0 0,1-1 1 0 0,-1 0-1 0 0,1 0 1 0 0,0 0 0 0 0,-1 0-1 0 0,1-1 1 0 0,0 0-1 0 0,6 2 1 0 0,-2-2-188 0 0,1 1 1 0 0,-1-2 0 0 0,1 1 0 0 0,-1-1-1 0 0,0-1 1 0 0,1 1 0 0 0,-1-1 0 0 0,11-3-1 0 0,13-4-1233 0 0</inkml:trace>
</inkml:ink>
</file>

<file path=ppt/ink/ink1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5.2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0 487 968 0 0,'66'-50'142'0'0,"37"-30"2590"0"0,-151 131 4846 0 0,-3 20-4298 0 0,43-58-2929 0 0,-1 1-1 0 0,2 1 1 0 0,0 0 0 0 0,1 0-1 0 0,0 0 1 0 0,2 0 0 0 0,-1 1-1 0 0,-3 28 1 0 0,8-43-325 0 0,0 1 0 0 0,0 0 0 0 0,0 0 0 0 0,0-1 0 0 0,0 1 0 0 0,0 0 0 0 0,0 0 0 0 0,0 0 0 0 0,1-1 0 0 0,-1 1 0 0 0,1 0 0 0 0,-1-1 0 0 0,1 1-1 0 0,0 0 1 0 0,0-1 0 0 0,0 1 0 0 0,0-1 0 0 0,0 1 0 0 0,2 1 0 0 0,-2-2-24 0 0,0 0 0 0 0,0-1 0 0 0,1 1-1 0 0,-1 0 1 0 0,1-1 0 0 0,-1 1-1 0 0,0-1 1 0 0,1 0 0 0 0,-1 1 0 0 0,1-1-1 0 0,-1 0 1 0 0,1 0 0 0 0,-1 0-1 0 0,1 0 1 0 0,-1 0 0 0 0,1 0 0 0 0,-1-1-1 0 0,3 0 1 0 0,3-1-91 0 0,-1 0-1 0 0,1-1 1 0 0,0 0-1 0 0,-1 0 0 0 0,1-1 1 0 0,-1 1-1 0 0,0-2 1 0 0,6-4-1 0 0,0-2-164 0 0,-1-1-1 0 0,0 0 0 0 0,-1 0 0 0 0,0-1 1 0 0,-1-1-1 0 0,0 0 0 0 0,-1 0 0 0 0,-1 0 0 0 0,0-1 1 0 0,-1 0-1 0 0,0-1 0 0 0,-2 1 0 0 0,0-1 0 0 0,4-32 1 0 0,-4 9 199 0 0,-3 0 1 0 0,0 0 0 0 0,-3 0-1 0 0,-2 0 1 0 0,-8-42 0 0 0,7 47 582 0 0,3 20 193 0 0,0-1 1 0 0,-1 1-1 0 0,0 0 0 0 0,-1 0 0 0 0,-9-9 2998 0 0,8 58-2760 0 0,4-5-847 0 0,2 0 0 0 0,1-1-1 0 0,1 1 1 0 0,2-1-1 0 0,1 0 1 0 0,1 0-1 0 0,1 0 1 0 0,2-1 0 0 0,23 47-1 0 0,-17-46-641 0 0,1 0-1 0 0,1-1 1 0 0,2-1-1 0 0,1 0 1 0 0,24 23-1 0 0,-11-16-6794 0 0</inkml:trace>
</inkml:ink>
</file>

<file path=ppt/ink/ink1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5.5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150 0 9218 0 0,'-6'1'329'0'0,"0"1"0"0"0,0 0 0 0 0,0 0 0 0 0,0 0 0 0 0,0 1 0 0 0,1 0 0 0 0,-1 0 0 0 0,1 0 0 0 0,-1 1 0 0 0,1 0 0 0 0,0 0 0 0 0,1 0 0 0 0,-6 6 0 0 0,3-2 89 0 0,2 0 1 0 0,-1 0-1 0 0,1 1 1 0 0,0 0-1 0 0,1-1 1 0 0,0 1-1 0 0,-5 18 1 0 0,2 4 161 0 0,1 1-1 0 0,1 0 1 0 0,2 0-1 0 0,1 39 1 0 0,2-45-360 0 0,2 1 0 0 0,0 0-1 0 0,2 0 1 0 0,1-1 0 0 0,1 0 0 0 0,11 32 0 0 0,-1-19-183 0 0,1 0 0 0 0,2-1 0 0 0,29 44 0 0 0,-11-23-1182 0 0,-19-33-55 0 0</inkml:trace>
</inkml:ink>
</file>

<file path=ppt/ink/ink1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6.0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3 400 2761 0 0,'-1'-1'48'0'0,"1"-1"0"0"0,0 1 1 0 0,-1 0-1 0 0,1 0 1 0 0,0 0-1 0 0,0 0 1 0 0,-1 0-1 0 0,1-1 1 0 0,0 1-1 0 0,0 0 0 0 0,0 0 1 0 0,0 0-1 0 0,1-1 1 0 0,-1 1-1 0 0,0 0 1 0 0,0 0-1 0 0,1 0 1 0 0,-1 0-1 0 0,1 0 0 0 0,-1 0 1 0 0,1 0-1 0 0,-1-1 1 0 0,1 1-1 0 0,0 1 1 0 0,-1-1-1 0 0,1 0 0 0 0,0 0 1 0 0,0 0-1 0 0,0 0 1 0 0,0 0-1 0 0,0 1 1 0 0,1-2-1 0 0,40-28 2375 0 0,-34 25-2218 0 0,152-89 4521 0 0,-14 8-2949 0 0,-107 61-1375 0 0,-6 2 165 0 0,1 2-1 0 0,2 1 1 0 0,0 1-1 0 0,44-15 1 0 0,-77 33-456 0 0,0 0 0 0 0,0 0 0 0 0,-1 0 0 0 0,1 0 0 0 0,0 1 0 0 0,0-1 0 0 0,0 1 0 0 0,0 0 0 0 0,0 0 0 0 0,0 0 0 0 0,0 0 0 0 0,0 0 0 0 0,0 1 0 0 0,0-1 0 0 0,-1 1 0 0 0,1 0 0 0 0,0 0 0 0 0,0 0 0 0 0,0 0 0 0 0,-1 1 0 0 0,1-1 0 0 0,-1 1 0 0 0,1-1-1 0 0,-1 1 1 0 0,0 0 0 0 0,1 0 0 0 0,-1 0 0 0 0,0 0 0 0 0,2 4 0 0 0,0 0 19 0 0,-1 1-1 0 0,1-1 0 0 0,-2 1 1 0 0,1 0-1 0 0,-1 0 0 0 0,0 0 0 0 0,0 0 1 0 0,-1 0-1 0 0,0 1 0 0 0,0 13 1 0 0,-1 15 268 0 0,2 44 85 0 0,-2-75-464 0 0,1-1 0 0 0,0 1 0 0 0,0 0 0 0 0,0 0 0 0 0,1-1 0 0 0,-1 1 0 0 0,1 0 0 0 0,0-1 0 0 0,1 0 0 0 0,-1 1 0 0 0,1-1 0 0 0,5 6 0 0 0,-7-9-22 0 0,0 0 1 0 0,0 0-1 0 0,0 0 1 0 0,-1-1 0 0 0,1 1-1 0 0,0 0 1 0 0,1-1-1 0 0,-1 1 1 0 0,0-1-1 0 0,0 1 1 0 0,0-1-1 0 0,0 1 1 0 0,0-1-1 0 0,0 0 1 0 0,1 0-1 0 0,-1 0 1 0 0,0 1 0 0 0,0-1-1 0 0,0 0 1 0 0,0 0-1 0 0,1-1 1 0 0,1 1-1 0 0,-1-1-23 0 0,1 0 0 0 0,-1 0 0 0 0,1 0-1 0 0,-1 0 1 0 0,1-1 0 0 0,-1 1 0 0 0,0-1-1 0 0,0 1 1 0 0,4-4 0 0 0,2-5-111 0 0,1 1 0 0 0,-1-1-1 0 0,8-15 1 0 0,-13 22 117 0 0,36-72-314 0 0,-33 60 412 0 0,1 0-1 0 0,1 1 1 0 0,0-1 0 0 0,0 2 0 0 0,2-1 0 0 0,18-20-1 0 0,-27 33-63 0 0,-1 0-1 0 0,1 0 0 0 0,0 1 0 0 0,-1-1 1 0 0,1 0-1 0 0,0 0 0 0 0,0 1 0 0 0,0-1 1 0 0,0 0-1 0 0,-1 1 0 0 0,1-1 0 0 0,0 0 0 0 0,0 1 1 0 0,0 0-1 0 0,0-1 0 0 0,0 1 0 0 0,1 0 1 0 0,-1-1-1 0 0,0 1 0 0 0,0 0 0 0 0,0 0 1 0 0,0 0-1 0 0,0 0 0 0 0,0 0 0 0 0,0 0 1 0 0,0 0-1 0 0,0 0 0 0 0,0 0 0 0 0,1 1 1 0 0,-1-1-1 0 0,0 0 0 0 0,0 1 0 0 0,0-1 1 0 0,0 1-1 0 0,0-1 0 0 0,0 1 0 0 0,-1-1 0 0 0,1 1 1 0 0,0 0-1 0 0,0-1 0 0 0,0 1 0 0 0,0 0 1 0 0,-1 0-1 0 0,1 0 0 0 0,0 0 0 0 0,-1-1 1 0 0,1 1-1 0 0,-1 0 0 0 0,1 0 0 0 0,-1 0 1 0 0,1 0-1 0 0,-1 0 0 0 0,0 0 0 0 0,1 2 1 0 0,3 10 46 0 0,-1-1 1 0 0,0 1 0 0 0,1 23 0 0 0,-1-18 21 0 0,-1-4-92 0 0,1-1 1 0 0,0 1-1 0 0,1-1 0 0 0,1 1 1 0 0,0-1-1 0 0,11 18 0 0 0,15 11-6497 0 0,-12-23-545 0 0</inkml:trace>
</inkml:ink>
</file>

<file path=ppt/ink/ink1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6.3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0 324 6913 0 0,'128'-112'6791'0'0,"-112"97"-6721"0"0,0 0-1 0 0,-1-1 0 0 0,16-23 0 0 0,-28 35-16 0 0,0 0 0 0 0,0 0 0 0 0,0-1-1 0 0,-1 1 1 0 0,0-1 0 0 0,1 0-1 0 0,-2 0 1 0 0,1 0 0 0 0,-1 0-1 0 0,1 0 1 0 0,-1 0 0 0 0,0 0-1 0 0,-1 0 1 0 0,0 0 0 0 0,0 0-1 0 0,0-1 1 0 0,0 1 0 0 0,-1 0 0 0 0,-1-9-1 0 0,2 13 22 0 0,-1 0 0 0 0,1 0 0 0 0,-1 0 0 0 0,1 0 0 0 0,-1 0 0 0 0,1 0-1 0 0,-1 0 1 0 0,1 0 0 0 0,-1 0 0 0 0,0 0 0 0 0,1 0 0 0 0,-1 0 0 0 0,0 1 0 0 0,0-1-1 0 0,0 0 1 0 0,0 0 0 0 0,0 1 0 0 0,0-1 0 0 0,0 1 0 0 0,0-1 0 0 0,0 1 0 0 0,0-1 0 0 0,0 1-1 0 0,0 0 1 0 0,0-1 0 0 0,-2 1 0 0 0,1 0 76 0 0,0 0-1 0 0,-1 0 0 0 0,1 1 1 0 0,0-1-1 0 0,0 1 1 0 0,-1 0-1 0 0,1-1 1 0 0,0 1-1 0 0,0 0 0 0 0,0 0 1 0 0,0 0-1 0 0,-3 2 1 0 0,-2 2 200 0 0,0 0 1 0 0,1 1-1 0 0,-1 0 0 0 0,1 0 1 0 0,-10 13-1 0 0,10-11-266 0 0,1-1-1 0 0,1 1 1 0 0,-1 0 0 0 0,1 1-1 0 0,1-1 1 0 0,0 1-1 0 0,0-1 1 0 0,0 1 0 0 0,1 0-1 0 0,0 0 1 0 0,1 0-1 0 0,0 10 1 0 0,1-13-130 0 0,1 0 1 0 0,-1 0-1 0 0,1 0 1 0 0,1 0-1 0 0,-1 0 1 0 0,1 0-1 0 0,0 0 1 0 0,1-1-1 0 0,-1 1 1 0 0,1-1-1 0 0,0 0 1 0 0,0 1-1 0 0,1-1 0 0 0,-1-1 1 0 0,1 1-1 0 0,1 0 1 0 0,-1-1-1 0 0,0 0 1 0 0,6 4-1 0 0,-1-1-369 0 0,1-1 0 0 0,-1 0 0 0 0,16 7 0 0 0,7 1-1004 0 0</inkml:trace>
</inkml:ink>
</file>

<file path=ppt/ink/ink1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6.72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160 226 456 0 0,'-50'-112'1624'0'0,"13"38"2726"0"0,8 35 10035 0 0,25 77-14110 0 0,4-32 286 0 0,-17 128 226 0 0,6-69-879 0 0,4 1 1 0 0,2 117-1 0 0,10-145-1089 0 0,3 0-3983 0 0,2-3-1636 0 0</inkml:trace>
</inkml:ink>
</file>

<file path=ppt/ink/ink1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7.0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1 148 3225 0 0,'4'-40'5911'0'0,"-6"61"-1136"0"0,2-13-4518 0 0,0 0 1 0 0,0-1-1 0 0,0 1 1 0 0,1 0-1 0 0,1 0 0 0 0,-1 0 1 0 0,1-1-1 0 0,1 1 1 0 0,-1-1-1 0 0,1 1 0 0 0,1-1 1 0 0,-1 0-1 0 0,1 0 1 0 0,0-1-1 0 0,1 1 0 0 0,0-1 1 0 0,0 0-1 0 0,7 7 1 0 0,-8-9-221 0 0,0 0 1 0 0,0-1 0 0 0,0 0-1 0 0,1 0 1 0 0,-1 0 0 0 0,1-1-1 0 0,-1 0 1 0 0,1 1 0 0 0,0-2-1 0 0,0 1 1 0 0,0 0 0 0 0,0-1 0 0 0,0 0-1 0 0,1 0 1 0 0,-1-1 0 0 0,0 1-1 0 0,0-1 1 0 0,1 0 0 0 0,-1-1-1 0 0,0 1 1 0 0,0-1 0 0 0,1 0-1 0 0,-1-1 1 0 0,0 1 0 0 0,0-1-1 0 0,0 0 1 0 0,-1 0 0 0 0,1 0 0 0 0,6-4-1 0 0,-7 3 10 0 0,1-1 0 0 0,-1 1 0 0 0,0-1 0 0 0,0 0 0 0 0,0 0 0 0 0,0 0 0 0 0,0 0-1 0 0,-1-1 1 0 0,0 0 0 0 0,0 1 0 0 0,0-1 0 0 0,-1 0 0 0 0,3-7 0 0 0,-2 3 36 0 0,-1 1-1 0 0,1-1 1 0 0,-1 0 0 0 0,-1 0 0 0 0,0 0-1 0 0,0 0 1 0 0,-1 0 0 0 0,-1-11 0 0 0,0 12-38 0 0,0 1 1 0 0,0-1 0 0 0,0 1-1 0 0,-1 0 1 0 0,-1-1 0 0 0,1 1-1 0 0,-1 0 1 0 0,0 1 0 0 0,-1-1 0 0 0,-4-6-1 0 0,5 9-49 0 0,0 0 0 0 0,0 1 0 0 0,0-1 0 0 0,0 1 0 0 0,-1 0-1 0 0,1 0 1 0 0,-1 0 0 0 0,0 0 0 0 0,0 1 0 0 0,0-1 0 0 0,0 1 0 0 0,-1 0 0 0 0,1 1-1 0 0,-1-1 1 0 0,1 1 0 0 0,-8-2 0 0 0,8 3-103 0 0,0-1 0 0 0,0 1 1 0 0,0 0-1 0 0,0 1 0 0 0,-1-1 0 0 0,1 1 1 0 0,0 0-1 0 0,0-1 0 0 0,0 2 0 0 0,0-1 1 0 0,1 0-1 0 0,-6 3 0 0 0,-23 17-6071 0 0,17-8 52 0 0</inkml:trace>
</inkml:ink>
</file>

<file path=ppt/ink/ink1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7.3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59 177 2761 0 0,'2'-6'204'0'0,"0"0"1"0"0,0 0-1 0 0,0 0 1 0 0,0 0-1 0 0,-1 0 0 0 0,0-9 1 0 0,0 15-115 0 0,-1-1 0 0 0,0 0 0 0 0,0 0 0 0 0,0 0 0 0 0,0 1 1 0 0,0-1-1 0 0,0 0 0 0 0,0 0 0 0 0,0 0 0 0 0,0 1 0 0 0,0-1 0 0 0,0 0 0 0 0,0 0 0 0 0,0 1 0 0 0,-1-1 0 0 0,1 0 1 0 0,0 0-1 0 0,-1 1 0 0 0,1-1 0 0 0,0 0 0 0 0,-1 1 0 0 0,1-1 0 0 0,-1 0 0 0 0,1 1 0 0 0,-1-1 0 0 0,0 1 0 0 0,1-1 1 0 0,-1 0-1 0 0,1 1 0 0 0,-1 0 0 0 0,0-1 0 0 0,0 1 0 0 0,1-1 0 0 0,-1 1 0 0 0,0 0 0 0 0,1 0 0 0 0,-1-1 0 0 0,0 1 1 0 0,0 0-1 0 0,0 0 0 0 0,1 0 0 0 0,-1 0 0 0 0,0 0 0 0 0,0 0 0 0 0,0 0 0 0 0,1 0 0 0 0,-1 0 0 0 0,0 0 0 0 0,0 0 1 0 0,0 1-1 0 0,1-1 0 0 0,-1 0 0 0 0,0 0 0 0 0,0 1 0 0 0,1-1 0 0 0,-1 1 0 0 0,0-1 0 0 0,0 2 0 0 0,-2-2 82 0 0,1 1 0 0 0,-1 0-1 0 0,1 0 1 0 0,0 1 0 0 0,0-1-1 0 0,0 0 1 0 0,0 1 0 0 0,0-1-1 0 0,0 1 1 0 0,0 0 0 0 0,0 0 0 0 0,0 0-1 0 0,1 0 1 0 0,-1 0 0 0 0,1 0-1 0 0,-1 0 1 0 0,1 0 0 0 0,0 0-1 0 0,0 1 1 0 0,0-1 0 0 0,0 1-1 0 0,1-1 1 0 0,-1 1 0 0 0,0-1-1 0 0,1 1 1 0 0,0-1 0 0 0,0 1-1 0 0,0-1 1 0 0,0 1 0 0 0,0-1-1 0 0,0 3 1 0 0,2 0 0 0 0,-1-1 1 0 0,1 1-1 0 0,-1-1 0 0 0,1 0 0 0 0,1 0 1 0 0,-1 0-1 0 0,0 0 0 0 0,1 0 0 0 0,0 0 0 0 0,0-1 1 0 0,0 1-1 0 0,0-1 0 0 0,1 0 0 0 0,-1 0 1 0 0,1 0-1 0 0,4 2 0 0 0,-1-1-99 0 0,0-1 0 0 0,-1 1 0 0 0,1-2-1 0 0,1 1 1 0 0,-1-1 0 0 0,0 0 0 0 0,1 0 0 0 0,-1-1-1 0 0,1 0 1 0 0,-1-1 0 0 0,1 1 0 0 0,-1-1 0 0 0,1-1-1 0 0,-1 0 1 0 0,1 0 0 0 0,-1 0 0 0 0,1-1 0 0 0,-1 0-1 0 0,0 0 1 0 0,14-7 0 0 0,-16 7-36 0 0,0-1 0 0 0,0 0 0 0 0,-1 0 0 0 0,1 0 0 0 0,-1 0 1 0 0,1-1-1 0 0,-1 0 0 0 0,0 0 0 0 0,-1 0 0 0 0,1 0 0 0 0,-1-1 0 0 0,1 1 0 0 0,-1-1 0 0 0,-1 0 0 0 0,1 0 0 0 0,-1 0 1 0 0,0 0-1 0 0,0-1 0 0 0,0 1 0 0 0,-1 0 0 0 0,1-1 0 0 0,-1 1 0 0 0,-1-1 0 0 0,1 0 0 0 0,-1 1 0 0 0,0-1 1 0 0,0 1-1 0 0,-2-11 0 0 0,0 11 53 0 0,1-1 1 0 0,0 1-1 0 0,-1-1 1 0 0,0 1-1 0 0,0 0 1 0 0,-1-1-1 0 0,0 1 1 0 0,0 1-1 0 0,0-1 1 0 0,0 0 0 0 0,-1 1-1 0 0,1-1 1 0 0,-1 1-1 0 0,0 0 1 0 0,-1 0-1 0 0,-6-4 1 0 0,7 5-272 0 0,1 2-1 0 0,0-1 1 0 0,-1 0 0 0 0,1 1 0 0 0,-1-1 0 0 0,1 1 0 0 0,-1 0-1 0 0,0 0 1 0 0,0 1 0 0 0,1-1 0 0 0,-1 1 0 0 0,0-1 0 0 0,0 1-1 0 0,0 1 1 0 0,1-1 0 0 0,-1 0 0 0 0,0 1 0 0 0,0 0 0 0 0,1 0 0 0 0,-1 0-1 0 0,0 0 1 0 0,1 1 0 0 0,-1-1 0 0 0,-5 5 0 0 0,-9 5-6289 0 0</inkml:trace>
</inkml:ink>
</file>

<file path=ppt/ink/ink1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7.6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0 6449 0 0,'0'10'6490'0'0,"-1"18"-4056"0"0,0-22-1582 0 0,0 241 5051 0 0,4-200-6080 0 0,2 1 0 0 0,2-1 0 0 0,16 55 1 0 0,-22-100-1 0 0,0 2-465 0 0,0-1 0 0 0,0 1-1 0 0,0-1 1 0 0,-1 1-1 0 0,1-1 1 0 0,-1 8 0 0 0</inkml:trace>
</inkml:ink>
</file>

<file path=ppt/ink/ink1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7.8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25 2304 0 0,'4'-3'117'0'0,"-1"1"0"0"0,0-1-1 0 0,1 1 1 0 0,-1 0-1 0 0,1 0 1 0 0,0 0 0 0 0,0 0-1 0 0,0 1 1 0 0,0-1-1 0 0,0 1 1 0 0,0 0-1 0 0,0 1 1 0 0,0-1 0 0 0,0 1-1 0 0,7-1 1 0 0,-1 2 538 0 0,-1 0 0 0 0,1 1-1 0 0,-1 0 1 0 0,1 0 0 0 0,14 7 0 0 0,-16-7-216 0 0,-2 1 0 0 0,1 0 0 0 0,0 1 0 0 0,0 0 0 0 0,-1 0 0 0 0,0 0 0 0 0,0 0 0 0 0,0 1 0 0 0,-1 0 0 0 0,1 1 0 0 0,-1-1 0 0 0,0 1 0 0 0,-1 0 0 0 0,1 0 0 0 0,-1 0 0 0 0,6 13 0 0 0,-8-14-266 0 0,-1 0 0 0 0,1 1 0 0 0,-1-1 0 0 0,0 1 0 0 0,0-1 0 0 0,-1 1 0 0 0,1-1 0 0 0,-1 1 0 0 0,0-1 0 0 0,-1 1 0 0 0,1-1 1 0 0,-1 1-1 0 0,0-1 0 0 0,-1 0 0 0 0,1 1 0 0 0,-1-1 0 0 0,0 0 0 0 0,-1 0 0 0 0,1 0 0 0 0,-1 0 0 0 0,0-1 0 0 0,0 1 0 0 0,-4 5 0 0 0,-2 0-60 0 0,-1 0 0 0 0,0 0 0 0 0,-17 12 0 0 0,-15 7-2994 0 0,27-19-3443 0 0</inkml:trace>
</inkml:ink>
</file>

<file path=ppt/ink/ink1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8.1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0 6913 0 0,'2'1'98'0'0,"0"0"0"0"0,-1 1 0 0 0,1-1-1 0 0,-1 0 1 0 0,1 1 0 0 0,-1-1 0 0 0,1 1-1 0 0,-1-1 1 0 0,0 1 0 0 0,0-1 0 0 0,0 1-1 0 0,0 0 1 0 0,0 0 0 0 0,1 2-1 0 0,13 34 1174 0 0,-12-28-380 0 0,20 59 3541 0 0,18 88 1 0 0,-26-77-3669 0 0,-3 1 1 0 0,1 110-1 0 0,-13-164-843 0 0,-2 0-1 0 0,0 0 1 0 0,-2 0 0 0 0,-1-1-1 0 0,-2 1 1 0 0,0-2-1 0 0,-1 1 1 0 0,-2-1 0 0 0,-1 0-1 0 0,-1-1 1 0 0,0 0-1 0 0,-28 37 1 0 0,7-14-376 0 0</inkml:trace>
</inkml:ink>
</file>

<file path=ppt/ink/ink1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11.0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36 227 456 0 0,'4'-13'303'0'0,"0"0"0"0"0,-1 1 0 0 0,-1-1 0 0 0,0 0-1 0 0,0-1 1 0 0,-1 1 0 0 0,-1 0 0 0 0,-2-18 0 0 0,2 22 316 0 0,-2 0 1 0 0,1 0-1 0 0,-1 0 1 0 0,-1 1-1 0 0,1-1 1 0 0,-1 1-1 0 0,-9-16 1 0 0,12 24-533 0 0,0 0 1 0 0,0-1 0 0 0,0 1 0 0 0,0 0-1 0 0,0-1 1 0 0,0 1 0 0 0,-1 0 0 0 0,1-1-1 0 0,0 1 1 0 0,0 0 0 0 0,0 0-1 0 0,-1-1 1 0 0,1 1 0 0 0,0 0 0 0 0,0 0-1 0 0,-1 0 1 0 0,1-1 0 0 0,0 1-1 0 0,0 0 1 0 0,-1 0 0 0 0,1 0 0 0 0,0 0-1 0 0,-1-1 1 0 0,1 1 0 0 0,0 0 0 0 0,-1 0-1 0 0,1 0 1 0 0,0 0 0 0 0,-1 0-1 0 0,1 0 1 0 0,0 0 0 0 0,-1 0 0 0 0,1 0-1 0 0,0 0 1 0 0,-1 0 0 0 0,1 0 0 0 0,0 0-1 0 0,-1 0 1 0 0,1 1 0 0 0,-9 13 1417 0 0,1 21-510 0 0,8 31-95 0 0,12 96 1 0 0,0-13-710 0 0,-9 214 216 0 0,-1-20-35 0 0,0-272-142 0 0,2 0-19 0 0,-3 0-1 0 0,-11 87 1 0 0,11-147-2778 0 0</inkml:trace>
</inkml:ink>
</file>

<file path=ppt/ink/ink1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11.48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1 3225 0 0,'-2'2'157'0'0,"1"0"1"0"0,-1 0 0 0 0,1 0 0 0 0,0 0 0 0 0,0 1-1 0 0,0-1 1 0 0,0 0 0 0 0,0 1 0 0 0,1-1 0 0 0,-1 0-1 0 0,1 1 1 0 0,-1-1 0 0 0,1 1 0 0 0,0-1 0 0 0,0 1-1 0 0,0-1 1 0 0,0 1 0 0 0,1-1 0 0 0,0 5 0 0 0,-1-6-66 0 0,1 1 1 0 0,-1-1 0 0 0,0 1 0 0 0,1-1-1 0 0,-1 1 1 0 0,1-1 0 0 0,-1 1 0 0 0,1-1 0 0 0,0 0-1 0 0,0 1 1 0 0,0-1 0 0 0,-1 0 0 0 0,1 0-1 0 0,0 1 1 0 0,1-1 0 0 0,-1 0 0 0 0,0 0 0 0 0,0 0-1 0 0,0 0 1 0 0,1-1 0 0 0,-1 1 0 0 0,0 0-1 0 0,1 0 1 0 0,-1-1 0 0 0,0 1 0 0 0,1-1 0 0 0,-1 1-1 0 0,1-1 1 0 0,-1 0 0 0 0,4 1 0 0 0,-1-2 97 0 0,1 1 0 0 0,-1-1 1 0 0,1 0-1 0 0,-1 0 1 0 0,0 0-1 0 0,0-1 1 0 0,0 0-1 0 0,0 0 0 0 0,0 0 1 0 0,0 0-1 0 0,0 0 1 0 0,-1-1-1 0 0,6-4 0 0 0,21-13 696 0 0,-22 16-664 0 0,0 1 0 0 0,0 0-1 0 0,0 0 1 0 0,1 1 0 0 0,0 0-1 0 0,-1 0 1 0 0,14 0 0 0 0,66 2 1005 0 0,-47 1-737 0 0,97 1-357 0 0,144 20-1 0 0,-261-15-3613 0 0</inkml:trace>
</inkml:ink>
</file>

<file path=ppt/ink/ink1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11.81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8 3225 0 0,'-10'-7'5049'0'0,"14"7"-4809"0"0,0 1 0 0 0,0 0 0 0 0,0 1 0 0 0,-1-1 0 0 0,1 1 0 0 0,-1 0 0 0 0,5 2 0 0 0,13 6 928 0 0,61 14 1247 0 0,15 6-1029 0 0,-59-13-1023 0 0,-1 1 1 0 0,-1 2-1 0 0,65 47 0 0 0,26 38-3942 0 0,-120-100 2497 0 0</inkml:trace>
</inkml:ink>
</file>

<file path=ppt/ink/ink1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12.0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149 77 1376 0 0,'3'-76'6772'0'0,"-3"75"-6725"0"0,-7 11 1749 0 0,-5 13 54 0 0,-64 214 1283 0 0,65-208-3093 0 0,1-3-196 0 0,1 0 0 0 0,1 0 0 0 0,1 0 0 0 0,-5 40 0 0 0,14-50-1901 0 0,2-13 994 0 0</inkml:trace>
</inkml:ink>
</file>

<file path=ppt/ink/ink1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12.5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 10 2761 0 0,'-27'-10'6821'0'0,"40"14"-5698"0"0,12 0-1037 0 0,1-2-1 0 0,-1 0 1 0 0,1-1-1 0 0,35-4 1 0 0,-23 1 231 0 0,39 3 0 0 0,-61 0-183 0 0,559 23 2902 0 0,-449-29-2570 0 0,259 1 218 0 0,-378 5-857 0 0,119 4 308 0 0,-72-7-4930 0 0,-42 1-50 0 0</inkml:trace>
</inkml:ink>
</file>

<file path=ppt/ink/ink1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14.1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39 288 1376 0 0,'-6'-32'5880'0'0,"-1"46"-4111"0"0,4-8-1634 0 0,1 0 0 0 0,0 0 0 0 0,0 0 0 0 0,0 0 0 0 0,0 0 1 0 0,1 0-1 0 0,0 1 0 0 0,1-1 0 0 0,-1 0 0 0 0,1 1 0 0 0,0-1 1 0 0,1 0-1 0 0,-1 1 0 0 0,1-1 0 0 0,1 0 0 0 0,-1 0 0 0 0,1 1 1 0 0,0-1-1 0 0,4 6 0 0 0,-4-6 7 0 0,0 0 1 0 0,0 1 0 0 0,0-1-1 0 0,0 0 1 0 0,-1 1-1 0 0,0-1 1 0 0,-1 1 0 0 0,1-1-1 0 0,-1 1 1 0 0,0-1 0 0 0,-1 1-1 0 0,0-1 1 0 0,0 0-1 0 0,-3 13 1 0 0,-3-6 910 0 0,0-20 928 0 0,-4-25-1934 0 0,11 30-116 0 0,-1 0 0 0 0,1 0 0 0 0,0 0 0 0 0,0 1 0 0 0,0-1 0 0 0,1 0 0 0 0,-1 0 0 0 0,0 0 0 0 0,1 0 0 0 0,-1 1 1 0 0,1-1-1 0 0,-1 0 0 0 0,1 0 0 0 0,0 1 0 0 0,1-4 0 0 0,0 3-593 0 0,-1 1 0 0 0,0-1 0 0 0,1 0 0 0 0,-1 0 0 0 0,1 1 0 0 0,0-1 0 0 0,0 1 0 0 0,-1 0 1 0 0,1-1-1 0 0,0 1 0 0 0,0 0 0 0 0,0 0 0 0 0,0 0 0 0 0,0 0 0 0 0,9 2 4492 0 0,-44 30-2057 0 0,17-14 1765 0 0,71-6-1343 0 0,-35-10-1939 0 0,-1 1 1 0 0,30 7-1 0 0,-2-1-1 0 0,-47-8-248 0 0,0 0 1 0 0,1 1-1 0 0,-1-1 1 0 0,1 0-1 0 0,-1 0 1 0 0,1 0-1 0 0,-1 0 0 0 0,1 0 1 0 0,-1 0-1 0 0,0 0 1 0 0,1 0-1 0 0,-1 0 1 0 0,1 0-1 0 0,-1 0 1 0 0,1-1-1 0 0,-1 1 0 0 0,0 0 1 0 0,1 0-1 0 0,-1 0 1 0 0,1 0-1 0 0,-1-1 1 0 0,0 1-1 0 0,1 0 1 0 0,-1 0-1 0 0,0-1 0 0 0,1 1 1 0 0,-1 0-1 0 0,0-1 1 0 0,1 1-1 0 0,-1 0 1 0 0,0-1-1 0 0,0 1 1 0 0,1-1-1 0 0,-1 1 0 0 0,0-1 1 0 0,0-19 520 0 0,0-8-132 0 0,15-15-416 0 0,1 1 0 0 0,3 1 0 0 0,24-42 0 0 0,-13 27-71 0 0,-23 41 104 0 0,6-12-46 0 0,2 0 1 0 0,0 1 0 0 0,1 1-1 0 0,38-45 1 0 0,-53 70 31 0 0,-1 0 0 0 0,1 0 0 0 0,-1 0-1 0 0,1 0 1 0 0,-1 0 0 0 0,0 1 0 0 0,1-1 0 0 0,-1 0 0 0 0,1 0 0 0 0,-1 0-1 0 0,1 0 1 0 0,-1 1 0 0 0,0-1 0 0 0,1 0 0 0 0,-1 0 0 0 0,0 1-1 0 0,1-1 1 0 0,-1 0 0 0 0,0 0 0 0 0,1 1 0 0 0,-1-1 0 0 0,0 0-1 0 0,1 1 1 0 0,-1-1 0 0 0,0 1 0 0 0,0-1 0 0 0,0 0 0 0 0,1 1 0 0 0,-1-1-1 0 0,0 1 1 0 0,0-1 0 0 0,0 0 0 0 0,0 1 0 0 0,0-1 0 0 0,0 1-1 0 0,0-1 1 0 0,0 1 0 0 0,7 19-43 0 0,4 36 103 0 0,6 81 0 0 0,-14-97-26 0 0,1-1 1 0 0,2 0 0 0 0,1 0 0 0 0,3 0-1 0 0,15 40 1 0 0,-24-76-33 0 0,0 0 0 0 0,1 0 0 0 0,-1 1-1 0 0,1-1 1 0 0,0 0 0 0 0,0-1 0 0 0,0 1 0 0 0,0 0 0 0 0,1 0-1 0 0,-1-1 1 0 0,1 0 0 0 0,5 5 0 0 0,-7-7-5 0 0,0 1-1 0 0,1-1 1 0 0,-1 0 0 0 0,1 1-1 0 0,-1-1 1 0 0,1 0 0 0 0,-1 0-1 0 0,1 0 1 0 0,0 0 0 0 0,-1 0 0 0 0,1-1-1 0 0,-1 1 1 0 0,1 0 0 0 0,-1-1-1 0 0,0 1 1 0 0,1-1 0 0 0,-1 1-1 0 0,1-1 1 0 0,-1 0 0 0 0,0 1 0 0 0,1-1-1 0 0,-1 0 1 0 0,0 0 0 0 0,0 0-1 0 0,0 0 1 0 0,0 0 0 0 0,0 0-1 0 0,0-1 1 0 0,0 1 0 0 0,1-2-1 0 0,13-18-87 0 0,-2 1 0 0 0,-1-1 0 0 0,0-1 0 0 0,-2 0 0 0 0,0-1 0 0 0,-2 0 0 0 0,7-26 0 0 0,3-29 151 0 0,-14 53-13 0 0,2 0 0 0 0,1 1 0 0 0,17-42 0 0 0,-24 66-43 0 0,0 0 0 0 0,0-1 1 0 0,0 1-1 0 0,0 0 0 0 0,0 0 0 0 0,0-1 0 0 0,0 1 1 0 0,0 0-1 0 0,1-1 0 0 0,-1 1 0 0 0,0 0 1 0 0,0 0-1 0 0,0-1 0 0 0,0 1 0 0 0,1 0 0 0 0,-1 0 1 0 0,0-1-1 0 0,0 1 0 0 0,1 0 0 0 0,-1 0 0 0 0,0 0 1 0 0,0 0-1 0 0,1-1 0 0 0,-1 1 0 0 0,0 0 0 0 0,0 0 1 0 0,1 0-1 0 0,-1 0 0 0 0,0 0 0 0 0,1 0 1 0 0,-1 0-1 0 0,0 0 0 0 0,1 0 0 0 0,-1 0 0 0 0,0 0 1 0 0,0 0-1 0 0,1 0 0 0 0,-1 0 0 0 0,0 0 0 0 0,1 0 1 0 0,-1 0-1 0 0,0 0 0 0 0,0 0 0 0 0,1 1 0 0 0,9 14 332 0 0,2 29 315 0 0,-11-41-611 0 0,12 78 489 0 0,4 13-237 0 0,-15-84-281 0 0,1-1 1 0 0,0 1-1 0 0,1-1 0 0 0,0 0 0 0 0,0 0 0 0 0,1-1 0 0 0,7 11 0 0 0,-11-18-17 0 0,0 0 0 0 0,-1 1 0 0 0,1-1 0 0 0,0 0-1 0 0,0 0 1 0 0,0 0 0 0 0,0 0 0 0 0,0 0-1 0 0,1 0 1 0 0,-1 0 0 0 0,0 0 0 0 0,0 0 0 0 0,1 0-1 0 0,-1 0 1 0 0,0-1 0 0 0,1 1 0 0 0,-1-1 0 0 0,1 1-1 0 0,-1-1 1 0 0,0 0 0 0 0,1 1 0 0 0,-1-1-1 0 0,1 0 1 0 0,-1 0 0 0 0,1 0 0 0 0,2 0 0 0 0,-2-1-22 0 0,0 0 1 0 0,0 0-1 0 0,0-1 1 0 0,-1 1-1 0 0,1 0 1 0 0,0-1 0 0 0,0 1-1 0 0,-1-1 1 0 0,1 0-1 0 0,-1 1 1 0 0,1-1-1 0 0,-1 0 1 0 0,0 0 0 0 0,0 0-1 0 0,2-3 1 0 0,3-10-147 0 0,1-1 1 0 0,-2 0 0 0 0,6-24-1 0 0,-11 38 174 0 0,17-84-34 0 0,-12 52 10 0 0,2 1 0 0 0,1-1-1 0 0,16-37 1 0 0,-24 68 25 0 0,1 1 0 0 0,1-1 0 0 0,-1 1 0 0 0,0-1 0 0 0,1 1 0 0 0,-1 0 0 0 0,1 0 0 0 0,0 0 0 0 0,0 0 0 0 0,0 0 0 0 0,0 0 0 0 0,0 0 0 0 0,0 0 0 0 0,0 1 0 0 0,4-3 0 0 0,-4 4 7 0 0,-1-1 0 0 0,0 1 0 0 0,1 0 0 0 0,-1 0 0 0 0,0 0 0 0 0,1 0 0 0 0,-1 0 0 0 0,0 1 0 0 0,1-1 0 0 0,-1 0 0 0 0,0 0 1 0 0,0 1-1 0 0,1-1 0 0 0,-1 1 0 0 0,0-1 0 0 0,0 1 0 0 0,0 0 0 0 0,1-1 0 0 0,-1 1 0 0 0,0 0 0 0 0,0 0 0 0 0,0 0 0 0 0,0 0 0 0 0,-1 0 0 0 0,1 0 0 0 0,0 0 0 0 0,0 0 0 0 0,0 0 0 0 0,-1 0 0 0 0,1 0 0 0 0,-1 1 0 0 0,2 1 0 0 0,8 20 140 0 0,-1-1 0 0 0,-1 1 0 0 0,-1 1 0 0 0,-1-1 0 0 0,3 32 0 0 0,8 24-66 0 0,-10-51-185 0 0,2 0-1 0 0,1-1 1 0 0,1-1-1 0 0,2 0 1 0 0,0 0-1 0 0,2-1 1 0 0,0-1-1 0 0,32 37 1 0 0,-34-51-1539 0 0,-6-8 287 0 0</inkml:trace>
</inkml:ink>
</file>

<file path=ppt/ink/ink1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14.7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59 29 3225 0 0,'-25'15'326'0'0,"5"-2"1067"0"0,6-5 2338 0 0,31-18 2087 0 0,-1-1-3380 0 0,-10 6-2240 0 0,1 1 0 0 0,0 0 1 0 0,0 0-1 0 0,0 0 0 0 0,0 1 0 0 0,14-4 1 0 0,2 2 142 0 0,-1 1 1 0 0,1 2 0 0 0,0 0 0 0 0,34 3 0 0 0,95 13-255 0 0,-106-8-6 0 0,88 11-37 0 0,158 13 96 0 0,-225-27-133 0 0,27 3 44 0 0,-1-4 0 0 0,127-14 0 0 0,-77 3 227 0 0,-108 9-39 0 0,1-1 0 0 0,-1-2 0 0 0,65-14 0 0 0,-83 11-322 0 0,-1 0 0 0 0,26-13 0 0 0,-41 19-553 0 0,1-1 0 0 0,0 1 1 0 0,-1-1-1 0 0,1 1 1 0 0,-1 0-1 0 0,1 0 0 0 0,0 0 1 0 0,-1 0-1 0 0,1 0 0 0 0,0 0 1 0 0,-1 0-1 0 0,1 0 1 0 0,1 1-1 0 0,3 0-1612 0 0</inkml:trace>
</inkml:ink>
</file>

<file path=ppt/ink/ink1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15.3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50 0 3225 0 0,'-9'4'163'0'0,"-17"9"-1231"0"0,25-12 1139 0 0,0-1 0 0 0,0 1 0 0 0,0-1 0 0 0,0 1 0 0 0,0 0 0 0 0,1 0 0 0 0,-1-1 0 0 0,0 1-1 0 0,0 0 1 0 0,1 0 0 0 0,-1 0 0 0 0,0 0 0 0 0,1 0 0 0 0,-1 0 0 0 0,1 0 0 0 0,-1 0 0 0 0,1 0 0 0 0,0 0 0 0 0,-1 0 0 0 0,1 1 0 0 0,2-1 245 0 0,0-1-1 0 0,0 1 0 0 0,0-1 1 0 0,1 1-1 0 0,-1-1 1 0 0,0 0-1 0 0,0 0 1 0 0,0 0-1 0 0,0-1 0 0 0,0 1 1 0 0,1 0-1 0 0,-1-1 1 0 0,0 1-1 0 0,4-2 0 0 0,1 0 858 0 0,6 2-526 0 0,0 0 0 0 0,0 1 0 0 0,0 0 1 0 0,0 1-1 0 0,22 6 0 0 0,-19-4-552 0 0,0-1 1 0 0,0 0-1 0 0,20 0 1 0 0,-42-5-1680 0 0</inkml:trace>
</inkml:ink>
</file>

<file path=ppt/ink/ink1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15.5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11 2745 0 0,'-1'-2'120'0'0,"1"1"32"0"0,0 0-152 0 0,0-2 0 0 0,0 0 0 0 0</inkml:trace>
</inkml:ink>
</file>

<file path=ppt/ink/ink1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17.3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2697 5065 0 0,'-1'-99'6438'0'0,"2"-148"-3230"0"0,15-138-390 0 0,27-289-483 0 0,-17 484-1853 0 0,35-380 1243 0 0,-65 316-1536 0 0,-3 70 28 0 0,7 178-438 0 0,3-45 620 0 0,-2 49-599 0 0,-1 0 0 0 0,0 0-1 0 0,0 1 1 0 0,1-1-1 0 0,-1 0 1 0 0,1 0 0 0 0,0 1-1 0 0,-1-1 1 0 0,1 0-1 0 0,0 1 1 0 0,0-1-1 0 0,0 1 1 0 0,0-1 0 0 0,0 1-1 0 0,0 0 1 0 0,1-1-1 0 0,-1 1 1 0 0,0 0 0 0 0,1 0-1 0 0,-1 0 1 0 0,1 0-1 0 0,-1 0 1 0 0,1 0 0 0 0,1 0-1 0 0</inkml:trace>
</inkml:ink>
</file>

<file path=ppt/ink/ink1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17.8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34 496 920 0 0,'-33'-15'7064'0'0,"45"9"-4878"0"0,-10 4-2125 0 0,0 1-1 0 0,0 0 1 0 0,-1 0-1 0 0,1 0 1 0 0,0 0 0 0 0,0 0-1 0 0,0 1 1 0 0,0-1-1 0 0,0 0 1 0 0,0 1-1 0 0,3-1 1 0 0,12-3 380 0 0,116-41 1561 0 0,176-56-451 0 0,-1 33-979 0 0,-138 36-112 0 0,666-135 1716 0 0,-734 149-1999 0 0,0 4 0 0 0,1 5 1 0 0,0 4-1 0 0,0 5 0 0 0,151 18 1 0 0,-149-5-124 0 0,1-4-1 0 0,168-9 1 0 0,-221-12-5604 0 0</inkml:trace>
</inkml:ink>
</file>

<file path=ppt/ink/ink1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18.8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38 435 2304 0 0,'-8'14'273'0'0,"7"-10"34"0"0,-1 0 0 0 0,-1-1-1 0 0,1 1 1 0 0,0 0 0 0 0,-1-1-1 0 0,0 1 1 0 0,0-1-1 0 0,-4 4 1 0 0,3-20 4375 0 0,5-13-3796 0 0,1-32-324 0 0,4 1 0 0 0,1 0 0 0 0,4 1 0 0 0,30-99 0 0 0,-40 153-518 0 0,-1-1 1 0 0,1 0-1 0 0,0 1 1 0 0,0-1-1 0 0,0 0 1 0 0,0 1-1 0 0,1-1 1 0 0,-1 1 0 0 0,1-1-1 0 0,-1 1 1 0 0,1 0-1 0 0,4-4 1 0 0,-1 30 336 0 0,-5-21-344 0 0,2 37 238 0 0,2 1 0 0 0,11 43 0 0 0,-13-74-292 0 0,1 1 0 0 0,0-1 0 0 0,0 0 0 0 0,1 0 0 0 0,1 0 0 0 0,0-1 0 0 0,0 1 0 0 0,1-1 0 0 0,0 0 0 0 0,0-1 0 0 0,1 1 0 0 0,0-1 0 0 0,11 9 0 0 0,-15-15-14 0 0,0 0 0 0 0,0 1 0 0 0,0-1 0 0 0,0-1 0 0 0,0 1 0 0 0,1 0 0 0 0,-1-1 0 0 0,0 1 0 0 0,1-1 0 0 0,-1 0 0 0 0,1 0 0 0 0,-1-1 0 0 0,1 1 0 0 0,0-1 0 0 0,-1 0 0 0 0,1 0 0 0 0,0 0 0 0 0,-1 0 0 0 0,5-1 0 0 0,-4-1-41 0 0,1 1 0 0 0,0-1 0 0 0,0 0 0 0 0,-1-1 0 0 0,1 1 0 0 0,-1-1 0 0 0,0 0 0 0 0,0 0 0 0 0,0 0-1 0 0,0 0 1 0 0,-1-1 0 0 0,4-4 0 0 0,7-10 9 0 0,-1 0 0 0 0,-2 0 0 0 0,0-2 0 0 0,17-39 0 0 0,-7 1 1 0 0,-17 44 46 0 0,1-1-1 0 0,0 1 1 0 0,1 0 0 0 0,0 1 0 0 0,1-1-1 0 0,1 1 1 0 0,18-23 0 0 0,-25 34 21 0 0,0 1 0 0 0,0 0 0 0 0,0 0 0 0 0,1 0 1 0 0,-1-1-1 0 0,0 1 0 0 0,1 0 0 0 0,-1 1 0 0 0,0-1 0 0 0,1 0 0 0 0,0 0 1 0 0,-1 1-1 0 0,1-1 0 0 0,-1 1 0 0 0,1-1 0 0 0,0 1 0 0 0,-1 0 1 0 0,1-1-1 0 0,0 1 0 0 0,-1 0 0 0 0,1 0 0 0 0,3 1 0 0 0,-3-1 12 0 0,0 1 0 0 0,0 0 0 0 0,-1 0 0 0 0,1 1-1 0 0,0-1 1 0 0,0 0 0 0 0,-1 0 0 0 0,1 1 0 0 0,0-1-1 0 0,-1 1 1 0 0,0 0 0 0 0,1-1 0 0 0,-1 1 0 0 0,0 0 0 0 0,1 2-1 0 0,5 9 299 0 0,-2 1-1 0 0,0-1 0 0 0,0 1 0 0 0,2 15 1 0 0,-6-24-114 0 0,12 50 217 0 0,-4-10-592 0 0,3 0 0 0 0,1-1 1 0 0,25 54-1 0 0,-38-95 165 0 0,1-1-1 0 0,0 0 1 0 0,0 0 0 0 0,0 0-1 0 0,0 0 1 0 0,1 0 0 0 0,-1 0 0 0 0,0 0-1 0 0,1-1 1 0 0,-1 1 0 0 0,1 0-1 0 0,0-1 1 0 0,0 1 0 0 0,-1-1-1 0 0,1 0 1 0 0,0 0 0 0 0,0 0 0 0 0,0 0-1 0 0,1 0 1 0 0,2 1 0 0 0,-3-2 51 0 0,0 0 0 0 0,0-1 0 0 0,1 1 0 0 0,-1-1 0 0 0,0 0-1 0 0,0 1 1 0 0,0-1 0 0 0,0 0 0 0 0,0 0 0 0 0,0-1 0 0 0,0 1 0 0 0,-1 0 0 0 0,1-1 0 0 0,0 1 0 0 0,0-1 0 0 0,-1 1 0 0 0,1-1 0 0 0,-1 0 0 0 0,0 0 0 0 0,1 1 0 0 0,0-3 0 0 0,87-134 1111 0 0,-10 14-1458 0 0,-64 103 288 0 0,0 2 1 0 0,2 0-1 0 0,34-31 1 0 0,-48 47 30 0 0,-1 1 0 0 0,1 0 0 0 0,0 0 0 0 0,0 0 0 0 0,0 0 0 0 0,-1 1 0 0 0,2-1 0 0 0,-1 1 0 0 0,0 0 0 0 0,0 0 0 0 0,0 0 0 0 0,1 0 0 0 0,4-1 0 0 0,-6 3 24 0 0,0-1-1 0 0,0 0 0 0 0,0 1 1 0 0,0 0-1 0 0,0-1 1 0 0,0 1-1 0 0,0 0 0 0 0,0 0 1 0 0,0 0-1 0 0,-1 0 0 0 0,1 0 1 0 0,0 0-1 0 0,0 1 0 0 0,-1-1 1 0 0,1 0-1 0 0,-1 1 1 0 0,1 0-1 0 0,-1-1 0 0 0,0 1 1 0 0,0 0-1 0 0,0 0 0 0 0,2 2 1 0 0,8 18 401 0 0,0 1 1 0 0,-1 0-1 0 0,-2 1 1 0 0,8 32 0 0 0,0-2-54 0 0,32 72-765 0 0,-5-46-5996 0 0,-36-70 4624 0 0</inkml:trace>
</inkml:ink>
</file>

<file path=ppt/ink/ink1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19.6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0 1376 0 0,'-8'14'13082'0'0,"9"-13"-12746"0"0,7 11 1304 0 0,-7-11-1474 0 0,1 0 0 0 0,-1 1-1 0 0,0-1 1 0 0,1 0 0 0 0,-1 1 0 0 0,0-1-1 0 0,0 1 1 0 0,0-1 0 0 0,0 1 0 0 0,0-1 0 0 0,0 3-1 0 0,0-2-686 0 0,0 1-1 0 0,1-1 0 0 0,-1 0 0 0 0,0 0 0 0 0,1 0 1 0 0,0 0-1 0 0,-1 0 0 0 0,1 0 0 0 0,2 2 0 0 0,-3-3 565 0 0,-1 0 0 0 0,1 1-1 0 0,-1-1 1 0 0,1 0-1 0 0,-1 1 1 0 0,0-1-1 0 0,0 0 1 0 0,0 1-1 0 0,0-1 1 0 0,0 0-1 0 0,0 1 1 0 0,0-1-1 0 0,0 0 1 0 0,0 1-1 0 0,-1-1 1 0 0,1 0-1 0 0,-7 15 6619 0 0,17-14-4743 0 0,12 2-2356 0 0,162 10 1123 0 0,-119-7-689 0 0,-12-5 59 0 0,0-2-1 0 0,105-15 1 0 0,-54 3-60 0 0,69 5 32 0 0,216 18 0 0 0,-39 2-1 0 0,-184-15-26 0 0,-29-1 0 0 0,157 17 0 0 0,-254-10-67 0 0,-5-1-295 0 0,-1 2 1 0 0,1 1-1 0 0,51 16 0 0 0,-77-19 271 0 0,0 1-1 0 0,0 0 1 0 0,0 0 0 0 0,0 1 0 0 0,-1 0-1 0 0,0 0 1 0 0,0 1 0 0 0,-1 0 0 0 0,1 1-1 0 0,-1 0 1 0 0,0 0 0 0 0,-1 0 0 0 0,0 1-1 0 0,0-1 1 0 0,-1 2 0 0 0,0-1 0 0 0,6 14-1 0 0,-7-13-2092 0 0</inkml:trace>
</inkml:ink>
</file>

<file path=ppt/ink/ink1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20.3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63 0 3225 0 0,'-9'5'3969'0'0,"9"-5"-3816"0"0,0 0-1 0 0,-1 1 1 0 0,1-1 0 0 0,0 0-1 0 0,0 1 1 0 0,0-1 0 0 0,0 1 0 0 0,0-1-1 0 0,0 0 1 0 0,0 1 0 0 0,0-1-1 0 0,0 1 1 0 0,0-1 0 0 0,0 0-1 0 0,0 1 1 0 0,0 0 0 0 0,-4 15 1849 0 0,-15 102 3655 0 0,10 55-3086 0 0,-1 189-435 0 0,9-334-2085 0 0,0 236 102 0 0,0-30-44 0 0,4 136-109 0 0,2-118 0 0 0,-13-6-38 0 0,1 43 6 0 0,9 422 86 0 0,-2-659-54 0 0,3 0 0 0 0,1 0 0 0 0,14 59 0 0 0,-12-72 82 0 0,-2 0 1 0 0,-1 53 0 0 0,-1-6 34 0 0,8-12-1 0 0,-9-81-2344 0 0</inkml:trace>
</inkml:ink>
</file>

<file path=ppt/ink/ink1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2.1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 59 4145 0 0,'-18'-28'2940'0'0,"-1"-2"3354"0"0,24 36-5117 0 0,0 0 0 0 0,0 1 0 0 0,0-1 0 0 0,6 15 0 0 0,26 67-752 0 0,-21-45 178 0 0,55 107 13 0 0,6 12-285 0 0,-65-123-311 0 0,-1 0 0 0 0,-2 0 0 0 0,-2 1 0 0 0,3 62 1 0 0,-3-40-381 0 0,-7-62 401 0 0,1 9-1526 0 0</inkml:trace>
</inkml:ink>
</file>

<file path=ppt/ink/ink1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2.7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3 215 1376 0 0,'-1'-4'242'0'0,"0"-1"0"0"0,1 0 0 0 0,-1 0-1 0 0,1 0 1 0 0,0 0 0 0 0,1-1 0 0 0,-1 1 0 0 0,1 1-1 0 0,0-1 1 0 0,0 0 0 0 0,0 0 0 0 0,1 0 0 0 0,0 0-1 0 0,0 1 1 0 0,3-6 0 0 0,1-1 491 0 0,0 0 0 0 0,0 1 0 0 0,2 0-1 0 0,-1 0 1 0 0,10-9 0 0 0,-10 13-321 0 0,0 0-1 0 0,0 0 1 0 0,1 1-1 0 0,-1 0 0 0 0,1 0 1 0 0,0 1-1 0 0,0 0 1 0 0,1 0-1 0 0,-1 1 1 0 0,1 0-1 0 0,0 1 1 0 0,0 0-1 0 0,0 0 1 0 0,0 1-1 0 0,9-1 1 0 0,-13 2-349 0 0,0 0 0 0 0,0 0 0 0 0,0 1 0 0 0,0-1 0 0 0,0 1 0 0 0,0 1 1 0 0,0-1-1 0 0,0 0 0 0 0,-1 1 0 0 0,1 0 0 0 0,-1 0 0 0 0,1 1 0 0 0,-1-1 0 0 0,0 1 0 0 0,0 0 1 0 0,0 0-1 0 0,0 0 0 0 0,0 1 0 0 0,-1-1 0 0 0,1 1 0 0 0,-1 0 0 0 0,0 0 0 0 0,0 0 0 0 0,-1 0 0 0 0,1 1 1 0 0,-1-1-1 0 0,0 1 0 0 0,3 8 0 0 0,-3-3-85 0 0,0 0-1 0 0,0 0 1 0 0,-1 0 0 0 0,0 0-1 0 0,-1 1 1 0 0,-1-1 0 0 0,1 0 0 0 0,-1 0-1 0 0,-1 0 1 0 0,-3 11 0 0 0,-5 18 306 0 0,-18 42 1 0 0,23-70-50 0 0,-1 0-1 0 0,-12 20 1 0 0,12-24-6 0 0,1 1-1 0 0,0 0 1 0 0,1 0 0 0 0,0 0-1 0 0,0 1 1 0 0,-3 12-1 0 0,7-20-214 0 0,0-1-1 0 0,0 1 1 0 0,0 0-1 0 0,0 0 1 0 0,0 0 0 0 0,0 0-1 0 0,1-1 1 0 0,-1 1-1 0 0,0 0 1 0 0,0 0-1 0 0,1 0 1 0 0,-1-1-1 0 0,1 1 1 0 0,-1 0-1 0 0,0 0 1 0 0,1-1-1 0 0,0 1 1 0 0,-1 0-1 0 0,1-1 1 0 0,-1 1-1 0 0,1-1 1 0 0,0 1-1 0 0,-1-1 1 0 0,1 1-1 0 0,0-1 1 0 0,-1 1-1 0 0,1-1 1 0 0,0 0-1 0 0,0 1 1 0 0,0-1-1 0 0,-1 0 1 0 0,1 0-1 0 0,0 1 1 0 0,0-1-1 0 0,0 0 1 0 0,0 0-1 0 0,0 0 1 0 0,-1 0-1 0 0,2 0 1 0 0,43 0 216 0 0,-33-1-48 0 0,15 3-108 0 0,0 1 0 0 0,0 1 0 0 0,36 11 0 0 0,-10-3-42 0 0,-38-8-54 0 0,0 1 1 0 0,0 1-1 0 0,-1 0 0 0 0,0 1 1 0 0,20 12-1 0 0,-14-7-3259 0 0,33 13 0 0 0</inkml:trace>
</inkml:ink>
</file>

<file path=ppt/ink/ink1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3.1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12 5985 0 0,'1'-1'258'0'0,"0"0"-1"0"0,0 0 0 0 0,0 0 0 0 0,0 0 0 0 0,0 0 1 0 0,0 1-1 0 0,1-1 0 0 0,-1 0 0 0 0,0 1 1 0 0,0-1-1 0 0,1 1 0 0 0,-1-1 0 0 0,0 1 0 0 0,1 0 1 0 0,-1-1-1 0 0,0 1 0 0 0,1 0 0 0 0,-1 0 1 0 0,0 0-1 0 0,1 0 0 0 0,-1 0 0 0 0,0 0 0 0 0,1 0 1 0 0,1 1-1 0 0,0 0 60 0 0,-1 0 0 0 0,1 1 0 0 0,0-1 1 0 0,-1 1-1 0 0,1 0 0 0 0,-1-1 0 0 0,1 1 0 0 0,-1 0 0 0 0,0 1 1 0 0,3 3-1 0 0,4 6 270 0 0,0 0-1 0 0,-1 1 1 0 0,9 21 0 0 0,6 20 193 0 0,26 96 0 0 0,-19-53-3642 0 0,-22-71-1385 0 0</inkml:trace>
</inkml:ink>
</file>

<file path=ppt/ink/ink1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3.5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9 3225 0 0,'-13'-9'11960'0'0</inkml:trace>
</inkml:ink>
</file>

<file path=ppt/ink/ink1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4.4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9218 0 0,'0'0'707'0'0,"5"20"2783"0"0,19 69 1318 0 0,3-2-3325 0 0,19 67-733 0 0,-12-38-431 0 0,24 107-1028 0 0,-58-218 253 0 0,1-1 1 0 0,-1 0 0 0 0,1 1 0 0 0,-1-1-1 0 0,-1 0 1 0 0,1 1 0 0 0,-1 3 0 0 0,-1-3-1022 0 0</inkml:trace>
</inkml:ink>
</file>

<file path=ppt/ink/ink1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4.9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4 337 920 0 0,'-2'-16'414'0'0,"1"0"0"0"0,1-1 0 0 0,0 1 0 0 0,2-1 0 0 0,-1 1 0 0 0,2 0 0 0 0,1-1 1 0 0,6-18-1 0 0,-6 22 103 0 0,0 0 0 0 0,2 0 0 0 0,-1 1 1 0 0,2 0-1 0 0,-1 0 0 0 0,2 0 1 0 0,0 1-1 0 0,0 0 0 0 0,1 0 1 0 0,12-11-1 0 0,-18 19-263 0 0,1 0 1 0 0,0 1-1 0 0,-1-1 1 0 0,1 0-1 0 0,0 1 1 0 0,0 0-1 0 0,1 0 1 0 0,-1 0-1 0 0,0 1 1 0 0,1-1-1 0 0,-1 1 0 0 0,1 0 1 0 0,-1 1-1 0 0,1-1 1 0 0,8 0-1 0 0,-10 2-154 0 0,0-1-1 0 0,0 1 1 0 0,0 0-1 0 0,-1 0 1 0 0,1 0-1 0 0,0 0 1 0 0,0 0-1 0 0,-1 1 1 0 0,1-1-1 0 0,-1 1 1 0 0,1-1-1 0 0,-1 1 1 0 0,0 0-1 0 0,0 0 1 0 0,0 0 0 0 0,0 1-1 0 0,0-1 1 0 0,0 0-1 0 0,0 1 1 0 0,-1-1-1 0 0,1 1 1 0 0,-1-1-1 0 0,0 1 1 0 0,1 0-1 0 0,0 4 1 0 0,2 6-118 0 0,-1 0 0 0 0,-1 1 0 0 0,0 0 0 0 0,0-1 0 0 0,-1 1 0 0 0,-1 0 0 0 0,-1-1 0 0 0,0 1 0 0 0,-4 20 0 0 0,-5 15-403 0 0,-19 56 1 0 0,28-103 411 0 0,-10 28 37 0 0,-1-1-1 0 0,-16 29 1 0 0,-7 13 2758 0 0,35-71-2744 0 0,0 1 0 0 0,0-1 0 0 0,0 0 0 0 0,0 1 0 0 0,-1-1 0 0 0,1 0 0 0 0,0 1 0 0 0,0-1 0 0 0,0 1 0 0 0,0-1 0 0 0,0 0 0 0 0,0 1 0 0 0,0-1 0 0 0,0 1 0 0 0,0-1 1 0 0,0 0-1 0 0,0 1 0 0 0,0-1 0 0 0,0 0 0 0 0,1 1 0 0 0,-1-1 0 0 0,0 1 0 0 0,0-1 0 0 0,0 0 0 0 0,0 1 0 0 0,1-1 0 0 0,-1 0 0 0 0,0 0 0 0 0,0 1 0 0 0,1-1 0 0 0,-1 0 0 0 0,0 1 0 0 0,1-1 1 0 0,-1 0-1 0 0,19 5 452 0 0,29-9-565 0 0,-37 3 244 0 0,33 0-65 0 0,0 2-1 0 0,0 2 1 0 0,76 15 0 0 0,-28-3-213 0 0,-39-5-1694 0 0,-30-3-3583 0 0,-6 0-672 0 0</inkml:trace>
</inkml:ink>
</file>

<file path=ppt/ink/ink1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5.4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145 83 9218 0 0,'-1'-6'297'0'0,"-1"-1"0"0"0,1 1 0 0 0,-1-1 0 0 0,0 1 1 0 0,0 0-1 0 0,-1 0 0 0 0,0 0 0 0 0,-5-8 0 0 0,7 12-205 0 0,1 1-1 0 0,-1 0 1 0 0,0-1-1 0 0,0 1 1 0 0,0 0 0 0 0,-1 0-1 0 0,1 0 1 0 0,0 0-1 0 0,0 0 1 0 0,-1 0-1 0 0,1 0 1 0 0,0 0 0 0 0,-1 1-1 0 0,1-1 1 0 0,-1 1-1 0 0,1-1 1 0 0,0 1-1 0 0,-1-1 1 0 0,0 1 0 0 0,1 0-1 0 0,-1-1 1 0 0,1 1-1 0 0,-1 0 1 0 0,1 0-1 0 0,-1 0 1 0 0,0 0 0 0 0,1 1-1 0 0,-1-1 1 0 0,1 0-1 0 0,-1 1 1 0 0,1-1-1 0 0,-1 1 1 0 0,1-1-1 0 0,-1 1 1 0 0,1 0 0 0 0,0 0-1 0 0,-1-1 1 0 0,1 1-1 0 0,0 0 1 0 0,0 0-1 0 0,-2 2 1 0 0,-2 2 106 0 0,-1 0-1 0 0,1 1 1 0 0,1 0 0 0 0,-1 0 0 0 0,1 0-1 0 0,0 1 1 0 0,0-1 0 0 0,1 1-1 0 0,0 0 1 0 0,0 0 0 0 0,1 0 0 0 0,0 1-1 0 0,0-1 1 0 0,-1 8 0 0 0,0 5 3 0 0,1 0 0 0 0,0 0-1 0 0,2 0 1 0 0,2 23 0 0 0,1-13-154 0 0,1 0 0 0 0,2 0 0 0 0,1 0 0 0 0,1 0 0 0 0,22 50 0 0 0,-20-59-27 0 0,1-1 1 0 0,1 1-1 0 0,0-2 0 0 0,2 0 0 0 0,0 0 1 0 0,1-1-1 0 0,1-1 0 0 0,21 17 0 0 0,-24-23-187 0 0,0 0-1 0 0,-1 1 1 0 0,0 0-1 0 0,-1 1 0 0 0,11 14 1 0 0,-19-22 101 0 0,-1 0 1 0 0,1 0-1 0 0,-1 0 1 0 0,0 0-1 0 0,0 1 1 0 0,0-1-1 0 0,-1 1 1 0 0,0-1-1 0 0,0 1 1 0 0,-1-1-1 0 0,1 1 1 0 0,-1-1 0 0 0,0 1-1 0 0,-1 0 1 0 0,1-1-1 0 0,-1 1 1 0 0,0-1-1 0 0,-1 1 1 0 0,-2 6-1 0 0,-9 17-2214 0 0,5-16-3415 0 0</inkml:trace>
</inkml:ink>
</file>

<file path=ppt/ink/ink1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5.6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8 279 1376 0 0,'-2'-4'491'0'0,"1"-1"0"0"0,0 1 0 0 0,0-1-1 0 0,0 0 1 0 0,0 0 0 0 0,1 0 0 0 0,-1 1 0 0 0,1-1-1 0 0,0 0 1 0 0,1 0 0 0 0,-1 0 0 0 0,1 1-1 0 0,2-8 1 0 0,0 4 254 0 0,0 0-1 0 0,0 0 0 0 0,1 0 1 0 0,0 0-1 0 0,1 1 1 0 0,10-14-1 0 0,1 3 95 0 0,1 0 0 0 0,1 1-1 0 0,0 1 1 0 0,28-19 0 0 0,-10 12-1297 0 0,-19 13-260 0 0</inkml:trace>
</inkml:ink>
</file>

<file path=ppt/ink/ink1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7.4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60 6913 0 0,'1'-6'915'0'0,"0"0"0"0"0,0-1 1 0 0,1 1-1 0 0,0 0 0 0 0,0 0 0 0 0,0 0 0 0 0,1 1 0 0 0,3-7 870 0 0,-3 38 1640 0 0,23 337-267 0 0,1 28-3147 0 0,-18-313-78 0 0,3-1 0 0 0,27 94-1 0 0,-36-156-23 0 0,-1-7-1348 0 0</inkml:trace>
</inkml:ink>
</file>

<file path=ppt/ink/ink1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7.8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10 199 4145 0 0,'-2'-5'237'0'0,"1"1"1"0"0,-1-1-1 0 0,1 0 0 0 0,0 0 0 0 0,0 0 1 0 0,0 0-1 0 0,1 0 0 0 0,-1 0 1 0 0,1 0-1 0 0,1 0 0 0 0,-1 1 1 0 0,1-1-1 0 0,0 0 0 0 0,0 0 1 0 0,0 0-1 0 0,0 0 0 0 0,1 1 0 0 0,3-8 1 0 0,-1 5 53 0 0,0 0 0 0 0,0 1 1 0 0,1-1-1 0 0,0 1 0 0 0,0 0 0 0 0,1 0 1 0 0,-1 1-1 0 0,1-1 0 0 0,1 1 1 0 0,-1 1-1 0 0,8-6 0 0 0,-7 7-66 0 0,-1-1-1 0 0,1 1 0 0 0,0 0 1 0 0,0 0-1 0 0,0 1 1 0 0,0 0-1 0 0,0 0 1 0 0,1 1-1 0 0,-1 0 1 0 0,0 0-1 0 0,15 1 1 0 0,-17 0-120 0 0,-1 1 0 0 0,1 0 0 0 0,-1 0 0 0 0,1 0 1 0 0,-1 0-1 0 0,1 1 0 0 0,-1 0 0 0 0,0 0 0 0 0,0 0 0 0 0,1 0 1 0 0,-2 1-1 0 0,1 0 0 0 0,0-1 0 0 0,0 1 0 0 0,-1 1 1 0 0,0-1-1 0 0,1 0 0 0 0,-1 1 0 0 0,4 6 0 0 0,-4-3-28 0 0,0-1-1 0 0,0 1 1 0 0,-1 0 0 0 0,1 0-1 0 0,-2 0 1 0 0,1 1-1 0 0,-1-1 1 0 0,0 0 0 0 0,0 1-1 0 0,-1-1 1 0 0,0 0-1 0 0,0 1 1 0 0,-1-1-1 0 0,0 0 1 0 0,-1 1 0 0 0,1-1-1 0 0,-1 0 1 0 0,-4 9-1 0 0,-4 10 175 0 0,0-1 0 0 0,-2 0-1 0 0,-23 36 1 0 0,13-26 229 0 0,0 0 0 0 0,-3-2 0 0 0,0-1 1 0 0,-2 0-1 0 0,-46 39 0 0 0,73-71-471 0 0,0 0 0 0 0,0 0-1 0 0,-1 1 1 0 0,1-1 0 0 0,0 0 0 0 0,0 0 0 0 0,0 0 0 0 0,-1 1 0 0 0,1-1 0 0 0,0 0-1 0 0,0 0 1 0 0,0 0 0 0 0,0 1 0 0 0,0-1 0 0 0,0 0 0 0 0,-1 0 0 0 0,1 1 0 0 0,0-1-1 0 0,0 0 1 0 0,0 1 0 0 0,0-1 0 0 0,0 0 0 0 0,0 0 0 0 0,0 1 0 0 0,0-1 0 0 0,0 0-1 0 0,0 0 1 0 0,0 1 0 0 0,0-1 0 0 0,0 0 0 0 0,1 0 0 0 0,-1 1 0 0 0,0-1 0 0 0,0 0-1 0 0,0 0 1 0 0,0 1 0 0 0,0-1 0 0 0,0 0 0 0 0,1 0 0 0 0,-1 0 0 0 0,0 1 0 0 0,0-1-1 0 0,0 0 1 0 0,1 0 0 0 0,-1 1 0 0 0,18 8 137 0 0,21 3-39 0 0,3-5 20 0 0,45 3 0 0 0,-61-9-182 0 0,0 2 0 0 0,-1 0-1 0 0,1 2 1 0 0,-1 1 0 0 0,0 0-1 0 0,29 14 1 0 0,-44-16-85 0 0,79 42-4129 0 0,-66-31-2525 0 0</inkml:trace>
</inkml:ink>
</file>

<file path=ppt/ink/ink1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8.2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47 70 920 0 0,'-47'-70'7090'0'0,"62"91"-184"0"0,4 7-5056 0 0,17 56 1214 0 0,-5-11-2443 0 0,-24-60-1658 0 0,0 0 0 0 0,0 0 0 0 0,12 13 0 0 0</inkml:trace>
</inkml:ink>
</file>

<file path=ppt/ink/ink1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8.4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52 137 8754 0 0,'-16'-31'4530'0'0,"-18"-58"0"0"0,32 73-3917 0 0,10 16-2199 0 0,-6 1 1343 0 0,1 1 0 0 0,-1-1 0 0 0,0 1 0 0 0,0 0 0 0 0,0 0 0 0 0,-1 0 0 0 0,1 0 0 0 0,3 4 0 0 0,8 22 152 0 0,-8-13 91 0 0</inkml:trace>
</inkml:ink>
</file>

<file path=ppt/ink/ink1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9.0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42 5985 0 0,'-1'-1'151'0'0,"0"0"0"0"0,1 0 0 0 0,-1 0 0 0 0,0 0 0 0 0,0 0 0 0 0,1 0 0 0 0,-1 0 0 0 0,1 0 0 0 0,-1-1 0 0 0,1 1 0 0 0,0 0 0 0 0,-1 0 0 0 0,1-1 0 0 0,0 1 0 0 0,0 0 0 0 0,0 0 0 0 0,0-1 0 0 0,0 1 0 0 0,0 0 0 0 0,0-1 0 0 0,0 1 0 0 0,0 0 0 0 0,1 0 0 0 0,0-2 0 0 0,-1 2 36 0 0,1 0 1 0 0,0 0-1 0 0,0 1 1 0 0,0-1-1 0 0,0 0 1 0 0,0 0-1 0 0,0 1 1 0 0,0-1-1 0 0,0 1 1 0 0,0-1-1 0 0,0 1 1 0 0,0-1 0 0 0,0 1-1 0 0,0-1 1 0 0,1 1-1 0 0,-1 0 1 0 0,0 0-1 0 0,0 0 1 0 0,0-1-1 0 0,0 1 1 0 0,1 0-1 0 0,-1 1 1 0 0,0-1 0 0 0,0 0-1 0 0,0 0 1 0 0,2 1-1 0 0,1 0-45 0 0,0 0 0 0 0,0 0 0 0 0,0 0 0 0 0,0 1-1 0 0,-1 0 1 0 0,1-1 0 0 0,-1 1 0 0 0,1 1 0 0 0,-1-1 0 0 0,0 0-1 0 0,0 1 1 0 0,0 0 0 0 0,0-1 0 0 0,0 1 0 0 0,0 0 0 0 0,-1 1 0 0 0,1-1-1 0 0,-1 0 1 0 0,0 1 0 0 0,0-1 0 0 0,2 8 0 0 0,3 7 124 0 0,-1 1-1 0 0,-1 0 1 0 0,4 28 0 0 0,6 22-224 0 0,-14-67-84 0 0,0 2-64 0 0,0-1-1 0 0,0 0 1 0 0,0 1 0 0 0,1-1 0 0 0,-1 0 0 0 0,1 0 0 0 0,0 0 0 0 0,4 5 0 0 0,6-44-810 0 0,-1 4 1037 0 0,19-42 0 0 0,-26 65 47 0 0,0 0 0 0 0,1 1 0 0 0,0 0 0 0 0,1 0 0 0 0,-1 0 0 0 0,2 1 0 0 0,-1 0 1 0 0,1 0-1 0 0,13-10 0 0 0,-19 16-125 0 0,0 0 0 0 0,1 0 0 0 0,-1 0 0 0 0,1 0 0 0 0,0 1 0 0 0,-1-1 1 0 0,1 1-1 0 0,-1-1 0 0 0,1 1 0 0 0,0-1 0 0 0,0 1 0 0 0,-1 0 0 0 0,1 0 0 0 0,0 0 1 0 0,-1 0-1 0 0,1 0 0 0 0,0 0 0 0 0,0 1 0 0 0,-1-1 0 0 0,1 1 0 0 0,0-1 0 0 0,-1 1 1 0 0,1-1-1 0 0,-1 1 0 0 0,1 0 0 0 0,-1 0 0 0 0,1 0 0 0 0,-1 0 0 0 0,1 0 0 0 0,-1 0 1 0 0,0 0-1 0 0,0 0 0 0 0,2 3 0 0 0,4 4 55 0 0,0 1 1 0 0,-1 0-1 0 0,0 0 0 0 0,6 14 1 0 0,0 0-338 0 0,-6-15-224 0 0,0 0 0 0 0,1 0 0 0 0,0 0 0 0 0,0-1-1 0 0,1 0 1 0 0,0 0 0 0 0,0-1 0 0 0,12 7 0 0 0,2 0-896 0 0</inkml:trace>
</inkml:ink>
</file>

<file path=ppt/ink/ink1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9.3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41 6913 0 0,'65'-26'7603'0'0,"-56"23"-7370"0"0,1 0-1 0 0,0 0 0 0 0,-1 1 0 0 0,1 1 0 0 0,13-1 0 0 0,-21 1-375 0 0,1 1-1 0 0,0 1 0 0 0,0-1 1 0 0,-1 0-1 0 0,1 1 0 0 0,0-1 1 0 0,0 1-1 0 0,-1 0 0 0 0,1 0 1 0 0,-1 0-1 0 0,1 0 0 0 0,-1 0 1 0 0,1 1-1 0 0,-1-1 0 0 0,0 1 1 0 0,0-1-1 0 0,1 1 0 0 0,-1 0 1 0 0,0 0-1 0 0,-1 0 0 0 0,1 0 1 0 0,0 0-1 0 0,2 4 0 0 0,3 10 54 0 0</inkml:trace>
</inkml:ink>
</file>

<file path=ppt/ink/ink1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9.5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69 6449 0 0,'34'-15'6303'0'0,"64"-30"-6775"0"0,-78 37-3942 0 0</inkml:trace>
</inkml:ink>
</file>

<file path=ppt/ink/ink1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9.9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11979 0 0,'0'3'4602'0'0,"1"15"-2803"0"0,-1 116 2166 0 0,-1-46-4134 0 0,7-1-6410 0 0,-3-68-128 0 0</inkml:trace>
</inkml:ink>
</file>

<file path=ppt/ink/ink1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0.1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11 14283 0 0,'-1'-1'66'0'0,"0"1"-1"0"0,0-1 1 0 0,0 0-1 0 0,0 0 1 0 0,0 0-1 0 0,0 1 1 0 0,0-1 0 0 0,0 0-1 0 0,0 1 1 0 0,0-1-1 0 0,0 1 1 0 0,0-1 0 0 0,0 1-1 0 0,-1-1 1 0 0,1 1-1 0 0,-1 0 1 0 0,7 14-486 0 0,22 25-3332 0 0,-16-26 3324 0 0,1 0 320 0 0</inkml:trace>
</inkml:ink>
</file>

<file path=ppt/ink/ink1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0.52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17 456 0 0,'11'55'2926'0'0,"-11"7"-150"0"0,-2-49-2406 0 0,2 0 0 0 0,0 0 1 0 0,0 0-1 0 0,5 23 1 0 0,13-73 678 0 0,-9 12-36 0 0,0 1 0 0 0,22-38 0 0 0,-29 57-844 0 0,1-1 0 0 0,1 1 0 0 0,-1 0 1 0 0,1 0-1 0 0,0 1 0 0 0,0-1 0 0 0,0 1 0 0 0,0 0 1 0 0,1 0-1 0 0,0 0 0 0 0,0 1 0 0 0,0-1 0 0 0,0 1 0 0 0,1 1 1 0 0,-1-1-1 0 0,1 1 0 0 0,9-3 0 0 0,-13 4-68 0 0,0 1 0 0 0,-1 0 0 0 0,1 1-1 0 0,0-1 1 0 0,0 0 0 0 0,0 0 0 0 0,-1 1-1 0 0,1-1 1 0 0,0 1 0 0 0,0-1 0 0 0,-1 1 0 0 0,1 0-1 0 0,-1 0 1 0 0,1 0 0 0 0,-1 0 0 0 0,1 0-1 0 0,-1 0 1 0 0,1 0 0 0 0,-1 0 0 0 0,0 0-1 0 0,0 1 1 0 0,1-1 0 0 0,-1 1 0 0 0,0-1 0 0 0,0 1-1 0 0,0-1 1 0 0,-1 1 0 0 0,1-1 0 0 0,1 4-1 0 0,3 8 226 0 0,-1-1 0 0 0,-1 0 0 0 0,3 17-1 0 0,0-4-334 0 0,-6-24-12 0 0,4 14-440 0 0,1-1 0 0 0,0 0 1 0 0,13 23-1 0 0,-7-18-852 0 0</inkml:trace>
</inkml:ink>
</file>

<file path=ppt/ink/ink1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0.7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0 6753 0 0,'-2'3'601'0'0,"0"-1"-481"0"0,1-1-120 0 0,-1-1 0 0 0,1 0 0 0 0</inkml:trace>
</inkml:ink>
</file>

<file path=ppt/ink/ink1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1.0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50 36 6913 0 0,'-12'-12'1421'0'0,"10"10"-604"0"0,0-1 1 0 0,0 1 0 0 0,-1 0-1 0 0,1 0 1 0 0,0 0-1 0 0,-1 0 1 0 0,1 0 0 0 0,-1 1-1 0 0,1-1 1 0 0,-6-1 0 0 0,8 3-688 0 0,-1 0 0 0 0,1 1 1 0 0,-1-1-1 0 0,1 0 0 0 0,-1 1 0 0 0,1-1 1 0 0,0 1-1 0 0,-1-1 0 0 0,1 1 1 0 0,-1-1-1 0 0,1 1 0 0 0,0-1 0 0 0,0 1 1 0 0,-1-1-1 0 0,1 1 0 0 0,0 0 1 0 0,0-1-1 0 0,0 1 0 0 0,-1-1 0 0 0,1 1 1 0 0,0-1-1 0 0,0 1 0 0 0,0 0 1 0 0,0-1-1 0 0,0 1 0 0 0,0 0 0 0 0,0-1 1 0 0,0 1-1 0 0,1-1 0 0 0,-1 1 1 0 0,0 1-1 0 0,5 24 611 0 0,-4-22-621 0 0,29 216 252 0 0,-8-52-145 0 0,-6-90-254 0 0,-10-56-504 0 0,-1 0-1 0 0,-1 1 0 0 0,-1-1 1 0 0,0 34-1 0 0</inkml:trace>
</inkml:ink>
</file>

<file path=ppt/ink/ink1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1.2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78 20 2304 0 0,'12'-4'1157'0'0,"0"1"-1"0"0,1 0 0 0 0,0 0 1 0 0,-1 1-1 0 0,21 0 0 0 0,-20 1-246 0 0,-4 0 80 0 0,0 1 0 0 0,0 0 0 0 0,0 0 0 0 0,16 3 1 0 0,-24-3-912 0 0,0 0 1 0 0,1 0 0 0 0,-1 1 0 0 0,0-1-1 0 0,0 0 1 0 0,0 0 0 0 0,0 1 0 0 0,0-1-1 0 0,0 1 1 0 0,0-1 0 0 0,0 1-1 0 0,0 0 1 0 0,0-1 0 0 0,0 1 0 0 0,0 0-1 0 0,0 0 1 0 0,-1-1 0 0 0,1 1 0 0 0,0 0-1 0 0,0 0 1 0 0,-1 0 0 0 0,1 0-1 0 0,-1 0 1 0 0,1 0 0 0 0,-1 0 0 0 0,1 0-1 0 0,-1 0 1 0 0,0 0 0 0 0,1 0 0 0 0,-1 1-1 0 0,0-1 1 0 0,0 0 0 0 0,0 0-1 0 0,0 0 1 0 0,0 0 0 0 0,0 0 0 0 0,0 1-1 0 0,0-1 1 0 0,0 0 0 0 0,-1 0 0 0 0,1 0-1 0 0,0 0 1 0 0,-1 0 0 0 0,1 0-1 0 0,-1 0 1 0 0,1 0 0 0 0,-1 0 0 0 0,0 2-1 0 0,-5 6 93 0 0,1-1 0 0 0,-1 1 0 0 0,-1-1 0 0 0,1 0 0 0 0,-2 0 0 0 0,1-1 0 0 0,-17 13 0 0 0,-67 41-540 0 0,49-35-261 0 0,-4 4-1105 0 0,27-18 291 0 0</inkml:trace>
</inkml:ink>
</file>

<file path=ppt/ink/ink1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1.6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 1840 0 0,'1'0'393'0'0,"0"-1"-1"0"0,1 1 1 0 0,-1-1-1 0 0,0 1 1 0 0,1 0-1 0 0,-1 0 1 0 0,0-1-1 0 0,1 1 1 0 0,-1 0-1 0 0,1 0 1 0 0,-1 0-1 0 0,0 0 1 0 0,1 1-1 0 0,-1-1 1 0 0,0 0-1 0 0,1 0 1 0 0,-1 1-1 0 0,0-1 1 0 0,3 2-1 0 0,-3-1-115 0 0,-1-1 0 0 0,1 1 0 0 0,0 0 0 0 0,0 0 0 0 0,-1 0 0 0 0,1 0 0 0 0,-1 0 0 0 0,1 0 1 0 0,-1 0-1 0 0,1 0 0 0 0,-1 0 0 0 0,1 0 0 0 0,-1 1 0 0 0,0-1 0 0 0,0 0 0 0 0,1 0 0 0 0,-1 0 0 0 0,0 2 0 0 0,-1 7 729 0 0,0 0 0 0 0,0 0-1 0 0,-1 0 1 0 0,-5 14 0 0 0,2-3-203 0 0,4-13-633 0 0,0 1 0 0 0,0-1-1 0 0,1 1 1 0 0,0-1 0 0 0,1 1 0 0 0,0-1 0 0 0,3 15 0 0 0,-4-21-179 0 0,1 0 0 0 0,0 0-1 0 0,-1-1 1 0 0,1 1 0 0 0,0 0 0 0 0,0-1 0 0 0,0 1-1 0 0,0-1 1 0 0,0 1 0 0 0,0-1 0 0 0,1 1 0 0 0,-1-1-1 0 0,0 0 1 0 0,1 0 0 0 0,-1 0 0 0 0,1 0 0 0 0,1 2 0 0 0,-1-3-63 0 0,0 1 0 0 0,0-1 0 0 0,0 1 0 0 0,0-1 0 0 0,1 0 0 0 0,-1 0 0 0 0,0 0 0 0 0,0 0 0 0 0,0 0 0 0 0,0-1 0 0 0,0 1 0 0 0,0 0 0 0 0,0-1 0 0 0,1 0 0 0 0,-1 1 0 0 0,0-1 0 0 0,-1 0 0 0 0,4-2 0 0 0,0 1-80 0 0,0-1 0 0 0,0 0 0 0 0,0-1 0 0 0,-1 1 0 0 0,1-1 0 0 0,-1 1 0 0 0,0-1 0 0 0,0-1 0 0 0,-1 1 0 0 0,6-8 0 0 0,-2-1-218 0 0,-1 1 0 0 0,9-24 0 0 0,-10 24 431 0 0,-1 0-1 0 0,1 0 0 0 0,1 1 1 0 0,12-18-1 0 0,-17 27 6 0 0,0 1 0 0 0,0 0 0 0 0,0 0 0 0 0,0-1 0 0 0,0 1 0 0 0,0 0 0 0 0,0 0 0 0 0,0 0 0 0 0,0 0 0 0 0,0 1 0 0 0,0-1 0 0 0,1 0 0 0 0,-1 0 1 0 0,0 1-1 0 0,1-1 0 0 0,-1 1 0 0 0,0-1 0 0 0,1 1 0 0 0,-1-1 0 0 0,3 1 0 0 0,-3 0-7 0 0,0 0 1 0 0,0 1-1 0 0,0-1 1 0 0,0 1-1 0 0,0-1 0 0 0,1 1 1 0 0,-2-1-1 0 0,1 1 1 0 0,0 0-1 0 0,0-1 1 0 0,0 1-1 0 0,0 0 1 0 0,0 0-1 0 0,0 0 0 0 0,-1 0 1 0 0,1 0-1 0 0,0 0 1 0 0,-1 0-1 0 0,1 0 1 0 0,0 1-1 0 0,3 8 240 0 0,0 0-1 0 0,0 1 1 0 0,-1 0-1 0 0,2 13 1 0 0,-3-13-242 0 0,-1-8-144 0 0,-1 0 0 0 0,1 1 0 0 0,0-1 1 0 0,0 0-1 0 0,0 0 0 0 0,0 0 0 0 0,0 0 0 0 0,1 0 0 0 0,-1-1 1 0 0,1 1-1 0 0,0 0 0 0 0,0-1 0 0 0,0 1 0 0 0,0-1 1 0 0,0 0-1 0 0,1 1 0 0 0,-1-1 0 0 0,1 0 0 0 0,-1-1 1 0 0,1 1-1 0 0,0 0 0 0 0,0-1 0 0 0,0 1 0 0 0,0-1 1 0 0,0 0-1 0 0,0 0 0 0 0,0 0 0 0 0,0-1 0 0 0,0 1 0 0 0,0-1 1 0 0,4 1-1 0 0,8-2-1472 0 0</inkml:trace>
</inkml:ink>
</file>

<file path=ppt/ink/ink1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1.8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30 120 1376 0 0,'7'-46'569'0'0,"-7"40"829"0"0,1 1 0 0 0,-1-1 0 0 0,-1 0-1 0 0,1 0 1 0 0,-1 0 0 0 0,0 0 0 0 0,0 1 0 0 0,-1-1 0 0 0,-3-9-1 0 0,5 15-1306 0 0,0 0 1 0 0,0 0-1 0 0,0-1 0 0 0,0 1 0 0 0,0 0 0 0 0,0-1 0 0 0,0 1 0 0 0,0 0 0 0 0,-1 0 0 0 0,1-1 0 0 0,0 1 0 0 0,-1-2 638 0 0,1 2-638 0 0,-1 0 0 0 0,1 0 0 0 0,0 0 1 0 0,0 0-1 0 0,-1 0 0 0 0,1-1 0 0 0,0 1 0 0 0,0 0 0 0 0,-1 0 0 0 0,1 0 0 0 0,0 0 0 0 0,0 0 0 0 0,-1 0 0 0 0,1 0 1 0 0,0 0-1 0 0,0 0 0 0 0,-1 0 0 0 0,1 0 0 0 0,0 0 0 0 0,-1 0 0 0 0,1 0 0 0 0,-8 12 1509 0 0,0 18-866 0 0,6-3-636 0 0,1-1-1 0 0,2 0 1 0 0,1 1-1 0 0,0-1 1 0 0,2 0-1 0 0,1 0 0 0 0,2 0 1 0 0,0-1-1 0 0,1 0 1 0 0,15 30-1 0 0,17 25-707 0 0,82 124 1 0 0,-95-163-26 0 0,-8-10-910 0 0</inkml:trace>
</inkml:ink>
</file>

<file path=ppt/ink/ink1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2.1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3 211 8290 0 0,'0'0'79'0'0,"0"0"0"0"0,-1 0 0 0 0,1 0 0 0 0,0-1 0 0 0,0 1 0 0 0,0 0 0 0 0,0 0 0 0 0,-1 0 1 0 0,1-1-1 0 0,0 1 0 0 0,0 0 0 0 0,0 0 0 0 0,0-1 0 0 0,0 1 0 0 0,0 0 0 0 0,0 0 0 0 0,0-1 0 0 0,-1 1 0 0 0,1 0 0 0 0,0-1 1 0 0,0 1-1 0 0,0 0 0 0 0,0 0 0 0 0,0-1 0 0 0,1 1 0 0 0,-1 0 0 0 0,0 0 0 0 0,0-1 0 0 0,0 1 0 0 0,0 0 0 0 0,0 0 0 0 0,0-1 0 0 0,0 1 1 0 0,0 0-1 0 0,1 0 0 0 0,-1-1 0 0 0,0 1 0 0 0,11-15 1713 0 0,14-8 471 0 0,-9 13-1382 0 0,0 0 0 0 0,0 1 0 0 0,1 1-1 0 0,31-11 1 0 0,76-14 702 0 0,1-2-809 0 0,-15 1-1432 0 0,-86 28-207 0 0</inkml:trace>
</inkml:ink>
</file>

<file path=ppt/ink/ink1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2.8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1 121 6913 0 0,'2'-17'260'0'0,"0"0"0"0"0,7-20 0 0 0,-2 8 1325 0 0,-7 27-1283 0 0,0 1 0 0 0,-4-16 7208 0 0,2 32-6637 0 0,5 41-412 0 0,3 0 0 0 0,25 103 0 0 0,-5-27 170 0 0,-8-11-354 0 0,-6-33-254 0 0,4 0 0 0 0,34 109 1 0 0,-31-152-2076 0 0,-9-27-3407 0 0</inkml:trace>
</inkml:ink>
</file>

<file path=ppt/ink/ink1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3.2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0 264 3225 0 0,'7'-16'182'0'0,"0"1"-1"0"0,1-1 1 0 0,1 1 0 0 0,1 1 0 0 0,0 0 0 0 0,0 0-1 0 0,2 1 1 0 0,13-13 0 0 0,-6 9 639 0 0,1 0 0 0 0,1 1-1 0 0,1 2 1 0 0,0 0 0 0 0,25-11-1 0 0,-41 22-577 0 0,0 0 0 0 0,0 1 0 0 0,0 0-1 0 0,0 0 1 0 0,1 0 0 0 0,-1 1 0 0 0,1 0-1 0 0,-1 0 1 0 0,1 1 0 0 0,-1 0 0 0 0,1 0-1 0 0,-1 0 1 0 0,1 1 0 0 0,-1 0 0 0 0,1 0-1 0 0,-1 1 1 0 0,1 0 0 0 0,-1 0 0 0 0,0 0-1 0 0,0 1 1 0 0,0 0 0 0 0,0 0 0 0 0,-1 0-1 0 0,1 1 1 0 0,9 8 0 0 0,-11-8-173 0 0,-1 1 0 0 0,1 0-1 0 0,-1 0 1 0 0,0 0 0 0 0,0 0 0 0 0,0 0 0 0 0,-1 1 0 0 0,1-1 0 0 0,-2 1 0 0 0,1 0 0 0 0,0 0-1 0 0,-1-1 1 0 0,0 1 0 0 0,-1 0 0 0 0,1 0 0 0 0,-1 0 0 0 0,0 0 0 0 0,-1 0 0 0 0,1 0 0 0 0,-1 0-1 0 0,-3 9 1 0 0,-2 10-3 0 0,0-1-1 0 0,-2 0 0 0 0,-19 39 1 0 0,5-23 308 0 0,-2-1 0 0 0,-1 0 1 0 0,-61 68-1 0 0,18-23 1569 0 0,68-84-1920 0 0,-1 1 0 0 0,0 0 0 0 0,0 0 1 0 0,1 0-1 0 0,-1-1 0 0 0,0 1 0 0 0,1 0 1 0 0,-1 0-1 0 0,1 0 0 0 0,-1 0 0 0 0,1 0 0 0 0,0 0 1 0 0,-1 0-1 0 0,1 0 0 0 0,0 0 0 0 0,0 1 1 0 0,0-1-1 0 0,0 0 0 0 0,0 0 0 0 0,0 0 1 0 0,0 0-1 0 0,0 0 0 0 0,0 0 0 0 0,1 2 1 0 0,-1-2 1 0 0,1 0 0 0 0,0 0 0 0 0,0 0 0 0 0,0 0 0 0 0,0-1 0 0 0,0 1 1 0 0,0 0-1 0 0,0-1 0 0 0,1 1 0 0 0,-1-1 0 0 0,0 1 0 0 0,0-1 0 0 0,0 1 0 0 0,1-1 0 0 0,-1 0 1 0 0,0 0-1 0 0,2 1 0 0 0,9-1 62 0 0,0 0 0 0 0,-1 0 0 0 0,18-3 0 0 0,-29 3-89 0 0,258-25 1095 0 0,-127 24-2177 0 0,-3 13-5284 0 0,-96-6-687 0 0</inkml:trace>
</inkml:ink>
</file>

<file path=ppt/ink/ink1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3.6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218 81 656 0 0,'-3'-6'1011'0'0,"-1"0"-1"0"0,1 0 0 0 0,-1 0 1 0 0,0 1-1 0 0,-1 0 1 0 0,1 0-1 0 0,-1 0 1 0 0,0 0-1 0 0,0 1 0 0 0,0-1 1 0 0,-1 1-1 0 0,0 1 1 0 0,-8-5-1 0 0,11 6-549 0 0,0 1-1 0 0,0 0 1 0 0,0 0 0 0 0,0 1-1 0 0,0-1 1 0 0,-1 0 0 0 0,1 1 0 0 0,0 0-1 0 0,0 0 1 0 0,0 0 0 0 0,-1 0-1 0 0,1 1 1 0 0,0-1 0 0 0,0 1-1 0 0,-6 1 1 0 0,5 0-484 0 0,1-1 0 0 0,-1 1 0 0 0,1 0 0 0 0,0 0 0 0 0,0 1 0 0 0,0-1 0 0 0,0 1 0 0 0,0-1 0 0 0,-4 6 0 0 0,1 0 39 0 0,0-1 0 0 0,1 1 0 0 0,0 1 0 0 0,0-1 0 0 0,1 1 0 0 0,0-1 0 0 0,1 1 0 0 0,0 0 0 0 0,0 0 0 0 0,-1 12 0 0 0,2-6 18 0 0,0 0 1 0 0,2 0-1 0 0,0 1 0 0 0,0-1 0 0 0,5 26 0 0 0,4 0 26 0 0,2-1 0 0 0,1-1 1 0 0,30 65-1 0 0,91 158-3090 0 0,-125-250 1603 0 0</inkml:trace>
</inkml:ink>
</file>

<file path=ppt/ink/ink1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3.8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107 349 1840 0 0,'-24'-25'374'0'0,"-27"-33"5274"0"0,47 53-4958 0 0,0-1 1 0 0,0 1-1 0 0,1-1 1 0 0,-1 0-1 0 0,1 0 1 0 0,1 0-1 0 0,-1 0 1 0 0,-2-11-1 0 0,5 15-508 0 0,0-1 0 0 0,0 0 0 0 0,1 0 0 0 0,-1 1 0 0 0,1-1 0 0 0,-1 0 0 0 0,1 1 0 0 0,0-1-1 0 0,0 1 1 0 0,0-1 0 0 0,0 1 0 0 0,0-1 0 0 0,0 1 0 0 0,1 0 0 0 0,-1-1 0 0 0,1 1 0 0 0,0 0 0 0 0,0 0-1 0 0,0 0 1 0 0,0 0 0 0 0,0 1 0 0 0,3-3 0 0 0,8-6 155 0 0,0 2 0 0 0,24-13 0 0 0,-24 14-269 0 0,164-80-726 0 0,-145 74-267 0 0</inkml:trace>
</inkml:ink>
</file>

<file path=ppt/ink/ink1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4.07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79 10594 0 0,'0'1'29'0'0,"-1"-1"0"0"0,1 0 1 0 0,0 0-1 0 0,-1 0 0 0 0,1 0 0 0 0,0 1 0 0 0,-1-1 0 0 0,1 0 0 0 0,0 0 0 0 0,0 0 0 0 0,-1 0 0 0 0,1 0 1 0 0,0 0-1 0 0,-1 0 0 0 0,1 0 0 0 0,0 0 0 0 0,-1 0 0 0 0,1 0 0 0 0,0 0 0 0 0,-1 0 0 0 0,1-1 1 0 0,0 1-1 0 0,-1 0 0 0 0,1 0 0 0 0,0 0 0 0 0,-1 0 0 0 0,1 0 0 0 0,0-1 0 0 0,0 1 0 0 0,-1 0 0 0 0,1 0 1 0 0,0-1-1 0 0,0 1 0 0 0,-1 0 0 0 0,1 0 0 0 0,0-1 0 0 0,0 1 0 0 0,0 0 0 0 0,0 0 0 0 0,-1-1 0 0 0,1 1 1 0 0,0-1-1 0 0,12-10-33 0 0,1 1 227 0 0,-6 4-587 0 0,0 0 0 0 0,0 1 0 0 0,1 0 0 0 0,-1 0 0 0 0,1 0 0 0 0,0 1 0 0 0,0 1 1 0 0,1-1-1 0 0,-1 1 0 0 0,1 1 0 0 0,12-3 0 0 0,-15 5 364 0 0</inkml:trace>
</inkml:ink>
</file>

<file path=ppt/ink/ink1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4.2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57 8754 0 0,'0'26'4262'0'0,"0"-26"-4136"0"0,1 0 1 0 0,-1 0-1 0 0,0 0 0 0 0,1 1 1 0 0,-1-1-1 0 0,0 0 1 0 0,1 0-1 0 0,0 0 1 0 0,2 0 250 0 0,1-1 1 0 0,-1 0-1 0 0,0 1 1 0 0,1-1 0 0 0,-1 0-1 0 0,0-1 1 0 0,1 1-1 0 0,2-2 1 0 0,20-11-1659 0 0,45-29 1 0 0,-48 27 1252 0 0</inkml:trace>
</inkml:ink>
</file>

<file path=ppt/ink/ink1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4.8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308 77 10594 0 0,'-4'-6'297'0'0,"0"1"-1"0"0,0 0 1 0 0,0 0-1 0 0,0 0 1 0 0,-1 0 0 0 0,0 0-1 0 0,0 1 1 0 0,0 0-1 0 0,0 0 1 0 0,-1 0-1 0 0,0 1 1 0 0,0 0-1 0 0,0 0 1 0 0,0 1 0 0 0,0-1-1 0 0,0 1 1 0 0,-1 0-1 0 0,-12-1 1 0 0,13 2-127 0 0,0 0 1 0 0,0 0 0 0 0,0 1-1 0 0,0-1 1 0 0,0 1 0 0 0,0 1-1 0 0,0 0 1 0 0,0-1 0 0 0,0 2-1 0 0,0-1 1 0 0,0 1-1 0 0,1 0 1 0 0,-1 0 0 0 0,0 0-1 0 0,1 1 1 0 0,0 0 0 0 0,-1 0-1 0 0,1 0 1 0 0,0 1 0 0 0,-8 8-1 0 0,5-2-81 0 0,0 1 1 0 0,1 1-1 0 0,1-1 0 0 0,0 1 0 0 0,0 1 0 0 0,1-1 0 0 0,1 1 0 0 0,0-1 1 0 0,1 1-1 0 0,0 0 0 0 0,1 1 0 0 0,-1 17 0 0 0,1 9-14 0 0,2 0 0 0 0,9 73 1 0 0,0-52 76 0 0,2 0 0 0 0,33 101 0 0 0,-29-123-329 0 0,1 0 0 0 0,1-1 0 0 0,3-1 0 0 0,46 67 0 0 0,-23-40-2783 0 0,-36-49 907 0 0</inkml:trace>
</inkml:ink>
</file>

<file path=ppt/ink/ink1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5.0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7 229 5529 0 0,'-1'-3'210'0'0,"0"0"0"0"0,0 0 1 0 0,0 0-1 0 0,0 0 0 0 0,0 0 0 0 0,1 0 0 0 0,-1-1 0 0 0,1 1 1 0 0,0 0-1 0 0,0 0 0 0 0,0 0 0 0 0,1 0 0 0 0,-1 0 0 0 0,1 0 0 0 0,-1 0 1 0 0,1 0-1 0 0,0 0 0 0 0,0 0 0 0 0,0 0 0 0 0,1 0 0 0 0,-1 0 0 0 0,1 0 1 0 0,0 1-1 0 0,-1-1 0 0 0,5-4 0 0 0,4-5 512 0 0,-1 1 1 0 0,2 0-1 0 0,-1 0 0 0 0,15-10 0 0 0,-12 11-600 0 0,2 0-1 0 0,-1 0 1 0 0,1 1-1 0 0,1 1 0 0 0,0 1 1 0 0,0 0-1 0 0,25-6 0 0 0,-14 6-5678 0 0</inkml:trace>
</inkml:ink>
</file>

<file path=ppt/ink/ink1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5.3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0 341 8290 0 0,'2'2'2870'0'0,"-2"-2"-2815"0"0,13-4 2281 0 0,14-9 782 0 0,-9-1-2399 0 0,0-2 0 0 0,-2 0 0 0 0,0-1 0 0 0,0 0 0 0 0,13-22 0 0 0,-21 28-789 0 0,-1-1 0 0 0,0-1 0 0 0,0 1 1 0 0,-1-1-1 0 0,0 0 0 0 0,-2-1 0 0 0,1 1 0 0 0,-2-1 0 0 0,4-21 0 0 0,-7 33 46 0 0,1 0-1 0 0,-1 0 1 0 0,0 0-1 0 0,0 0 1 0 0,0 0-1 0 0,0 0 1 0 0,-1 0-1 0 0,1 0 1 0 0,0 0 0 0 0,-1 0-1 0 0,1 0 1 0 0,-1 0-1 0 0,0 0 1 0 0,0 0-1 0 0,1 1 1 0 0,-1-1-1 0 0,-1 0 1 0 0,1 0-1 0 0,0 1 1 0 0,0-1-1 0 0,-1 1 1 0 0,1-1-1 0 0,0 1 1 0 0,-1-1-1 0 0,0 1 1 0 0,1 0-1 0 0,-1 0 1 0 0,0 0-1 0 0,1 0 1 0 0,-1 0-1 0 0,0 0 1 0 0,0 0-1 0 0,0 1 1 0 0,0-1 0 0 0,-4 0-1 0 0,3 1 1 0 0,0 0 0 0 0,-1 0 0 0 0,1 0 0 0 0,0 0 0 0 0,0 0 0 0 0,0 1 0 0 0,-1-1 0 0 0,1 1 0 0 0,0 0 0 0 0,0 0 1 0 0,0 0-1 0 0,0 1 0 0 0,0-1 0 0 0,1 1 0 0 0,-1-1 0 0 0,0 1 0 0 0,1 0 0 0 0,-1 0 0 0 0,1 0 0 0 0,-1 1 0 0 0,1-1 0 0 0,-3 4 0 0 0,0 2 39 0 0,1-1 1 0 0,-1 1-1 0 0,1 0 0 0 0,1 0 0 0 0,-1 0 1 0 0,1 1-1 0 0,1-1 0 0 0,0 1 1 0 0,0-1-1 0 0,1 1 0 0 0,0 0 0 0 0,0 0 1 0 0,1 0-1 0 0,0 10 0 0 0,1-14-122 0 0,0 0 0 0 0,0 0-1 0 0,0 0 1 0 0,0 0 0 0 0,1-1-1 0 0,0 1 1 0 0,-1 0 0 0 0,2-1-1 0 0,-1 1 1 0 0,1-1 0 0 0,-1 0-1 0 0,1 0 1 0 0,0 0 0 0 0,1 0-1 0 0,-1-1 1 0 0,1 1 0 0 0,-1-1-1 0 0,1 0 1 0 0,0 0 0 0 0,0 0-1 0 0,1-1 1 0 0,-1 1 0 0 0,0-1-1 0 0,1 0 1 0 0,0 0 0 0 0,7 2-1 0 0,9 0-5777 0 0</inkml:trace>
</inkml:ink>
</file>

<file path=ppt/ink/ink1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5.7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53 201 8290 0 0,'-2'4'920'0'0,"-1"-1"1"0"0,1 1-1 0 0,0-1 1 0 0,0 1-1 0 0,1-1 0 0 0,-1 15 4004 0 0,3-18-4810 0 0,15-6 1463 0 0,-3-1-1480 0 0,-1-2-1 0 0,0 1 1 0 0,-1-2-1 0 0,0 1 1 0 0,-1-2-1 0 0,19-21 1 0 0,-26 28-83 0 0,0 1-1 0 0,0-1 1 0 0,-1 0 0 0 0,1 0 0 0 0,-1 0-1 0 0,0 0 1 0 0,0-1 0 0 0,-1 1 0 0 0,1-1-1 0 0,-1 1 1 0 0,0-1 0 0 0,0 1 0 0 0,0-1-1 0 0,-1 0 1 0 0,1 1 0 0 0,-1-1 0 0 0,0 0 0 0 0,-1 1-1 0 0,1-1 1 0 0,-1 0 0 0 0,0 1 0 0 0,0-1-1 0 0,0 1 1 0 0,-1-1 0 0 0,-2-5 0 0 0,3 8-21 0 0,0 1 1 0 0,0-1-1 0 0,0 0 1 0 0,0 0 0 0 0,-1 1-1 0 0,1-1 1 0 0,0 1-1 0 0,-1-1 1 0 0,1 1-1 0 0,-1 0 1 0 0,0-1 0 0 0,1 1-1 0 0,-1 0 1 0 0,0 0-1 0 0,0 0 1 0 0,0 0 0 0 0,0 1-1 0 0,1-1 1 0 0,-1 0-1 0 0,0 1 1 0 0,0-1-1 0 0,-4 1 1 0 0,2 0-19 0 0,0 0 0 0 0,1 1 0 0 0,-1 0 0 0 0,1 0 0 0 0,-1 0 0 0 0,1 0 0 0 0,-1 0 0 0 0,1 1 0 0 0,0-1 0 0 0,0 1 0 0 0,0 0 0 0 0,-4 2 0 0 0,-1 3-27 0 0,0 0 0 0 0,0 0-1 0 0,0 0 1 0 0,1 1-1 0 0,1 0 1 0 0,-1 0-1 0 0,1 1 1 0 0,-6 10-1 0 0,10-15 14 0 0,0 0 0 0 0,1 0-1 0 0,-1 0 1 0 0,1 0-1 0 0,0 0 1 0 0,0 0-1 0 0,0 1 1 0 0,0-1 0 0 0,1 0-1 0 0,-1 0 1 0 0,1 1-1 0 0,0-1 1 0 0,1 0-1 0 0,-1 1 1 0 0,1-1 0 0 0,0 0-1 0 0,0 0 1 0 0,0 0-1 0 0,0 0 1 0 0,4 6 0 0 0,-3-6-29 0 0,1 0 0 0 0,1 0 1 0 0,-1 0-1 0 0,0 0 0 0 0,1 0 1 0 0,0-1-1 0 0,0 0 0 0 0,0 0 1 0 0,0 0-1 0 0,1 0 0 0 0,-1-1 1 0 0,1 1-1 0 0,0-1 1 0 0,-1 0-1 0 0,1 0 0 0 0,9 1 1 0 0,3 1-819 0 0,0-1 0 0 0,1-1 0 0 0,-1-1 0 0 0,24-1 1 0 0,-8-1-4351 0 0</inkml:trace>
</inkml:ink>
</file>

<file path=ppt/ink/ink1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6.2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223 376 456 0 0,'3'-19'149'0'0,"-3"17"254"0"0,-1 1-1 0 0,1-1 1 0 0,0 1-1 0 0,0 0 1 0 0,-1-1-1 0 0,1 1 1 0 0,-1-1-1 0 0,1 1 1 0 0,-1 0-1 0 0,1-1 1 0 0,-1 1-1 0 0,0 0 1 0 0,0 0-1 0 0,0 0 1 0 0,1 0-1 0 0,-1-1 1 0 0,0 1-1 0 0,0 0 1 0 0,-1 1-1 0 0,1-1 1 0 0,0 0-1 0 0,0 0 1 0 0,0 0-1 0 0,-1 1 1 0 0,1-1-1 0 0,0 0 1 0 0,-1 1-1 0 0,1 0 1 0 0,-2-1-1 0 0,-21 0 446 0 0,16 3-559 0 0,0 1 0 0 0,0 0-1 0 0,0 0 1 0 0,0 0 0 0 0,0 1 0 0 0,1 0-1 0 0,-1 1 1 0 0,1 0 0 0 0,1 0 0 0 0,-1 0 0 0 0,1 1-1 0 0,-9 9 1 0 0,6-6-76 0 0,1 2 1 0 0,-1-1-1 0 0,2 1 0 0 0,-1 0 0 0 0,2 1 1 0 0,-1 0-1 0 0,-5 15 0 0 0,11-25-197 0 0,1 1 0 0 0,-1-1 0 0 0,0 0 0 0 0,1 0 0 0 0,-1 0 1 0 0,1 1-1 0 0,0-1 0 0 0,0 0 0 0 0,0 1 0 0 0,0-1 0 0 0,0 0 0 0 0,1 0 0 0 0,-1 1 0 0 0,1-1 0 0 0,-1 0 0 0 0,3 4 0 0 0,-3-5-24 0 0,0-1-1 0 0,1 1 1 0 0,-1 0 0 0 0,1-1-1 0 0,-1 1 1 0 0,1-1-1 0 0,-1 1 1 0 0,1-1-1 0 0,-1 0 1 0 0,1 1-1 0 0,0-1 1 0 0,-1 1-1 0 0,1-1 1 0 0,-1 0-1 0 0,1 0 1 0 0,0 1-1 0 0,-1-1 1 0 0,1 0-1 0 0,0 0 1 0 0,0 0 0 0 0,0 0-1 0 0,1 0-38 0 0,0 0-1 0 0,-1 0 1 0 0,1 0 0 0 0,0-1-1 0 0,-1 1 1 0 0,1-1 0 0 0,-1 1 0 0 0,1-1-1 0 0,0 0 1 0 0,-1 0 0 0 0,1 0-1 0 0,1-1 1 0 0,7-5-353 0 0,0-1 0 0 0,-1 0-1 0 0,0 0 1 0 0,-1 0 0 0 0,0-1 0 0 0,0-1-1 0 0,-1 0 1 0 0,0 0 0 0 0,0 0 0 0 0,-1 0 0 0 0,-1-1-1 0 0,0 0 1 0 0,4-14 0 0 0,-4 10 527 0 0,-2 0 1 0 0,0 0 0 0 0,-1-1-1 0 0,0 1 1 0 0,-1-1-1 0 0,-1 1 1 0 0,0-1-1 0 0,-2 0 1 0 0,-4-26-1 0 0,3 26 471 0 0,-3-16 1246 0 0,-1 1 1 0 0,-1 0-1 0 0,-24-58 0 0 0,32 89-1829 0 0,0 0 0 0 0,0 0 0 0 0,0-1-1 0 0,0 1 1 0 0,0 0 0 0 0,0 0 0 0 0,0-1-1 0 0,0 1 1 0 0,0 0 0 0 0,0 0 0 0 0,0-1 0 0 0,0 1-1 0 0,0 0 1 0 0,0 0 0 0 0,-1-1 0 0 0,1 1-1 0 0,0 0 1 0 0,0 0 0 0 0,0-1 0 0 0,0 1-1 0 0,-1 0 1 0 0,1 0 0 0 0,0 0 0 0 0,0-1-1 0 0,0 1 1 0 0,-1 0 0 0 0,1 0 0 0 0,0 0-1 0 0,0 0 1 0 0,0 0 0 0 0,-1 0 0 0 0,1-1-1 0 0,0 1 1 0 0,0 0 0 0 0,-1 0 0 0 0,1 0-1 0 0,0 0 1 0 0,0 0 0 0 0,-1 0 0 0 0,1 0 0 0 0,0 0-1 0 0,-1 0 1 0 0,1 0 0 0 0,0 0 0 0 0,0 0-1 0 0,-1 0 1 0 0,1 0 0 0 0,0 0 0 0 0,0 1-1 0 0,-1-1 1 0 0,1 0 0 0 0,0 0 0 0 0,0 0-1 0 0,0 0 1 0 0,-1 0 0 0 0,1 0 0 0 0,0 1-1 0 0,-6 21 341 0 0,2 30-172 0 0,6-18-149 0 0,1-1-1 0 0,2 0 1 0 0,1 0-1 0 0,1 0 1 0 0,2 0-1 0 0,2-1 1 0 0,0-1 0 0 0,19 35-1 0 0,-11-30-1303 0 0,39 54 0 0 0,-41-68-6398 0 0</inkml:trace>
</inkml:ink>
</file>

<file path=ppt/ink/ink1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6.6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0 7834 0 0,'-6'6'10282'0'0,"6"-5"-10080"0"0,1 23 3033 0 0,13 40-4553 0 0,-11-49 2464 0 0,4 15-1002 0 0,1-1 1 0 0,1 1 0 0 0,2-2 0 0 0,1 1 0 0 0,29 49-1 0 0,-35-68-112 0 0,1 1-1 0 0,0-1 0 0 0,0-1 1 0 0,1 0-1 0 0,0 0 0 0 0,1 0 1 0 0,0-1-1 0 0,0 0 0 0 0,1-1 0 0 0,0 0 1 0 0,0 0-1 0 0,0-1 0 0 0,1-1 1 0 0,0 1-1 0 0,0-2 0 0 0,1 0 1 0 0,20 5-1 0 0,-29-8 2 0 0,1-1 1 0 0,-1 1-1 0 0,1-1 0 0 0,-1 0 1 0 0,1 0-1 0 0,0 0 0 0 0,-1-1 1 0 0,1 1-1 0 0,-1-1 0 0 0,1 0 1 0 0,-1 0-1 0 0,0 0 1 0 0,1 0-1 0 0,-1-1 0 0 0,0 1 1 0 0,0-1-1 0 0,0 0 0 0 0,0 0 1 0 0,0 0-1 0 0,4-4 0 0 0,-4 2-38 0 0,1 0-1 0 0,-1 0 1 0 0,-1 0-1 0 0,1-1 1 0 0,-1 1-1 0 0,1-1 1 0 0,-1 0-1 0 0,-1 1 0 0 0,1-1 1 0 0,-1 0-1 0 0,0 0 1 0 0,0 0-1 0 0,1-9 1 0 0,-1-2-1268 0 0,-1 1-4072 0 0</inkml:trace>
</inkml:ink>
</file>

<file path=ppt/ink/ink1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7.0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316 18 5985 0 0,'-6'-3'314'0'0,"1"1"0"0"0,-1-1-1 0 0,0 1 1 0 0,1 0-1 0 0,-1 1 1 0 0,0-1 0 0 0,0 1-1 0 0,0 0 1 0 0,0 1 0 0 0,0 0-1 0 0,0-1 1 0 0,-1 2-1 0 0,1-1 1 0 0,0 1 0 0 0,0 0-1 0 0,0 0 1 0 0,-11 4-1 0 0,5-1 597 0 0,0 1 0 0 0,0 0 0 0 0,0 1-1 0 0,1 0 1 0 0,0 0 0 0 0,0 1-1 0 0,-15 14 1 0 0,13-10-241 0 0,0 2 0 0 0,2-1 0 0 0,-18 24 0 0 0,26-32-649 0 0,0 1 1 0 0,1-1-1 0 0,-1 0 1 0 0,1 1-1 0 0,0-1 1 0 0,0 1-1 0 0,0 0 1 0 0,1 0-1 0 0,-1 0 1 0 0,1 0 0 0 0,1 0-1 0 0,-1 0 1 0 0,1 0-1 0 0,-1 0 1 0 0,1 0-1 0 0,2 10 1 0 0,-2-13-98 0 0,1 0 0 0 0,0 0 0 0 0,0 0-1 0 0,0 0 1 0 0,0 1 0 0 0,0-1 0 0 0,0 0 0 0 0,0-1 0 0 0,1 1 0 0 0,-1 0 0 0 0,0 0 0 0 0,1 0 0 0 0,0-1 0 0 0,-1 1 0 0 0,1-1 0 0 0,0 0 0 0 0,0 1 0 0 0,0-1 0 0 0,0 0 0 0 0,0 0 0 0 0,0 0 0 0 0,0 0 0 0 0,1 0 0 0 0,-1-1-1 0 0,0 1 1 0 0,0-1 0 0 0,1 1 0 0 0,-1-1 0 0 0,0 0 0 0 0,0 0 0 0 0,1 0 0 0 0,-1 0 0 0 0,0 0 0 0 0,1-1 0 0 0,-1 1 0 0 0,0-1 0 0 0,4-1 0 0 0,4 0-368 0 0,-1-1-1 0 0,0-1 1 0 0,0 1 0 0 0,0-1 0 0 0,0-1 0 0 0,-1 0 0 0 0,12-9-1 0 0,-12 8 363 0 0,0-1 0 0 0,-1 0 1 0 0,0 0-1 0 0,0-1 0 0 0,0 0 0 0 0,-1 0 0 0 0,5-11 0 0 0,15-32 6839 0 0,-21 82-6258 0 0,-4-18-431 0 0,0-1-1 0 0,0 1 1 0 0,6 21-1 0 0,-5-29-175 0 0,0 0 0 0 0,0 0 0 0 0,0 0 0 0 0,1-1 0 0 0,0 1 0 0 0,-1 0 0 0 0,2-1-1 0 0,-1 0 1 0 0,0 1 0 0 0,1-1 0 0 0,6 5 0 0 0,9 5-1022 0 0</inkml:trace>
</inkml:ink>
</file>

<file path=ppt/ink/ink1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7.3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158 48 3225 0 0,'-1'-2'396'0'0,"0"-1"0"0"0,0 1 0 0 0,0-1 0 0 0,0 1 0 0 0,0-1 0 0 0,0 1 0 0 0,-1 0 0 0 0,1-1 0 0 0,-1 1 1 0 0,0 0-1 0 0,0 0 0 0 0,0 0 0 0 0,0 0 0 0 0,0 1 0 0 0,0-1 0 0 0,0 0 0 0 0,0 1 0 0 0,-1 0 0 0 0,1-1 0 0 0,-1 1 1 0 0,1 0-1 0 0,-1 0 0 0 0,1 0 0 0 0,-1 1 0 0 0,0-1 0 0 0,1 1 0 0 0,-1-1 0 0 0,0 1 0 0 0,1 0 0 0 0,-6 0 0 0 0,4 0-59 0 0,0 1 1 0 0,0-1-1 0 0,1 1 0 0 0,-1 0 0 0 0,0 0 0 0 0,0 0 0 0 0,0 0 0 0 0,1 0 0 0 0,-1 1 0 0 0,0 0 0 0 0,1 0 0 0 0,0 0 1 0 0,-1 0-1 0 0,1 0 0 0 0,0 1 0 0 0,0 0 0 0 0,0-1 0 0 0,1 1 0 0 0,-1 0 0 0 0,-3 6 0 0 0,4-6-275 0 0,-1 1 0 0 0,2 0 0 0 0,-1 0 1 0 0,0 0-1 0 0,1 0 0 0 0,0 0 0 0 0,0 0 0 0 0,0 0 0 0 0,0 1 0 0 0,1-1 0 0 0,-1 0 0 0 0,1 1 0 0 0,0-1 0 0 0,0 0 1 0 0,1 0-1 0 0,0 1 0 0 0,-1-1 0 0 0,1 0 0 0 0,1 0 0 0 0,-1 0 0 0 0,0 0 0 0 0,4 6 0 0 0,-3-6-184 0 0,1 1 1 0 0,0-1-1 0 0,1 0 0 0 0,-1 0 1 0 0,0 0-1 0 0,1-1 0 0 0,7 6 0 0 0,-5-5-918 0 0,0 0-1 0 0,0 0 1 0 0,0-1-1 0 0,0 0 0 0 0,13 4 1 0 0,0-2-6183 0 0</inkml:trace>
</inkml:ink>
</file>

<file path=ppt/ink/ink1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8.0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102 81 5065 0 0,'-3'-2'730'0'0,"-1"1"-1"0"0,1 0 1 0 0,-1 0-1 0 0,1 0 1 0 0,-1 1 0 0 0,0-1-1 0 0,1 1 1 0 0,-1 0-1 0 0,1 0 1 0 0,-1 0 0 0 0,-4 1-1 0 0,-8-1 1694 0 0,-6 2 983 0 0,22-2-3351 0 0,0 0-1 0 0,0 0 1 0 0,0 0-1 0 0,1 0 1 0 0,-1 0-1 0 0,0 0 0 0 0,0 1 1 0 0,0-1-1 0 0,0 0 1 0 0,1 0-1 0 0,-1 0 1 0 0,0 0-1 0 0,0 1 1 0 0,0-1-1 0 0,0 0 1 0 0,0 0-1 0 0,0 1 1 0 0,0-1-1 0 0,0 0 1 0 0,0 0-1 0 0,0 0 0 0 0,0 1 1 0 0,1-1-1 0 0,-1 0 1 0 0,0 0-1 0 0,0 0 1 0 0,-1 1-1 0 0,1-1 1 0 0,0 0-1 0 0,0 0 1 0 0,0 1-1 0 0,0-1 1 0 0,0 0-1 0 0,0 0 1 0 0,0 0-1 0 0,0 1 0 0 0,0-1 1 0 0,0 0-1 0 0,0 0 1 0 0,-1 0-1 0 0,1 0 1 0 0,0 1-1 0 0,0-1 1 0 0,0 0-1 0 0,0 0 1 0 0,-1 0-1 0 0,0 1 598 0 0,18 12-535 0 0,-2 1-90 0 0,-13-12-884 0 0,-3-22-7970 0 0,2 18 8701 0 0,0 1-1 0 0,1-3 1 0 0,-1 3 118 0 0,0 0 0 0 0,-1 0 0 0 0,1 0 0 0 0,0 0 0 0 0,-1 0 0 0 0,1 0-1 0 0,-1 0 1 0 0,1 0 0 0 0,-1 0 0 0 0,0 0 0 0 0,1 0 0 0 0,-1 0 0 0 0,0 0 0 0 0,0 0 0 0 0,0-1 0 0 0,1 1 0 0 0,-1 0 0 0 0,-1 0 0 0 0,1 0 0 0 0,0 0 0 0 0,0 0 0 0 0,0 0 0 0 0,0 0 0 0 0,-1-1 0 0 0,1 1 0 0 0,-1 0-1 0 0,1 0 1 0 0,-1 0 0 0 0,1 0 0 0 0,-1 0 0 0 0,1 0 0 0 0,-1 1 0 0 0,0-1 0 0 0,0 0 0 0 0,0-1 0 0 0,-51-48 8682 0 0,64 190-6803 0 0,-9-92-1808 0 0,25 225 134 0 0,-22-242-217 0 0,1 1 0 0 0,2-1 0 0 0,1 0 0 0 0,2-1 0 0 0,1-1 0 0 0,24 43 0 0 0,-7-23-827 0 0,-18-27-26 0 0</inkml:trace>
</inkml:ink>
</file>

<file path=ppt/ink/ink1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8.2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286 52 920 0 0,'1'-3'-414'0'0,"1"0"698"0"0,0 0 0 0 0,0 0 0 0 0,-1 0 0 0 0,0 0-1 0 0,0-1 1 0 0,0 1 0 0 0,0 0 0 0 0,1-7 0 0 0,-2 9-101 0 0,0 1 1 0 0,0-1-1 0 0,-1 1 1 0 0,1-1-1 0 0,0 1 1 0 0,-4-6 2201 0 0,4 6-2201 0 0,-1 0-1 0 0,1-1 1 0 0,-1 1-1 0 0,0-1 1 0 0,-23-1 3975 0 0,12 3-3530 0 0,0 1 1 0 0,0 0 0 0 0,0 1-1 0 0,0 1 1 0 0,1-1 0 0 0,-1 2-1 0 0,1 0 1 0 0,0 0 0 0 0,-16 11-1 0 0,6-2 73 0 0,1 1 0 0 0,1 1 0 0 0,-30 30 0 0 0,47-44-626 0 0,-1 1 0 0 0,1-1-1 0 0,0 1 1 0 0,0-1 0 0 0,0 1-1 0 0,0 0 1 0 0,0 0 0 0 0,1 0-1 0 0,-1 0 1 0 0,1 0-1 0 0,0 0 1 0 0,0 0 0 0 0,0 0-1 0 0,0 1 1 0 0,0-1 0 0 0,1 0-1 0 0,0 1 1 0 0,-1-1 0 0 0,1 4-1 0 0,1-5-44 0 0,0 1 0 0 0,0 0-1 0 0,0-1 1 0 0,1 1 0 0 0,-1-1 0 0 0,0 1 0 0 0,1-1-1 0 0,0 0 1 0 0,-1 1 0 0 0,1-1 0 0 0,0 0-1 0 0,0 0 1 0 0,0 0 0 0 0,0-1 0 0 0,1 1 0 0 0,-1 0-1 0 0,1-1 1 0 0,-1 0 0 0 0,1 1 0 0 0,-1-1-1 0 0,1 0 1 0 0,4 1 0 0 0,11 4 33 0 0,0-1 1 0 0,0-1-1 0 0,1 0 1 0 0,-1-2-1 0 0,33 2 0 0 0,94-11-2117 0 0,-136 6 1679 0 0,18-1-7155 0 0</inkml:trace>
</inkml:ink>
</file>

<file path=ppt/ink/ink1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8.4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1 11522 0 0,'-1'3'513'0'0,"1"-2"95"0"0,0 1-480 0 0,0-1-128 0 0,1-1 0 0 0,1 0 0 0 0,-1 0 0 0 0,1 0-104 0 0,1 2 16 0 0,1-2 8 0 0,0 0 80 0 0</inkml:trace>
</inkml:ink>
</file>

<file path=ppt/ink/ink1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45.37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0 317 4145 0 0,'261'-165'5232'0'0,"-206"131"-3754"0"0,60-27 0 0 0,-90 50-1673 0 0,0 1 0 0 0,1 1 0 0 0,0 1 0 0 0,1 1 0 0 0,29-4-1 0 0,-39 10-2592 0 0,-1 2-825 0 0</inkml:trace>
</inkml:ink>
</file>

<file path=ppt/ink/ink1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46.48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32 7 1840 0 0,'-17'-7'12123'0'0,"14"13"-12034"0"0,1-1-1 0 0,0 0 1 0 0,0 0-1 0 0,1 1 1 0 0,-1-1-1 0 0,1 1 1 0 0,0 0-1 0 0,1-1 1 0 0,-1 1 0 0 0,1 0-1 0 0,0-1 1 0 0,1 1-1 0 0,-1 0 1 0 0,2 5-1 0 0,50 259 614 0 0,-39-209-644 0 0,21 65 14 0 0,5 31-16 0 0,5 28 62 0 0,-41-168-90 0 0,-2 0-1 0 0,0 0 1 0 0,-2 0 0 0 0,0 0-1 0 0,-3 19 1 0 0,2-19 12 0 0,0-1-1 0 0,1 1 0 0 0,1 0 1 0 0,0 0-1 0 0,4 18 1 0 0,-3-31-35 0 0,0 0 1 0 0,0-1 0 0 0,1 1-1 0 0,-1-1 1 0 0,1 0 0 0 0,0 1 0 0 0,0-1-1 0 0,0 0 1 0 0,4 3 0 0 0,-4-3 33 0 0,1 0 1 0 0,-1 1-1 0 0,0-1 0 0 0,0 0 1 0 0,0 1-1 0 0,0-1 1 0 0,-1 1-1 0 0,2 3 1 0 0,-3-4-18 0 0,1 0 0 0 0,-1 0 1 0 0,1 0-1 0 0,0-1 0 0 0,0 1 1 0 0,0 0-1 0 0,0-1 0 0 0,1 1 0 0 0,-1 0 1 0 0,1-1-1 0 0,0 0 0 0 0,-1 1 1 0 0,1-1-1 0 0,0 0 0 0 0,0 0 1 0 0,0 0-1 0 0,1 0 0 0 0,-1 0 1 0 0,0-1-1 0 0,1 1 0 0 0,-1-1 0 0 0,1 1 1 0 0,0-1-1 0 0,-1 0 0 0 0,1 0 1 0 0,0 0-1 0 0,0 0 0 0 0,-1-1 1 0 0,1 1-1 0 0,0-1 0 0 0,0 0 1 0 0,5 0-1 0 0,116 13 103 0 0,-63-5-5 0 0,0-3-1 0 0,85-3 1 0 0,-91-9 187 0 0,86-21 0 0 0,-57 9-124 0 0,-81 19-209 0 0,-1-1-1 0 0,1 1 1 0 0,-1 0-1 0 0,1 0 0 0 0,0 0 1 0 0,-1 0-1 0 0,1 0 1 0 0,-1 1-1 0 0,1-1 1 0 0,0 1-1 0 0,-1-1 0 0 0,1 1 1 0 0,-1 0-1 0 0,0 0 1 0 0,1 0-1 0 0,-1 0 0 0 0,0 1 1 0 0,1-1-1 0 0,-1 1 1 0 0,0-1-1 0 0,0 1 0 0 0,0 0 1 0 0,0 0-1 0 0,-1 0 1 0 0,1 0-1 0 0,1 2 1 0 0,4 3-794 0 0</inkml:trace>
</inkml:ink>
</file>

<file path=ppt/ink/ink1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48.90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297 31 2304 0 0,'-17'-5'1408'0'0,"-1"1"0"0"0,1 1 0 0 0,0 0 0 0 0,-37 0 1528 0 0,57 3-2027 0 0,14-1-355 0 0,11 0-590 0 0,17-3 447 0 0,1 2 1 0 0,0 1 0 0 0,47 7 0 0 0,-76-5-307 0 0,1-1 0 0 0,33-5 0 0 0,12-1 437 0 0,-67 8-380 0 0,1 0 0 0 0,-1-1 0 0 0,1 1 0 0 0,0 0 0 0 0,0 1 0 0 0,-1-1 0 0 0,1 0 0 0 0,1 1 0 0 0,-1 0 0 0 0,0 0 0 0 0,1 0 0 0 0,-3 3 0 0 0,-3 3 125 0 0,4-4-247 0 0,1-1 0 0 0,0 0-1 0 0,0 1 1 0 0,1-1 0 0 0,-1 1 0 0 0,1 0 0 0 0,0 0 0 0 0,0 0 0 0 0,1 0 0 0 0,-2 9 0 0 0,-6 58 512 0 0,8-62-530 0 0,-2 89 56 0 0,4-1 1 0 0,16 113-1 0 0,8-55-78 0 0,0-9 0 0 0,-17-76 0 0 0,-3 0 0 0 0,-2 0 0 0 0,-12 114 0 0 0,7-172 8 0 0,0-6 6 0 0,1 0 1 0 0,0 0-1 0 0,1 0 1 0 0,-1 0-1 0 0,1 0 0 0 0,1 0 1 0 0,-1 0-1 0 0,1 0 1 0 0,0 0-1 0 0,1 0 1 0 0,3 10-1 0 0,-103-1 2888 0 0,26 7-2504 0 0,-103 47-1 0 0,51-18-586 0 0,33-15-3212 0 0,64-27-3456 0 0</inkml:trace>
</inkml:ink>
</file>

<file path=ppt/ink/ink1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53.63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57 166 1376 0 0,'0'-1'5'0'0,"-1"0"-1"0"0,1 0 0 0 0,-1 0 1 0 0,0-1-1 0 0,1 1 1 0 0,-1 0-1 0 0,0 0 1 0 0,0 0-1 0 0,0 0 0 0 0,0 0 1 0 0,0 0-1 0 0,0 0 1 0 0,0 1-1 0 0,0-1 0 0 0,0 0 1 0 0,0 0-1 0 0,0 1 1 0 0,0-1-1 0 0,-2 0 0 0 0,-25-8 20 0 0,18 7 104 0 0,11-2 209 0 0,20-8 691 0 0,37-9 512 0 0,26 8-612 0 0,0 3 0 0 0,125 1 1 0 0,-42 20 76 0 0,-101-5-496 0 0,70-2 1 0 0,222-31 959 0 0,117-2-256 0 0,-108 13-1064 0 0,0 0-195 0 0,355 35 86 0 0,-298-4-20 0 0,-115-6 29 0 0,-68 15-37 0 0,6-1-13 0 0,-135-18 79 0 0,311 28-92 0 0,-331-19 3 0 0,-13-3-208 0 0,135 37 1 0 0,-199-42-672 0 0,-1 0 1 0 0,1 1 0 0 0,22 15 0 0 0,-26-14-670 0 0,8 3-1359 0 0</inkml:trace>
</inkml:ink>
</file>

<file path=ppt/ink/ink1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55.30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32 1840 0 0,'1'-2'170'0'0,"-1"0"-1"0"0,1 1 1 0 0,0-1-1 0 0,0 0 1 0 0,0 1-1 0 0,0-1 1 0 0,0 0-1 0 0,0 1 1 0 0,0-1-1 0 0,0 1 1 0 0,1 0-1 0 0,-1-1 0 0 0,0 1 1 0 0,1 0-1 0 0,-1 0 1 0 0,1 0-1 0 0,0 0 1 0 0,-1 0-1 0 0,1 0 1 0 0,0 1-1 0 0,-1-1 1 0 0,1 0-1 0 0,0 1 1 0 0,0-1-1 0 0,0 1 0 0 0,0 0 1 0 0,2 0-1 0 0,8 0 26 0 0,1 0 0 0 0,0 1 0 0 0,-1 1 0 0 0,1 0-1 0 0,0 1 1 0 0,-1 0 0 0 0,14 6 0 0 0,38 8 124 0 0,39-4-275 0 0,121 1 1 0 0,13 0 36 0 0,-190-8 13 0 0,1 1-1 0 0,88 28 1 0 0,-87-21-76 0 0,1-1 1 0 0,73 8 0 0 0,105-1 45 0 0,-44-5-40 0 0,-14 7 190 0 0,157 11 403 0 0,-260-28-538 0 0,-1 4 1 0 0,1 2 0 0 0,86 27-1 0 0,108 19 44 0 0,220-20 16 0 0,-402-35-72 0 0,-40 0 30 0 0,0-2 1 0 0,49-5 0 0 0,0-8 82 0 0,226-36 1334 0 0,-251 41-1508 0 0,0 2 0 0 0,0 3-1 0 0,113 10 1 0 0,-128-4 24 0 0,-12-3 152 0 0,-1-2 1 0 0,1-1-1 0 0,54-13 0 0 0,-19 4 391 0 0,-16 5-172 0 0,78 1 0 0 0,-132 6-390 0 0,0 0 0 0 0,1 1 0 0 0,-1-1 0 0 0,0 0-1 0 0,0 1 1 0 0,0-1 0 0 0,0 1 0 0 0,0-1 0 0 0,0 1-1 0 0,0-1 1 0 0,0 1 0 0 0,0 0 0 0 0,0 0 0 0 0,-1-1-1 0 0,1 1 1 0 0,0 0 0 0 0,0 0 0 0 0,-1 0 0 0 0,1 0-1 0 0,1 2 1 0 0,0 3-11 0 0</inkml:trace>
</inkml:ink>
</file>

<file path=ppt/ink/ink1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3:10.19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327 69 3225 0 0,'-7'-7'687'0'0,"0"0"0"0"0,-1 0 1 0 0,0 1-1 0 0,0 1 1 0 0,0-1-1 0 0,0 1 0 0 0,-1 0 1 0 0,0 1-1 0 0,0 0 1 0 0,0 1-1 0 0,-16-4 1 0 0,20 6-435 0 0,0 0 0 0 0,0 1 0 0 0,-1-1 1 0 0,1 2-1 0 0,0-1 0 0 0,-1 0 0 0 0,1 1 1 0 0,0 0-1 0 0,0 0 0 0 0,0 1 0 0 0,0-1 1 0 0,0 1-1 0 0,0 0 0 0 0,0 0 0 0 0,1 1 1 0 0,-1-1-1 0 0,1 1 0 0 0,-1 0 0 0 0,1 1 1 0 0,0-1-1 0 0,0 1 0 0 0,-6 7 0 0 0,-1 3-71 0 0,1 0 0 0 0,1 1 0 0 0,0 0-1 0 0,1 1 1 0 0,1-1 0 0 0,0 2 0 0 0,2-1-1 0 0,-1 1 1 0 0,2-1 0 0 0,-4 28 0 0 0,3-5 15 0 0,1 1 0 0 0,3 1 1 0 0,4 57-1 0 0,-1-75-20 0 0,2-1 1 0 0,0 1-1 0 0,1-1 1 0 0,1 0-1 0 0,2-1 0 0 0,0 1 1 0 0,12 22-1 0 0,-15-34-149 0 0,1 1 1 0 0,0-1-1 0 0,1 0 0 0 0,0 0 0 0 0,1-1 1 0 0,0 0-1 0 0,0-1 0 0 0,1 1 0 0 0,0-2 1 0 0,0 1-1 0 0,1-1 0 0 0,0 0 0 0 0,0-1 1 0 0,1-1-1 0 0,13 6 0 0 0,-15-8-219 0 0,0-1-1 0 0,0 0 0 0 0,0-1 1 0 0,0 0-1 0 0,0-1 1 0 0,0 1-1 0 0,12-3 1 0 0,33-6-6087 0 0,-24-1 180 0 0</inkml:trace>
</inkml:ink>
</file>

<file path=ppt/ink/ink1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3:10.59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47 30 2761 0 0,'-1'-3'724'0'0,"-1"1"-1"0"0,0-1 1 0 0,0 1 0 0 0,0-1 0 0 0,0 1 0 0 0,0-1 0 0 0,0 1 0 0 0,-1 0 0 0 0,1 0 0 0 0,-1 1 0 0 0,-3-4 0 0 0,5 5-599 0 0,1 0-1 0 0,-1 0 1 0 0,1 0 0 0 0,0 0 0 0 0,-1 0 0 0 0,1 0 0 0 0,0 0 0 0 0,-1 0-1 0 0,1 0 1 0 0,-1 0 0 0 0,1 0 0 0 0,0 0 0 0 0,-1 1 0 0 0,1-1 0 0 0,-1 0-1 0 0,1 0 1 0 0,0 0 0 0 0,-1 0 0 0 0,1 1 0 0 0,0-1 0 0 0,-1 0 0 0 0,1 0-1 0 0,0 1 126 0 0,-1-1-125 0 0,1 0 0 0 0,0 1 0 0 0,0-1 0 0 0,-1 0-1 0 0,1 1 1 0 0,-6 25 1645 0 0,5-4-1384 0 0,1 0 0 0 0,1 0 0 0 0,7 41 1 0 0,-6-56-442 0 0,-1 0 0 0 0,1 0 1 0 0,0 0-1 0 0,1-1 1 0 0,-1 1-1 0 0,1 0 1 0 0,0-1-1 0 0,1 0 1 0 0,0 0-1 0 0,0 0 0 0 0,0 0 1 0 0,1-1-1 0 0,0 1 1 0 0,0-1-1 0 0,0 0 1 0 0,7 4-1 0 0,-11-8-151 0 0,-1-1-1 0 0,1 1 1 0 0,0-1-1 0 0,1 1 1 0 0,-1-1-1 0 0,0 1 1 0 0,0-1-1 0 0,0 0 1 0 0,0 1-1 0 0,0-1 1 0 0,0 0-1 0 0,0 0 1 0 0,0 0-1 0 0,1 0 1 0 0,-1 0-1 0 0,0 0 1 0 0,0 0-1 0 0,0 0 1 0 0,0-1 0 0 0,0 1-1 0 0,0 0 1 0 0,1-1-1 0 0,-1 1 1 0 0,1-1-1 0 0,0-1-193 0 0,0 1 0 0 0,1-1 0 0 0,-1 0 0 0 0,0 0 0 0 0,0 0 0 0 0,-1 0 0 0 0,1 0 0 0 0,0 0 0 0 0,2-5 0 0 0,2-5-574 0 0,0 0-1 0 0,-1-1 1 0 0,4-15 0 0 0,-8 25 929 0 0,2-11 132 0 0,0 0 1 0 0,1-28-1 0 0,-3 30 717 0 0,0 0 0 0 0,0 0 0 0 0,2 0 0 0 0,4-16 0 0 0,-7 28-720 0 0,0-1-1 0 0,0 1 1 0 0,0 0 0 0 0,0-1-1 0 0,0 1 1 0 0,1 0-1 0 0,-1 0 1 0 0,0-1-1 0 0,0 1 1 0 0,0 0 0 0 0,0 0-1 0 0,1-1 1 0 0,-1 1-1 0 0,0 0 1 0 0,0 0-1 0 0,0-1 1 0 0,1 1 0 0 0,-1 0-1 0 0,0 0 1 0 0,0 0-1 0 0,1 0 1 0 0,-1 0 0 0 0,0-1-1 0 0,1 1 1 0 0,-1 0-1 0 0,0 0 1 0 0,0 0-1 0 0,1 0 1 0 0,-1 0 0 0 0,0 0-1 0 0,1 0 1 0 0,-1 0-1 0 0,0 0 1 0 0,1 0-1 0 0,-1 0 1 0 0,11 8 1655 0 0,4 15-176 0 0,17 37 11 0 0,-20-35-1649 0 0,1 1 1 0 0,2-2-1 0 0,21 28 1 0 0,-32-46-302 0 0,1 0 1 0 0,0-1-1 0 0,0 0 1 0 0,1 0-1 0 0,0 0 1 0 0,0 0-1 0 0,0-1 0 0 0,0 0 1 0 0,1 0-1 0 0,-1-1 1 0 0,1 0-1 0 0,0 0 1 0 0,0-1-1 0 0,0 1 1 0 0,1-2-1 0 0,-1 1 1 0 0,9 0-1 0 0,3-2-1318 0 0,-1-4-9 0 0</inkml:trace>
</inkml:ink>
</file>

<file path=ppt/ink/ink1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3:10.89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43 6305 0 0,'0'-1'247'0'0,"1"-1"-1"0"0,0 0 1 0 0,-1 1 0 0 0,1-1-1 0 0,0 0 1 0 0,0 1-1 0 0,0-1 1 0 0,0 1-1 0 0,0-1 1 0 0,0 1-1 0 0,1 0 1 0 0,-1-1-1 0 0,0 1 1 0 0,3-2-1 0 0,-2 2-77 0 0,1 1-1 0 0,-1-1 0 0 0,1 0 1 0 0,-1 1-1 0 0,1 0 0 0 0,-1-1 1 0 0,1 1-1 0 0,-1 0 0 0 0,1 0 1 0 0,-1 1-1 0 0,1-1 0 0 0,-1 0 1 0 0,0 1-1 0 0,1-1 0 0 0,-1 1 1 0 0,1 0-1 0 0,-1 0 0 0 0,0 0 0 0 0,0 0 1 0 0,1 0-1 0 0,-1 1 0 0 0,0-1 1 0 0,0 1-1 0 0,0-1 0 0 0,0 1 1 0 0,-1 0-1 0 0,1-1 0 0 0,0 1 1 0 0,2 4-1 0 0,6 7 104 0 0,-1 0-1 0 0,1 1 1 0 0,8 19 0 0 0,-12-21 112 0 0,2 3-162 0 0,-6-9 28 0 0,1-1 0 0 0,-1 0 0 0 0,1-1 0 0 0,0 1 1 0 0,5 5-1 0 0,-9-12 64 0 0,-1-1 0 0 0,1 1 1 0 0,0-1-1 0 0,0 1 0 0 0,1-1 1 0 0,-1 0-1 0 0,0 1 1 0 0,1-1-1 0 0,0 0 0 0 0,-1 1 1 0 0,1-5-1 0 0,1-35-176 0 0,-1 40-18 0 0,1-11-748 0 0,0 0-1 0 0,2 1 1 0 0,-1-1 0 0 0,7-15 0 0 0,-3 9-6353 0 0</inkml:trace>
</inkml:ink>
</file>

<file path=ppt/ink/ink1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3:11.33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2 133 7370 0 0,'-1'-1'126'0'0,"1"0"1"0"0,0 0 0 0 0,0 0 0 0 0,0 0 0 0 0,-1 0 0 0 0,1 1 0 0 0,0-1-1 0 0,0 0 1 0 0,1 0 0 0 0,-1 0 0 0 0,0 0 0 0 0,0 0 0 0 0,0 1 0 0 0,0-1-1 0 0,1 0 1 0 0,-1 0 0 0 0,0 0 0 0 0,1 1 0 0 0,-1-1 0 0 0,1 0 0 0 0,-1 0 0 0 0,1 1-1 0 0,-1-1 1 0 0,1 0 0 0 0,-1 1 0 0 0,1-1 0 0 0,0 1 0 0 0,-1-1 0 0 0,1 0-1 0 0,0 1 1 0 0,0 0 0 0 0,-1-1 0 0 0,1 1 0 0 0,0-1 0 0 0,0 1 0 0 0,0 0-1 0 0,-1 0 1 0 0,1-1 0 0 0,0 1 0 0 0,0 0 0 0 0,0 0 0 0 0,0 0 0 0 0,0 0-1 0 0,-1 0 1 0 0,1 0 0 0 0,0 0 0 0 0,0 0 0 0 0,0 1 0 0 0,0-1 0 0 0,0 0-1 0 0,-1 0 1 0 0,1 1 0 0 0,0-1 0 0 0,0 0 0 0 0,0 1 0 0 0,-1-1 0 0 0,1 1-1 0 0,0-1 1 0 0,-1 1 0 0 0,1-1 0 0 0,0 1 0 0 0,-1 0 0 0 0,1 0 0 0 0,14 13 875 0 0,3 3-535 0 0,0-1-1 0 0,2-1 1 0 0,-1 0 0 0 0,2-1-1 0 0,28 14 1 0 0,-48-27-450 0 0,0-1 0 0 0,-1 0 0 0 0,1 1 0 0 0,-1-1 0 0 0,1 0 1 0 0,0 0-1 0 0,-1 0 0 0 0,1 0 0 0 0,0 1 0 0 0,-1-1 0 0 0,1 0 0 0 0,0 0 1 0 0,-1 0-1 0 0,1 0 0 0 0,0 0 0 0 0,-1 0 0 0 0,1-1 0 0 0,0 1 0 0 0,-1 0 1 0 0,1 0-1 0 0,0 0 0 0 0,-1-1 0 0 0,1 1 0 0 0,0 0 0 0 0,-1-1 0 0 0,1 1 1 0 0,0-1-1 0 0,0-1 55 0 0,0 1 1 0 0,0 0 0 0 0,0-1-1 0 0,0 1 1 0 0,0-1 0 0 0,-1 1-1 0 0,1-1 1 0 0,-1 1 0 0 0,1-1-1 0 0,-1 0 1 0 0,1-2 0 0 0,0-56 1600 0 0,-2 43-1472 0 0,1 0-1523 0 0,1 1 1 0 0,0-1-1 0 0,1 1 0 0 0,7-28 1 0 0,-1 21-5522 0 0</inkml:trace>
</inkml:ink>
</file>

<file path=ppt/ink/ink1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3:11.95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49 301 3209 0 0,'2'-1'53'0'0,"1"-1"-1"0"0,0 1 1 0 0,-1-1 0 0 0,1 0 0 0 0,-1 0 0 0 0,0 0 0 0 0,0 0 0 0 0,0-1-1 0 0,0 1 1 0 0,0-1 0 0 0,0 1 0 0 0,0-1 0 0 0,-1 1 0 0 0,1-1-1 0 0,-1 0 1 0 0,0 0 0 0 0,2-5 0 0 0,11-52 1620 0 0,-12 46-1538 0 0,-1 1 0 0 0,0-1-1 0 0,-1 0 1 0 0,-1 1 0 0 0,-3-18 0 0 0,3 24 60 0 0,0 0 1 0 0,-1 0 0 0 0,0 0-1 0 0,0 0 1 0 0,-1 1 0 0 0,0-1 0 0 0,0 1-1 0 0,0-1 1 0 0,-1 1 0 0 0,0 0-1 0 0,-8-9 1 0 0,11 14-114 0 0,1 1 0 0 0,-1-1 0 0 0,1 1 0 0 0,0-1-1 0 0,-1 1 1 0 0,0-1 0 0 0,1 1 0 0 0,-1 0 0 0 0,1-1 0 0 0,-1 1 0 0 0,1 0 0 0 0,-1 0 0 0 0,0-1 0 0 0,1 1-1 0 0,-1 0 1 0 0,1 0 0 0 0,-1 0 0 0 0,0 0 0 0 0,1 0 0 0 0,-1 0 0 0 0,0 0 0 0 0,1 0 0 0 0,-1 0 0 0 0,0 0-1 0 0,1 0 1 0 0,-1 0 0 0 0,-1 1 0 0 0,-12 13 1525 0 0,-2 27 289 0 0,16-40-1836 0 0,-3 13-55 0 0,0 1 0 0 0,1-1-1 0 0,0 0 1 0 0,1 1 0 0 0,1-1 0 0 0,0 1 0 0 0,1-1 0 0 0,5 22 0 0 0,-5-29-17 0 0,1-1 0 0 0,-1 0 0 0 0,2 0 1 0 0,-1 0-1 0 0,1 0 0 0 0,-1-1 1 0 0,2 1-1 0 0,-1-1 0 0 0,8 10 0 0 0,-9-13-21 0 0,1 1 0 0 0,0-1 1 0 0,0 1-1 0 0,0-1 0 0 0,0 0 0 0 0,0 0 0 0 0,0 0 0 0 0,1-1 0 0 0,-1 1 0 0 0,1-1 0 0 0,-1 1 0 0 0,1-1 0 0 0,-1-1 0 0 0,1 1 0 0 0,0 0 0 0 0,0-1 0 0 0,6 0 0 0 0,-6 0-69 0 0,1 0 1 0 0,-1 0-1 0 0,1-1 0 0 0,-1 0 0 0 0,0 0 1 0 0,1 0-1 0 0,-1-1 0 0 0,0 0 0 0 0,0 1 1 0 0,0-1-1 0 0,0-1 0 0 0,0 1 0 0 0,4-4 1 0 0,-1 1 10 0 0,-1-1 0 0 0,0 0 0 0 0,-1 0 0 0 0,1-1 1 0 0,-1 0-1 0 0,7-11 0 0 0,-3 0 466 0 0,-1 1 1 0 0,0-2-1 0 0,-1 1 0 0 0,-1-1 1 0 0,5-25-1 0 0,-11 42-330 0 0,7-22 1308 0 0,0 21-632 0 0,2 14-447 0 0,-4 1-152 0 0,-1 0 0 0 0,1 0 0 0 0,2 15 0 0 0,-4-14-116 0 0,0 0 0 0 0,1-1 0 0 0,1 1 0 0 0,8 16 0 0 0,-11-26-18 0 0,-1 0 1 0 0,1-1-1 0 0,0 1 0 0 0,0-1 1 0 0,0 1-1 0 0,0-1 0 0 0,1 0 0 0 0,-1 0 1 0 0,0 0-1 0 0,1 0 0 0 0,0-1 1 0 0,-1 1-1 0 0,1-1 0 0 0,0 1 0 0 0,0-1 1 0 0,0 0-1 0 0,0 0 0 0 0,0 0 1 0 0,0 0-1 0 0,0-1 0 0 0,0 1 0 0 0,0-1 1 0 0,4 0-1 0 0,-2 0-28 0 0,-1-1-1 0 0,0 0 1 0 0,0 0 0 0 0,0-1-1 0 0,0 1 1 0 0,0-1 0 0 0,0 0-1 0 0,0 0 1 0 0,0 0 0 0 0,-1-1-1 0 0,1 1 1 0 0,-1-1 0 0 0,1 0-1 0 0,-1 0 1 0 0,0 0 0 0 0,0 0-1 0 0,-1 0 1 0 0,1-1 0 0 0,-1 0 0 0 0,3-3-1 0 0,4-9 93 0 0,0 1 0 0 0,-1-1 0 0 0,8-25 0 0 0,-10 25 21 0 0,15-38 140 0 0,-19 50-190 0 0,0 0-1 0 0,0 1 1 0 0,0-1 0 0 0,1 1-1 0 0,0-1 1 0 0,-1 1-1 0 0,1 0 1 0 0,0 0 0 0 0,1 0-1 0 0,5-4 1 0 0,-8 6-16 0 0,0 0 0 0 0,1 1 0 0 0,-1-1 0 0 0,0 1 0 0 0,1 0 0 0 0,-1-1 0 0 0,1 1-1 0 0,-1 0 1 0 0,0 0 0 0 0,1 0 0 0 0,-1 0 0 0 0,0 0 0 0 0,1 0 0 0 0,-1 0 0 0 0,1 0 0 0 0,-1 1 0 0 0,0-1 0 0 0,1 0 0 0 0,-1 1 0 0 0,0-1 0 0 0,1 1 0 0 0,-1 0 0 0 0,0-1 0 0 0,0 1-1 0 0,0 0 1 0 0,0 0 0 0 0,1 0 0 0 0,-1 0 0 0 0,0 0 0 0 0,-1 0 0 0 0,1 0 0 0 0,0 0 0 0 0,0 0 0 0 0,0 0 0 0 0,0 2 0 0 0,5 6 132 0 0,0 0 0 0 0,-1 0 0 0 0,6 17 0 0 0,-6-14 202 0 0,-2-5-489 0 0,1 0 1 0 0,-1-1-1 0 0,1 0 1 0 0,0 0-1 0 0,0 0 1 0 0,1 0-1 0 0,-1 0 0 0 0,1-1 1 0 0,1 0-1 0 0,8 7 1 0 0,-2-5-903 0 0</inkml:trace>
</inkml:ink>
</file>

<file path=ppt/ink/ink1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3:12.20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 50 5529 0 0,'-3'-9'392'0'0,"-3"-17"-304"0"0,9 12 3394 0 0,-2 16-3097 0 0,1 0 0 0 0,0 0 0 0 0,-1 0 0 0 0,0 1 0 0 0,1-1 0 0 0,-1 0-1 0 0,0 1 1 0 0,0-1 0 0 0,0 1 0 0 0,-1-1 0 0 0,1 4 0 0 0,31 151 3163 0 0,-26-116-3262 0 0,1 0 0 0 0,3 0 0 0 0,26 71-1 0 0,-18-72-470 0 0,43 72 1 0 0,-49-94-890 0 0,1-1 1 0 0,1 0 0 0 0,19 18 0 0 0,-19-23-823 0 0</inkml:trace>
</inkml:ink>
</file>

<file path=ppt/ink/ink1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3:12.38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50 190 4609 0 0,'-3'0'188'0'0,"1"0"1"0"0,-1-1-1 0 0,0 1 0 0 0,1 0 1 0 0,-1-1-1 0 0,1 0 0 0 0,-1 1 1 0 0,1-1-1 0 0,-1 0 0 0 0,1 0 1 0 0,0-1-1 0 0,0 1 0 0 0,-1 0 1 0 0,1-1-1 0 0,0 0 0 0 0,0 1 1 0 0,-3-5-1 0 0,4 5-6 0 0,0-1 1 0 0,1 0-1 0 0,-1 0 0 0 0,1 1 1 0 0,0-1-1 0 0,-1 0 1 0 0,1 0-1 0 0,0 0 0 0 0,0 1 1 0 0,0-1-1 0 0,0 0 0 0 0,0 0 1 0 0,1 0-1 0 0,-1 0 1 0 0,1 1-1 0 0,-1-1 0 0 0,1 0 1 0 0,-1 1-1 0 0,1-1 0 0 0,0 0 1 0 0,0 1-1 0 0,0-1 1 0 0,0 1-1 0 0,0-1 0 0 0,0 1 1 0 0,0-1-1 0 0,2 0 0 0 0,5-7-95 0 0,0 0 0 0 0,1 1 0 0 0,-1 0 0 0 0,2 1 0 0 0,-1 0 0 0 0,1 0-1 0 0,0 1 1 0 0,0 0 0 0 0,1 1 0 0 0,16-6 0 0 0,-1 2-332 0 0,1 1 1 0 0,0 2-1 0 0,37-5 1 0 0,-31 7 244 0 0</inkml:trace>
</inkml:ink>
</file>

<file path=ppt/ink/ink1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3:13.20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16 1 11522 0 0,'0'-1'887'0'0,"-3"127"4357"0"0,-3 1-3367 0 0,-1 206-1587 0 0,21-168-3034 0 0,-6-123-3482 0 0</inkml:trace>
</inkml:ink>
</file>

<file path=ppt/ink/ink1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3:13.41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6 247 6913 0 0,'-1'-3'191'0'0,"0"0"0"0"0,0 0 0 0 0,0-1 0 0 0,0 1-1 0 0,1 0 1 0 0,-1 0 0 0 0,1 0 0 0 0,0 0-1 0 0,0-1 1 0 0,0 1 0 0 0,1 0 0 0 0,-1 0-1 0 0,1 0 1 0 0,-1-1 0 0 0,1 1 0 0 0,0 0-1 0 0,0 0 1 0 0,0 0 0 0 0,1 0 0 0 0,-1 0 0 0 0,1 1-1 0 0,2-5 1 0 0,7-8 732 0 0,-1 0 0 0 0,23-22-1 0 0,-27 30-685 0 0,4-4-261 0 0,1 1 0 0 0,0 0 0 0 0,0 1 0 0 0,0 0 0 0 0,1 1 0 0 0,16-8 0 0 0,-20 12-445 0 0,0 0-1 0 0,0 1 1 0 0,0 0 0 0 0,1 1 0 0 0,0-1 0 0 0,-1 1 0 0 0,1 1 0 0 0,0 0 0 0 0,0 0 0 0 0,0 1 0 0 0,11 1-1 0 0,0 1 332 0 0</inkml:trace>
</inkml:ink>
</file>

<file path=ppt/ink/ink1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3:13.67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1 282 8290 0 0,'42'-11'5293'0'0,"-38"11"-5144"0"0,0 0 0 0 0,-1 1 0 0 0,1 0-1 0 0,-1 0 1 0 0,0 0 0 0 0,1 0 0 0 0,-1 0 0 0 0,0 0 0 0 0,1 1 0 0 0,-1 0-1 0 0,0 0 1 0 0,0 0 0 0 0,0 0 0 0 0,-1 0 0 0 0,1 0 0 0 0,0 1 0 0 0,-1-1-1 0 0,1 1 1 0 0,-1 0 0 0 0,0 0 0 0 0,0 0 0 0 0,0 0 0 0 0,-1 0 0 0 0,3 5 0 0 0,2 6 131 0 0,0 1 1 0 0,-1 0 0 0 0,-1 0-1 0 0,3 18 1 0 0,-16-44 2556 0 0,-5-13-2393 0 0,8 7-392 0 0,1-1-1 0 0,0 0 1 0 0,2 0 0 0 0,0 0 0 0 0,1 0 0 0 0,1-1 0 0 0,0 1 0 0 0,2-1 0 0 0,4-33 0 0 0,-2 36-714 0 0,1 0 1 0 0,0 0 0 0 0,1 1-1 0 0,1 0 1 0 0,0 0 0 0 0,17-28-1 0 0,-5 15-5942 0 0</inkml:trace>
</inkml:ink>
</file>

<file path=ppt/ink/ink1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3:14.45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73 37 3225 0 0,'-8'-9'-295'0'0,"5"5"992"0"0,0 1 0 0 0,-1-1 0 0 0,1 1 0 0 0,-1 0 0 0 0,-7-6 0 0 0,10 9-564 0 0,1 0 0 0 0,-1-1 0 0 0,1 1 0 0 0,-1 0 0 0 0,1 0-1 0 0,-1 0 1 0 0,1-1 0 0 0,-1 1 0 0 0,1 0 0 0 0,-1 0 0 0 0,0 0 0 0 0,1 0-1 0 0,-1 0 1 0 0,1 0 0 0 0,-1 0 0 0 0,1 0 0 0 0,-1 1 0 0 0,1-1-1 0 0,-1 0 1 0 0,1 0 0 0 0,-1 0 0 0 0,1 0 0 0 0,-1 1 0 0 0,0 0 53 0 0,0 0 0 0 0,0 0 1 0 0,0 0-1 0 0,0 0 1 0 0,1 0-1 0 0,-1 0 0 0 0,0 0 1 0 0,1 0-1 0 0,-1 0 0 0 0,1 0 1 0 0,-1 1-1 0 0,1-1 0 0 0,0 0 1 0 0,-1 2-1 0 0,-5 37 723 0 0,1 0-1 0 0,3 0 1 0 0,3 70-1 0 0,1-30-408 0 0,0 5-410 0 0,4 1-1 0 0,3-1 0 0 0,26 106 1 0 0,-36-190-80 0 0,1-1 0 0 0,0 1 0 0 0,0-1 0 0 0,0 1 0 0 0,0 0 0 0 0,0-1 0 0 0,0 1 1 0 0,0-1-1 0 0,0 1 0 0 0,0-1 0 0 0,1 1 0 0 0,-1-1 0 0 0,0 1 0 0 0,0-1 0 0 0,0 1 0 0 0,0-1 0 0 0,1 1 0 0 0,-1-1 1 0 0,0 0-1 0 0,1 1 0 0 0,-1-1 0 0 0,0 1 0 0 0,1-1 0 0 0,-1 0 0 0 0,0 1 0 0 0,1-1 0 0 0,-1 0 0 0 0,1 1 1 0 0,-1-1-1 0 0,1 0 0 0 0,0 1 0 0 0,6-17 491 0 0,-4 4-405 0 0,39-125 230 0 0,-25 77-28 0 0,46-110-1 0 0,-61 165-199 0 0,1 0 0 0 0,0 0 0 0 0,0 0 0 0 0,0 0 0 0 0,1 1 0 0 0,0-1 0 0 0,0 1 0 0 0,7-6 0 0 0,-10 9-67 0 0,0 0 0 0 0,0 0 1 0 0,0 1-1 0 0,0-1 0 0 0,1 1 0 0 0,-1-1 0 0 0,0 1 0 0 0,0-1 1 0 0,0 1-1 0 0,0 0 0 0 0,1 0 0 0 0,-1 0 0 0 0,0-1 1 0 0,0 1-1 0 0,1 0 0 0 0,-1 0 0 0 0,0 1 0 0 0,0-1 0 0 0,1 0 1 0 0,-1 0-1 0 0,0 1 0 0 0,0-1 0 0 0,1 0 0 0 0,-1 1 0 0 0,0-1 1 0 0,0 1-1 0 0,0 0 0 0 0,0-1 0 0 0,0 1 0 0 0,0 0 1 0 0,0 0-1 0 0,0-1 0 0 0,0 1 0 0 0,0 0 0 0 0,-1 0 0 0 0,1 0 1 0 0,0 0-1 0 0,0 0 0 0 0,-1 0 0 0 0,1 0 0 0 0,-1 1 0 0 0,1-1 1 0 0,-1 0-1 0 0,1 2 0 0 0,14 30 206 0 0,-1 1-1 0 0,-2 0 1 0 0,11 49 0 0 0,-16-50-745 0 0,2 0 1 0 0,2-1 0 0 0,1-1 0 0 0,19 37-1 0 0,-26-59-535 0 0,1-1-1 0 0,0 1 1 0 0,0-1-1 0 0,1 0 1 0 0,14 13-1 0 0,-6-9-4233 0 0</inkml:trace>
</inkml:ink>
</file>

<file path=ppt/ink/ink1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3:14.78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14 192 3225 0 0,'-1'-1'125'0'0,"0"0"0"0"0,0 1 0 0 0,0-1 0 0 0,0 0 1 0 0,0 0-1 0 0,0 0 0 0 0,1 0 0 0 0,-1 0 0 0 0,0 0 0 0 0,1 0 0 0 0,-1 0 1 0 0,0 0-1 0 0,1 0 0 0 0,0 0 0 0 0,-1 0 0 0 0,1 0 0 0 0,-1 0 1 0 0,1 0-1 0 0,0-1 0 0 0,0 1 0 0 0,0 0 0 0 0,0 0 0 0 0,0 0 1 0 0,0-1-1 0 0,0 1 0 0 0,0 0 0 0 0,0 0 0 0 0,1 0 0 0 0,-1 0 1 0 0,0 0-1 0 0,1-1 0 0 0,-1 1 0 0 0,1 0 0 0 0,-1 0 0 0 0,1 0 1 0 0,0 0-1 0 0,-1 0 0 0 0,1 0 0 0 0,0 0 0 0 0,0 1 0 0 0,1-2 1 0 0,-1 0 69 0 0,0 1 1 0 0,1-1 0 0 0,-1 1 0 0 0,1 0 0 0 0,0 0 0 0 0,-1 0 0 0 0,1 0 0 0 0,0 0 0 0 0,0 0-1 0 0,0 0 1 0 0,0 1 0 0 0,0-1 0 0 0,0 1 0 0 0,-1-1 0 0 0,1 1 0 0 0,0 0 0 0 0,0-1 0 0 0,1 1 0 0 0,-1 0-1 0 0,0 0 1 0 0,0 1 0 0 0,0-1 0 0 0,0 0 0 0 0,3 2 0 0 0,3 3 250 0 0,1 0 1 0 0,0 1 0 0 0,-1 0-1 0 0,0 0 1 0 0,0 1 0 0 0,-1 0-1 0 0,0 0 1 0 0,11 16-1 0 0,-12-15-205 0 0,0-1-1 0 0,0 1 0 0 0,1-1 0 0 0,0-1 0 0 0,1 1 0 0 0,-1-1 1 0 0,1 0-1 0 0,1-1 0 0 0,11 7 0 0 0,-26-29 652 0 0,1-1 0 0 0,-4-19-1 0 0,7 20-979 0 0,0-1 0 0 0,1 0 0 0 0,1 0 0 0 0,1 1 0 0 0,4-30 0 0 0,-2 37-1622 0 0,-1 0 0 0 0,1 0 0 0 0,7-14 0 0 0,-2 7-4795 0 0</inkml:trace>
</inkml:ink>
</file>

<file path=ppt/ink/ink1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3:15.07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38 26 3225 0 0,'-1'4'626'0'0,"1"0"0"0"0,-1-1 0 0 0,-1 1 0 0 0,1 0 1 0 0,0-1-1 0 0,-1 1 0 0 0,-3 5 0 0 0,-5 12 265 0 0,6-9-647 0 0,1-1 0 0 0,1 1 0 0 0,0 0 1 0 0,1-1-1 0 0,-1 24 0 0 0,2-33-176 0 0,0 0-1 0 0,0 0 1 0 0,0 0-1 0 0,0 0 1 0 0,0 0-1 0 0,1 0 1 0 0,-1 0-1 0 0,1 0 1 0 0,-1 0-1 0 0,1 0 0 0 0,0 0 1 0 0,0 0-1 0 0,-1 0 1 0 0,1 0-1 0 0,1-1 1 0 0,-1 1-1 0 0,0 0 1 0 0,0-1-1 0 0,1 1 1 0 0,-1-1-1 0 0,1 1 1 0 0,-1-1-1 0 0,1 0 1 0 0,0 1-1 0 0,-1-1 1 0 0,1 0-1 0 0,0 0 1 0 0,0 0-1 0 0,0-1 1 0 0,0 1-1 0 0,0 0 1 0 0,0-1-1 0 0,0 1 1 0 0,0-1-1 0 0,0 0 1 0 0,0 1-1 0 0,0-1 1 0 0,0 0-1 0 0,0 0 1 0 0,0 0-1 0 0,0-1 1 0 0,2 0-1 0 0,0 1 94 0 0,-1-2 1 0 0,1 1-1 0 0,-1 0 0 0 0,0-1 0 0 0,0 1 0 0 0,0-1 1 0 0,0 0-1 0 0,0 0 0 0 0,0 0 0 0 0,0-1 0 0 0,0 1 1 0 0,-1-1-1 0 0,1 1 0 0 0,-1-1 0 0 0,0 0 0 0 0,0 0 1 0 0,0 0-1 0 0,0 0 0 0 0,-1 0 0 0 0,1 0 0 0 0,-1-1 1 0 0,0 1-1 0 0,0 0 0 0 0,2-8 0 0 0,-1 3-75 0 0,0-1-1 0 0,-1 0 1 0 0,0 0 0 0 0,0 0-1 0 0,-1 1 1 0 0,0-1 0 0 0,-1 0-1 0 0,1 0 1 0 0,-3-9 0 0 0,2 14-93 0 0,-1 1 1 0 0,1-1-1 0 0,0 0 1 0 0,-1 0 0 0 0,0 1-1 0 0,0-1 1 0 0,0 1 0 0 0,0 0-1 0 0,0-1 1 0 0,-1 1-1 0 0,1 0 1 0 0,-1 1 0 0 0,-4-5-1 0 0,-17-3-5453 0 0</inkml:trace>
</inkml:ink>
</file>

<file path=ppt/ink/ink1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3:15.50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56 2304 0 0,'1'-4'548'0'0,"-1"0"0"0"0,1 0 0 0 0,0 0 0 0 0,0 1 0 0 0,0-1 0 0 0,1 0 0 0 0,-1 0 0 0 0,1 1 0 0 0,0-1 0 0 0,0 0 0 0 0,0 1-1 0 0,6-6 364 0 0,-8 8-839 0 0,0 1 1 0 0,0 0-1 0 0,0 0 1 0 0,1 0-1 0 0,-1 0 0 0 0,0 0 1 0 0,0 0-1 0 0,0 0 1 0 0,5 2 1956 0 0,-5-2-1957 0 0,7 13 1437 0 0,1 12 212 0 0,-5-13-1391 0 0,0 0 1 0 0,2-1 0 0 0,-1 0 0 0 0,1 0 0 0 0,10 16-1 0 0,-13-23-255 0 0,0-1-1 0 0,0 0 0 0 0,1 0 0 0 0,-1 0 0 0 0,1 0 0 0 0,0 0 0 0 0,0 0 0 0 0,0-1 1 0 0,0 1-1 0 0,0-1 0 0 0,0 0 0 0 0,1 0 0 0 0,-1 0 0 0 0,1 0 0 0 0,0-1 0 0 0,-1 1 1 0 0,1-1-1 0 0,0 0 0 0 0,0 0 0 0 0,0-1 0 0 0,4 1 0 0 0,-4-2-42 0 0,1 1 0 0 0,0-2-1 0 0,0 1 1 0 0,0-1 0 0 0,-1 1 0 0 0,1-1-1 0 0,-1 0 1 0 0,1-1 0 0 0,-1 1 0 0 0,0-1-1 0 0,0 0 1 0 0,0 0 0 0 0,0 0 0 0 0,-1-1-1 0 0,7-6 1 0 0,4-7 222 0 0,25-36 0 0 0,-28 34-254 0 0,7-10 0 0 0,-16 32 34 0 0,0 0-1 0 0,0 0 0 0 0,-1-1 0 0 0,1 1 1 0 0,-1 0-1 0 0,0 1 0 0 0,1 2 1 0 0,-1-5-14 0 0,0 4-97 0 0,1 0-1 0 0,-1 0 1 0 0,1-1 0 0 0,1 1-1 0 0,-1-1 1 0 0,1 1 0 0 0,-1-1-1 0 0,1 0 1 0 0,1 0 0 0 0,-1 0-1 0 0,0-1 1 0 0,1 1 0 0 0,0-1-1 0 0,0 0 1 0 0,0 0-1 0 0,0 0 1 0 0,0 0 0 0 0,1-1-1 0 0,5 3 1 0 0</inkml:trace>
</inkml:ink>
</file>

<file path=ppt/ink/ink1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3:16.33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156 291 6913 0 0,'-26'47'5692'0'0,"-10"12"-3770"0"0,-58 103-770 0 0,115-207 172 0 0,-16 31-1364 0 0,1 1 1 0 0,1-1 0 0 0,0 1-1 0 0,1 0 1 0 0,0 1 0 0 0,1 0-1 0 0,0 0 1 0 0,19-17 0 0 0,-19 21 21 0 0,1 0-1 0 0,0 1 1 0 0,0 0 0 0 0,1 1 0 0 0,-1 0 0 0 0,15-4-1 0 0,-22 8 43 0 0,0 1-1 0 0,-1 0 0 0 0,1 0 1 0 0,0 1-1 0 0,0-1 0 0 0,0 1 0 0 0,0-1 1 0 0,0 1-1 0 0,0 0 0 0 0,0 0 1 0 0,0 0-1 0 0,0 1 0 0 0,0-1 1 0 0,0 1-1 0 0,0-1 0 0 0,0 1 0 0 0,0 0 1 0 0,-1 0-1 0 0,1 0 0 0 0,0 1 1 0 0,0-1-1 0 0,-1 1 0 0 0,1-1 1 0 0,-1 1-1 0 0,0 0 0 0 0,1 0 1 0 0,-1 0-1 0 0,0 0 0 0 0,0 0 0 0 0,2 4 1 0 0,5 8 64 0 0,-2 0 1 0 0,0 0 0 0 0,-1 1-1 0 0,0 0 1 0 0,-1 0 0 0 0,0 0-1 0 0,-2 1 1 0 0,3 22 0 0 0,-3-9 83 0 0,-1 1 1 0 0,-1-1-1 0 0,-6 51 1 0 0,4-74-175 0 0,-8 46-79 0 0,8-49 75 0 0,0 1 1 0 0,0-1 0 0 0,0 1 0 0 0,0-1-1 0 0,-1 0 1 0 0,1 1 0 0 0,-1-1-1 0 0,0 0 1 0 0,0 0 0 0 0,-1 0 0 0 0,1-1-1 0 0,-3 4 1 0 0,5-6-1 0 0,0 0 0 0 0,0 0 0 0 0,0 0 0 0 0,-1 1 0 0 0,1-1 0 0 0,0 0 0 0 0,0 0 1 0 0,0 0-1 0 0,-1 0 0 0 0,1 0 0 0 0,0 1 0 0 0,0-1 0 0 0,0 0 0 0 0,-1 0 0 0 0,1 0 0 0 0,0 0 0 0 0,0 0 0 0 0,0 0 0 0 0,-1 0 0 0 0,1 0 1 0 0,0 0-1 0 0,0 0 0 0 0,-1 0 0 0 0,1 0 0 0 0,0 0 0 0 0,0 0 0 0 0,-1 0 0 0 0,1 0 0 0 0,0 0 0 0 0,0 0 0 0 0,-1 0 0 0 0,1 0 0 0 0,0 0 0 0 0,0 0 1 0 0,0 0-1 0 0,-1-1 0 0 0,1 1 0 0 0,0 0 0 0 0,0 0 0 0 0,0 0 0 0 0,0 0 0 0 0,-1 0 0 0 0,1-1 0 0 0,0 1 0 0 0,0 0 0 0 0,0 0 0 0 0,0 0 1 0 0,0-1-1 0 0,-1 1 0 0 0,1 0 0 0 0,-2-19-692 0 0,7-18-625 0 0,19-51-1518 0 0,66-159 1 0 0,-4 19 1995 0 0,-81 212 1506 0 0,0-1 0 0 0,-2 1 0 0 0,0-1 0 0 0,-1 0 0 0 0,0 0 0 0 0,-1 0 0 0 0,-3-25 0 0 0,8 62 2987 0 0,7 23-3071 0 0,-3 4-475 0 0,-3-14 64 0 0,1 0 0 0 0,2 0 0 0 0,23 54 0 0 0,-30-80-147 0 0,1 0 1 0 0,-1 0-1 0 0,2 0 0 0 0,-1-1 1 0 0,1 1-1 0 0,0-1 1 0 0,0 0-1 0 0,1 0 0 0 0,-1-1 1 0 0,1 0-1 0 0,1 0 1 0 0,-1 0-1 0 0,1-1 0 0 0,-1 0 1 0 0,1 0-1 0 0,1-1 0 0 0,-1 1 1 0 0,0-2-1 0 0,1 1 1 0 0,-1-1-1 0 0,13 2 0 0 0,-18-4-13 0 0,1 0 0 0 0,0-1 0 0 0,-1 1 0 0 0,1 0 0 0 0,-1-1-1 0 0,1 0 1 0 0,-1 0 0 0 0,0 0 0 0 0,1 0 0 0 0,-1 0 0 0 0,0 0 0 0 0,0-1-1 0 0,1 1 1 0 0,-1-1 0 0 0,0 1 0 0 0,0-1 0 0 0,-1 0 0 0 0,1 0 0 0 0,0 0-1 0 0,-1 0 1 0 0,1 0 0 0 0,-1 0 0 0 0,1 0 0 0 0,-1 0 0 0 0,0-1-1 0 0,1-2 1 0 0,5-10 61 0 0,-1 0-1 0 0,9-29 1 0 0,-13 36-59 0 0,3-10 28 0 0,9-30 39 0 0,-13 45-41 0 0,0 1 0 0 0,0-1 1 0 0,1 1-1 0 0,-1-1 1 0 0,0 1-1 0 0,1-1 0 0 0,0 1 1 0 0,-1 0-1 0 0,1 0 0 0 0,0 0 1 0 0,0 0-1 0 0,0 0 1 0 0,5-3-1 0 0,-6 5-5 0 0,0 0 0 0 0,0 0 0 0 0,1 0 1 0 0,-1-1-1 0 0,0 1 0 0 0,0 1 0 0 0,0-1 0 0 0,0 0 1 0 0,1 0-1 0 0,-1 0 0 0 0,0 1 0 0 0,0-1 0 0 0,0 0 0 0 0,0 1 1 0 0,0-1-1 0 0,0 1 0 0 0,0-1 0 0 0,0 1 0 0 0,0 0 1 0 0,0-1-1 0 0,0 1 0 0 0,0 0 0 0 0,0 0 0 0 0,0 0 0 0 0,-1 0 1 0 0,1 0-1 0 0,0 0 0 0 0,-1 0 0 0 0,1 0 0 0 0,0 0 1 0 0,0 2-1 0 0,20 39 252 0 0,-19-37-234 0 0,3 6-63 0 0,5 14 158 0 0,2 0-1 0 0,19 32 0 0 0,-25-49-303 0 0,0 1 1 0 0,1-2-1 0 0,-1 1 0 0 0,2-1 1 0 0,-1 0-1 0 0,1-1 0 0 0,0 1 1 0 0,0-2-1 0 0,0 1 1 0 0,11 4-1 0 0,5 1-5039 0 0,3-1-1714 0 0</inkml:trace>
</inkml:ink>
</file>

<file path=ppt/ink/ink1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3:16.88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24 0 10594 0 0,'0'1'267'0'0,"-1"-1"-1"0"0,0 0 0 0 0,0 1 1 0 0,1-1-1 0 0,-1 0 1 0 0,0 1-1 0 0,0-1 1 0 0,1 1-1 0 0,-1 0 267 0 0,0 0-267 0 0,0-1 1 0 0,1 1-1 0 0,-1 0 0 0 0,1-1 1 0 0,0 1-1 0 0,-1 0 1 0 0,1 0-1 0 0,-1-1 0 0 0,1 1 1 0 0,0 0-1 0 0,0 0 1 0 0,-1 0-1 0 0,1-1 1 0 0,0 1-1 0 0,0 0 0 0 0,0 1 1 0 0,-3 29 1203 0 0,2-25-1040 0 0,0 121 1609 0 0,1-13-1769 0 0,-1-92-408 0 0,-4 127 610 0 0,6-124-1432 0 0,1-1 0 0 0,1 1 0 0 0,12 47 0 0 0,-13-66-3 0 0,2 10-1197 0 0</inkml:trace>
</inkml:ink>
</file>

<file path=ppt/ink/ink1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3:17.26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15 282 920 0 0,'-3'-8'243'0'0,"1"1"0"0"0,-1-1 0 0 0,1 0 0 0 0,1 0 0 0 0,0 0 0 0 0,0 0 0 0 0,0 0 0 0 0,1 0 0 0 0,0 0 0 0 0,1 0 0 0 0,-1 0 1 0 0,3-9-1 0 0,0 0 385 0 0,1 1 0 0 0,0-1 1 0 0,12-27-1 0 0,-14 39-356 0 0,1 0 0 0 0,-1 1 0 0 0,1-1 0 0 0,0 1 0 0 0,1-1 0 0 0,-1 1 1 0 0,1 0-1 0 0,0 0 0 0 0,0 0 0 0 0,0 1 0 0 0,0 0 0 0 0,1-1 0 0 0,-1 1 0 0 0,1 1 0 0 0,0-1 0 0 0,5-1 0 0 0,-6 2-42 0 0,1 0-1 0 0,-1 1 1 0 0,1-1-1 0 0,-1 1 0 0 0,1 1 1 0 0,-1-1-1 0 0,1 0 1 0 0,-1 1-1 0 0,1 0 0 0 0,-1 0 1 0 0,1 1-1 0 0,0-1 1 0 0,-1 1-1 0 0,1 0 0 0 0,-1 0 1 0 0,0 0-1 0 0,1 1 1 0 0,-1 0-1 0 0,4 2 0 0 0,-5-2-171 0 0,0 0-1 0 0,0 0 0 0 0,0 1 0 0 0,-1-1 0 0 0,0 1 1 0 0,1 0-1 0 0,-1 0 0 0 0,0-1 0 0 0,0 2 1 0 0,0-1-1 0 0,-1 0 0 0 0,1 0 0 0 0,-1 0 1 0 0,0 1-1 0 0,0-1 0 0 0,0 1 0 0 0,0-1 0 0 0,0 1 1 0 0,-1-1-1 0 0,0 1 0 0 0,0-1 0 0 0,0 1 1 0 0,0 0-1 0 0,-1 6 0 0 0,-5 24 296 0 0,-1 0 0 0 0,-2 0 0 0 0,-1-1 0 0 0,-2 0 0 0 0,-27 54 0 0 0,38-86-273 0 0,0 0 1 0 0,1 0-1 0 0,-1 0 1 0 0,1 0-1 0 0,-1 0 0 0 0,1 0 1 0 0,-1 0-1 0 0,1 0 1 0 0,-1 0-1 0 0,1 0 1 0 0,0 0-1 0 0,0 0 0 0 0,0 0 1 0 0,0 0-1 0 0,-1 0 1 0 0,1 1-1 0 0,1-1 1 0 0,-1 0-1 0 0,0 0 1 0 0,0 0-1 0 0,0 0 0 0 0,1 0 1 0 0,0 2-1 0 0,1-2-22 0 0,0 1 0 0 0,0-1 0 0 0,0 0 0 0 0,0 0 1 0 0,0 0-1 0 0,0 0 0 0 0,0-1 0 0 0,1 1 0 0 0,-1-1 0 0 0,0 1 0 0 0,3-1 0 0 0,224 36 645 0 0,-174-25-689 0 0,10 2-860 0 0,-24-2-3076 0 0,-31-7 2074 0 0,-1 0-8 0 0</inkml:trace>
</inkml:ink>
</file>

<file path=ppt/ink/ink1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3:17.61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32 27 2761 0 0,'-32'-26'17122'0'0,"37"50"-16063"0"0,-4-16-495 0 0,13 126 861 0 0,-11-90-1305 0 0,1 0 0 0 0,3-1 0 0 0,1 1 0 0 0,22 64-1 0 0,-30-106-108 0 0,24 52 91 0 0,-22-50-95 0 0,0 0 0 0 0,1-1 0 0 0,-1 1-1 0 0,1-1 1 0 0,-1 1 0 0 0,1-1 0 0 0,0 0 0 0 0,0 0 0 0 0,1 0-1 0 0,-1 0 1 0 0,4 2 0 0 0,-6-5-145 0 0,0 0 0 0 0,-1 1 0 0 0,1-1 1 0 0,0 0-1 0 0,0 0 0 0 0,-1 0 0 0 0,1 0 0 0 0,0 0 0 0 0,-1 0 0 0 0,1 0 1 0 0,0 0-1 0 0,0 0 0 0 0,-1 0 0 0 0,1 0 0 0 0,0-1 0 0 0,-1 1 0 0 0,1 0 1 0 0,0 0-1 0 0,-1-1 0 0 0,1 1 0 0 0,0 0 0 0 0,-1-1 0 0 0,2 0 0 0 0</inkml:trace>
</inkml:ink>
</file>

<file path=ppt/ink/ink1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3:21.04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238 75 3681 0 0,'0'-7'660'0'0,"0"0"1"0"0,0 0 0 0 0,-1 1 0 0 0,0-1-1 0 0,0 0 1 0 0,-4-12 0 0 0,4 18-501 0 0,1 0 0 0 0,-1 0 0 0 0,1 0 0 0 0,-1 1 0 0 0,1-1 0 0 0,-1 0 0 0 0,1 0 0 0 0,-1 0 0 0 0,0 1 1 0 0,1-1-1 0 0,-1 0 0 0 0,0 1 0 0 0,0-1 0 0 0,0 1 0 0 0,1-1 0 0 0,-1 1 0 0 0,0-1 0 0 0,0 1 0 0 0,0 0 0 0 0,0-1 1 0 0,-2 1-1 0 0,1 0-51 0 0,0 0 1 0 0,0 0 0 0 0,0 0-1 0 0,0 1 1 0 0,0-1 0 0 0,0 1-1 0 0,0-1 1 0 0,0 1-1 0 0,0 0 1 0 0,0 0 0 0 0,0 0-1 0 0,0 0 1 0 0,0 0 0 0 0,-2 3-1 0 0,-6 4 24 0 0,1 0 0 0 0,0 1 0 0 0,1 0 0 0 0,0 1-1 0 0,0 0 1 0 0,1 0 0 0 0,0 1 0 0 0,1-1 0 0 0,-7 17 0 0 0,-3 9 279 0 0,-17 63 0 0 0,30-89-396 0 0,-10 33 184 0 0,-13 80 1 0 0,25-112-182 0 0,-1 0 1 0 0,2 0-1 0 0,-1 0 1 0 0,2 0-1 0 0,-1 0 1 0 0,2 0 0 0 0,-1 0-1 0 0,1 0 1 0 0,1 0-1 0 0,0 0 1 0 0,1-1-1 0 0,0 1 1 0 0,5 9-1 0 0,-6-16-62 0 0,-1 0-1 0 0,1 0 0 0 0,1 0 0 0 0,-1 0 0 0 0,1-1 0 0 0,-1 1 1 0 0,1-1-1 0 0,0 0 0 0 0,0 0 0 0 0,0-1 0 0 0,0 1 0 0 0,1-1 0 0 0,8 4 1 0 0,-4-4-128 0 0,0 1 0 0 0,-1-2 0 0 0,1 1 0 0 0,0-1 1 0 0,0 0-1 0 0,0-1 0 0 0,11-1 0 0 0,4-2-257 0 0,-1-1 0 0 0,1-1 0 0 0,-1 0 0 0 0,43-18 0 0 0,-52 17 204 0 0,-1 0 1 0 0,1-1 0 0 0,-1 0 0 0 0,0-1-1 0 0,-1 0 1 0 0,18-16 0 0 0,-28 22 275 0 0,0 0 1 0 0,1 0-1 0 0,-1 0 1 0 0,0 0 0 0 0,-1 0-1 0 0,1 0 1 0 0,0-1-1 0 0,-1 1 1 0 0,1-1-1 0 0,-1 1 1 0 0,0-1-1 0 0,0 0 1 0 0,0 0 0 0 0,0 1-1 0 0,0-1 1 0 0,0 0-1 0 0,-1 0 1 0 0,0 0-1 0 0,1 0 1 0 0,-1 0-1 0 0,0 0 1 0 0,0 1 0 0 0,-1-1-1 0 0,1 0 1 0 0,-1 0-1 0 0,1 0 1 0 0,-1 0-1 0 0,0 0 1 0 0,0 1 0 0 0,0-1-1 0 0,0 0 1 0 0,-1 1-1 0 0,1-1 1 0 0,-1 1-1 0 0,1-1 1 0 0,-1 1-1 0 0,0 0 1 0 0,0 0 0 0 0,0 0-1 0 0,-3-2 1 0 0,-9-8 342 0 0,0 0 0 0 0,-1 1 0 0 0,-28-15 0 0 0,2 0-359 0 0,41 26-28 0 0,0-1 0 0 0,0 1 0 0 0,-1-1 0 0 0,1 1 0 0 0,0-1 0 0 0,0 1 0 0 0,0-1 0 0 0,0 1 0 0 0,0-1 0 0 0,0 1-1 0 0,0-1 1 0 0,0 0 0 0 0,0 1 0 0 0,0-1 0 0 0,0 1 0 0 0,0-1 0 0 0,0 1 0 0 0,1-1 0 0 0,-1 1 0 0 0,0-1 0 0 0,0 1 0 0 0,1-1 0 0 0,-1 1 0 0 0,0-1 0 0 0,0 1 0 0 0,1-1 0 0 0,-1 1 0 0 0,1 0 0 0 0,-1-1-1 0 0,0 1 1 0 0,1-1 0 0 0,-1 1 0 0 0,1 0 0 0 0,-1-1 0 0 0,1 1 0 0 0,-1 0 0 0 0,2-1 0 0 0,23-18-146 0 0,-21 16 70 0 0,11-9 6 0 0,-7 6 80 0 0,0-1-1 0 0,1 1 1 0 0,-1 1 0 0 0,1-1 0 0 0,0 2 0 0 0,0-1-1 0 0,13-4 1 0 0,-20 9 1 0 0,0 0-1 0 0,0 0 1 0 0,0 1 0 0 0,0-1 0 0 0,0 0-1 0 0,0 1 1 0 0,0 0 0 0 0,0-1-1 0 0,0 1 1 0 0,0 0 0 0 0,0 0-1 0 0,-1 0 1 0 0,1 0 0 0 0,0 0-1 0 0,-1 0 1 0 0,1 0 0 0 0,-1 1-1 0 0,1-1 1 0 0,-1 1 0 0 0,0-1-1 0 0,1 1 1 0 0,-1-1 0 0 0,0 1-1 0 0,0 0 1 0 0,1 2 0 0 0,27 52 906 0 0,-25-47-750 0 0,2 9 268 0 0,0 0 1 0 0,-2 1 0 0 0,0-1-1 0 0,0 1 1 0 0,-2 0 0 0 0,0 0-1 0 0,-2 30 1 0 0,-1-28-253 0 0,2 1 1 0 0,0-1-1 0 0,2 0 0 0 0,0 0 0 0 0,11 36 1 0 0,10 0-2917 0 0,-18-47 1096 0 0</inkml:trace>
</inkml:ink>
</file>

<file path=ppt/ink/ink1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3:21.29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24 41 7370 0 0,'-3'-9'563'0'0,"-4"-12"-386"0"0,1 10 4068 0 0,6 12-4038 0 0,-1-1 0 0 0,0 1 0 0 0,1 0 1 0 0,-1-1-1 0 0,1 1 0 0 0,-1 0 0 0 0,1 0 1 0 0,-1-1-1 0 0,1 1 0 0 0,-1 0 0 0 0,1 0 0 0 0,0 0 1 0 0,-1-1-1 0 0,1 1 0 0 0,0 0 0 0 0,0 0 1 0 0,0 0-1 0 0,0 0 0 0 0,0 0 0 0 0,0-1 1 0 0,0 1-1 0 0,0 2 0 0 0,1 37 193 0 0,2 1 0 0 0,2-1 0 0 0,1 0 0 0 0,16 53 0 0 0,-14-66-478 0 0,1 0 0 0 0,1-1 1 0 0,2 0-1 0 0,0-1 0 0 0,2 0 0 0 0,1-1 0 0 0,22 28 1 0 0,-34-47-213 0 0,22 21-1015 0 0,-6-14-5231 0 0</inkml:trace>
</inkml:ink>
</file>

<file path=ppt/ink/ink1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3:21.61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44 408 4609 0 0,'-6'-22'6'0'0,"-5"-21"1579"0"0,2-1 0 0 0,2 0-1 0 0,-3-52 1 0 0,10 93-1417 0 0,0 1-1 0 0,0-1 0 0 0,0 1 1 0 0,0 0-1 0 0,0-1 0 0 0,0 1 0 0 0,1 0 1 0 0,-1-1-1 0 0,1 1 0 0 0,-1 0 1 0 0,1 0-1 0 0,0-1 0 0 0,0 1 1 0 0,0 0-1 0 0,2-3 0 0 0,-2 5-109 0 0,-1 0-1 0 0,1-1 1 0 0,-1 1-1 0 0,1 0 1 0 0,-1 0-1 0 0,1-1 0 0 0,-1 1 1 0 0,1 0-1 0 0,-1 0 1 0 0,1 0-1 0 0,-1 0 1 0 0,1 0-1 0 0,-1 0 1 0 0,1 0-1 0 0,0 0 1 0 0,-1 0-1 0 0,1 0 1 0 0,-1 0-1 0 0,1 0 1 0 0,-1 0-1 0 0,1 1 0 0 0,0-1 1 0 0,20 14 906 0 0,12 15 149 0 0,2-1 1 0 0,65 39 0 0 0,-84-58-911 0 0,-1-1 1 0 0,1-1-1 0 0,1 0 1 0 0,0-1-1 0 0,0-1 1 0 0,0 0-1 0 0,0-2 1 0 0,1 0-1 0 0,31 2 1 0 0,-49-5-161 0 0,1 0 1 0 0,0 0 0 0 0,-1 0-1 0 0,1 0 1 0 0,0 0 0 0 0,-1 0-1 0 0,1 0 1 0 0,0-1 0 0 0,-1 1-1 0 0,1 0 1 0 0,-1 0 0 0 0,1-1-1 0 0,0 1 1 0 0,-1 0 0 0 0,1 0 0 0 0,-1-1-1 0 0,1 1 1 0 0,-1-1 0 0 0,1 1-1 0 0,-1-1 1 0 0,1 1 0 0 0,-1-1-1 0 0,1 1 1 0 0,-1-1 0 0 0,0 1-1 0 0,1-1 1 0 0,-1 1 0 0 0,1-2-1 0 0,-2-20 567 0 0,-20-29-238 0 0,17 42-236 0 0,-25-47 83 0 0,20 42-273 0 0,1 0 0 0 0,1 0 1 0 0,0-1-1 0 0,2 0 0 0 0,-1 0 1 0 0,2-1-1 0 0,-4-16 0 0 0,8 31-123 0 0,0-1-1 0 0,0 0 0 0 0,0 1 1 0 0,0-1-1 0 0,0 1 0 0 0,0-1 1 0 0,0 0-1 0 0,0 1 0 0 0,1-1 1 0 0,-1 1-1 0 0,1-1 0 0 0,-1 0 1 0 0,1 1-1 0 0,0-1 0 0 0,-1 1 1 0 0,1 0-1 0 0,2-3 0 0 0</inkml:trace>
</inkml:ink>
</file>

<file path=ppt/ink/ink1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3:21.87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7 920 0 0,'0'1'170'0'0,"1"-1"0"0"0,-1 1 0 0 0,0 0 1 0 0,1-1-1 0 0,-1 1 0 0 0,0 0 0 0 0,1-1 0 0 0,-1 1 0 0 0,1-1 0 0 0,-1 1 0 0 0,1-1 0 0 0,-1 1 0 0 0,1-1 1 0 0,-1 1-1 0 0,1-1 0 0 0,0 1 0 0 0,-1-1 0 0 0,1 0 0 0 0,-1 1 0 0 0,1-1 0 0 0,0 0 0 0 0,0 0 0 0 0,-1 1 1 0 0,1-1-1 0 0,0 0 0 0 0,-1 0 0 0 0,1 0 0 0 0,0 0 0 0 0,0 0 0 0 0,-1 0 0 0 0,1 0 0 0 0,0 0 0 0 0,-1 0 0 0 0,1 0 1 0 0,0-1-1 0 0,0 1 0 0 0,-1 0 0 0 0,1 0 0 0 0,0-1 0 0 0,-1 1 0 0 0,1 0 0 0 0,0-1 0 0 0,-1 1 0 0 0,1-1 1 0 0,-1 1-1 0 0,1-1 0 0 0,-1 1 0 0 0,1-1 0 0 0,-1 1 0 0 0,1-1 0 0 0,-1 1 0 0 0,1-1 0 0 0,-1 0 0 0 0,0 1 1 0 0,1-1-1 0 0,-1 0 0 0 0,0 1 0 0 0,0-1 0 0 0,1 0 0 0 0,-1 1 0 0 0,0-1 0 0 0,0 0 0 0 0,0 1 0 0 0,0-1 1 0 0,0-1-1 0 0,17 46 2814 0 0,13 56 1 0 0,8 20-1433 0 0,7-13-1564 0 0,-23-62-5818 0 0</inkml:trace>
</inkml:ink>
</file>

<file path=ppt/ink/ink1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3:22.17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10 209 2304 0 0,'-2'-10'-108'0'0,"-1"-14"1762"0"0,-1-47-1 0 0,4 65-1187 0 0,0 0 0 0 0,1 1-1 0 0,-1-1 1 0 0,1 0 0 0 0,1 0 0 0 0,-1 1 0 0 0,1-1-1 0 0,0 1 1 0 0,0-1 0 0 0,0 1 0 0 0,1 0-1 0 0,0 0 1 0 0,7-9 0 0 0,-8 12-291 0 0,1 0 0 0 0,-1 0 0 0 0,1 1 0 0 0,-1-1 0 0 0,1 1 0 0 0,0-1 0 0 0,-1 1 0 0 0,1 0 0 0 0,0 0 1 0 0,0 1-1 0 0,0-1 0 0 0,0 1 0 0 0,0-1 0 0 0,0 1 0 0 0,0 0 0 0 0,0 0 0 0 0,0 0 0 0 0,0 0 0 0 0,0 1 0 0 0,0-1 0 0 0,0 1 0 0 0,0 0 0 0 0,0 0 0 0 0,0 0 1 0 0,4 2-1 0 0,8 3 274 0 0,-1 1 0 0 0,0 1 0 0 0,18 12 0 0 0,-13-7-318 0 0,-2 1 0 0 0,0 1 0 0 0,0 0 0 0 0,-2 1-1 0 0,0 1 1 0 0,-1 0 0 0 0,0 1 0 0 0,-2 0 0 0 0,19 36 0 0 0,-24-40-116 0 0,-1-1 0 0 0,-1 1 0 0 0,0 0 0 0 0,-1 0-1 0 0,-1 0 1 0 0,0 0 0 0 0,0 1 0 0 0,-2-1 0 0 0,0 1 0 0 0,0 0 0 0 0,-2-1-1 0 0,0 1 1 0 0,0 0 0 0 0,-1-1 0 0 0,-8 26 0 0 0,7-32 78 0 0,0 0 0 0 0,-1 0-1 0 0,1-1 1 0 0,-2 0 0 0 0,1 1 0 0 0,-1-2 0 0 0,0 1 0 0 0,0 0 0 0 0,-1-1-1 0 0,0 0 1 0 0,0-1 0 0 0,-1 1 0 0 0,-7 4 0 0 0,-8 4-135 0 0,-1-2 0 0 0,-45 19 0 0 0,-11 5-7643 0 0</inkml:trace>
</inkml:ink>
</file>

<file path=ppt/ink/ink1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3:22.86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154 37 2304 0 0,'-26'9'1969'0'0,"0"1"0"0"0,0 2 0 0 0,1 0-1 0 0,-25 17 1 0 0,123-50 2511 0 0,-49 12-4004 0 0,127-45 1218 0 0,-127 47-1605 0 0,1 2 0 0 0,-1 0 0 0 0,1 2 1 0 0,36-1-1 0 0,154 14 1023 0 0,-196-13-597 0 0</inkml:trace>
</inkml:ink>
</file>

<file path=ppt/ink/ink1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3:24.02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45 227 6913 0 0,'-10'-6'2387'0'0,"2"-1"0"0"0,-1 0 0 0 0,-8-10 0 0 0,17 16-2301 0 0,0 1 0 0 0,1-1 1 0 0,-1 1-1 0 0,0-1 0 0 0,1 1 0 0 0,-1-1 1 0 0,1 1-1 0 0,-1 0 0 0 0,1-1 0 0 0,-1 1 1 0 0,1 0-1 0 0,-1-1 0 0 0,1 1 0 0 0,-1 0 1 0 0,1 0-1 0 0,-1-1 0 0 0,1 1 0 0 0,0 0 1 0 0,-1 0-1 0 0,1 0 0 0 0,-1 0 0 0 0,1 0 1 0 0,0 0-1 0 0,-1 0 0 0 0,1 0 0 0 0,-1 0 1 0 0,1 0-1 0 0,0 0 0 0 0,-1 0 0 0 0,1 0 1 0 0,-1 0-1 0 0,1 1 0 0 0,0-1 0 0 0,5 2 31 0 0,0 1 0 0 0,0-1 0 0 0,0 1-1 0 0,0 0 1 0 0,-1 1 0 0 0,0-1 0 0 0,1 1-1 0 0,-2 0 1 0 0,1 0 0 0 0,0 1-1 0 0,-1 0 1 0 0,6 7 0 0 0,7 11 145 0 0,22 40 0 0 0,-8-13-274 0 0,3-1 20 0 0,3-2-1 0 0,2-2 1 0 0,2-1 0 0 0,1-2-1 0 0,3-2 1 0 0,72 50 0 0 0,-84-60 824 0 0,-30-30-304 0 0,1-8-317 0 0,18-46-34 0 0,-2-2 1 0 0,24-113-1 0 0,1-126-88 0 0,-40 206-157 0 0,-5 81-389 0 0,0-1-1 0 0,-1 0 1 0 0,0 1-1 0 0,-1-1 1 0 0,0 1 0 0 0,0-1-1 0 0,-1 1 1 0 0,-3-9-1 0 0,4 13-1174 0 0</inkml:trace>
</inkml:ink>
</file>

<file path=ppt/ink/ink1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3:24.57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96 188 4233 0 0,'-3'0'33'0'0,"-1"-1"-1"0"0,1 1 1 0 0,0-1-1 0 0,0 0 1 0 0,0 0 0 0 0,0 0-1 0 0,0-1 1 0 0,0 1-1 0 0,1-1 1 0 0,-1 0 0 0 0,0 1-1 0 0,1-1 1 0 0,-1-1 0 0 0,1 1-1 0 0,-5-5 1 0 0,-19-13 2468 0 0,25 20-2298 0 0,0 0 0 0 0,0-1-1 0 0,0 1 1 0 0,0 0-1 0 0,1-1 1 0 0,-1 1 0 0 0,0 0-1 0 0,0-1 1 0 0,0 1 0 0 0,0-1-1 0 0,1 1 1 0 0,-1-1 0 0 0,0 1-1 0 0,0-1 1 0 0,1 0 0 0 0,-1 0-1 0 0,1 1 1 0 0,-1-1-1 0 0,0 0 1 0 0,1 0 0 0 0,-1 1-1 0 0,1-1 1 0 0,0 0 0 0 0,-1 0-1 0 0,1 0 1 0 0,0 0 0 0 0,-1 0-1 0 0,1 0 1 0 0,0 0 0 0 0,0-1-1 0 0,1 1 19 0 0,-1-1-1 0 0,1 1 1 0 0,0-1-1 0 0,0 1 1 0 0,0 0-1 0 0,0-1 1 0 0,0 1-1 0 0,1 0 1 0 0,-1 0-1 0 0,0 0 1 0 0,1 0-1 0 0,-1 0 1 0 0,0 0-1 0 0,1 0 1 0 0,1 0 0 0 0,11-6 540 0 0,0 1 0 0 0,23-7 1 0 0,1 4-364 0 0,0 2 1 0 0,58-4-1 0 0,0 0 18 0 0,-42 4-252 0 0,-33 5 54 0 0,0 0 0 0 0,42-12-1 0 0,-63 14-196 0 0,0 0 0 0 0,0-1-1 0 0,0 1 1 0 0,0-1 0 0 0,0 1-1 0 0,0 0 1 0 0,0-1 0 0 0,0 1-1 0 0,0 0 1 0 0,0-1 0 0 0,0 1-1 0 0,0-1 1 0 0,0 1 0 0 0,0 0-1 0 0,0-1 1 0 0,0 1 0 0 0,0 0-1 0 0,0-1 1 0 0,0 1 0 0 0,-1-1-1 0 0,1 1 1 0 0,0 0 0 0 0,0-1 0 0 0,0 1-1 0 0,-1 0 1 0 0,1 0 0 0 0,0-1-1 0 0,0 1 1 0 0,-1 0 0 0 0,1 0-1 0 0,0-1 1 0 0,-1 1 0 0 0,1 0-1 0 0,0 0 1 0 0,-1 0 0 0 0,1-1-1 0 0,-1 1 1 0 0</inkml:trace>
</inkml:ink>
</file>

<file path=ppt/ink/ink1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3:27.59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2 929 5065 0 0,'-1'-5'6485'0'0,"34"9"-5762"0"0,0-2-1 0 0,1-1 0 0 0,56-6 1 0 0,106-25 487 0 0,17-2-112 0 0,-65 17-670 0 0,287-70 0 0 0,-276 43-340 0 0,35-11 452 0 0,222-30 0 0 0,-227 60-357 0 0,425-63 82 0 0,-437 61-105 0 0,214-5 0 0 0,-58 42-5 0 0,-102 1-14 0 0,-208-12-118 0 0,514-8 21 0 0,58-64 225 0 0,-442 50-217 0 0,212-41 166 0 0,-263 37-188 0 0,353-83 198 0 0,204 11 494 0 0,-597 89-702 0 0,-9 2-107 0 0,208-33-913 0 0,-249 36-3938 0 0</inkml:trace>
</inkml:ink>
</file>

<file path=ppt/ink/ink1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3:30.38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21 67 3225 0 0,'-21'-67'14465'0'0,"45"116"-13762"0"0,30 95 0 0 0,-19-47-139 0 0,14 27 99 0 0,117 323 963 0 0,-164-430-1739 0 0,-11-19-973 0 0,-16-22-2255 0 0,16 12 1439 0 0</inkml:trace>
</inkml:ink>
</file>

<file path=ppt/ink/ink1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3:30.89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1 239 2385 0 0,'0'-20'1345'0'0,"0"0"0"0"0,2 0 0 0 0,0 1 0 0 0,8-32 0 0 0,-9 46-1017 0 0,1-1 0 0 0,0 1 1 0 0,0-1-1 0 0,1 1 0 0 0,-1 0 1 0 0,1 0-1 0 0,0 0 0 0 0,0 1 0 0 0,1-1 1 0 0,-1 1-1 0 0,1 0 0 0 0,0-1 0 0 0,0 2 1 0 0,1-1-1 0 0,-1 0 0 0 0,1 1 0 0 0,0 0 1 0 0,0 0-1 0 0,0 0 0 0 0,8-2 0 0 0,-2 1-272 0 0,0 1-1 0 0,-1 0 0 0 0,1 0 0 0 0,0 2 0 0 0,0-1 1 0 0,0 1-1 0 0,1 1 0 0 0,-1 0 0 0 0,0 1 1 0 0,0 0-1 0 0,0 0 0 0 0,0 1 0 0 0,0 1 0 0 0,10 3 1 0 0,-13-2-25 0 0,-1-1 0 0 0,0 1 1 0 0,0 0-1 0 0,0 0 1 0 0,0 1-1 0 0,-1 0 1 0 0,0 0-1 0 0,0 1 1 0 0,0-1-1 0 0,-1 1 0 0 0,1 1 1 0 0,-2-1-1 0 0,1 1 1 0 0,-1-1-1 0 0,0 2 1 0 0,0-1-1 0 0,0 0 0 0 0,-1 1 1 0 0,-1-1-1 0 0,3 9 1 0 0,-2-2 84 0 0,-1 0-1 0 0,0-1 1 0 0,-1 1 0 0 0,0 0 0 0 0,-2 0 0 0 0,1 0 0 0 0,-2 0 0 0 0,0-1 0 0 0,0 1-1 0 0,-9 25 1 0 0,9-30-34 0 0,-2 0 0 0 0,1 0-1 0 0,-1 0 1 0 0,0-1 0 0 0,-1 1-1 0 0,0-1 1 0 0,0 0 0 0 0,-1 0-1 0 0,0-1 1 0 0,0 0 0 0 0,-1 0 0 0 0,0 0-1 0 0,0-1 1 0 0,-1 0 0 0 0,0 0-1 0 0,-13 7 1 0 0,19-12-21 0 0,0 0 0 0 0,0-1 0 0 0,0 1 0 0 0,1 0 0 0 0,-1-1 0 0 0,0 1 0 0 0,0-1 0 0 0,0 1 0 0 0,0-1 0 0 0,0 0 0 0 0,0 0 0 0 0,0 0 0 0 0,0 0 0 0 0,0 0 0 0 0,0 0 0 0 0,0-1 0 0 0,0 1 0 0 0,-3-2 0 0 0,8 0-9 0 0,-1 0 1 0 0,1 1-1 0 0,0-1 0 0 0,0 1 1 0 0,0 0-1 0 0,0-1 0 0 0,6 0 1 0 0,-2-1-47 0 0,1 1-1 0 0,0 0 1 0 0,1 1 0 0 0,-1 0 0 0 0,0 0 0 0 0,0 0 0 0 0,0 1 0 0 0,1 0 0 0 0,-1 1 0 0 0,0 0 0 0 0,0 0 0 0 0,0 1-1 0 0,0 0 1 0 0,0 0 0 0 0,0 1 0 0 0,0 0 0 0 0,-1 1 0 0 0,0-1 0 0 0,1 1 0 0 0,8 7 0 0 0,103 60 308 0 0,-71-44-796 0 0,-2 1 1 0 0,73 59-1 0 0,-101-72-4586 0 0,0-1-1668 0 0</inkml:trace>
</inkml:ink>
</file>

<file path=ppt/ink/ink1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3:31.21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0 2304 0 0,'0'16'13323'0'0,"10"16"-9692"0"0,16 31-2139 0 0,-15-40-1162 0 0,2 0 1 0 0,0-1-1 0 0,2-1 0 0 0,23 29 1 0 0,-28-39-489 0 0,0 0 0 0 0,1 0 0 0 0,0-1 0 0 0,1-1 0 0 0,0 0 1 0 0,0 0-1 0 0,1-1 0 0 0,0-1 0 0 0,15 6 0 0 0,-26-12-73 0 0,0 0 1 0 0,0 0-1 0 0,0 0 1 0 0,0-1-1 0 0,0 1 0 0 0,0-1 1 0 0,0 0-1 0 0,0 1 0 0 0,0-1 1 0 0,0 0-1 0 0,0 0 0 0 0,0 0 1 0 0,0 0-1 0 0,0-1 1 0 0,0 1-1 0 0,0 0 0 0 0,3-2 1 0 0,2-3-1175 0 0</inkml:trace>
</inkml:ink>
</file>

<file path=ppt/ink/ink1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3:31.43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16 33 13395 0 0,'-1'0'291'0'0,"0"-1"0"0"0,-1 0 1 0 0,1 0-1 0 0,0 0 0 0 0,0 0 0 0 0,0 0 0 0 0,0 0 1 0 0,1 0-1 0 0,-1 0 0 0 0,0-1 0 0 0,0 1 1 0 0,1 0-1 0 0,-1 0 0 0 0,0-1 0 0 0,1 1 1 0 0,-1 0-1 0 0,1-1 0 0 0,0 1 0 0 0,0-1 0 0 0,-1-1 1 0 0,1 3-205 0 0,0 0 1 0 0,0-1 0 0 0,0 1 0 0 0,0 0 0 0 0,0 0-1 0 0,0-1 1 0 0,0 1 0 0 0,0 0 0 0 0,0 0-1 0 0,0-1 1 0 0,0 1 0 0 0,0 0 0 0 0,0 0-1 0 0,2-3 967 0 0,-1 3-967 0 0,-1 0 1 0 0,0 0 0 0 0,0 0 0 0 0,0 0-1 0 0,1 0 1 0 0,-1-1 0 0 0,0 1 0 0 0,0 0-1 0 0,1 0 1 0 0,-1 0 0 0 0,17 10-512 0 0,-9-1-282 0 0,0 0 0 0 0,-1 0 1 0 0,0 1-1 0 0,-1 0 0 0 0,0 1 0 0 0,7 15 0 0 0,1 7-1052 0 0</inkml:trace>
</inkml:ink>
</file>

<file path=ppt/ink/ink1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3:52.70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392 111 1840 0 0,'-14'-37'3076'0'0,"-18"-36"0"0"0,13 123-2536 0 0,-29 118-658 0 0,7 3-1 0 0,-22 201 0 0 0,1 354-303 0 0,-22 406-1475 0 0,70-960 1589 0 0,-1 525 2663 0 0,17-635-1984 0 0,6 328-7 0 0,-8-359-3490 0 0</inkml:trace>
</inkml:ink>
</file>

<file path=ppt/ink/ink1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3:55.25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142 711 4145 0 0,'1'-1'19'0'0,"-1"0"0"0"0,0 0 1 0 0,0 0-1 0 0,1 0 0 0 0,-1 1 0 0 0,1-1 1 0 0,-1 0-1 0 0,1 0 0 0 0,-1 0 0 0 0,1 1 1 0 0,0-1-1 0 0,-1 0 0 0 0,1 1 0 0 0,0-1 1 0 0,-1 0-1 0 0,1 1 0 0 0,0-1 0 0 0,0 1 1 0 0,0-1-1 0 0,0 1 0 0 0,-1-1 0 0 0,1 1 1 0 0,0 0-1 0 0,2-1 0 0 0,29-7-96 0 0,-20 5 113 0 0,372-114 1044 0 0,-193 55 120 0 0,339-64 1 0 0,-72 68-192 0 0,-24 4-790 0 0,12 11 81 0 0,-198 26-279 0 0,316-33 203 0 0,-188 20-213 0 0,-174 17-11 0 0,-3 0 89 0 0,131-12-23 0 0,585-31 44 0 0,-604 42-27 0 0,-63 10-53 0 0,357 38 0 0 0,99 14 31 0 0,-146-13 85 0 0,-460-22-156 0 0,156 42 1 0 0,-67-12 209 0 0,-94-24 147 0 0,0 5-1 0 0,-2 3 1 0 0,-1 4-1 0 0,101 51 1 0 0,-153-64 108 0 0,-26-14-361 0 0,0 1 0 0 0,0 1-1 0 0,-1 0 1 0 0,1 1 0 0 0,-1 0-1 0 0,-1 1 1 0 0,1 0 0 0 0,-1 1-1 0 0,11 12 1 0 0,-19-19-37 0 0,0-1-1 0 0,0 0 1 0 0,0 1-1 0 0,0-1 1 0 0,0 0-1 0 0,0 0 1 0 0,0 0-1 0 0,0 0 1 0 0,1 0 0 0 0,-1 0-1 0 0,0-1 1 0 0,1 1-1 0 0,-1-1 1 0 0,0 0-1 0 0,1 0 1 0 0,-1 0-1 0 0,1 0 1 0 0,2 0 0 0 0,-2 0 3 0 0,1 0 1 0 0,0 0-1 0 0,-1 0 1 0 0,1 1-1 0 0,-1-1 1 0 0,1 1 0 0 0,-1 0-1 0 0,0 0 1 0 0,6 3-1 0 0,-4 0-28 0 0,0 0 0 0 0,0 0 0 0 0,0 0 0 0 0,-1 1 0 0 0,1 0 0 0 0,-1 0 1 0 0,0 0-1 0 0,-1 1 0 0 0,5 6 0 0 0,24 59 98 0 0,-19-39 67 0 0,15 38-108 0 0,-3 1 0 0 0,-3 2 0 0 0,-3 0 0 0 0,-4 1 0 0 0,9 106-1 0 0,-8 384-387 0 0,-13-172 265 0 0,15 102 34 0 0,14 271 0 0 0,-13 110-5 0 0,-13-289 2 0 0,-2-462 10 0 0,2 292 60 0 0,-2-220 1120 0 0,0-41-359 0 0,-4-155-823 0 0,0 1 0 0 0,0-1 0 0 0,0 0 0 0 0,0 0 0 0 0,0 0 0 0 0,0 0 0 0 0,0 1 0 0 0,0-1-1 0 0,0 0 1 0 0,0 0 0 0 0,0 0 0 0 0,0 1 0 0 0,0-1 0 0 0,-1 0 0 0 0,1 0 0 0 0,0 0 0 0 0,0 0 0 0 0,0 0 0 0 0,0 1 0 0 0,0-1 0 0 0,-1 0 0 0 0,1 0 0 0 0,0 0 0 0 0,0 0 0 0 0,0 0 0 0 0,0 0-1 0 0,-1 0 1 0 0,1 0 0 0 0,0 0 0 0 0,0 0 0 0 0,0 1 0 0 0,-1-1 0 0 0,1 0 0 0 0,0 0 0 0 0,0 0 0 0 0,0 0 0 0 0,-1 0 0 0 0,1 0 0 0 0,0-1 0 0 0,0 1 0 0 0,-1 0 0 0 0,-13-4 468 0 0,-15-10 369 0 0,27 13-813 0 0,-29-16-8 0 0,-1 2 0 0 0,0 2 0 0 0,-1 0 0 0 0,-1 3 0 0 0,1 0 0 0 0,-56-7 0 0 0,3 6-260 0 0,-409-41 231 0 0,303 39-263 0 0,-150-3-262 0 0,-334-10 149 0 0,157-26-125 0 0,461 45 466 0 0,-740-106-1105 0 0,581 73 1392 0 0,-118-19-98 0 0,-239-63-96 0 0,438 89-46 0 0,-73-20-21 0 0,-259-53-38 0 0,-521-78 55 0 0,874 159 6 0 0,-200-33 241 0 0,-302 9-116 0 0,25-16 4 0 0,510 53-110 0 0,-128-26 99 0 0,-264-83 0 0 0,22-6-460 0 0,415 118 645 0 0,-65-8 0 0 0,67 12-77 0 0,0-1 1 0 0,-42-13-1 0 0,63 11-320 0 0,15 5-107 0 0</inkml:trace>
</inkml:ink>
</file>

<file path=ppt/ink/ink1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21.72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41 167 3681 0 0,'-3'-9'379'0'0,"0"1"1"0"0,1-1-1 0 0,-1 0 0 0 0,2 0 1 0 0,-1 0-1 0 0,1 0 1 0 0,1-11-1 0 0,-1 11 238 0 0,1 0 0 0 0,-1 0 0 0 0,0 0-1 0 0,-1 1 1 0 0,0-1 0 0 0,-1 0 0 0 0,-9-14 4721 0 0,11 24-5252 0 0,-2 13 1681 0 0,3 19-859 0 0,115 822 1461 0 0,-110-827-2247 0 0,-1 0 1 0 0,0 30-1 0 0,-4-48-575 0 0,0 0-1 0 0,0-1 1 0 0,-1 1-1 0 0,-1 0 1 0 0,0-1-1 0 0,0 1 1 0 0,-1-1-1 0 0,0 0 1 0 0,-7 16-1 0 0</inkml:trace>
</inkml:ink>
</file>

<file path=ppt/ink/ink1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22.04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32 138 9218 0 0,'-2'0'55'0'0,"0"-1"0"0"0,1 0 0 0 0,-1 1 0 0 0,0-1 0 0 0,1 0 0 0 0,-1 0 0 0 0,0 0 0 0 0,1-1 0 0 0,0 1 0 0 0,-1 0 0 0 0,1 0 0 0 0,0-1 0 0 0,-1 1 0 0 0,1-1 0 0 0,0 1 0 0 0,0-1 0 0 0,0 0 0 0 0,0 1 0 0 0,1-1 0 0 0,-1 0 0 0 0,0 0 0 0 0,1 1 0 0 0,-1-1 0 0 0,1 0 0 0 0,-1 0 0 0 0,1 0 0 0 0,0 0 0 0 0,0 1 0 0 0,0-1 0 0 0,0 0 0 0 0,0 0 0 0 0,0 0 0 0 0,1 0 0 0 0,-1 0 0 0 0,1 0 0 0 0,-1 1 0 0 0,1-1 0 0 0,0 0 0 0 0,-1 0 0 0 0,1 1 0 0 0,0-1 0 0 0,0 1 0 0 0,0-1 0 0 0,1 0 0 0 0,-1 1 0 0 0,0 0 0 0 0,0-1 0 0 0,1 1 0 0 0,-1 0 0 0 0,1 0 0 0 0,-1 0 0 0 0,1 0 0 0 0,1-1 0 0 0,8-5 212 0 0,-1 1 1 0 0,1 1-1 0 0,-1 0 0 0 0,2 1 1 0 0,-1 0-1 0 0,0 0 0 0 0,19-3 1 0 0,84-7 928 0 0,-90 13-1144 0 0,-1 0-1 0 0,0 2 1 0 0,0 0-1 0 0,0 1 1 0 0,0 2-1 0 0,0 0 1 0 0,31 11-1 0 0,-42-11-428 0 0,-1 1 0 0 0,1 0 0 0 0,-1 1 0 0 0,-1 0 0 0 0,1 0 0 0 0,-1 1 0 0 0,0 0 0 0 0,0 1 0 0 0,-1 0 0 0 0,0 1 0 0 0,-1 0 0 0 0,1 0 0 0 0,-2 1 0 0 0,1 0 0 0 0,8 17 0 0 0,-5-4-3357 0 0</inkml:trace>
</inkml:ink>
</file>

<file path=ppt/ink/ink1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22.27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68 6913 0 0,'0'0'67'0'0,"0"0"0"0"0,0 0 0 0 0,-1 0 0 0 0,1 0 0 0 0,0 0-1 0 0,0 1 1 0 0,-1-1 0 0 0,1 0 0 0 0,0 0 0 0 0,0 0 0 0 0,-1 1-1 0 0,1-1 1 0 0,0 0 0 0 0,0 0 0 0 0,0 1 0 0 0,-1-1 0 0 0,1 0 0 0 0,0 0-1 0 0,0 1 1 0 0,0-1 0 0 0,0 0 0 0 0,0 1 0 0 0,0-1 0 0 0,0 0-1 0 0,0 1 1 0 0,0-1 0 0 0,0 0 0 0 0,0 1 0 0 0,0-1 0 0 0,0 0-1 0 0,0 0 1 0 0,0 1 0 0 0,0-1 0 0 0,0 0 0 0 0,0 1 0 0 0,0-1-1 0 0,0 0 1 0 0,0 1 0 0 0,0-1 0 0 0,1 0 0 0 0,-1 0 0 0 0,0 1-1 0 0,0-1 1 0 0,0 0 0 0 0,1 0 0 0 0,-1 1 0 0 0,0-1 0 0 0,0 0-1 0 0,1 0 1 0 0,-1 0 0 0 0,0 1 0 0 0,0-1 0 0 0,1 0 0 0 0,-1 0-1 0 0,0 0 1 0 0,0 0 0 0 0,1 0 0 0 0,-1 0 0 0 0,0 0 0 0 0,1 1-1 0 0,19 6 2177 0 0,3-9-1452 0 0,0-1-1 0 0,-1-1 0 0 0,1-2 1 0 0,-1 0-1 0 0,27-11 0 0 0,14-4-670 0 0,22-3-1646 0 0,-62 18 232 0 0</inkml:trace>
</inkml:ink>
</file>

<file path=ppt/ink/ink1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22.56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37 7 9218 0 0,'-3'-7'9891'0'0,"-5"21"-7850"0"0,-4 25-1930 0 0,5 19 134 0 0,3 0 1 0 0,2 0 0 0 0,9 90 0 0 0,-4-101-193 0 0,-2-17-52 0 0,4 46 67 0 0,-4-70-71 0 0,0 1-1 0 0,1 0 0 0 0,-1-1 0 0 0,2 1 0 0 0,-1-1 0 0 0,1 0 0 0 0,-1 0 0 0 0,7 9 0 0 0,-1-6-252 0 0,1-4-86 0 0</inkml:trace>
</inkml:ink>
</file>

<file path=ppt/ink/ink1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24.20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102 214 2304 0 0,'-1'0'61'0'0,"-9"1"363"0"0,0-1 0 0 0,0 0-1 0 0,1-1 1 0 0,-1 0 0 0 0,0-1 0 0 0,0 0 0 0 0,1 0 0 0 0,-12-5 0 0 0,21 7-396 0 0,0 0 1 0 0,0 0-1 0 0,0 0 1 0 0,0 0-1 0 0,0 0 1 0 0,0 0-1 0 0,0-1 0 0 0,0 1 1 0 0,0 0-1 0 0,0 0 1 0 0,-1 0-1 0 0,1 0 1 0 0,0 0-1 0 0,0 0 1 0 0,0 0-1 0 0,0 0 0 0 0,0 0 1 0 0,0 0-1 0 0,0-1 1 0 0,0 1-1 0 0,0 0 1 0 0,0 0-1 0 0,0 0 0 0 0,0 0 1 0 0,0 0-1 0 0,0 0 1 0 0,0 0-1 0 0,0 0 1 0 0,0-1-1 0 0,0 1 1 0 0,0 0-1 0 0,0 0 0 0 0,0 0 1 0 0,0 0-1 0 0,0 0 1 0 0,0 0-1 0 0,0 0 1 0 0,0 0-1 0 0,0-1 0 0 0,0 1 1 0 0,0 0-1 0 0,0 0 1 0 0,0 0-1 0 0,1 0 1 0 0,-1 0-1 0 0,0 0 1 0 0,0 0-1 0 0,0 0 0 0 0,0 0 1 0 0,0 0-1 0 0,0 0 1 0 0,0 0-1 0 0,0-1 1 0 0,0 1-1 0 0,0 0 0 0 0,1 0 1 0 0,9-5 876 0 0,10-2 135 0 0,426-77 5081 0 0,-58 36-4937 0 0,-202 28-839 0 0,-109 10-238 0 0,-12 0 158 0 0,0 4-1 0 0,0 2 1 0 0,68 5-1 0 0,-119 3-127 0 0,-14-4-154 0 0,0 0 0 0 0,0 0 0 0 0,1 0 0 0 0,-1 1-1 0 0,0-1 1 0 0,0 0 0 0 0,0 0 0 0 0,0 0 0 0 0,1 0 0 0 0,-1 1 0 0 0,0-1 0 0 0,0 0 0 0 0,0 0-1 0 0,0 0 1 0 0,0 1 0 0 0,0-1 0 0 0,1 0 0 0 0,-1 0 0 0 0,0 1 0 0 0,0-1 0 0 0,0 0 0 0 0,0 0 0 0 0,0 1-1 0 0,0-1 1 0 0,0 0 0 0 0,0 0 0 0 0,0 0 0 0 0,0 1 0 0 0,0-1 0 0 0,0 0 0 0 0,0 0 0 0 0,-1 1 0 0 0,1-1-1 0 0,0 0 1 0 0,0 0 0 0 0,0 1 0 0 0,0-1 0 0 0,0 0 0 0 0,0 0 0 0 0,0 0 0 0 0,-1 1 0 0 0,1-1-1 0 0,0 0 1 0 0,0 0 0 0 0,0 0 0 0 0,-1 0 0 0 0,1 0 0 0 0,0 1 0 0 0</inkml:trace>
</inkml:ink>
</file>

<file path=ppt/ink/ink1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24.8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132 18 6913 0 0,'-6'-3'341'0'0,"0"1"0"0"0,0-1 0 0 0,-1 1-1 0 0,1 0 1 0 0,-8-1 0 0 0,2 1 2537 0 0,31 6-852 0 0,-17-4-1773 0 0,2 2 3 0 0,12 8-51 0 0,-1 0 1 0 0,0 1-1 0 0,0 1 0 0 0,-1 0 0 0 0,0 1 1 0 0,-1 0-1 0 0,15 21 0 0 0,-7-11-209 0 0,-10-12 33 0 0,0 0 0 0 0,2-1 0 0 0,-1-1 1 0 0,21 12-1 0 0,-16-10 50 0 0,29 23 0 0 0,-24-15-126 0 0,-4-3 35 0 0,1 0-1 0 0,-2 1 0 0 0,0 1 1 0 0,18 26-1 0 0,-32-40 40 0 0,0 1 0 0 0,0 0 0 0 0,0 0 0 0 0,-1 0 0 0 0,0 0-1 0 0,0 0 1 0 0,0 1 0 0 0,0-1 0 0 0,-1 1 0 0 0,0-1 0 0 0,0 1 0 0 0,-1-1 0 0 0,1 1 0 0 0,-1 0 0 0 0,0-1-1 0 0,-1 1 1 0 0,0-1 0 0 0,1 1 0 0 0,-2 0 0 0 0,1-1 0 0 0,-1 0 0 0 0,1 1 0 0 0,-2-1 0 0 0,-2 7 0 0 0,2-8 96 0 0,-1 1 1 0 0,1-1 0 0 0,-1 1 0 0 0,0-1 0 0 0,0 0 0 0 0,0 0 0 0 0,0-1 0 0 0,-1 0-1 0 0,1 1 1 0 0,-8 2 0 0 0,-56 26 935 0 0,33-17-486 0 0,-14 10 110 0 0,2 1 1 0 0,1 3 0 0 0,-50 39 0 0 0,77-51-643 0 0,0 1 0 0 0,-16 21 0 0 0,-6 6-55 0 0,20-20 200 0 0,21-24-301 0 0,-1 0 0 0 0,1 0 0 0 0,-1-1-1 0 0,1 1 1 0 0,-1 0 0 0 0,1 0 0 0 0,-1 0 0 0 0,1 0 0 0 0,0 0 0 0 0,0 0 0 0 0,0 0 0 0 0,-1 0 0 0 0,1 0-1 0 0,0 0 1 0 0,0 0 0 0 0,0 0 0 0 0,0 0 0 0 0,0 0 0 0 0,1 0 0 0 0,-1 0 0 0 0,0 0 0 0 0,0 0 0 0 0,1-1-1 0 0,-1 1 1 0 0,1 0 0 0 0,-1 0 0 0 0,0 0 0 0 0,1 0 0 0 0,0 1 0 0 0</inkml:trace>
</inkml:ink>
</file>

<file path=ppt/ink/ink1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26.50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248 82 6913 0 0,'-30'2'1186'0'0,"1"2"-1"0"0,-1 1 1 0 0,0 1-1 0 0,-28 10 1 0 0,41-11-415 0 0,-37 12 2341 0 0,106-43-656 0 0,-6 10-2403 0 0,2-1 102 0 0,2 1 0 0 0,0 3 0 0 0,81-11-1 0 0,395 2 22 0 0,-448 22 83 0 0,-14-2 91 0 0,0 3 0 0 0,82 12 0 0 0,-136-11-341 0 0,25 4-26 0 0,0-1 0 0 0,38 1 0 0 0,-66-4-1736 0 0</inkml:trace>
</inkml:ink>
</file>

<file path=ppt/ink/ink1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26.99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149 72 1376 0 0,'-18'-7'1816'0'0,"1"-1"0"0"0,-23-13-1 0 0,24 12 801 0 0,-1 0 0 0 0,-24-8 0 0 0,54 31 2133 0 0,13 8-4962 0 0,76 33 257 0 0,14 9 25 0 0,-104-56-64 0 0,-1 0-1 0 0,0 1 1 0 0,0 0-1 0 0,-1 1 1 0 0,0 0-1 0 0,-1 1 1 0 0,10 12-1 0 0,-18-21 17 0 0,-1 0 1 0 0,1 0-1 0 0,0 1 0 0 0,-1-1 1 0 0,1 0-1 0 0,-1 0 0 0 0,1 0 0 0 0,-1 0 1 0 0,0 1-1 0 0,0-1 0 0 0,0 0 0 0 0,0 0 1 0 0,-1 0-1 0 0,1 0 0 0 0,0 1 1 0 0,-1-1-1 0 0,0 0 0 0 0,1 0 0 0 0,-1 0 1 0 0,0 0-1 0 0,0 0 0 0 0,0 0 1 0 0,0 0-1 0 0,-1-1 0 0 0,1 1 0 0 0,-3 3 1 0 0,-6 6 265 0 0,0 1 0 0 0,-21 17 0 0 0,20-20-179 0 0,-218 201 1581 0 0,222-203-1768 0 0,3-4-218 0 0,-1 1-1 0 0,1 0 1 0 0,0 0-1 0 0,0 0 1 0 0,1 0 0 0 0,-1 1-1 0 0,1-1 1 0 0,0 1 0 0 0,-3 7-1 0 0</inkml:trace>
</inkml:ink>
</file>

<file path=ppt/ink/ink1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27.36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 8 6449 0 0,'-12'-8'3851'0'0,"18"32"788"0"0,-2-12-5126 0 0,38 182 4074 0 0,3 7-2509 0 0,-40-184-1238 0 0,41 128 697 0 0,-8-53-4064 0 0,-34-86 1576 0 0</inkml:trace>
</inkml:ink>
</file>

<file path=ppt/ink/ink1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27.60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1 293 6913 0 0,'0'-6'167'0'0,"1"0"0"0"0,0-1 0 0 0,1 1 0 0 0,0 0 0 0 0,0 0 0 0 0,0 0 0 0 0,0 1 0 0 0,1-1 0 0 0,0 1 0 0 0,0-1 0 0 0,1 1 0 0 0,-1 0 0 0 0,1 0 0 0 0,7-6 0 0 0,7-8 1062 0 0,42-33 0 0 0,-56 49-1118 0 0,18-14 60 0 0,1 1 0 0 0,0 1 0 0 0,2 1 0 0 0,-1 1 0 0 0,2 1 0 0 0,0 2 0 0 0,0 0 0 0 0,35-8 0 0 0,-27 15-1541 0 0,-17 3-3032 0 0</inkml:trace>
</inkml:ink>
</file>

<file path=ppt/ink/ink1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27.82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0 146 5065 0 0,'2'-3'89'0'0,"1"0"0"0"0,0 0 1 0 0,-1 1-1 0 0,1-1 0 0 0,0 0 0 0 0,0 1 0 0 0,0 0 0 0 0,1 0 0 0 0,-1 0 1 0 0,7-3-1 0 0,-1-1 90 0 0,40-25 1552 0 0,84-40 0 0 0,-116 63-1664 0 0</inkml:trace>
</inkml:ink>
</file>

<file path=ppt/ink/ink1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28.25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 80 6913 0 0,'-1'-1'210'0'0,"-1"-1"-1"0"0,1 1 0 0 0,-1-1 1 0 0,1 0-1 0 0,0 1 0 0 0,-1-1 1 0 0,1 0-1 0 0,0 0 0 0 0,0 0 1 0 0,1 0-1 0 0,-1 0 0 0 0,0 0 1 0 0,1 0-1 0 0,-1 0 0 0 0,1 0 1 0 0,0-1-1 0 0,-1 1 0 0 0,1 0 1 0 0,0 0-1 0 0,0 0 0 0 0,1 0 1 0 0,-1-1-1 0 0,0 1 0 0 0,1 0 1 0 0,-1 0-1 0 0,1 0 0 0 0,1-4 1 0 0,-1 5 30 0 0,0-1 1 0 0,0 1-1 0 0,0-1 1 0 0,0 1-1 0 0,0 0 1 0 0,1 0-1 0 0,-1 0 0 0 0,0-1 1 0 0,1 1-1 0 0,-1 0 1 0 0,0 1-1 0 0,1-1 1 0 0,-1 0-1 0 0,1 0 1 0 0,0 1-1 0 0,-1-1 1 0 0,1 0-1 0 0,2 0 1 0 0,-1 1-226 0 0,-1 0 1 0 0,1 0-1 0 0,0 0 1 0 0,-1 0-1 0 0,1 0 1 0 0,-1 1-1 0 0,1-1 0 0 0,-1 1 1 0 0,5 1-1 0 0,-3 0 50 0 0,0 0 0 0 0,-1 1 0 0 0,1-1 0 0 0,-1 1 0 0 0,1 0 0 0 0,-1 0 0 0 0,0 0 0 0 0,0 1 0 0 0,0-1-1 0 0,0 1 1 0 0,-1-1 0 0 0,0 1 0 0 0,1 0 0 0 0,-1 0 0 0 0,-1 0 0 0 0,3 7 0 0 0,3 9 70 0 0,9 41-1 0 0,-16-60-129 0 0,5 50 151 0 0,3 16-19 0 0,-7-63-120 0 0,0 0 0 0 0,0-1-1 0 0,0 1 1 0 0,0-1 0 0 0,1 1 0 0 0,-1-1 0 0 0,1 1-1 0 0,0-1 1 0 0,0 0 0 0 0,0 0 0 0 0,0 0 0 0 0,1 0-1 0 0,4 4 1 0 0,-5-6 24 0 0,0 0 1 0 0,0 0-1 0 0,0 0 1 0 0,0-1-1 0 0,0 1 0 0 0,0-1 1 0 0,0 1-1 0 0,0-1 0 0 0,0 0 1 0 0,0 0-1 0 0,0 0 0 0 0,0 0 1 0 0,0 0-1 0 0,0 0 0 0 0,0-1 1 0 0,0 1-1 0 0,0-1 0 0 0,0 1 1 0 0,0-1-1 0 0,0 0 0 0 0,0 0 1 0 0,0 0-1 0 0,0 0 0 0 0,3-2 1 0 0,44-34 1327 0 0,-45 34-1291 0 0,93-86 988 0 0,21-17-4263 0 0,-106 97 2063 0 0</inkml:trace>
</inkml:ink>
</file>

<file path=ppt/ink/ink1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30.38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46 29 6913 0 0,'-4'-3'1511'0'0,"-16"-16"2257"0"0,19 18-3481 0 0,1 1 0 0 0,-1-1-1 0 0,0 1 1 0 0,1-1 0 0 0,-1 1 0 0 0,0-1-1 0 0,0 1 1 0 0,0-1 0 0 0,1 1-1 0 0,-1 0 1 0 0,0-1 0 0 0,0 1 0 0 0,0 0-1 0 0,0 0 1 0 0,0 0 0 0 0,0-1-1 0 0,0 1 1 0 0,1 0 0 0 0,-1 0 0 0 0,0 0-1 0 0,-1 1 1 0 0,1-1-207 0 0,1 1 0 0 0,-1 0 0 0 0,1-1 0 0 0,0 1 0 0 0,0 0 0 0 0,0 0 0 0 0,-1-1 0 0 0,1 1 0 0 0,0 0 0 0 0,0 0 0 0 0,0-1 0 0 0,0 1 0 0 0,0 0 0 0 0,0 0 0 0 0,0-1 0 0 0,0 1 0 0 0,1 0 0 0 0,-1-1 0 0 0,0 1 0 0 0,0 0 0 0 0,1 0 0 0 0,-1-1 0 0 0,1 2 0 0 0,9 23 60 0 0,-7-19-24 0 0,182 481 357 0 0,-177-467-590 0 0,-1 0 0 0 0,0 1 0 0 0,-2 0 0 0 0,-1 0 0 0 0,0 0 0 0 0,-2 0 1 0 0,0 24-1 0 0,-1-44-77 0 0,-1 0 1 0 0,0 0 0 0 0,0 0-1 0 0,0 0 1 0 0,0 0-1 0 0,-1-1 1 0 0,1 1 0 0 0,0 0-1 0 0,0 0 1 0 0,0 0 0 0 0,-1 0-1 0 0,1-1 1 0 0,0 1-1 0 0,-1 0 1 0 0,1 0 0 0 0,-1-1-1 0 0,1 1 1 0 0,-1 0 0 0 0,1-1-1 0 0,-1 1 1 0 0,1 0-1 0 0,-1-1 1 0 0,0 1 0 0 0,1-1-1 0 0,-1 1 1 0 0,0-1 0 0 0,1 1-1 0 0,-1-1 1 0 0,0 0-1 0 0,0 1 1 0 0,0-1 0 0 0,1 0-1 0 0,-1 0 1 0 0,0 1 0 0 0,0-1-1 0 0,0 0 1 0 0,0 0-1 0 0,1 0 1 0 0,-1 0 0 0 0,0 0-1 0 0,0 0 1 0 0,0 0 0 0 0,0 0-1 0 0,1-1 1 0 0,-1 1-1 0 0,0 0 1 0 0,0 0 0 0 0,0-1-1 0 0,0 1 1 0 0,-8-4-1638 0 0</inkml:trace>
</inkml:ink>
</file>

<file path=ppt/ink/ink1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30.62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19 306 2304 0 0,'-3'-5'326'0'0,"1"1"-1"0"0,-1-1 0 0 0,1 0 0 0 0,1 0 0 0 0,-1 0 0 0 0,1 0 0 0 0,-1 0 0 0 0,1 0 0 0 0,1 0 0 0 0,-1-1 1 0 0,1 1-1 0 0,0 0 0 0 0,0 0 0 0 0,1-1 0 0 0,1-7 0 0 0,0 6 86 0 0,0-1 0 0 0,1 1-1 0 0,0 0 1 0 0,0 1 0 0 0,1-1 0 0 0,0 0 0 0 0,0 1-1 0 0,1 0 1 0 0,8-10 0 0 0,4 0 104 0 0,0 1 0 0 0,1 1 0 0 0,1 0 0 0 0,0 2 0 0 0,0 0 0 0 0,26-11 0 0 0,-32 17-405 0 0,0 0 0 0 0,0 1 0 0 0,1 1-1 0 0,0 1 1 0 0,0 0 0 0 0,24-3 0 0 0,-31 6-459 0 0,1 0 1 0 0,0 0-1 0 0,0 0 0 0 0,-1 1 1 0 0,1 0-1 0 0,0 0 1 0 0,-1 1-1 0 0,1 0 1 0 0,-1 1-1 0 0,1-1 0 0 0,-1 2 1 0 0,0-1-1 0 0,11 8 1 0 0,-3 0-3879 0 0</inkml:trace>
</inkml:ink>
</file>

<file path=ppt/ink/ink1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30.8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1 216 6913 0 0,'3'-2'131'0'0,"1"1"-1"0"0,-1-1 0 0 0,1 0 0 0 0,-1 0 1 0 0,0 0-1 0 0,1 0 0 0 0,-1-1 0 0 0,0 0 0 0 0,-1 1 1 0 0,6-6-1 0 0,-1 0 143 0 0,33-29 2114 0 0,48-42 846 0 0,-76 70-3305 0 0,0 0-1 0 0,1 1 0 0 0,0 1 0 0 0,0 0 1 0 0,26-10-1 0 0,-22 12-919 0 0</inkml:trace>
</inkml:ink>
</file>

<file path=ppt/ink/ink1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31.11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 26 6913 0 0,'-12'-25'9843'0'0,"18"39"-8646"0"0,0 7-607 0 0,0 1 0 0 0,2 24 0 0 0,-4-22-413 0 0,11 39-1 0 0,-12-55-546 0 0,0-1 0 0 0,0 0 0 0 0,0 0 0 0 0,1-1 0 0 0,0 1 0 0 0,0-1 0 0 0,1 1 0 0 0,-1-1 0 0 0,10 8 0 0 0,-4-6-1243 0 0</inkml:trace>
</inkml:ink>
</file>

<file path=ppt/ink/ink1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3:57.71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4 103 2761 0 0,'0'-1'200'0'0,"-1"0"0"0"0,1 0 0 0 0,0 1 0 0 0,-1-1 1 0 0,1 0-1 0 0,-1 0 0 0 0,1 0 0 0 0,0 0 1 0 0,0 0-1 0 0,0 0 0 0 0,0 0 0 0 0,0 0 0 0 0,0 0 1 0 0,0 0-1 0 0,0 0 0 0 0,0 0 0 0 0,0 0 0 0 0,0 0 1 0 0,0 0-1 0 0,1 0 0 0 0,-1 0 0 0 0,0 0 0 0 0,1 0 1 0 0,-1 0-1 0 0,1 0 0 0 0,-1 1 0 0 0,1-1 1 0 0,0 0-1 0 0,-1 0 0 0 0,1 0 0 0 0,1 0 0 0 0,21-22 2394 0 0,-12 16-2137 0 0,1 1 0 0 0,0 0 0 0 0,1 0 0 0 0,-1 2 0 0 0,1-1 0 0 0,0 2 0 0 0,0-1 0 0 0,18-1-1 0 0,-13 3-411 0 0,0 1-1 0 0,0 1 0 0 0,-1 0 0 0 0,1 1 0 0 0,32 7 0 0 0,-39-6-1194 0 0,0 2 0 0 0,0-1 0 0 0,12 7 0 0 0</inkml:trace>
</inkml:ink>
</file>

<file path=ppt/ink/ink1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3:58.06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22 32 3225 0 0,'-10'3'-590'0'0,"-2"2"5332"0"0,25-6-1027 0 0,44-13-341 0 0,43-7-241 0 0,-89 20-3059 0 0,0 0 0 0 0,-1 0-1 0 0,1 1 1 0 0,0 0-1 0 0,-1 1 1 0 0,1 0-1 0 0,11 3 1 0 0,7 8 106 0 0,-17-7-1418 0 0,2 0-3363 0 0</inkml:trace>
</inkml:ink>
</file>

<file path=ppt/ink/ink1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32.03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49 9218 0 0,'0'0'707'0'0,"22"4"1729"0"0,-1-5-1549 0 0,0-1-1 0 0,0-2 1 0 0,32-9 0 0 0,17-2-622 0 0,-36 9-487 0 0,46-5-3020 0 0,-62 10-1457 0 0</inkml:trace>
</inkml:ink>
</file>

<file path=ppt/ink/ink1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32.28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0 104 6449 0 0,'12'-11'988'0'0,"0"2"0"0"0,0-1-1 0 0,1 1 1 0 0,0 1-1 0 0,1 0 1 0 0,0 1 0 0 0,15-5-1 0 0,-9 4-1584 0 0,0 2-1 0 0,31-7 0 0 0,-35 11-3989 0 0</inkml:trace>
</inkml:ink>
</file>

<file path=ppt/ink/ink1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32.7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40 42 7834 0 0,'-13'-18'3117'0'0,"-7"-5"2441"0"0,20 23-5451 0 0,-1 0 1 0 0,1 1 0 0 0,-1-1-1 0 0,1 0 1 0 0,0 1 0 0 0,-1-1-1 0 0,1 0 1 0 0,0 1 0 0 0,-1-1-1 0 0,1 0 1 0 0,0 1-1 0 0,-1-1 1 0 0,1 1 0 0 0,0-1-1 0 0,0 1 1 0 0,0-1 0 0 0,-1 1-1 0 0,1-1 1 0 0,0 1 0 0 0,0-1-1 0 0,0 1 1 0 0,0-1-1 0 0,0 1 1 0 0,0-1 0 0 0,0 1-1 0 0,0-1 1 0 0,0 1 0 0 0,0-1-1 0 0,0 1 1 0 0,0-1 0 0 0,0 1-1 0 0,1-1 1 0 0,-1 1-1 0 0,1 23 525 0 0,14 101-17 0 0,6-1 0 0 0,56 184 0 0 0,-62-264-1279 0 0,-9-29 137 0 0,-1 0 0 0 0,-1 0 0 0 0,0 0 0 0 0,-1 0 0 0 0,2 22 0 0 0,-7-29-1671 0 0</inkml:trace>
</inkml:ink>
</file>

<file path=ppt/ink/ink1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32.94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20 172 2304 0 0,'-2'-2'157'0'0,"0"1"0"0"0,1-1 0 0 0,-1 0 0 0 0,0 0-1 0 0,1 0 1 0 0,0 0 0 0 0,0 0 0 0 0,-1 0-1 0 0,1 0 1 0 0,0 0 0 0 0,1-1 0 0 0,-1 1-1 0 0,0 0 1 0 0,1-1 0 0 0,-1 1 0 0 0,1 0-1 0 0,0-1 1 0 0,0 1 0 0 0,0 0 0 0 0,0-1-1 0 0,0-3 1 0 0,1 2 106 0 0,1 0 1 0 0,-1 0-1 0 0,1 0 0 0 0,0 1 0 0 0,0-1 0 0 0,0 1 0 0 0,0-1 1 0 0,0 1-1 0 0,1-1 0 0 0,0 1 0 0 0,4-4 0 0 0,3-2 167 0 0,-1 2-1 0 0,1-1 0 0 0,0 2 0 0 0,1-1 1 0 0,-1 1-1 0 0,1 1 0 0 0,21-8 0 0 0,-23 10-443 0 0,0 0-1 0 0,0 1 0 0 0,0 0 1 0 0,-1 1-1 0 0,2 0 0 0 0,-1 1 1 0 0,0-1-1 0 0,0 2 0 0 0,0-1 1 0 0,0 1-1 0 0,0 0 0 0 0,0 1 1 0 0,14 5-1 0 0,-5 2-4339 0 0</inkml:trace>
</inkml:ink>
</file>

<file path=ppt/ink/ink1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33.20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22 121 9218 0 0,'-4'2'123'0'0,"-14"6"1372"0"0,37-23 2312 0 0,4-4-2639 0 0,1 1 0 0 0,42-25 0 0 0,-54 37-2066 0 0,0 0 0 0 0,0 1 0 0 0,1 1 0 0 0,25-6 1 0 0,-14 5-4207 0 0</inkml:trace>
</inkml:ink>
</file>

<file path=ppt/ink/ink1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33.7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52 67 1840 0 0,'-15'1'-345'0'0,"-9"-6"4146"0"0,23 4-3619 0 0,0 1-1 0 0,1-1 0 0 0,-1 1 0 0 0,0-1 0 0 0,0 1 1 0 0,1-1-1 0 0,-1 1 0 0 0,0-1 0 0 0,1 1 1 0 0,-1-1-1 0 0,1 0 0 0 0,-1 1 0 0 0,1-1 0 0 0,-1 0 1 0 0,1 0-1 0 0,0 0 0 0 0,-1 1 0 0 0,1-1 0 0 0,0 0 1 0 0,0 0-1 0 0,-1 0 0 0 0,1 0 0 0 0,0 1 0 0 0,0-1 1 0 0,0 0-1 0 0,0 0 0 0 0,0 0 0 0 0,0 0 1 0 0,0 0-1 0 0,0 1 0 0 0,1-1 0 0 0,-1 0 0 0 0,0 0 1 0 0,0 0-1 0 0,1 0 0 0 0,-1 1 0 0 0,0-1 0 0 0,1 0 1 0 0,-1 0-1 0 0,1 1 0 0 0,-1-1 0 0 0,1 0 0 0 0,-1 1 1 0 0,2-2-1 0 0,1-1-42 0 0,0 1-1 0 0,-1-1 1 0 0,1 1 0 0 0,1 0 0 0 0,-1-1 0 0 0,0 1-1 0 0,0 1 1 0 0,1-1 0 0 0,-1 0 0 0 0,1 1 0 0 0,0 0-1 0 0,-1 0 1 0 0,1 0 0 0 0,0 0 0 0 0,0 0 0 0 0,0 1-1 0 0,-1 0 1 0 0,1 0 0 0 0,0 0 0 0 0,6 1-1 0 0,-5-1 37 0 0,1 1-1 0 0,-1-1 0 0 0,1 1 1 0 0,-1 1-1 0 0,0-1 0 0 0,0 1 1 0 0,0 0-1 0 0,0 0 0 0 0,0 0 1 0 0,0 1-1 0 0,0-1 0 0 0,-1 1 0 0 0,1 0 1 0 0,4 5-1 0 0,-4-3-177 0 0,-1 0-1 0 0,0 1 1 0 0,-1 0-1 0 0,1-1 1 0 0,-1 1-1 0 0,0 0 1 0 0,0 1 0 0 0,-1-1-1 0 0,0 0 1 0 0,0 1-1 0 0,-1-1 1 0 0,1 1-1 0 0,0 11 1 0 0,-2 4-25 0 0,-1 0 1 0 0,-6 41-1 0 0,4-47 28 0 0,1 1-1 0 0,1-1 0 0 0,0 0 0 0 0,1 1 1 0 0,0-1-1 0 0,5 26 0 0 0,-4-41 62 0 0,-1 1 1 0 0,1-1-1 0 0,0 1 0 0 0,0-1 0 0 0,-1 0 1 0 0,1 1-1 0 0,0-1 0 0 0,0 0 1 0 0,0 1-1 0 0,0-1 0 0 0,1 0 0 0 0,-1 0 1 0 0,0 0-1 0 0,0 0 0 0 0,1 0 0 0 0,-1 0 1 0 0,1-1-1 0 0,-1 1 0 0 0,1 0 1 0 0,-1-1-1 0 0,1 1 0 0 0,-1-1 0 0 0,1 1 1 0 0,-1-1-1 0 0,1 0 0 0 0,0 0 0 0 0,-1 0 1 0 0,1 1-1 0 0,-1-2 0 0 0,1 1 1 0 0,0 0-1 0 0,-1 0 0 0 0,4-1 0 0 0,6-1 279 0 0,0-1 0 0 0,0 1 0 0 0,17-8 0 0 0,-24 8-226 0 0,37-13-310 0 0,-1-2 0 0 0,0-2 0 0 0,-2-1 1 0 0,56-39-1 0 0</inkml:trace>
</inkml:ink>
</file>

<file path=ppt/ink/ink1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37.46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300 143 8754 0 0,'-2'-13'872'0'0,"-1"-4"192"0"0,0-1 1 0 0,-8-23 0 0 0,10 38-871 0 0,0-1 1 0 0,0 1 0 0 0,-1 0-1 0 0,1 0 1 0 0,-1 0 0 0 0,1 0-1 0 0,-1 0 1 0 0,0 1 0 0 0,0-1-1 0 0,-1 0 1 0 0,1 1 0 0 0,0 0-1 0 0,-1-1 1 0 0,1 1 0 0 0,-1 0-1 0 0,0 0 1 0 0,0 1 0 0 0,0-1-1 0 0,-4-2 1 0 0,4 4-95 0 0,0 0 1 0 0,-1 0-1 0 0,1 0 1 0 0,0 0-1 0 0,0 0 0 0 0,0 1 1 0 0,0 0-1 0 0,-1-1 1 0 0,1 1-1 0 0,0 0 0 0 0,0 0 1 0 0,0 1-1 0 0,0-1 1 0 0,1 1-1 0 0,-1-1 0 0 0,0 1 1 0 0,1 0-1 0 0,-1 0 1 0 0,1 0-1 0 0,-1 0 1 0 0,1 1-1 0 0,-2 2 0 0 0,-7 7 15 0 0,1 0 0 0 0,0 0 0 0 0,-8 16 0 0 0,2 2-57 0 0,0 0 1 0 0,2 2 0 0 0,2 0 0 0 0,1 0 0 0 0,1 1 0 0 0,2 0 0 0 0,-6 42-1 0 0,5 8 92 0 0,1 151 0 0 0,10-150-39 0 0,4-1-1 0 0,2 0 0 0 0,22 84 1 0 0,-22-132-36 0 0,2 0 0 0 0,1-1 0 0 0,2 0 0 0 0,2-1 1 0 0,0 0-1 0 0,3-1 0 0 0,0-1 0 0 0,2-1 1 0 0,37 44-1 0 0,-29-45 77 0 0,0-1-1 0 0,2-2 1 0 0,1-1 0 0 0,1-1-1 0 0,60 34 1 0 0,-70-46-408 0 0,0-2 0 0 0,0 0-1 0 0,1-1 1 0 0,1-2 0 0 0,-1 0 0 0 0,1-2-1 0 0,0 0 1 0 0,1-2 0 0 0,-1 0 0 0 0,39-2 0 0 0,-39-4-6823 0 0</inkml:trace>
</inkml:ink>
</file>

<file path=ppt/ink/ink1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37.83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28 97 2761 0 0,'-21'-47'879'0'0,"14"-2"14303"0"0,22 75-12935 0 0,15 35-1859 0 0,4 30 106 0 0,39 167-1 0 0,-33-103-466 0 0,-10-75-264 0 0,-2-4-4091 0 0,-27-74 4200 0 0,-1 0-1 0 0,1 0 1 0 0,-1 0-1 0 0,1 1 1 0 0,-1-1-1 0 0,0 0 1 0 0,0 0-1 0 0,0 0 1 0 0,0 0-1 0 0,0 0 1 0 0,-1 0-1 0 0,0 4 0 0 0,-3 1 129 0 0</inkml:trace>
</inkml:ink>
</file>

<file path=ppt/ink/ink1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38.02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27 417 3681 0 0,'-6'-22'387'0'0,"0"-1"0"0"0,1 0 0 0 0,1 0 0 0 0,1 0 1 0 0,1 0-1 0 0,2-1 0 0 0,0 1 0 0 0,1-1 0 0 0,1 1 0 0 0,2 0 1 0 0,0 0-1 0 0,9-27 0 0 0,-11 45-78 0 0,1-1-1 0 0,-1 1 1 0 0,1 0-1 0 0,1 0 1 0 0,-1 1 0 0 0,0-1-1 0 0,1 1 1 0 0,0 0 0 0 0,0 0-1 0 0,1 0 1 0 0,-1 0 0 0 0,1 1-1 0 0,-1 0 1 0 0,9-5-1 0 0,-6 5-83 0 0,0 0-1 0 0,0 0 0 0 0,1 0 0 0 0,-1 1 0 0 0,1 0 0 0 0,-1 0 0 0 0,1 1 0 0 0,-1 0 0 0 0,1 0 1 0 0,11 1-1 0 0,-8 2-792 0 0,1 2-238 0 0</inkml:trace>
</inkml:ink>
</file>

<file path=ppt/ink/ink1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38.2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1 177 7834 0 0,'17'-3'746'0'0,"1"0"0"0"0,-1-1 0 0 0,0 0 0 0 0,0-2 0 0 0,0 0 1 0 0,-1-1-1 0 0,22-12 0 0 0,56-34 1423 0 0,-6-9-3773 0 0,-76 52 1583 0 0</inkml:trace>
</inkml:ink>
</file>

<file path=ppt/ink/ink1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38.60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 95 7370 0 0,'-8'6'1500'0'0,"18"-8"150"0"0,17-7 375 0 0,55-30 3043 0 0,-62 28-5314 0 0,0 1 0 0 0,0 1 1 0 0,27-8-1 0 0,-44 16-539 0 0,1 0 0 0 0,0 1-1 0 0,-1-1 1 0 0,1 1 0 0 0,0 0 0 0 0,-1-1-1 0 0,1 2 1 0 0,0-1 0 0 0,-1 0 0 0 0,8 2-1 0 0</inkml:trace>
</inkml:ink>
</file>

<file path=ppt/ink/ink1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39.07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0 122 9674 0 0,'0'0'748'0'0,"21"-20"3811"0"0,31-20-3666 0 0,30-14-7098 0 0,-70 46 6154 0 0</inkml:trace>
</inkml:ink>
</file>

<file path=ppt/ink/ink1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39.24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95 7778 0 0,'1'0'55'0'0,"-1"1"1"0"0,0-1-1 0 0,0 1 1 0 0,1-1 0 0 0,-1 0-1 0 0,0 1 1 0 0,1-1-1 0 0,-1 0 1 0 0,0 0 0 0 0,1 1-1 0 0,-1-1 1 0 0,1 0 0 0 0,-1 0-1 0 0,0 1 1 0 0,1-1-1 0 0,-1 0 1 0 0,1 0 0 0 0,-1 0-1 0 0,1 0 1 0 0,-1 0-1 0 0,1 0 1 0 0,-1 0 0 0 0,1 0-1 0 0,-1 0 1 0 0,0 0-1 0 0,1 0 1 0 0,-1 0 0 0 0,1 0-1 0 0,-1 0 1 0 0,1 0-1 0 0,-1 0 1 0 0,1 0 0 0 0,-1-1-1 0 0,0 1 1 0 0,1 0-1 0 0,-1 0 1 0 0,1 0 0 0 0,-1-1-1 0 0,1 1 1 0 0,25-11 2097 0 0,-21 9-1801 0 0,61-32 860 0 0,-53 26-1643 0 0,1 1 0 0 0,-1 0 1 0 0,1 0-1 0 0,1 2 0 0 0,-1 0 0 0 0,22-5 1 0 0,-22 8 376 0 0</inkml:trace>
</inkml:ink>
</file>

<file path=ppt/ink/ink1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39.6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85 108 8290 0 0,'-2'0'157'0'0,"0"0"0"0"0,1 0 0 0 0,-1 1 0 0 0,1-1 0 0 0,-1 0 0 0 0,0 1 0 0 0,1-1 0 0 0,-1 1 0 0 0,1 0 1 0 0,-1-1-1 0 0,1 1 0 0 0,0 0 0 0 0,-1 0 0 0 0,1 0 0 0 0,0 0 0 0 0,0 0 0 0 0,-1 0 0 0 0,1 0 0 0 0,0 1 0 0 0,0-1 0 0 0,0 0 0 0 0,0 0 1 0 0,1 1-1 0 0,-1-1 0 0 0,0 1 0 0 0,0-1 0 0 0,0 4 0 0 0,-20 50 1871 0 0,18-46-1729 0 0,-3 8-140 0 0,1 1 1 0 0,1 0-1 0 0,0 0 0 0 0,1 0 0 0 0,2 0 1 0 0,-1 0-1 0 0,2 0 0 0 0,1 1 0 0 0,0-1 0 0 0,4 20 1 0 0,-3-29-87 0 0,1 1 0 0 0,0-1 1 0 0,0 0-1 0 0,1 0 1 0 0,0 0-1 0 0,0 0 0 0 0,1 0 1 0 0,0-1-1 0 0,1 0 1 0 0,0 0-1 0 0,0-1 0 0 0,1 0 1 0 0,0 0-1 0 0,0 0 1 0 0,1-1-1 0 0,-1 0 0 0 0,1 0 1 0 0,1-1-1 0 0,-1 0 1 0 0,13 5-1 0 0,-9-4 23 0 0,1-2 0 0 0,-1 1 1 0 0,1-2-1 0 0,0 0 0 0 0,1 0 1 0 0,-1-1-1 0 0,0-1 0 0 0,1 0 0 0 0,-1-1 1 0 0,1 0-1 0 0,-1-1 0 0 0,1-1 1 0 0,21-5-1 0 0,-26 5-29 0 0,-1-1 0 0 0,0 0 0 0 0,0-1 0 0 0,0 0 0 0 0,0 0 0 0 0,-1 0 0 0 0,1-1 0 0 0,-1 0 0 0 0,-1-1 0 0 0,1 1 0 0 0,-1-1 0 0 0,1-1 0 0 0,-2 1 0 0 0,1-1 1 0 0,-1 0-1 0 0,0 0 0 0 0,0-1 0 0 0,-1 1 0 0 0,0-1 0 0 0,-1 0 0 0 0,1 0 0 0 0,1-9 0 0 0,-1 1 89 0 0,-1 0 1 0 0,-1-1-1 0 0,-1 1 0 0 0,0 0 1 0 0,0-1-1 0 0,-2 1 1 0 0,0 0-1 0 0,-1 0 0 0 0,-6-24 1 0 0,2 17-87 0 0,-1 0 0 0 0,-1 0-1 0 0,-1 0 1 0 0,-1 1 0 0 0,-22-36 0 0 0,27 50-85 0 0,-1 0-1 0 0,0 1 1 0 0,0-1 0 0 0,-1 1 0 0 0,0 1-1 0 0,0-1 1 0 0,-1 1 0 0 0,1 0 0 0 0,-1 1-1 0 0,-1 0 1 0 0,1 0 0 0 0,-1 1 0 0 0,-14-6-1 0 0,17 8-338 0 0,-1 0 0 0 0,0 1-1 0 0,0 0 1 0 0,0 0-1 0 0,0 1 1 0 0,0-1 0 0 0,-8 2-1 0 0</inkml:trace>
</inkml:ink>
</file>

<file path=ppt/ink/ink1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40.09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81 29 4609 0 0,'-45'-15'4753'0'0,"10"1"2718"0"0,53 25-3943 0 0,15 19-2773 0 0,-15-14-308 0 0,22 21-296 0 0,-1 2 1 0 0,-2 2-1 0 0,-2 1 0 0 0,43 66 0 0 0,-54-70-54 0 0,-2 0 0 0 0,-2 2 0 0 0,-2 0 0 0 0,-1 1 0 0 0,21 84 0 0 0,-31-91-93 0 0,-2 0 0 0 0,-1 0 0 0 0,-2 1 0 0 0,-1-1 0 0 0,-2 1 0 0 0,-2-1 0 0 0,-7 43 0 0 0,-2-24 4 0 0,-2-1 0 0 0,-2 0 0 0 0,-43 92 0 0 0,16-51-1811 0 0</inkml:trace>
</inkml:ink>
</file>

<file path=ppt/ink/ink1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56.76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106 507 4609 0 0,'-14'-20'2348'0'0,"1"-1"0"0"0,0 0 1 0 0,2-1-1 0 0,-14-38 0 0 0,21 49-1608 0 0,-5-13 1173 0 0,-8-16 1181 0 0,81 143-1875 0 0,-33-49-1291 0 0,74 94 0 0 0,-82-120 58 0 0,-15-16 14 0 0,2-1-1 0 0,-1 0 1 0 0,1 0 0 0 0,1-1 0 0 0,0-1 0 0 0,18 13 0 0 0,-29-21 5 0 0,1-1 0 0 0,0 1 0 0 0,-1-1 0 0 0,1 0 0 0 0,0 1 0 0 0,0-1 0 0 0,-1 0 0 0 0,1 0 0 0 0,0 0 0 0 0,0 1 0 0 0,-1-1 0 0 0,1 0 1 0 0,0 0-1 0 0,0 0 0 0 0,-1 0 0 0 0,1 0 0 0 0,0 0 0 0 0,0-1 0 0 0,-1 1 0 0 0,1 0 0 0 0,0 0 0 0 0,0 0 0 0 0,-1-1 0 0 0,1 1 0 0 0,0 0 0 0 0,1-2 0 0 0,-1 1 21 0 0,0 0 0 0 0,0-1 0 0 0,0 1 0 0 0,1-1 0 0 0,-1 1 0 0 0,-1-1-1 0 0,1 1 1 0 0,0-1 0 0 0,0 0 0 0 0,0 1 0 0 0,0-3 0 0 0,1-7 115 0 0,1 0-1 0 0,-2 0 0 0 0,1-12 1 0 0,-1 16-118 0 0,11-199 870 0 0,-8 107-1048 0 0,27-169 0 0 0,-20 235-274 0 0,-11 32 318 0 0,0 0-1 0 0,1 0 1 0 0,-1 0-1 0 0,0 0 0 0 0,1 0 1 0 0,-1 1-1 0 0,1-1 1 0 0,-1 0-1 0 0,1 0 0 0 0,-1 0 1 0 0,1 1-1 0 0,0-1 0 0 0,-1 0 1 0 0,1 1-1 0 0,0-1 1 0 0,0 1-1 0 0,0-1 0 0 0,-1 0 1 0 0,1 1-1 0 0,0 0 1 0 0,0-1-1 0 0,0 1 0 0 0,0 0 1 0 0,0-1-1 0 0,0 1 1 0 0,0 0-1 0 0,0 0 0 0 0,-1 0 1 0 0,1 0-1 0 0,0 0 1 0 0,0 0-1 0 0,2 0 0 0 0</inkml:trace>
</inkml:ink>
</file>

<file path=ppt/ink/ink1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57.39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40 100 2304 0 0,'-3'0'809'0'0,"0"0"0"0"0,0 0 0 0 0,0 0-1 0 0,0 0 1 0 0,0-1 0 0 0,0 1 0 0 0,0-1-1 0 0,0 0 1 0 0,0 0 0 0 0,0 0 0 0 0,-4-2-1 0 0,29-9 3354 0 0,28-6-2769 0 0,0 2-1 0 0,1 2 0 0 0,89-11 1 0 0,-118 22-1175 0 0,-14 1-136 0 0,-1 1 1 0 0,1 1-1 0 0,-1-1 0 0 0,1 1 0 0 0,9 1 1 0 0,-11 3-251 0 0,-5-1-272 0 0</inkml:trace>
</inkml:ink>
</file>

<file path=ppt/ink/ink1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5:01.08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1 131 8290 0 0,'6'-9'4800'0'0,"-5"8"-4581"0"0,25-7 415 0 0,-20 6-246 0 0,13-4 50 0 0,263-69 4213 0 0,-229 64-4295 0 0,0 3 0 0 0,1 2 0 0 0,76 1 0 0 0,-61 8-429 0 0,19-1-191 0 0,-30-1-5435 0 0,-34-1-667 0 0</inkml:trace>
</inkml:ink>
</file>

<file path=ppt/ink/ink1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5:01.61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37 314 10594 0 0,'-4'-4'363'0'0,"1"0"1"0"0,-1 0-1 0 0,1 0 0 0 0,0-1 0 0 0,0 1 0 0 0,1-1 1 0 0,-1 0-1 0 0,1 0 0 0 0,0 0 0 0 0,0 0 0 0 0,1 0 1 0 0,0 0-1 0 0,-1 0 0 0 0,2-1 0 0 0,-1 1 0 0 0,1 0 0 0 0,0-11 1 0 0,0 16-328 0 0,0 0 1 0 0,0 0-1 0 0,0 0 1 0 0,0 0-1 0 0,0-1 1 0 0,0 1-1 0 0,0 0 1 0 0,0 0-1 0 0,0 0 1 0 0,0 0-1 0 0,0 0 1 0 0,0 0-1 0 0,0-1 1 0 0,0 1-1 0 0,0 0 1 0 0,0 0 0 0 0,0 0-1 0 0,0 0 1 0 0,1 0-1 0 0,-1 0 1 0 0,0 0-1 0 0,0 0 1 0 0,0-1-1 0 0,0 1 1 0 0,0 0-1 0 0,0 0 1 0 0,0 0-1 0 0,0 0 1 0 0,1 0-1 0 0,-1 0 1 0 0,0 0-1 0 0,0 0 1 0 0,0 0-1 0 0,0 0 1 0 0,0 0-1 0 0,0 0 1 0 0,1 0 0 0 0,-1 0-1 0 0,0 0 1 0 0,0 0-1 0 0,0 0 1 0 0,0 0-1 0 0,0 0 1 0 0,0 0-1 0 0,1 0 1 0 0,-1 0-1 0 0,0 0 1 0 0,0 0-1 0 0,0 0 1 0 0,0 0-1 0 0,0 0 1 0 0,11 6 679 0 0,7 10-371 0 0,-18-16-289 0 0,38 41 232 0 0,-2 1 0 0 0,-2 2 0 0 0,35 58-1 0 0,-47-69-269 0 0,9 16-25 0 0,-7-12-15 0 0,33 42 0 0 0,-50-70 19 0 0,1 0 0 0 0,1 0 0 0 0,0-1 0 0 0,0 0 0 0 0,0 0 0 0 0,1-1 0 0 0,0-1 0 0 0,1 0 0 0 0,13 7 1 0 0,-23-13 19 0 0,0 1 1 0 0,0 0 0 0 0,1-1-1 0 0,-1 1 1 0 0,0-1 0 0 0,0 1 0 0 0,1-1-1 0 0,-1 1 1 0 0,0-1 0 0 0,1 0 0 0 0,-1 0-1 0 0,0 0 1 0 0,1 0 0 0 0,-1 0 0 0 0,0 0-1 0 0,1 0 1 0 0,-1 0 0 0 0,0 0-1 0 0,1-1 1 0 0,-1 1 0 0 0,0 0 0 0 0,0-1-1 0 0,1 1 1 0 0,-1-1 0 0 0,0 0 0 0 0,0 1-1 0 0,0-1 1 0 0,0 0 0 0 0,0 0-1 0 0,0 0 1 0 0,0 1 0 0 0,0-1 0 0 0,0 0-1 0 0,0-1 1 0 0,0 1 0 0 0,0 0 0 0 0,-1 0-1 0 0,1 0 1 0 0,0 0 0 0 0,-1 0 0 0 0,1-1-1 0 0,-1 1 1 0 0,1-3 0 0 0,1-6 172 0 0,-1 0 1 0 0,0 1 0 0 0,0-1-1 0 0,-1 0 1 0 0,-2-11-1 0 0,2 0-36 0 0,-10-192 471 0 0,3 130-744 0 0,4 0 0 0 0,9-93 0 0 0,-6 171-34 0 0,0 0-1 0 0,1 0 0 0 0,-1 0 1 0 0,1 0-1 0 0,0 0 1 0 0,1 1-1 0 0,-1-1 0 0 0,1 0 1 0 0,0 1-1 0 0,0-1 0 0 0,1 1 1 0 0,-1-1-1 0 0,1 1 1 0 0,4-5-1 0 0,1 4-952 0 0</inkml:trace>
</inkml:ink>
</file>

<file path=ppt/ink/ink1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5:02.04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54 335 5065 0 0,'-1'-5'682'0'0,"0"0"0"0"0,0 0 1 0 0,-1 1-1 0 0,0-1 0 0 0,0 1 0 0 0,0 0 0 0 0,-1-1 1 0 0,1 1-1 0 0,-1 0 0 0 0,0 0 0 0 0,0 0 0 0 0,-1 1 1 0 0,1-1-1 0 0,-8-5 0 0 0,11 9-621 0 0,-1 0 1 0 0,1 0-1 0 0,0 0 1 0 0,-1 1-1 0 0,1-1 0 0 0,-1 0 1 0 0,1 0-1 0 0,-1 0 1 0 0,1 0-1 0 0,0 1 0 0 0,-1-1 1 0 0,1 0-1 0 0,-1 0 1 0 0,1 1-1 0 0,0-1 0 0 0,-1 0 1 0 0,1 0-1 0 0,0 1 1 0 0,-1-1-1 0 0,1 0 0 0 0,0 1 1 0 0,0-1-1 0 0,-1 1 1 0 0,1-1-1 0 0,0 0 0 0 0,0 1 1 0 0,0-1-1 0 0,-1 1 1 0 0,1-1-1 0 0,0 1 0 0 0,0-1 1 0 0,0 0-1 0 0,0 1 1 0 0,0-1-1 0 0,0 1 0 0 0,0-1 1 0 0,0 1-1 0 0,0-1 1 0 0,0 1-1 0 0,0 0 0 0 0,0 25 375 0 0,0-22-300 0 0,0 1-117 0 0,1-1-1 0 0,-1 1 1 0 0,1-1 0 0 0,0 0 0 0 0,0 1 0 0 0,0-1 0 0 0,0 0 0 0 0,1 0 0 0 0,0 0 0 0 0,0 0 0 0 0,0 0 0 0 0,0 0 0 0 0,0 0 0 0 0,1-1 0 0 0,0 1 0 0 0,0-1 0 0 0,0 0 0 0 0,0 0-1 0 0,0 0 1 0 0,1 0 0 0 0,-1 0 0 0 0,1-1 0 0 0,0 1 0 0 0,0-1 0 0 0,0 0 0 0 0,0 0 0 0 0,0-1 0 0 0,0 1 0 0 0,0-1 0 0 0,0 0 0 0 0,1 0 0 0 0,4 0 0 0 0,1 1 42 0 0,1-1 1 0 0,-1 0 0 0 0,0-1-1 0 0,1 0 1 0 0,-1 0 0 0 0,0-1-1 0 0,1-1 1 0 0,-1 0 0 0 0,0 0 0 0 0,0-1-1 0 0,0 0 1 0 0,17-8 0 0 0,-18 6 33 0 0,0-1 1 0 0,0 0-1 0 0,-1-1 1 0 0,1 1-1 0 0,-1-2 1 0 0,-1 1-1 0 0,1-1 1 0 0,-1 0-1 0 0,-1-1 1 0 0,0 1-1 0 0,0-1 1 0 0,0-1-1 0 0,-1 1 1 0 0,-1-1-1 0 0,1 0 1 0 0,-2 0 0 0 0,6-20-1 0 0,-8 22-39 0 0,1-1 0 0 0,-2 1 0 0 0,1-1 0 0 0,-1 1 1 0 0,-1-1-1 0 0,1 1 0 0 0,-1-1 0 0 0,-1 1 0 0 0,0-1 0 0 0,0 1 0 0 0,0 0 0 0 0,-1 0 0 0 0,-1 0 1 0 0,1 0-1 0 0,-1 0 0 0 0,0 1 0 0 0,-1 0 0 0 0,0 0 0 0 0,0 0 0 0 0,-1 0 0 0 0,1 1 0 0 0,-13-11 1 0 0,13 13-84 0 0,1 1 1 0 0,-1-1 0 0 0,0 1 0 0 0,0 0 0 0 0,0 0-1 0 0,0 1 1 0 0,0-1 0 0 0,-1 1 0 0 0,1 0 0 0 0,-1 1-1 0 0,0-1 1 0 0,1 1 0 0 0,-1 0 0 0 0,0 1 0 0 0,-6-1 0 0 0,8 2-115 0 0,0-1 1 0 0,0 1 0 0 0,0-1 0 0 0,1 1 0 0 0,-1 0 0 0 0,0 1 0 0 0,1-1 0 0 0,-1 1 0 0 0,1-1 0 0 0,0 1 0 0 0,-1 0 0 0 0,1 0 0 0 0,0 1 0 0 0,0-1 0 0 0,0 1 0 0 0,1-1 0 0 0,-1 1 0 0 0,0 0 0 0 0,1 0 0 0 0,0 0 0 0 0,0 0 0 0 0,0 0 0 0 0,-3 7 0 0 0,-4 10-1036 0 0</inkml:trace>
</inkml:ink>
</file>

<file path=ppt/ink/ink1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5:02.48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 0 3225 0 0,'-11'4'12558'0'0,"12"6"-14165"0"0,-1 10 2499 0 0,-1 12 245 0 0,2 1 0 0 0,6 32 0 0 0,-6-57-1075 0 0,0 0 0 0 0,1 0 0 0 0,0 0 0 0 0,1-1 0 0 0,0 1 0 0 0,0-1 1 0 0,0 0-1 0 0,1 1 0 0 0,0-2 0 0 0,1 1 0 0 0,-1 0 0 0 0,1-1 0 0 0,9 9 0 0 0,-12-13-91 0 0,0 0-1 0 0,0 0 0 0 0,1 0 1 0 0,-1 0-1 0 0,1 0 0 0 0,-1-1 1 0 0,1 1-1 0 0,0-1 1 0 0,0 0-1 0 0,0 1 0 0 0,0-1 1 0 0,0-1-1 0 0,0 1 0 0 0,0 0 1 0 0,0-1-1 0 0,0 1 1 0 0,0-1-1 0 0,0 0 0 0 0,0 0 1 0 0,0 0-1 0 0,0-1 0 0 0,1 1 1 0 0,-1-1-1 0 0,0 1 1 0 0,0-1-1 0 0,0 0 0 0 0,-1 0 1 0 0,1-1-1 0 0,0 1 0 0 0,4-3 1 0 0,-2 0-60 0 0,0 0-1 0 0,0-1 1 0 0,0 1 0 0 0,-1-1 0 0 0,0 0 0 0 0,0 0-1 0 0,0 0 1 0 0,-1-1 0 0 0,1 0 0 0 0,-1 1 0 0 0,-1-1-1 0 0,1 0 1 0 0,2-11 0 0 0,6-28 294 0 0,5-23 209 0 0,-14 62-332 0 0,0 0-1 0 0,0 1 0 0 0,1-1 0 0 0,0 1 1 0 0,0-1-1 0 0,0 1 0 0 0,0 0 1 0 0,7-6-1 0 0,-10 10-48 0 0,1 0 0 0 0,-1 1 0 0 0,1-1 1 0 0,0 1-1 0 0,-1-1 0 0 0,1 1 0 0 0,0-1 0 0 0,0 1 0 0 0,-1-1 1 0 0,1 1-1 0 0,0 0 0 0 0,0-1 0 0 0,-1 1 0 0 0,1 0 0 0 0,0 0 1 0 0,0 0-1 0 0,0 0 0 0 0,0-1 0 0 0,-1 1 0 0 0,1 0 0 0 0,0 0 1 0 0,0 1-1 0 0,0-1 0 0 0,0 0 0 0 0,-1 0 0 0 0,1 0 0 0 0,0 1 1 0 0,0-1-1 0 0,0 0 0 0 0,-1 1 0 0 0,1-1 0 0 0,0 0 0 0 0,0 1 1 0 0,-1-1-1 0 0,1 1 0 0 0,0-1 0 0 0,-1 1 0 0 0,1 0 0 0 0,-1-1 1 0 0,1 1-1 0 0,-1-1 0 0 0,1 1 0 0 0,-1 0 0 0 0,1 0 0 0 0,-1-1 1 0 0,1 1-1 0 0,-1 0 0 0 0,0 0 0 0 0,1 1 0 0 0,3 7 262 0 0,0 1-1 0 0,0 0 0 0 0,2 13 1 0 0,-2-12-121 0 0,0 2-171 0 0,0-1 52 0 0,0 0-1 0 0,1-1 0 0 0,11 21 1 0 0,-14-29-308 0 0,0 0 0 0 0,1 0 0 0 0,-1 0 0 0 0,1 0 0 0 0,-1 0 0 0 0,1-1 0 0 0,0 1 0 0 0,0-1 0 0 0,0 0 0 0 0,0 0 0 0 0,1 0 0 0 0,-1 0 0 0 0,1-1 0 0 0,-1 1 0 0 0,1-1 0 0 0,-1 0 0 0 0,6 1 0 0 0,8 0-1201 0 0</inkml:trace>
</inkml:ink>
</file>

<file path=ppt/ink/ink1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5:02.7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0 120 3225 0 0,'2'-11'-99'0'0,"22"-98"11624"0"0,-25 126-7506 0 0,4 26-2504 0 0,1-3-1066 0 0,0 36-106 0 0,3 0 0 0 0,4-1 0 0 0,3 0 0 0 0,39 120 0 0 0,25 14-787 0 0,-40-121-4497 0 0,-30-69-1405 0 0</inkml:trace>
</inkml:ink>
</file>

<file path=ppt/ink/ink1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5:02.94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35 332 4145 0 0,'-1'-1'129'0'0,"-1"1"-1"0"0,0 0 1 0 0,0-1 0 0 0,1 1-1 0 0,-1-1 1 0 0,0 0 0 0 0,1 1-1 0 0,-1-1 1 0 0,1 0 0 0 0,-1 0-1 0 0,1 0 1 0 0,-1 0 0 0 0,1 0-1 0 0,0 0 1 0 0,-1-1 0 0 0,1 1-1 0 0,0 0 1 0 0,0-1 0 0 0,0 1-1 0 0,0-1 1 0 0,0 1 0 0 0,0-1-1 0 0,0 0 1 0 0,0-2 0 0 0,1 1 142 0 0,0 0 0 0 0,0 1 0 0 0,0-1 0 0 0,1 0 0 0 0,-1 0 0 0 0,1 1 0 0 0,0-1 1 0 0,-1 0-1 0 0,1 1 0 0 0,1-1 0 0 0,-1 1 0 0 0,0-1 0 0 0,1 1 0 0 0,-1 0 0 0 0,1 0 0 0 0,2-3 1 0 0,6-7 400 0 0,1 0 1 0 0,1 0 0 0 0,0 1 0 0 0,0 1 0 0 0,1 0-1 0 0,21-12 1 0 0,92-44 1075 0 0,-107 57-1559 0 0,23-10-7 0 0,0 1 0 0 0,69-19 0 0 0,-86 31-2932 0 0,38-4 0 0 0,-27 7-3119 0 0</inkml:trace>
</inkml:ink>
</file>

<file path=ppt/ink/ink1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5:04.12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244 664 2304 0 0,'-123'16'5486'0'0,"2"0"4571"0"0,146-16-9196 0 0,41-6-796 0 0,280-21 1089 0 0,-144 17-938 0 0,-34-4 35 0 0,527-17 680 0 0,-515 38-862 0 0,458-5 848 0 0,-133-56-1025 0 0,12-1 382 0 0,-105 31-162 0 0,106-9-53 0 0,-6-42 626 0 0,18-26-977 0 0,-398 78 240 0 0,78-10 147 0 0,88-16 66 0 0,-113 10-119 0 0,248-62 604 0 0,-394 92-556 0 0,-27 6-244 0 0,1 0-1 0 0,0 0 1 0 0,17-9-1 0 0,-33 14-325 0 0</inkml:trace>
</inkml:ink>
</file>

<file path=ppt/ink/ink1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5:04.77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8 11522 0 0,'-8'-8'6731'0'0,"17"25"-5804"0"0,10 54 44 0 0,-3 0 1 0 0,7 83-1 0 0,-14-80-763 0 0,3-2 1 0 0,23 73 0 0 0,-35-145-216 0 0,2 8-173 0 0,0-2-1 0 0,1 1 0 0 0,0 0 0 0 0,0 0 1 0 0,0-1-1 0 0,1 1 0 0 0,4 6 0 0 0,-7-13 89 0 0,-1 0-1 0 0,0 0 1 0 0,0 0-1 0 0,1 0 1 0 0,-1 0 0 0 0,0 0-1 0 0,1 0 1 0 0,-1 0-1 0 0,0 0 1 0 0,1 0-1 0 0,-1 0 1 0 0,0 0-1 0 0,0 0 1 0 0,1 0 0 0 0,-1 0-1 0 0,0 0 1 0 0,1 0-1 0 0,-1 0 1 0 0,0 0-1 0 0,0 0 1 0 0,1 0-1 0 0,-1 0 1 0 0,0 0 0 0 0,0-1-1 0 0,1 1 1 0 0,-1 0-1 0 0,0 0 1 0 0,0 0-1 0 0,1-1 1 0 0,-1 1-1 0 0,0 0 1 0 0,0 0-1 0 0,0-1 1 0 0,1 1 0 0 0,-1 0-1 0 0,0 0 1 0 0,0-1-1 0 0,0 1 1 0 0,0 0-1 0 0,0-1 1 0 0,0 1 80 0 0,4-5-1490 0 0</inkml:trace>
</inkml:ink>
</file>

<file path=ppt/ink/ink1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5:05.25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25 248 2761 0 0,'-3'-3'329'0'0,"1"1"-1"0"0,0-1 1 0 0,0 0 0 0 0,0 0 0 0 0,0 0 0 0 0,0 0 0 0 0,0 0 0 0 0,1 0 0 0 0,0 0 0 0 0,0 0 0 0 0,0-1 0 0 0,0 1 0 0 0,0 0-1 0 0,0-1 1 0 0,1 1 0 0 0,0-1 0 0 0,0-3 0 0 0,0 1-35 0 0,1 0-1 0 0,0 0 1 0 0,0-1-1 0 0,1 1 1 0 0,0 0-1 0 0,0 0 1 0 0,0 0 0 0 0,6-10-1 0 0,-2 6 14 0 0,1 0-1 0 0,-1 0 0 0 0,2 1 1 0 0,-1 0-1 0 0,1 0 1 0 0,0 1-1 0 0,1 0 0 0 0,0 1 1 0 0,19-13-1 0 0,-21 16-61 0 0,0 1 1 0 0,0 0-1 0 0,1 0 1 0 0,-1 1-1 0 0,1 0 0 0 0,-1 0 1 0 0,1 1-1 0 0,0 0 1 0 0,-1 0-1 0 0,1 1 1 0 0,0 0-1 0 0,0 0 0 0 0,-1 0 1 0 0,13 4-1 0 0,-15-3-183 0 0,0 0-1 0 0,-1 1 0 0 0,1-1 1 0 0,-1 1-1 0 0,0 1 1 0 0,1-1-1 0 0,-1 0 1 0 0,0 1-1 0 0,-1 0 1 0 0,1 0-1 0 0,0 0 0 0 0,-1 0 1 0 0,1 1-1 0 0,-1 0 1 0 0,0-1-1 0 0,0 1 1 0 0,-1 0-1 0 0,1 0 1 0 0,-1 0-1 0 0,0 1 0 0 0,0-1 1 0 0,0 1-1 0 0,-1-1 1 0 0,2 9-1 0 0,-1-1-124 0 0,-1 0 0 0 0,0 1-1 0 0,-1-1 1 0 0,-1 0 0 0 0,0 1-1 0 0,-1-1 1 0 0,0 0 0 0 0,0 0-1 0 0,-2 0 1 0 0,1 0 0 0 0,-2 0-1 0 0,1-1 1 0 0,-2 0-1 0 0,-7 14 1 0 0,-13 17 343 0 0,-2 0-1 0 0,-36 41 0 0 0,62-80-191 0 0,-12 12 286 0 0,11-12-231 0 0,-1 0 0 0 0,1 1 0 0 0,0-1 0 0 0,0 1 0 0 0,0 0-1 0 0,1 0 1 0 0,-1 0 0 0 0,1 0 0 0 0,0 0 0 0 0,0 0 0 0 0,-2 7 0 0 0,7-10-59 0 0,0 1 1 0 0,1-1-1 0 0,-1 1 1 0 0,0-1-1 0 0,1 0 1 0 0,-1 0-1 0 0,1 0 1 0 0,-1-1-1 0 0,0 1 1 0 0,7-1-1 0 0,-10 0-61 0 0,269 24 597 0 0,-205-19-495 0 0,3 1-672 0 0,-22 1-5831 0 0</inkml:trace>
</inkml:ink>
</file>

<file path=ppt/ink/ink1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5:05.64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165 225 3225 0 0,'-3'-52'581'0'0,"3"35"444"0"0,-1 0 1 0 0,0 0 0 0 0,-1 0-1 0 0,-1 0 1 0 0,0 0-1 0 0,-2 1 1 0 0,-6-17 0 0 0,11 31-842 0 0,-1 1 0 0 0,1 0 1 0 0,-1 0-1 0 0,1 0 0 0 0,-1 0 0 0 0,1 0 1 0 0,-1-1-1 0 0,0 1 0 0 0,0 0 1 0 0,0 1-1 0 0,1-1 0 0 0,-1 0 1 0 0,0 0-1 0 0,0 0 0 0 0,0 0 1 0 0,-1 1-1 0 0,1-1 0 0 0,0 1 1 0 0,0-1-1 0 0,0 1 0 0 0,0-1 0 0 0,0 1 1 0 0,-1-1-1 0 0,1 1 0 0 0,0 0 1 0 0,0 0-1 0 0,-2-1 0 0 0,0 2 55 0 0,1-1-1 0 0,0 1 0 0 0,-1 0 0 0 0,1 0 0 0 0,0 0 1 0 0,-1 0-1 0 0,1 0 0 0 0,0 0 0 0 0,0 1 1 0 0,0-1-1 0 0,0 1 0 0 0,-4 3 0 0 0,-1 3 129 0 0,-1 0 1 0 0,1 0-1 0 0,0 1 0 0 0,1 0 0 0 0,-7 13 0 0 0,8-10-310 0 0,0 0 0 0 0,1 0 0 0 0,1 1 0 0 0,0-1 0 0 0,0 1 0 0 0,1 0 0 0 0,1 0 0 0 0,0 0 0 0 0,1 0 0 0 0,0 0 0 0 0,1 0 0 0 0,0 0 0 0 0,1 0 0 0 0,7 24 0 0 0,6 10-68 0 0,3-1 0 0 0,38 73 0 0 0,-12-24-141 0 0,-20-43 15 0 0,18 44-38 0 0,-38-84-620 0 0,0 1-1 0 0,-1 0 0 0 0,0 0 1 0 0,-1 0-1 0 0,1 23 1 0 0,-3-33-308 0 0,-3 0-103 0 0</inkml:trace>
</inkml:ink>
</file>

<file path=ppt/ink/ink1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5:05.88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65 289 6913 0 0,'-7'-4'688'0'0,"-1"0"0"0"0,1 0 0 0 0,0 0 0 0 0,0-1 0 0 0,-10-9 0 0 0,16 13-514 0 0,0 0 1 0 0,0 0-1 0 0,0-1 0 0 0,0 1 0 0 0,0 0 0 0 0,0 0 0 0 0,1 0 1 0 0,-1-1-1 0 0,0 1 0 0 0,1 0 0 0 0,-1-1 0 0 0,1 1 1 0 0,-1-1-1 0 0,1 1 0 0 0,0-1 0 0 0,0 1 0 0 0,-1 0 1 0 0,1-1-1 0 0,0 1 0 0 0,0-1 0 0 0,1 1 0 0 0,-1-1 0 0 0,0 1 1 0 0,0-1-1 0 0,1 1 0 0 0,-1 0 0 0 0,1-1 0 0 0,-1 1 1 0 0,1-1-1 0 0,-1 1 0 0 0,1 0 0 0 0,0 0 0 0 0,0-1 1 0 0,0 1-1 0 0,0 0 0 0 0,0 0 0 0 0,0 0 0 0 0,2-2 0 0 0,18-16 1289 0 0,1 0 0 0 0,38-25-1 0 0,-4 10-882 0 0,64-29-1 0 0,-69 41-2346 0 0</inkml:trace>
</inkml:ink>
</file>

<file path=ppt/ink/ink1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0:24.05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85 145 6913 0 0,'-35'-79'973'0'0,"14"28"1573"0"0,21 50-2423 0 0,0 0 0 0 0,0 1 1 0 0,0-1-1 0 0,0 0 1 0 0,-1 1-1 0 0,1-1 1 0 0,0 1-1 0 0,0-1 1 0 0,-1 0-1 0 0,1 1 1 0 0,-1-1-1 0 0,1 1 1 0 0,0-1-1 0 0,-1 1 1 0 0,1-1-1 0 0,-1 1 0 0 0,1-1 1 0 0,-1 1-1 0 0,1-1 1 0 0,-1 1-1 0 0,0 0 1 0 0,1-1-1 0 0,-1 1 1 0 0,0 0-1 0 0,1 0 1 0 0,-1-1-1 0 0,1 1 1 0 0,-2 0-1 0 0,1 0 17 0 0,1 1 0 0 0,-1 0 0 0 0,0-1 0 0 0,1 1 0 0 0,-1 0 0 0 0,0-1 0 0 0,1 1 0 0 0,-1 0 0 0 0,1 0 0 0 0,-1 0 0 0 0,1-1 0 0 0,0 1 0 0 0,-1 0 0 0 0,1 0 0 0 0,0 0 0 0 0,-1 2 0 0 0,-6 42 1517 0 0,20 140 196 0 0,-1-38-1295 0 0,41 669 1075 0 0,-29-494-1777 0 0,52 1228 800 0 0,-70-1322-495 0 0,-13 527 683 0 0,-3-611-524 0 0,18 274-1 0 0,-6-405-345 0 0,5 138 31 0 0,-7-135-45 0 0,-1 0-1 0 0,-1 1 0 0 0,0-1 0 0 0,-2 0 1 0 0,0 0-1 0 0,0 0 0 0 0,-8 16 0 0 0,2-20-342 0 0,9-12 332 0 0,1 0-1 0 0,0 0 1 0 0,-1 0 0 0 0,1 0 0 0 0,0 1-1 0 0,-1-1 1 0 0,1 0 0 0 0,0 0-1 0 0,-1 0 1 0 0,1 0 0 0 0,-1 0-1 0 0,1 0 1 0 0,0 0 0 0 0,-1 0 0 0 0,1-1-1 0 0,0 1 1 0 0,-1 0 0 0 0,1 0-1 0 0,0 0 1 0 0,-1 0 0 0 0,1 0-1 0 0,0-1 1 0 0,-1 1 0 0 0,1 0 0 0 0,0 0-1 0 0,-1 0 1 0 0,1-1 0 0 0,0 1-1 0 0,0 0 1 0 0,-1 0 0 0 0,1-1-1 0 0,0 1 1 0 0,0 0 0 0 0,0-1 0 0 0,0 1-1 0 0,-1 0 1 0 0,1-1 0 0 0,0 1-1 0 0,0 0 1 0 0,0-1 0 0 0,0 1-1 0 0,0 0 1 0 0,0-1 0 0 0</inkml:trace>
</inkml:ink>
</file>

<file path=ppt/ink/ink1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0:25.30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37 36 4609 0 0,'-7'-5'1104'0'0,"0"-1"0"0"0,1 0 0 0 0,-11-12 0 0 0,20 21-799 0 0,0 0 0 0 0,0 0 1 0 0,1 0-1 0 0,-1 0 1 0 0,0-1-1 0 0,1 1 0 0 0,0-1 1 0 0,0 0-1 0 0,0 0 1 0 0,4 1-1 0 0,48 17 117 0 0,-42-15-25 0 0,319 124 3133 0 0,99 40-1779 0 0,-97-42-744 0 0,-16 3-190 0 0,406 184 592 0 0,-109-29-983 0 0,-78-39-358 0 0,-44-23 264 0 0,-317-146-251 0 0,-38-16-32 0 0,520 245 438 0 0,-602-275-408 0 0,-2 2 0 0 0,-1 3 1 0 0,59 51-1 0 0,-103-79-31 0 0,-5-3-2 0 0,1 0 1 0 0,0 0-1 0 0,-1 0 1 0 0,8 10-1 0 0,-13-14-46 0 0,-1 0 0 0 0,1 0 0 0 0,0 0 0 0 0,0 0 0 0 0,-1 0 0 0 0,1-1 0 0 0,-1 1 0 0 0,1 0 0 0 0,-1 0 0 0 0,1 0 0 0 0,-1-1 0 0 0,1 1 0 0 0,-1 0 0 0 0,0 0 0 0 0,1-1 0 0 0,-1 1 0 0 0,0-1 0 0 0,1 1 0 0 0,-1-1 0 0 0,0 1 0 0 0,0-1 0 0 0,-1 1 0 0 0,-22 14 0 0 0,-211 121-55 0 0,-99 50-98 0 0,-139 51-701 0 0,380-189 716 0 0,-262 157-377 0 0,111-59 316 0 0,79-51 51 0 0,-148 80-621 0 0,91-56-568 0 0,-183 92-1272 0 0,-156 110 1016 0 0,318-135 2591 0 0,18-12 913 0 0,124-100-1089 0 0,-108 101-1 0 0,-78 101 1842 0 0,186-170-2199 0 0,93-100-664 0 0,1-3-93 0 0</inkml:trace>
</inkml:ink>
</file>

<file path=ppt/ink/ink1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0:25.88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229 1 5985 0 0,'-38'7'949'0'0,"0"1"-1"0"0,0 2 1 0 0,1 2-1 0 0,-39 18 1 0 0,76-30-922 0 0,0 0 0 0 0,0 0 0 0 0,0 0 0 0 0,0 0 1 0 0,0 0-1 0 0,0 0 0 0 0,1 0 0 0 0,-1 0 0 0 0,0 0 0 0 0,0 0 1 0 0,0 1-1 0 0,0-1 0 0 0,0 0 0 0 0,0 0 0 0 0,0 0 1 0 0,0 0-1 0 0,0 0 0 0 0,0 0 0 0 0,0 0 0 0 0,0 0 0 0 0,0 0 1 0 0,0 0-1 0 0,0 1 0 0 0,0-1 0 0 0,0 0 0 0 0,0 0 1 0 0,0 0-1 0 0,0 0 0 0 0,0 0 0 0 0,0 0 0 0 0,0 0 1 0 0,0 0-1 0 0,0 0 0 0 0,0 0 0 0 0,0 1 0 0 0,0-1 0 0 0,0 0 1 0 0,0 0-1 0 0,0 0 0 0 0,0 0 0 0 0,0 0 0 0 0,0 0 1 0 0,0 0-1 0 0,0 0 0 0 0,0 0 0 0 0,0 0 0 0 0,-1 0 0 0 0,1 0 1 0 0,0 1-1 0 0,0-1 0 0 0,0 0 0 0 0,0 0 0 0 0,0 0 1 0 0,0 0-1 0 0,0 0 0 0 0,0 0 0 0 0,0 0 0 0 0,0 0 0 0 0,-1 0 1 0 0,1 0-1 0 0,0 0 0 0 0,0 0 0 0 0,0 0 0 0 0,13 2 732 0 0,17-1-54 0 0,322-25 3822 0 0,-36-1-2357 0 0,-254 22-2184 0 0,-43 0-74 0 0,1 2 1 0 0,0 0-1 0 0,-1 2 0 0 0,1 0 0 0 0,21 4 0 0 0,-37-4-91 0 0,-1 0 1 0 0,0 0-1 0 0,0 0 1 0 0,-1 0-1 0 0,1 1 1 0 0,0-1-1 0 0,5 5 1 0 0,4 5-565 0 0</inkml:trace>
</inkml:ink>
</file>

<file path=ppt/ink/ink1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0:26.29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87 10250 0 0,'23'-5'1267'0'0,"151"-21"4795"0"0,91 10-3209 0 0,-235 15-3051 0 0,80-4 447 0 0,-57-7-2245 0 0,-46 10 923 0 0,-1-1 0 0 0,1 1 0 0 0,0-2 1 0 0,11-6-1 0 0</inkml:trace>
</inkml:ink>
</file>

<file path=ppt/ink/ink1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0:26.60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21 6 6913 0 0,'-1'0'227'0'0,"1"-1"0"0"0,-1 1 0 0 0,0-1 0 0 0,1 1 0 0 0,-1-1 0 0 0,0 1 0 0 0,1-1 0 0 0,-1 1 0 0 0,0 0-1 0 0,1-1 1 0 0,-1 1 0 0 0,0 0 0 0 0,0 0 0 0 0,0 0 0 0 0,1 0 0 0 0,-1-1 0 0 0,0 1 0 0 0,0 0-1 0 0,0 0 1 0 0,1 1 0 0 0,-1-1 0 0 0,0 0 0 0 0,0 0 0 0 0,1 0 0 0 0,-2 1 0 0 0,6 16 5576 0 0,2 0-5839 0 0,17 79 1914 0 0,14 138 1 0 0,-3-10-1251 0 0,-33-216-742 0 0,4 15-1979 0 0</inkml:trace>
</inkml:ink>
</file>

<file path=ppt/ink/ink1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0:27.52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175 43 2304 0 0,'-64'24'1729'0'0,"-46"13"3693"0"0,119-30-2598 0 0,9 0-2240 0 0,2-2 99 0 0,1-1 1 0 0,0-1-1 0 0,0-1 1 0 0,41-1-1 0 0,88-14 1106 0 0,-87 6-1246 0 0,363-31 1928 0 0,-138 17-1765 0 0,-1-1-520 0 0,-42 1 342 0 0,1 11 1 0 0,334 28-1 0 0,-509-8-1511 0 0,-41-3-4980 0 0,-9-1-1177 0 0</inkml:trace>
</inkml:ink>
</file>

<file path=ppt/ink/ink1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0:29.61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2349 233 3625 0 0,'0'-4'99'0'0,"-1"0"0"0"0,0 0 1 0 0,0 0-1 0 0,0 0 0 0 0,0 0 0 0 0,-1 0 1 0 0,0 1-1 0 0,1-1 0 0 0,-2 1 0 0 0,1-1 0 0 0,0 1 1 0 0,0 0-1 0 0,-1 0 0 0 0,0 0 0 0 0,0 0 1 0 0,0 0-1 0 0,0 0 0 0 0,0 1 0 0 0,0 0 1 0 0,-5-3-1 0 0,-1-1 323 0 0,0 1 1 0 0,0 0-1 0 0,-1 1 1 0 0,0 0-1 0 0,0 0 0 0 0,-17-3 1 0 0,-13 2 942 0 0,-1 2 1 0 0,1 2-1 0 0,-1 2 0 0 0,-67 10 1 0 0,46-5-584 0 0,-237 17 1167 0 0,211-21-1099 0 0,-124-12 0 0 0,-587-68 1055 0 0,717 68-1896 0 0,-103-26 1 0 0,106 19 107 0 0,65 14-267 0 0,0 1 1 0 0,-1 0-1 0 0,1 1 0 0 0,-1 0 1 0 0,0 1-1 0 0,-28 5 1 0 0,43-5-6 0 0,-1 0 1 0 0,1 0-1 0 0,-1 0 1 0 0,1 0-1 0 0,-1 0 1 0 0,1 0-1 0 0,-1 0 1 0 0,1 1-1 0 0,-1-1 0 0 0,1 0 1 0 0,-1 0-1 0 0,1 1 1 0 0,0-1-1 0 0,-1 0 1 0 0,1 1-1 0 0,-1-1 1 0 0,1 0-1 0 0,0 1 1 0 0,-1-1-1 0 0,1 1 1 0 0,0-1-1 0 0,-1 1 1 0 0,1 0-1 0 0</inkml:trace>
</inkml:ink>
</file>

<file path=ppt/ink/ink1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0:29.96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289 0 6913 0 0,'-10'2'156'0'0,"0"1"0"0"0,0 0-1 0 0,0 0 1 0 0,0 1-1 0 0,0 1 1 0 0,1-1-1 0 0,-1 1 1 0 0,2 1-1 0 0,-10 7 1 0 0,9-7 84 0 0,-4 3-103 0 0,0 0 1 0 0,1 1 0 0 0,1 1 0 0 0,0 0-1 0 0,0 1 1 0 0,1 0 0 0 0,1 1-1 0 0,0 0 1 0 0,-10 18 0 0 0,10-12-108 0 0,0 0 1 0 0,1 0-1 0 0,1 1 0 0 0,0 0 1 0 0,2 0-1 0 0,-5 32 0 0 0,10-47 1 0 0,-1 0 0 0 0,1-1-1 0 0,0 1 1 0 0,0 0 0 0 0,0-1 0 0 0,1 1 0 0 0,0 0-1 0 0,-1-1 1 0 0,2 1 0 0 0,-1-1 0 0 0,1 1-1 0 0,-1-1 1 0 0,1 0 0 0 0,0 1 0 0 0,1-1-1 0 0,-1 0 1 0 0,1 0 0 0 0,0-1 0 0 0,-1 1-1 0 0,8 6 1 0 0,-4-6 63 0 0,-1 0 1 0 0,1 0-1 0 0,0 0 0 0 0,0-1 1 0 0,0 0-1 0 0,1-1 0 0 0,-1 1 0 0 0,1-1 1 0 0,-1 0-1 0 0,1-1 0 0 0,0 1 0 0 0,0-1 1 0 0,12 0-1 0 0,-7-1 94 0 0,-1-1 1 0 0,1 0-1 0 0,-1-1 0 0 0,0 0 1 0 0,1-1-1 0 0,-1 0 0 0 0,-1 0 1 0 0,1-1-1 0 0,0-1 0 0 0,-1 0 1 0 0,0 0-1 0 0,0-1 0 0 0,0 0 1 0 0,-1-1-1 0 0,0 0 0 0 0,12-12 1 0 0,-10 8 111 0 0,-1-1 1 0 0,0 0 0 0 0,-1 0 0 0 0,0-1 0 0 0,-1 0 0 0 0,-1 0 0 0 0,0-1 0 0 0,0 0-1 0 0,-2 0 1 0 0,0-1 0 0 0,7-28 0 0 0,-11 34-170 0 0,0 1-1 0 0,-1 0 1 0 0,0 0-1 0 0,0 0 1 0 0,0 0-1 0 0,-1-1 1 0 0,-1 1-1 0 0,1 0 0 0 0,-1 0 1 0 0,0 0-1 0 0,-1 1 1 0 0,0-1-1 0 0,0 1 1 0 0,-1-1-1 0 0,-7-9 1 0 0,8 11-157 0 0,-1 1-1 0 0,0 0 1 0 0,0 1 0 0 0,0-1 0 0 0,-1 1-1 0 0,1 0 1 0 0,-1 0 0 0 0,0 0 0 0 0,-1 1-1 0 0,1-1 1 0 0,0 1 0 0 0,-1 1 0 0 0,0-1-1 0 0,0 1 1 0 0,1 0 0 0 0,-1 0-1 0 0,-1 1 1 0 0,1-1 0 0 0,0 2 0 0 0,-11-2-1 0 0,-9 4-4979 0 0,0 0-1702 0 0</inkml:trace>
</inkml:ink>
</file>

<file path=ppt/ink/ink1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0:51.10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173 366 3225 0 0,'-58'-46'1629'0'0,"47"35"-474"0"0,-1 1 0 0 0,-1 0 0 0 0,1 1 0 0 0,-2 0 0 0 0,-18-9 0 0 0,31 18-919 0 0,1-1 0 0 0,-1 1-1 0 0,0-1 1 0 0,0 1 0 0 0,0-1 0 0 0,0 1 0 0 0,0 0 0 0 0,0-1 0 0 0,0 1 0 0 0,0 0-1 0 0,0 0 1 0 0,0 0 0 0 0,0 0 0 0 0,0 0 0 0 0,0 0 0 0 0,1 0 0 0 0,-1 0 0 0 0,0 0-1 0 0,0 0 1 0 0,-2 1 0 0 0,3-1-164 0 0,0 1-1 0 0,0 0 1 0 0,0 0-1 0 0,1 0 1 0 0,-1 0-1 0 0,0-1 1 0 0,0 1-1 0 0,0 0 1 0 0,1 0-1 0 0,-1-1 1 0 0,0 1-1 0 0,1 0 1 0 0,-1-1-1 0 0,1 1 1 0 0,-1 0-1 0 0,1-1 1 0 0,-1 1-1 0 0,1 0 1 0 0,0 0-1 0 0,44 47-307 0 0,-36-40 902 0 0,26 24 10 0 0,64 44-1 0 0,-59-47-601 0 0,45 41-1 0 0,-62-47-28 0 0,-2-2-30 0 0,36 28 0 0 0,-51-44 27 0 0,-1-1 0 0 0,1 0 0 0 0,0-1 0 0 0,0 0 0 0 0,0 0 0 0 0,1 0 0 0 0,-1-1 0 0 0,0 1 0 0 0,1-2 0 0 0,0 1 0 0 0,0-1 0 0 0,8 1 0 0 0,-13-2-1 0 0,-1 0-1 0 0,0-1 0 0 0,0 1 1 0 0,0 0-1 0 0,0-1 0 0 0,1 1 0 0 0,-1-1 1 0 0,0 0-1 0 0,0 1 0 0 0,0-1 1 0 0,0 0-1 0 0,0 1 0 0 0,0-1 1 0 0,0 0-1 0 0,0 0 0 0 0,-1 0 0 0 0,1 0 1 0 0,0 0-1 0 0,-1 0 0 0 0,1 0 1 0 0,0 0-1 0 0,-1 0 0 0 0,1-1 0 0 0,-1 1 1 0 0,1 0-1 0 0,-1 0 0 0 0,0 0 1 0 0,0-1-1 0 0,1 1 0 0 0,-1 0 1 0 0,0 0-1 0 0,0-1 0 0 0,-1-1 0 0 0,0-51 525 0 0,0 42-476 0 0,-8-55 143 0 0,-2-1 0 0 0,-35-109 0 0 0,-6-34-214 0 0,49 188 468 0 0,2 11-1643 0 0</inkml:trace>
</inkml:ink>
</file>

<file path=ppt/ink/ink1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0:51.42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0 2304 0 0,'4'0'495'0'0,"-1"1"-1"0"0,0-1 0 0 0,1 1 0 0 0,-1-1 0 0 0,0 1 0 0 0,1 0 0 0 0,-1 1 0 0 0,0-1 0 0 0,0 0 0 0 0,0 1 0 0 0,0 0 0 0 0,0-1 0 0 0,0 1 0 0 0,3 4 0 0 0,0-1 79 0 0,0 1-1 0 0,-1 0 1 0 0,1 1 0 0 0,-2-1 0 0 0,8 13 0 0 0,0 3 66 0 0,-2 0 1 0 0,-1 1-1 0 0,8 27 1 0 0,1 19 25 0 0,5 17-475 0 0,-1-32-4168 0 0</inkml:trace>
</inkml:ink>
</file>

<file path=ppt/ink/ink1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0:51.62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26 20 4609 0 0,'-3'-1'274'0'0,"1"-1"-1"0"0,0 1 1 0 0,0-1-1 0 0,-1 1 1 0 0,1-1-1 0 0,0 1 1 0 0,0-1-1 0 0,-2-3 1 0 0,0 2-254 0 0,11 19-576 0 0,5 9 454 0 0,-5-12 102 0 0</inkml:trace>
</inkml:ink>
</file>

<file path=ppt/ink/ink1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0:52.31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33 207 2761 0 0,'-6'-13'344'0'0,"1"0"1"0"0,0-1 0 0 0,1 0 0 0 0,0 0-1 0 0,1 0 1 0 0,1 0 0 0 0,0-1 0 0 0,1 1-1 0 0,1-1 1 0 0,0 1 0 0 0,2-16-1 0 0,-2 29-183 0 0,0 0-1 0 0,0 0 0 0 0,0 0 1 0 0,0 0-1 0 0,0 0 0 0 0,0 0 1 0 0,0 0-1 0 0,1 0 0 0 0,-1 1 1 0 0,0-1-1 0 0,1 0 0 0 0,-1 0 1 0 0,0 0-1 0 0,1 0 0 0 0,-1 0 1 0 0,1 1-1 0 0,-1-1 0 0 0,1 0 1 0 0,-1 1-1 0 0,1-1 0 0 0,0 0 1 0 0,-1 1-1 0 0,1-1 0 0 0,0 0 0 0 0,0 1 1 0 0,-1-1-1 0 0,1 1 0 0 0,1-1 1 0 0,-1 1-7 0 0,1 0 1 0 0,-1 1-1 0 0,1-1 1 0 0,-1 0-1 0 0,0 1 1 0 0,1-1-1 0 0,-1 1 0 0 0,0-1 1 0 0,1 1-1 0 0,-1-1 1 0 0,0 1-1 0 0,0 0 1 0 0,0 0-1 0 0,0 0 1 0 0,1 0-1 0 0,0 1 1 0 0,7 7 330 0 0,0 0 0 0 0,13 21 1 0 0,8 15-155 0 0,30 65 0 0 0,18 29 408 0 0,-61-116-509 0 0,-17-73 783 0 0,-1-9-270 0 0,-1 23-587 0 0,6-65 0 0 0,-3 92-134 0 0,0 0 0 0 0,1-1-1 0 0,0 1 1 0 0,0 0 0 0 0,1 0 0 0 0,1 1 0 0 0,-1-1 0 0 0,1 1 0 0 0,1 0 0 0 0,0 0 0 0 0,11-15 0 0 0,-15 22-15 0 0,0 0 0 0 0,0 0 1 0 0,0 0-1 0 0,0 1 0 0 0,0-1 1 0 0,1 0-1 0 0,-1 0 0 0 0,0 1 0 0 0,0-1 1 0 0,1 1-1 0 0,-1-1 0 0 0,0 1 1 0 0,1 0-1 0 0,-1-1 0 0 0,1 1 0 0 0,-1 0 1 0 0,0 0-1 0 0,1 0 0 0 0,-1 0 1 0 0,1 0-1 0 0,-1 1 0 0 0,0-1 0 0 0,1 0 1 0 0,-1 0-1 0 0,1 1 0 0 0,-1-1 1 0 0,0 1-1 0 0,0-1 0 0 0,1 1 0 0 0,-1 0 1 0 0,0 0-1 0 0,0-1 0 0 0,0 1 1 0 0,0 0-1 0 0,2 2 0 0 0,5 4 165 0 0,1 0-1 0 0,-1 2 0 0 0,10 12 0 0 0,-6-8 74 0 0,1 1-7 0 0,2-2-1 0 0,17 13 1 0 0,-23-19-196 0 0,0 0 1 0 0,-1 1 0 0 0,1 0-1 0 0,-1 0 1 0 0,-1 1-1 0 0,0 0 1 0 0,0 0 0 0 0,0 1-1 0 0,-1 0 1 0 0,6 12 0 0 0,-7-11-564 0 0,0-1 1 0 0,1 1 0 0 0,0-1-1 0 0,11 14 1 0 0</inkml:trace>
</inkml:ink>
</file>

<file path=ppt/ink/ink1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21.6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67 52 3681 0 0,'-10'-13'3158'0'0,"8"12"-2764"0"0,1 0 1 0 0,0 0-1 0 0,0-1 0 0 0,0 1 1 0 0,0 0-1 0 0,0 0 0 0 0,0-1 1 0 0,1 1-1 0 0,-1 0 0 0 0,0-1 0 0 0,0 1 1 0 0,1-1-1 0 0,-1 1 0 0 0,1-1 1 0 0,0 1-1 0 0,-1-1 0 0 0,1 1 1 0 0,0-4-1 0 0,0 5-300 0 0,0 0 0 0 0,0-1 1 0 0,0 1-1 0 0,0-1 0 0 0,0 1 0 0 0,0 0 0 0 0,0-1 1 0 0,0 1-1 0 0,0 0 0 0 0,0-1 0 0 0,0 1 0 0 0,0 0 1 0 0,0-1-1 0 0,0 1 0 0 0,-1 0 0 0 0,1-1 0 0 0,0 1 1 0 0,0 0-1 0 0,0 0 0 0 0,-1-1 0 0 0,1 1 1 0 0,0 0-1 0 0,0 0 0 0 0,0-1 0 0 0,-1 1 0 0 0,1 0 1 0 0,0 0-1 0 0,-1-1 0 0 0,1 1 0 0 0,0 0 0 0 0,0 0 1 0 0,-1 0-1 0 0,1 0 0 0 0,0 0 0 0 0,-1 0 0 0 0,1-1 1 0 0,0 1-1 0 0,-1 0 0 0 0,1 0 0 0 0,-1 0 0 0 0,1 0 1 0 0,0 0-1 0 0,-1 0 0 0 0,1 0 0 0 0,0 0 0 0 0,-1 0 1 0 0,1 1-1 0 0,0-1 0 0 0,-1 0 0 0 0,1 0 0 0 0,0 0 1 0 0,-1 0-1 0 0,1 0 0 0 0,0 1 0 0 0,0-1 0 0 0,-1 0 1 0 0,1 0-1 0 0,0 0 0 0 0,0 1 0 0 0,-1-1 0 0 0,1 0 1 0 0,0 0-1 0 0,-1 1 0 0 0,-17 18 759 0 0,16-13-843 0 0,0 0 1 0 0,0 1 0 0 0,1-1 0 0 0,0 0 0 0 0,0 0 0 0 0,1 1 0 0 0,0-1 0 0 0,0 1 0 0 0,0-1 0 0 0,1 0 0 0 0,0 1 0 0 0,2 8 0 0 0,4 13 38 0 0,13 35-1 0 0,-19-60-47 0 0,2 4-12 0 0,0 0 1 0 0,0 1 0 0 0,0-2-1 0 0,1 1 1 0 0,0 0-1 0 0,0-1 1 0 0,0 1 0 0 0,1-1-1 0 0,0-1 1 0 0,1 1 0 0 0,-1-1-1 0 0,1 0 1 0 0,8 6 0 0 0,-9-8 1 0 0,0-1 0 0 0,0 1 1 0 0,0-1-1 0 0,0 0 1 0 0,1 0-1 0 0,-1-1 0 0 0,1 0 1 0 0,-1 0-1 0 0,1 0 1 0 0,0-1-1 0 0,-1 1 1 0 0,1-1-1 0 0,0-1 0 0 0,-1 1 1 0 0,1-1-1 0 0,-1 0 1 0 0,1 0-1 0 0,8-3 1 0 0,-9 2-3 0 0,0 0 0 0 0,0 1 0 0 0,0-1 1 0 0,-1-1-1 0 0,1 1 0 0 0,-1-1 1 0 0,1 0-1 0 0,-1 0 0 0 0,0 0 1 0 0,0 0-1 0 0,0-1 0 0 0,-1 0 0 0 0,1 0 1 0 0,-1 0-1 0 0,0 0 0 0 0,0 0 1 0 0,0-1-1 0 0,-1 1 0 0 0,1-1 1 0 0,-1 0-1 0 0,2-5 0 0 0,-3 5 41 0 0,0-1 0 0 0,0 1 0 0 0,-1 0 0 0 0,0-1 1 0 0,0 1-1 0 0,0-1 0 0 0,-1 1 0 0 0,1 0 0 0 0,-1-1 0 0 0,-1 1 0 0 0,1 0 0 0 0,-1 0 0 0 0,0 0 0 0 0,0 0 0 0 0,0 0 0 0 0,0 0 0 0 0,-1 1 0 0 0,0-1 0 0 0,0 1 1 0 0,-6-7-1 0 0,1 1 50 0 0,-2 0 0 0 0,0 1 0 0 0,0 0 1 0 0,0 0-1 0 0,-1 1 0 0 0,0 0 0 0 0,-19-9 1 0 0,25 15-55 0 0,0-1 0 0 0,0 1 0 0 0,0 0 1 0 0,0 0-1 0 0,-1 1 0 0 0,1 0 0 0 0,-1 0 0 0 0,0 0 1 0 0,1 0-1 0 0,-1 1 0 0 0,1 0 0 0 0,-1 0 0 0 0,0 1 0 0 0,1-1 1 0 0,-1 1-1 0 0,1 0 0 0 0,-1 1 0 0 0,1-1 0 0 0,-1 1 1 0 0,-8 5-1 0 0,13-7-115 0 0,1 1 0 0 0,-1-1 1 0 0,1 1-1 0 0,-1 0 0 0 0,1-1 1 0 0,0 1-1 0 0,-1 0 0 0 0,1-1 1 0 0,-1 1-1 0 0,1 0 0 0 0,0-1 0 0 0,0 1 1 0 0,0 0-1 0 0,-1 0 0 0 0,1-1 1 0 0,0 1-1 0 0,0 0 0 0 0,0 0 1 0 0,0 0-1 0 0,0-1 0 0 0,0 1 0 0 0,0 0 1 0 0,0 0-1 0 0,1-1 0 0 0,-1 1 1 0 0,0 0-1 0 0,0 0 0 0 0,1-1 1 0 0,-1 1-1 0 0,0 0 0 0 0,1-1 1 0 0,-1 1-1 0 0,1 0 0 0 0,-1-1 0 0 0,1 1 1 0 0,-1 0-1 0 0,1-1 0 0 0,-1 1 1 0 0,2 0-1 0 0,0 3-888 0 0</inkml:trace>
</inkml:ink>
</file>

<file path=ppt/ink/ink1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21.9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38 3681 0 0,'-6'-8'232'0'0,"15"6"1877"0"0,15 5 1510 0 0,-24-3-3646 0 0,2 1 318 0 0,0-1-1 0 0,0 0 1 0 0,0 0 0 0 0,0 1 0 0 0,0-1-1 0 0,0-1 1 0 0,0 1 0 0 0,0 0 0 0 0,0 0-1 0 0,0-1 1 0 0,0 1 0 0 0,3-2-1 0 0,-5 2-242 0 0,1-1-1 0 0,-1 1 0 0 0,1-1 0 0 0,-1 1 0 0 0,1-1 0 0 0,-1 1 1 0 0,1-1-1 0 0,-1 0 0 0 0,0 1 0 0 0,1-1 0 0 0,-1 1 0 0 0,0-1 1 0 0,1 0-1 0 0,-1 1 0 0 0,0-1 0 0 0,0 0 0 0 0,0 1 0 0 0,1-1 1 0 0,-1 0-1 0 0,0 0 0 0 0,0 1 0 0 0,0-1 0 0 0,0 0 0 0 0,0 1 1 0 0,-1-1-1 0 0,1 0 0 0 0,0 0 0 0 0,0 1 0 0 0,0-1 0 0 0,-1 0 1 0 0,1 1-1 0 0,-1-2 0 0 0,0-5-258 0 0</inkml:trace>
</inkml:ink>
</file>

<file path=ppt/ink/ink1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2.1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495 185 1840 0 0,'0'-18'1125'0'0,"-2"-1"0"0"0,-5-33 1 0 0,5 46-641 0 0,1-1 0 0 0,-1 1 0 0 0,0 0 0 0 0,0-1 0 0 0,-1 1 0 0 0,0 0 0 0 0,0 0 0 0 0,0 1 0 0 0,-1-1 0 0 0,0 1 0 0 0,-6-7 0 0 0,7 10-271 0 0,0 0 0 0 0,0 0 0 0 0,0 0 1 0 0,0 0-1 0 0,0 1 0 0 0,-1 0 0 0 0,1-1 1 0 0,0 1-1 0 0,-1 0 0 0 0,1 1 0 0 0,-1-1 1 0 0,0 1-1 0 0,1-1 0 0 0,-1 1 0 0 0,1 0 1 0 0,-1 1-1 0 0,0-1 0 0 0,1 1 0 0 0,-1-1 1 0 0,1 1-1 0 0,-1 0 0 0 0,1 0 0 0 0,0 0 1 0 0,-1 1-1 0 0,-4 2 0 0 0,-2 1 73 0 0,0 1-1 0 0,1 0 1 0 0,-1 0-1 0 0,1 1 1 0 0,0 0-1 0 0,-15 16 1 0 0,0 6-109 0 0,1 1-1 0 0,2 2 1 0 0,1 0-1 0 0,1 1 1 0 0,2 1 0 0 0,1 1-1 0 0,2 0 1 0 0,-16 59-1 0 0,4 16 80 0 0,-20 179 0 0 0,29-21-26 0 0,18-215-145 0 0,3 1-1 0 0,1-1 1 0 0,15 58 0 0 0,-13-81-14 0 0,1-1-1 0 0,2 0 1 0 0,1 0 0 0 0,1-1 0 0 0,2-1 0 0 0,26 42 0 0 0,-26-50 0 0 0,1 0-1 0 0,1-1 0 0 0,0-1 1 0 0,1-1-1 0 0,1 0 1 0 0,0-1-1 0 0,1-1 1 0 0,1 0-1 0 0,31 15 0 0 0,-21-14-21 0 0,1-2 0 0 0,64 20 0 0 0,-82-29-134 0 0,0-1 1 0 0,0-1-1 0 0,1 0 1 0 0,-1-1 0 0 0,1 0-1 0 0,-1-1 1 0 0,1 0 0 0 0,-1-2-1 0 0,0 1 1 0 0,19-6-1 0 0,-16 2-594 0 0</inkml:trace>
</inkml:ink>
</file>

<file path=ppt/ink/ink1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3.5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280 163 1840 0 0,'0'-16'1090'0'0,"-1"1"0"0"0,-1 0-1 0 0,0 0 1 0 0,-5-20 0 0 0,6 31-776 0 0,0 1 1 0 0,0-1 0 0 0,0 1 0 0 0,0 0 0 0 0,0-1 0 0 0,-1 1 0 0 0,1 0 0 0 0,-1 0-1 0 0,0 0 1 0 0,0 0 0 0 0,0 0 0 0 0,-1 1 0 0 0,1-1 0 0 0,-1 1 0 0 0,1-1 0 0 0,-1 1 0 0 0,0 0-1 0 0,0 0 1 0 0,0 0 0 0 0,0 0 0 0 0,0 0 0 0 0,0 1 0 0 0,0 0 0 0 0,-6-2 0 0 0,5 3-158 0 0,1 0 0 0 0,-1 0 0 0 0,0 0 0 0 0,0 1 0 0 0,1 0 0 0 0,-1-1 1 0 0,0 1-1 0 0,1 1 0 0 0,-1-1 0 0 0,1 0 0 0 0,-1 1 0 0 0,1 0 0 0 0,0 0 1 0 0,-1 0-1 0 0,1 0 0 0 0,0 0 0 0 0,0 1 0 0 0,1-1 0 0 0,-1 1 0 0 0,-2 3 1 0 0,-6 6 99 0 0,2 0 1 0 0,0 1 0 0 0,-11 19 0 0 0,7-9-119 0 0,1 1 0 0 0,1 0 1 0 0,1 0-1 0 0,1 2 0 0 0,1-1 0 0 0,2 1 0 0 0,0 0 0 0 0,2 0 1 0 0,-2 29-1 0 0,6-43-121 0 0,0-1 0 0 0,0 1 0 0 0,1 0 0 0 0,0-1 0 0 0,1 0 0 0 0,1 1 0 0 0,0-1 0 0 0,0 0 0 0 0,1 0 0 0 0,0 0 0 0 0,1-1 0 0 0,0 1 0 0 0,1-1 0 0 0,0 0 0 0 0,1-1 0 0 0,0 1 0 0 0,0-2 0 0 0,1 1 0 0 0,0-1 0 0 0,1 0 0 0 0,0 0 0 0 0,0-1 1 0 0,11 7-1 0 0,-5-6-192 0 0,1-1 1 0 0,-1 0-1 0 0,1-1 0 0 0,0-1 1 0 0,1 0-1 0 0,-1-1 1 0 0,1-1-1 0 0,0-1 1 0 0,0 0-1 0 0,-1-1 1 0 0,1-1-1 0 0,0-1 1 0 0,0 0-1 0 0,0-1 1 0 0,0-1-1 0 0,16-4 1 0 0,5-3-6504 0 0</inkml:trace>
</inkml:ink>
</file>

<file path=ppt/ink/ink1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3.8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55 5 6449 0 0,'-1'0'131'0'0,"0"-1"-1"0"0,0 0 0 0 0,0 1 0 0 0,0 0 0 0 0,1-1 0 0 0,-1 1 1 0 0,0-1-1 0 0,0 1 0 0 0,0 0 0 0 0,0 0 0 0 0,0-1 0 0 0,0 1 1 0 0,0 0-1 0 0,0 0 0 0 0,0 0 0 0 0,0 0 0 0 0,0 0 0 0 0,0 0 1 0 0,0 1-1 0 0,0-1 0 0 0,0 0 0 0 0,1 0 0 0 0,-1 1 1 0 0,0-1-1 0 0,0 0 0 0 0,0 1 0 0 0,0-1 0 0 0,0 1 0 0 0,1-1 1 0 0,-1 1-1 0 0,0 0 0 0 0,0-1 0 0 0,1 1 0 0 0,-1 0 0 0 0,0-1 1 0 0,1 1-1 0 0,-1 0 0 0 0,1 0 0 0 0,-1 0 0 0 0,1-1 0 0 0,-1 1 1 0 0,1 0-1 0 0,0 0 0 0 0,-1 0 0 0 0,1 0 0 0 0,0 0 0 0 0,0 1 1 0 0,-4 8 749 0 0,2-1 0 0 0,0 1 0 0 0,-2 16 0 0 0,3-18-725 0 0,-2 19 138 0 0,1 0-1 0 0,2 1 1 0 0,1 0 0 0 0,0-1 0 0 0,3 0 0 0 0,8 38 0 0 0,57 153 1671 0 0,-61-195-1939 0 0,3 11-1077 0 0,-7-21 146 0 0,0 1 0 0 0,1-1-1 0 0,1 0 1 0 0,10 18 0 0 0,-12-25 784 0 0</inkml:trace>
</inkml:ink>
</file>

<file path=ppt/ink/ink1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4.1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108 52 3225 0 0,'-15'-6'8847'0'0,"9"21"-4411"0"0,5-9-5679 0 0,0 6 1549 0 0,0 1 0 0 0,0-1 0 0 0,2 1 0 0 0,0-1 0 0 0,0 0 1 0 0,1 1-1 0 0,0-1 0 0 0,1 0 0 0 0,1 0 0 0 0,0 0 0 0 0,0-1 0 0 0,12 21 1 0 0,-12-26-248 0 0,-1 0 0 0 0,1 0 0 0 0,1 0 0 0 0,-1-1 0 0 0,1 0 0 0 0,0 0 0 0 0,0 0 1 0 0,0 0-1 0 0,1-1 0 0 0,9 6 0 0 0,-10-8-34 0 0,-1 0 0 0 0,1 0 1 0 0,-1 0-1 0 0,1-1 0 0 0,0 0 0 0 0,0 0 1 0 0,0 0-1 0 0,0 0 0 0 0,-1-1 1 0 0,1 0-1 0 0,0 0 0 0 0,0 0 0 0 0,0-1 1 0 0,0 0-1 0 0,0 1 0 0 0,6-3 0 0 0,-6 1 8 0 0,1 0 0 0 0,-1 0 0 0 0,0 0 0 0 0,0-1 0 0 0,0 0 0 0 0,0 0 0 0 0,0 0 0 0 0,-1 0 0 0 0,1-1 0 0 0,-1 1 0 0 0,0-1 0 0 0,0 0 0 0 0,0-1 0 0 0,-1 1 0 0 0,0-1 0 0 0,1 1 0 0 0,-2-1 0 0 0,1 0 0 0 0,0 0 0 0 0,-1-1 0 0 0,0 1 0 0 0,0 0 0 0 0,2-12-1 0 0,-3 10 19 0 0,0-1-1 0 0,-1 0 0 0 0,1 1 1 0 0,-2-1-1 0 0,1 0 0 0 0,-1 1 1 0 0,0-1-1 0 0,0 1 0 0 0,-1-1 0 0 0,0 1 1 0 0,-1-1-1 0 0,1 1 0 0 0,-1 0 1 0 0,-1 0-1 0 0,1 0 0 0 0,-1 1 0 0 0,-5-7 1 0 0,3 6-21 0 0,1 1 0 0 0,-1 0 0 0 0,0 1 0 0 0,0-1 0 0 0,-1 1 0 0 0,0 0 0 0 0,0 1 0 0 0,0-1 1 0 0,0 1-1 0 0,-1 1 0 0 0,1 0 0 0 0,-1 0 0 0 0,0 0 0 0 0,0 1 0 0 0,0 0 0 0 0,0 0 0 0 0,-1 1 0 0 0,-14 0 1 0 0,13 1-259 0 0,0 0 1 0 0,0 1 0 0 0,0 1 0 0 0,0 0 0 0 0,0 0 0 0 0,0 0 0 0 0,1 1 0 0 0,-1 1 0 0 0,1 0-1 0 0,0 0 1 0 0,0 1 0 0 0,0 0 0 0 0,1 0 0 0 0,0 1 0 0 0,-10 9 0 0 0,-3 6-6697 0 0</inkml:trace>
</inkml:ink>
</file>

<file path=ppt/ink/ink1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4.4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248 13 3681 0 0,'0'0'29'0'0,"0"0"1"0"0,0-1-1 0 0,0 1 0 0 0,1 0 1 0 0,-1-1-1 0 0,0 1 1 0 0,0 0-1 0 0,0-1 0 0 0,0 1 1 0 0,0-1-1 0 0,0 1 1 0 0,0 0-1 0 0,0-1 0 0 0,0 1 1 0 0,0 0-1 0 0,0-1 1 0 0,0 1-1 0 0,0-1 0 0 0,0 1 1 0 0,0 0-1 0 0,0-1 1 0 0,-1 1-1 0 0,1 0 0 0 0,0-1 1 0 0,0 1-1 0 0,0 0 1 0 0,0-1-1 0 0,-1 1 0 0 0,1 0 1 0 0,0-1-1 0 0,0 1 1 0 0,-1 0-1 0 0,1 0 0 0 0,0-1 1 0 0,-1 1-1 0 0,1 0 1 0 0,0 0-1 0 0,-1-1 0 0 0,-18 2 1378 0 0,-19 13 834 0 0,23-6-1902 0 0,1 0 0 0 0,1 0 0 0 0,-1 1-1 0 0,1 1 1 0 0,1 0 0 0 0,0 1 0 0 0,0 0 0 0 0,1 1 0 0 0,1 0-1 0 0,0 1 1 0 0,1 0 0 0 0,0 0 0 0 0,0 1 0 0 0,-9 24 0 0 0,17-35-317 0 0,0-1 1 0 0,0 1 0 0 0,0-1 0 0 0,1 1-1 0 0,0-1 1 0 0,-1 1 0 0 0,1-1 0 0 0,0 1-1 0 0,0 0 1 0 0,0-1 0 0 0,0 1 0 0 0,1-1-1 0 0,-1 1 1 0 0,1 0 0 0 0,0-1-1 0 0,-1 1 1 0 0,1-1 0 0 0,0 0 0 0 0,1 1-1 0 0,-1-1 1 0 0,0 0 0 0 0,1 0 0 0 0,-1 1-1 0 0,1-1 1 0 0,-1 0 0 0 0,1-1 0 0 0,0 1-1 0 0,0 0 1 0 0,0 0 0 0 0,0-1 0 0 0,0 1-1 0 0,1-1 1 0 0,-1 0 0 0 0,0 0 0 0 0,3 2-1 0 0,11 3 90 0 0,0 0-1 0 0,0-1 1 0 0,0-1-1 0 0,26 4 1 0 0,-5 0-83 0 0,-30-6-29 0 0,0 0 0 0 0,0 0-1 0 0,0 0 1 0 0,0 1-1 0 0,-1 1 1 0 0,0-1 0 0 0,1 1-1 0 0,8 7 1 0 0,-13-10-6 0 0,0 1 0 0 0,-1 0-1 0 0,1 0 1 0 0,-1 0 0 0 0,1 0-1 0 0,-1 0 1 0 0,0 0 0 0 0,0 0-1 0 0,0 0 1 0 0,0 1 0 0 0,0-1 0 0 0,0 0-1 0 0,0 1 1 0 0,-1-1 0 0 0,0 0-1 0 0,1 1 1 0 0,-1-1 0 0 0,0 1-1 0 0,0-1 1 0 0,0 1 0 0 0,0-1 0 0 0,-1 1-1 0 0,1-1 1 0 0,-1 0 0 0 0,1 1-1 0 0,-1-1 1 0 0,0 0 0 0 0,0 1-1 0 0,-1 1 1 0 0,-7 13-73 0 0,-1-1-1 0 0,-1 0 0 0 0,0-1 1 0 0,-1 0-1 0 0,-1 0 1 0 0,0-2-1 0 0,-1 1 0 0 0,-21 14 1 0 0,-1 3-605 0 0,13-9 252 0 0</inkml:trace>
</inkml:ink>
</file>

<file path=ppt/ink/ink1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4.7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1 347 3209 0 0,'22'-15'489'0'0,"-1"0"1"0"0,-1-2-1 0 0,0-1 1 0 0,-1-1 0 0 0,-1 0-1 0 0,-1-1 1 0 0,-1-1-1 0 0,-1-1 1 0 0,15-26-1 0 0,-25 40-133 0 0,-1 1-1 0 0,-1-1 0 0 0,1 0 0 0 0,-1 0 1 0 0,0-1-1 0 0,-1 1 0 0 0,2-14 0 0 0,-4 20-235 0 0,1 0 1 0 0,-1 0-1 0 0,0 0 0 0 0,0 0 0 0 0,0 0 0 0 0,-1 0 0 0 0,1 0 0 0 0,0 0 0 0 0,-1 0 1 0 0,1 0-1 0 0,-1 0 0 0 0,0 1 0 0 0,0-1 0 0 0,1 0 0 0 0,-1 0 0 0 0,0 1 1 0 0,-1-1-1 0 0,1 0 0 0 0,0 1 0 0 0,0-1 0 0 0,-1 1 0 0 0,1-1 0 0 0,-1 1 0 0 0,1 0 1 0 0,-1 0-1 0 0,0 0 0 0 0,1 0 0 0 0,-1 0 0 0 0,0 0 0 0 0,0 0 0 0 0,1 0 0 0 0,-1 1 1 0 0,0-1-1 0 0,0 1 0 0 0,0-1 0 0 0,0 1 0 0 0,0 0 0 0 0,-2 0 0 0 0,-2-1-45 0 0,1 1 1 0 0,0 0-1 0 0,0 0 0 0 0,-1 0 0 0 0,1 1 0 0 0,0 0 0 0 0,0 0 0 0 0,0 0 0 0 0,0 1 0 0 0,0-1 0 0 0,0 1 1 0 0,0 0-1 0 0,0 1 0 0 0,-8 5 0 0 0,7-3 135 0 0,-1 0 0 0 0,1 0 0 0 0,1 1 0 0 0,-1 0 0 0 0,1 0 1 0 0,0 1-1 0 0,0-1 0 0 0,0 1 0 0 0,-4 9 0 0 0,5-8-55 0 0,1 0-1 0 0,-1 0 1 0 0,1 1-1 0 0,0-1 1 0 0,1 0 0 0 0,0 1-1 0 0,0 0 1 0 0,1-1 0 0 0,0 1-1 0 0,1 0 1 0 0,0 0-1 0 0,0 0 1 0 0,1 0 0 0 0,0-1-1 0 0,0 1 1 0 0,1 0-1 0 0,0-1 1 0 0,7 15 0 0 0,-7-19-250 0 0,0 0 1 0 0,0-1-1 0 0,1 0 1 0 0,-1 1-1 0 0,1-1 1 0 0,0 0-1 0 0,0 0 1 0 0,0-1-1 0 0,1 1 1 0 0,-1 0-1 0 0,1-1 1 0 0,-1 0-1 0 0,1 0 1 0 0,0 0 0 0 0,-1 0-1 0 0,1-1 1 0 0,0 0-1 0 0,6 2 1 0 0,-2-2-188 0 0,1 1 1 0 0,-1-2 0 0 0,1 1 0 0 0,-1-1-1 0 0,0-1 1 0 0,1 1 0 0 0,-1-1 0 0 0,11-3-1 0 0,13-4-1233 0 0</inkml:trace>
</inkml:ink>
</file>

<file path=ppt/ink/ink1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5.2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0 487 968 0 0,'66'-50'142'0'0,"37"-30"2590"0"0,-151 131 4846 0 0,-3 20-4298 0 0,43-58-2929 0 0,-1 1-1 0 0,2 1 1 0 0,0 0 0 0 0,1 0-1 0 0,0 0 1 0 0,2 0 0 0 0,-1 1-1 0 0,-3 28 1 0 0,8-43-325 0 0,0 1 0 0 0,0 0 0 0 0,0 0 0 0 0,0-1 0 0 0,0 1 0 0 0,0 0 0 0 0,0 0 0 0 0,0 0 0 0 0,1-1 0 0 0,-1 1 0 0 0,1 0 0 0 0,-1-1 0 0 0,1 1-1 0 0,0 0 1 0 0,0-1 0 0 0,0 1 0 0 0,0-1 0 0 0,0 1 0 0 0,2 1 0 0 0,-2-2-24 0 0,0 0 0 0 0,0-1 0 0 0,1 1-1 0 0,-1 0 1 0 0,1-1 0 0 0,-1 1-1 0 0,0-1 1 0 0,1 0 0 0 0,-1 1 0 0 0,1-1-1 0 0,-1 0 1 0 0,1 0 0 0 0,-1 0-1 0 0,1 0 1 0 0,-1 0 0 0 0,1 0 0 0 0,-1-1-1 0 0,3 0 1 0 0,3-1-91 0 0,-1 0-1 0 0,1-1 1 0 0,0 0-1 0 0,-1 0 0 0 0,1-1 1 0 0,-1 1-1 0 0,0-2 1 0 0,6-4-1 0 0,0-2-164 0 0,-1-1-1 0 0,0 0 0 0 0,-1 0 0 0 0,0-1 1 0 0,-1-1-1 0 0,0 0 0 0 0,-1 0 0 0 0,-1 0 0 0 0,0-1 1 0 0,-1 0-1 0 0,0-1 0 0 0,-2 1 0 0 0,0-1 0 0 0,4-32 1 0 0,-4 9 199 0 0,-3 0 1 0 0,0 0 0 0 0,-3 0-1 0 0,-2 0 1 0 0,-8-42 0 0 0,7 47 582 0 0,3 20 193 0 0,0-1 1 0 0,-1 1-1 0 0,0 0 0 0 0,-1 0 0 0 0,-9-9 2998 0 0,8 58-2760 0 0,4-5-847 0 0,2 0 0 0 0,1-1-1 0 0,1 1 1 0 0,2-1-1 0 0,1 0 1 0 0,1 0-1 0 0,1 0 1 0 0,2-1 0 0 0,23 47-1 0 0,-17-46-641 0 0,1 0-1 0 0,1-1 1 0 0,2-1-1 0 0,1 0 1 0 0,24 23-1 0 0,-11-16-6794 0 0</inkml:trace>
</inkml:ink>
</file>

<file path=ppt/ink/ink1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5.5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150 0 9218 0 0,'-6'1'329'0'0,"0"1"0"0"0,0 0 0 0 0,0 0 0 0 0,0 0 0 0 0,0 1 0 0 0,1 0 0 0 0,-1 0 0 0 0,1 0 0 0 0,-1 1 0 0 0,1 0 0 0 0,0 0 0 0 0,1 0 0 0 0,-6 6 0 0 0,3-2 89 0 0,2 0 1 0 0,-1 0-1 0 0,1 1 1 0 0,0 0-1 0 0,1-1 1 0 0,0 1-1 0 0,-5 18 1 0 0,2 4 161 0 0,1 1-1 0 0,1 0 1 0 0,2 0-1 0 0,1 39 1 0 0,2-45-360 0 0,2 1 0 0 0,0 0-1 0 0,2 0 1 0 0,1-1 0 0 0,1 0 0 0 0,11 32 0 0 0,-1-19-183 0 0,1 0 0 0 0,2-1 0 0 0,29 44 0 0 0,-11-23-1182 0 0,-19-33-55 0 0</inkml:trace>
</inkml:ink>
</file>

<file path=ppt/ink/ink1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6.0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3 400 2761 0 0,'-1'-1'48'0'0,"1"-1"0"0"0,0 1 1 0 0,-1 0-1 0 0,1 0 1 0 0,0 0-1 0 0,0 0 1 0 0,-1 0-1 0 0,1-1 1 0 0,0 1-1 0 0,0 0 0 0 0,0 0 1 0 0,0 0-1 0 0,1-1 1 0 0,-1 1-1 0 0,0 0 1 0 0,0 0-1 0 0,1 0 1 0 0,-1 0-1 0 0,1 0 0 0 0,-1 0 1 0 0,1 0-1 0 0,-1-1 1 0 0,1 1-1 0 0,0 1 1 0 0,-1-1-1 0 0,1 0 0 0 0,0 0 1 0 0,0 0-1 0 0,0 0 1 0 0,0 0-1 0 0,0 1 1 0 0,1-2-1 0 0,40-28 2375 0 0,-34 25-2218 0 0,152-89 4521 0 0,-14 8-2949 0 0,-107 61-1375 0 0,-6 2 165 0 0,1 2-1 0 0,2 1 1 0 0,0 1-1 0 0,44-15 1 0 0,-77 33-456 0 0,0 0 0 0 0,0 0 0 0 0,-1 0 0 0 0,1 0 0 0 0,0 1 0 0 0,0-1 0 0 0,0 1 0 0 0,0 0 0 0 0,0 0 0 0 0,0 0 0 0 0,0 0 0 0 0,0 0 0 0 0,0 1 0 0 0,0-1 0 0 0,-1 1 0 0 0,1 0 0 0 0,0 0 0 0 0,0 0 0 0 0,0 0 0 0 0,-1 1 0 0 0,1-1 0 0 0,-1 1 0 0 0,1-1-1 0 0,-1 1 1 0 0,0 0 0 0 0,1 0 0 0 0,-1 0 0 0 0,0 0 0 0 0,2 4 0 0 0,0 0 19 0 0,-1 1-1 0 0,1-1 0 0 0,-2 1 1 0 0,1 0-1 0 0,-1 0 0 0 0,0 0 0 0 0,0 0 1 0 0,-1 0-1 0 0,0 1 0 0 0,0 13 1 0 0,-1 15 268 0 0,2 44 85 0 0,-2-75-464 0 0,1-1 0 0 0,0 1 0 0 0,0 0 0 0 0,0 0 0 0 0,1-1 0 0 0,-1 1 0 0 0,1 0 0 0 0,0-1 0 0 0,1 0 0 0 0,-1 1 0 0 0,1-1 0 0 0,5 6 0 0 0,-7-9-22 0 0,0 0 1 0 0,0 0-1 0 0,0 0 1 0 0,-1-1 0 0 0,1 1-1 0 0,0 0 1 0 0,1-1-1 0 0,-1 1 1 0 0,0-1-1 0 0,0 1 1 0 0,0-1-1 0 0,0 1 1 0 0,0-1-1 0 0,0 0 1 0 0,1 0-1 0 0,-1 0 1 0 0,0 1 0 0 0,0-1-1 0 0,0 0 1 0 0,0 0-1 0 0,1-1 1 0 0,1 1-1 0 0,-1-1-23 0 0,1 0 0 0 0,-1 0 0 0 0,1 0-1 0 0,-1 0 1 0 0,1-1 0 0 0,-1 1 0 0 0,0-1-1 0 0,0 1 1 0 0,4-4 0 0 0,2-5-111 0 0,1 1 0 0 0,-1-1-1 0 0,8-15 1 0 0,-13 22 117 0 0,36-72-314 0 0,-33 60 412 0 0,1 0-1 0 0,1 1 1 0 0,0-1 0 0 0,0 2 0 0 0,2-1 0 0 0,18-20-1 0 0,-27 33-63 0 0,-1 0-1 0 0,1 0 0 0 0,0 1 0 0 0,-1-1 1 0 0,1 0-1 0 0,0 0 0 0 0,0 1 0 0 0,0-1 1 0 0,0 0-1 0 0,-1 1 0 0 0,1-1 0 0 0,0 0 0 0 0,0 1 1 0 0,0 0-1 0 0,0-1 0 0 0,0 1 0 0 0,1 0 1 0 0,-1-1-1 0 0,0 1 0 0 0,0 0 0 0 0,0 0 1 0 0,0 0-1 0 0,0 0 0 0 0,0 0 0 0 0,0 0 1 0 0,0 0-1 0 0,0 0 0 0 0,0 0 0 0 0,1 1 1 0 0,-1-1-1 0 0,0 0 0 0 0,0 1 0 0 0,0-1 1 0 0,0 1-1 0 0,0-1 0 0 0,0 1 0 0 0,-1-1 0 0 0,1 1 1 0 0,0 0-1 0 0,0-1 0 0 0,0 1 0 0 0,0 0 1 0 0,-1 0-1 0 0,1 0 0 0 0,0 0 0 0 0,-1-1 1 0 0,1 1-1 0 0,-1 0 0 0 0,1 0 0 0 0,-1 0 1 0 0,1 0-1 0 0,-1 0 0 0 0,0 0 0 0 0,1 2 1 0 0,3 10 46 0 0,-1-1 1 0 0,0 1 0 0 0,1 23 0 0 0,-1-18 21 0 0,-1-4-92 0 0,1-1 1 0 0,0 1-1 0 0,1-1 0 0 0,1 1 1 0 0,0-1-1 0 0,11 18 0 0 0,15 11-6497 0 0,-12-23-545 0 0</inkml:trace>
</inkml:ink>
</file>

<file path=ppt/ink/ink1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6.3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0 324 6913 0 0,'128'-112'6791'0'0,"-112"97"-6721"0"0,0 0-1 0 0,-1-1 0 0 0,16-23 0 0 0,-28 35-16 0 0,0 0 0 0 0,0 0 0 0 0,0-1-1 0 0,-1 1 1 0 0,0-1 0 0 0,1 0-1 0 0,-2 0 1 0 0,1 0 0 0 0,-1 0-1 0 0,1 0 1 0 0,-1 0 0 0 0,0 0-1 0 0,-1 0 1 0 0,0 0 0 0 0,0 0-1 0 0,0-1 1 0 0,0 1 0 0 0,-1 0 0 0 0,-1-9-1 0 0,2 13 22 0 0,-1 0 0 0 0,1 0 0 0 0,-1 0 0 0 0,1 0 0 0 0,-1 0 0 0 0,1 0-1 0 0,-1 0 1 0 0,1 0 0 0 0,-1 0 0 0 0,0 0 0 0 0,1 0 0 0 0,-1 0 0 0 0,0 1 0 0 0,0-1-1 0 0,0 0 1 0 0,0 0 0 0 0,0 1 0 0 0,0-1 0 0 0,0 1 0 0 0,0-1 0 0 0,0 1 0 0 0,0-1 0 0 0,0 1-1 0 0,0 0 1 0 0,0-1 0 0 0,-2 1 0 0 0,1 0 76 0 0,0 0-1 0 0,-1 0 0 0 0,1 1 1 0 0,0-1-1 0 0,0 1 1 0 0,-1 0-1 0 0,1-1 1 0 0,0 1-1 0 0,0 0 0 0 0,0 0 1 0 0,0 0-1 0 0,-3 2 1 0 0,-2 2 200 0 0,0 0 1 0 0,1 1-1 0 0,-1 0 0 0 0,1 0 1 0 0,-10 13-1 0 0,10-11-266 0 0,1-1-1 0 0,1 1 1 0 0,-1 0 0 0 0,1 1-1 0 0,1-1 1 0 0,0 1-1 0 0,0-1 1 0 0,0 1 0 0 0,1 0-1 0 0,0 0 1 0 0,1 0-1 0 0,0 10 1 0 0,1-13-130 0 0,1 0 1 0 0,-1 0-1 0 0,1 0 1 0 0,1 0-1 0 0,-1 0 1 0 0,1 0-1 0 0,0 0 1 0 0,1-1-1 0 0,-1 1 1 0 0,1-1-1 0 0,0 0 1 0 0,0 1-1 0 0,1-1 0 0 0,-1-1 1 0 0,1 1-1 0 0,1 0 1 0 0,-1-1-1 0 0,0 0 1 0 0,6 4-1 0 0,-1-1-369 0 0,1-1 0 0 0,-1 0 0 0 0,16 7 0 0 0,7 1-1004 0 0</inkml:trace>
</inkml:ink>
</file>

<file path=ppt/ink/ink1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6.72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160 226 456 0 0,'-50'-112'1624'0'0,"13"38"2726"0"0,8 35 10035 0 0,25 77-14110 0 0,4-32 286 0 0,-17 128 226 0 0,6-69-879 0 0,4 1 1 0 0,2 117-1 0 0,10-145-1089 0 0,3 0-3983 0 0,2-3-1636 0 0</inkml:trace>
</inkml:ink>
</file>

<file path=ppt/ink/ink1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7.0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1 148 3225 0 0,'4'-40'5911'0'0,"-6"61"-1136"0"0,2-13-4518 0 0,0 0 1 0 0,0-1-1 0 0,0 1 1 0 0,1 0-1 0 0,1 0 0 0 0,-1 0 1 0 0,1-1-1 0 0,1 1 1 0 0,-1-1-1 0 0,1 1 0 0 0,1-1 1 0 0,-1 0-1 0 0,1 0 1 0 0,0-1-1 0 0,1 1 0 0 0,0-1 1 0 0,0 0-1 0 0,7 7 1 0 0,-8-9-221 0 0,0 0 1 0 0,0-1 0 0 0,0 0-1 0 0,1 0 1 0 0,-1 0 0 0 0,1-1-1 0 0,-1 0 1 0 0,1 1 0 0 0,0-2-1 0 0,0 1 1 0 0,0 0 0 0 0,0-1 0 0 0,0 0-1 0 0,1 0 1 0 0,-1-1 0 0 0,0 1-1 0 0,0-1 1 0 0,1 0 0 0 0,-1-1-1 0 0,0 1 1 0 0,0-1 0 0 0,1 0-1 0 0,-1-1 1 0 0,0 1 0 0 0,0-1-1 0 0,0 0 1 0 0,-1 0 0 0 0,1 0 0 0 0,6-4-1 0 0,-7 3 10 0 0,1-1 0 0 0,-1 1 0 0 0,0-1 0 0 0,0 0 0 0 0,0 0 0 0 0,0 0 0 0 0,0 0-1 0 0,-1-1 1 0 0,0 0 0 0 0,0 1 0 0 0,0-1 0 0 0,-1 0 0 0 0,3-7 0 0 0,-2 3 36 0 0,-1 1-1 0 0,1-1 1 0 0,-1 0 0 0 0,-1 0 0 0 0,0 0-1 0 0,0 0 1 0 0,-1 0 0 0 0,-1-11 0 0 0,0 12-38 0 0,0 1 1 0 0,0-1 0 0 0,0 1-1 0 0,-1 0 1 0 0,-1-1 0 0 0,1 1-1 0 0,-1 0 1 0 0,0 1 0 0 0,-1-1 0 0 0,-4-6-1 0 0,5 9-49 0 0,0 0 0 0 0,0 1 0 0 0,0-1 0 0 0,0 1 0 0 0,-1 0-1 0 0,1 0 1 0 0,-1 0 0 0 0,0 0 0 0 0,0 1 0 0 0,0-1 0 0 0,0 1 0 0 0,-1 0 0 0 0,1 1-1 0 0,-1-1 1 0 0,1 1 0 0 0,-8-2 0 0 0,8 3-103 0 0,0-1 0 0 0,0 1 1 0 0,0 0-1 0 0,0 1 0 0 0,-1-1 0 0 0,1 1 1 0 0,0 0-1 0 0,0-1 0 0 0,0 2 0 0 0,0-1 1 0 0,1 0-1 0 0,-6 3 0 0 0,-23 17-6071 0 0,17-8 52 0 0</inkml:trace>
</inkml:ink>
</file>

<file path=ppt/ink/ink1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7.3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59 177 2761 0 0,'2'-6'204'0'0,"0"0"1"0"0,0 0-1 0 0,0 0 1 0 0,0 0-1 0 0,-1 0 0 0 0,0-9 1 0 0,0 15-115 0 0,-1-1 0 0 0,0 0 0 0 0,0 0 0 0 0,0 0 0 0 0,0 1 1 0 0,0-1-1 0 0,0 0 0 0 0,0 0 0 0 0,0 0 0 0 0,0 1 0 0 0,0-1 0 0 0,0 0 0 0 0,0 0 0 0 0,0 1 0 0 0,-1-1 0 0 0,1 0 1 0 0,0 0-1 0 0,-1 1 0 0 0,1-1 0 0 0,0 0 0 0 0,-1 1 0 0 0,1-1 0 0 0,-1 0 0 0 0,1 1 0 0 0,-1-1 0 0 0,0 1 0 0 0,1-1 1 0 0,-1 0-1 0 0,1 1 0 0 0,-1 0 0 0 0,0-1 0 0 0,0 1 0 0 0,1-1 0 0 0,-1 1 0 0 0,0 0 0 0 0,1 0 0 0 0,-1-1 0 0 0,0 1 1 0 0,0 0-1 0 0,0 0 0 0 0,1 0 0 0 0,-1 0 0 0 0,0 0 0 0 0,0 0 0 0 0,0 0 0 0 0,1 0 0 0 0,-1 0 0 0 0,0 0 0 0 0,0 0 1 0 0,0 1-1 0 0,1-1 0 0 0,-1 0 0 0 0,0 0 0 0 0,0 1 0 0 0,1-1 0 0 0,-1 1 0 0 0,0-1 0 0 0,0 2 0 0 0,-2-2 82 0 0,1 1 0 0 0,-1 0-1 0 0,1 0 1 0 0,0 1 0 0 0,0-1-1 0 0,0 0 1 0 0,0 1 0 0 0,0-1-1 0 0,0 1 1 0 0,0 0 0 0 0,0 0 0 0 0,0 0-1 0 0,1 0 1 0 0,-1 0 0 0 0,1 0-1 0 0,-1 0 1 0 0,1 0 0 0 0,0 0-1 0 0,0 1 1 0 0,0-1 0 0 0,0 1-1 0 0,1-1 1 0 0,-1 1 0 0 0,0-1-1 0 0,1 1 1 0 0,0-1 0 0 0,0 1-1 0 0,0-1 1 0 0,0 1 0 0 0,0-1-1 0 0,0 3 1 0 0,2 0 0 0 0,-1-1 1 0 0,1 1-1 0 0,-1-1 0 0 0,1 0 0 0 0,1 0 1 0 0,-1 0-1 0 0,0 0 0 0 0,1 0 0 0 0,0 0 0 0 0,0-1 1 0 0,0 1-1 0 0,0-1 0 0 0,1 0 0 0 0,-1 0 1 0 0,1 0-1 0 0,4 2 0 0 0,-1-1-99 0 0,0-1 0 0 0,-1 1 0 0 0,1-2-1 0 0,1 1 1 0 0,-1-1 0 0 0,0 0 0 0 0,1 0 0 0 0,-1-1-1 0 0,1 0 1 0 0,-1-1 0 0 0,1 1 0 0 0,-1-1 0 0 0,1-1-1 0 0,-1 0 1 0 0,1 0 0 0 0,-1 0 0 0 0,1-1 0 0 0,-1 0-1 0 0,0 0 1 0 0,14-7 0 0 0,-16 7-36 0 0,0-1 0 0 0,0 0 0 0 0,-1 0 0 0 0,1 0 0 0 0,-1 0 1 0 0,1-1-1 0 0,-1 0 0 0 0,0 0 0 0 0,-1 0 0 0 0,1 0 0 0 0,-1-1 0 0 0,1 1 0 0 0,-1-1 0 0 0,-1 0 0 0 0,1 0 0 0 0,-1 0 1 0 0,0 0-1 0 0,0-1 0 0 0,0 1 0 0 0,-1 0 0 0 0,1-1 0 0 0,-1 1 0 0 0,-1-1 0 0 0,1 0 0 0 0,-1 1 0 0 0,0-1 1 0 0,0 1-1 0 0,-2-11 0 0 0,0 11 53 0 0,1-1 1 0 0,0 1-1 0 0,-1-1 1 0 0,0 1-1 0 0,0 0 1 0 0,-1-1-1 0 0,0 1 1 0 0,0 1-1 0 0,0-1 1 0 0,0 0 0 0 0,-1 1-1 0 0,1-1 1 0 0,-1 1-1 0 0,0 0 1 0 0,-1 0-1 0 0,-6-4 1 0 0,7 5-272 0 0,1 2-1 0 0,0-1 1 0 0,-1 0 0 0 0,1 1 0 0 0,-1-1 0 0 0,1 1 0 0 0,-1 0-1 0 0,0 0 1 0 0,0 1 0 0 0,1-1 0 0 0,-1 1 0 0 0,0-1 0 0 0,0 1-1 0 0,0 1 1 0 0,1-1 0 0 0,-1 0 0 0 0,0 1 0 0 0,0 0 0 0 0,1 0 0 0 0,-1 0-1 0 0,0 0 1 0 0,1 1 0 0 0,-1-1 0 0 0,-5 5 0 0 0,-9 5-6289 0 0</inkml:trace>
</inkml:ink>
</file>

<file path=ppt/ink/ink1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7.6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0 6449 0 0,'0'10'6490'0'0,"-1"18"-4056"0"0,0-22-1582 0 0,0 241 5051 0 0,4-200-6080 0 0,2 1 0 0 0,2-1 0 0 0,16 55 1 0 0,-22-100-1 0 0,0 2-465 0 0,0-1 0 0 0,0 1-1 0 0,0-1 1 0 0,-1 1-1 0 0,1-1 1 0 0,-1 8 0 0 0</inkml:trace>
</inkml:ink>
</file>

<file path=ppt/ink/ink1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7.8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25 2304 0 0,'4'-3'117'0'0,"-1"1"0"0"0,0-1-1 0 0,1 1 1 0 0,-1 0-1 0 0,1 0 1 0 0,0 0 0 0 0,0 0-1 0 0,0 1 1 0 0,0-1-1 0 0,0 1 1 0 0,0 0-1 0 0,0 1 1 0 0,0-1 0 0 0,0 1-1 0 0,7-1 1 0 0,-1 2 538 0 0,-1 0 0 0 0,1 1-1 0 0,-1 0 1 0 0,1 0 0 0 0,14 7 0 0 0,-16-7-216 0 0,-2 1 0 0 0,1 0 0 0 0,0 1 0 0 0,0 0 0 0 0,-1 0 0 0 0,0 0 0 0 0,0 0 0 0 0,0 1 0 0 0,-1 0 0 0 0,1 1 0 0 0,-1-1 0 0 0,0 1 0 0 0,-1 0 0 0 0,1 0 0 0 0,-1 0 0 0 0,6 13 0 0 0,-8-14-266 0 0,-1 0 0 0 0,1 1 0 0 0,-1-1 0 0 0,0 1 0 0 0,0-1 0 0 0,-1 1 0 0 0,1-1 0 0 0,-1 1 0 0 0,0-1 0 0 0,-1 1 0 0 0,1-1 1 0 0,-1 1-1 0 0,0-1 0 0 0,-1 0 0 0 0,1 1 0 0 0,-1-1 0 0 0,0 0 0 0 0,-1 0 0 0 0,1 0 0 0 0,-1 0 0 0 0,0-1 0 0 0,0 1 0 0 0,-4 5 0 0 0,-2 0-60 0 0,-1 0 0 0 0,0 0 0 0 0,-17 12 0 0 0,-15 7-2994 0 0,27-19-3443 0 0</inkml:trace>
</inkml:ink>
</file>

<file path=ppt/ink/ink1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8.1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0 6913 0 0,'2'1'98'0'0,"0"0"0"0"0,-1 1 0 0 0,1-1-1 0 0,-1 0 1 0 0,1 1 0 0 0,-1-1 0 0 0,1 1-1 0 0,-1-1 1 0 0,0 1 0 0 0,0-1 0 0 0,0 1-1 0 0,0 0 1 0 0,0 0 0 0 0,1 2-1 0 0,13 34 1174 0 0,-12-28-380 0 0,20 59 3541 0 0,18 88 1 0 0,-26-77-3669 0 0,-3 1 1 0 0,1 110-1 0 0,-13-164-843 0 0,-2 0-1 0 0,0 0 1 0 0,-2 0 0 0 0,-1-1-1 0 0,-2 1 1 0 0,0-2-1 0 0,-1 1 1 0 0,-2-1 0 0 0,-1 0-1 0 0,-1-1 1 0 0,0 0-1 0 0,-28 37 1 0 0,7-14-376 0 0</inkml:trace>
</inkml:ink>
</file>

<file path=ppt/ink/ink1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11.0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36 227 456 0 0,'4'-13'303'0'0,"0"0"0"0"0,-1 1 0 0 0,-1-1 0 0 0,0 0-1 0 0,0-1 1 0 0,-1 1 0 0 0,-1 0 0 0 0,-2-18 0 0 0,2 22 316 0 0,-2 0 1 0 0,1 0-1 0 0,-1 0 1 0 0,-1 1-1 0 0,1-1 1 0 0,-1 1-1 0 0,-9-16 1 0 0,12 24-533 0 0,0 0 1 0 0,0-1 0 0 0,0 1 0 0 0,0 0-1 0 0,0-1 1 0 0,0 1 0 0 0,-1 0 0 0 0,1-1-1 0 0,0 1 1 0 0,0 0 0 0 0,0 0-1 0 0,-1-1 1 0 0,1 1 0 0 0,0 0 0 0 0,0 0-1 0 0,-1 0 1 0 0,1-1 0 0 0,0 1-1 0 0,0 0 1 0 0,-1 0 0 0 0,1 0 0 0 0,0 0-1 0 0,-1-1 1 0 0,1 1 0 0 0,0 0 0 0 0,-1 0-1 0 0,1 0 1 0 0,0 0 0 0 0,-1 0-1 0 0,1 0 1 0 0,0 0 0 0 0,-1 0 0 0 0,1 0-1 0 0,0 0 1 0 0,-1 0 0 0 0,1 0 0 0 0,0 0-1 0 0,-1 0 1 0 0,1 1 0 0 0,-9 13 1417 0 0,1 21-510 0 0,8 31-95 0 0,12 96 1 0 0,0-13-710 0 0,-9 214 216 0 0,-1-20-35 0 0,0-272-142 0 0,2 0-19 0 0,-3 0-1 0 0,-11 87 1 0 0,11-147-2778 0 0</inkml:trace>
</inkml:ink>
</file>

<file path=ppt/ink/ink1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11.48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1 3225 0 0,'-2'2'157'0'0,"1"0"1"0"0,-1 0 0 0 0,1 0 0 0 0,0 0 0 0 0,0 1-1 0 0,0-1 1 0 0,0 0 0 0 0,0 1 0 0 0,1-1 0 0 0,-1 0-1 0 0,1 1 1 0 0,-1-1 0 0 0,1 1 0 0 0,0-1 0 0 0,0 1-1 0 0,0-1 1 0 0,0 1 0 0 0,1-1 0 0 0,0 5 0 0 0,-1-6-66 0 0,1 1 1 0 0,-1-1 0 0 0,0 1 0 0 0,1-1-1 0 0,-1 1 1 0 0,1-1 0 0 0,-1 1 0 0 0,1-1 0 0 0,0 0-1 0 0,0 1 1 0 0,0-1 0 0 0,-1 0 0 0 0,1 0-1 0 0,0 1 1 0 0,1-1 0 0 0,-1 0 0 0 0,0 0 0 0 0,0 0-1 0 0,0 0 1 0 0,1-1 0 0 0,-1 1 0 0 0,0 0-1 0 0,1 0 1 0 0,-1-1 0 0 0,0 1 0 0 0,1-1 0 0 0,-1 1-1 0 0,1-1 1 0 0,-1 0 0 0 0,4 1 0 0 0,-1-2 97 0 0,1 1 0 0 0,-1-1 1 0 0,1 0-1 0 0,-1 0 1 0 0,0 0-1 0 0,0-1 1 0 0,0 0-1 0 0,0 0 0 0 0,0 0 1 0 0,0 0-1 0 0,0 0 1 0 0,-1-1-1 0 0,6-4 0 0 0,21-13 696 0 0,-22 16-664 0 0,0 1 0 0 0,0 0-1 0 0,0 0 1 0 0,1 1 0 0 0,0 0-1 0 0,-1 0 1 0 0,14 0 0 0 0,66 2 1005 0 0,-47 1-737 0 0,97 1-357 0 0,144 20-1 0 0,-261-15-3613 0 0</inkml:trace>
</inkml:ink>
</file>

<file path=ppt/ink/ink1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11.81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8 3225 0 0,'-10'-7'5049'0'0,"14"7"-4809"0"0,0 1 0 0 0,0 0 0 0 0,0 1 0 0 0,-1-1 0 0 0,1 1 0 0 0,-1 0 0 0 0,5 2 0 0 0,13 6 928 0 0,61 14 1247 0 0,15 6-1029 0 0,-59-13-1023 0 0,-1 1 1 0 0,-1 2-1 0 0,65 47 0 0 0,26 38-3942 0 0,-120-100 2497 0 0</inkml:trace>
</inkml:ink>
</file>

<file path=ppt/ink/ink1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12.0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149 77 1376 0 0,'3'-76'6772'0'0,"-3"75"-6725"0"0,-7 11 1749 0 0,-5 13 54 0 0,-64 214 1283 0 0,65-208-3093 0 0,1-3-196 0 0,1 0 0 0 0,1 0 0 0 0,1 0 0 0 0,-5 40 0 0 0,14-50-1901 0 0,2-13 994 0 0</inkml:trace>
</inkml:ink>
</file>

<file path=ppt/ink/ink1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12.5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 10 2761 0 0,'-27'-10'6821'0'0,"40"14"-5698"0"0,12 0-1037 0 0,1-2-1 0 0,-1 0 1 0 0,1-1-1 0 0,35-4 1 0 0,-23 1 231 0 0,39 3 0 0 0,-61 0-183 0 0,559 23 2902 0 0,-449-29-2570 0 0,259 1 218 0 0,-378 5-857 0 0,119 4 308 0 0,-72-7-4930 0 0,-42 1-50 0 0</inkml:trace>
</inkml:ink>
</file>

<file path=ppt/ink/ink1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14.1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39 288 1376 0 0,'-6'-32'5880'0'0,"-1"46"-4111"0"0,4-8-1634 0 0,1 0 0 0 0,0 0 0 0 0,0 0 0 0 0,0 0 0 0 0,0 0 1 0 0,1 0-1 0 0,0 1 0 0 0,1-1 0 0 0,-1 0 0 0 0,1 1 0 0 0,0-1 1 0 0,1 0-1 0 0,-1 1 0 0 0,1-1 0 0 0,1 0 0 0 0,-1 0 0 0 0,1 1 1 0 0,0-1-1 0 0,4 6 0 0 0,-4-6 7 0 0,0 0 1 0 0,0 1 0 0 0,0-1-1 0 0,0 0 1 0 0,-1 1-1 0 0,0-1 1 0 0,-1 1 0 0 0,1-1-1 0 0,-1 1 1 0 0,0-1 0 0 0,-1 1-1 0 0,0-1 1 0 0,0 0-1 0 0,-3 13 1 0 0,-3-6 910 0 0,0-20 928 0 0,-4-25-1934 0 0,11 30-116 0 0,-1 0 0 0 0,1 0 0 0 0,0 0 0 0 0,0 1 0 0 0,0-1 0 0 0,1 0 0 0 0,-1 0 0 0 0,0 0 0 0 0,1 0 0 0 0,-1 1 1 0 0,1-1-1 0 0,-1 0 0 0 0,1 0 0 0 0,0 1 0 0 0,1-4 0 0 0,0 3-593 0 0,-1 1 0 0 0,0-1 0 0 0,1 0 0 0 0,-1 0 0 0 0,1 1 0 0 0,0-1 0 0 0,0 1 0 0 0,-1 0 1 0 0,1-1-1 0 0,0 1 0 0 0,0 0 0 0 0,0 0 0 0 0,0 0 0 0 0,0 0 0 0 0,9 2 4492 0 0,-44 30-2057 0 0,17-14 1765 0 0,71-6-1343 0 0,-35-10-1939 0 0,-1 1 1 0 0,30 7-1 0 0,-2-1-1 0 0,-47-8-248 0 0,0 0 1 0 0,1 1-1 0 0,-1-1 1 0 0,1 0-1 0 0,-1 0 1 0 0,1 0-1 0 0,-1 0 0 0 0,1 0 1 0 0,-1 0-1 0 0,0 0 1 0 0,1 0-1 0 0,-1 0 1 0 0,1 0-1 0 0,-1 0 1 0 0,1-1-1 0 0,-1 1 0 0 0,0 0 1 0 0,1 0-1 0 0,-1 0 1 0 0,1 0-1 0 0,-1-1 1 0 0,0 1-1 0 0,1 0 1 0 0,-1 0-1 0 0,0-1 0 0 0,1 1 1 0 0,-1 0-1 0 0,0-1 1 0 0,1 1-1 0 0,-1 0 1 0 0,0-1-1 0 0,0 1 1 0 0,1-1-1 0 0,-1 1 0 0 0,0-1 1 0 0,0-19 520 0 0,0-8-132 0 0,15-15-416 0 0,1 1 0 0 0,3 1 0 0 0,24-42 0 0 0,-13 27-71 0 0,-23 41 104 0 0,6-12-46 0 0,2 0 1 0 0,0 1 0 0 0,1 1-1 0 0,38-45 1 0 0,-53 70 31 0 0,-1 0 0 0 0,1 0 0 0 0,-1 0-1 0 0,1 0 1 0 0,-1 0 0 0 0,0 1 0 0 0,1-1 0 0 0,-1 0 0 0 0,1 0 0 0 0,-1 0-1 0 0,1 0 1 0 0,-1 1 0 0 0,0-1 0 0 0,1 0 0 0 0,-1 0 0 0 0,0 1-1 0 0,1-1 1 0 0,-1 0 0 0 0,0 0 0 0 0,1 1 0 0 0,-1-1 0 0 0,0 0-1 0 0,1 1 1 0 0,-1-1 0 0 0,0 1 0 0 0,0-1 0 0 0,0 0 0 0 0,1 1 0 0 0,-1-1-1 0 0,0 1 1 0 0,0-1 0 0 0,0 0 0 0 0,0 1 0 0 0,0-1 0 0 0,0 1-1 0 0,0-1 1 0 0,0 1 0 0 0,7 19-43 0 0,4 36 103 0 0,6 81 0 0 0,-14-97-26 0 0,1-1 1 0 0,2 0 0 0 0,1 0 0 0 0,3 0-1 0 0,15 40 1 0 0,-24-76-33 0 0,0 0 0 0 0,1 0 0 0 0,-1 1-1 0 0,1-1 1 0 0,0 0 0 0 0,0-1 0 0 0,0 1 0 0 0,0 0 0 0 0,1 0-1 0 0,-1-1 1 0 0,1 0 0 0 0,5 5 0 0 0,-7-7-5 0 0,0 1-1 0 0,1-1 1 0 0,-1 0 0 0 0,1 1-1 0 0,-1-1 1 0 0,1 0 0 0 0,-1 0-1 0 0,1 0 1 0 0,0 0 0 0 0,-1 0 0 0 0,1-1-1 0 0,-1 1 1 0 0,1 0 0 0 0,-1-1-1 0 0,0 1 1 0 0,1-1 0 0 0,-1 1-1 0 0,1-1 1 0 0,-1 0 0 0 0,0 1 0 0 0,1-1-1 0 0,-1 0 1 0 0,0 0 0 0 0,0 0-1 0 0,0 0 1 0 0,0 0 0 0 0,0 0-1 0 0,0-1 1 0 0,0 1 0 0 0,1-2-1 0 0,13-18-87 0 0,-2 1 0 0 0,-1-1 0 0 0,0-1 0 0 0,-2 0 0 0 0,0-1 0 0 0,-2 0 0 0 0,7-26 0 0 0,3-29 151 0 0,-14 53-13 0 0,2 0 0 0 0,1 1 0 0 0,17-42 0 0 0,-24 66-43 0 0,0 0 0 0 0,0-1 1 0 0,0 1-1 0 0,0 0 0 0 0,0 0 0 0 0,0-1 0 0 0,0 1 1 0 0,0 0-1 0 0,1-1 0 0 0,-1 1 0 0 0,0 0 1 0 0,0 0-1 0 0,0-1 0 0 0,0 1 0 0 0,1 0 0 0 0,-1 0 1 0 0,0-1-1 0 0,0 1 0 0 0,1 0 0 0 0,-1 0 0 0 0,0 0 1 0 0,0 0-1 0 0,1-1 0 0 0,-1 1 0 0 0,0 0 0 0 0,0 0 1 0 0,1 0-1 0 0,-1 0 0 0 0,0 0 0 0 0,1 0 1 0 0,-1 0-1 0 0,0 0 0 0 0,1 0 0 0 0,-1 0 0 0 0,0 0 1 0 0,0 0-1 0 0,1 0 0 0 0,-1 0 0 0 0,0 0 0 0 0,1 0 1 0 0,-1 0-1 0 0,0 0 0 0 0,0 0 0 0 0,1 1 0 0 0,9 14 332 0 0,2 29 315 0 0,-11-41-611 0 0,12 78 489 0 0,4 13-237 0 0,-15-84-281 0 0,1-1 1 0 0,0 1-1 0 0,1-1 0 0 0,0 0 0 0 0,0 0 0 0 0,1-1 0 0 0,7 11 0 0 0,-11-18-17 0 0,0 0 0 0 0,-1 1 0 0 0,1-1 0 0 0,0 0-1 0 0,0 0 1 0 0,0 0 0 0 0,0 0 0 0 0,0 0-1 0 0,1 0 1 0 0,-1 0 0 0 0,0 0 0 0 0,0 0 0 0 0,1 0-1 0 0,-1 0 1 0 0,0-1 0 0 0,1 1 0 0 0,-1-1 0 0 0,1 1-1 0 0,-1-1 1 0 0,0 0 0 0 0,1 1 0 0 0,-1-1-1 0 0,1 0 1 0 0,-1 0 0 0 0,1 0 0 0 0,2 0 0 0 0,-2-1-22 0 0,0 0 1 0 0,0 0-1 0 0,0-1 1 0 0,-1 1-1 0 0,1 0 1 0 0,0-1 0 0 0,0 1-1 0 0,-1-1 1 0 0,1 0-1 0 0,-1 1 1 0 0,1-1-1 0 0,-1 0 1 0 0,0 0 0 0 0,0 0-1 0 0,2-3 1 0 0,3-10-147 0 0,1-1 1 0 0,-2 0 0 0 0,6-24-1 0 0,-11 38 174 0 0,17-84-34 0 0,-12 52 10 0 0,2 1 0 0 0,1-1-1 0 0,16-37 1 0 0,-24 68 25 0 0,1 1 0 0 0,1-1 0 0 0,-1 1 0 0 0,0-1 0 0 0,1 1 0 0 0,-1 0 0 0 0,1 0 0 0 0,0 0 0 0 0,0 0 0 0 0,0 0 0 0 0,0 0 0 0 0,0 0 0 0 0,0 0 0 0 0,0 1 0 0 0,4-3 0 0 0,-4 4 7 0 0,-1-1 0 0 0,0 1 0 0 0,1 0 0 0 0,-1 0 0 0 0,0 0 0 0 0,1 0 0 0 0,-1 0 0 0 0,0 1 0 0 0,1-1 0 0 0,-1 0 0 0 0,0 0 1 0 0,0 1-1 0 0,1-1 0 0 0,-1 1 0 0 0,0-1 0 0 0,0 1 0 0 0,0 0 0 0 0,1-1 0 0 0,-1 1 0 0 0,0 0 0 0 0,0 0 0 0 0,0 0 0 0 0,0 0 0 0 0,-1 0 0 0 0,1 0 0 0 0,0 0 0 0 0,0 0 0 0 0,0 0 0 0 0,-1 0 0 0 0,1 0 0 0 0,-1 1 0 0 0,2 1 0 0 0,8 20 140 0 0,-1-1 0 0 0,-1 1 0 0 0,-1 1 0 0 0,-1-1 0 0 0,3 32 0 0 0,8 24-66 0 0,-10-51-185 0 0,2 0-1 0 0,1-1 1 0 0,1-1-1 0 0,2 0 1 0 0,0 0-1 0 0,2-1 1 0 0,0-1-1 0 0,32 37 1 0 0,-34-51-1539 0 0,-6-8 287 0 0</inkml:trace>
</inkml:ink>
</file>

<file path=ppt/ink/ink1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14.7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59 29 3225 0 0,'-25'15'326'0'0,"5"-2"1067"0"0,6-5 2338 0 0,31-18 2087 0 0,-1-1-3380 0 0,-10 6-2240 0 0,1 1 0 0 0,0 0 1 0 0,0 0-1 0 0,0 0 0 0 0,0 1 0 0 0,14-4 1 0 0,2 2 142 0 0,-1 1 1 0 0,1 2 0 0 0,0 0 0 0 0,34 3 0 0 0,95 13-255 0 0,-106-8-6 0 0,88 11-37 0 0,158 13 96 0 0,-225-27-133 0 0,27 3 44 0 0,-1-4 0 0 0,127-14 0 0 0,-77 3 227 0 0,-108 9-39 0 0,1-1 0 0 0,-1-2 0 0 0,65-14 0 0 0,-83 11-322 0 0,-1 0 0 0 0,26-13 0 0 0,-41 19-553 0 0,1-1 0 0 0,0 1 1 0 0,-1-1-1 0 0,1 1 1 0 0,-1 0-1 0 0,1 0 0 0 0,0 0 1 0 0,-1 0-1 0 0,1 0 0 0 0,0 0 1 0 0,-1 0-1 0 0,1 0 1 0 0,1 1-1 0 0,3 0-1612 0 0</inkml:trace>
</inkml:ink>
</file>

<file path=ppt/ink/ink1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15.3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50 0 3225 0 0,'-9'4'163'0'0,"-17"9"-1231"0"0,25-12 1139 0 0,0-1 0 0 0,0 1 0 0 0,0-1 0 0 0,0 1 0 0 0,0 0 0 0 0,1 0 0 0 0,-1-1 0 0 0,0 1-1 0 0,0 0 1 0 0,1 0 0 0 0,-1 0 0 0 0,0 0 0 0 0,1 0 0 0 0,-1 0 0 0 0,1 0 0 0 0,-1 0 0 0 0,1 0 0 0 0,0 0 0 0 0,-1 0 0 0 0,1 1 0 0 0,2-1 245 0 0,0-1-1 0 0,0 1 0 0 0,0-1 1 0 0,1 1-1 0 0,-1-1 1 0 0,0 0-1 0 0,0 0 1 0 0,0 0-1 0 0,0-1 0 0 0,0 1 1 0 0,1 0-1 0 0,-1-1 1 0 0,0 1-1 0 0,4-2 0 0 0,1 0 858 0 0,6 2-526 0 0,0 0 0 0 0,0 1 0 0 0,0 0 1 0 0,0 1-1 0 0,22 6 0 0 0,-19-4-552 0 0,0-1 1 0 0,0 0-1 0 0,20 0 1 0 0,-42-5-1680 0 0</inkml:trace>
</inkml:ink>
</file>

<file path=ppt/ink/ink1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15.5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11 2745 0 0,'-1'-2'120'0'0,"1"1"32"0"0,0 0-152 0 0,0-2 0 0 0,0 0 0 0 0</inkml:trace>
</inkml:ink>
</file>

<file path=ppt/ink/ink1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17.3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2697 5065 0 0,'-1'-99'6438'0'0,"2"-148"-3230"0"0,15-138-390 0 0,27-289-483 0 0,-17 484-1853 0 0,35-380 1243 0 0,-65 316-1536 0 0,-3 70 28 0 0,7 178-438 0 0,3-45 620 0 0,-2 49-599 0 0,-1 0 0 0 0,0 0-1 0 0,0 1 1 0 0,1-1-1 0 0,-1 0 1 0 0,1 0 0 0 0,0 1-1 0 0,-1-1 1 0 0,1 0-1 0 0,0 1 1 0 0,0-1-1 0 0,0 1 1 0 0,0-1 0 0 0,0 1-1 0 0,0 0 1 0 0,1-1-1 0 0,-1 1 1 0 0,0 0 0 0 0,1 0-1 0 0,-1 0 1 0 0,1 0-1 0 0,-1 0 1 0 0,1 0 0 0 0,1 0-1 0 0</inkml:trace>
</inkml:ink>
</file>

<file path=ppt/ink/ink1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17.8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34 496 920 0 0,'-33'-15'7064'0'0,"45"9"-4878"0"0,-10 4-2125 0 0,0 1-1 0 0,0 0 1 0 0,-1 0-1 0 0,1 0 1 0 0,0 0 0 0 0,0 0-1 0 0,0 1 1 0 0,0-1-1 0 0,0 0 1 0 0,0 1-1 0 0,3-1 1 0 0,12-3 380 0 0,116-41 1561 0 0,176-56-451 0 0,-1 33-979 0 0,-138 36-112 0 0,666-135 1716 0 0,-734 149-1999 0 0,0 4 0 0 0,1 5 1 0 0,0 4-1 0 0,0 5 0 0 0,151 18 1 0 0,-149-5-124 0 0,1-4-1 0 0,168-9 1 0 0,-221-12-5604 0 0</inkml:trace>
</inkml:ink>
</file>

<file path=ppt/ink/ink1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18.8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38 435 2304 0 0,'-8'14'273'0'0,"7"-10"34"0"0,-1 0 0 0 0,-1-1-1 0 0,1 1 1 0 0,0 0 0 0 0,-1-1-1 0 0,0 1 1 0 0,0-1-1 0 0,-4 4 1 0 0,3-20 4375 0 0,5-13-3796 0 0,1-32-324 0 0,4 1 0 0 0,1 0 0 0 0,4 1 0 0 0,30-99 0 0 0,-40 153-518 0 0,-1-1 1 0 0,1 0-1 0 0,0 1 1 0 0,0-1-1 0 0,0 0 1 0 0,0 1-1 0 0,1-1 1 0 0,-1 1 0 0 0,1-1-1 0 0,-1 1 1 0 0,1 0-1 0 0,4-4 1 0 0,-1 30 336 0 0,-5-21-344 0 0,2 37 238 0 0,2 1 0 0 0,11 43 0 0 0,-13-74-292 0 0,1 1 0 0 0,0-1 0 0 0,0 0 0 0 0,1 0 0 0 0,1 0 0 0 0,0-1 0 0 0,0 1 0 0 0,1-1 0 0 0,0 0 0 0 0,0-1 0 0 0,1 1 0 0 0,0-1 0 0 0,11 9 0 0 0,-15-15-14 0 0,0 0 0 0 0,0 1 0 0 0,0-1 0 0 0,0-1 0 0 0,0 1 0 0 0,1 0 0 0 0,-1-1 0 0 0,0 1 0 0 0,1-1 0 0 0,-1 0 0 0 0,1 0 0 0 0,-1-1 0 0 0,1 1 0 0 0,0-1 0 0 0,-1 0 0 0 0,1 0 0 0 0,0 0 0 0 0,-1 0 0 0 0,5-1 0 0 0,-4-1-41 0 0,1 1 0 0 0,0-1 0 0 0,0 0 0 0 0,-1-1 0 0 0,1 1 0 0 0,-1-1 0 0 0,0 0 0 0 0,0 0 0 0 0,0 0-1 0 0,0 0 1 0 0,-1-1 0 0 0,4-4 0 0 0,7-10 9 0 0,-1 0 0 0 0,-2 0 0 0 0,0-2 0 0 0,17-39 0 0 0,-7 1 1 0 0,-17 44 46 0 0,1-1-1 0 0,0 1 1 0 0,1 0 0 0 0,0 1 0 0 0,1-1-1 0 0,1 1 1 0 0,18-23 0 0 0,-25 34 21 0 0,0 1 0 0 0,0 0 0 0 0,0 0 0 0 0,1 0 1 0 0,-1-1-1 0 0,0 1 0 0 0,1 0 0 0 0,-1 1 0 0 0,0-1 0 0 0,1 0 0 0 0,0 0 1 0 0,-1 1-1 0 0,1-1 0 0 0,-1 1 0 0 0,1-1 0 0 0,0 1 0 0 0,-1 0 1 0 0,1-1-1 0 0,0 1 0 0 0,-1 0 0 0 0,1 0 0 0 0,3 1 0 0 0,-3-1 12 0 0,0 1 0 0 0,0 0 0 0 0,-1 0 0 0 0,1 1-1 0 0,0-1 1 0 0,0 0 0 0 0,-1 0 0 0 0,1 1 0 0 0,0-1-1 0 0,-1 1 1 0 0,0 0 0 0 0,1-1 0 0 0,-1 1 0 0 0,0 0 0 0 0,1 2-1 0 0,5 9 299 0 0,-2 1-1 0 0,0-1 0 0 0,0 1 0 0 0,2 15 1 0 0,-6-24-114 0 0,12 50 217 0 0,-4-10-592 0 0,3 0 0 0 0,1-1 1 0 0,25 54-1 0 0,-38-95 165 0 0,1-1-1 0 0,0 0 1 0 0,0 0 0 0 0,0 0-1 0 0,0 0 1 0 0,1 0 0 0 0,-1 0 0 0 0,0 0-1 0 0,1-1 1 0 0,-1 1 0 0 0,1 0-1 0 0,0-1 1 0 0,0 1 0 0 0,-1-1-1 0 0,1 0 1 0 0,0 0 0 0 0,0 0 0 0 0,0 0-1 0 0,1 0 1 0 0,2 1 0 0 0,-3-2 51 0 0,0 0 0 0 0,0-1 0 0 0,1 1 0 0 0,-1-1 0 0 0,0 0-1 0 0,0 1 1 0 0,0-1 0 0 0,0 0 0 0 0,0 0 0 0 0,0-1 0 0 0,0 1 0 0 0,-1 0 0 0 0,1-1 0 0 0,0 1 0 0 0,0-1 0 0 0,-1 1 0 0 0,1-1 0 0 0,-1 0 0 0 0,0 0 0 0 0,1 1 0 0 0,0-3 0 0 0,87-134 1111 0 0,-10 14-1458 0 0,-64 103 288 0 0,0 2 1 0 0,2 0-1 0 0,34-31 1 0 0,-48 47 30 0 0,-1 1 0 0 0,1 0 0 0 0,0 0 0 0 0,0 0 0 0 0,0 0 0 0 0,-1 1 0 0 0,2-1 0 0 0,-1 1 0 0 0,0 0 0 0 0,0 0 0 0 0,0 0 0 0 0,1 0 0 0 0,4-1 0 0 0,-6 3 24 0 0,0-1-1 0 0,0 0 0 0 0,0 1 1 0 0,0 0-1 0 0,0-1 1 0 0,0 1-1 0 0,0 0 0 0 0,0 0 1 0 0,0 0-1 0 0,-1 0 0 0 0,1 0 1 0 0,0 0-1 0 0,0 1 0 0 0,-1-1 1 0 0,1 0-1 0 0,-1 1 1 0 0,1 0-1 0 0,-1-1 0 0 0,0 1 1 0 0,0 0-1 0 0,0 0 0 0 0,2 2 1 0 0,8 18 401 0 0,0 1 1 0 0,-1 0-1 0 0,-2 1 1 0 0,8 32 0 0 0,0-2-54 0 0,32 72-765 0 0,-5-46-5996 0 0,-36-70 4624 0 0</inkml:trace>
</inkml:ink>
</file>

<file path=ppt/ink/ink1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19.6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0 1376 0 0,'-8'14'13082'0'0,"9"-13"-12746"0"0,7 11 1304 0 0,-7-11-1474 0 0,1 0 0 0 0,-1 1-1 0 0,0-1 1 0 0,1 0 0 0 0,-1 1 0 0 0,0-1-1 0 0,0 1 1 0 0,0-1 0 0 0,0 1 0 0 0,0-1 0 0 0,0 3-1 0 0,0-2-686 0 0,0 1-1 0 0,1-1 0 0 0,-1 0 0 0 0,0 0 0 0 0,1 0 1 0 0,0 0-1 0 0,-1 0 0 0 0,1 0 0 0 0,2 2 0 0 0,-3-3 565 0 0,-1 0 0 0 0,1 1-1 0 0,-1-1 1 0 0,1 0-1 0 0,-1 1 1 0 0,0-1-1 0 0,0 0 1 0 0,0 1-1 0 0,0-1 1 0 0,0 0-1 0 0,0 1 1 0 0,0-1-1 0 0,0 0 1 0 0,0 1-1 0 0,-1-1 1 0 0,1 0-1 0 0,-7 15 6619 0 0,17-14-4743 0 0,12 2-2356 0 0,162 10 1123 0 0,-119-7-689 0 0,-12-5 59 0 0,0-2-1 0 0,105-15 1 0 0,-54 3-60 0 0,69 5 32 0 0,216 18 0 0 0,-39 2-1 0 0,-184-15-26 0 0,-29-1 0 0 0,157 17 0 0 0,-254-10-67 0 0,-5-1-295 0 0,-1 2 1 0 0,1 1-1 0 0,51 16 0 0 0,-77-19 271 0 0,0 1-1 0 0,0 0 1 0 0,0 0 0 0 0,0 1 0 0 0,-1 0-1 0 0,0 0 1 0 0,0 1 0 0 0,-1 0 0 0 0,1 1-1 0 0,-1 0 1 0 0,0 0 0 0 0,-1 0 0 0 0,0 1-1 0 0,0-1 1 0 0,-1 2 0 0 0,0-1 0 0 0,6 14-1 0 0,-7-13-2092 0 0</inkml:trace>
</inkml:ink>
</file>

<file path=ppt/ink/ink1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20.3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63 0 3225 0 0,'-9'5'3969'0'0,"9"-5"-3816"0"0,0 0-1 0 0,-1 1 1 0 0,1-1 0 0 0,0 0-1 0 0,0 1 1 0 0,0-1 0 0 0,0 1 0 0 0,0-1-1 0 0,0 0 1 0 0,0 1 0 0 0,0-1-1 0 0,0 1 1 0 0,0-1 0 0 0,0 0-1 0 0,0 1 1 0 0,0 0 0 0 0,-4 15 1849 0 0,-15 102 3655 0 0,10 55-3086 0 0,-1 189-435 0 0,9-334-2085 0 0,0 236 102 0 0,0-30-44 0 0,4 136-109 0 0,2-118 0 0 0,-13-6-38 0 0,1 43 6 0 0,9 422 86 0 0,-2-659-54 0 0,3 0 0 0 0,1 0 0 0 0,14 59 0 0 0,-12-72 82 0 0,-2 0 1 0 0,-1 53 0 0 0,-1-6 34 0 0,8-12-1 0 0,-9-81-2344 0 0</inkml:trace>
</inkml:ink>
</file>

<file path=ppt/ink/ink1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2.1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 59 4145 0 0,'-18'-28'2940'0'0,"-1"-2"3354"0"0,24 36-5117 0 0,0 0 0 0 0,0 1 0 0 0,0-1 0 0 0,6 15 0 0 0,26 67-752 0 0,-21-45 178 0 0,55 107 13 0 0,6 12-285 0 0,-65-123-311 0 0,-1 0 0 0 0,-2 0 0 0 0,-2 1 0 0 0,3 62 1 0 0,-3-40-381 0 0,-7-62 401 0 0,1 9-1526 0 0</inkml:trace>
</inkml:ink>
</file>

<file path=ppt/ink/ink1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2.7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3 215 1376 0 0,'-1'-4'242'0'0,"0"-1"0"0"0,1 0 0 0 0,-1 0-1 0 0,1 0 1 0 0,0 0 0 0 0,1-1 0 0 0,-1 1 0 0 0,1 1-1 0 0,0-1 1 0 0,0 0 0 0 0,0 0 0 0 0,1 0 0 0 0,0 0-1 0 0,0 1 1 0 0,3-6 0 0 0,1-1 491 0 0,0 0 0 0 0,0 1 0 0 0,2 0-1 0 0,-1 0 1 0 0,10-9 0 0 0,-10 13-321 0 0,0 0-1 0 0,0 0 1 0 0,1 1-1 0 0,-1 0 0 0 0,1 0 1 0 0,0 1-1 0 0,0 0 1 0 0,1 0-1 0 0,-1 1 1 0 0,1 0-1 0 0,0 1 1 0 0,0 0-1 0 0,0 0 1 0 0,0 1-1 0 0,9-1 1 0 0,-13 2-349 0 0,0 0 0 0 0,0 0 0 0 0,0 1 0 0 0,0-1 0 0 0,0 1 0 0 0,0 1 1 0 0,0-1-1 0 0,0 0 0 0 0,-1 1 0 0 0,1 0 0 0 0,-1 0 0 0 0,1 1 0 0 0,-1-1 0 0 0,0 1 0 0 0,0 0 1 0 0,0 0-1 0 0,0 0 0 0 0,0 1 0 0 0,-1-1 0 0 0,1 1 0 0 0,-1 0 0 0 0,0 0 0 0 0,0 0 0 0 0,-1 0 0 0 0,1 1 1 0 0,-1-1-1 0 0,0 1 0 0 0,3 8 0 0 0,-3-3-85 0 0,0 0-1 0 0,0 0 1 0 0,-1 0 0 0 0,0 0-1 0 0,-1 1 1 0 0,-1-1 0 0 0,1 0 0 0 0,-1 0-1 0 0,-1 0 1 0 0,-3 11 0 0 0,-5 18 306 0 0,-18 42 1 0 0,23-70-50 0 0,-1 0-1 0 0,-12 20 1 0 0,12-24-6 0 0,1 1-1 0 0,0 0 1 0 0,1 0 0 0 0,0 0-1 0 0,0 1 1 0 0,-3 12-1 0 0,7-20-214 0 0,0-1-1 0 0,0 1 1 0 0,0 0-1 0 0,0 0 1 0 0,0 0 0 0 0,0 0-1 0 0,1-1 1 0 0,-1 1-1 0 0,0 0 1 0 0,0 0-1 0 0,1 0 1 0 0,-1-1-1 0 0,1 1 1 0 0,-1 0-1 0 0,0 0 1 0 0,1-1-1 0 0,0 1 1 0 0,-1 0-1 0 0,1-1 1 0 0,-1 1-1 0 0,1-1 1 0 0,0 1-1 0 0,-1-1 1 0 0,1 1-1 0 0,0-1 1 0 0,-1 1-1 0 0,1-1 1 0 0,0 0-1 0 0,0 1 1 0 0,0-1-1 0 0,-1 0 1 0 0,1 0-1 0 0,0 1 1 0 0,0-1-1 0 0,0 0 1 0 0,0 0-1 0 0,0 0 1 0 0,-1 0-1 0 0,2 0 1 0 0,43 0 216 0 0,-33-1-48 0 0,15 3-108 0 0,0 1 0 0 0,0 1 0 0 0,36 11 0 0 0,-10-3-42 0 0,-38-8-54 0 0,0 1 1 0 0,0 1-1 0 0,-1 0 0 0 0,0 1 1 0 0,20 12-1 0 0,-14-7-3259 0 0,33 13 0 0 0</inkml:trace>
</inkml:ink>
</file>

<file path=ppt/ink/ink1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3.1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12 5985 0 0,'1'-1'258'0'0,"0"0"-1"0"0,0 0 0 0 0,0 0 0 0 0,0 0 0 0 0,0 0 1 0 0,0 1-1 0 0,1-1 0 0 0,-1 0 0 0 0,0 1 1 0 0,0-1-1 0 0,1 1 0 0 0,-1-1 0 0 0,0 1 0 0 0,1 0 1 0 0,-1-1-1 0 0,0 1 0 0 0,1 0 0 0 0,-1 0 1 0 0,0 0-1 0 0,1 0 0 0 0,-1 0 0 0 0,0 0 0 0 0,1 0 1 0 0,1 1-1 0 0,0 0 60 0 0,-1 0 0 0 0,1 1 0 0 0,0-1 1 0 0,-1 1-1 0 0,1 0 0 0 0,-1-1 0 0 0,1 1 0 0 0,-1 0 0 0 0,0 1 1 0 0,3 3-1 0 0,4 6 270 0 0,0 0-1 0 0,-1 1 1 0 0,9 21 0 0 0,6 20 193 0 0,26 96 0 0 0,-19-53-3642 0 0,-22-71-1385 0 0</inkml:trace>
</inkml:ink>
</file>

<file path=ppt/ink/ink1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3.5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9 3225 0 0,'-13'-9'11960'0'0</inkml:trace>
</inkml:ink>
</file>

<file path=ppt/ink/ink1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4.4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9218 0 0,'0'0'707'0'0,"5"20"2783"0"0,19 69 1318 0 0,3-2-3325 0 0,19 67-733 0 0,-12-38-431 0 0,24 107-1028 0 0,-58-218 253 0 0,1-1 1 0 0,-1 0 0 0 0,1 1 0 0 0,-1-1-1 0 0,-1 0 1 0 0,1 1 0 0 0,-1 3 0 0 0,-1-3-1022 0 0</inkml:trace>
</inkml:ink>
</file>

<file path=ppt/ink/ink1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4.9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4 337 920 0 0,'-2'-16'414'0'0,"1"0"0"0"0,1-1 0 0 0,0 1 0 0 0,2-1 0 0 0,-1 1 0 0 0,2 0 0 0 0,1-1 1 0 0,6-18-1 0 0,-6 22 103 0 0,0 0 0 0 0,2 0 0 0 0,-1 1 1 0 0,2 0-1 0 0,-1 0 0 0 0,2 0 1 0 0,0 1-1 0 0,0 0 0 0 0,1 0 1 0 0,12-11-1 0 0,-18 19-263 0 0,1 0 1 0 0,0 1-1 0 0,-1-1 1 0 0,1 0-1 0 0,0 1 1 0 0,0 0-1 0 0,1 0 1 0 0,-1 0-1 0 0,0 1 1 0 0,1-1-1 0 0,-1 1 0 0 0,1 0 1 0 0,-1 1-1 0 0,1-1 1 0 0,8 0-1 0 0,-10 2-154 0 0,0-1-1 0 0,0 1 1 0 0,0 0-1 0 0,-1 0 1 0 0,1 0-1 0 0,0 0 1 0 0,0 0-1 0 0,-1 1 1 0 0,1-1-1 0 0,-1 1 1 0 0,1-1-1 0 0,-1 1 1 0 0,0 0-1 0 0,0 0 1 0 0,0 0 0 0 0,0 1-1 0 0,0-1 1 0 0,0 0-1 0 0,0 1 1 0 0,-1-1-1 0 0,1 1 1 0 0,-1-1-1 0 0,0 1 1 0 0,1 0-1 0 0,0 4 1 0 0,2 6-118 0 0,-1 0 0 0 0,-1 1 0 0 0,0 0 0 0 0,0-1 0 0 0,-1 1 0 0 0,-1 0 0 0 0,-1-1 0 0 0,0 1 0 0 0,-4 20 0 0 0,-5 15-403 0 0,-19 56 1 0 0,28-103 411 0 0,-10 28 37 0 0,-1-1-1 0 0,-16 29 1 0 0,-7 13 2758 0 0,35-71-2744 0 0,0 1 0 0 0,0-1 0 0 0,0 0 0 0 0,0 1 0 0 0,-1-1 0 0 0,1 0 0 0 0,0 1 0 0 0,0-1 0 0 0,0 1 0 0 0,0-1 0 0 0,0 0 0 0 0,0 1 0 0 0,0-1 0 0 0,0 1 0 0 0,0-1 1 0 0,0 0-1 0 0,0 1 0 0 0,0-1 0 0 0,0 0 0 0 0,1 1 0 0 0,-1-1 0 0 0,0 1 0 0 0,0-1 0 0 0,0 0 0 0 0,0 1 0 0 0,1-1 0 0 0,-1 0 0 0 0,0 0 0 0 0,0 1 0 0 0,1-1 0 0 0,-1 0 0 0 0,0 1 0 0 0,1-1 1 0 0,-1 0-1 0 0,19 5 452 0 0,29-9-565 0 0,-37 3 244 0 0,33 0-65 0 0,0 2-1 0 0,0 2 1 0 0,76 15 0 0 0,-28-3-213 0 0,-39-5-1694 0 0,-30-3-3583 0 0,-6 0-672 0 0</inkml:trace>
</inkml:ink>
</file>

<file path=ppt/ink/ink1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5.4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145 83 9218 0 0,'-1'-6'297'0'0,"-1"-1"0"0"0,1 1 0 0 0,-1-1 0 0 0,0 1 1 0 0,0 0-1 0 0,-1 0 0 0 0,0 0 0 0 0,-5-8 0 0 0,7 12-205 0 0,1 1-1 0 0,-1 0 1 0 0,0-1-1 0 0,0 1 1 0 0,0 0 0 0 0,-1 0-1 0 0,1 0 1 0 0,0 0-1 0 0,0 0 1 0 0,-1 0-1 0 0,1 0 1 0 0,0 0 0 0 0,-1 1-1 0 0,1-1 1 0 0,-1 1-1 0 0,1-1 1 0 0,0 1-1 0 0,-1-1 1 0 0,0 1 0 0 0,1 0-1 0 0,-1-1 1 0 0,1 1-1 0 0,-1 0 1 0 0,1 0-1 0 0,-1 0 1 0 0,0 0 0 0 0,1 1-1 0 0,-1-1 1 0 0,1 0-1 0 0,-1 1 1 0 0,1-1-1 0 0,-1 1 1 0 0,1-1-1 0 0,-1 1 1 0 0,1 0 0 0 0,0 0-1 0 0,-1-1 1 0 0,1 1-1 0 0,0 0 1 0 0,0 0-1 0 0,-2 2 1 0 0,-2 2 106 0 0,-1 0-1 0 0,1 1 1 0 0,1 0 0 0 0,-1 0 0 0 0,1 0-1 0 0,0 1 1 0 0,0-1 0 0 0,1 1-1 0 0,0 0 1 0 0,0 0 0 0 0,1 0 0 0 0,0 1-1 0 0,0-1 1 0 0,-1 8 0 0 0,0 5 3 0 0,1 0 0 0 0,0 0-1 0 0,2 0 1 0 0,2 23 0 0 0,1-13-154 0 0,1 0 0 0 0,2 0 0 0 0,1 0 0 0 0,1 0 0 0 0,22 50 0 0 0,-20-59-27 0 0,1-1 1 0 0,1 1-1 0 0,0-2 0 0 0,2 0 0 0 0,0 0 1 0 0,1-1-1 0 0,1-1 0 0 0,21 17 0 0 0,-24-23-187 0 0,0 0-1 0 0,-1 1 1 0 0,0 0-1 0 0,-1 1 0 0 0,11 14 1 0 0,-19-22 101 0 0,-1 0 1 0 0,1 0-1 0 0,-1 0 1 0 0,0 0-1 0 0,0 1 1 0 0,0-1-1 0 0,-1 1 1 0 0,0-1-1 0 0,0 1 1 0 0,-1-1-1 0 0,1 1 1 0 0,-1-1 0 0 0,0 1-1 0 0,-1 0 1 0 0,1-1-1 0 0,-1 1 1 0 0,0-1-1 0 0,-1 1 1 0 0,-2 6-1 0 0,-9 17-2214 0 0,5-16-3415 0 0</inkml:trace>
</inkml:ink>
</file>

<file path=ppt/ink/ink1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5.6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8 279 1376 0 0,'-2'-4'491'0'0,"1"-1"0"0"0,0 1 0 0 0,0-1-1 0 0,0 0 1 0 0,0 0 0 0 0,1 0 0 0 0,-1 1 0 0 0,1-1-1 0 0,0 0 1 0 0,1 0 0 0 0,-1 0 0 0 0,1 1-1 0 0,2-8 1 0 0,0 4 254 0 0,0 0-1 0 0,0 0 0 0 0,1 0 1 0 0,0 0-1 0 0,1 1 1 0 0,10-14-1 0 0,1 3 95 0 0,1 0 0 0 0,1 1-1 0 0,0 1 1 0 0,28-19 0 0 0,-10 12-1297 0 0,-19 13-260 0 0</inkml:trace>
</inkml:ink>
</file>

<file path=ppt/ink/ink1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7.4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60 6913 0 0,'1'-6'915'0'0,"0"0"0"0"0,0-1 1 0 0,1 1-1 0 0,0 0 0 0 0,0 0 0 0 0,0 0 0 0 0,1 1 0 0 0,3-7 870 0 0,-3 38 1640 0 0,23 337-267 0 0,1 28-3147 0 0,-18-313-78 0 0,3-1 0 0 0,27 94-1 0 0,-36-156-23 0 0,-1-7-1348 0 0</inkml:trace>
</inkml:ink>
</file>

<file path=ppt/ink/ink1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7.8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10 199 4145 0 0,'-2'-5'237'0'0,"1"1"1"0"0,-1-1-1 0 0,1 0 0 0 0,0 0 0 0 0,0 0 1 0 0,0 0-1 0 0,1 0 0 0 0,-1 0 1 0 0,1 0-1 0 0,1 0 0 0 0,-1 1 1 0 0,1-1-1 0 0,0 0 0 0 0,0 0 1 0 0,0 0-1 0 0,0 0 0 0 0,1 1 0 0 0,3-8 1 0 0,-1 5 53 0 0,0 0 0 0 0,0 1 1 0 0,1-1-1 0 0,0 1 0 0 0,0 0 0 0 0,1 0 1 0 0,-1 1-1 0 0,1-1 0 0 0,1 1 1 0 0,-1 1-1 0 0,8-6 0 0 0,-7 7-66 0 0,-1-1-1 0 0,1 1 0 0 0,0 0 1 0 0,0 0-1 0 0,0 1 1 0 0,0 0-1 0 0,0 0 1 0 0,1 1-1 0 0,-1 0 1 0 0,0 0-1 0 0,15 1 1 0 0,-17 0-120 0 0,-1 1 0 0 0,1 0 0 0 0,-1 0 0 0 0,1 0 1 0 0,-1 0-1 0 0,1 1 0 0 0,-1 0 0 0 0,0 0 0 0 0,0 0 0 0 0,1 0 1 0 0,-2 1-1 0 0,1 0 0 0 0,0-1 0 0 0,0 1 0 0 0,-1 1 1 0 0,0-1-1 0 0,1 0 0 0 0,-1 1 0 0 0,4 6 0 0 0,-4-3-28 0 0,0-1-1 0 0,0 1 1 0 0,-1 0 0 0 0,1 0-1 0 0,-2 0 1 0 0,1 1-1 0 0,-1-1 1 0 0,0 0 0 0 0,0 1-1 0 0,-1-1 1 0 0,0 0-1 0 0,0 1 1 0 0,-1-1-1 0 0,0 0 1 0 0,-1 1 0 0 0,1-1-1 0 0,-1 0 1 0 0,-4 9-1 0 0,-4 10 175 0 0,0-1 0 0 0,-2 0-1 0 0,-23 36 1 0 0,13-26 229 0 0,0 0 0 0 0,-3-2 0 0 0,0-1 1 0 0,-2 0-1 0 0,-46 39 0 0 0,73-71-471 0 0,0 0 0 0 0,0 0-1 0 0,-1 1 1 0 0,1-1 0 0 0,0 0 0 0 0,0 0 0 0 0,0 0 0 0 0,-1 1 0 0 0,1-1 0 0 0,0 0-1 0 0,0 0 1 0 0,0 0 0 0 0,0 1 0 0 0,0-1 0 0 0,0 0 0 0 0,-1 0 0 0 0,1 1 0 0 0,0-1-1 0 0,0 0 1 0 0,0 1 0 0 0,0-1 0 0 0,0 0 0 0 0,0 0 0 0 0,0 1 0 0 0,0-1 0 0 0,0 0-1 0 0,0 0 1 0 0,0 1 0 0 0,0-1 0 0 0,0 0 0 0 0,1 0 0 0 0,-1 1 0 0 0,0-1 0 0 0,0 0-1 0 0,0 0 1 0 0,0 1 0 0 0,0-1 0 0 0,0 0 0 0 0,1 0 0 0 0,-1 0 0 0 0,0 1 0 0 0,0-1-1 0 0,0 0 1 0 0,1 0 0 0 0,-1 1 0 0 0,18 8 137 0 0,21 3-39 0 0,3-5 20 0 0,45 3 0 0 0,-61-9-182 0 0,0 2 0 0 0,-1 0-1 0 0,1 2 1 0 0,-1 1 0 0 0,0 0-1 0 0,29 14 1 0 0,-44-16-85 0 0,79 42-4129 0 0,-66-31-2525 0 0</inkml:trace>
</inkml:ink>
</file>

<file path=ppt/ink/ink1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8.2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47 70 920 0 0,'-47'-70'7090'0'0,"62"91"-184"0"0,4 7-5056 0 0,17 56 1214 0 0,-5-11-2443 0 0,-24-60-1658 0 0,0 0 0 0 0,0 0 0 0 0,12 13 0 0 0</inkml:trace>
</inkml:ink>
</file>

<file path=ppt/ink/ink1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8.4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52 137 8754 0 0,'-16'-31'4530'0'0,"-18"-58"0"0"0,32 73-3917 0 0,10 16-2199 0 0,-6 1 1343 0 0,1 1 0 0 0,-1-1 0 0 0,0 1 0 0 0,0 0 0 0 0,0 0 0 0 0,-1 0 0 0 0,1 0 0 0 0,3 4 0 0 0,8 22 152 0 0,-8-13 91 0 0</inkml:trace>
</inkml:ink>
</file>

<file path=ppt/ink/ink1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9.0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42 5985 0 0,'-1'-1'151'0'0,"0"0"0"0"0,1 0 0 0 0,-1 0 0 0 0,0 0 0 0 0,0 0 0 0 0,1 0 0 0 0,-1 0 0 0 0,1 0 0 0 0,-1-1 0 0 0,1 1 0 0 0,0 0 0 0 0,-1 0 0 0 0,1-1 0 0 0,0 1 0 0 0,0 0 0 0 0,0 0 0 0 0,0-1 0 0 0,0 1 0 0 0,0 0 0 0 0,0-1 0 0 0,0 1 0 0 0,0 0 0 0 0,1 0 0 0 0,0-2 0 0 0,-1 2 36 0 0,1 0 1 0 0,0 0-1 0 0,0 1 1 0 0,0-1-1 0 0,0 0 1 0 0,0 0-1 0 0,0 1 1 0 0,0-1-1 0 0,0 1 1 0 0,0-1-1 0 0,0 1 1 0 0,0-1 0 0 0,0 1-1 0 0,0-1 1 0 0,1 1-1 0 0,-1 0 1 0 0,0 0-1 0 0,0 0 1 0 0,0-1-1 0 0,0 1 1 0 0,1 0-1 0 0,-1 1 1 0 0,0-1 0 0 0,0 0-1 0 0,0 0 1 0 0,2 1-1 0 0,1 0-45 0 0,0 0 0 0 0,0 0 0 0 0,0 0 0 0 0,0 1-1 0 0,-1 0 1 0 0,1-1 0 0 0,-1 1 0 0 0,1 1 0 0 0,-1-1 0 0 0,0 0-1 0 0,0 1 1 0 0,0 0 0 0 0,0-1 0 0 0,0 1 0 0 0,0 0 0 0 0,-1 1 0 0 0,1-1-1 0 0,-1 0 1 0 0,0 1 0 0 0,0-1 0 0 0,2 8 0 0 0,3 7 124 0 0,-1 1-1 0 0,-1 0 1 0 0,4 28 0 0 0,6 22-224 0 0,-14-67-84 0 0,0 2-64 0 0,0-1-1 0 0,0 0 1 0 0,0 1 0 0 0,1-1 0 0 0,-1 0 0 0 0,1 0 0 0 0,0 0 0 0 0,4 5 0 0 0,6-44-810 0 0,-1 4 1037 0 0,19-42 0 0 0,-26 65 47 0 0,0 0 0 0 0,1 1 0 0 0,0 0 0 0 0,1 0 0 0 0,-1 0 0 0 0,2 1 0 0 0,-1 0 1 0 0,1 0-1 0 0,13-10 0 0 0,-19 16-125 0 0,0 0 0 0 0,1 0 0 0 0,-1 0 0 0 0,1 0 0 0 0,0 1 0 0 0,-1-1 1 0 0,1 1-1 0 0,-1-1 0 0 0,1 1 0 0 0,0-1 0 0 0,0 1 0 0 0,-1 0 0 0 0,1 0 0 0 0,0 0 1 0 0,-1 0-1 0 0,1 0 0 0 0,0 0 0 0 0,0 1 0 0 0,-1-1 0 0 0,1 1 0 0 0,0-1 0 0 0,-1 1 1 0 0,1-1-1 0 0,-1 1 0 0 0,1 0 0 0 0,-1 0 0 0 0,1 0 0 0 0,-1 0 0 0 0,1 0 0 0 0,-1 0 1 0 0,0 0-1 0 0,0 0 0 0 0,2 3 0 0 0,4 4 55 0 0,0 1 1 0 0,-1 0-1 0 0,0 0 0 0 0,6 14 1 0 0,0 0-338 0 0,-6-15-224 0 0,0 0 0 0 0,1 0 0 0 0,0 0 0 0 0,0-1-1 0 0,1 0 1 0 0,0 0 0 0 0,0-1 0 0 0,12 7 0 0 0,2 0-896 0 0</inkml:trace>
</inkml:ink>
</file>

<file path=ppt/ink/ink1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9.3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41 6913 0 0,'65'-26'7603'0'0,"-56"23"-7370"0"0,1 0-1 0 0,0 0 0 0 0,-1 1 0 0 0,1 1 0 0 0,13-1 0 0 0,-21 1-375 0 0,1 1-1 0 0,0 1 0 0 0,0-1 1 0 0,-1 0-1 0 0,1 1 0 0 0,0-1 1 0 0,0 1-1 0 0,-1 0 0 0 0,1 0 1 0 0,-1 0-1 0 0,1 0 0 0 0,-1 0 1 0 0,1 1-1 0 0,-1-1 0 0 0,0 1 1 0 0,0-1-1 0 0,1 1 0 0 0,-1 0 1 0 0,0 0-1 0 0,-1 0 0 0 0,1 0 1 0 0,0 0-1 0 0,2 4 0 0 0,3 10 54 0 0</inkml:trace>
</inkml:ink>
</file>

<file path=ppt/ink/ink1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9.5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69 6449 0 0,'34'-15'6303'0'0,"64"-30"-6775"0"0,-78 37-3942 0 0</inkml:trace>
</inkml:ink>
</file>

<file path=ppt/ink/ink1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9.9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11979 0 0,'0'3'4602'0'0,"1"15"-2803"0"0,-1 116 2166 0 0,-1-46-4134 0 0,7-1-6410 0 0,-3-68-128 0 0</inkml:trace>
</inkml:ink>
</file>

<file path=ppt/ink/ink1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0.1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11 14283 0 0,'-1'-1'66'0'0,"0"1"-1"0"0,0-1 1 0 0,0 0-1 0 0,0 0 1 0 0,0 0-1 0 0,0 1 1 0 0,0-1 0 0 0,0 0-1 0 0,0 1 1 0 0,0-1-1 0 0,0 1 1 0 0,0-1 0 0 0,0 1-1 0 0,-1-1 1 0 0,1 1-1 0 0,-1 0 1 0 0,7 14-486 0 0,22 25-3332 0 0,-16-26 3324 0 0,1 0 320 0 0</inkml:trace>
</inkml:ink>
</file>

<file path=ppt/ink/ink1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0.52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17 456 0 0,'11'55'2926'0'0,"-11"7"-150"0"0,-2-49-2406 0 0,2 0 0 0 0,0 0 1 0 0,0 0-1 0 0,5 23 1 0 0,13-73 678 0 0,-9 12-36 0 0,0 1 0 0 0,22-38 0 0 0,-29 57-844 0 0,1-1 0 0 0,1 1 0 0 0,-1 0 1 0 0,1 0-1 0 0,0 1 0 0 0,0-1 0 0 0,0 1 0 0 0,0 0 1 0 0,1 0-1 0 0,0 0 0 0 0,0 1 0 0 0,0-1 0 0 0,0 1 0 0 0,1 1 1 0 0,-1-1-1 0 0,1 1 0 0 0,9-3 0 0 0,-13 4-68 0 0,0 1 0 0 0,-1 0 0 0 0,1 1-1 0 0,0-1 1 0 0,0 0 0 0 0,0 0 0 0 0,-1 1-1 0 0,1-1 1 0 0,0 1 0 0 0,0-1 0 0 0,-1 1 0 0 0,1 0-1 0 0,-1 0 1 0 0,1 0 0 0 0,-1 0 0 0 0,1 0-1 0 0,-1 0 1 0 0,1 0 0 0 0,-1 0 0 0 0,0 0-1 0 0,0 1 1 0 0,1-1 0 0 0,-1 1 0 0 0,0-1 0 0 0,0 1-1 0 0,0-1 1 0 0,-1 1 0 0 0,1-1 0 0 0,1 4-1 0 0,3 8 226 0 0,-1-1 0 0 0,-1 0 0 0 0,3 17-1 0 0,0-4-334 0 0,-6-24-12 0 0,4 14-440 0 0,1-1 0 0 0,0 0 1 0 0,13 23-1 0 0,-7-18-852 0 0</inkml:trace>
</inkml:ink>
</file>

<file path=ppt/ink/ink1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0.7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0 6753 0 0,'-2'3'601'0'0,"0"-1"-481"0"0,1-1-120 0 0,-1-1 0 0 0,1 0 0 0 0</inkml:trace>
</inkml:ink>
</file>

<file path=ppt/ink/ink1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1.0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50 36 6913 0 0,'-12'-12'1421'0'0,"10"10"-604"0"0,0-1 1 0 0,0 1 0 0 0,-1 0-1 0 0,1 0 1 0 0,0 0-1 0 0,-1 0 1 0 0,1 0 0 0 0,-1 1-1 0 0,1-1 1 0 0,-6-1 0 0 0,8 3-688 0 0,-1 0 0 0 0,1 1 1 0 0,-1-1-1 0 0,1 0 0 0 0,-1 1 0 0 0,1-1 1 0 0,0 1-1 0 0,-1-1 0 0 0,1 1 1 0 0,-1-1-1 0 0,1 1 0 0 0,0-1 0 0 0,0 1 1 0 0,-1-1-1 0 0,1 1 0 0 0,0 0 1 0 0,0-1-1 0 0,0 1 0 0 0,-1-1 0 0 0,1 1 1 0 0,0-1-1 0 0,0 1 0 0 0,0 0 1 0 0,0-1-1 0 0,0 1 0 0 0,0 0 0 0 0,0-1 1 0 0,0 1-1 0 0,1-1 0 0 0,-1 1 1 0 0,0 1-1 0 0,5 24 611 0 0,-4-22-621 0 0,29 216 252 0 0,-8-52-145 0 0,-6-90-254 0 0,-10-56-504 0 0,-1 0-1 0 0,-1 1 0 0 0,-1-1 1 0 0,0 34-1 0 0</inkml:trace>
</inkml:ink>
</file>

<file path=ppt/ink/ink1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1.2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78 20 2304 0 0,'12'-4'1157'0'0,"0"1"-1"0"0,1 0 0 0 0,0 0 1 0 0,-1 1-1 0 0,21 0 0 0 0,-20 1-246 0 0,-4 0 80 0 0,0 1 0 0 0,0 0 0 0 0,0 0 0 0 0,16 3 1 0 0,-24-3-912 0 0,0 0 1 0 0,1 0 0 0 0,-1 1 0 0 0,0-1-1 0 0,0 0 1 0 0,0 0 0 0 0,0 1 0 0 0,0-1-1 0 0,0 1 1 0 0,0-1 0 0 0,0 1-1 0 0,0 0 1 0 0,0-1 0 0 0,0 1 0 0 0,0 0-1 0 0,0 0 1 0 0,-1-1 0 0 0,1 1 0 0 0,0 0-1 0 0,0 0 1 0 0,-1 0 0 0 0,1 0-1 0 0,-1 0 1 0 0,1 0 0 0 0,-1 0 0 0 0,1 0-1 0 0,-1 0 1 0 0,0 0 0 0 0,1 0 0 0 0,-1 1-1 0 0,0-1 1 0 0,0 0 0 0 0,0 0-1 0 0,0 0 1 0 0,0 0 0 0 0,0 0 0 0 0,0 1-1 0 0,0-1 1 0 0,0 0 0 0 0,-1 0 0 0 0,1 0-1 0 0,0 0 1 0 0,-1 0 0 0 0,1 0-1 0 0,-1 0 1 0 0,1 0 0 0 0,-1 0 0 0 0,0 2-1 0 0,-5 6 93 0 0,1-1 0 0 0,-1 1 0 0 0,-1-1 0 0 0,1 0 0 0 0,-2 0 0 0 0,1-1 0 0 0,-17 13 0 0 0,-67 41-540 0 0,49-35-261 0 0,-4 4-1105 0 0,27-18 291 0 0</inkml:trace>
</inkml:ink>
</file>

<file path=ppt/ink/ink1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1.6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 1840 0 0,'1'0'393'0'0,"0"-1"-1"0"0,1 1 1 0 0,-1-1-1 0 0,0 1 1 0 0,1 0-1 0 0,-1 0 1 0 0,0-1-1 0 0,1 1 1 0 0,-1 0-1 0 0,1 0 1 0 0,-1 0-1 0 0,0 0 1 0 0,1 1-1 0 0,-1-1 1 0 0,0 0-1 0 0,1 0 1 0 0,-1 1-1 0 0,0-1 1 0 0,3 2-1 0 0,-3-1-115 0 0,-1-1 0 0 0,1 1 0 0 0,0 0 0 0 0,0 0 0 0 0,-1 0 0 0 0,1 0 0 0 0,-1 0 0 0 0,1 0 1 0 0,-1 0-1 0 0,1 0 0 0 0,-1 0 0 0 0,1 0 0 0 0,-1 1 0 0 0,0-1 0 0 0,0 0 0 0 0,1 0 0 0 0,-1 0 0 0 0,0 2 0 0 0,-1 7 729 0 0,0 0 0 0 0,0 0-1 0 0,-1 0 1 0 0,-5 14 0 0 0,2-3-203 0 0,4-13-633 0 0,0 1 0 0 0,0-1-1 0 0,1 1 1 0 0,0-1 0 0 0,1 1 0 0 0,0-1 0 0 0,3 15 0 0 0,-4-21-179 0 0,1 0 0 0 0,0 0-1 0 0,-1-1 1 0 0,1 1 0 0 0,0 0 0 0 0,0-1 0 0 0,0 1-1 0 0,0-1 1 0 0,0 1 0 0 0,0-1 0 0 0,1 1 0 0 0,-1-1-1 0 0,0 0 1 0 0,1 0 0 0 0,-1 0 0 0 0,1 0 0 0 0,1 2 0 0 0,-1-3-63 0 0,0 1 0 0 0,0-1 0 0 0,0 1 0 0 0,0-1 0 0 0,1 0 0 0 0,-1 0 0 0 0,0 0 0 0 0,0 0 0 0 0,0 0 0 0 0,0-1 0 0 0,0 1 0 0 0,0 0 0 0 0,0-1 0 0 0,1 0 0 0 0,-1 1 0 0 0,0-1 0 0 0,-1 0 0 0 0,4-2 0 0 0,0 1-80 0 0,0-1 0 0 0,0 0 0 0 0,0-1 0 0 0,-1 1 0 0 0,1-1 0 0 0,-1 1 0 0 0,0-1 0 0 0,0-1 0 0 0,-1 1 0 0 0,6-8 0 0 0,-2-1-218 0 0,-1 1 0 0 0,9-24 0 0 0,-10 24 431 0 0,-1 0-1 0 0,1 0 0 0 0,1 1 1 0 0,12-18-1 0 0,-17 27 6 0 0,0 1 0 0 0,0 0 0 0 0,0 0 0 0 0,0-1 0 0 0,0 1 0 0 0,0 0 0 0 0,0 0 0 0 0,0 0 0 0 0,0 0 0 0 0,0 1 0 0 0,0-1 0 0 0,1 0 0 0 0,-1 0 1 0 0,0 1-1 0 0,1-1 0 0 0,-1 1 0 0 0,0-1 0 0 0,1 1 0 0 0,-1-1 0 0 0,3 1 0 0 0,-3 0-7 0 0,0 0 1 0 0,0 1-1 0 0,0-1 1 0 0,0 1-1 0 0,0-1 0 0 0,1 1 1 0 0,-2-1-1 0 0,1 1 1 0 0,0 0-1 0 0,0-1 1 0 0,0 1-1 0 0,0 0 1 0 0,0 0-1 0 0,0 0 0 0 0,-1 0 1 0 0,1 0-1 0 0,0 0 1 0 0,-1 0-1 0 0,1 0 1 0 0,0 1-1 0 0,3 8 240 0 0,0 0-1 0 0,0 1 1 0 0,-1 0-1 0 0,2 13 1 0 0,-3-13-242 0 0,-1-8-144 0 0,-1 0 0 0 0,1 1 0 0 0,0-1 1 0 0,0 0-1 0 0,0 0 0 0 0,0 0 0 0 0,0 0 0 0 0,1 0 0 0 0,-1-1 1 0 0,1 1-1 0 0,0 0 0 0 0,0-1 0 0 0,0 1 0 0 0,0-1 1 0 0,0 0-1 0 0,1 1 0 0 0,-1-1 0 0 0,1 0 0 0 0,-1-1 1 0 0,1 1-1 0 0,0 0 0 0 0,0-1 0 0 0,0 1 0 0 0,0-1 1 0 0,0 0-1 0 0,0 0 0 0 0,0 0 0 0 0,0-1 0 0 0,0 1 0 0 0,0-1 1 0 0,4 1-1 0 0,8-2-1472 0 0</inkml:trace>
</inkml:ink>
</file>

<file path=ppt/ink/ink1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1.8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30 120 1376 0 0,'7'-46'569'0'0,"-7"40"829"0"0,1 1 0 0 0,-1-1 0 0 0,-1 0-1 0 0,1 0 1 0 0,-1 0 0 0 0,0 0 0 0 0,0 1 0 0 0,-1-1 0 0 0,-3-9-1 0 0,5 15-1306 0 0,0 0 1 0 0,0 0-1 0 0,0-1 0 0 0,0 1 0 0 0,0 0 0 0 0,0-1 0 0 0,0 1 0 0 0,0 0 0 0 0,-1 0 0 0 0,1-1 0 0 0,0 1 0 0 0,-1-2 638 0 0,1 2-638 0 0,-1 0 0 0 0,1 0 0 0 0,0 0 1 0 0,0 0-1 0 0,-1 0 0 0 0,1-1 0 0 0,0 1 0 0 0,0 0 0 0 0,-1 0 0 0 0,1 0 0 0 0,0 0 0 0 0,0 0 0 0 0,-1 0 0 0 0,1 0 1 0 0,0 0-1 0 0,0 0 0 0 0,-1 0 0 0 0,1 0 0 0 0,0 0 0 0 0,-1 0 0 0 0,1 0 0 0 0,-8 12 1509 0 0,0 18-866 0 0,6-3-636 0 0,1-1-1 0 0,2 0 1 0 0,1 1-1 0 0,0-1 1 0 0,2 0-1 0 0,1 0 0 0 0,2 0 1 0 0,0-1-1 0 0,1 0 1 0 0,15 30-1 0 0,17 25-707 0 0,82 124 1 0 0,-95-163-26 0 0,-8-10-910 0 0</inkml:trace>
</inkml:ink>
</file>

<file path=ppt/ink/ink1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2.1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3 211 8290 0 0,'0'0'79'0'0,"0"0"0"0"0,-1 0 0 0 0,1 0 0 0 0,0-1 0 0 0,0 1 0 0 0,0 0 0 0 0,0 0 0 0 0,-1 0 1 0 0,1-1-1 0 0,0 1 0 0 0,0 0 0 0 0,0 0 0 0 0,0-1 0 0 0,0 1 0 0 0,0 0 0 0 0,0 0 0 0 0,0-1 0 0 0,-1 1 0 0 0,1 0 0 0 0,0-1 1 0 0,0 1-1 0 0,0 0 0 0 0,0 0 0 0 0,0-1 0 0 0,1 1 0 0 0,-1 0 0 0 0,0 0 0 0 0,0-1 0 0 0,0 1 0 0 0,0 0 0 0 0,0 0 0 0 0,0-1 0 0 0,0 1 1 0 0,0 0-1 0 0,1 0 0 0 0,-1-1 0 0 0,0 1 0 0 0,11-15 1713 0 0,14-8 471 0 0,-9 13-1382 0 0,0 0 0 0 0,0 1 0 0 0,1 1-1 0 0,31-11 1 0 0,76-14 702 0 0,1-2-809 0 0,-15 1-1432 0 0,-86 28-207 0 0</inkml:trace>
</inkml:ink>
</file>

<file path=ppt/ink/ink1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2.8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1 121 6913 0 0,'2'-17'260'0'0,"0"0"0"0"0,7-20 0 0 0,-2 8 1325 0 0,-7 27-1283 0 0,0 1 0 0 0,-4-16 7208 0 0,2 32-6637 0 0,5 41-412 0 0,3 0 0 0 0,25 103 0 0 0,-5-27 170 0 0,-8-11-354 0 0,-6-33-254 0 0,4 0 0 0 0,34 109 1 0 0,-31-152-2076 0 0,-9-27-3407 0 0</inkml:trace>
</inkml:ink>
</file>

<file path=ppt/ink/ink1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3.2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0 264 3225 0 0,'7'-16'182'0'0,"0"1"-1"0"0,1-1 1 0 0,1 1 0 0 0,1 1 0 0 0,0 0 0 0 0,0 0-1 0 0,2 1 1 0 0,13-13 0 0 0,-6 9 639 0 0,1 0 0 0 0,1 1-1 0 0,1 2 1 0 0,0 0 0 0 0,25-11-1 0 0,-41 22-577 0 0,0 0 0 0 0,0 1 0 0 0,0 0-1 0 0,0 0 1 0 0,1 0 0 0 0,-1 1 0 0 0,1 0-1 0 0,-1 0 1 0 0,1 1 0 0 0,-1 0 0 0 0,1 0-1 0 0,-1 0 1 0 0,1 1 0 0 0,-1 0 0 0 0,1 0-1 0 0,-1 1 1 0 0,1 0 0 0 0,-1 0 0 0 0,0 0-1 0 0,0 1 1 0 0,0 0 0 0 0,0 0 0 0 0,-1 0-1 0 0,1 1 1 0 0,9 8 0 0 0,-11-8-173 0 0,-1 1 0 0 0,1 0-1 0 0,-1 0 1 0 0,0 0 0 0 0,0 0 0 0 0,0 0 0 0 0,-1 1 0 0 0,1-1 0 0 0,-2 1 0 0 0,1 0 0 0 0,0 0-1 0 0,-1-1 1 0 0,0 1 0 0 0,-1 0 0 0 0,1 0 0 0 0,-1 0 0 0 0,0 0 0 0 0,-1 0 0 0 0,1 0 0 0 0,-1 0-1 0 0,-3 9 1 0 0,-2 10-3 0 0,0-1-1 0 0,-2 0 0 0 0,-19 39 1 0 0,5-23 308 0 0,-2-1 0 0 0,-1 0 1 0 0,-61 68-1 0 0,18-23 1569 0 0,68-84-1920 0 0,-1 1 0 0 0,0 0 0 0 0,0 0 1 0 0,1 0-1 0 0,-1-1 0 0 0,0 1 0 0 0,1 0 1 0 0,-1 0-1 0 0,1 0 0 0 0,-1 0 0 0 0,1 0 0 0 0,0 0 1 0 0,-1 0-1 0 0,1 0 0 0 0,0 0 0 0 0,0 1 1 0 0,0-1-1 0 0,0 0 0 0 0,0 0 0 0 0,0 0 1 0 0,0 0-1 0 0,0 0 0 0 0,0 0 0 0 0,1 2 1 0 0,-1-2 1 0 0,1 0 0 0 0,0 0 0 0 0,0 0 0 0 0,0 0 0 0 0,0-1 0 0 0,0 1 1 0 0,0 0-1 0 0,0-1 0 0 0,1 1 0 0 0,-1-1 0 0 0,0 1 0 0 0,0-1 0 0 0,0 1 0 0 0,1-1 0 0 0,-1 0 1 0 0,0 0-1 0 0,2 1 0 0 0,9-1 62 0 0,0 0 0 0 0,-1 0 0 0 0,18-3 0 0 0,-29 3-89 0 0,258-25 1095 0 0,-127 24-2177 0 0,-3 13-5284 0 0,-96-6-687 0 0</inkml:trace>
</inkml:ink>
</file>

<file path=ppt/ink/ink1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3.6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218 81 656 0 0,'-3'-6'1011'0'0,"-1"0"-1"0"0,1 0 0 0 0,-1 0 1 0 0,0 1-1 0 0,-1 0 1 0 0,1 0-1 0 0,-1 0 1 0 0,0 0-1 0 0,0 1 0 0 0,0-1 1 0 0,-1 1-1 0 0,0 1 1 0 0,-8-5-1 0 0,11 6-549 0 0,0 1-1 0 0,0 0 1 0 0,0 0 0 0 0,0 1-1 0 0,0-1 1 0 0,-1 0 0 0 0,1 1 0 0 0,0 0-1 0 0,0 0 1 0 0,0 0 0 0 0,-1 0-1 0 0,1 1 1 0 0,0-1 0 0 0,0 1-1 0 0,-6 1 1 0 0,5 0-484 0 0,1-1 0 0 0,-1 1 0 0 0,1 0 0 0 0,0 0 0 0 0,0 1 0 0 0,0-1 0 0 0,0 1 0 0 0,0-1 0 0 0,-4 6 0 0 0,1 0 39 0 0,0-1 0 0 0,1 1 0 0 0,0 1 0 0 0,0-1 0 0 0,1 1 0 0 0,0-1 0 0 0,1 1 0 0 0,0 0 0 0 0,0 0 0 0 0,-1 12 0 0 0,2-6 18 0 0,0 0 1 0 0,2 0-1 0 0,0 1 0 0 0,0-1 0 0 0,5 26 0 0 0,4 0 26 0 0,2-1 0 0 0,1-1 1 0 0,30 65-1 0 0,91 158-3090 0 0,-125-250 1603 0 0</inkml:trace>
</inkml:ink>
</file>

<file path=ppt/ink/ink1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3.8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107 349 1840 0 0,'-24'-25'374'0'0,"-27"-33"5274"0"0,47 53-4958 0 0,0-1 1 0 0,0 1-1 0 0,1-1 1 0 0,-1 0-1 0 0,1 0 1 0 0,1 0-1 0 0,-1 0 1 0 0,-2-11-1 0 0,5 15-508 0 0,0-1 0 0 0,0 0 0 0 0,1 0 0 0 0,-1 1 0 0 0,1-1 0 0 0,-1 0 0 0 0,1 1 0 0 0,0-1-1 0 0,0 1 1 0 0,0-1 0 0 0,0 1 0 0 0,0-1 0 0 0,0 1 0 0 0,1 0 0 0 0,-1-1 0 0 0,1 1 0 0 0,0 0 0 0 0,0 0-1 0 0,0 0 1 0 0,0 0 0 0 0,0 1 0 0 0,3-3 0 0 0,8-6 155 0 0,0 2 0 0 0,24-13 0 0 0,-24 14-269 0 0,164-80-726 0 0,-145 74-267 0 0</inkml:trace>
</inkml:ink>
</file>

<file path=ppt/ink/ink1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4.07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79 10594 0 0,'0'1'29'0'0,"-1"-1"0"0"0,1 0 1 0 0,0 0-1 0 0,-1 0 0 0 0,1 0 0 0 0,0 1 0 0 0,-1-1 0 0 0,1 0 0 0 0,0 0 0 0 0,0 0 0 0 0,-1 0 0 0 0,1 0 1 0 0,0 0-1 0 0,-1 0 0 0 0,1 0 0 0 0,0 0 0 0 0,-1 0 0 0 0,1 0 0 0 0,0 0 0 0 0,-1 0 0 0 0,1-1 1 0 0,0 1-1 0 0,-1 0 0 0 0,1 0 0 0 0,0 0 0 0 0,-1 0 0 0 0,1 0 0 0 0,0-1 0 0 0,0 1 0 0 0,-1 0 0 0 0,1 0 1 0 0,0-1-1 0 0,0 1 0 0 0,-1 0 0 0 0,1 0 0 0 0,0-1 0 0 0,0 1 0 0 0,0 0 0 0 0,0 0 0 0 0,-1-1 0 0 0,1 1 1 0 0,0-1-1 0 0,12-10-33 0 0,1 1 227 0 0,-6 4-587 0 0,0 0 0 0 0,0 1 0 0 0,1 0 0 0 0,-1 0 0 0 0,1 0 0 0 0,0 1 0 0 0,0 1 1 0 0,1-1-1 0 0,-1 1 0 0 0,1 1 0 0 0,12-3 0 0 0,-15 5 364 0 0</inkml:trace>
</inkml:ink>
</file>

<file path=ppt/ink/ink1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4.2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57 8754 0 0,'0'26'4262'0'0,"0"-26"-4136"0"0,1 0 1 0 0,-1 0-1 0 0,0 0 0 0 0,1 1 1 0 0,-1-1-1 0 0,0 0 1 0 0,1 0-1 0 0,0 0 1 0 0,2 0 250 0 0,1-1 1 0 0,-1 0-1 0 0,0 1 1 0 0,1-1 0 0 0,-1 0-1 0 0,0-1 1 0 0,1 1-1 0 0,2-2 1 0 0,20-11-1659 0 0,45-29 1 0 0,-48 27 1252 0 0</inkml:trace>
</inkml:ink>
</file>

<file path=ppt/ink/ink1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4.8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308 77 10594 0 0,'-4'-6'297'0'0,"0"1"-1"0"0,0 0 1 0 0,0 0-1 0 0,0 0 1 0 0,-1 0 0 0 0,0 0-1 0 0,0 1 1 0 0,0 0-1 0 0,0 0 1 0 0,-1 0-1 0 0,0 1 1 0 0,0 0-1 0 0,0 0 1 0 0,0 1 0 0 0,0-1-1 0 0,0 1 1 0 0,-1 0-1 0 0,-12-1 1 0 0,13 2-127 0 0,0 0 1 0 0,0 0 0 0 0,0 1-1 0 0,0-1 1 0 0,0 1 0 0 0,0 1-1 0 0,0 0 1 0 0,0-1 0 0 0,0 2-1 0 0,0-1 1 0 0,0 1-1 0 0,1 0 1 0 0,-1 0 0 0 0,0 0-1 0 0,1 1 1 0 0,0 0 0 0 0,-1 0-1 0 0,1 0 1 0 0,0 1 0 0 0,-8 8-1 0 0,5-2-81 0 0,0 1 1 0 0,1 1-1 0 0,1-1 0 0 0,0 1 0 0 0,0 1 0 0 0,1-1 0 0 0,1 1 0 0 0,0-1 1 0 0,1 1-1 0 0,0 0 0 0 0,1 1 0 0 0,-1 17 0 0 0,1 9-14 0 0,2 0 0 0 0,9 73 1 0 0,0-52 76 0 0,2 0 0 0 0,33 101 0 0 0,-29-123-329 0 0,1 0 0 0 0,1-1 0 0 0,3-1 0 0 0,46 67 0 0 0,-23-40-2783 0 0,-36-49 907 0 0</inkml:trace>
</inkml:ink>
</file>

<file path=ppt/ink/ink1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5.0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7 229 5529 0 0,'-1'-3'210'0'0,"0"0"0"0"0,0 0 1 0 0,0 0-1 0 0,0 0 0 0 0,0 0 0 0 0,1 0 0 0 0,-1-1 0 0 0,1 1 1 0 0,0 0-1 0 0,0 0 0 0 0,0 0 0 0 0,1 0 0 0 0,-1 0 0 0 0,1 0 0 0 0,-1 0 1 0 0,1 0-1 0 0,0 0 0 0 0,0 0 0 0 0,0 0 0 0 0,1 0 0 0 0,-1 0 0 0 0,1 0 1 0 0,0 1-1 0 0,-1-1 0 0 0,5-4 0 0 0,4-5 512 0 0,-1 1 1 0 0,2 0-1 0 0,-1 0 0 0 0,15-10 0 0 0,-12 11-600 0 0,2 0-1 0 0,-1 0 1 0 0,1 1-1 0 0,1 1 0 0 0,0 1 1 0 0,0 0-1 0 0,25-6 0 0 0,-14 6-5678 0 0</inkml:trace>
</inkml:ink>
</file>

<file path=ppt/ink/ink1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5.3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0 341 8290 0 0,'2'2'2870'0'0,"-2"-2"-2815"0"0,13-4 2281 0 0,14-9 782 0 0,-9-1-2399 0 0,0-2 0 0 0,-2 0 0 0 0,0-1 0 0 0,0 0 0 0 0,13-22 0 0 0,-21 28-789 0 0,-1-1 0 0 0,0-1 0 0 0,0 1 1 0 0,-1-1-1 0 0,0 0 0 0 0,-2-1 0 0 0,1 1 0 0 0,-2-1 0 0 0,4-21 0 0 0,-7 33 46 0 0,1 0-1 0 0,-1 0 1 0 0,0 0-1 0 0,0 0 1 0 0,0 0-1 0 0,0 0 1 0 0,-1 0-1 0 0,1 0 1 0 0,0 0 0 0 0,-1 0-1 0 0,1 0 1 0 0,-1 0-1 0 0,0 0 1 0 0,0 0-1 0 0,1 1 1 0 0,-1-1-1 0 0,-1 0 1 0 0,1 0-1 0 0,0 1 1 0 0,0-1-1 0 0,-1 1 1 0 0,1-1-1 0 0,0 1 1 0 0,-1-1-1 0 0,0 1 1 0 0,1 0-1 0 0,-1 0 1 0 0,0 0-1 0 0,1 0 1 0 0,-1 0-1 0 0,0 0 1 0 0,0 0-1 0 0,0 1 1 0 0,0-1 0 0 0,-4 0-1 0 0,3 1 1 0 0,0 0 0 0 0,-1 0 0 0 0,1 0 0 0 0,0 0 0 0 0,0 0 0 0 0,0 1 0 0 0,-1-1 0 0 0,1 1 0 0 0,0 0 0 0 0,0 0 1 0 0,0 0-1 0 0,0 1 0 0 0,0-1 0 0 0,1 1 0 0 0,-1-1 0 0 0,0 1 0 0 0,1 0 0 0 0,-1 0 0 0 0,1 0 0 0 0,-1 1 0 0 0,1-1 0 0 0,-3 4 0 0 0,0 2 39 0 0,1-1 1 0 0,-1 1-1 0 0,1 0 0 0 0,1 0 0 0 0,-1 0 1 0 0,1 1-1 0 0,1-1 0 0 0,0 1 1 0 0,0-1-1 0 0,1 1 0 0 0,0 0 0 0 0,0 0 1 0 0,1 0-1 0 0,0 10 0 0 0,1-14-122 0 0,0 0 0 0 0,0 0-1 0 0,0 0 1 0 0,0 0 0 0 0,1-1-1 0 0,0 1 1 0 0,-1 0 0 0 0,2-1-1 0 0,-1 1 1 0 0,1-1 0 0 0,-1 0-1 0 0,1 0 1 0 0,0 0 0 0 0,1 0-1 0 0,-1-1 1 0 0,1 1 0 0 0,-1-1-1 0 0,1 0 1 0 0,0 0 0 0 0,0 0-1 0 0,1-1 1 0 0,-1 1 0 0 0,0-1-1 0 0,1 0 1 0 0,0 0 0 0 0,7 2-1 0 0,9 0-5777 0 0</inkml:trace>
</inkml:ink>
</file>

<file path=ppt/ink/ink1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5.7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53 201 8290 0 0,'-2'4'920'0'0,"-1"-1"1"0"0,1 1-1 0 0,0-1 1 0 0,0 1-1 0 0,1-1 0 0 0,-1 15 4004 0 0,3-18-4810 0 0,15-6 1463 0 0,-3-1-1480 0 0,-1-2-1 0 0,0 1 1 0 0,-1-2-1 0 0,0 1 1 0 0,-1-2-1 0 0,19-21 1 0 0,-26 28-83 0 0,0 1-1 0 0,0-1 1 0 0,-1 0 0 0 0,1 0 0 0 0,-1 0-1 0 0,0 0 1 0 0,0-1 0 0 0,-1 1 0 0 0,1-1-1 0 0,-1 1 1 0 0,0-1 0 0 0,0 1 0 0 0,0-1-1 0 0,-1 0 1 0 0,1 1 0 0 0,-1-1 0 0 0,0 0 0 0 0,-1 1-1 0 0,1-1 1 0 0,-1 0 0 0 0,0 1 0 0 0,0-1-1 0 0,0 1 1 0 0,-1-1 0 0 0,-2-5 0 0 0,3 8-21 0 0,0 1 1 0 0,0-1-1 0 0,0 0 1 0 0,0 0 0 0 0,-1 1-1 0 0,1-1 1 0 0,0 1-1 0 0,-1-1 1 0 0,1 1-1 0 0,-1 0 1 0 0,0-1 0 0 0,1 1-1 0 0,-1 0 1 0 0,0 0-1 0 0,0 0 1 0 0,0 0 0 0 0,0 1-1 0 0,1-1 1 0 0,-1 0-1 0 0,0 1 1 0 0,0-1-1 0 0,-4 1 1 0 0,2 0-19 0 0,0 0 0 0 0,1 1 0 0 0,-1 0 0 0 0,1 0 0 0 0,-1 0 0 0 0,1 0 0 0 0,-1 0 0 0 0,1 1 0 0 0,0-1 0 0 0,0 1 0 0 0,0 0 0 0 0,-4 2 0 0 0,-1 3-27 0 0,0 0 0 0 0,0 0-1 0 0,0 0 1 0 0,1 1-1 0 0,1 0 1 0 0,-1 0-1 0 0,1 1 1 0 0,-6 10-1 0 0,10-15 14 0 0,0 0 0 0 0,1 0-1 0 0,-1 0 1 0 0,1 0-1 0 0,0 0 1 0 0,0 0-1 0 0,0 1 1 0 0,0-1 0 0 0,1 0-1 0 0,-1 0 1 0 0,1 1-1 0 0,0-1 1 0 0,1 0-1 0 0,-1 1 1 0 0,1-1 0 0 0,0 0-1 0 0,0 0 1 0 0,0 0-1 0 0,0 0 1 0 0,4 6 0 0 0,-3-6-29 0 0,1 0 0 0 0,1 0 1 0 0,-1 0-1 0 0,0 0 0 0 0,1 0 1 0 0,0-1-1 0 0,0 0 0 0 0,0 0 1 0 0,0 0-1 0 0,1 0 0 0 0,-1-1 1 0 0,1 1-1 0 0,0-1 1 0 0,-1 0-1 0 0,1 0 0 0 0,9 1 1 0 0,3 1-819 0 0,0-1 0 0 0,1-1 0 0 0,-1-1 0 0 0,24-1 1 0 0,-8-1-4351 0 0</inkml:trace>
</inkml:ink>
</file>

<file path=ppt/ink/ink1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6.2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223 376 456 0 0,'3'-19'149'0'0,"-3"17"254"0"0,-1 1-1 0 0,1-1 1 0 0,0 1-1 0 0,0 0 1 0 0,-1-1-1 0 0,1 1 1 0 0,-1-1-1 0 0,1 1 1 0 0,-1 0-1 0 0,1-1 1 0 0,-1 1-1 0 0,0 0 1 0 0,0 0-1 0 0,0 0 1 0 0,1 0-1 0 0,-1-1 1 0 0,0 1-1 0 0,0 0 1 0 0,-1 1-1 0 0,1-1 1 0 0,0 0-1 0 0,0 0 1 0 0,0 0-1 0 0,-1 1 1 0 0,1-1-1 0 0,0 0 1 0 0,-1 1-1 0 0,1 0 1 0 0,-2-1-1 0 0,-21 0 446 0 0,16 3-559 0 0,0 1 0 0 0,0 0-1 0 0,0 0 1 0 0,0 0 0 0 0,0 1 0 0 0,1 0-1 0 0,-1 1 1 0 0,1 0 0 0 0,1 0 0 0 0,-1 0 0 0 0,1 1-1 0 0,-9 9 1 0 0,6-6-76 0 0,1 2 1 0 0,-1-1-1 0 0,2 1 0 0 0,-1 0 0 0 0,2 1 1 0 0,-1 0-1 0 0,-5 15 0 0 0,11-25-197 0 0,1 1 0 0 0,-1-1 0 0 0,0 0 0 0 0,1 0 0 0 0,-1 0 1 0 0,1 1-1 0 0,0-1 0 0 0,0 0 0 0 0,0 1 0 0 0,0-1 0 0 0,0 0 0 0 0,1 0 0 0 0,-1 1 0 0 0,1-1 0 0 0,-1 0 0 0 0,3 4 0 0 0,-3-5-24 0 0,0-1-1 0 0,1 1 1 0 0,-1 0 0 0 0,1-1-1 0 0,-1 1 1 0 0,1-1-1 0 0,-1 1 1 0 0,1-1-1 0 0,-1 0 1 0 0,1 1-1 0 0,0-1 1 0 0,-1 1-1 0 0,1-1 1 0 0,-1 0-1 0 0,1 0 1 0 0,0 1-1 0 0,-1-1 1 0 0,1 0-1 0 0,0 0 1 0 0,0 0 0 0 0,0 0-1 0 0,1 0-38 0 0,0 0-1 0 0,-1 0 1 0 0,1 0 0 0 0,0-1-1 0 0,-1 1 1 0 0,1-1 0 0 0,-1 1 0 0 0,1-1-1 0 0,0 0 1 0 0,-1 0 0 0 0,1 0-1 0 0,1-1 1 0 0,7-5-353 0 0,0-1 0 0 0,-1 0-1 0 0,0 0 1 0 0,-1 0 0 0 0,0-1 0 0 0,0-1-1 0 0,-1 0 1 0 0,0 0 0 0 0,0 0 0 0 0,-1 0 0 0 0,-1-1-1 0 0,0 0 1 0 0,4-14 0 0 0,-4 10 527 0 0,-2 0 1 0 0,0 0 0 0 0,-1-1-1 0 0,0 1 1 0 0,-1-1-1 0 0,-1 1 1 0 0,0-1-1 0 0,-2 0 1 0 0,-4-26-1 0 0,3 26 471 0 0,-3-16 1246 0 0,-1 1 1 0 0,-1 0-1 0 0,-24-58 0 0 0,32 89-1829 0 0,0 0 0 0 0,0 0 0 0 0,0-1-1 0 0,0 1 1 0 0,0 0 0 0 0,0 0 0 0 0,0-1-1 0 0,0 1 1 0 0,0 0 0 0 0,0 0 0 0 0,0-1 0 0 0,0 1-1 0 0,0 0 1 0 0,0 0 0 0 0,-1-1 0 0 0,1 1-1 0 0,0 0 1 0 0,0 0 0 0 0,0-1 0 0 0,0 1-1 0 0,-1 0 1 0 0,1 0 0 0 0,0 0 0 0 0,0-1-1 0 0,0 1 1 0 0,-1 0 0 0 0,1 0 0 0 0,0 0-1 0 0,0 0 1 0 0,0 0 0 0 0,-1 0 0 0 0,1-1-1 0 0,0 1 1 0 0,0 0 0 0 0,-1 0 0 0 0,1 0-1 0 0,0 0 1 0 0,0 0 0 0 0,-1 0 0 0 0,1 0 0 0 0,0 0-1 0 0,-1 0 1 0 0,1 0 0 0 0,0 0 0 0 0,0 0-1 0 0,-1 0 1 0 0,1 0 0 0 0,0 0 0 0 0,0 1-1 0 0,-1-1 1 0 0,1 0 0 0 0,0 0 0 0 0,0 0-1 0 0,0 0 1 0 0,-1 0 0 0 0,1 0 0 0 0,0 1-1 0 0,-6 21 341 0 0,2 30-172 0 0,6-18-149 0 0,1-1-1 0 0,2 0 1 0 0,1 0-1 0 0,1 0 1 0 0,2 0-1 0 0,2-1 1 0 0,0-1 0 0 0,19 35-1 0 0,-11-30-1303 0 0,39 54 0 0 0,-41-68-6398 0 0</inkml:trace>
</inkml:ink>
</file>

<file path=ppt/ink/ink1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6.6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0 7834 0 0,'-6'6'10282'0'0,"6"-5"-10080"0"0,1 23 3033 0 0,13 40-4553 0 0,-11-49 2464 0 0,4 15-1002 0 0,1-1 1 0 0,1 1 0 0 0,2-2 0 0 0,1 1 0 0 0,29 49-1 0 0,-35-68-112 0 0,1 1-1 0 0,0-1 0 0 0,0-1 1 0 0,1 0-1 0 0,0 0 0 0 0,1 0 1 0 0,0-1-1 0 0,0 0 0 0 0,1-1 0 0 0,0 0 1 0 0,0 0-1 0 0,0-1 0 0 0,1-1 1 0 0,0 1-1 0 0,0-2 0 0 0,1 0 1 0 0,20 5-1 0 0,-29-8 2 0 0,1-1 1 0 0,-1 1-1 0 0,1-1 0 0 0,-1 0 1 0 0,1 0-1 0 0,0 0 0 0 0,-1-1 1 0 0,1 1-1 0 0,-1-1 0 0 0,1 0 1 0 0,-1 0-1 0 0,0 0 1 0 0,1 0-1 0 0,-1-1 0 0 0,0 1 1 0 0,0-1-1 0 0,0 0 0 0 0,0 0 1 0 0,0 0-1 0 0,4-4 0 0 0,-4 2-38 0 0,1 0-1 0 0,-1 0 1 0 0,-1 0-1 0 0,1-1 1 0 0,-1 1-1 0 0,1-1 1 0 0,-1 0-1 0 0,-1 1 0 0 0,1-1 1 0 0,-1 0-1 0 0,0 0 1 0 0,0 0-1 0 0,1-9 1 0 0,-1-2-1268 0 0,-1 1-4072 0 0</inkml:trace>
</inkml:ink>
</file>

<file path=ppt/ink/ink1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7.0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316 18 5985 0 0,'-6'-3'314'0'0,"1"1"0"0"0,-1-1-1 0 0,0 1 1 0 0,1 0-1 0 0,-1 1 1 0 0,0-1 0 0 0,0 1-1 0 0,0 0 1 0 0,0 1 0 0 0,0 0-1 0 0,0-1 1 0 0,-1 2-1 0 0,1-1 1 0 0,0 1 0 0 0,0 0-1 0 0,0 0 1 0 0,-11 4-1 0 0,5-1 597 0 0,0 1 0 0 0,0 0 0 0 0,0 1-1 0 0,1 0 1 0 0,0 0 0 0 0,0 1-1 0 0,-15 14 1 0 0,13-10-241 0 0,0 2 0 0 0,2-1 0 0 0,-18 24 0 0 0,26-32-649 0 0,0 1 1 0 0,1-1-1 0 0,-1 0 1 0 0,1 1-1 0 0,0-1 1 0 0,0 1-1 0 0,0 0 1 0 0,1 0-1 0 0,-1 0 1 0 0,1 0 0 0 0,1 0-1 0 0,-1 0 1 0 0,1 0-1 0 0,-1 0 1 0 0,1 0-1 0 0,2 10 1 0 0,-2-13-98 0 0,1 0 0 0 0,0 0 0 0 0,0 0-1 0 0,0 0 1 0 0,0 1 0 0 0,0-1 0 0 0,0 0 0 0 0,0-1 0 0 0,1 1 0 0 0,-1 0 0 0 0,0 0 0 0 0,1 0 0 0 0,0-1 0 0 0,-1 1 0 0 0,1-1 0 0 0,0 0 0 0 0,0 1 0 0 0,0-1 0 0 0,0 0 0 0 0,0 0 0 0 0,0 0 0 0 0,0 0 0 0 0,1 0 0 0 0,-1-1-1 0 0,0 1 1 0 0,0-1 0 0 0,1 1 0 0 0,-1-1 0 0 0,0 0 0 0 0,0 0 0 0 0,1 0 0 0 0,-1 0 0 0 0,0 0 0 0 0,1-1 0 0 0,-1 1 0 0 0,0-1 0 0 0,4-1 0 0 0,4 0-368 0 0,-1-1-1 0 0,0-1 1 0 0,0 1 0 0 0,0-1 0 0 0,0-1 0 0 0,-1 0 0 0 0,12-9-1 0 0,-12 8 363 0 0,0-1 0 0 0,-1 0 1 0 0,0 0-1 0 0,0-1 0 0 0,0 0 0 0 0,-1 0 0 0 0,5-11 0 0 0,15-32 6839 0 0,-21 82-6258 0 0,-4-18-431 0 0,0-1-1 0 0,0 1 1 0 0,6 21-1 0 0,-5-29-175 0 0,0 0 0 0 0,0 0 0 0 0,0 0 0 0 0,1-1 0 0 0,0 1 0 0 0,-1 0 0 0 0,2-1-1 0 0,-1 0 1 0 0,0 1 0 0 0,1-1 0 0 0,6 5 0 0 0,9 5-1022 0 0</inkml:trace>
</inkml:ink>
</file>

<file path=ppt/ink/ink1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7.3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158 48 3225 0 0,'-1'-2'396'0'0,"0"-1"0"0"0,0 1 0 0 0,0-1 0 0 0,0 1 0 0 0,0-1 0 0 0,0 1 0 0 0,-1 0 0 0 0,1-1 0 0 0,-1 1 1 0 0,0 0-1 0 0,0 0 0 0 0,0 0 0 0 0,0 0 0 0 0,0 1 0 0 0,0-1 0 0 0,0 0 0 0 0,0 1 0 0 0,-1 0 0 0 0,1-1 0 0 0,-1 1 1 0 0,1 0-1 0 0,-1 0 0 0 0,1 0 0 0 0,-1 1 0 0 0,0-1 0 0 0,1 1 0 0 0,-1-1 0 0 0,0 1 0 0 0,1 0 0 0 0,-6 0 0 0 0,4 0-59 0 0,0 1 1 0 0,0-1-1 0 0,1 1 0 0 0,-1 0 0 0 0,0 0 0 0 0,0 0 0 0 0,0 0 0 0 0,1 0 0 0 0,-1 1 0 0 0,0 0 0 0 0,1 0 0 0 0,0 0 1 0 0,-1 0-1 0 0,1 0 0 0 0,0 1 0 0 0,0 0 0 0 0,0-1 0 0 0,1 1 0 0 0,-1 0 0 0 0,-3 6 0 0 0,4-6-275 0 0,-1 1 0 0 0,2 0 0 0 0,-1 0 1 0 0,0 0-1 0 0,1 0 0 0 0,0 0 0 0 0,0 0 0 0 0,0 0 0 0 0,0 1 0 0 0,1-1 0 0 0,-1 0 0 0 0,1 1 0 0 0,0-1 0 0 0,0 0 1 0 0,1 0-1 0 0,0 1 0 0 0,-1-1 0 0 0,1 0 0 0 0,1 0 0 0 0,-1 0 0 0 0,0 0 0 0 0,4 6 0 0 0,-3-6-184 0 0,1 1 1 0 0,0-1-1 0 0,1 0 0 0 0,-1 0 1 0 0,0 0-1 0 0,1-1 0 0 0,7 6 0 0 0,-5-5-918 0 0,0 0-1 0 0,0 0 1 0 0,0-1-1 0 0,0 0 0 0 0,13 4 1 0 0,0-2-6183 0 0</inkml:trace>
</inkml:ink>
</file>

<file path=ppt/ink/ink1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8.0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102 81 5065 0 0,'-3'-2'730'0'0,"-1"1"-1"0"0,1 0 1 0 0,-1 0-1 0 0,1 0 1 0 0,-1 1 0 0 0,0-1-1 0 0,1 1 1 0 0,-1 0-1 0 0,1 0 1 0 0,-1 0 0 0 0,-4 1-1 0 0,-8-1 1694 0 0,-6 2 983 0 0,22-2-3351 0 0,0 0-1 0 0,0 0 1 0 0,0 0-1 0 0,1 0 1 0 0,-1 0-1 0 0,0 0 0 0 0,0 1 1 0 0,0-1-1 0 0,0 0 1 0 0,1 0-1 0 0,-1 0 1 0 0,0 0-1 0 0,0 1 1 0 0,0-1-1 0 0,0 0 1 0 0,0 0-1 0 0,0 1 1 0 0,0-1-1 0 0,0 0 1 0 0,0 0-1 0 0,0 0 0 0 0,0 1 1 0 0,1-1-1 0 0,-1 0 1 0 0,0 0-1 0 0,0 0 1 0 0,-1 1-1 0 0,1-1 1 0 0,0 0-1 0 0,0 0 1 0 0,0 1-1 0 0,0-1 1 0 0,0 0-1 0 0,0 0 1 0 0,0 0-1 0 0,0 1 0 0 0,0-1 1 0 0,0 0-1 0 0,0 0 1 0 0,-1 0-1 0 0,1 0 1 0 0,0 1-1 0 0,0-1 1 0 0,0 0-1 0 0,0 0 1 0 0,-1 0-1 0 0,0 1 598 0 0,18 12-535 0 0,-2 1-90 0 0,-13-12-884 0 0,-3-22-7970 0 0,2 18 8701 0 0,0 1-1 0 0,1-3 1 0 0,-1 3 118 0 0,0 0 0 0 0,-1 0 0 0 0,1 0 0 0 0,0 0 0 0 0,-1 0 0 0 0,1 0-1 0 0,-1 0 1 0 0,1 0 0 0 0,-1 0 0 0 0,0 0 0 0 0,1 0 0 0 0,-1 0 0 0 0,0 0 0 0 0,0 0 0 0 0,0-1 0 0 0,1 1 0 0 0,-1 0 0 0 0,-1 0 0 0 0,1 0 0 0 0,0 0 0 0 0,0 0 0 0 0,0 0 0 0 0,0 0 0 0 0,-1-1 0 0 0,1 1 0 0 0,-1 0-1 0 0,1 0 1 0 0,-1 0 0 0 0,1 0 0 0 0,-1 0 0 0 0,1 0 0 0 0,-1 1 0 0 0,0-1 0 0 0,0 0 0 0 0,0-1 0 0 0,-51-48 8682 0 0,64 190-6803 0 0,-9-92-1808 0 0,25 225 134 0 0,-22-242-217 0 0,1 1 0 0 0,2-1 0 0 0,1 0 0 0 0,2-1 0 0 0,1-1 0 0 0,24 43 0 0 0,-7-23-827 0 0,-18-27-26 0 0</inkml:trace>
</inkml:ink>
</file>

<file path=ppt/ink/ink1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8.2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286 52 920 0 0,'1'-3'-414'0'0,"1"0"698"0"0,0 0 0 0 0,0 0 0 0 0,-1 0 0 0 0,0 0-1 0 0,0-1 1 0 0,0 1 0 0 0,0 0 0 0 0,1-7 0 0 0,-2 9-101 0 0,0 1 1 0 0,0-1-1 0 0,-1 1 1 0 0,1-1-1 0 0,0 1 1 0 0,-4-6 2201 0 0,4 6-2201 0 0,-1 0-1 0 0,1-1 1 0 0,-1 1-1 0 0,0-1 1 0 0,-23-1 3975 0 0,12 3-3530 0 0,0 1 1 0 0,0 0 0 0 0,0 1-1 0 0,0 1 1 0 0,1-1 0 0 0,-1 2-1 0 0,1 0 1 0 0,0 0 0 0 0,-16 11-1 0 0,6-2 73 0 0,1 1 0 0 0,1 1 0 0 0,-30 30 0 0 0,47-44-626 0 0,-1 1 0 0 0,1-1-1 0 0,0 1 1 0 0,0-1 0 0 0,0 1-1 0 0,0 0 1 0 0,0 0 0 0 0,1 0-1 0 0,-1 0 1 0 0,1 0-1 0 0,0 0 1 0 0,0 0 0 0 0,0 0-1 0 0,0 1 1 0 0,0-1 0 0 0,1 0-1 0 0,0 1 1 0 0,-1-1 0 0 0,1 4-1 0 0,1-5-44 0 0,0 1 0 0 0,0 0-1 0 0,0-1 1 0 0,1 1 0 0 0,-1-1 0 0 0,0 1 0 0 0,1-1-1 0 0,0 0 1 0 0,-1 1 0 0 0,1-1 0 0 0,0 0-1 0 0,0 0 1 0 0,0 0 0 0 0,0-1 0 0 0,1 1 0 0 0,-1 0-1 0 0,1-1 1 0 0,-1 0 0 0 0,1 1 0 0 0,-1-1-1 0 0,1 0 1 0 0,4 1 0 0 0,11 4 33 0 0,0-1 1 0 0,0-1-1 0 0,1 0 1 0 0,-1-2-1 0 0,33 2 0 0 0,94-11-2117 0 0,-136 6 1679 0 0,18-1-7155 0 0</inkml:trace>
</inkml:ink>
</file>

<file path=ppt/ink/ink1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8.4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1 11522 0 0,'-1'3'513'0'0,"1"-2"95"0"0,0 1-480 0 0,0-1-128 0 0,1-1 0 0 0,1 0 0 0 0,-1 0 0 0 0,1 0-104 0 0,1 2 16 0 0,1-2 8 0 0,0 0 80 0 0</inkml:trace>
</inkml:ink>
</file>

<file path=ppt/ink/ink1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45.37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0 317 4145 0 0,'261'-165'5232'0'0,"-206"131"-3754"0"0,60-27 0 0 0,-90 50-1673 0 0,0 1 0 0 0,1 1 0 0 0,0 1 0 0 0,1 1 0 0 0,29-4-1 0 0,-39 10-2592 0 0,-1 2-825 0 0</inkml:trace>
</inkml:ink>
</file>

<file path=ppt/ink/ink1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46.48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32 7 1840 0 0,'-17'-7'12123'0'0,"14"13"-12034"0"0,1-1-1 0 0,0 0 1 0 0,0 0-1 0 0,1 1 1 0 0,-1-1-1 0 0,1 1 1 0 0,0 0-1 0 0,1-1 1 0 0,-1 1 0 0 0,1 0-1 0 0,0-1 1 0 0,1 1-1 0 0,-1 0 1 0 0,2 5-1 0 0,50 259 614 0 0,-39-209-644 0 0,21 65 14 0 0,5 31-16 0 0,5 28 62 0 0,-41-168-90 0 0,-2 0-1 0 0,0 0 1 0 0,-2 0 0 0 0,0 0-1 0 0,-3 19 1 0 0,2-19 12 0 0,0-1-1 0 0,1 1 0 0 0,1 0 1 0 0,0 0-1 0 0,4 18 1 0 0,-3-31-35 0 0,0 0 1 0 0,0-1 0 0 0,1 1-1 0 0,-1-1 1 0 0,1 0 0 0 0,0 1 0 0 0,0-1-1 0 0,0 0 1 0 0,4 3 0 0 0,-4-3 33 0 0,1 0 1 0 0,-1 1-1 0 0,0-1 0 0 0,0 0 1 0 0,0 1-1 0 0,0-1 1 0 0,-1 1-1 0 0,2 3 1 0 0,-3-4-18 0 0,1 0 0 0 0,-1 0 1 0 0,1 0-1 0 0,0-1 0 0 0,0 1 1 0 0,0 0-1 0 0,0-1 0 0 0,1 1 0 0 0,-1 0 1 0 0,1-1-1 0 0,0 0 0 0 0,-1 1 1 0 0,1-1-1 0 0,0 0 0 0 0,0 0 1 0 0,0 0-1 0 0,1 0 0 0 0,-1 0 1 0 0,0-1-1 0 0,1 1 0 0 0,-1-1 0 0 0,1 1 1 0 0,0-1-1 0 0,-1 0 0 0 0,1 0 1 0 0,0 0-1 0 0,0 0 0 0 0,-1-1 1 0 0,1 1-1 0 0,0-1 0 0 0,0 0 1 0 0,5 0-1 0 0,116 13 103 0 0,-63-5-5 0 0,0-3-1 0 0,85-3 1 0 0,-91-9 187 0 0,86-21 0 0 0,-57 9-124 0 0,-81 19-209 0 0,-1-1-1 0 0,1 1 1 0 0,-1 0-1 0 0,1 0 0 0 0,0 0 1 0 0,-1 0-1 0 0,1 0 1 0 0,-1 1-1 0 0,1-1 1 0 0,0 1-1 0 0,-1-1 0 0 0,1 1 1 0 0,-1 0-1 0 0,0 0 1 0 0,1 0-1 0 0,-1 0 0 0 0,0 1 1 0 0,1-1-1 0 0,-1 1 1 0 0,0-1-1 0 0,0 1 0 0 0,0 0 1 0 0,0 0-1 0 0,-1 0 1 0 0,1 0-1 0 0,1 2 1 0 0,4 3-794 0 0</inkml:trace>
</inkml:ink>
</file>

<file path=ppt/ink/ink1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48.90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297 31 2304 0 0,'-17'-5'1408'0'0,"-1"1"0"0"0,1 1 0 0 0,0 0 0 0 0,-37 0 1528 0 0,57 3-2027 0 0,14-1-355 0 0,11 0-590 0 0,17-3 447 0 0,1 2 1 0 0,0 1 0 0 0,47 7 0 0 0,-76-5-307 0 0,1-1 0 0 0,33-5 0 0 0,12-1 437 0 0,-67 8-380 0 0,1 0 0 0 0,-1-1 0 0 0,1 1 0 0 0,0 0 0 0 0,0 1 0 0 0,-1-1 0 0 0,1 0 0 0 0,1 1 0 0 0,-1 0 0 0 0,0 0 0 0 0,1 0 0 0 0,-3 3 0 0 0,-3 3 125 0 0,4-4-247 0 0,1-1 0 0 0,0 0-1 0 0,0 1 1 0 0,1-1 0 0 0,-1 1 0 0 0,1 0 0 0 0,0 0 0 0 0,0 0 0 0 0,1 0 0 0 0,-2 9 0 0 0,-6 58 512 0 0,8-62-530 0 0,-2 89 56 0 0,4-1 1 0 0,16 113-1 0 0,8-55-78 0 0,0-9 0 0 0,-17-76 0 0 0,-3 0 0 0 0,-2 0 0 0 0,-12 114 0 0 0,7-172 8 0 0,0-6 6 0 0,1 0 1 0 0,0 0-1 0 0,1 0 1 0 0,-1 0-1 0 0,1 0 0 0 0,1 0 1 0 0,-1 0-1 0 0,1 0 1 0 0,0 0-1 0 0,1 0 1 0 0,3 10-1 0 0,-103-1 2888 0 0,26 7-2504 0 0,-103 47-1 0 0,51-18-586 0 0,33-15-3212 0 0,64-27-3456 0 0</inkml:trace>
</inkml:ink>
</file>

<file path=ppt/ink/ink1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53.63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57 166 1376 0 0,'0'-1'5'0'0,"-1"0"-1"0"0,1 0 0 0 0,-1 0 1 0 0,0-1-1 0 0,1 1 1 0 0,-1 0-1 0 0,0 0 1 0 0,0 0-1 0 0,0 0 0 0 0,0 0 1 0 0,0 0-1 0 0,0 0 1 0 0,0 1-1 0 0,0-1 0 0 0,0 0 1 0 0,0 0-1 0 0,0 1 1 0 0,0-1-1 0 0,-2 0 0 0 0,-25-8 20 0 0,18 7 104 0 0,11-2 209 0 0,20-8 691 0 0,37-9 512 0 0,26 8-612 0 0,0 3 0 0 0,125 1 1 0 0,-42 20 76 0 0,-101-5-496 0 0,70-2 1 0 0,222-31 959 0 0,117-2-256 0 0,-108 13-1064 0 0,0 0-195 0 0,355 35 86 0 0,-298-4-20 0 0,-115-6 29 0 0,-68 15-37 0 0,6-1-13 0 0,-135-18 79 0 0,311 28-92 0 0,-331-19 3 0 0,-13-3-208 0 0,135 37 1 0 0,-199-42-672 0 0,-1 0 1 0 0,1 1 0 0 0,22 15 0 0 0,-26-14-670 0 0,8 3-1359 0 0</inkml:trace>
</inkml:ink>
</file>

<file path=ppt/ink/ink1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55.30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32 1840 0 0,'1'-2'170'0'0,"-1"0"-1"0"0,1 1 1 0 0,0-1-1 0 0,0 0 1 0 0,0 1-1 0 0,0-1 1 0 0,0 0-1 0 0,0 1 1 0 0,0-1-1 0 0,0 1 1 0 0,1 0-1 0 0,-1-1 0 0 0,0 1 1 0 0,1 0-1 0 0,-1 0 1 0 0,1 0-1 0 0,0 0 1 0 0,-1 0-1 0 0,1 0 1 0 0,0 1-1 0 0,-1-1 1 0 0,1 0-1 0 0,0 1 1 0 0,0-1-1 0 0,0 1 0 0 0,0 0 1 0 0,2 0-1 0 0,8 0 26 0 0,1 0 0 0 0,0 1 0 0 0,-1 1 0 0 0,1 0-1 0 0,0 1 1 0 0,-1 0 0 0 0,14 6 0 0 0,38 8 124 0 0,39-4-275 0 0,121 1 1 0 0,13 0 36 0 0,-190-8 13 0 0,1 1-1 0 0,88 28 1 0 0,-87-21-76 0 0,1-1 1 0 0,73 8 0 0 0,105-1 45 0 0,-44-5-40 0 0,-14 7 190 0 0,157 11 403 0 0,-260-28-538 0 0,-1 4 1 0 0,1 2 0 0 0,86 27-1 0 0,108 19 44 0 0,220-20 16 0 0,-402-35-72 0 0,-40 0 30 0 0,0-2 1 0 0,49-5 0 0 0,0-8 82 0 0,226-36 1334 0 0,-251 41-1508 0 0,0 2 0 0 0,0 3-1 0 0,113 10 1 0 0,-128-4 24 0 0,-12-3 152 0 0,-1-2 1 0 0,1-1-1 0 0,54-13 0 0 0,-19 4 391 0 0,-16 5-172 0 0,78 1 0 0 0,-132 6-390 0 0,0 0 0 0 0,1 1 0 0 0,-1-1 0 0 0,0 0-1 0 0,0 1 1 0 0,0-1 0 0 0,0 1 0 0 0,0-1 0 0 0,0 1-1 0 0,0-1 1 0 0,0 1 0 0 0,0 0 0 0 0,0 0 0 0 0,-1-1-1 0 0,1 1 1 0 0,0 0 0 0 0,0 0 0 0 0,-1 0 0 0 0,1 0-1 0 0,1 2 1 0 0,0 3-11 0 0</inkml:trace>
</inkml:ink>
</file>

<file path=ppt/ink/ink1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3:52.70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392 111 1840 0 0,'-14'-37'3076'0'0,"-18"-36"0"0"0,13 123-2536 0 0,-29 118-658 0 0,7 3-1 0 0,-22 201 0 0 0,1 354-303 0 0,-22 406-1475 0 0,70-960 1589 0 0,-1 525 2663 0 0,17-635-1984 0 0,6 328-7 0 0,-8-359-3490 0 0</inkml:trace>
</inkml:ink>
</file>

<file path=ppt/ink/ink1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3:55.25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142 711 4145 0 0,'1'-1'19'0'0,"-1"0"0"0"0,0 0 1 0 0,0 0-1 0 0,1 0 0 0 0,-1 1 0 0 0,1-1 1 0 0,-1 0-1 0 0,1 0 0 0 0,-1 0 0 0 0,1 1 1 0 0,0-1-1 0 0,-1 0 0 0 0,1 1 0 0 0,0-1 1 0 0,-1 0-1 0 0,1 1 0 0 0,0-1 0 0 0,0 1 1 0 0,0-1-1 0 0,0 1 0 0 0,-1-1 0 0 0,1 1 1 0 0,0 0-1 0 0,2-1 0 0 0,29-7-96 0 0,-20 5 113 0 0,372-114 1044 0 0,-193 55 120 0 0,339-64 1 0 0,-72 68-192 0 0,-24 4-790 0 0,12 11 81 0 0,-198 26-279 0 0,316-33 203 0 0,-188 20-213 0 0,-174 17-11 0 0,-3 0 89 0 0,131-12-23 0 0,585-31 44 0 0,-604 42-27 0 0,-63 10-53 0 0,357 38 0 0 0,99 14 31 0 0,-146-13 85 0 0,-460-22-156 0 0,156 42 1 0 0,-67-12 209 0 0,-94-24 147 0 0,0 5-1 0 0,-2 3 1 0 0,-1 4-1 0 0,101 51 1 0 0,-153-64 108 0 0,-26-14-361 0 0,0 1 0 0 0,0 1-1 0 0,-1 0 1 0 0,1 1 0 0 0,-1 0-1 0 0,-1 1 1 0 0,1 0 0 0 0,-1 1-1 0 0,11 12 1 0 0,-19-19-37 0 0,0-1-1 0 0,0 0 1 0 0,0 1-1 0 0,0-1 1 0 0,0 0-1 0 0,0 0 1 0 0,0 0-1 0 0,0 0 1 0 0,1 0 0 0 0,-1 0-1 0 0,0-1 1 0 0,1 1-1 0 0,-1-1 1 0 0,0 0-1 0 0,1 0 1 0 0,-1 0-1 0 0,1 0 1 0 0,2 0 0 0 0,-2 0 3 0 0,1 0 1 0 0,0 0-1 0 0,-1 0 1 0 0,1 1-1 0 0,-1-1 1 0 0,1 1 0 0 0,-1 0-1 0 0,0 0 1 0 0,6 3-1 0 0,-4 0-28 0 0,0 0 0 0 0,0 0 0 0 0,0 0 0 0 0,-1 1 0 0 0,1 0 0 0 0,-1 0 1 0 0,0 0-1 0 0,-1 1 0 0 0,5 6 0 0 0,24 59 98 0 0,-19-39 67 0 0,15 38-108 0 0,-3 1 0 0 0,-3 2 0 0 0,-3 0 0 0 0,-4 1 0 0 0,9 106-1 0 0,-8 384-387 0 0,-13-172 265 0 0,15 102 34 0 0,14 271 0 0 0,-13 110-5 0 0,-13-289 2 0 0,-2-462 10 0 0,2 292 60 0 0,-2-220 1120 0 0,0-41-359 0 0,-4-155-823 0 0,0 1 0 0 0,0-1 0 0 0,0 0 0 0 0,0 0 0 0 0,0 0 0 0 0,0 0 0 0 0,0 1 0 0 0,0-1-1 0 0,0 0 1 0 0,0 0 0 0 0,0 0 0 0 0,0 1 0 0 0,0-1 0 0 0,-1 0 0 0 0,1 0 0 0 0,0 0 0 0 0,0 0 0 0 0,0 0 0 0 0,0 1 0 0 0,0-1 0 0 0,-1 0 0 0 0,1 0 0 0 0,0 0 0 0 0,0 0 0 0 0,0 0 0 0 0,0 0-1 0 0,-1 0 1 0 0,1 0 0 0 0,0 0 0 0 0,0 0 0 0 0,0 1 0 0 0,-1-1 0 0 0,1 0 0 0 0,0 0 0 0 0,0 0 0 0 0,0 0 0 0 0,-1 0 0 0 0,1 0 0 0 0,0-1 0 0 0,0 1 0 0 0,-1 0 0 0 0,-13-4 468 0 0,-15-10 369 0 0,27 13-813 0 0,-29-16-8 0 0,-1 2 0 0 0,0 2 0 0 0,-1 0 0 0 0,-1 3 0 0 0,1 0 0 0 0,-56-7 0 0 0,3 6-260 0 0,-409-41 231 0 0,303 39-263 0 0,-150-3-262 0 0,-334-10 149 0 0,157-26-125 0 0,461 45 466 0 0,-740-106-1105 0 0,581 73 1392 0 0,-118-19-98 0 0,-239-63-96 0 0,438 89-46 0 0,-73-20-21 0 0,-259-53-38 0 0,-521-78 55 0 0,874 159 6 0 0,-200-33 241 0 0,-302 9-116 0 0,25-16 4 0 0,510 53-110 0 0,-128-26 99 0 0,-264-83 0 0 0,22-6-460 0 0,415 118 645 0 0,-65-8 0 0 0,67 12-77 0 0,0-1 1 0 0,-42-13-1 0 0,63 11-320 0 0,15 5-107 0 0</inkml:trace>
</inkml:ink>
</file>

<file path=ppt/ink/ink1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21.72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41 167 3681 0 0,'-3'-9'379'0'0,"0"1"1"0"0,1-1-1 0 0,-1 0 0 0 0,2 0 1 0 0,-1 0-1 0 0,1 0 1 0 0,1-11-1 0 0,-1 11 238 0 0,1 0 0 0 0,-1 0 0 0 0,0 0-1 0 0,-1 1 1 0 0,0-1 0 0 0,-1 0 0 0 0,-9-14 4721 0 0,11 24-5252 0 0,-2 13 1681 0 0,3 19-859 0 0,115 822 1461 0 0,-110-827-2247 0 0,-1 0 1 0 0,0 30-1 0 0,-4-48-575 0 0,0 0-1 0 0,0-1 1 0 0,-1 1-1 0 0,-1 0 1 0 0,0-1-1 0 0,0 1 1 0 0,-1-1-1 0 0,0 0 1 0 0,-7 16-1 0 0</inkml:trace>
</inkml:ink>
</file>

<file path=ppt/ink/ink1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22.04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32 138 9218 0 0,'-2'0'55'0'0,"0"-1"0"0"0,1 0 0 0 0,-1 1 0 0 0,0-1 0 0 0,1 0 0 0 0,-1 0 0 0 0,0 0 0 0 0,1-1 0 0 0,0 1 0 0 0,-1 0 0 0 0,1 0 0 0 0,0-1 0 0 0,-1 1 0 0 0,1-1 0 0 0,0 1 0 0 0,0-1 0 0 0,0 0 0 0 0,0 1 0 0 0,1-1 0 0 0,-1 0 0 0 0,0 0 0 0 0,1 1 0 0 0,-1-1 0 0 0,1 0 0 0 0,-1 0 0 0 0,1 0 0 0 0,0 0 0 0 0,0 1 0 0 0,0-1 0 0 0,0 0 0 0 0,0 0 0 0 0,0 0 0 0 0,1 0 0 0 0,-1 0 0 0 0,1 0 0 0 0,-1 1 0 0 0,1-1 0 0 0,0 0 0 0 0,-1 0 0 0 0,1 1 0 0 0,0-1 0 0 0,0 1 0 0 0,0-1 0 0 0,1 0 0 0 0,-1 1 0 0 0,0 0 0 0 0,0-1 0 0 0,1 1 0 0 0,-1 0 0 0 0,1 0 0 0 0,-1 0 0 0 0,1 0 0 0 0,1-1 0 0 0,8-5 212 0 0,-1 1 1 0 0,1 1-1 0 0,-1 0 0 0 0,2 1 1 0 0,-1 0-1 0 0,0 0 0 0 0,19-3 1 0 0,84-7 928 0 0,-90 13-1144 0 0,-1 0-1 0 0,0 2 1 0 0,0 0-1 0 0,0 1 1 0 0,0 2-1 0 0,0 0 1 0 0,31 11-1 0 0,-42-11-428 0 0,-1 1 0 0 0,1 0 0 0 0,-1 1 0 0 0,-1 0 0 0 0,1 0 0 0 0,-1 1 0 0 0,0 0 0 0 0,0 1 0 0 0,-1 0 0 0 0,0 1 0 0 0,-1 0 0 0 0,1 0 0 0 0,-2 1 0 0 0,1 0 0 0 0,8 17 0 0 0,-5-4-3357 0 0</inkml:trace>
</inkml:ink>
</file>

<file path=ppt/ink/ink1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22.27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68 6913 0 0,'0'0'67'0'0,"0"0"0"0"0,0 0 0 0 0,-1 0 0 0 0,1 0 0 0 0,0 0-1 0 0,0 1 1 0 0,-1-1 0 0 0,1 0 0 0 0,0 0 0 0 0,0 0 0 0 0,-1 1-1 0 0,1-1 1 0 0,0 0 0 0 0,0 0 0 0 0,0 1 0 0 0,-1-1 0 0 0,1 0 0 0 0,0 0-1 0 0,0 1 1 0 0,0-1 0 0 0,0 0 0 0 0,0 1 0 0 0,0-1 0 0 0,0 0-1 0 0,0 1 1 0 0,0-1 0 0 0,0 0 0 0 0,0 1 0 0 0,0-1 0 0 0,0 0-1 0 0,0 0 1 0 0,0 1 0 0 0,0-1 0 0 0,0 0 0 0 0,0 1 0 0 0,0-1-1 0 0,0 0 1 0 0,0 1 0 0 0,0-1 0 0 0,1 0 0 0 0,-1 0 0 0 0,0 1-1 0 0,0-1 1 0 0,0 0 0 0 0,1 0 0 0 0,-1 1 0 0 0,0-1 0 0 0,0 0-1 0 0,1 0 1 0 0,-1 0 0 0 0,0 1 0 0 0,0-1 0 0 0,1 0 0 0 0,-1 0-1 0 0,0 0 1 0 0,0 0 0 0 0,1 0 0 0 0,-1 0 0 0 0,0 0 0 0 0,1 1-1 0 0,19 6 2177 0 0,3-9-1452 0 0,0-1-1 0 0,-1-1 0 0 0,1-2 1 0 0,-1 0-1 0 0,27-11 0 0 0,14-4-670 0 0,22-3-1646 0 0,-62 18 232 0 0</inkml:trace>
</inkml:ink>
</file>

<file path=ppt/ink/ink1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22.56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37 7 9218 0 0,'-3'-7'9891'0'0,"-5"21"-7850"0"0,-4 25-1930 0 0,5 19 134 0 0,3 0 1 0 0,2 0 0 0 0,9 90 0 0 0,-4-101-193 0 0,-2-17-52 0 0,4 46 67 0 0,-4-70-71 0 0,0 1-1 0 0,1 0 0 0 0,-1-1 0 0 0,2 1 0 0 0,-1-1 0 0 0,1 0 0 0 0,-1 0 0 0 0,7 9 0 0 0,-1-6-252 0 0,1-4-86 0 0</inkml:trace>
</inkml:ink>
</file>

<file path=ppt/ink/ink1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24.20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102 214 2304 0 0,'-1'0'61'0'0,"-9"1"363"0"0,0-1 0 0 0,0 0-1 0 0,1-1 1 0 0,-1 0 0 0 0,0-1 0 0 0,0 0 0 0 0,1 0 0 0 0,-12-5 0 0 0,21 7-396 0 0,0 0 1 0 0,0 0-1 0 0,0 0 1 0 0,0 0-1 0 0,0 0 1 0 0,0 0-1 0 0,0-1 0 0 0,0 1 1 0 0,0 0-1 0 0,0 0 1 0 0,-1 0-1 0 0,1 0 1 0 0,0 0-1 0 0,0 0 1 0 0,0 0-1 0 0,0 0 0 0 0,0 0 1 0 0,0 0-1 0 0,0-1 1 0 0,0 1-1 0 0,0 0 1 0 0,0 0-1 0 0,0 0 0 0 0,0 0 1 0 0,0 0-1 0 0,0 0 1 0 0,0 0-1 0 0,0 0 1 0 0,0-1-1 0 0,0 1 1 0 0,0 0-1 0 0,0 0 0 0 0,0 0 1 0 0,0 0-1 0 0,0 0 1 0 0,0 0-1 0 0,0 0 1 0 0,0 0-1 0 0,0-1 0 0 0,0 1 1 0 0,0 0-1 0 0,0 0 1 0 0,0 0-1 0 0,1 0 1 0 0,-1 0-1 0 0,0 0 1 0 0,0 0-1 0 0,0 0 0 0 0,0 0 1 0 0,0 0-1 0 0,0 0 1 0 0,0 0-1 0 0,0-1 1 0 0,0 1-1 0 0,0 0 0 0 0,1 0 1 0 0,9-5 876 0 0,10-2 135 0 0,426-77 5081 0 0,-58 36-4937 0 0,-202 28-839 0 0,-109 10-238 0 0,-12 0 158 0 0,0 4-1 0 0,0 2 1 0 0,68 5-1 0 0,-119 3-127 0 0,-14-4-154 0 0,0 0 0 0 0,0 0 0 0 0,1 0 0 0 0,-1 1-1 0 0,0-1 1 0 0,0 0 0 0 0,0 0 0 0 0,0 0 0 0 0,1 0 0 0 0,-1 1 0 0 0,0-1 0 0 0,0 0 0 0 0,0 0-1 0 0,0 0 1 0 0,0 1 0 0 0,0-1 0 0 0,1 0 0 0 0,-1 0 0 0 0,0 1 0 0 0,0-1 0 0 0,0 0 0 0 0,0 0 0 0 0,0 1-1 0 0,0-1 1 0 0,0 0 0 0 0,0 0 0 0 0,0 0 0 0 0,0 1 0 0 0,0-1 0 0 0,0 0 0 0 0,0 0 0 0 0,-1 1 0 0 0,1-1-1 0 0,0 0 1 0 0,0 0 0 0 0,0 1 0 0 0,0-1 0 0 0,0 0 0 0 0,0 0 0 0 0,0 0 0 0 0,-1 1 0 0 0,1-1-1 0 0,0 0 1 0 0,0 0 0 0 0,0 0 0 0 0,-1 0 0 0 0,1 0 0 0 0,0 1 0 0 0</inkml:trace>
</inkml:ink>
</file>

<file path=ppt/ink/ink1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24.8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132 18 6913 0 0,'-6'-3'341'0'0,"0"1"0"0"0,0-1 0 0 0,-1 1-1 0 0,1 0 1 0 0,-8-1 0 0 0,2 1 2537 0 0,31 6-852 0 0,-17-4-1773 0 0,2 2 3 0 0,12 8-51 0 0,-1 0 1 0 0,0 1-1 0 0,0 1 0 0 0,-1 0 0 0 0,0 1 1 0 0,-1 0-1 0 0,15 21 0 0 0,-7-11-209 0 0,-10-12 33 0 0,0 0 0 0 0,2-1 0 0 0,-1-1 1 0 0,21 12-1 0 0,-16-10 50 0 0,29 23 0 0 0,-24-15-126 0 0,-4-3 35 0 0,1 0-1 0 0,-2 1 0 0 0,0 1 1 0 0,18 26-1 0 0,-32-40 40 0 0,0 1 0 0 0,0 0 0 0 0,0 0 0 0 0,-1 0 0 0 0,0 0-1 0 0,0 0 1 0 0,0 1 0 0 0,0-1 0 0 0,-1 1 0 0 0,0-1 0 0 0,0 1 0 0 0,-1-1 0 0 0,1 1 0 0 0,-1 0 0 0 0,0-1-1 0 0,-1 1 1 0 0,0-1 0 0 0,1 1 0 0 0,-2 0 0 0 0,1-1 0 0 0,-1 0 0 0 0,1 1 0 0 0,-2-1 0 0 0,-2 7 0 0 0,2-8 96 0 0,-1 1 1 0 0,1-1 0 0 0,-1 1 0 0 0,0-1 0 0 0,0 0 0 0 0,0 0 0 0 0,0-1 0 0 0,-1 0-1 0 0,1 1 1 0 0,-8 2 0 0 0,-56 26 935 0 0,33-17-486 0 0,-14 10 110 0 0,2 1 1 0 0,1 3 0 0 0,-50 39 0 0 0,77-51-643 0 0,0 1 0 0 0,-16 21 0 0 0,-6 6-55 0 0,20-20 200 0 0,21-24-301 0 0,-1 0 0 0 0,1 0 0 0 0,-1-1-1 0 0,1 1 1 0 0,-1 0 0 0 0,1 0 0 0 0,-1 0 0 0 0,1 0 0 0 0,0 0 0 0 0,0 0 0 0 0,0 0 0 0 0,-1 0 0 0 0,1 0-1 0 0,0 0 1 0 0,0 0 0 0 0,0 0 0 0 0,0 0 0 0 0,0 0 0 0 0,1 0 0 0 0,-1 0 0 0 0,0 0 0 0 0,0 0 0 0 0,1-1-1 0 0,-1 1 1 0 0,1 0 0 0 0,-1 0 0 0 0,0 0 0 0 0,1 0 0 0 0,0 1 0 0 0</inkml:trace>
</inkml:ink>
</file>

<file path=ppt/ink/ink1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26.50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248 82 6913 0 0,'-30'2'1186'0'0,"1"2"-1"0"0,-1 1 1 0 0,0 1-1 0 0,-28 10 1 0 0,41-11-415 0 0,-37 12 2341 0 0,106-43-656 0 0,-6 10-2403 0 0,2-1 102 0 0,2 1 0 0 0,0 3 0 0 0,81-11-1 0 0,395 2 22 0 0,-448 22 83 0 0,-14-2 91 0 0,0 3 0 0 0,82 12 0 0 0,-136-11-341 0 0,25 4-26 0 0,0-1 0 0 0,38 1 0 0 0,-66-4-1736 0 0</inkml:trace>
</inkml:ink>
</file>

<file path=ppt/ink/ink1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26.99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149 72 1376 0 0,'-18'-7'1816'0'0,"1"-1"0"0"0,-23-13-1 0 0,24 12 801 0 0,-1 0 0 0 0,-24-8 0 0 0,54 31 2133 0 0,13 8-4962 0 0,76 33 257 0 0,14 9 25 0 0,-104-56-64 0 0,-1 0-1 0 0,0 1 1 0 0,0 0-1 0 0,-1 1 1 0 0,0 0-1 0 0,-1 1 1 0 0,10 12-1 0 0,-18-21 17 0 0,-1 0 1 0 0,1 0-1 0 0,0 1 0 0 0,-1-1 1 0 0,1 0-1 0 0,-1 0 0 0 0,1 0 0 0 0,-1 0 1 0 0,0 1-1 0 0,0-1 0 0 0,0 0 0 0 0,0 0 1 0 0,-1 0-1 0 0,1 0 0 0 0,0 1 1 0 0,-1-1-1 0 0,0 0 0 0 0,1 0 0 0 0,-1 0 1 0 0,0 0-1 0 0,0 0 0 0 0,0 0 1 0 0,0 0-1 0 0,-1-1 0 0 0,1 1 0 0 0,-3 3 1 0 0,-6 6 265 0 0,0 1 0 0 0,-21 17 0 0 0,20-20-179 0 0,-218 201 1581 0 0,222-203-1768 0 0,3-4-218 0 0,-1 1-1 0 0,1 0 1 0 0,0 0-1 0 0,0 0 1 0 0,1 0 0 0 0,-1 1-1 0 0,1-1 1 0 0,0 1 0 0 0,-3 7-1 0 0</inkml:trace>
</inkml:ink>
</file>

<file path=ppt/ink/ink1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27.36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 8 6449 0 0,'-12'-8'3851'0'0,"18"32"788"0"0,-2-12-5126 0 0,38 182 4074 0 0,3 7-2509 0 0,-40-184-1238 0 0,41 128 697 0 0,-8-53-4064 0 0,-34-86 1576 0 0</inkml:trace>
</inkml:ink>
</file>

<file path=ppt/ink/ink1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27.60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1 293 6913 0 0,'0'-6'167'0'0,"1"0"0"0"0,0-1 0 0 0,1 1 0 0 0,0 0 0 0 0,0 0 0 0 0,0 0 0 0 0,0 1 0 0 0,1-1 0 0 0,0 1 0 0 0,0-1 0 0 0,1 1 0 0 0,-1 0 0 0 0,1 0 0 0 0,7-6 0 0 0,7-8 1062 0 0,42-33 0 0 0,-56 49-1118 0 0,18-14 60 0 0,1 1 0 0 0,0 1 0 0 0,2 1 0 0 0,-1 1 0 0 0,2 1 0 0 0,0 2 0 0 0,0 0 0 0 0,35-8 0 0 0,-27 15-1541 0 0,-17 3-3032 0 0</inkml:trace>
</inkml:ink>
</file>

<file path=ppt/ink/ink1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27.82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0 146 5065 0 0,'2'-3'89'0'0,"1"0"0"0"0,0 0 1 0 0,-1 1-1 0 0,1-1 0 0 0,0 0 0 0 0,0 1 0 0 0,0 0 0 0 0,1 0 0 0 0,-1 0 1 0 0,7-3-1 0 0,-1-1 90 0 0,40-25 1552 0 0,84-40 0 0 0,-116 63-1664 0 0</inkml:trace>
</inkml:ink>
</file>

<file path=ppt/ink/ink1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28.25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 80 6913 0 0,'-1'-1'210'0'0,"-1"-1"-1"0"0,1 1 0 0 0,-1-1 1 0 0,1 0-1 0 0,0 1 0 0 0,-1-1 1 0 0,1 0-1 0 0,0 0 0 0 0,0 0 1 0 0,1 0-1 0 0,-1 0 0 0 0,0 0 1 0 0,1 0-1 0 0,-1 0 0 0 0,1 0 1 0 0,0-1-1 0 0,-1 1 0 0 0,1 0 1 0 0,0 0-1 0 0,0 0 0 0 0,1 0 1 0 0,-1-1-1 0 0,0 1 0 0 0,1 0 1 0 0,-1 0-1 0 0,1 0 0 0 0,1-4 1 0 0,-1 5 30 0 0,0-1 1 0 0,0 1-1 0 0,0-1 1 0 0,0 1-1 0 0,0 0 1 0 0,1 0-1 0 0,-1 0 0 0 0,0-1 1 0 0,1 1-1 0 0,-1 0 1 0 0,0 1-1 0 0,1-1 1 0 0,-1 0-1 0 0,1 0 1 0 0,0 1-1 0 0,-1-1 1 0 0,1 0-1 0 0,2 0 1 0 0,-1 1-226 0 0,-1 0 1 0 0,1 0-1 0 0,0 0 1 0 0,-1 0-1 0 0,1 0 1 0 0,-1 1-1 0 0,1-1 0 0 0,-1 1 1 0 0,5 1-1 0 0,-3 0 50 0 0,0 0 0 0 0,-1 1 0 0 0,1-1 0 0 0,-1 1 0 0 0,1 0 0 0 0,-1 0 0 0 0,0 0 0 0 0,0 1 0 0 0,0-1-1 0 0,0 1 1 0 0,-1-1 0 0 0,0 1 0 0 0,1 0 0 0 0,-1 0 0 0 0,-1 0 0 0 0,3 7 0 0 0,3 9 70 0 0,9 41-1 0 0,-16-60-129 0 0,5 50 151 0 0,3 16-19 0 0,-7-63-120 0 0,0 0 0 0 0,0-1-1 0 0,0 1 1 0 0,0-1 0 0 0,1 1 0 0 0,-1-1 0 0 0,1 1-1 0 0,0-1 1 0 0,0 0 0 0 0,0 0 0 0 0,0 0 0 0 0,1 0-1 0 0,4 4 1 0 0,-5-6 24 0 0,0 0 1 0 0,0 0-1 0 0,0 0 1 0 0,0-1-1 0 0,0 1 0 0 0,0-1 1 0 0,0 1-1 0 0,0-1 0 0 0,0 0 1 0 0,0 0-1 0 0,0 0 0 0 0,0 0 1 0 0,0 0-1 0 0,0 0 0 0 0,0-1 1 0 0,0 1-1 0 0,0-1 0 0 0,0 1 1 0 0,0-1-1 0 0,0 0 0 0 0,0 0 1 0 0,0 0-1 0 0,0 0 0 0 0,3-2 1 0 0,44-34 1327 0 0,-45 34-1291 0 0,93-86 988 0 0,21-17-4263 0 0,-106 97 2063 0 0</inkml:trace>
</inkml:ink>
</file>

<file path=ppt/ink/ink1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5:41.64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208 186 7370 0 0,'-3'-4'290'0'0,"0"0"0"0"0,-1 0 0 0 0,1 0 0 0 0,-1 1 0 0 0,0-1 0 0 0,0 1 0 0 0,0 0 0 0 0,0 0 0 0 0,-1 1 0 0 0,1-1 0 0 0,-1 1 1 0 0,0 0-1 0 0,0 0 0 0 0,0 1 0 0 0,0-1 0 0 0,-9 0 0 0 0,11 1-119 0 0,0 1 0 0 0,-1-1 1 0 0,1 1-1 0 0,0 0 0 0 0,-1 0 0 0 0,1 1 1 0 0,-1-1-1 0 0,1 1 0 0 0,0-1 0 0 0,-1 1 0 0 0,1 0 1 0 0,0 0-1 0 0,0 1 0 0 0,0-1 0 0 0,0 1 1 0 0,0 0-1 0 0,0-1 0 0 0,0 1 0 0 0,1 0 1 0 0,-1 1-1 0 0,1-1 0 0 0,-1 0 0 0 0,1 1 0 0 0,0-1 1 0 0,-4 7-1 0 0,-2 6-96 0 0,1 0-1 0 0,1 1 1 0 0,1-1 0 0 0,0 2 0 0 0,1-1-1 0 0,0 0 1 0 0,2 1 0 0 0,0 0 0 0 0,0-1-1 0 0,2 1 1 0 0,0 0 0 0 0,1 0 0 0 0,4 21-1 0 0,-3-27-54 0 0,0 1 0 0 0,0 0 0 0 0,2 0 0 0 0,-1-1 0 0 0,2 1-1 0 0,-1-1 1 0 0,1 0 0 0 0,1-1 0 0 0,0 1 0 0 0,1-1 0 0 0,0 0-1 0 0,0-1 1 0 0,1 0 0 0 0,0 0 0 0 0,1 0 0 0 0,0-1-1 0 0,0 0 1 0 0,1-1 0 0 0,11 7 0 0 0,-15-11-21 0 0,1 0-1 0 0,-1 0 1 0 0,1-1-1 0 0,0 0 1 0 0,0 0 0 0 0,0-1-1 0 0,0 1 1 0 0,0-2 0 0 0,0 1-1 0 0,0-1 1 0 0,0 0 0 0 0,0 0-1 0 0,13-3 1 0 0,-10 1 37 0 0,0-1 1 0 0,0 0-1 0 0,-1-1 0 0 0,1 0 0 0 0,-1 0 1 0 0,0-1-1 0 0,0-1 0 0 0,15-11 1 0 0,-11 6 22 0 0,0-1 0 0 0,-1 0 0 0 0,0-1 0 0 0,-1 0 0 0 0,-1-1 0 0 0,0 0 0 0 0,-1-1 0 0 0,0 0 0 0 0,-1 0 0 0 0,-1-1 0 0 0,7-18 0 0 0,-11 19 23 0 0,0 0-1 0 0,0-1 0 0 0,-1 1 1 0 0,-1 0-1 0 0,-1-1 1 0 0,0 1-1 0 0,-1 0 1 0 0,0-1-1 0 0,-2 1 1 0 0,1 0-1 0 0,-2 0 1 0 0,0 0-1 0 0,-10-22 0 0 0,9 24-29 0 0,-1 1 1 0 0,0 0-1 0 0,-1 0 0 0 0,0 1 0 0 0,-1 0 0 0 0,0 0 0 0 0,-1 1 0 0 0,0 0 0 0 0,0 1 0 0 0,-1 0 0 0 0,-1 0 0 0 0,1 1 1 0 0,-1 0-1 0 0,-1 1 0 0 0,-21-11 0 0 0,30 17-77 0 0,0 0-1 0 0,-1-1 1 0 0,1 1 0 0 0,-1 0-1 0 0,1 1 1 0 0,-1-1 0 0 0,1 1-1 0 0,-1-1 1 0 0,0 1 0 0 0,1 0-1 0 0,-1 1 1 0 0,0-1 0 0 0,1 0-1 0 0,-1 1 1 0 0,1 0 0 0 0,-1 0-1 0 0,1 0 1 0 0,-1 0 0 0 0,-3 3-1 0 0,4-2-215 0 0,0 0 0 0 0,0 0 0 0 0,0 1 0 0 0,0-1 0 0 0,1 1 0 0 0,-1-1 0 0 0,1 1 0 0 0,0 0 0 0 0,0 0 0 0 0,0 0 0 0 0,0 0 0 0 0,-2 6 0 0 0,-3 9-6183 0 0</inkml:trace>
</inkml:ink>
</file>

<file path=ppt/ink/ink1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5:42.11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 87 4145 0 0,'-11'-11'5010'0'0,"9"34"-256"0"0,1-17-5319 0 0,1 14 870 0 0,1-1 0 0 0,0 1 0 0 0,2-1 0 0 0,0 1-1 0 0,1-1 1 0 0,1 0 0 0 0,1 0 0 0 0,1-1 0 0 0,0 0 0 0 0,1 0-1 0 0,20 32 1 0 0,-26-47-319 0 0,0-1-1 0 0,0 1 0 0 0,0 0 0 0 0,1-1 1 0 0,-1 1-1 0 0,0-1 0 0 0,1 0 0 0 0,0 0 1 0 0,0 0-1 0 0,-1 0 0 0 0,1 0 1 0 0,0 0-1 0 0,0-1 0 0 0,1 1 0 0 0,-1-1 1 0 0,0 0-1 0 0,0 0 0 0 0,1-1 0 0 0,-1 1 1 0 0,0 0-1 0 0,6-1 0 0 0,-4 0-52 0 0,-1-1 0 0 0,0 0 0 0 0,0 0 1 0 0,1-1-1 0 0,-1 1 0 0 0,0-1 0 0 0,0 0 0 0 0,-1 0 0 0 0,1 0 0 0 0,0 0 0 0 0,-1-1 0 0 0,1 1 0 0 0,-1-1 0 0 0,0 0 0 0 0,0 0 1 0 0,4-5-1 0 0,8-10-95 0 0,0-1 1 0 0,-2-1 0 0 0,-1 0-1 0 0,0-1 1 0 0,17-42 0 0 0,-12 15 501 0 0,18-84 0 0 0,-35 131-255 0 0,0 0 0 0 0,0 0 1 0 0,0 0-1 0 0,0 0 0 0 0,0 0 1 0 0,1 0-1 0 0,-1 0 1 0 0,0 0-1 0 0,1 0 0 0 0,-1 0 1 0 0,1 0-1 0 0,-1 0 0 0 0,1 0 1 0 0,-1 1-1 0 0,1-1 1 0 0,0 0-1 0 0,-1 0 0 0 0,1 0 1 0 0,0 1-1 0 0,0-1 0 0 0,0 0 1 0 0,-1 1-1 0 0,1-1 1 0 0,0 1-1 0 0,1-1 0 0 0,0 1-1 0 0,-1 0 0 0 0,0 0-1 0 0,0 1 1 0 0,0-1 0 0 0,0 0 0 0 0,0 1-1 0 0,0-1 1 0 0,0 1 0 0 0,0-1-1 0 0,0 1 1 0 0,0 0 0 0 0,0-1-1 0 0,0 1 1 0 0,0 0 0 0 0,0 0 0 0 0,0-1-1 0 0,-1 1 1 0 0,2 2 0 0 0,5 6 324 0 0,0 2 0 0 0,12 21 0 0 0,-19-31-415 0 0,36 82 598 0 0,-24-53-715 0 0,24 45-1 0 0,-30-65-494 0 0,0-1 0 0 0,1 1-1 0 0,0-2 1 0 0,14 15-1 0 0,-3-7-5799 0 0</inkml:trace>
</inkml:ink>
</file>

<file path=ppt/ink/ink1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5:42.34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25 57 8290 0 0,'-6'-19'689'0'0,"-13"-19"6526"0"0,21 70-5559 0 0,3 0-1121 0 0,3 1 0 0 0,1-2 0 0 0,1 1 0 0 0,1-1 0 0 0,16 29 0 0 0,87 139-550 0 0,-27-51-2383 0 0,-69-114-4350 0 0</inkml:trace>
</inkml:ink>
</file>

<file path=ppt/ink/ink1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5:42.54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6 363 9674 0 0,'-1'-2'321'0'0,"0"-1"0"0"0,0 1-1 0 0,0-1 1 0 0,1 0 0 0 0,-1 1-1 0 0,1-1 1 0 0,0 0 0 0 0,-1 1 0 0 0,1-1-1 0 0,0 0 1 0 0,1 0 0 0 0,-1 1-1 0 0,0-1 1 0 0,1 0 0 0 0,-1 1 0 0 0,1-1-1 0 0,0 1 1 0 0,0-1 0 0 0,0 1 0 0 0,2-4-1 0 0,28-52 2379 0 0,-31 58-2703 0 0,11-16 269 0 0,1 2 0 0 0,0-1 0 0 0,1 2 0 0 0,0 0 0 0 0,1 0-1 0 0,1 1 1 0 0,0 1 0 0 0,0 0 0 0 0,1 1 0 0 0,20-9 0 0 0,72-29-1269 0 0,-3 11-4672 0 0,-59 22-916 0 0</inkml:trace>
</inkml:ink>
</file>

<file path=ppt/ink/ink1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5:47.10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379 166 4145 0 0,'-3'-15'950'0'0,"0"0"1"0"0,1 0 0 0 0,1 0-1 0 0,1-17 1 0 0,0 27-606 0 0,0 0 0 0 0,0 1 0 0 0,0-1 0 0 0,-1 0 0 0 0,1 0 1 0 0,-1 0-1 0 0,-1 1 0 0 0,1-1 0 0 0,-1 1 0 0 0,-2-7 0 0 0,3 10-212 0 0,-1-1 0 0 0,1 1-1 0 0,0 0 1 0 0,0 0 0 0 0,-1-1-1 0 0,1 1 1 0 0,-1 0 0 0 0,1 1-1 0 0,-1-1 1 0 0,1 0 0 0 0,-1 0-1 0 0,0 1 1 0 0,1-1 0 0 0,-1 0-1 0 0,0 1 1 0 0,0 0 0 0 0,1-1-1 0 0,-1 1 1 0 0,0 0 0 0 0,0 0-1 0 0,1 0 1 0 0,-1 0 0 0 0,0 0-1 0 0,0 1 1 0 0,1-1 0 0 0,-1 0-1 0 0,0 1 1 0 0,0 0 0 0 0,1-1-1 0 0,-1 1 1 0 0,-2 1 0 0 0,-7 3 163 0 0,-1 0 0 0 0,1 1-1 0 0,0 1 1 0 0,1 0 0 0 0,-1 0 0 0 0,-16 17 0 0 0,-53 59 440 0 0,66-67-658 0 0,0 1 0 0 0,1 1 1 0 0,0 0-1 0 0,2 1 0 0 0,0 0 1 0 0,1 1-1 0 0,1 0 0 0 0,1 1 0 0 0,0 0 1 0 0,2 0-1 0 0,1 1 0 0 0,-5 31 0 0 0,10-50-75 0 0,0 1 0 0 0,0-1 0 0 0,0 1 0 0 0,0-1 0 0 0,1 1 0 0 0,-1-1 0 0 0,1 1 0 0 0,0-1 0 0 0,0 0 0 0 0,0 1 0 0 0,1-1 0 0 0,-1 0 0 0 0,1 0 0 0 0,0 0 0 0 0,-1 0 0 0 0,1 0 0 0 0,5 5 0 0 0,-3-4-6 0 0,0-1 0 0 0,0 0 0 0 0,1 0 0 0 0,-1 0 0 0 0,1-1 0 0 0,0 1 0 0 0,0-1 0 0 0,0 0 0 0 0,0 0 0 0 0,9 1 0 0 0,9 1-31 0 0,0-1-1 0 0,1-2 1 0 0,-1 0 0 0 0,31-4 0 0 0,-42 3 16 0 0,73-8-111 0 0,-48 3-7 0 0,0 2 0 0 0,48 2 0 0 0,-74 2 118 0 0,-1 0 0 0 0,0 0-1 0 0,1 1 1 0 0,-1 0-1 0 0,0 1 1 0 0,0 1 0 0 0,0-1-1 0 0,-1 1 1 0 0,1 1-1 0 0,-1 0 1 0 0,0 0 0 0 0,14 12-1 0 0,-19-14 59 0 0,-2 0 0 0 0,1 0 0 0 0,0 0-1 0 0,-1 1 1 0 0,1-1 0 0 0,-1 1 0 0 0,0 0-1 0 0,0-1 1 0 0,0 1 0 0 0,-1 0 0 0 0,1 0 0 0 0,-1 0-1 0 0,0 0 1 0 0,0 0 0 0 0,-1 1 0 0 0,1-1-1 0 0,-1 0 1 0 0,0 0 0 0 0,0 0 0 0 0,0 1 0 0 0,-1-1-1 0 0,1 0 1 0 0,-1 0 0 0 0,0 0 0 0 0,0 0-1 0 0,-1 0 1 0 0,-1 5 0 0 0,-6 12 288 0 0,0-1 1 0 0,-2-1-1 0 0,-23 35 0 0 0,27-43-301 0 0,-7 10-454 0 0,-25 38 958 0 0,19-18-7100 0 0</inkml:trace>
</inkml:ink>
</file>

<file path=ppt/ink/ink1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5:47.3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17972 0 0,'9'48'1000'0'0,"7"89"1"0"0,-13-91-1391 0 0,2 0 0 0 0,13 53 0 0 0,-18-98 398 0 0,4 10-2190 0 0</inkml:trace>
</inkml:ink>
</file>

<file path=ppt/ink/ink1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5:47.47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5 129 4145 0 0,'-3'-11'368'0'0,"2"1"-296"0"0,1 4-72 0 0,1 2 0 0 0,1 1 872 0 0,1-6 160 0 0,0-6 33 0 0,2-8 7 0 0,2-2-264 0 0,4 10-48 0 0,-3 7-16 0 0,2 10 0 0 0,0 6-976 0 0,-1 8-200 0 0,-2 6-40 0 0,0 2-8 0 0,-1 0 392 0 0,0-2 88 0 0</inkml:trace>
</inkml:ink>
</file>

<file path=ppt/ink/ink1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5:48.07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224 61 6913 0 0,'0'-3'110'0'0,"-1"0"0"0"0,1 0-1 0 0,-1 1 1 0 0,0-1 0 0 0,0 0-1 0 0,0 1 1 0 0,0-1-1 0 0,-1 0 1 0 0,1 1 0 0 0,-1-1-1 0 0,0 1 1 0 0,1 0 0 0 0,-1 0-1 0 0,0 0 1 0 0,0-1-1 0 0,0 2 1 0 0,-1-1 0 0 0,1 0-1 0 0,0 0 1 0 0,-1 1-1 0 0,1-1 1 0 0,-1 1 0 0 0,0 0-1 0 0,1 0 1 0 0,-1 0 0 0 0,0 0-1 0 0,0 0 1 0 0,0 1-1 0 0,1-1 1 0 0,-1 1 0 0 0,0 0-1 0 0,0 0 1 0 0,0 0 0 0 0,-4 0-1 0 0,2 1 92 0 0,0-1 0 0 0,-1 1 0 0 0,1 0 0 0 0,0 1 0 0 0,0-1 0 0 0,0 1 0 0 0,0 0 0 0 0,0 0 0 0 0,0 0 0 0 0,1 1 1 0 0,-1 0-1 0 0,1 0 0 0 0,0 0 0 0 0,-1 0 0 0 0,2 1 0 0 0,-1-1 0 0 0,0 1 0 0 0,-4 6 0 0 0,-1 8-58 0 0,0-1-1 0 0,2 2 1 0 0,0-1 0 0 0,1 1 0 0 0,1 0 0 0 0,0 0-1 0 0,2 1 1 0 0,0-1 0 0 0,1 1 0 0 0,1 0 0 0 0,2 25-1 0 0,-1-43-156 0 0,0 1-1 0 0,1-1 1 0 0,-1 0-1 0 0,1 1 0 0 0,-1-1 1 0 0,1 0-1 0 0,0 1 1 0 0,0-1-1 0 0,0 0 0 0 0,0 0 1 0 0,0 1-1 0 0,2 1 1 0 0,-2-3-7 0 0,-1 0 0 0 0,1-1 0 0 0,0 1 0 0 0,0 0 0 0 0,-1-1 0 0 0,1 1 1 0 0,0-1-1 0 0,0 1 0 0 0,0-1 0 0 0,0 1 0 0 0,0-1 0 0 0,0 0 0 0 0,0 1 0 0 0,0-1 1 0 0,0 0-1 0 0,0 0 0 0 0,0 0 0 0 0,0 1 0 0 0,0-1 0 0 0,2-1 0 0 0,0 1-25 0 0,0-1-1 0 0,0 0 1 0 0,0 0 0 0 0,-1-1-1 0 0,1 1 1 0 0,0 0-1 0 0,0-1 1 0 0,-1 0-1 0 0,1 0 1 0 0,-1 0-1 0 0,0 0 1 0 0,1 0-1 0 0,-1 0 1 0 0,0 0 0 0 0,0-1-1 0 0,0 1 1 0 0,2-5-1 0 0,8-15-272 0 0,-1-1 1 0 0,-1 0-1 0 0,0-1 0 0 0,7-34 1 0 0,-8 30 580 0 0,0 0 0 0 0,23-47 0 0 0,-31 73-174 0 0,0 0 1 0 0,-1 1-1 0 0,1-1 0 0 0,0 0 0 0 0,1 0 0 0 0,-1 1 0 0 0,0-1 1 0 0,0 1-1 0 0,1-1 0 0 0,-1 1 0 0 0,1 0 0 0 0,-1-1 0 0 0,1 1 1 0 0,-1 0-1 0 0,1 0 0 0 0,0 0 0 0 0,0 0 0 0 0,-1 1 0 0 0,1-1 1 0 0,0 0-1 0 0,0 1 0 0 0,3-1 0 0 0,-3 1 31 0 0,0 0-1 0 0,1 1 1 0 0,-1 0-1 0 0,0-1 1 0 0,0 1 0 0 0,0 0-1 0 0,0 0 1 0 0,0 0-1 0 0,0 0 1 0 0,0 0 0 0 0,0 1-1 0 0,0-1 1 0 0,-1 1-1 0 0,1-1 1 0 0,-1 1 0 0 0,1 0-1 0 0,-1-1 1 0 0,1 1-1 0 0,1 3 1 0 0,5 9 122 0 0,0 0 0 0 0,-1 0-1 0 0,0 1 1 0 0,-1 0 0 0 0,-1 0 0 0 0,0 0 0 0 0,-1 1-1 0 0,3 21 1 0 0,6 131 113 0 0,-13-162-340 0 0,0 70-188 0 0,-4 1 0 0 0,-21 119-1 0 0,23-176-2513 0 0</inkml:trace>
</inkml:ink>
</file>

<file path=ppt/ink/ink1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5:48.42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22 5065 0 0,'1'-1'188'0'0,"1"1"0"0"0,0-1 0 0 0,0 1 0 0 0,1 0 0 0 0,-1-1 0 0 0,0 1 0 0 0,0 0 0 0 0,0 1 0 0 0,0-1 0 0 0,0 0 0 0 0,0 0 0 0 0,0 1 0 0 0,0 0 0 0 0,0-1 0 0 0,-1 1 0 0 0,1 0 0 0 0,0 0 0 0 0,0 0 0 0 0,0 0 0 0 0,-1 0 0 0 0,1 0 0 0 0,0 0 0 0 0,-1 1 0 0 0,1-1 0 0 0,-1 0 0 0 0,0 1 0 0 0,1 0 0 0 0,-1-1 0 0 0,0 1 0 0 0,1 2 0 0 0,5 5 593 0 0,0 1 0 0 0,-2 0 0 0 0,10 21-1 0 0,-7-10-273 0 0,-2 0-1 0 0,-1 1 0 0 0,4 30 0 0 0,-7-34-449 0 0,1 0 0 0 0,0 0 0 0 0,2 0 0 0 0,0-1-1 0 0,13 30 1 0 0,-18-46-85 0 0,1 0-1 0 0,-1-1 1 0 0,0 1-1 0 0,1 0 1 0 0,-1-1-1 0 0,0 1 0 0 0,1 0 1 0 0,-1-1-1 0 0,1 1 1 0 0,-1-1-1 0 0,1 1 1 0 0,-1-1-1 0 0,1 1 1 0 0,-1-1-1 0 0,1 1 1 0 0,-1-1-1 0 0,1 1 1 0 0,0-1-1 0 0,-1 0 0 0 0,1 1 1 0 0,0-1-1 0 0,-1 0 1 0 0,1 0-1 0 0,0 1 1 0 0,0-1-1 0 0,-1 0 1 0 0,1 0-1 0 0,0 0 1 0 0,1 0-1 0 0,-1-1-7 0 0,1 1 1 0 0,-1-1-1 0 0,0 0 0 0 0,0 0 1 0 0,0 0-1 0 0,0 1 0 0 0,0-1 1 0 0,0 0-1 0 0,0 0 0 0 0,0-1 1 0 0,0 1-1 0 0,0 0 0 0 0,0 0 1 0 0,0-2-1 0 0,21-49-461 0 0,-22 51 487 0 0,20-72-265 0 0,12-34 637 0 0,-28 96-154 0 0,1 0-1 0 0,0 0 1 0 0,1 1-1 0 0,0-1 1 0 0,0 1-1 0 0,16-18 0 0 0,-20 26-101 0 0,0 0-1 0 0,0-1 0 0 0,1 1 0 0 0,-1 0 1 0 0,0 0-1 0 0,1 0 0 0 0,-1 1 0 0 0,1-1 0 0 0,-1 0 1 0 0,1 1-1 0 0,0 0 0 0 0,0 0 0 0 0,0 0 0 0 0,0 0 1 0 0,-1 0-1 0 0,1 0 0 0 0,0 1 0 0 0,1-1 1 0 0,-1 1-1 0 0,0 0 0 0 0,0 0 0 0 0,0 0 0 0 0,0 0 1 0 0,3 1-1 0 0,-1 1 26 0 0,-1 0-1 0 0,0 0 1 0 0,0 0-1 0 0,0 1 1 0 0,0 0 0 0 0,-1-1-1 0 0,1 1 1 0 0,0 0 0 0 0,-1 1-1 0 0,0-1 1 0 0,0 1 0 0 0,0-1-1 0 0,0 1 1 0 0,-1 0 0 0 0,3 5-1 0 0,54 88 333 0 0,-17-34-4014 0 0,-31-45-2911 0 0</inkml:trace>
</inkml:ink>
</file>

<file path=ppt/ink/ink1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5:48.85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127 70 6913 0 0,'-32'-9'693'0'0,"27"7"-412"0"0,1 0-1 0 0,-1 1 0 0 0,0-1 0 0 0,0 1 0 0 0,0 0 0 0 0,0 1 1 0 0,-8-1-1 0 0,11 1-164 0 0,0 1-1 0 0,0-1 1 0 0,0 1 0 0 0,1 0 0 0 0,-1-1-1 0 0,0 1 1 0 0,1 0 0 0 0,-1 0 0 0 0,0 0-1 0 0,1 0 1 0 0,-1 0 0 0 0,1 1 0 0 0,0-1-1 0 0,-1 0 1 0 0,1 1 0 0 0,0-1 0 0 0,0 1-1 0 0,0-1 1 0 0,0 1 0 0 0,0-1 0 0 0,0 1-1 0 0,0 0 1 0 0,0 0 0 0 0,1-1 0 0 0,-1 4-1 0 0,-3 6 214 0 0,2 0-1 0 0,-1 0 0 0 0,2 1 0 0 0,-1-1 0 0 0,2 1 0 0 0,-1-1 0 0 0,3 23 0 0 0,-1-30-318 0 0,-1 1 0 0 0,1 0 0 0 0,-1 0 0 0 0,1 0 0 0 0,1-1 0 0 0,-1 1 1 0 0,1-1-1 0 0,-1 1 0 0 0,1-1 0 0 0,1 1 0 0 0,-1-1 0 0 0,1 0 0 0 0,-1 0 0 0 0,1 0 0 0 0,0 0 0 0 0,1-1 0 0 0,-1 1 0 0 0,1-1 0 0 0,-1 0 0 0 0,1 0 0 0 0,5 3 0 0 0,-7-5-80 0 0,0 0-1 0 0,1 0 1 0 0,0 0-1 0 0,-1 0 0 0 0,1 0 1 0 0,0-1-1 0 0,-1 1 1 0 0,1-1-1 0 0,0 0 1 0 0,-1 0-1 0 0,1 0 0 0 0,0 0 1 0 0,0 0-1 0 0,-1 0 1 0 0,1-1-1 0 0,0 0 1 0 0,-1 1-1 0 0,1-1 0 0 0,0 0 1 0 0,4-2-1 0 0,-4 0-45 0 0,1 0 0 0 0,-1 0 0 0 0,1 0 0 0 0,-1 0 0 0 0,0 0 1 0 0,0-1-1 0 0,-1 1 0 0 0,1-1 0 0 0,-1 0 0 0 0,1 0 0 0 0,2-7 0 0 0,1-6-2 0 0,0-1 0 0 0,-1 0 0 0 0,-1 0 0 0 0,4-35 0 0 0,-6 13 361 0 0,-2 29-95 0 0,0-1 1 0 0,1 1 0 0 0,1-1 0 0 0,4-16 0 0 0,-6 28-115 0 0,0 0 0 0 0,0-1 0 0 0,0 1 0 0 0,0 0 0 0 0,0 0 0 0 0,0 0 0 0 0,0 0 0 0 0,0-1 0 0 0,0 1 0 0 0,0 0 0 0 0,0 0 0 0 0,0 0 0 0 0,0 0 0 0 0,0-1 0 0 0,0 1 0 0 0,0 0 0 0 0,1 0 0 0 0,-1 0 0 0 0,0 0 0 0 0,0 0 0 0 0,0 0 0 0 0,0-1 0 0 0,0 1 0 0 0,1 0 0 0 0,-1 0 0 0 0,0 0 0 0 0,0 0 0 0 0,0 0 0 0 0,0 0 0 0 0,1 0 0 0 0,-1 0 0 0 0,0 0 0 0 0,0 0-1 0 0,0 0 1 0 0,0 0 0 0 0,1 0 0 0 0,-1 0 0 0 0,0 0 0 0 0,0 0 0 0 0,0 0 0 0 0,1 0 0 0 0,-1 0 0 0 0,0 0 0 0 0,0 0 0 0 0,0 0 0 0 0,0 0 0 0 0,1 0 0 0 0,-1 0 0 0 0,0 0 0 0 0,9 11 956 0 0,5 18-108 0 0,-13-28-806 0 0,12 31 532 0 0,-2-6-165 0 0,1-1 1 0 0,21 36 0 0 0,-29-55-460 0 0,0 0 0 0 0,0 0-1 0 0,1-1 1 0 0,0 0 0 0 0,0 0 0 0 0,0 0-1 0 0,0 0 1 0 0,1-1 0 0 0,-1 0 0 0 0,1 0-1 0 0,0 0 1 0 0,1-1 0 0 0,-1 0 0 0 0,0 0 0 0 0,9 2-1 0 0,-11-5-151 0 0,-1 1-1 0 0,1-1 0 0 0,-1 1 1 0 0,1-1-1 0 0,0 0 1 0 0,-1-1-1 0 0,1 1 0 0 0,-1 0 1 0 0,1-1-1 0 0,-1 0 1 0 0,1 0-1 0 0,-1 0 0 0 0,0 0 1 0 0,1-1-1 0 0,-1 1 1 0 0,0-1-1 0 0,0 0 0 0 0,0 0 1 0 0,3-2-1 0 0,-1 0-766 0 0,0-1 1 0 0,-1 1-1 0 0,0-1 0 0 0,0 0 0 0 0,0 1 1 0 0,4-8-1 0 0,3-7-2838 0 0</inkml:trace>
</inkml:ink>
</file>

<file path=ppt/ink/ink1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5:49.0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24 360 488 0 0,'-12'-159'5571'0'0,"6"109"-2024"0"0,1-82-1 0 0,5 131-3404 0 0,0 0 0 0 0,0 0 0 0 0,0 0 0 0 0,0 0 0 0 0,0 0 0 0 0,0 0 0 0 0,0 0 0 0 0,0 0 0 0 0,0 1 0 0 0,0-1 0 0 0,1 0 0 0 0,-1 0 0 0 0,0 0 0 0 0,1 0 0 0 0,-1 0 0 0 0,1 1 0 0 0,-1-1 0 0 0,2-1 0 0 0,7 10 2253 0 0,7 27-433 0 0,9 54-646 0 0,15 98-1 0 0,2 14-868 0 0,-33-164-804 0 0,2-1 1 0 0,1 0-1 0 0,2 0 1 0 0,1-2-1 0 0,34 57 1 0 0,-31-64-7259 0 0</inkml:trace>
</inkml:ink>
</file>

<file path=ppt/ink/ink1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5:50.43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356 59 9218 0 0,'-4'-5'303'0'0,"1"0"0"0"0,-1 1-1 0 0,0-1 1 0 0,-1 1 0 0 0,1 0 0 0 0,-1 1-1 0 0,1-1 1 0 0,-1 1 0 0 0,0 0 0 0 0,-1 0-1 0 0,1 0 1 0 0,0 1 0 0 0,-1 0 0 0 0,1 0 0 0 0,-1 0-1 0 0,0 1 1 0 0,0-1 0 0 0,0 2 0 0 0,1-1-1 0 0,-1 0 1 0 0,0 1 0 0 0,0 0 0 0 0,0 1 0 0 0,0-1-1 0 0,0 1 1 0 0,0 0 0 0 0,1 1 0 0 0,-1-1-1 0 0,0 1 1 0 0,1 0 0 0 0,-10 6 0 0 0,-1 0-80 0 0,1 2 1 0 0,0 0-1 0 0,1 0 0 0 0,0 2 1 0 0,1-1-1 0 0,-20 23 1 0 0,27-27-148 0 0,0 0 1 0 0,0 1 0 0 0,1-1-1 0 0,0 1 1 0 0,1 0 0 0 0,0 0-1 0 0,0 0 1 0 0,0 1 0 0 0,1 0-1 0 0,1-1 1 0 0,-1 1 0 0 0,1 0-1 0 0,1 0 1 0 0,-1 16 0 0 0,2-22-147 0 0,0 0 0 0 0,0 1 0 0 0,0-1 0 0 0,0 0 0 0 0,1 0 0 0 0,0 0 0 0 0,0 0-1 0 0,0 0 1 0 0,0 0 0 0 0,0 0 0 0 0,0 0 0 0 0,1 0 0 0 0,-1-1 0 0 0,1 1 0 0 0,0 0 0 0 0,0-1 0 0 0,0 1 0 0 0,0-1 0 0 0,0 0 0 0 0,1 0 0 0 0,-1 0 0 0 0,1 0 0 0 0,-1 0 0 0 0,1 0 0 0 0,0-1 0 0 0,0 1 0 0 0,3 0 0 0 0,-1-1-37 0 0,-1 0 0 0 0,0 0 0 0 0,0-1-1 0 0,1 1 1 0 0,-1-1 0 0 0,0 0 0 0 0,0-1-1 0 0,1 1 1 0 0,-1-1 0 0 0,0 0 0 0 0,0 0 0 0 0,0 0-1 0 0,0 0 1 0 0,0-1 0 0 0,0 0 0 0 0,0 1-1 0 0,0-1 1 0 0,-1-1 0 0 0,7-4 0 0 0,-4 2-6 0 0,0 0 0 0 0,-1 0 0 0 0,0 0 0 0 0,0-1 0 0 0,0 1 0 0 0,-1-1 0 0 0,1 0 0 0 0,-2-1 0 0 0,1 1 0 0 0,-1-1 0 0 0,0 0 0 0 0,0 0 0 0 0,-1 0 0 0 0,3-11 0 0 0,-1-5 669 0 0,-1 0-1 0 0,-2 0 1 0 0,-1-30-1 0 0,4 31 3720 0 0,15 57-3783 0 0,15 40-247 0 0,-2-4-228 0 0,39 124 0 0 0,-67-182-132 0 0,-2 0 1 0 0,0 0-1 0 0,-1 0 1 0 0,0 0-1 0 0,-1 0 1 0 0,0 1-1 0 0,-1-1 1 0 0,0 0-1 0 0,-1 0 0 0 0,-1 0 1 0 0,0 0-1 0 0,-1 0 1 0 0,0-1-1 0 0,-1 1 1 0 0,0-1-1 0 0,-1-1 1 0 0,-1 1-1 0 0,-12 17 0 0 0,5-10-7386 0 0</inkml:trace>
</inkml:ink>
</file>

<file path=ppt/ink/ink1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5:50.7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 10594 0 0,'0'-1'55'0'0,"1"1"-1"0"0,-1 0 1 0 0,1 0-1 0 0,0-1 1 0 0,-1 1 0 0 0,1 0-1 0 0,0 0 1 0 0,-1 0-1 0 0,1 0 1 0 0,0 0-1 0 0,0 0 1 0 0,-1 0-1 0 0,1 0 1 0 0,0 1-1 0 0,-1-1 1 0 0,1 0-1 0 0,-1 0 1 0 0,1 0 0 0 0,0 1-1 0 0,-1-1 1 0 0,1 0-1 0 0,0 1 1 0 0,-1-1-1 0 0,1 1 1 0 0,-1-1-1 0 0,1 0 1 0 0,-1 1-1 0 0,1-1 1 0 0,-1 1 0 0 0,0-1-1 0 0,1 1 1 0 0,-1 0-1 0 0,1-1 1 0 0,-1 1-1 0 0,0-1 1 0 0,0 1-1 0 0,1 0 1 0 0,-1-1-1 0 0,0 1 1 0 0,0 0-1 0 0,0-1 1 0 0,0 1 0 0 0,1 0-1 0 0,-1-1 1 0 0,0 1-1 0 0,-1 1 1 0 0,5 42 1414 0 0,-4-34-1229 0 0,1 28 865 0 0,-1-15-795 0 0,1 1-1 0 0,1-1 1 0 0,1 0 0 0 0,7 30 0 0 0,-9-49-265 0 0,1 0 0 0 0,-1 1-1 0 0,1-1 1 0 0,-1 0 0 0 0,1 0 0 0 0,0 0 0 0 0,1 0-1 0 0,-1 0 1 0 0,1-1 0 0 0,-1 1 0 0 0,1-1 0 0 0,0 1-1 0 0,0-1 1 0 0,1 0 0 0 0,-1 0 0 0 0,1-1-1 0 0,-1 1 1 0 0,1-1 0 0 0,0 1 0 0 0,0-1 0 0 0,0-1-1 0 0,0 1 1 0 0,1 0 0 0 0,-1-1 0 0 0,0 0 0 0 0,1 0-1 0 0,-1 0 1 0 0,7 0 0 0 0,-8-1 23 0 0,0 0 1 0 0,0 0-1 0 0,0 0 1 0 0,1-1-1 0 0,-1 1 1 0 0,0-1-1 0 0,0 0 1 0 0,0 0-1 0 0,0 0 1 0 0,0 0-1 0 0,0 0 1 0 0,0-1-1 0 0,0 1 1 0 0,-1-1-1 0 0,1 0 1 0 0,0 0-1 0 0,2-3 1 0 0,-1 1 26 0 0,0 0 1 0 0,-1-1 0 0 0,1 1-1 0 0,-1-1 1 0 0,-1 0 0 0 0,1 0-1 0 0,0 0 1 0 0,-1 0-1 0 0,2-8 1 0 0,-1 2 22 0 0,0 1-1 0 0,-1-2 0 0 0,-1 1 1 0 0,0 0-1 0 0,0 0 1 0 0,-1 0-1 0 0,0 0 1 0 0,-1-1-1 0 0,-3-15 0 0 0,2 20-88 0 0,-1 0-1 0 0,1 0 1 0 0,-1 1-1 0 0,-1-1 0 0 0,1 1 1 0 0,-1 0-1 0 0,0 0 1 0 0,0 0-1 0 0,-1 1 1 0 0,0-1-1 0 0,0 1 0 0 0,0 0 1 0 0,0 0-1 0 0,-1 1 1 0 0,-6-4-1 0 0,7 5-57 0 0,0 0-1 0 0,1 0 0 0 0,-1 1 1 0 0,-1 0-1 0 0,1 0 1 0 0,0 0-1 0 0,0 0 0 0 0,-1 1 1 0 0,1 0-1 0 0,-1 0 1 0 0,1 1-1 0 0,-1-1 0 0 0,1 1 1 0 0,-1 0-1 0 0,1 1 1 0 0,-1 0-1 0 0,1-1 0 0 0,0 2 1 0 0,-1-1-1 0 0,-5 3 1 0 0,4 0-671 0 0</inkml:trace>
</inkml:ink>
</file>

<file path=ppt/ink/ink1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5:51.08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1 421 6449 0 0,'8'-2'437'0'0,"0"0"1"0"0,0-1-1 0 0,0 0 0 0 0,0 0 0 0 0,-1-1 0 0 0,1 1 0 0 0,-1-2 0 0 0,0 1 0 0 0,0-1 0 0 0,0 0 1 0 0,10-11-1 0 0,-1 1 931 0 0,-2-1 0 0 0,0 0 0 0 0,17-27 1 0 0,-19 23-509 0 0,0-1 0 0 0,-2 1 0 0 0,13-36 0 0 0,-19 45-715 0 0,-1-1 1 0 0,0 1-1 0 0,0-1 0 0 0,-1 0 0 0 0,-1 0 1 0 0,0 0-1 0 0,-1 0 0 0 0,-1-20 0 0 0,1 31-142 0 0,0-1-1 0 0,0 1 0 0 0,0 0 1 0 0,0-1-1 0 0,0 1 0 0 0,-1 0 1 0 0,1 0-1 0 0,0-1 0 0 0,-1 1 1 0 0,1 0-1 0 0,-1 0 0 0 0,1-1 1 0 0,-1 1-1 0 0,0 0 0 0 0,1 0 1 0 0,-1 0-1 0 0,0 0 0 0 0,0 0 1 0 0,0 0-1 0 0,1 0 0 0 0,-1 0 1 0 0,0 0-1 0 0,0 1 1 0 0,-1-1-1 0 0,1 0 0 0 0,0 1 1 0 0,0-1-1 0 0,0 1 0 0 0,0-1 1 0 0,-1 1-1 0 0,1-1 0 0 0,0 1 1 0 0,0 0-1 0 0,-1-1 0 0 0,1 1 1 0 0,0 0-1 0 0,0 0 0 0 0,-1 0 1 0 0,1 0-1 0 0,0 0 0 0 0,-1 1 1 0 0,1-1-1 0 0,0 0 0 0 0,0 0 1 0 0,-1 1-1 0 0,1-1 0 0 0,0 1 1 0 0,0-1-1 0 0,-2 2 0 0 0,-4 1-26 0 0,1 1 0 0 0,0 0 0 0 0,0 0 0 0 0,1 0 0 0 0,-1 0 0 0 0,1 1-1 0 0,-9 10 1 0 0,5-2-15 0 0,1-1 0 0 0,0 1 0 0 0,1 1 0 0 0,1 0 0 0 0,0 0 0 0 0,0 0-1 0 0,2 0 1 0 0,0 1 0 0 0,0 0 0 0 0,1 0 0 0 0,1 0 0 0 0,1 0 0 0 0,0 0 0 0 0,2 29 0 0 0,0-40 38 0 0,0 0 0 0 0,0 0 0 0 0,0 0 0 0 0,0 0 0 0 0,1 0 0 0 0,0 0 0 0 0,0-1 0 0 0,0 1 1 0 0,0 0-1 0 0,0-1 0 0 0,1 0 0 0 0,-1 1 0 0 0,1-1 0 0 0,0 0 0 0 0,0-1 0 0 0,0 1 1 0 0,1 0-1 0 0,5 3 0 0 0,30 10-1764 0 0,4-9-4268 0 0,-20-6 237 0 0</inkml:trace>
</inkml:ink>
</file>

<file path=ppt/ink/ink1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5:51.40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137 1 456 0 0,'-1'0'458'0'0,"-1"0"0"0"0,0 0-1 0 0,1 0 1 0 0,-1 0 0 0 0,0 0-1 0 0,0 0 1 0 0,1 0 0 0 0,-1 1 0 0 0,0-1-1 0 0,1 1 1 0 0,-1-1 0 0 0,1 1 0 0 0,-1 0-1 0 0,1-1 1 0 0,-1 1 0 0 0,1 0-1 0 0,-1 0 1 0 0,1 0 0 0 0,-1 0 0 0 0,1 0-1 0 0,0 1 1 0 0,-2 1 0 0 0,-27 29 3521 0 0,26-27-3566 0 0,-42 56 3061 0 0,43-57-3312 0 0,1 1 0 0 0,-1-1-1 0 0,1 0 1 0 0,0 1 0 0 0,1 0 0 0 0,-1 0 0 0 0,1-1 0 0 0,0 1-1 0 0,0 0 1 0 0,0 0 0 0 0,0 0 0 0 0,1 9 0 0 0,1-11-154 0 0,0 0-1 0 0,0-1 1 0 0,0 1 0 0 0,0 0 0 0 0,0-1-1 0 0,0 1 1 0 0,1-1 0 0 0,-1 0 0 0 0,1 1 0 0 0,0-1-1 0 0,-1 0 1 0 0,1 0 0 0 0,0 0 0 0 0,0 0-1 0 0,1-1 1 0 0,-1 1 0 0 0,0 0 0 0 0,1-1 0 0 0,-1 0-1 0 0,0 1 1 0 0,4 0 0 0 0,8 4-94 0 0,1-1 1 0 0,25 6-1 0 0,-20-6 54 0 0,-11-2 0 0 0,6 0 5 0 0,-1 2-1 0 0,0 0 1 0 0,0 0-1 0 0,26 15 1 0 0,-38-19 25 0 0,0 0 0 0 0,0 1-1 0 0,1-1 1 0 0,-1 1 0 0 0,0 0 0 0 0,0 0 0 0 0,-1 0 0 0 0,1 0-1 0 0,0 0 1 0 0,-1 0 0 0 0,1 0 0 0 0,-1 0 0 0 0,1 1-1 0 0,-1-1 1 0 0,0 0 0 0 0,0 1 0 0 0,0-1 0 0 0,-1 1 0 0 0,1-1-1 0 0,0 1 1 0 0,-1 0 0 0 0,0-1 0 0 0,0 1 0 0 0,0 0-1 0 0,0-1 1 0 0,0 1 0 0 0,0 0 0 0 0,0-1 0 0 0,-1 1 0 0 0,0-1-1 0 0,1 1 1 0 0,-1-1 0 0 0,0 1 0 0 0,0-1 0 0 0,-2 3-1 0 0,0 2-12 0 0,-1 0-1 0 0,-1-1 0 0 0,1 1 0 0 0,-1-1 0 0 0,-10 9 0 0 0,-4 4-3301 0 0,12-13 768 0 0</inkml:trace>
</inkml:ink>
</file>

<file path=ppt/ink/ink1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5:51.72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87 1 12899 0 0,'-5'4'257'0'0,"-1"1"1"0"0,1 1 0 0 0,0-1 0 0 0,0 1-1 0 0,0 0 1 0 0,1 0 0 0 0,0 0-1 0 0,0 0 1 0 0,0 1 0 0 0,1 0 0 0 0,0-1-1 0 0,0 1 1 0 0,-2 13 0 0 0,-2 8 939 0 0,-7 60 0 0 0,11-45-432 0 0,2-1 0 0 0,1 1 0 0 0,3 0 0 0 0,13 75 0 0 0,4-27-1572 0 0,36 98-1 0 0,-44-153-6756 0 0</inkml:trace>
</inkml:ink>
</file>

<file path=ppt/ink/ink1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5:51.9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1 255 4145 0 0,'9'-7'437'0'0,"-1"1"0"0"0,2 0 0 0 0,-1 1 0 0 0,1 0 0 0 0,16-7 0 0 0,5-2 264 0 0,104-51 2061 0 0,99-54-891 0 0,-210 104-6162 0 0</inkml:trace>
</inkml:ink>
</file>

<file path=ppt/ink/ink1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5:52.24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1 139 2304 0 0,'0'1'327'0'0,"0"7"1079"0"0,1 0 1 0 0,0 0-1 0 0,0-1 0 0 0,1 1 1 0 0,0 0-1 0 0,0-1 0 0 0,0 0 0 0 0,8 13 1 0 0,-5-10-860 0 0,1 0 1 0 0,0-1 0 0 0,0 0 0 0 0,1 0 0 0 0,1-1 0 0 0,8 8 0 0 0,-10-10-486 0 0,2 1-1 0 0,-1-1 1 0 0,1-1 0 0 0,-1 0-1 0 0,1 0 1 0 0,1 0 0 0 0,-1-1 0 0 0,1 0-1 0 0,0-1 1 0 0,0 0 0 0 0,0 0 0 0 0,0-1-1 0 0,0 0 1 0 0,0-1 0 0 0,1 0 0 0 0,11 0-1 0 0,-17-1 0 0 0,0 0-1 0 0,1-1 0 0 0,-1 1 0 0 0,0-1 1 0 0,-1 0-1 0 0,1 0 0 0 0,0 0 1 0 0,0-1-1 0 0,0 0 0 0 0,-1 1 0 0 0,1-1 1 0 0,-1 0-1 0 0,1-1 0 0 0,-1 1 1 0 0,0-1-1 0 0,0 1 0 0 0,0-1 0 0 0,0 0 1 0 0,0 0-1 0 0,-1 0 0 0 0,1 0 0 0 0,-1-1 1 0 0,0 1-1 0 0,0-1 0 0 0,0 0 1 0 0,0 1-1 0 0,-1-1 0 0 0,0 0 0 0 0,1 0 1 0 0,-1 0-1 0 0,-1 0 0 0 0,1 0 1 0 0,-1 0-1 0 0,1 0 0 0 0,-1-6 0 0 0,-1-2 65 0 0,1 0 0 0 0,-2 0-1 0 0,1 0 1 0 0,-2 0-1 0 0,0 1 1 0 0,0-1 0 0 0,-1 1-1 0 0,0-1 1 0 0,-1 1-1 0 0,-11-19 1 0 0,10 21-54 0 0,-1 0 0 0 0,0 1 0 0 0,-1 0 0 0 0,1 0 0 0 0,-1 0 0 0 0,-1 1 0 0 0,0 1 0 0 0,0-1 0 0 0,0 1-1 0 0,-1 1 1 0 0,-15-7 0 0 0,18 9-216 0 0,1 0 0 0 0,-1 1 0 0 0,0 0 0 0 0,0 0-1 0 0,0 1 1 0 0,0-1 0 0 0,-1 2 0 0 0,1-1 0 0 0,0 1 0 0 0,0 0-1 0 0,0 1 1 0 0,-1-1 0 0 0,1 2 0 0 0,0-1 0 0 0,0 1 0 0 0,0 0-1 0 0,0 0 1 0 0,-10 5 0 0 0</inkml:trace>
</inkml:ink>
</file>

<file path=ppt/ink/ink1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5:52.87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59 115 9674 0 0,'-6'-7'528'0'0,"0"-1"0"0"0,0 0 0 0 0,1 0 0 0 0,-6-11 0 0 0,-12-37 5967 0 0,23 56-6441 0 0,0 0-1 0 0,0 0 1 0 0,0 0-1 0 0,-1-1 1 0 0,1 1-1 0 0,0 0 1 0 0,0 0-1 0 0,0 0 1 0 0,0-1-1 0 0,0 1 1 0 0,0 0-1 0 0,0 0 1 0 0,0-1-1 0 0,0 1 1 0 0,0 0-1 0 0,0 0 1 0 0,0-1-1 0 0,0 1 1 0 0,0 0-1 0 0,0 0 1 0 0,0-1-1 0 0,0 1 1 0 0,0 0-1 0 0,0 0 1 0 0,0 0-1 0 0,0-1 1 0 0,0 1-1 0 0,0 0 1 0 0,1 0-1 0 0,-1-1 1 0 0,0 1-1 0 0,0 0 1 0 0,0 0-1 0 0,0 0 1 0 0,0 0-1 0 0,1-1 1 0 0,-1 1-1 0 0,10 2 570 0 0,11 10-401 0 0,-11-3-110 0 0,0 0 0 0 0,0 1 0 0 0,-1 1-1 0 0,0-1 1 0 0,-1 2 0 0 0,14 22 0 0 0,31 78 0 0 0,-52-111-111 0 0,48 119 27 0 0,49 104 50 0 0,-79-185-67 0 0,2-2 0 0 0,2 0 0 0 0,43 53 0 0 0,-65-89-11 0 0,39 40 89 0 0,-39-40-83 0 0,1 1-1 0 0,-1-1 1 0 0,1 1 0 0 0,-1-1-1 0 0,1 0 1 0 0,0 0 0 0 0,0 0 0 0 0,-1 0-1 0 0,1 0 1 0 0,0 0 0 0 0,0 0 0 0 0,0-1-1 0 0,0 1 1 0 0,0-1 0 0 0,0 1-1 0 0,0-1 1 0 0,0 0 0 0 0,0 0 0 0 0,0 0-1 0 0,0 0 1 0 0,0 0 0 0 0,0 0-1 0 0,0-1 1 0 0,2 1 0 0 0,-3-2 17 0 0,1 1-1 0 0,-1 0 1 0 0,0 0 0 0 0,0 0 0 0 0,0-1-1 0 0,0 1 1 0 0,0 0 0 0 0,0-1-1 0 0,0 1 1 0 0,0-1 0 0 0,0 1 0 0 0,-1-1-1 0 0,1 1 1 0 0,-1-1 0 0 0,1 0 0 0 0,-1-2-1 0 0,5-32 206 0 0,-5 24-154 0 0,13-372 718 0 0,-9 109-1585 0 0,-2 248-429 0 0,1 2-4315 0 0,1 4-1730 0 0</inkml:trace>
</inkml:ink>
</file>

<file path=ppt/ink/ink1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5:54.68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102 9 10594 0 0,'0'0'129'0'0,"-1"-1"0"0"0,0 0 0 0 0,1 1 0 0 0,-1-1 0 0 0,0 0 0 0 0,0 1 0 0 0,0-1-1 0 0,0 1 1 0 0,0-1 0 0 0,0 1 0 0 0,1-1 0 0 0,-1 1 0 0 0,0 0 0 0 0,0-1 0 0 0,0 1 0 0 0,0 0 0 0 0,0 0-1 0 0,0 0 1 0 0,0 0 0 0 0,0 0 0 0 0,0 0 0 0 0,0 0 0 0 0,0 0 0 0 0,0 0 0 0 0,-2 1 0 0 0,2 0 32 0 0,-1 0-1 0 0,0 0 1 0 0,0 0 0 0 0,0 0 0 0 0,0 0 0 0 0,1 1 0 0 0,-1-1 0 0 0,1 1 0 0 0,-1-1 0 0 0,1 1 0 0 0,-2 2 0 0 0,-2 2 104 0 0,1 1 0 0 0,0 0 0 0 0,1 0 0 0 0,-1 0 1 0 0,-3 13-1 0 0,-2 19 40 0 0,2 1 1 0 0,1 1 0 0 0,2-1-1 0 0,2 1 1 0 0,1 0 0 0 0,2-1-1 0 0,9 50 1 0 0,-2-41-11 0 0,2 0 0 0 0,2-1 1 0 0,2 0-1 0 0,2-1 0 0 0,35 70 1 0 0,-31-81-176 0 0,1-1-1 0 0,2-1 1 0 0,1-1 0 0 0,2-1 0 0 0,1-2 0 0 0,1 0 0 0 0,1-2 0 0 0,2-1 0 0 0,39 26-1 0 0,-39-31-258 0 0,1-3-1 0 0,1 0 0 0 0,1-2 1 0 0,0-2-1 0 0,1-1 0 0 0,1-2 1 0 0,0-1-1 0 0,1-2 1 0 0,-1-1-1 0 0,41 3 0 0 0,-35-9-1171 0 0</inkml:trace>
</inkml:ink>
</file>

<file path=ppt/ink/ink1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01.5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140 90 1840 0 0,'-14'0'990'0'0,"1"2"-1"0"0,0 0 1 0 0,-16 4-1 0 0,-6 2 2009 0 0,-1-5 3373 0 0,47-10-2186 0 0,16-10-3339 0 0,18-1-519 0 0,1 1-1 0 0,0 3 1 0 0,2 2 0 0 0,50-6 0 0 0,-64 14-3772 0 0,57 1 0 0 0,-69 4-2991 0 0</inkml:trace>
</inkml:ink>
</file>

<file path=ppt/ink/ink1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01.8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 46 3225 0 0,'-1'-1'108'0'0,"0"1"1"0"0,-1-1 0 0 0,1 0-1 0 0,0 0 1 0 0,0-1 0 0 0,-1 1-1 0 0,1 0 1 0 0,0 0-1 0 0,0 0 1 0 0,1-1 0 0 0,-1 1-1 0 0,0-1 1 0 0,0 1 0 0 0,0-2-1 0 0,-1-24 10249 0 0,5 43-6186 0 0,9 14-2742 0 0,-1-4-950 0 0,103 325 1004 0 0,-108-332-1554 0 0,0 3-1230 0 0,1 0-1 0 0,17 35 0 0 0</inkml:trace>
</inkml:ink>
</file>

<file path=ppt/ink/ink1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02.13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6 129 10594 0 0,'-2'-4'232'0'0,"1"-1"-1"0"0,0 1 1 0 0,0-1-1 0 0,1 0 0 0 0,-1 1 1 0 0,1-1-1 0 0,0 0 1 0 0,0 1-1 0 0,1-1 1 0 0,-1 0-1 0 0,1 1 0 0 0,0-1 1 0 0,1 1-1 0 0,-1-1 1 0 0,1 1-1 0 0,-1 0 1 0 0,1 0-1 0 0,1-1 0 0 0,-1 1 1 0 0,0 1-1 0 0,1-1 1 0 0,0 0-1 0 0,0 1 1 0 0,0-1-1 0 0,0 1 0 0 0,1 0 1 0 0,5-4-1 0 0,-6 5-57 0 0,1 1-1 0 0,-1 0 1 0 0,1 0 0 0 0,-1 0-1 0 0,1 0 1 0 0,-1 1-1 0 0,1-1 1 0 0,0 1-1 0 0,-1 0 1 0 0,1 0-1 0 0,0 0 1 0 0,-1 1 0 0 0,1-1-1 0 0,0 1 1 0 0,-1 0-1 0 0,1 0 1 0 0,-1 0-1 0 0,0 1 1 0 0,1-1-1 0 0,-1 1 1 0 0,6 3 0 0 0,7 5 104 0 0,1 0 0 0 0,24 22 0 0 0,-36-28-171 0 0,24 23-67 0 0,0 0 0 0 0,-2 2 0 0 0,-2 1 0 0 0,0 1 1 0 0,-2 1-1 0 0,-2 1 0 0 0,-1 1 0 0 0,-1 0 0 0 0,-2 2 0 0 0,-1 0 0 0 0,-2 1 0 0 0,15 66 0 0 0,-18-57-5 0 0,-3 1-1 0 0,-2 0 0 0 0,-2 0 1 0 0,-1 1-1 0 0,-3-1 0 0 0,-2 1 1 0 0,-3-1-1 0 0,-1 0 0 0 0,-2 0 1 0 0,-18 58-1 0 0,16-76-198 0 0,0 0 1 0 0,-3-1-1 0 0,0 0 0 0 0,-1-1 1 0 0,-2-1-1 0 0,-1 0 1 0 0,-1-1-1 0 0,-38 41 1 0 0</inkml:trace>
</inkml:ink>
</file>

<file path=ppt/ink/ink1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14.6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12 155 6913 0 0,'-4'-26'951'0'0,"0"1"0"0"0,2-1 0 0 0,1-34 0 0 0,5 43 4907 0 0,5 35-3581 0 0,6 35-1138 0 0,0 47-648 0 0,-5 0 1 0 0,-4 177-1 0 0,-7-159-9 0 0,20 169 0 0 0,-17-279-507 0 0,11 64-1342 0 0,-11-66 1192 0 0,-1-1-1 0 0,1 0 1 0 0,0 1-1 0 0,0-1 1 0 0,1 0-1 0 0,-1 0 1 0 0,1-1-1 0 0,0 1 1 0 0,0 0-1 0 0,7 5 1 0 0,-4-6-1442 0 0,0-3-14 0 0</inkml:trace>
</inkml:ink>
</file>

<file path=ppt/ink/ink1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15.03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339 31 6913 0 0,'5'-7'420'0'0,"-5"6"-296"0"0,1-1 0 0 0,-1 1 0 0 0,1 0 0 0 0,-1-1 0 0 0,1 1 1 0 0,0 0-1 0 0,0 0 0 0 0,0 0 0 0 0,0 0 0 0 0,0 0 1 0 0,0 0-1 0 0,0 0 0 0 0,0 0 0 0 0,0 0 0 0 0,0 0 0 0 0,0 0 1 0 0,1 1-1 0 0,-1-1 0 0 0,0 0 0 0 0,0 1 0 0 0,1-1 1 0 0,-1 1-1 0 0,3-1 0 0 0,-3 1-17 0 0,-1 1 1 0 0,0-1-1 0 0,1 1 1 0 0,-1-1-1 0 0,0 1 1 0 0,0-1 0 0 0,0 1-1 0 0,1-1 1 0 0,-1 1-1 0 0,0-1 1 0 0,0 1-1 0 0,0-1 1 0 0,0 1-1 0 0,0-1 1 0 0,0 1-1 0 0,0-1 1 0 0,0 1-1 0 0,0-1 1 0 0,0 1-1 0 0,0-1 1 0 0,0 1-1 0 0,0-1 1 0 0,-1 1-1 0 0,1-1 1 0 0,0 1-1 0 0,0-1 1 0 0,-1 1 0 0 0,-5 16 1039 0 0,-52 100 745 0 0,-96 146 0 0 0,145-249-1778 0 0,-4 7 204 0 0,0 0 1 0 0,-2-1-1 0 0,0-1 0 0 0,-1 0 0 0 0,-35 31 0 0 0,50-49-259 0 0,1-1 1 0 0,-1 1 0 0 0,0 0 0 0 0,0-1-1 0 0,0 1 1 0 0,0-1 0 0 0,0 1-1 0 0,0-1 1 0 0,0 1 0 0 0,0-1 0 0 0,0 0-1 0 0,0 1 1 0 0,0-1 0 0 0,0 0-1 0 0,0 0 1 0 0,0 0 0 0 0,0 0 0 0 0,-2 0-1 0 0,3 0-31 0 0,0-1-1 0 0,0 1 0 0 0,0-1 1 0 0,0 1-1 0 0,0-1 1 0 0,0 1-1 0 0,0-1 0 0 0,0 1 1 0 0,0-1-1 0 0,0 1 0 0 0,0-1 1 0 0,0 1-1 0 0,0-1 0 0 0,0 1 1 0 0,0-1-1 0 0,0 1 1 0 0,1-1-1 0 0,-1 1 0 0 0,0-1 1 0 0,0 1-1 0 0,1-1 0 0 0,-1 1 1 0 0,0 0-1 0 0,1-1 0 0 0,-1 1 1 0 0,0-1-1 0 0,1 1 1 0 0,-1 0-1 0 0,0-1 0 0 0,1 1 1 0 0,-1 0-1 0 0,1 0 0 0 0,-1-1 1 0 0,1 1-1 0 0,-1 0 0 0 0,1-1 1 0 0,8-6-25 0 0,0 0 0 0 0,1 0 0 0 0,-1 0 1 0 0,1 1-1 0 0,1 1 0 0 0,-1-1 0 0 0,1 2 0 0 0,0-1 0 0 0,0 2 1 0 0,22-6-1 0 0,-17 7-4 0 0,0 1 0 0 0,0 0 0 0 0,0 2 0 0 0,0-1 0 0 0,0 2 1 0 0,0 0-1 0 0,23 6 0 0 0,24 7-202 0 0,-19-6-304 0 0,-1 2 0 0 0,0 2 1 0 0,41 18-1 0 0,-59-16-6009 0 0</inkml:trace>
</inkml:ink>
</file>

<file path=ppt/ink/ink1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15.68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236 125 4609 0 0,'0'-11'1057'0'0,"0"-4"306"0"0,0 1 0 0 0,-4-23 0 0 0,4 34-1095 0 0,0 1 1 0 0,-1 0-1 0 0,1-1 1 0 0,-1 1-1 0 0,0-1 1 0 0,1 1-1 0 0,-1 0 1 0 0,0 0-1 0 0,0 0 1 0 0,-1-1-1 0 0,1 1 1 0 0,0 0-1 0 0,-1 0 1 0 0,1 1-1 0 0,-1-1 1 0 0,0 0-1 0 0,0 0 1 0 0,0 1-1 0 0,1-1 1 0 0,-1 1-1 0 0,-1 0 1 0 0,-2-2-1 0 0,2 2-67 0 0,1 1 0 0 0,-1 0 0 0 0,0 0 0 0 0,1 0-1 0 0,-1 0 1 0 0,0 1 0 0 0,1-1 0 0 0,-1 1 0 0 0,1-1 0 0 0,-1 1 0 0 0,0 0 0 0 0,1 0-1 0 0,0 0 1 0 0,-1 0 0 0 0,1 1 0 0 0,0-1 0 0 0,-4 3 0 0 0,-36 32 881 0 0,31-24-1027 0 0,0 1 0 0 0,1 0 0 0 0,1 1 0 0 0,0 1 0 0 0,1-1 0 0 0,0 1 0 0 0,1 0 1 0 0,1 1-1 0 0,-7 27 0 0 0,8-26-7 0 0,1 2 0 0 0,1-1 0 0 0,1 0 0 0 0,1 1 1 0 0,0-1-1 0 0,1 1 0 0 0,1-1 0 0 0,5 31 1 0 0,-5-44-46 0 0,1 1 0 0 0,0 0 1 0 0,0-1-1 0 0,0 1 1 0 0,0-1-1 0 0,1 0 1 0 0,0 0-1 0 0,0 0 1 0 0,0 0-1 0 0,1 0 0 0 0,-1-1 1 0 0,1 1-1 0 0,1-1 1 0 0,-1 0-1 0 0,9 6 1 0 0,-5-5 8 0 0,0 0 0 0 0,0-1 0 0 0,1-1 0 0 0,-1 1 0 0 0,1-1 0 0 0,0-1 0 0 0,0 1 0 0 0,0-1 1 0 0,12 0-1 0 0,5-1 17 0 0,1 0 0 0 0,0-2 1 0 0,0-2-1 0 0,0 0 0 0 0,51-14 1 0 0,-11-4-455 0 0,16-5-5393 0 0</inkml:trace>
</inkml:ink>
</file>

<file path=ppt/ink/ink1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16.1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 78 7370 0 0,'-2'-39'2576'0'0,"1"1"4391"0"0,4 85-2201 0 0,8 31-3669 0 0,3 26-1388 0 0,-10-9 458 0 0,-3-52-222 0 0,1-1-1 0 0,16 84 0 0 0,-18-123 56 0 0,1 1 0 0 0,0-1 0 0 0,0 0 0 0 0,0 1 0 0 0,1-1 0 0 0,-1 0 0 0 0,1 0 0 0 0,0 0 0 0 0,0 0 0 0 0,0 0 0 0 0,0 0 0 0 0,0 0 0 0 0,1-1 0 0 0,2 3 0 0 0,-3-4 0 0 0,0 0 0 0 0,0 0 0 0 0,0 0 0 0 0,0 0 0 0 0,0-1 0 0 0,1 1 0 0 0,-1-1 0 0 0,0 1 0 0 0,0-1 0 0 0,1 0 0 0 0,-1 0 0 0 0,0 0 0 0 0,0 0 0 0 0,1 0 0 0 0,-1-1 0 0 0,0 1 0 0 0,0-1 0 0 0,0 1 0 0 0,0-1 0 0 0,0 0 0 0 0,1 0 0 0 0,-1 0 0 0 0,1-1 0 0 0,88-49 180 0 0,15-6-202 0 0,-94 51-53 0 0,0 1 0 0 0,1 1 0 0 0,0 0 1 0 0,0 1-1 0 0,0 0 0 0 0,24-1 0 0 0,-34 4-102 0 0,0 0 0 0 0,1 0 0 0 0,-1 0-1 0 0,0 0 1 0 0,0 1 0 0 0,0-1 0 0 0,0 1-1 0 0,0 0 1 0 0,0 0 0 0 0,0 0 0 0 0,0 0-1 0 0,0 0 1 0 0,0 1 0 0 0,-1 0 0 0 0,1-1-1 0 0,0 1 1 0 0,-1 0 0 0 0,1 0-1 0 0,-1 0 1 0 0,0 1 0 0 0,0-1 0 0 0,0 0-1 0 0,3 6 1 0 0,2 8 148 0 0</inkml:trace>
</inkml:ink>
</file>

<file path=ppt/ink/ink1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16.63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21 57 6913 0 0,'0'-7'922'0'0,"-1"1"0"0"0,0-1 0 0 0,-1 0 0 0 0,1 1 0 0 0,-1-1 0 0 0,-1 1 0 0 0,-5-4 3031 0 0,5 45-2864 0 0,36 1084 410 0 0,-28-1014-1367 0 0,23 124-1 0 0,-17-175-152 0 0,1-1 1 0 0,3-1-1 0 0,2 0 1 0 0,28 57-1 0 0,-30-77-189 0 0,23 46-381 0 0,-33-70 181 0 0,0 0 0 0 0,0-1 0 0 0,1 0 0 0 0,-1 0 0 0 0,2 0 0 0 0,-1-1 0 0 0,9 7 0 0 0,-14-12 283 0 0,-1-1-1 0 0,1 1 1 0 0,0-1-1 0 0,0 1 1 0 0,0-1-1 0 0,1 1 1 0 0,-1-1-1 0 0,0 0 1 0 0,0 1-1 0 0,0-1 1 0 0,0 0-1 0 0,0 0 1 0 0,0 0-1 0 0,0 0 1 0 0,0 0 0 0 0,1 0-1 0 0,-1 0 1 0 0,0 0-1 0 0,0 0 1 0 0,0-1-1 0 0,0 1 1 0 0,0 0-1 0 0,0-1 1 0 0,0 1-1 0 0,0-1 1 0 0,0 1-1 0 0,0-1 1 0 0,0 0-1 0 0,1 0 1 0 0,8-9-1210 0 0</inkml:trace>
</inkml:ink>
</file>

<file path=ppt/ink/ink1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17.62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73 101 10594 0 0,'-43'25'1002'0'0,"40"-24"-1019"0"0,1 1 1 0 0,-1 0-1 0 0,1 0 1 0 0,0 1-1 0 0,0-1 1 0 0,0 0 0 0 0,0 1-1 0 0,0-1 1 0 0,0 1-1 0 0,1-1 1 0 0,-1 1-1 0 0,1 0 1 0 0,-2 5-1 0 0,3-7 49 0 0,0-1 0 0 0,0 1 0 0 0,0-1 0 0 0,0 1-1 0 0,0-1 1 0 0,0 1 0 0 0,0 0 0 0 0,0-1 0 0 0,0 1 0 0 0,0-1 0 0 0,1 1-1 0 0,-1-1 1 0 0,0 1 0 0 0,0-1 0 0 0,1 1 0 0 0,-1-1 0 0 0,0 0 0 0 0,1 1-1 0 0,-1-1 1 0 0,0 1 0 0 0,1-1 0 0 0,-1 1 0 0 0,1-1 0 0 0,-1 0 0 0 0,0 0-1 0 0,1 1 1 0 0,-1-1 0 0 0,1 0 0 0 0,-1 1 0 0 0,1-1 0 0 0,-1 0 0 0 0,1 0-1 0 0,0 0 1 0 0,-1 0 0 0 0,1 0 0 0 0,-1 0 0 0 0,1 1 0 0 0,-1-1-1 0 0,1 0 1 0 0,-1 0 0 0 0,1-1 0 0 0,-1 1 0 0 0,1 0 0 0 0,0 0 0 0 0,-1 0-1 0 0,1 0 1 0 0,0-1 0 0 0,30-5 57 0 0,-30 6-85 0 0,375-84 2180 0 0,158 24 454 0 0,-422 50-2458 0 0,348-7 121 0 0,4 35-485 0 0,-40-2 178 0 0,-375-15 17 0 0,419 23 820 0 0,-401-16-686 0 0,-1 3 1 0 0,-1 3-1 0 0,0 3 0 0 0,123 50 0 0 0,-59-17 241 0 0,12 5 190 0 0,-139-54-490 0 0,1 0 0 0 0,0 1 1 0 0,0-1-1 0 0,-1 1 0 0 0,1-1 1 0 0,-1 1-1 0 0,0 0 0 0 0,1 0 1 0 0,-1 0-1 0 0,0 1 0 0 0,0-1 1 0 0,0 0-1 0 0,0 1 1 0 0,-1-1-1 0 0,1 1 0 0 0,-1-1 1 0 0,1 1-1 0 0,0 3 0 0 0,0 1 25 0 0,-1 0-1 0 0,-1 0 0 0 0,1 0 0 0 0,-1 0 1 0 0,0 0-1 0 0,-2 12 0 0 0,3 0-58 0 0,0-1 0 0 0,1 0 0 0 0,1 0-1 0 0,1 0 1 0 0,0 0 0 0 0,2-1 0 0 0,9 24 0 0 0,-2-5-96 0 0,3 14 50 0 0,2-1 1 0 0,2 0-1 0 0,3-2 1 0 0,55 87-1 0 0,-74-128-13 0 0,0-1 0 0 0,0 1-1 0 0,-1 0 1 0 0,1 0 0 0 0,-1 0-1 0 0,0 0 1 0 0,-1 1 0 0 0,0-1 0 0 0,0 1-1 0 0,0-1 1 0 0,-1 1 0 0 0,0 0 0 0 0,0 0-1 0 0,0 0 1 0 0,-1-1 0 0 0,0 1 0 0 0,-1 0-1 0 0,0 0 1 0 0,0 0 0 0 0,0 0 0 0 0,-1-1-1 0 0,1 1 1 0 0,-2-1 0 0 0,1 1 0 0 0,-1-1-1 0 0,0 0 1 0 0,0 0 0 0 0,-1 0 0 0 0,0 0-1 0 0,0 0 1 0 0,-5 5 0 0 0,-11 13 7 0 0,-1-1 0 0 0,-2 0 0 0 0,0-2 0 0 0,-1 0 0 0 0,-51 32 0 0 0,37-31 0 0 0,0-2 0 0 0,-2-1 0 0 0,-71 23 0 0 0,-123 26 0 0 0,-46 14 0 0 0,159-44 5 0 0,-199 33 1 0 0,-131-8 281 0 0,253-38-121 0 0,-363 11-205 0 0,269-25 14 0 0,34 16 25 0 0,-90 3 0 0 0,314-34 28 0 0,34 4-77 0 0,-1 0-1 0 0,0 0 1 0 0,1-1-1 0 0,-1 1 1 0 0,1 0-1 0 0,-1-1 1 0 0,0 1-1 0 0,1 0 1 0 0,-1-1-1 0 0,1 1 1 0 0,-1-1-1 0 0,1 1 1 0 0,-1-1-1 0 0,1 1 1 0 0,0-1-1 0 0,-1 1 1 0 0,1-1 0 0 0,-1 1-1 0 0,1-1 1 0 0,0 1-1 0 0,0-1 1 0 0,-1 0-1 0 0,1 1 1 0 0,0-1-1 0 0,0 0 1 0 0,0 1-1 0 0,-1-1 1 0 0,1 0-1 0 0,0 1 1 0 0,0-1-1 0 0,0 0 1 0 0,0 1-1 0 0,1-1 1 0 0,-1 0-1 0 0,0 1 1 0 0,0-1-1 0 0,0 0 1 0 0,0 1-1 0 0,1-1 1 0 0,-1 0-1 0 0,0 1 1 0 0,0-1-1 0 0,1 1 1 0 0,-1-1-1 0 0,1 1 1 0 0,0-2-1 0 0</inkml:trace>
</inkml:ink>
</file>

<file path=ppt/ink/ink1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18.9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37 11979 0 0,'2'-4'554'0'0,"0"1"1"0"0,0-1-1 0 0,1 1 1 0 0,-1-1-1 0 0,1 1 1 0 0,0 0-1 0 0,5-4 1 0 0,-8 6-502 0 0,1 1 1 0 0,0-1 0 0 0,-1 1 0 0 0,1-1 0 0 0,0 1-1 0 0,-1-1 1 0 0,1 1 0 0 0,0 0 0 0 0,0-1-1 0 0,-1 1 1 0 0,1 0 0 0 0,0 0 0 0 0,0-1 0 0 0,-1 1-1 0 0,1 0 1 0 0,0 0 0 0 0,0 0 0 0 0,0 0-1 0 0,-1 0 1 0 0,1 0 0 0 0,0 0 0 0 0,0 1 0 0 0,0-1-1 0 0,-1 0 1 0 0,1 0 0 0 0,0 0 0 0 0,0 1 0 0 0,-1-1-1 0 0,1 0 1 0 0,0 1 0 0 0,-1-1 0 0 0,1 1-1 0 0,0-1 1 0 0,-1 1 0 0 0,1-1 0 0 0,-1 1 0 0 0,1 0-1 0 0,-1-1 1 0 0,1 1 0 0 0,-1-1 0 0 0,1 1-1 0 0,-1 0 1 0 0,1 0 0 0 0,-1-1 0 0 0,0 1 0 0 0,0 0-1 0 0,1 1 1 0 0,10 26 379 0 0,-1 1-1 0 0,-1 0 1 0 0,5 38 0 0 0,2 3-129 0 0,18 47-337 0 0,95 215 1 0 0,-110-280-2239 0 0,-18-49 1938 0 0,0 0-1 0 0,-1 0 1 0 0,1-1 0 0 0,-1 1 0 0 0,0 0 0 0 0,0 0-1 0 0,0 0 1 0 0,0 0 0 0 0,0 0 0 0 0,0 0 0 0 0,-1 0 0 0 0,0 0-1 0 0,1 0 1 0 0,-1-1 0 0 0,0 1 0 0 0,-2 4 0 0 0</inkml:trace>
</inkml:ink>
</file>

<file path=ppt/ink/ink1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19.19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163 454 3225 0 0,'-57'-18'-20'0'0,"-4"-1"1666"0"0,27 0 2194 0 0,33 18-3668 0 0,1 1 1 0 0,-1-1-1 0 0,0 0 0 0 0,0 0 0 0 0,0 0 1 0 0,1 0-1 0 0,-1 0 0 0 0,1 0 1 0 0,-1 0-1 0 0,0 0 0 0 0,1 0 0 0 0,0 0 1 0 0,-1 0-1 0 0,1 0 0 0 0,0 0 0 0 0,-1 0 1 0 0,1-1-1 0 0,0 1 0 0 0,0 0 0 0 0,0 0 1 0 0,0 0-1 0 0,0-2 0 0 0,1 0 22 0 0,-1 0 1 0 0,1 1-1 0 0,0-1 0 0 0,0 0 0 0 0,0 0 1 0 0,1 0-1 0 0,-1 0 0 0 0,3-3 0 0 0,5-6-28 0 0,1 1 0 0 0,19-19 1 0 0,-21 22-40 0 0,24-23-550 0 0,3 1 1 0 0,67-45-1 0 0,-59 48-1105 0 0,2 3 1 0 0,0 1-1 0 0,2 2 1 0 0,69-21-1 0 0,-111 40 1456 0 0,0 0 0 0 0,1 1-1 0 0,-1-1 1 0 0,0 1 0 0 0,0 1-1 0 0,1-1 1 0 0,-1 1 0 0 0,1 0-1 0 0,-1 0 1 0 0,0 0 0 0 0,1 1-1 0 0,-1 0 1 0 0,0 0 0 0 0,0 0-1 0 0,0 1 1 0 0,1-1 0 0 0,-2 1-1 0 0,1 1 1 0 0,0-1 0 0 0,5 4-1 0 0,-3 0-112 0 0</inkml:trace>
</inkml:ink>
</file>

<file path=ppt/ink/ink1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19.5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238 5 3209 0 0,'-2'-1'298'0'0,"-1"0"0"0"0,0 0 1 0 0,1 1-1 0 0,-1 0 1 0 0,0-1-1 0 0,1 1 0 0 0,-1 0 1 0 0,0 0-1 0 0,0 0 1 0 0,1 0-1 0 0,-1 1 0 0 0,0-1 1 0 0,1 1-1 0 0,-1 0 1 0 0,0 0-1 0 0,1 0 0 0 0,-1 0 1 0 0,1 0-1 0 0,0 0 1 0 0,-1 1-1 0 0,1-1 0 0 0,0 1 1 0 0,0 0-1 0 0,0-1 1 0 0,0 1-1 0 0,0 0 0 0 0,0 0 1 0 0,0 0-1 0 0,1 1 1 0 0,-1-1-1 0 0,1 0 0 0 0,-1 1 1 0 0,1-1-1 0 0,0 1 1 0 0,0-1-1 0 0,-1 5 0 0 0,-2 3 60 0 0,1 1-1 0 0,0 0 0 0 0,1 0 1 0 0,0 0-1 0 0,1 0 0 0 0,0 0 0 0 0,1 18 1 0 0,0-21-280 0 0,1 1 0 0 0,0-1 1 0 0,1 0-1 0 0,0 0 0 0 0,0 1 1 0 0,1-1-1 0 0,0-1 0 0 0,1 1 1 0 0,-1 0-1 0 0,1-1 0 0 0,1 0 0 0 0,0 0 1 0 0,10 12-1 0 0,-12-15-37 0 0,1 0 0 0 0,0-1 0 0 0,0 0-1 0 0,1 0 1 0 0,-1 0 0 0 0,1 0 0 0 0,-1-1 0 0 0,1 1 0 0 0,0-1-1 0 0,0 0 1 0 0,0-1 0 0 0,0 1 0 0 0,0-1 0 0 0,0 0 0 0 0,0 0-1 0 0,1-1 1 0 0,-1 0 0 0 0,0 0 0 0 0,0 0 0 0 0,1 0 0 0 0,-1-1-1 0 0,0 0 1 0 0,7-2 0 0 0,-8 2 19 0 0,0 0 0 0 0,0 0-1 0 0,0-1 1 0 0,0 0 0 0 0,0 0 0 0 0,-1 0-1 0 0,1 0 1 0 0,-1 0 0 0 0,1-1 0 0 0,-1 0-1 0 0,0 0 1 0 0,0 1 0 0 0,0-2-1 0 0,-1 1 1 0 0,1 0 0 0 0,-1-1 0 0 0,1 1-1 0 0,-1-1 1 0 0,0 0 0 0 0,0 1 0 0 0,-1-1-1 0 0,1 0 1 0 0,-1 0 0 0 0,0 0 0 0 0,0 0-1 0 0,0-1 1 0 0,-1 1 0 0 0,1 0 0 0 0,-1-5-1 0 0,0 3 12 0 0,0-1 0 0 0,-1 0 0 0 0,0 1 0 0 0,0-1 0 0 0,0 0 0 0 0,-1 1 0 0 0,0-1 0 0 0,0 1 0 0 0,0 0-1 0 0,-1 0 1 0 0,0 0 0 0 0,0 0 0 0 0,-1 0 0 0 0,0 0 0 0 0,0 1 0 0 0,0 0 0 0 0,-7-7 0 0 0,2 5-38 0 0,0 1 1 0 0,-1 0-1 0 0,0 0 0 0 0,0 1 1 0 0,0 0-1 0 0,0 1 0 0 0,-1 0 1 0 0,0 1-1 0 0,0 0 1 0 0,0 1-1 0 0,0 0 0 0 0,0 0 1 0 0,-15 1-1 0 0,17 0-188 0 0,0 1-1 0 0,1 1 1 0 0,-1-1 0 0 0,0 1-1 0 0,1 1 1 0 0,-1-1-1 0 0,1 2 1 0 0,-1-1 0 0 0,1 1-1 0 0,0 0 1 0 0,0 1-1 0 0,0 0 1 0 0,1 0 0 0 0,-1 1-1 0 0,1 0 1 0 0,0 0-1 0 0,-11 11 1 0 0,16-13-207 0 0,0-1 0 0 0,-1 1 0 0 0,2 0 0 0 0,-1 1-1 0 0,0-1 1 0 0,1 0 0 0 0,-1 0 0 0 0,1 1 0 0 0,0-1 0 0 0,0 1 0 0 0,0-1 0 0 0,0 1 0 0 0,1-1-1 0 0,0 1 1 0 0,0 0 0 0 0,0-1 0 0 0,0 1 0 0 0,0-1 0 0 0,1 1 0 0 0,-1 0 0 0 0,1-1 0 0 0,2 7-1 0 0,4 9-2229 0 0</inkml:trace>
</inkml:ink>
</file>

<file path=ppt/ink/ink1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20.55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69 301 10594 0 0,'-29'-53'2111'0'0,"-10"-17"3356"0"0,167 299-2968 0 0,8 14-213 0 0,-120-215-2286 0 0,-1 0 0 0 0,-1 1 0 0 0,-2 1 0 0 0,9 31 0 0 0,15 36 0 0 0,-35-96 0 0 0,1 7 0 0 0,1-1 0 0 0,1 1 0 0 0,-1-1 0 0 0,1 0 0 0 0,1 0 0 0 0,-1 0 0 0 0,1 0 0 0 0,0-1 0 0 0,1 0 0 0 0,7 7 0 0 0,-13-13 4 0 0,0 0 0 0 0,1 0 0 0 0,-1 0-1 0 0,0 1 1 0 0,1-1 0 0 0,-1 0 0 0 0,1 0 0 0 0,-1 0 0 0 0,0 0 0 0 0,1 0 0 0 0,-1 0 0 0 0,1 0 0 0 0,-1 0-1 0 0,0 0 1 0 0,1 0 0 0 0,-1 0 0 0 0,1 0 0 0 0,-1 0 0 0 0,0 0 0 0 0,1 0 0 0 0,-1-1 0 0 0,0 1 0 0 0,1 0-1 0 0,-1 0 1 0 0,0 0 0 0 0,1-1 0 0 0,-1 1 0 0 0,0 0 0 0 0,1 0 0 0 0,-1-1 0 0 0,1 1 0 0 0,8-16 284 0 0,3-22 259 0 0,-12 36-523 0 0,114-527 976 0 0,-87 397-960 0 0,10-12-45 0 0,-3 17 64 0 0,-33 111-260 0 0,-6 22-382 0 0,-6 26-1174 0 0,9-14 588 0 0</inkml:trace>
</inkml:ink>
</file>

<file path=ppt/ink/ink1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21.66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108 75 1376 0 0,'-9'3'646'0'0,"0"-1"-1"0"0,-1 0 1 0 0,1 0-1 0 0,-13 0 1 0 0,-26 0 14574 0 0,78-3-14372 0 0,102-17-517 0 0,0 1-198 0 0,-112 13 90 0 0,0-1 1 0 0,0-1-1 0 0,-1-1 0 0 0,25-11 1 0 0,-44 18-187 0 0,0-1 1 0 0,0 1 0 0 0,0 0-1 0 0,0-1 1 0 0,0 1-1 0 0,0 0 1 0 0,0-1 0 0 0,0 1-1 0 0,0 0 1 0 0,0-1-1 0 0,0 1 1 0 0,0 0-1 0 0,0-1 1 0 0,-1 1 0 0 0,1 0-1 0 0,0-1 1 0 0,0 1-1 0 0,0 0 1 0 0,-1 0 0 0 0,1-1-1 0 0,0 1 1 0 0,0 0-1 0 0,-1 0 1 0 0,1-1 0 0 0,0 1-1 0 0,0 0 1 0 0,-1 0-1 0 0,1 0 1 0 0,0-1 0 0 0,-1 1-1 0 0,1 0 1 0 0,0 0-1 0 0,-1 0 1 0 0,1 0 0 0 0,0 0-1 0 0,-1 0 1 0 0,1 0-1 0 0,0 0 1 0 0,-1 0 0 0 0,0 0-1 0 0,0-1-119 0 0,-1 1-1 0 0,1-1 0 0 0,-1 1 1 0 0,1 0-1 0 0,-1 0 1 0 0,1-1-1 0 0,-1 1 0 0 0,0 0 1 0 0,1 0-1 0 0,-1 0 1 0 0,1 1-1 0 0,-1-1 0 0 0,1 0 1 0 0,-1 1-1 0 0,1-1 1 0 0,-1 1-1 0 0,-1 0 0 0 0,-39 17-2920 0 0</inkml:trace>
</inkml:ink>
</file>

<file path=ppt/ink/ink1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24.16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124 171 6913 0 0,'6'20'-596'0'0,"-4"-12"821"0"0,0 1 1 0 0,1-1-1 0 0,0 1 0 0 0,1-1 1 0 0,-1 0-1 0 0,8 9 0 0 0,-10-16-121 0 0,0 1-1 0 0,0-1 1 0 0,0 0-1 0 0,1 0 0 0 0,-1 1 1 0 0,1-1-1 0 0,-1 0 1 0 0,1 0-1 0 0,-1-1 1 0 0,1 1-1 0 0,0 0 1 0 0,-1 0-1 0 0,1-1 0 0 0,0 1 1 0 0,-1-1-1 0 0,1 0 1 0 0,0 1-1 0 0,0-1 1 0 0,-1 0-1 0 0,1 0 1 0 0,0 0-1 0 0,0 0 1 0 0,0 0-1 0 0,-1-1 0 0 0,1 1 1 0 0,0-1-1 0 0,0 1 1 0 0,-1-1-1 0 0,1 1 1 0 0,0-1-1 0 0,-1 0 1 0 0,1 0-1 0 0,-1 0 0 0 0,1 0 1 0 0,-1 0-1 0 0,1 0 1 0 0,1-2-1 0 0,-2 3-40 0 0,1-1 0 0 0,-1 0 0 0 0,1 0 0 0 0,-1 0 0 0 0,0 0 0 0 0,1-1 0 0 0,-1 1 0 0 0,0 0 0 0 0,0 0 0 0 0,0-1 0 0 0,0 1 0 0 0,0-1 0 0 0,0 1 1 0 0,0-1-1 0 0,0 1 0 0 0,-1-1 0 0 0,1 1 0 0 0,0-1 0 0 0,-1 0 0 0 0,0 0 0 0 0,1 1 0 0 0,-1-1 0 0 0,0 0 0 0 0,0 1 0 0 0,0-1 0 0 0,0-2 0 0 0,-1 1 23 0 0,0 1 1 0 0,0-1 0 0 0,0 0 0 0 0,0 0-1 0 0,-1 1 1 0 0,1-1 0 0 0,-1 1-1 0 0,0-1 1 0 0,0 1 0 0 0,0 0-1 0 0,0-1 1 0 0,0 1 0 0 0,0 0-1 0 0,-3-1 1 0 0,0-1 33 0 0,0 0 0 0 0,-1 0 1 0 0,1 1-1 0 0,-1 0 0 0 0,0 0 0 0 0,0 0 0 0 0,0 1 0 0 0,0 0 0 0 0,0 0 0 0 0,-1 0 0 0 0,1 1 1 0 0,0 0-1 0 0,-1 1 0 0 0,-7-1 0 0 0,12 2-72 0 0,-1 0-1 0 0,1 0 1 0 0,0 1-1 0 0,-1-1 1 0 0,1 1 0 0 0,0-1-1 0 0,0 1 1 0 0,0 0 0 0 0,0-1-1 0 0,1 1 1 0 0,-1 0 0 0 0,0 0-1 0 0,1 1 1 0 0,-1-1-1 0 0,1 0 1 0 0,0 0 0 0 0,0 1-1 0 0,0-1 1 0 0,0 1 0 0 0,0-1-1 0 0,0 1 1 0 0,0 3 0 0 0,-1 1-138 0 0,1-1 1 0 0,0 1 0 0 0,0-1-1 0 0,0 1 1 0 0,1 0 0 0 0,0 0 0 0 0,1 11-1 0 0,0-16 71 0 0,0 1 0 0 0,-1-1 1 0 0,1 0-1 0 0,0 0 0 0 0,0 0 0 0 0,0 0 0 0 0,0-1 0 0 0,0 1 0 0 0,0 0 0 0 0,1 0 0 0 0,-1-1 0 0 0,1 1 0 0 0,-1-1 0 0 0,1 1 0 0 0,0-1 1 0 0,-1 1-1 0 0,1-1 0 0 0,0 0 0 0 0,0 0 0 0 0,0 0 0 0 0,2 1 0 0 0,0-1 10 0 0,0 0 0 0 0,0 0 0 0 0,1 0 0 0 0,-1 0 1 0 0,0-1-1 0 0,0 1 0 0 0,0-1 0 0 0,1 0 0 0 0,-1 0 0 0 0,8-2 0 0 0,-8 1 44 0 0,0 0 0 0 0,0 0 0 0 0,0-1 0 0 0,0 1-1 0 0,0-1 1 0 0,0 0 0 0 0,-1 0 0 0 0,1 0 0 0 0,-1 0 0 0 0,1-1 0 0 0,2-2-1 0 0,-4 3 18 0 0,0 1-1 0 0,-1-1 1 0 0,0 0-1 0 0,1 1 1 0 0,-1-1-1 0 0,0 0 1 0 0,0 0-1 0 0,0 0 1 0 0,0 0-1 0 0,0 0 0 0 0,-1 0 1 0 0,1 0-1 0 0,0 0 1 0 0,-1-1-1 0 0,0 1 1 0 0,1 0-1 0 0,-1 0 1 0 0,0 0-1 0 0,0-1 1 0 0,0 1-1 0 0,-1-3 1 0 0,0 3-15 0 0,0-1 1 0 0,-1 0 0 0 0,1 0 0 0 0,-1 0-1 0 0,0 1 1 0 0,0-1 0 0 0,0 1 0 0 0,0-1-1 0 0,0 1 1 0 0,0 0 0 0 0,0 0 0 0 0,-1 0-1 0 0,1 0 1 0 0,-1 0 0 0 0,0 0 0 0 0,1 1 0 0 0,-1-1-1 0 0,0 1 1 0 0,0 0 0 0 0,0 0 0 0 0,-5-1-1 0 0,4 0 51 0 0,-1 1 0 0 0,0 0 0 0 0,0 0 0 0 0,0 0-1 0 0,0 0 1 0 0,0 1 0 0 0,1 0 0 0 0,-1 0 0 0 0,0 0 0 0 0,0 0-1 0 0,0 1 1 0 0,0 0 0 0 0,-5 2 0 0 0,8-2-95 0 0,-1 1 0 0 0,1-1 0 0 0,0 1 0 0 0,0 0 1 0 0,0-1-1 0 0,0 1 0 0 0,1 0 0 0 0,-1 1 0 0 0,0-1 0 0 0,1 0 0 0 0,0 0 1 0 0,-1 1-1 0 0,1-1 0 0 0,0 0 0 0 0,0 1 0 0 0,0-1 0 0 0,0 1 0 0 0,1 0 0 0 0,-1-1 1 0 0,1 1-1 0 0,0 0 0 0 0,0-1 0 0 0,-1 1 0 0 0,2 0 0 0 0,-1-1 0 0 0,0 1 0 0 0,1 3 1 0 0,-1-4-2 0 0,1 1 1 0 0,-1-1-1 0 0,1 0 1 0 0,-1 0-1 0 0,1 0 1 0 0,-1 0-1 0 0,1 0 1 0 0,0 0-1 0 0,0 0 0 0 0,0-1 1 0 0,0 1-1 0 0,1 0 1 0 0,-1 0-1 0 0,0-1 1 0 0,1 1-1 0 0,-1-1 1 0 0,1 1-1 0 0,-1-1 1 0 0,1 0-1 0 0,0 1 1 0 0,0-1-1 0 0,-1 0 1 0 0,1 0-1 0 0,0 0 1 0 0,0-1-1 0 0,0 1 1 0 0,0 0-1 0 0,0-1 1 0 0,0 1-1 0 0,0-1 1 0 0,1 0-1 0 0,-1 1 1 0 0,0-1-1 0 0,0 0 1 0 0,3-1-1 0 0,-2 1 26 0 0,1-1 1 0 0,0 1-1 0 0,-1-1 0 0 0,1 0 1 0 0,-1 0-1 0 0,1-1 0 0 0,-1 1 1 0 0,0-1-1 0 0,1 1 0 0 0,-1-1 0 0 0,0 0 1 0 0,0 0-1 0 0,0-1 0 0 0,-1 1 1 0 0,1 0-1 0 0,0-1 0 0 0,-1 0 0 0 0,1 0 1 0 0,-1 0-1 0 0,0 0 0 0 0,0 0 1 0 0,0 0-1 0 0,-1 0 0 0 0,1-1 0 0 0,-1 1 1 0 0,0 0-1 0 0,0-1 0 0 0,0 1 1 0 0,0-1-1 0 0,0 0 0 0 0,-1 1 0 0 0,0-1 1 0 0,0 0-1 0 0,0 1 0 0 0,0-1 1 0 0,0 0-1 0 0,-1 1 0 0 0,1-1 1 0 0,-1 1-1 0 0,0-1 0 0 0,0 0 0 0 0,-1 1 1 0 0,1 0-1 0 0,-1-1 0 0 0,1 1 1 0 0,-1 0-1 0 0,0 0 0 0 0,0 0 0 0 0,-1 0 1 0 0,1 0-1 0 0,-1 1 0 0 0,1-1 1 0 0,-1 1-1 0 0,0-1 0 0 0,-5-3 0 0 0,4 3 6 0 0,-1 0-1 0 0,1 1 1 0 0,-1-1-1 0 0,1 1 1 0 0,-1 0-1 0 0,0 0 0 0 0,0 0 1 0 0,0 1-1 0 0,0-1 1 0 0,-8 0-1 0 0,12 2-17 0 0,-1 0-1 0 0,0 0 1 0 0,1 0-1 0 0,-1 1 1 0 0,0-1-1 0 0,1 0 1 0 0,-1 1 0 0 0,0-1-1 0 0,1 1 1 0 0,-1 0-1 0 0,1-1 1 0 0,-1 1-1 0 0,1 0 1 0 0,-1 0-1 0 0,1 0 1 0 0,0 0-1 0 0,-1 0 1 0 0,1 0 0 0 0,0 0-1 0 0,0 1 1 0 0,0-1-1 0 0,0 0 1 0 0,0 1-1 0 0,0-1 1 0 0,0 1-1 0 0,0-1 1 0 0,1 1-1 0 0,-1-1 1 0 0,0 1 0 0 0,1 0-1 0 0,0-1 1 0 0,-1 1-1 0 0,1 0 1 0 0,0-1-1 0 0,0 3 1 0 0,-3 11-277 0 0,1 0-1 0 0,1 27 1 0 0,1-37 213 0 0,0 0 0 0 0,1-1 0 0 0,0 1-1 0 0,-1 0 1 0 0,2 0 0 0 0,-1 0 0 0 0,0-1 0 0 0,1 1 0 0 0,0-1 0 0 0,0 1-1 0 0,0-1 1 0 0,5 7 0 0 0,-6-10 61 0 0,-1-1 0 0 0,1 1-1 0 0,-1-1 1 0 0,1 1 0 0 0,-1-1 0 0 0,1 1-1 0 0,-1-1 1 0 0,1 1 0 0 0,0-1-1 0 0,-1 1 1 0 0,1-1 0 0 0,0 0 0 0 0,-1 1-1 0 0,1-1 1 0 0,0 0 0 0 0,0 0 0 0 0,-1 0-1 0 0,1 1 1 0 0,0-1 0 0 0,-1 0-1 0 0,1 0 1 0 0,0 0 0 0 0,0 0 0 0 0,-1 0-1 0 0,1 0 1 0 0,0 0 0 0 0,0-1 0 0 0,-1 1-1 0 0,2 0 1 0 0,0-1 14 0 0,0 0-1 0 0,0-1 1 0 0,0 1 0 0 0,-1 0-1 0 0,1-1 1 0 0,0 1-1 0 0,-1-1 1 0 0,1 1 0 0 0,-1-1-1 0 0,2-2 1 0 0,2-3 41 0 0,-1-1 1 0 0,1 0 0 0 0,-1 0-1 0 0,3-9 1 0 0,-5 8-41 0 0,1-1 1 0 0,-2 1 0 0 0,1 0 0 0 0,-2-1-1 0 0,1 1 1 0 0,-1-1 0 0 0,0 1 0 0 0,-1-1-1 0 0,-2-11 1 0 0,2 16-1 0 0,0 0 0 0 0,0 1 1 0 0,0-1-1 0 0,-1 0 0 0 0,0 1 0 0 0,0 0 0 0 0,0-1 0 0 0,0 1 0 0 0,0 0 0 0 0,-1 0 1 0 0,0 0-1 0 0,0 0 0 0 0,0 1 0 0 0,0-1 0 0 0,-1 1 0 0 0,1 0 0 0 0,-1 0 0 0 0,0 0 1 0 0,0 0-1 0 0,-5-3 0 0 0,7 6 2 0 0,0-1 1 0 0,1 0 0 0 0,-1 1 0 0 0,0-1-1 0 0,1 1 1 0 0,-1-1 0 0 0,0 1 0 0 0,0 0-1 0 0,0-1 1 0 0,1 1 0 0 0,-1 0 0 0 0,0 0-1 0 0,0 0 1 0 0,0 1 0 0 0,1-1 0 0 0,-1 0-1 0 0,0 1 1 0 0,0-1 0 0 0,1 1 0 0 0,-1 0-1 0 0,0-1 1 0 0,1 1 0 0 0,-4 2-1 0 0,3-1-9 0 0,0 1-1 0 0,0-1 0 0 0,0 0 0 0 0,0 1 1 0 0,0 0-1 0 0,1-1 0 0 0,-1 1 0 0 0,1 0 1 0 0,0 0-1 0 0,0 0 0 0 0,0 0 1 0 0,-1 5-1 0 0,0 4-76 0 0,0 0 0 0 0,1 0 1 0 0,0 0-1 0 0,1 1 0 0 0,0-1 0 0 0,3 12 0 0 0,-3-20 23 0 0,1 1-1 0 0,0-1 0 0 0,0 0 1 0 0,0 0-1 0 0,1 0 0 0 0,-1 0 0 0 0,1 0 1 0 0,0 0-1 0 0,0 0 0 0 0,0-1 1 0 0,1 1-1 0 0,-1 0 0 0 0,1-1 0 0 0,0 0 1 0 0,0 0-1 0 0,0 0 0 0 0,0 0 0 0 0,1 0 1 0 0,-1-1-1 0 0,7 4 0 0 0,-6-4 7 0 0,0-1 0 0 0,0 0-1 0 0,0 0 1 0 0,0 0 0 0 0,0-1-1 0 0,0 1 1 0 0,0-1 0 0 0,0 0-1 0 0,0 0 1 0 0,0 0 0 0 0,0-1-1 0 0,0 1 1 0 0,0-1 0 0 0,0 0 0 0 0,0 0-1 0 0,0-1 1 0 0,-1 1 0 0 0,1-1-1 0 0,0 0 1 0 0,-1 0 0 0 0,1 0-1 0 0,2-3 1 0 0,0 1 104 0 0,0 0 0 0 0,-1 0 1 0 0,0-1-1 0 0,0 0 0 0 0,0 0 0 0 0,-1 0 0 0 0,0-1 1 0 0,0 1-1 0 0,0-1 0 0 0,-1 0 0 0 0,1 0 0 0 0,-1-1 1 0 0,-1 1-1 0 0,1 0 0 0 0,-1-1 0 0 0,-1 0 0 0 0,1 1 0 0 0,1-14 1 0 0,-3 14-15 0 0,0 1 1 0 0,-1 0-1 0 0,1-1 1 0 0,-1 1-1 0 0,0 0 1 0 0,0-1-1 0 0,-1 1 1 0 0,1 0 0 0 0,-1 0-1 0 0,0 0 1 0 0,-1 0-1 0 0,1 1 1 0 0,-1-1-1 0 0,0 1 1 0 0,0-1-1 0 0,0 1 1 0 0,-1 0-1 0 0,1 0 1 0 0,-1 0 0 0 0,0 1-1 0 0,0-1 1 0 0,-1 1-1 0 0,1 0 1 0 0,-10-5-1 0 0,11 7-22 0 0,1 0-1 0 0,-1-1 1 0 0,0 1 0 0 0,0 0-1 0 0,0 0 1 0 0,0 0-1 0 0,0 1 1 0 0,0-1-1 0 0,0 1 1 0 0,0 0 0 0 0,0-1-1 0 0,0 1 1 0 0,0 1-1 0 0,0-1 1 0 0,0 0-1 0 0,0 1 1 0 0,0-1 0 0 0,0 1-1 0 0,-5 2 1 0 0,3 0 5 0 0,1-1 0 0 0,0 1 0 0 0,-1 0 0 0 0,1 1 0 0 0,0-1 0 0 0,0 1 0 0 0,1-1 0 0 0,-1 1 0 0 0,1 0 0 0 0,-5 8 0 0 0,0 2-156 0 0,0 0 0 0 0,2 1 0 0 0,-1 0 0 0 0,2 0 0 0 0,0 0 0 0 0,-5 25 0 0 0,8-15-1649 0 0,3-2-5486 0 0</inkml:trace>
</inkml:ink>
</file>

<file path=ppt/ink/ink1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27.19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126 177 1376 0 0,'-22'-47'1871'0'0,"14"29"-215"0"0,0 0 1 0 0,-1 1-1 0 0,-1 0 1 0 0,-1 0-1 0 0,-12-15 0 0 0,23 31-1541 0 0,0 1-1 0 0,-1-1 1 0 0,1 1-1 0 0,0-1 1 0 0,-1 0-1 0 0,1 1 1 0 0,-1-1-1 0 0,1 1 0 0 0,-1-1 1 0 0,1 1-1 0 0,-1-1 1 0 0,1 1-1 0 0,-1-1 1 0 0,1 1-1 0 0,-1 0 1 0 0,0-1-1 0 0,1 1 0 0 0,-1 0 1 0 0,0 0-1 0 0,1-1 1 0 0,-1 1-1 0 0,0 0 1 0 0,1 0-1 0 0,-1 0 0 0 0,0 0 1 0 0,1 0-1 0 0,-1 0 1 0 0,0 0-1 0 0,0 0 1 0 0,1 0-1 0 0,-1 0 1 0 0,0 0-1 0 0,1 0 0 0 0,-1 0 1 0 0,0 1-1 0 0,1-1 1 0 0,-1 0-1 0 0,0 1 1 0 0,1-1-1 0 0,-1 0 1 0 0,1 1-1 0 0,-1-1 0 0 0,0 1 1 0 0,1-1-1 0 0,-1 1 1 0 0,0 1 65 0 0,0 0 0 0 0,0 0-1 0 0,0 0 1 0 0,0 0 0 0 0,1 0 0 0 0,-1 0 0 0 0,0 0 0 0 0,1 0 0 0 0,0 0 0 0 0,0 0 0 0 0,-1 0 0 0 0,1 0 0 0 0,0 0 0 0 0,1 3 0 0 0,61 499 1329 0 0,-57-452-1629 0 0,9 71 396 0 0,-11-107-555 0 0,0 0 1 0 0,1-1-1 0 0,1 0 1 0 0,0 0 0 0 0,11 21-1 0 0,-9-25-1835 0 0</inkml:trace>
</inkml:ink>
</file>

<file path=ppt/ink/ink1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27.5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53 49 1872 0 0,'-25'-21'3905'0'0,"2"3"2483"0"0,18 12-3879 0 0,9 4-1328 0 0,76 1 1650 0 0,100 3-346 0 0,-154 0-2749 0 0,1 1-1 0 0,-1 1 0 0 0,0 1 1 0 0,42 15-1 0 0,-62-18-160 0 0,1 1-1 0 0,-1 0 0 0 0,1 1 0 0 0,-1-1 1 0 0,0 1-1 0 0,0 0 0 0 0,0 1 0 0 0,-1-1 1 0 0,1 1-1 0 0,-1 0 0 0 0,-1 1 0 0 0,1-1 1 0 0,-1 1-1 0 0,1 0 0 0 0,-2 0 0 0 0,6 11 1 0 0,2 12-1624 0 0</inkml:trace>
</inkml:ink>
</file>

<file path=ppt/ink/ink1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27.75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1 290 13363 0 0,'1'3'1055'0'0,"6"-6"-302"0"0,16-13 84 0 0,32-27-144 0 0,-52 40-589 0 0,38-31 129 0 0,91-69 1413 0 0,-61 59-2964 0 0,6 9-3379 0 0,-45 23-754 0 0</inkml:trace>
</inkml:ink>
</file>

<file path=ppt/ink/ink1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28.11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 0 8290 0 0,'-3'0'7959'0'0,"4"15"-4292"0"0,8 38-3136 0 0,-3-19-46 0 0,9 121 37 0 0,5 29-1357 0 0,-16-161 12 0 0</inkml:trace>
</inkml:ink>
</file>

<file path=ppt/ink/ink1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28.57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56 5065 0 0,'0'-1'279'0'0,"0"0"-1"0"0,1 0 1 0 0,-1 0 0 0 0,1 0-1 0 0,0 0 1 0 0,-1 0-1 0 0,1 0 1 0 0,0 0 0 0 0,-1 0-1 0 0,1 0 1 0 0,0 0-1 0 0,0 0 1 0 0,0 1 0 0 0,0-1-1 0 0,0 0 1 0 0,0 1-1 0 0,0-1 1 0 0,0 1 0 0 0,1-1-1 0 0,25-12 1632 0 0,-21 11-1216 0 0,6-3-139 0 0,1 1 0 0 0,0 0 0 0 0,0 1 0 0 0,0 0 0 0 0,0 1 0 0 0,1 0 0 0 0,15 1 0 0 0,-11 1-1470 0 0,-1 2 0 0 0,31 5 1 0 0,-31-3-4549 0 0</inkml:trace>
</inkml:ink>
</file>

<file path=ppt/ink/ink1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28.77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91 10594 0 0,'9'-9'644'0'0,"1"1"-1"0"0,1 0 1 0 0,0 1-1 0 0,0 0 1 0 0,0 1-1 0 0,1 0 1 0 0,15-5-1 0 0,-10 5-1426 0 0,0 1-1 0 0,0 0 0 0 0,1 1 0 0 0,0 1 0 0 0,23-1 1 0 0,-23 3 673 0 0</inkml:trace>
</inkml:ink>
</file>

<file path=ppt/ink/ink1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29.1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63 25 2761 0 0,'-9'-6'-543'0'0,"-23"-10"5945"0"0,32 15-5012 0 0,-1 1 0 0 0,0-1-1 0 0,0 1 1 0 0,0 0 0 0 0,0 0 0 0 0,0 0-1 0 0,0-1 1 0 0,0 1 0 0 0,0 0 0 0 0,0 0-1 0 0,0 0 1 0 0,0 0 0 0 0,0 1 0 0 0,0-1-1 0 0,0 0 1 0 0,0 0 0 0 0,0 1 0 0 0,0-1 0 0 0,-1 1-1 0 0,1 1-114 0 0,1 0 1 0 0,0 1-1 0 0,-1-1 0 0 0,1 0 0 0 0,0 1 0 0 0,0-1 0 0 0,1 0 0 0 0,-1 0 0 0 0,0 1 1 0 0,1-1-1 0 0,-1 0 0 0 0,1 0 0 0 0,0 0 0 0 0,1 4 0 0 0,1 1 49 0 0,81 392 1789 0 0,-41-176-1359 0 0,-34-187-1280 0 0,3 0 0 0 0,18 42 1 0 0,-9-27-112 0 0,-19-43-1485 0 0</inkml:trace>
</inkml:ink>
</file>

<file path=ppt/ink/ink1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29.37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2 158 9218 0 0,'-1'-1'113'0'0,"1"-1"1"0"0,0 1-1 0 0,0-1 0 0 0,0 1 1 0 0,0-1-1 0 0,0 1 1 0 0,0-1-1 0 0,0 1 0 0 0,1 0 1 0 0,-1-1-1 0 0,1 1 1 0 0,-1-1-1 0 0,1 1 0 0 0,-1 0 1 0 0,1-1-1 0 0,0 1 0 0 0,-1 0 1 0 0,1-1-1 0 0,0 1 1 0 0,0 0-1 0 0,0 0 0 0 0,1-1 1 0 0,29-30 1786 0 0,-22 23-1427 0 0,-1 0-107 0 0,1 0 1 0 0,0 1-1 0 0,0 0 1 0 0,1 1-1 0 0,0 0 1 0 0,0 0-1 0 0,1 1 0 0 0,0 1 1 0 0,13-5-1 0 0,-17 7-391 0 0,1 2 0 0 0,-1-1 0 0 0,1 1-1 0 0,0 0 1 0 0,-1 0 0 0 0,1 1 0 0 0,0 0-1 0 0,0 1 1 0 0,-1-1 0 0 0,1 2 0 0 0,0-1 0 0 0,-1 1-1 0 0,1 0 1 0 0,-1 1 0 0 0,10 4 0 0 0,32 20-2285 0 0,-26-11-3238 0 0</inkml:trace>
</inkml:ink>
</file>

<file path=ppt/ink/ink1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29.6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0 246 13827 0 0,'23'-32'3621'0'0,"58"-51"-1153"0"0,-58 61-2405 0 0,1 1 1 0 0,36-23-1 0 0,-48 37-881 0 0,0 0 1 0 0,1 1-1 0 0,-1 0 1 0 0,22-6-1 0 0,-11 6-685 0 0</inkml:trace>
</inkml:ink>
</file>

<file path=ppt/ink/ink1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30.04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 94 3225 0 0,'-1'-1'212'0'0,"0"0"0"0"0,0 1 0 0 0,1-1 1 0 0,-1 0-1 0 0,0 0 0 0 0,1 0 0 0 0,-1 0 1 0 0,0 0-1 0 0,1 0 0 0 0,-1 0 0 0 0,1 0 0 0 0,-1 0 1 0 0,1 0-1 0 0,0 0 0 0 0,0-1 0 0 0,-1 1 1 0 0,1 0-1 0 0,0 0 0 0 0,0 0 0 0 0,0 0 1 0 0,0-1-1 0 0,0 1 0 0 0,0 0 0 0 0,1 0 0 0 0,-1 0 1 0 0,0 0-1 0 0,1 0 0 0 0,-1 0 0 0 0,0 0 1 0 0,1-1-1 0 0,-1 1 0 0 0,2-1 0 0 0,0-2 205 0 0,0 0-1 0 0,0-1 0 0 0,0 1 1 0 0,1 0-1 0 0,-1 0 0 0 0,1 0 1 0 0,3-3-1 0 0,-4 5-277 0 0,0 0 0 0 0,0 0 0 0 0,0 1 0 0 0,0-1-1 0 0,1 0 1 0 0,-1 1 0 0 0,0 0 0 0 0,1-1 0 0 0,-1 1 0 0 0,1 0 0 0 0,-1 0 0 0 0,1 0 0 0 0,-1 0 0 0 0,1 1 0 0 0,0-1 0 0 0,-1 1-1 0 0,1 0 1 0 0,0 0 0 0 0,4 0 0 0 0,-5 1-71 0 0,1-1-1 0 0,0 1 1 0 0,-1 1 0 0 0,1-1-1 0 0,-1 0 1 0 0,1 1 0 0 0,-1-1-1 0 0,0 1 1 0 0,1-1 0 0 0,-1 1-1 0 0,0 0 1 0 0,0 0 0 0 0,0 0-1 0 0,-1 0 1 0 0,4 4-1 0 0,3 9-27 0 0,0 0-1 0 0,-1 0 0 0 0,0 0 0 0 0,8 31 0 0 0,-14-42-21 0 0,19 82 30 0 0,-14-56 137 0 0,12 41 1 0 0,-17-70-107 0 0,-1 0 0 0 0,0 1 0 0 0,1-1 0 0 0,-1 0 0 0 0,0 1 0 0 0,1-1 0 0 0,0 0 0 0 0,-1 1 0 0 0,1-1 0 0 0,0 0 0 0 0,0 0 0 0 0,-1 0 0 0 0,1 0 0 0 0,0 0 0 0 0,0 0 0 0 0,0 0 0 0 0,0 0 0 0 0,1 0 0 0 0,-1 0 0 0 0,0-1 0 0 0,0 1 0 0 0,0 0 1 0 0,1-1-1 0 0,-1 1 0 0 0,0-1 0 0 0,1 1 0 0 0,-1-1 0 0 0,0 0 0 0 0,1 0 0 0 0,-1 1 0 0 0,1-1 0 0 0,-1 0 0 0 0,0 0 0 0 0,1 0 0 0 0,-1 0 0 0 0,1-1 0 0 0,-1 1 0 0 0,0 0 0 0 0,1-1 0 0 0,-1 1 0 0 0,0-1 0 0 0,1 1 0 0 0,-1-1 0 0 0,0 1 0 0 0,0-1 0 0 0,0 0 0 0 0,1 0 0 0 0,1-1 0 0 0,7-6 181 0 0,-1 0-1 0 0,1-1 0 0 0,-1 0 0 0 0,10-13 1 0 0,-13 15-272 0 0,23-26 364 0 0,40-35 0 0 0,-57 58-468 0 0,1 0 0 0 0,0 0 1 0 0,0 2-1 0 0,1 0 1 0 0,0 0-1 0 0,27-9 1 0 0,-19 10-408 0 0</inkml:trace>
</inkml:ink>
</file>

<file path=ppt/ink/ink1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32.63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174 1 9674 0 0,'-3'0'224'0'0,"1"1"-1"0"0,-1-1 1 0 0,0 1-1 0 0,1 0 1 0 0,-1 0-1 0 0,1 0 1 0 0,0 0-1 0 0,-1 0 1 0 0,1 1-1 0 0,0-1 1 0 0,0 1-1 0 0,-1-1 1 0 0,1 1-1 0 0,1 0 1 0 0,-1 0 0 0 0,0 0-1 0 0,0 0 1 0 0,1 0-1 0 0,-2 3 1 0 0,-26 46 970 0 0,18-23-878 0 0,0 0 0 0 0,2 1 0 0 0,1 0 0 0 0,-4 31-1 0 0,-10 125 26 0 0,15-108-316 0 0,-13 273 277 0 0,21-294 54 0 0,3 1 0 0 0,2-1 0 0 0,3-1 0 0 0,18 67-1 0 0,-21-104-150 0 0,0 0 0 0 0,2-1-1 0 0,0 0 1 0 0,0 0-1 0 0,2-1 1 0 0,0 0 0 0 0,1-1-1 0 0,0 0 1 0 0,2-1-1 0 0,-1 0 1 0 0,2-1 0 0 0,0-1-1 0 0,21 16 1 0 0,-25-21-342 0 0,1 0 1 0 0,0-1 0 0 0,0 0-1 0 0,1-1 1 0 0,0 0-1 0 0,0-1 1 0 0,0 0 0 0 0,0-1-1 0 0,1 0 1 0 0,-1-1-1 0 0,1 0 1 0 0,0-1 0 0 0,0-1-1 0 0,-1 0 1 0 0,1-1-1 0 0,0 0 1 0 0,-1-1 0 0 0,1 0-1 0 0,-1-1 1 0 0,19-6-1 0 0,1-5-6897 0 0</inkml:trace>
</inkml:ink>
</file>

<file path=ppt/ink/ink1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32.89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68 2 9674 0 0,'-1'0'55'0'0,"1"0"0"0"0,0-1-1 0 0,-1 1 1 0 0,1 0 0 0 0,-1 0 0 0 0,1 0-1 0 0,0 0 1 0 0,-1-1 0 0 0,1 1 0 0 0,-1 0-1 0 0,1 0 1 0 0,-1 0 0 0 0,1 0 0 0 0,0 0-1 0 0,-1 0 1 0 0,1 0 0 0 0,-1 0 0 0 0,1 0-1 0 0,-1 1 1 0 0,1-1 0 0 0,0 0 0 0 0,-1 0-1 0 0,1 0 1 0 0,-1 0 0 0 0,1 1 0 0 0,0-1 0 0 0,-1 0-1 0 0,1 0 1 0 0,-1 1 0 0 0,1-1 0 0 0,-1 1-1 0 0,-10 16 1278 0 0,-3 27 269 0 0,13-40-1469 0 0,-8 35 715 0 0,2 1 0 0 0,1 0 1 0 0,0 56-1 0 0,11 122 517 0 0,-4-180-1238 0 0,-1-13-335 0 0,2-1-1 0 0,0 1 1 0 0,1-1-1 0 0,9 31 1 0 0,-6-39-1006 0 0</inkml:trace>
</inkml:ink>
</file>

<file path=ppt/ink/ink1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33.10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1 161 9218 0 0,'1'-8'325'0'0,"0"-1"-1"0"0,0 1 1 0 0,1 0 0 0 0,0 0 0 0 0,0 0-1 0 0,1 0 1 0 0,0 1 0 0 0,1-1 0 0 0,0 1-1 0 0,0-1 1 0 0,0 1 0 0 0,1 0 0 0 0,8-8-1 0 0,-9 10 75 0 0,1 1-1 0 0,-1-1 1 0 0,1 1-1 0 0,0 0 1 0 0,0 1-1 0 0,0-1 1 0 0,1 1-1 0 0,-1 0 1 0 0,12-4-1 0 0,-14 7-254 0 0,0-1-1 0 0,0 0 1 0 0,0 1-1 0 0,1 0 1 0 0,-1 0-1 0 0,0 0 1 0 0,0 0-1 0 0,0 0 1 0 0,1 1-1 0 0,-1-1 1 0 0,0 1-1 0 0,0 0 1 0 0,0 0-1 0 0,0 0 0 0 0,0 0 1 0 0,0 1-1 0 0,0-1 1 0 0,0 1-1 0 0,-1 0 1 0 0,1-1-1 0 0,3 4 1 0 0,7 7 89 0 0,0 0 1 0 0,-1 1-1 0 0,-1 1 0 0 0,0 0 1 0 0,0 0-1 0 0,8 16 1 0 0,48 102-59 0 0,-23-41-258 0 0,-17-36-2727 0 0</inkml:trace>
</inkml:ink>
</file>

<file path=ppt/ink/ink1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33.26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12 235 11522 0 0,'0'0'37'0'0,"0"0"-1"0"0,-1 0 0 0 0,1 0 1 0 0,0 0-1 0 0,-1 0 0 0 0,1 0 0 0 0,-1 0 1 0 0,1 0-1 0 0,0 0 0 0 0,-1 0 0 0 0,1 0 1 0 0,0 0-1 0 0,-1 0 0 0 0,1 0 1 0 0,0 0-1 0 0,-1 0 0 0 0,1 0 0 0 0,-1 0 1 0 0,1-1-1 0 0,0 1 0 0 0,-1 0 0 0 0,1 0 1 0 0,0 0-1 0 0,0-1 0 0 0,-1 1 0 0 0,1 0 1 0 0,0 0-1 0 0,0-1 0 0 0,-1 1 1 0 0,1 0-1 0 0,0-1 0 0 0,0 1 0 0 0,-1 0 1 0 0,1-1-1 0 0,0 1 0 0 0,0-1 0 0 0,9-12 1141 0 0,30-16 192 0 0,-30 23-1330 0 0,206-124-1037 0 0,-160 100 590 0 0,-19 10 392 0 0</inkml:trace>
</inkml:ink>
</file>

<file path=ppt/ink/ink1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33.47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33 1 6913 0 0,'-4'4'650'0'0,"1"1"0"0"0,1 1-1 0 0,-1-1 1 0 0,1 0-1 0 0,0 1 1 0 0,0-1-1 0 0,0 1 1 0 0,1-1-1 0 0,-1 12 1 0 0,-3 58 2010 0 0,4-46-1733 0 0,-2 65 342 0 0,9 121 0 0 0,-5-202-2454 0 0,1-1-344 0 0</inkml:trace>
</inkml:ink>
</file>

<file path=ppt/ink/ink1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33.68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1 214 1376 0 0,'0'-5'234'0'0,"1"0"-1"0"0,0 0 0 0 0,0 0 1 0 0,0 0-1 0 0,1 0 0 0 0,-1 1 0 0 0,1-1 1 0 0,0 0-1 0 0,6-7 0 0 0,29-40 3484 0 0,-27 39-3507 0 0,-1 1 548 0 0,0 1-1 0 0,1 0 0 0 0,0 0 0 0 0,1 1 1 0 0,16-11-1 0 0,-25 19-603 0 0,0 0 0 0 0,0 1-1 0 0,1-1 1 0 0,-1 1 0 0 0,0-1 0 0 0,1 1 0 0 0,-1 0 0 0 0,1 0 0 0 0,-1 0 0 0 0,1 1 0 0 0,0-1 0 0 0,-1 0-1 0 0,1 1 1 0 0,0 0 0 0 0,-1 0 0 0 0,1 0 0 0 0,0 0 0 0 0,-1 0 0 0 0,1 0 0 0 0,0 1 0 0 0,-1-1-1 0 0,1 1 1 0 0,0-1 0 0 0,-1 1 0 0 0,1 0 0 0 0,-1 0 0 0 0,1 1 0 0 0,-1-1 0 0 0,0 0 0 0 0,1 1 0 0 0,-1 0-1 0 0,0-1 1 0 0,0 1 0 0 0,0 0 0 0 0,0 0 0 0 0,-1 0 0 0 0,3 2 0 0 0,-1 2-3 0 0,1 0 0 0 0,-1 0 0 0 0,-1 0 0 0 0,1 0 0 0 0,-1 0 0 0 0,0 0 0 0 0,0 1 0 0 0,-1-1 0 0 0,0 1 0 0 0,0-1 0 0 0,-1 1 0 0 0,1-1 0 0 0,-1 1 0 0 0,-1 0 0 0 0,1-1 0 0 0,-1 1 0 0 0,-3 8 0 0 0,-2 13-150 0 0,-2-1 0 0 0,-19 43 0 0 0,25-64-34 0 0,-14 31-967 0 0,10-21 16 0 0</inkml:trace>
</inkml:ink>
</file>

<file path=ppt/ink/ink1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33.90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 1 8754 0 0,'0'0'793'0'0,"-3"30"4642"0"0,0 37-2606 0 0,6 74 1 0 0,1-103-3511 0 0,0-1 0 0 0,3 0 0 0 0,17 56 0 0 0</inkml:trace>
</inkml:ink>
</file>

<file path=ppt/ink/ink1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34.1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1 133 3225 0 0,'6'-11'910'0'0,"2"-1"0"0"0,0 1 0 0 0,0 1 0 0 0,1 0 0 0 0,0 0 0 0 0,1 0 1 0 0,0 1-1 0 0,0 1 0 0 0,1-1 0 0 0,22-11 0 0 0,-31 18-758 0 0,0 1-1 0 0,0-1 1 0 0,1 1-1 0 0,-1 0 1 0 0,0 0-1 0 0,1 0 0 0 0,-1 0 1 0 0,0 1-1 0 0,1-1 1 0 0,-1 1-1 0 0,1-1 1 0 0,-1 1-1 0 0,1 0 1 0 0,-1 0-1 0 0,1 0 1 0 0,-1 0-1 0 0,1 0 1 0 0,-1 1-1 0 0,1-1 1 0 0,-1 1-1 0 0,1 0 1 0 0,-1-1-1 0 0,1 1 0 0 0,-1 0 1 0 0,0 0-1 0 0,0 1 1 0 0,0-1-1 0 0,1 0 1 0 0,-1 1-1 0 0,0-1 1 0 0,-1 1-1 0 0,1 0 1 0 0,0 0-1 0 0,0 0 1 0 0,-1 0-1 0 0,1 0 1 0 0,-1 0-1 0 0,0 0 1 0 0,1 0-1 0 0,-1 0 0 0 0,1 5 1 0 0,2 1-18 0 0,-2 0 1 0 0,1 1-1 0 0,-1-1 1 0 0,0 1-1 0 0,-1-1 0 0 0,0 1 1 0 0,0 0-1 0 0,-1-1 1 0 0,0 1-1 0 0,-2 17 1 0 0,-3-6-166 0 0,0 0 1 0 0,-1 0-1 0 0,-1-1 1 0 0,-1 0-1 0 0,-1-1 1 0 0,-20 32-1 0 0,21-39-1122 0 0,0 0 0 0 0,0-1 0 0 0,-16 15 0 0 0</inkml:trace>
</inkml:ink>
</file>

<file path=ppt/ink/ink1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34.71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64 16 10594 0 0,'0'-1'89'0'0,"0"1"-1"0"0,0-1 0 0 0,0 0 0 0 0,-1 1 1 0 0,1-1-1 0 0,0 0 0 0 0,0 1 1 0 0,0-1-1 0 0,0 1 0 0 0,-1-1 1 0 0,1 0-1 0 0,0 1 0 0 0,-1-1 0 0 0,1 1 1 0 0,0-1-1 0 0,-1 1 0 0 0,1-1 1 0 0,0 1-1 0 0,-1-1 0 0 0,1 1 1 0 0,-1 0-1 0 0,1-1 0 0 0,-1 1 0 0 0,1 0 1 0 0,-1-1-1 0 0,1 1 0 0 0,-1 0 1 0 0,0-1-1 0 0,1 1 0 0 0,-2 0 1 0 0,1 0 21 0 0,0 1 0 0 0,1-1 0 0 0,-1 1 1 0 0,0-1-1 0 0,0 1 0 0 0,0-1 1 0 0,0 1-1 0 0,0-1 0 0 0,1 1 0 0 0,-1 0 1 0 0,0 0-1 0 0,0-1 0 0 0,1 1 1 0 0,-1 0-1 0 0,0 2 0 0 0,-18 36 1587 0 0,12-12-1400 0 0,2 0 1 0 0,2 1-1 0 0,0-1 0 0 0,2 34 0 0 0,11 110 703 0 0,-10-170-996 0 0,3 35 298 0 0,14 66 0 0 0,-15-93-292 0 0,1 0 0 0 0,0 0 1 0 0,0 0-1 0 0,1-1 0 0 0,0 1 0 0 0,0-1 1 0 0,1 0-1 0 0,0 0 0 0 0,0 0 0 0 0,1-1 1 0 0,0 0-1 0 0,12 11 0 0 0,-15-16-147 0 0,-1 0 0 0 0,0-1 0 0 0,1 0 0 0 0,-1 1 0 0 0,1-1 0 0 0,-1 0 0 0 0,1 0 0 0 0,0-1 0 0 0,-1 1 0 0 0,1 0 0 0 0,0-1 0 0 0,-1 0 0 0 0,1 0 0 0 0,0 1 0 0 0,0-2 0 0 0,0 1 0 0 0,-1 0 0 0 0,1 0-1 0 0,0-1 1 0 0,-1 0 0 0 0,1 1 0 0 0,0-1 0 0 0,-1 0 0 0 0,1 0 0 0 0,-1-1 0 0 0,1 1 0 0 0,-1 0 0 0 0,0-1 0 0 0,1 0 0 0 0,-1 1 0 0 0,0-1 0 0 0,0 0 0 0 0,2-3 0 0 0,9-8-1501 0 0,-1-1-1 0 0,-1 0 1 0 0,19-31 0 0 0,-20 30 777 0 0,72-136-3233 0 0,-62 110 5940 0 0,-20 41-1762 0 0,0 0 0 0 0,0 0 1 0 0,0-1-1 0 0,0 1 1 0 0,0 0-1 0 0,0-1 1 0 0,0 1-1 0 0,0 0 1 0 0,0 0-1 0 0,0 0 0 0 0,0-1 1 0 0,0 1-1 0 0,0 0 1 0 0,1 0-1 0 0,0-2 423 0 0,-1 2-423 0 0,0 0 1 0 0,0 0-1 0 0,0 0 1 0 0,1 0-1 0 0,-1 0 1 0 0,0-1-1 0 0,0 1 0 0 0,1 0 1 0 0,-1 0-1 0 0,0 0 1 0 0,0 0-1 0 0,1 0 1 0 0,-1 0-1 0 0,0 0 1 0 0,0 0-1 0 0,1 0 0 0 0,-1 0 1 0 0,0 0-1 0 0,0 0 1 0 0,1 0-1 0 0,-1 0 1 0 0,0 0-1 0 0,0 0 1 0 0,1 0-1 0 0,-1 0 0 0 0,0 1 1 0 0,0-1-1 0 0,7 15 1909 0 0,-2 23-460 0 0,-3-9-634 0 0,-1-1-244 0 0,7 33 1 0 0,-7-54-625 0 0,1-1 0 0 0,-1 0 1 0 0,1 0-1 0 0,1 0 0 0 0,-1 0 1 0 0,1 0-1 0 0,0 0 0 0 0,0-1 0 0 0,0 1 1 0 0,1-1-1 0 0,4 6 0 0 0,-6-10-46 0 0,0 1 0 0 0,-1 0-1 0 0,1-1 1 0 0,0 0-1 0 0,0 1 1 0 0,0-1-1 0 0,0 0 1 0 0,0 0 0 0 0,0 0-1 0 0,0 0 1 0 0,0 0-1 0 0,0-1 1 0 0,1 1-1 0 0,-1-1 1 0 0,0 1 0 0 0,0-1-1 0 0,1 0 1 0 0,-1 0-1 0 0,0 0 1 0 0,5-1-1 0 0,-2 0-92 0 0,-1 0 0 0 0,1-1-1 0 0,-1 1 1 0 0,0-1 0 0 0,1 0-1 0 0,-1-1 1 0 0,0 1 0 0 0,0-1-1 0 0,6-5 1 0 0,3-4-102 0 0,0-1 0 0 0,0-1 1 0 0,-2 0-1 0 0,12-18 0 0 0,-13 16 400 0 0,18-26 57 0 0,-27 41-93 0 0,0-1 0 0 0,0 1-1 0 0,1 0 1 0 0,-1-1-1 0 0,0 1 1 0 0,1 0 0 0 0,-1 0-1 0 0,1 0 1 0 0,-1 0-1 0 0,1 0 1 0 0,0 0 0 0 0,-1 0-1 0 0,1 1 1 0 0,0-1 0 0 0,0 0-1 0 0,-1 1 1 0 0,1 0-1 0 0,0-1 1 0 0,0 1 0 0 0,3 0-1 0 0,-4 0-25 0 0,0 1-1 0 0,0 0 1 0 0,1-1-1 0 0,-1 1 0 0 0,0 0 1 0 0,0 0-1 0 0,0 0 1 0 0,0 0-1 0 0,-1 0 1 0 0,1 0-1 0 0,0 0 0 0 0,0 0 1 0 0,0 0-1 0 0,-1 0 1 0 0,1 0-1 0 0,-1 0 0 0 0,1 0 1 0 0,-1 1-1 0 0,1-1 1 0 0,-1 0-1 0 0,0 1 0 0 0,0-1 1 0 0,1 0-1 0 0,-1 0 1 0 0,0 1-1 0 0,0 1 1 0 0,0 41 814 0 0,0-39-756 0 0,-5 64 524 0 0,-19 90 0 0 0,-5 48-3215 0 0,27-171-4922 0 0</inkml:trace>
</inkml:ink>
</file>

<file path=ppt/ink/ink1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35.74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234 37 8290 0 0,'-2'-2'160'0'0,"0"1"0"0"0,0-1 1 0 0,0 0-1 0 0,0 1 0 0 0,0-1 1 0 0,0 1-1 0 0,0 0 0 0 0,0-1 0 0 0,-1 1 1 0 0,1 0-1 0 0,0 1 0 0 0,-1-1 1 0 0,1 0-1 0 0,-1 1 0 0 0,1-1 1 0 0,-1 1-1 0 0,1 0 0 0 0,-1 0 0 0 0,-4 0 1 0 0,0 0 135 0 0,0 0 1 0 0,0 1-1 0 0,1 0 1 0 0,-1 0-1 0 0,0 0 0 0 0,-8 3 1 0 0,8 0-86 0 0,0 0-1 0 0,0 1 1 0 0,0-1 0 0 0,1 1 0 0 0,0 0 0 0 0,0 1-1 0 0,0 0 1 0 0,0 0 0 0 0,1 0 0 0 0,0 0-1 0 0,0 1 1 0 0,1 0 0 0 0,0 0 0 0 0,-5 11 0 0 0,2-3-8 0 0,1 1 1 0 0,0-1 0 0 0,1 1 0 0 0,1 0 0 0 0,1 0 0 0 0,-3 20 0 0 0,6-31-191 0 0,0-1 1 0 0,0 1-1 0 0,0-1 1 0 0,0 1-1 0 0,1-1 1 0 0,0 1-1 0 0,0-1 1 0 0,0 1-1 0 0,0-1 1 0 0,1 0 0 0 0,3 8-1 0 0,-4-10-16 0 0,0-1 0 0 0,0 0 1 0 0,0 0-1 0 0,0 1 0 0 0,0-1 0 0 0,1 0 1 0 0,-1 0-1 0 0,0 0 0 0 0,0 0 0 0 0,1-1 1 0 0,-1 1-1 0 0,1 0 0 0 0,-1 0 0 0 0,1-1 1 0 0,-1 1-1 0 0,1-1 0 0 0,-1 0 0 0 0,1 1 1 0 0,0-1-1 0 0,-1 0 0 0 0,1 0 0 0 0,-1 0 1 0 0,1 0-1 0 0,0 0 0 0 0,-1 0 0 0 0,1 0 1 0 0,-1-1-1 0 0,1 1 0 0 0,0 0 0 0 0,-1-1 0 0 0,1 0 1 0 0,-1 1-1 0 0,0-1 0 0 0,1 0 0 0 0,-1 0 1 0 0,3-1-1 0 0,5-4-158 0 0,0 0 0 0 0,0-1 0 0 0,-1 0-1 0 0,0 0 1 0 0,0-1 0 0 0,-1 0 0 0 0,13-17 0 0 0,-5 2-359 0 0,-1 1 0 0 0,13-28 0 0 0,-22 38 470 0 0,-1-1 0 0 0,0 0 0 0 0,0 0-1 0 0,2-20 1 0 0,7-28 2390 0 0,-13 60-2269 0 0,0 1-1 0 0,0 0 1 0 0,1-1 0 0 0,-1 1 0 0 0,0 0-1 0 0,0-1 1 0 0,0 1 0 0 0,0 0 0 0 0,0-1 0 0 0,1 1-1 0 0,-1 0 1 0 0,0 0 0 0 0,0-1 0 0 0,0 1-1 0 0,1 0 1 0 0,-1-1 0 0 0,0 1 0 0 0,0 0 0 0 0,1 0-1 0 0,-1 0 1 0 0,0-1 0 0 0,1 1 0 0 0,-1 0-1 0 0,0 0 1 0 0,1 0 0 0 0,-1 0 0 0 0,0 0-1 0 0,1-1 1 0 0,-1 1 0 0 0,0 0 0 0 0,1 0 0 0 0,-1 0-1 0 0,0 0 1 0 0,1 0 0 0 0,-1 0 0 0 0,0 0-1 0 0,1 0 1 0 0,0 0 0 0 0,13 12 902 0 0,8 20-568 0 0,-21-32-378 0 0,21 38 75 0 0,-2 1 0 0 0,-1 2 0 0 0,-2-1 0 0 0,-2 2 0 0 0,-2 0 0 0 0,-1 1 0 0 0,-2 0 0 0 0,-3 1 0 0 0,5 83 0 0 0,-12-113-89 0 0,-1 0 0 0 0,-1 1 0 0 0,0-1 0 0 0,-1 0 0 0 0,0 0 0 0 0,-1 0 0 0 0,0-1 0 0 0,-11 22 0 0 0,13-31-86 0 0,1-1-1 0 0,-1 1 0 0 0,0-1 0 0 0,0 0 0 0 0,-1 1 0 0 0,1-1 0 0 0,-1 0 0 0 0,1 0 0 0 0,-1-1 0 0 0,0 1 0 0 0,0-1 0 0 0,0 1 0 0 0,-1-1 0 0 0,1 0 0 0 0,0 0 0 0 0,-1 0 0 0 0,1-1 0 0 0,-1 1 0 0 0,0-1 0 0 0,0 0 1 0 0,1 0-1 0 0,-1 0 0 0 0,0 0 0 0 0,0-1 0 0 0,0 0 0 0 0,0 0 0 0 0,0 0 0 0 0,0 0 0 0 0,0 0 0 0 0,1-1 0 0 0,-1 0 0 0 0,0 0 0 0 0,0 0 0 0 0,0 0 0 0 0,-5-3 0 0 0,5 3-328 0 0,1-1 0 0 0,0 0-1 0 0,-1 0 1 0 0,1 0-1 0 0,0 0 1 0 0,0 0 0 0 0,0 0-1 0 0,0-1 1 0 0,1 0-1 0 0,-1 0 1 0 0,-4-5 0 0 0,5 4 338 0 0,0 1 1 0 0,1-1-1 0 0,-1 1 1 0 0,1-1 0 0 0,-1 1-1 0 0,1-1 1 0 0,0 0-1 0 0,1 1 1 0 0,-1-1-1 0 0,1 0 1 0 0,0 0 0 0 0,0-4-1 0 0,2-17 4 0 0</inkml:trace>
</inkml:ink>
</file>

<file path=ppt/ink/ink1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36.01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99 1376 0 0,'28'-11'6959'0'0,"-27"12"-6760"0"0,2 16 6658 0 0,-4 3-6858 0 0,-5 28 1792 0 0,2-18-1287 0 0,0 44 0 0 0,3-67-446 0 0,2 0 0 0 0,-1 0 1 0 0,1 0-1 0 0,0 0 0 0 0,1 0 0 0 0,-1 0 1 0 0,2-1-1 0 0,-1 1 0 0 0,1 0 1 0 0,-1-1-1 0 0,7 10 0 0 0,-8-14-13 0 0,0 0-1 0 0,1-1 1 0 0,-1 1 0 0 0,0 0 0 0 0,1-1-1 0 0,-1 1 1 0 0,1-1 0 0 0,-1 1-1 0 0,1-1 1 0 0,0 0 0 0 0,0 1-1 0 0,0-1 1 0 0,0 0 0 0 0,-1 0 0 0 0,1-1-1 0 0,1 1 1 0 0,-1 0 0 0 0,0-1-1 0 0,0 1 1 0 0,0-1 0 0 0,4 1-1 0 0,-3-2 9 0 0,0 1-1 0 0,-1-1 1 0 0,1 0-1 0 0,0 0 1 0 0,-1 0-1 0 0,1 0 1 0 0,0 0-1 0 0,-1 0 1 0 0,1-1-1 0 0,-1 1 1 0 0,0-1-1 0 0,1 0 1 0 0,-1 0-1 0 0,3-2 1 0 0,2-5 80 0 0,1 0 1 0 0,-1 0 0 0 0,-1-1 0 0 0,0 0 0 0 0,0 0-1 0 0,8-20 1 0 0,-9 17-87 0 0,-1-1-1 0 0,0-1 1 0 0,-1 1-1 0 0,-1 0 1 0 0,0-1-1 0 0,-1 1 1 0 0,-1-21-1 0 0,-1 26-85 0 0,1 0-1 0 0,-2 0 0 0 0,1 0 1 0 0,-1 1-1 0 0,0-1 0 0 0,-1 1 0 0 0,0-1 1 0 0,0 1-1 0 0,-1 0 0 0 0,0 0 0 0 0,0 0 1 0 0,-1 1-1 0 0,-7-10 0 0 0,9 15-139 0 0,1-1-1 0 0,-1 1 0 0 0,0 0 1 0 0,0-1-1 0 0,0 1 0 0 0,0 1 1 0 0,0-1-1 0 0,0 0 1 0 0,0 1-1 0 0,0 0 0 0 0,-1-1 1 0 0,1 1-1 0 0,0 1 0 0 0,-1-1 1 0 0,1 0-1 0 0,-1 1 0 0 0,1 0 1 0 0,-1-1-1 0 0,1 1 1 0 0,-1 1-1 0 0,0-1 0 0 0,-3 1 1 0 0,-10 3-6179 0 0</inkml:trace>
</inkml:ink>
</file>

<file path=ppt/ink/ink1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36.2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10138 0 0,'10'29'6806'0'0,"11"97"-2433"0"0,-3 65-2820 0 0,12 79-1842 0 0,-20-198-649 0 0,-6-40-37 0 0</inkml:trace>
</inkml:ink>
</file>

<file path=ppt/ink/ink1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36.98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315 450 10138 0 0,'0'-6'263'0'0,"1"0"0"0"0,-1 0 0 0 0,0 0 0 0 0,-1 0 0 0 0,1 0 0 0 0,-1 0 0 0 0,-1 0 0 0 0,1 1 0 0 0,-1-1 0 0 0,0 0 0 0 0,0 0 0 0 0,0 1 0 0 0,-1 0 0 0 0,0-1 0 0 0,0 1 0 0 0,-1 0 0 0 0,1 0 0 0 0,-6-5 0 0 0,6 7-137 0 0,0 0 1 0 0,1 1-1 0 0,-1-1 0 0 0,0 1 0 0 0,0 0 1 0 0,-1 0-1 0 0,1 0 0 0 0,0 0 0 0 0,-1 1 1 0 0,1 0-1 0 0,-1-1 0 0 0,1 1 0 0 0,-1 0 1 0 0,0 1-1 0 0,1-1 0 0 0,-1 0 0 0 0,0 1 1 0 0,0 0-1 0 0,1 0 0 0 0,-1 0 0 0 0,0 1 1 0 0,0-1-1 0 0,1 1 0 0 0,-1 0 0 0 0,0 0 1 0 0,1 0-1 0 0,-1 0 0 0 0,1 1 0 0 0,-7 3 1 0 0,-2 3-85 0 0,0 0 0 0 0,1 1 1 0 0,0 1-1 0 0,0-1 0 0 0,1 2 0 0 0,0 0 1 0 0,1 0-1 0 0,0 0 0 0 0,1 1 1 0 0,0 1-1 0 0,-8 19 0 0 0,9-18-57 0 0,0 1 1 0 0,2 0-1 0 0,-1 0 0 0 0,2 0 0 0 0,0 1 1 0 0,1-1-1 0 0,1 1 0 0 0,0 0 1 0 0,1 0-1 0 0,2 20 0 0 0,-1-32 3 0 0,1 1 1 0 0,-1-1-1 0 0,1 0 0 0 0,0 0 0 0 0,0 1 1 0 0,1-1-1 0 0,-1 0 0 0 0,1 0 0 0 0,0 0 1 0 0,0-1-1 0 0,1 1 0 0 0,3 6 0 0 0,-4-9-12 0 0,-1 0 0 0 0,1 0 0 0 0,-1 0 0 0 0,1 0 0 0 0,-1 0 0 0 0,1 0 0 0 0,0 0 0 0 0,-1 0 0 0 0,1-1 0 0 0,0 1 0 0 0,-1-1 0 0 0,1 1 0 0 0,0-1 0 0 0,0 1 0 0 0,0-1 0 0 0,0 0 0 0 0,-1 0 0 0 0,1 0 0 0 0,0 0 0 0 0,0 0 0 0 0,0-1 0 0 0,0 1 0 0 0,-1-1 0 0 0,1 1 0 0 0,0-1 0 0 0,0 1 0 0 0,-1-1 0 0 0,1 0 0 0 0,0 0 0 0 0,-1 0 0 0 0,3-1 0 0 0,6-5-273 0 0,0-1 0 0 0,-1 0 0 0 0,1 0 0 0 0,-2 0 0 0 0,1-1 0 0 0,-1-1 0 0 0,-1 1 0 0 0,11-17 0 0 0,44-90-935 0 0,-61 112 1201 0 0,8-16-4 0 0,-1 0 1 0 0,0-1-1 0 0,-2 0 1 0 0,-1-1-1 0 0,-1 1 1 0 0,0-1-1 0 0,-2 0 0 0 0,0 0 1 0 0,-2 0-1 0 0,0 0 1 0 0,-1 0-1 0 0,-2 0 0 0 0,0 1 1 0 0,-8-29-1 0 0,2 5 349 0 0,6 27 610 0 0,0 0 1 0 0,-1 1-1 0 0,-1 0 1 0 0,-10-23-1 0 0,17 45-524 0 0,-1 1-1 0 0,0-1 1 0 0,0 0-1 0 0,0 0 1 0 0,-1 1 0 0 0,0 5-1 0 0,3 17 26 0 0,5 7-270 0 0,1 0 0 0 0,2-1 0 0 0,2 0 0 0 0,0-1 0 0 0,3 0-1 0 0,1-1 1 0 0,23 34 0 0 0,-2-13-1127 0 0,2-1 0 0 0,3-2 0 0 0,50 47 0 0 0,-73-80-6130 0 0</inkml:trace>
</inkml:ink>
</file>

<file path=ppt/ink/ink1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37.5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0 292 3225 0 0,'3'1'579'0'0,"1"0"-1"0"0,-1 0 1 0 0,0 0 0 0 0,1 0 0 0 0,-1 0 0 0 0,1-1 0 0 0,-1 1 0 0 0,1-1-1 0 0,-1 0 1 0 0,1 0 0 0 0,-1-1 0 0 0,6 0 0 0 0,-2 0 50 0 0,0 0 0 0 0,-1-1 0 0 0,1 1 0 0 0,-1-1 0 0 0,11-5 0 0 0,-14 5-506 0 0,0-1-1 0 0,0 1 0 0 0,-1-1 1 0 0,1 1-1 0 0,-1-1 0 0 0,0 0 0 0 0,1 0 1 0 0,-1 0-1 0 0,0 0 0 0 0,-1 0 1 0 0,1-1-1 0 0,-1 1 0 0 0,1 0 1 0 0,-1-1-1 0 0,0 1 0 0 0,0-1 0 0 0,0-6 1 0 0,2-8 285 0 0,-2 0 1 0 0,0-23-1 0 0,-1 32-290 0 0,0-3-16 0 0,-1-1 0 0 0,0 1 0 0 0,-1-1 0 0 0,-4-15 1 0 0,5 25-117 0 0,1 0 0 0 0,-1-1 0 0 0,0 1 0 0 0,0 0 0 0 0,-1 1 0 0 0,1-1 0 0 0,-1 0 0 0 0,1 0 0 0 0,-1 0 1 0 0,0 1-1 0 0,0-1 0 0 0,0 1 0 0 0,0 0 0 0 0,-1-1 0 0 0,1 1 0 0 0,0 0 0 0 0,-1 0 0 0 0,0 1 1 0 0,1-1-1 0 0,-1 0 0 0 0,0 1 0 0 0,-4-2 0 0 0,5 3-17 0 0,1 0-1 0 0,-1 0 1 0 0,0 0 0 0 0,1 0 0 0 0,-1 1-1 0 0,0-1 1 0 0,1 0 0 0 0,-1 1 0 0 0,0-1 0 0 0,1 1-1 0 0,-1 0 1 0 0,1-1 0 0 0,-1 1 0 0 0,1 0-1 0 0,0 0 1 0 0,-1 0 0 0 0,1 0 0 0 0,0 0-1 0 0,-1 0 1 0 0,1 1 0 0 0,0-1 0 0 0,0 0-1 0 0,0 1 1 0 0,0-1 0 0 0,0 1 0 0 0,0-1-1 0 0,1 1 1 0 0,-1-1 0 0 0,0 1 0 0 0,1-1-1 0 0,-1 3 1 0 0,-3 8-163 0 0,0-1-1 0 0,-4 25 1 0 0,7-33 201 0 0,0 9-22 0 0,-1 0 1 0 0,1-1 0 0 0,1 1 0 0 0,0 0 0 0 0,1 0-1 0 0,0 0 1 0 0,0-1 0 0 0,2 1 0 0 0,-1 0-1 0 0,2-1 1 0 0,-1 0 0 0 0,1 0 0 0 0,7 12 0 0 0,-9-19 14 0 0,1 1 0 0 0,-1-1 0 0 0,1 1 0 0 0,1-1 0 0 0,-1 0 0 0 0,0 0 0 0 0,1-1 0 0 0,0 1 0 0 0,0-1 0 0 0,0 1 0 0 0,1-1 0 0 0,-1 0 0 0 0,1-1 0 0 0,-1 1 0 0 0,1-1 0 0 0,0 0 0 0 0,0 0 0 0 0,0-1 0 0 0,0 1 0 0 0,0-1 0 0 0,0 0 0 0 0,0-1 0 0 0,1 1 0 0 0,-1-1 0 0 0,0 0 0 0 0,0 0 0 0 0,1 0 0 0 0,-1-1 0 0 0,0 0 0 0 0,0 0 0 0 0,7-3 0 0 0,-4 2-71 0 0,0-1 0 0 0,-1 0 0 0 0,1-1 0 0 0,-1 1 0 0 0,0-2 0 0 0,0 1 0 0 0,0-1 0 0 0,0 0 0 0 0,-1 0 0 0 0,0-1 0 0 0,8-9 0 0 0,2-5 671 0 0,0-1 0 0 0,15-29 0 0 0,-30 47-471 0 0,0 3-22 0 0,-1-1-1 0 0,1 0 0 0 0,-1 0 0 0 0,0 0 0 0 0,1 0 0 0 0,0 1 0 0 0,-1-1 0 0 0,1 0 0 0 0,-1 1 0 0 0,1-1 0 0 0,0 0 0 0 0,-1 1 0 0 0,1-1 1 0 0,0 1-1 0 0,0-1 0 0 0,0 1 0 0 0,-1-1 0 0 0,1 1 0 0 0,0-1 0 0 0,0 1 0 0 0,0 0 0 0 0,0 0 0 0 0,0-1 0 0 0,0 1 0 0 0,0 0 1 0 0,-1 0-1 0 0,2 0 0 0 0,0 1-26 0 0,-1-1-1 0 0,1 1 1 0 0,-1 0 0 0 0,0-1 0 0 0,1 1 0 0 0,-1 0 0 0 0,0 0-1 0 0,0 0 1 0 0,0 0 0 0 0,1 0 0 0 0,-1 0 0 0 0,0 1 0 0 0,0-1 0 0 0,1 3-1 0 0,4 7 10 0 0,0 0-1 0 0,0 1 0 0 0,3 13 0 0 0,-6-18 74 0 0,0 1-139 0 0,0 0 1 0 0,0-1 0 0 0,1 0 0 0 0,1 1-1 0 0,-1-1 1 0 0,1-1 0 0 0,0 1-1 0 0,7 6 1 0 0,-11-12-42 0 0,1 1-1 0 0,-1-1 1 0 0,1 0-1 0 0,-1 0 1 0 0,1 0 0 0 0,0 0-1 0 0,-1 0 1 0 0,1 0-1 0 0,0 0 1 0 0,0 0 0 0 0,0-1-1 0 0,0 1 1 0 0,0-1-1 0 0,0 0 1 0 0,-1 1 0 0 0,1-1-1 0 0,0 0 1 0 0,0 0-1 0 0,0 0 1 0 0,0 0 0 0 0,0-1-1 0 0,0 1 1 0 0,0 0-1 0 0,0-1 1 0 0,0 1 0 0 0,0-1-1 0 0,0 0 1 0 0,-1 0-1 0 0,1 0 1 0 0,0 0 0 0 0,0 0-1 0 0,-1 0 1 0 0,1 0-1 0 0,-1 0 1 0 0,1-1 0 0 0,-1 1-1 0 0,0 0 1 0 0,1-1-1 0 0,1-2 1 0 0,12-14-267 0 0,-1-1 0 0 0,0-1 0 0 0,11-23 0 0 0,-17 28 201 0 0,0 0 0 0 0,1 0-1 0 0,1 1 1 0 0,0 1 0 0 0,1 0 0 0 0,1 0 0 0 0,25-22-1 0 0,-36 34 103 0 0,0 0 0 0 0,0 0-1 0 0,1 0 1 0 0,-1 0 0 0 0,0 0-1 0 0,1 0 1 0 0,-1 0 0 0 0,0 0-1 0 0,1 1 1 0 0,-1-1 0 0 0,1 0-1 0 0,-1 1 1 0 0,1-1 0 0 0,-1 1-1 0 0,1 0 1 0 0,-1 0 0 0 0,1-1-1 0 0,0 1 1 0 0,-1 0 0 0 0,1 0-1 0 0,-1 1 1 0 0,1-1 0 0 0,0 0-1 0 0,-1 0 1 0 0,1 1 0 0 0,-1-1-1 0 0,1 1 1 0 0,-1-1 0 0 0,1 1-1 0 0,-1 0 1 0 0,0 0 0 0 0,1-1-1 0 0,-1 1 1 0 0,0 0 0 0 0,1 0-1 0 0,-1 0 1 0 0,0 0 0 0 0,0 1-1 0 0,0-1 1 0 0,0 0 0 0 0,0 0-1 0 0,0 1 1 0 0,0-1 0 0 0,-1 0-1 0 0,1 1 1 0 0,0 1 0 0 0,4 9 28 0 0,-1 1 0 0 0,0-1 0 0 0,-1 1 0 0 0,3 23 0 0 0,-2-10-589 0 0,2-4-1119 0 0,1-2-5123 0 0</inkml:trace>
</inkml:ink>
</file>

<file path=ppt/ink/ink1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38.31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97 10138 0 0,'6'-5'413'0'0,"-1"1"-1"0"0,1 0 1 0 0,0 0 0 0 0,1 0-1 0 0,-1 1 1 0 0,1 0 0 0 0,0 0-1 0 0,-1 1 1 0 0,1 0 0 0 0,0 0-1 0 0,1 0 1 0 0,-1 1-1 0 0,0 0 1 0 0,0 0 0 0 0,0 1-1 0 0,13 1 1 0 0,-17 0-325 0 0,0 1 0 0 0,1 0 0 0 0,-1 0 0 0 0,0-1 0 0 0,0 2 0 0 0,0-1 0 0 0,0 0 0 0 0,-1 1 0 0 0,1-1 0 0 0,-1 1-1 0 0,1 0 1 0 0,-1 0 0 0 0,0 0 0 0 0,0 0 0 0 0,0 0 0 0 0,-1 0 0 0 0,1 1 0 0 0,-1-1 0 0 0,0 0 0 0 0,2 6 0 0 0,2 10 197 0 0,0 0 1 0 0,2 31-1 0 0,-5-34-122 0 0,4 39 582 0 0,-6-55-579 0 0,-4-30 1117 0 0,3 3-1175 0 0,2 0 1 0 0,0 1 0 0 0,6-28-1 0 0,13-32-3069 0 0,-12 61-4186 0 0</inkml:trace>
</inkml:ink>
</file>

<file path=ppt/ink/ink1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38.66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6 5529 0 0,'5'9'292'0'0,"0"-1"0"0"0,-1 1 0 0 0,0 0 1 0 0,0 0-1 0 0,-1 1 0 0 0,0-1 0 0 0,-1 1 0 0 0,0 0 0 0 0,0-1 0 0 0,-1 1 0 0 0,-1 0 0 0 0,0 17 0 0 0,0-12-218 0 0,1-1 0 0 0,0 1 0 0 0,1-1 0 0 0,1 0 0 0 0,4 15 0 0 0,-7-27-73 0 0,1 0-1 0 0,-1 0 1 0 0,1 0 0 0 0,0 0-1 0 0,0 0 1 0 0,0 0 0 0 0,0 0-1 0 0,0 0 1 0 0,0 0 0 0 0,0 0-1 0 0,1-1 1 0 0,-1 1 0 0 0,0 0-1 0 0,1-1 1 0 0,0 1 0 0 0,-1-1-1 0 0,1 0 1 0 0,0 0 0 0 0,0 1-1 0 0,0-1 1 0 0,0 0-1 0 0,0 0 1 0 0,0-1 0 0 0,0 1-1 0 0,0 0 1 0 0,0-1 0 0 0,0 1-1 0 0,0-1 1 0 0,0 0 0 0 0,1 1-1 0 0,-1-1 1 0 0,0 0 0 0 0,4-1-1 0 0,-1 0 46 0 0,0-1 0 0 0,0 0 0 0 0,0 0 0 0 0,0 0 0 0 0,-1-1-1 0 0,1 1 1 0 0,-1-1 0 0 0,1 0 0 0 0,-1-1 0 0 0,0 1 0 0 0,0-1 0 0 0,-1 1-1 0 0,5-6 1 0 0,4-8 344 0 0,0-1 0 0 0,-1 0 0 0 0,-1-1-1 0 0,-1 0 1 0 0,-1-1 0 0 0,7-25 0 0 0,17-35 2895 0 0,-32 80-3182 0 0,0 0 1 0 0,0-1-1 0 0,0 1 1 0 0,0 0 0 0 0,0-1-1 0 0,0 1 1 0 0,0 0 0 0 0,1-1-1 0 0,-1 1 1 0 0,0 0-1 0 0,0-1 1 0 0,0 1 0 0 0,0 0-1 0 0,1 0 1 0 0,-1-1 0 0 0,0 1-1 0 0,0 0 1 0 0,1 0 0 0 0,-1-1-1 0 0,0 1 1 0 0,1 0-1 0 0,-1 0 1 0 0,0 0 0 0 0,0 0-1 0 0,1-1 1 0 0,-1 1 0 0 0,0 0-1 0 0,1 0 1 0 0,-1 0-1 0 0,0 0 1 0 0,1 0 0 0 0,-1 0-1 0 0,1 0 1 0 0,-1 0 0 0 0,1 0-1 0 0,7 12 1612 0 0,4 35-1177 0 0,-10-34-269 0 0,2 3-511 0 0,1 1 0 0 0,0-1 0 0 0,2 0 0 0 0,-1 0 0 0 0,2-1 0 0 0,0 1 0 0 0,1-2 0 0 0,13 18 0 0 0</inkml:trace>
</inkml:ink>
</file>

<file path=ppt/ink/ink1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38.96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 0 6913 0 0,'-8'5'7698'0'0,"8"-4"-7471"0"0,-5 18 3380 0 0,4 29-2136 0 0,1-37-656 0 0,-2 66 372 0 0,10 82 0 0 0,-4-126-1196 0 0,1 0 0 0 0,2-1 0 0 0,1 0 0 0 0,1-1-1 0 0,16 37 1 0 0,-3-31-2443 0 0</inkml:trace>
</inkml:ink>
</file>

<file path=ppt/ink/ink1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39.26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1 395 8754 0 0,'19'-9'416'0'0,"1"-1"0"0"0,-2 0 0 0 0,1-2 0 0 0,-2 0 0 0 0,1-1 0 0 0,-2-1 0 0 0,0-1 0 0 0,28-32 0 0 0,-36 38-211 0 0,0-1 1 0 0,-1 0 0 0 0,0-1 0 0 0,-1 0 0 0 0,0 0 0 0 0,0 0-1 0 0,-2-1 1 0 0,1 1 0 0 0,-1-1 0 0 0,-1 0 0 0 0,0-1 0 0 0,-1 1-1 0 0,0 0 1 0 0,-1-1 0 0 0,0 1 0 0 0,-2-22 0 0 0,1 32-66 0 0,0 0 0 0 0,-1 0 0 0 0,1-1 0 0 0,-1 1 0 0 0,1 0 0 0 0,-1 0 1 0 0,0 0-1 0 0,0 0 0 0 0,0 0 0 0 0,0 0 0 0 0,0 0 0 0 0,-3-3 0 0 0,3 5-50 0 0,0-1 0 0 0,1 0 0 0 0,-1 1 0 0 0,0-1 0 0 0,0 0 0 0 0,0 1 0 0 0,0-1-1 0 0,0 1 1 0 0,0 0 0 0 0,0-1 0 0 0,0 1 0 0 0,0 0 0 0 0,0-1 0 0 0,0 1 0 0 0,0 0 0 0 0,0 0 0 0 0,0 0 0 0 0,0 0-1 0 0,-2 0 1 0 0,0 1 11 0 0,0 0-1 0 0,1 0 0 0 0,-1 0 1 0 0,0 0-1 0 0,0 1 1 0 0,1-1-1 0 0,-1 1 0 0 0,1 0 1 0 0,-1 0-1 0 0,1 0 1 0 0,0 0-1 0 0,0 0 0 0 0,0 0 1 0 0,0 0-1 0 0,0 1 0 0 0,0-1 1 0 0,-1 4-1 0 0,-9 13 56 0 0,1 0 1 0 0,1 1-1 0 0,1 0 0 0 0,1 1 0 0 0,1 0 0 0 0,-6 24 0 0 0,12-39-141 0 0,-1 0-1 0 0,1 0 0 0 0,0 1 1 0 0,1-1-1 0 0,0 0 0 0 0,0 0 1 0 0,0 1-1 0 0,1-1 0 0 0,0 0 1 0 0,0 0-1 0 0,0 0 0 0 0,1 0 1 0 0,0 0-1 0 0,0 0 0 0 0,0 0 1 0 0,1 0-1 0 0,0-1 0 0 0,0 0 1 0 0,1 1-1 0 0,-1-1 1 0 0,1 0-1 0 0,0 0 0 0 0,1-1 1 0 0,-1 0-1 0 0,1 1 0 0 0,6 3 1 0 0,-3-2-109 0 0,0 0 0 0 0,0-1 0 0 0,1 0 1 0 0,0 0-1 0 0,0-1 0 0 0,0-1 0 0 0,1 1 1 0 0,-1-1-1 0 0,16 2 0 0 0,-5-3-771 0 0</inkml:trace>
</inkml:ink>
</file>

<file path=ppt/ink/ink1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39.67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5 8290 0 0,'7'-4'12892'0'0,"-8"11"-10420"0"0,0 2-4403 0 0,12 207 3932 0 0,-14-74-3892 0 0,3-126-3453 0 0</inkml:trace>
</inkml:ink>
</file>

<file path=ppt/ink/ink1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40.25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65 2304 0 0,'12'-18'108'0'0,"4"-23"12283"0"0,-30 37-9054 0 0,14 3-3314 0 0,-1 1 0 0 0,1 0 1 0 0,-1 0-1 0 0,1 0 0 0 0,-1-1 1 0 0,1 1-1 0 0,-1 0 0 0 0,1 0 1 0 0,-1 0-1 0 0,1 0 0 0 0,-1 0 1 0 0,1 0-1 0 0,-1 0 0 0 0,0 0 1 0 0,1 0-1 0 0,-1 0 0 0 0,1 1 1 0 0,-1-1-1 0 0,1 0 0 0 0,-1 0 1 0 0,1 0-1 0 0,-1 1 1 0 0,1-1-1 0 0,-1 0 0 0 0,1 0 1 0 0,0 1-1 0 0,-1-1 0 0 0,1 0 1 0 0,-1 1-1 0 0,1-1 0 0 0,0 1 1 0 0,-1-1-1 0 0,1 0 0 0 0,0 1 1 0 0,-1 0 577 0 0,13 4-1051 0 0,-6-2-1016 0 0</inkml:trace>
</inkml:ink>
</file>

<file path=ppt/ink/ink1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40.75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14 184 3137 0 0,'-13'-21'8144'0'0,"39"11"-3066"0"0,-18 8-5694 0 0,94-22 2826 0 0,119-12-1 0 0,76-16 401 0 0,-250 39-2407 0 0,-31 7-102 0 0,0 1 1 0 0,0 1-1 0 0,0 0 1 0 0,0 1-1 0 0,1 1 1 0 0,30 0-1 0 0,-46 3-87 0 0,0-1 0 0 0,0 0 1 0 0,0 1-1 0 0,0-1 0 0 0,0 1 0 0 0,-1-1 0 0 0,1 1 1 0 0,0-1-1 0 0,0 1 0 0 0,-1 0 0 0 0,1-1 0 0 0,0 1 0 0 0,-1 0 1 0 0,1 0-1 0 0,0 0 0 0 0,-1-1 0 0 0,1 1 0 0 0,-1 0 1 0 0,1 0-1 0 0,-1 0 0 0 0,0 0 0 0 0,1 0 0 0 0,-1 0 1 0 0,0 0-1 0 0,0 0 0 0 0,0 0 0 0 0,0 0 0 0 0,0 0 0 0 0,0 0 1 0 0,0 1-1 0 0,-1 39 123 0 0,0-29-71 0 0,0 70-46 0 0,4 0 0 0 0,23 142 1 0 0,55 158 20 0 0,-34-182-34 0 0,-40-169-33 0 0,-1 0-1 0 0,-2 0 1 0 0,2 53-1 0 0,-6-76 19 0 0,-1 1 0 0 0,1 0-1 0 0,-2-1 1 0 0,1 1 0 0 0,-1-1-1 0 0,0 0 1 0 0,-1 0 0 0 0,0 1-1 0 0,0-2 1 0 0,-1 1 0 0 0,0 0-1 0 0,0-1 1 0 0,-1 1 0 0 0,0-1-1 0 0,0-1 1 0 0,-1 1 0 0 0,0-1-1 0 0,-9 8 1 0 0,4-5-54 0 0,-1 0-1 0 0,0-2 0 0 0,0 1 1 0 0,-1-1-1 0 0,0-1 1 0 0,0 0-1 0 0,-1-1 1 0 0,-23 5-1 0 0,17-6 37 0 0,0-1 1 0 0,0-1-1 0 0,-1-1 0 0 0,1-1 0 0 0,-33-4 1 0 0,-147-23-596 0 0,69-5-3974 0 0,101 22-2147 0 0</inkml:trace>
</inkml:ink>
</file>

<file path=ppt/ink/ink1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40.97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 0 1376 0 0,'-2'5'569'0'0,"0"0"1"0"0,1 0-1 0 0,0-1 0 0 0,-1 1 0 0 0,2 0 0 0 0,-1 1 0 0 0,0-1 1 0 0,1 0-1 0 0,0 0 0 0 0,1 6 0 0 0,-1 4-31 0 0,10 325 9277 0 0,-1-193-7529 0 0,-4-26-1081 0 0,6 103 219 0 0,4-76-3298 0 0,-11-126-5682 0 0</inkml:trace>
</inkml:ink>
</file>

<file path=ppt/ink/ink1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41.36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32 6 11522 0 0,'-31'-5'1358'0'0,"42"15"2651"0"0,-2-1-3374 0 0,33 24 441 0 0,-1 1 1 0 0,-2 3-1 0 0,38 44 1 0 0,-35-29-913 0 0,-2 2 0 0 0,-2 1 0 0 0,-2 2 0 0 0,30 68 0 0 0,-51-91-151 0 0,-1 2-1 0 0,-1 0 1 0 0,-3 0 0 0 0,0 1-1 0 0,-3 0 1 0 0,-1 1-1 0 0,-2 0 1 0 0,-1 0 0 0 0,-2 0-1 0 0,-7 69 1 0 0,-1-62-45 0 0,-1 0 0 0 0,-2-1-1 0 0,-3 0 1 0 0,-1-1 0 0 0,-2 0 0 0 0,-2-1 0 0 0,-1-1 0 0 0,-43 65-1 0 0,-62 63-1043 0 0,90-128 233 0 0</inkml:trace>
</inkml:ink>
</file>

<file path=ppt/ink/ink1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42.34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10594 0 0,'3'2'3879'0'0,"10"18"-2021"0"0,1 21-1085 0 0,-2 1 0 0 0,-2 1 0 0 0,-1 0 0 0 0,3 65 1 0 0,3 5 17 0 0,7 79 138 0 0,-22-192-933 0 0,0 1 0 0 0,0-1 1 0 0,0 0-1 0 0,0 0 1 0 0,0 0-1 0 0,0 0 0 0 0,0 0 1 0 0,0 0-1 0 0,0 1 0 0 0,0-1 1 0 0,0 0-1 0 0,0 0 1 0 0,0 0-1 0 0,0 0 0 0 0,0 0 1 0 0,1 0-1 0 0,-1 1 0 0 0,0-1 1 0 0,0 0-1 0 0,0 0 1 0 0,0 0-1 0 0,0 0 0 0 0,0 0 1 0 0,0 0-1 0 0,0 0 0 0 0,0 0 1 0 0,0 1-1 0 0,0-1 1 0 0,1 0-1 0 0,-1 0 0 0 0,0 0 1 0 0,0 0-1 0 0,0 0 0 0 0,0 0 1 0 0,0 0-1 0 0,0 0 0 0 0,0 0 1 0 0,1 0-1 0 0,-1 0 1 0 0,0 0-1 0 0,0 0 0 0 0,0 0 1 0 0,0 0-1 0 0,0 0 0 0 0,0 0 1 0 0,1 0-1 0 0,-1 0 1 0 0,0 0-1 0 0,0 0 0 0 0,0 0 1 0 0,0 0-1 0 0,0 0 0 0 0,0 0 1 0 0,1 0-1 0 0,-1 0 1 0 0,0 0-1 0 0,0 0 0 0 0,0 0 1 0 0,9-10-138 0 0,5-14 8 0 0,105-272-609 0 0,-116 287 788 0 0,5-16 310 0 0,20-45 1 0 0,-25 65-268 0 0,-1 0 0 0 0,1 0 1 0 0,0 0-1 0 0,1 0 1 0 0,-1 0-1 0 0,1 1 1 0 0,0-1-1 0 0,0 1 1 0 0,0 0-1 0 0,1 0 1 0 0,-1 0-1 0 0,1 1 1 0 0,0 0-1 0 0,8-4 1 0 0,-12 7-74 0 0,1-1 0 0 0,-1 1 0 0 0,1 0 0 0 0,-1 0 1 0 0,1 0-1 0 0,-1 0 0 0 0,1 0 0 0 0,-1 0 1 0 0,1 0-1 0 0,-1 0 0 0 0,1 1 0 0 0,-1-1 0 0 0,1 1 1 0 0,-1-1-1 0 0,1 1 0 0 0,-1-1 0 0 0,0 1 1 0 0,1 0-1 0 0,-1 0 0 0 0,0 0 0 0 0,1-1 1 0 0,-1 1-1 0 0,0 1 0 0 0,0-1 0 0 0,0 0 0 0 0,0 0 1 0 0,0 0-1 0 0,0 0 0 0 0,0 1 0 0 0,-1-1 1 0 0,1 0-1 0 0,0 1 0 0 0,0 2 0 0 0,5 8 31 0 0,-2 0 1 0 0,1 0-1 0 0,2 14 0 0 0,-3-13-10 0 0,33 142-10 0 0,-26-100-944 0 0,3-2 0 0 0,27 73-1 0 0,-34-109 898 0 0</inkml:trace>
</inkml:ink>
</file>

<file path=ppt/ink/ink1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42.6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5 181 4609 0 0,'-4'0'13339'0'0,"8"14"-13162"0"0,0 0-1 0 0,2 0 1 0 0,0 0 0 0 0,0-1-1 0 0,1 0 1 0 0,1 0 0 0 0,12 16-1 0 0,-17-26-142 0 0,0 1 0 0 0,-1-1 0 0 0,1 0 0 0 0,1-1-1 0 0,-1 1 1 0 0,0-1 0 0 0,1 1 0 0 0,-1-1 0 0 0,1 0-1 0 0,0 0 1 0 0,0 0 0 0 0,0-1 0 0 0,7 2 0 0 0,-8-2 19 0 0,1-1 0 0 0,-1 0 1 0 0,1 0-1 0 0,-1-1 0 0 0,0 1 1 0 0,1-1-1 0 0,-1 1 0 0 0,1-1 0 0 0,-1 0 1 0 0,0-1-1 0 0,1 1 0 0 0,-1 0 0 0 0,0-1 1 0 0,0 0-1 0 0,0 0 0 0 0,0 0 1 0 0,0 0-1 0 0,-1 0 0 0 0,4-3 0 0 0,-1-1-8 0 0,0 1 0 0 0,-1-1-1 0 0,1 0 1 0 0,-1 0 0 0 0,0-1 0 0 0,-1 1-1 0 0,0-1 1 0 0,0 0 0 0 0,0 0-1 0 0,-1 0 1 0 0,0 0 0 0 0,0 0-1 0 0,-1 0 1 0 0,0-1 0 0 0,0 1-1 0 0,-1 0 1 0 0,1-1 0 0 0,-2 1-1 0 0,1-1 1 0 0,-3-10 0 0 0,2 8 8 0 0,-1 0 0 0 0,-1 0 0 0 0,1 0 1 0 0,-1 1-1 0 0,-1-1 0 0 0,0 1 0 0 0,0 0 0 0 0,-1 0 1 0 0,0 0-1 0 0,-1 0 0 0 0,0 1 0 0 0,0 0 0 0 0,-1 0 1 0 0,-10-9-1 0 0,15 15-156 0 0,0 0 0 0 0,-1 1-1 0 0,1-1 1 0 0,-1 1 0 0 0,1-1 0 0 0,-1 1 0 0 0,1 0 0 0 0,-1 0 0 0 0,0 0-1 0 0,0 0 1 0 0,1 1 0 0 0,-1-1 0 0 0,-4 0 0 0 0,4 2-178 0 0,1-1-1 0 0,-1 0 1 0 0,1 1 0 0 0,0-1-1 0 0,-1 1 1 0 0,1-1 0 0 0,0 1-1 0 0,0 0 1 0 0,0 0 0 0 0,-1 0-1 0 0,1 0 1 0 0,0 1 0 0 0,0-1-1 0 0,0 0 1 0 0,1 1 0 0 0,-4 2-1 0 0</inkml:trace>
</inkml:ink>
</file>

<file path=ppt/ink/ink1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43.1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263 7 8290 0 0,'-7'-2'568'0'0,"0"0"1"0"0,0 1-1 0 0,0 0 0 0 0,0 1 1 0 0,0 0-1 0 0,-1 0 1 0 0,1 0-1 0 0,0 1 1 0 0,0 0-1 0 0,0 1 0 0 0,-12 3 1 0 0,6-1 41 0 0,0 1-1 0 0,0 0 1 0 0,1 1 0 0 0,0 1 0 0 0,-13 9-1 0 0,18-11-448 0 0,0 1-1 0 0,1 1 0 0 0,0-1 1 0 0,0 1-1 0 0,1 0 0 0 0,0 0 0 0 0,0 1 1 0 0,0-1-1 0 0,1 1 0 0 0,0 0 1 0 0,1 0-1 0 0,0 1 0 0 0,0-1 1 0 0,1 1-1 0 0,0-1 0 0 0,0 1 0 0 0,1 0 1 0 0,0 14-1 0 0,0-10-145 0 0,1 0 0 0 0,1 0-1 0 0,0-1 1 0 0,1 1 0 0 0,0-1 0 0 0,1 1 0 0 0,0-1-1 0 0,1 0 1 0 0,0 0 0 0 0,1 0 0 0 0,1 0 0 0 0,9 15-1 0 0,-13-24-132 0 0,1 1 0 0 0,0-1-1 0 0,0 0 1 0 0,0 0 0 0 0,0 0-1 0 0,0 0 1 0 0,5 2-1 0 0,16 7-5447 0 0,-2-5-1102 0 0</inkml:trace>
</inkml:ink>
</file>

<file path=ppt/ink/ink1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43.40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27 0 1840 0 0,'-17'7'10829'0'0,"15"-5"-10259"0"0,-6 19 3802 0 0,8 27-3332 0 0,1-42-343 0 0,1 28-150 0 0,11 101 587 0 0,-10-117-1100 0 0,1 0 1 0 0,0 0 0 0 0,1-1-1 0 0,1 0 1 0 0,10 21 0 0 0,-14-34-158 0 0,0 0 1 0 0,1 0 0 0 0,-1-1 0 0 0,1 1-1 0 0,0-1 1 0 0,0 0 0 0 0,0 0 0 0 0,6 6-1 0 0,10 0-5278 0 0</inkml:trace>
</inkml:ink>
</file>

<file path=ppt/ink/ink1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43.9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4 286 7834 0 0,'0'0'97'0'0,"-1"1"1"0"0,1 0 0 0 0,0 0 0 0 0,-1 0 0 0 0,1-1-1 0 0,0 1 1 0 0,-1 0 0 0 0,1 0 0 0 0,0 0-1 0 0,0 0 1 0 0,0 0 0 0 0,0-1 0 0 0,0 1-1 0 0,0 0 1 0 0,0 0 0 0 0,0 0 0 0 0,0 0 0 0 0,0 0-1 0 0,0 0 1 0 0,1-1 0 0 0,-1 1 0 0 0,0 0-1 0 0,1 0 1 0 0,-1 0 0 0 0,0 0 0 0 0,1-1-1 0 0,-1 1 1 0 0,1 0 0 0 0,0-1 0 0 0,-1 1 0 0 0,1 0-1 0 0,-1-1 1 0 0,1 1 0 0 0,0-1 0 0 0,1 2-1 0 0,0 1 97 0 0,1-1-1 0 0,0 1 0 0 0,1-1 1 0 0,-1 0-1 0 0,0 0 0 0 0,7 3 1 0 0,0-1 251 0 0,0-1 0 0 0,0 0-1 0 0,0-1 1 0 0,0 0 0 0 0,1-1 0 0 0,-1 0 0 0 0,0-1 0 0 0,1 0 0 0 0,-1-1 0 0 0,0 0 0 0 0,1 0 0 0 0,-1-1 0 0 0,0 0-1 0 0,13-5 1 0 0,-13 3-359 0 0,-1-1-1 0 0,0 0 1 0 0,1 0-1 0 0,-2-1 0 0 0,1 0 1 0 0,-1-1-1 0 0,1 0 1 0 0,-2 0-1 0 0,1 0 1 0 0,-1-1-1 0 0,0 0 1 0 0,-1-1-1 0 0,11-18 0 0 0,-6 5-926 0 0,-1 0 0 0 0,-1-1 0 0 0,-1-1 0 0 0,8-40 0 0 0,-10 39-1438 0 0,5-8-1645 0 0,-6 21 69 0 0</inkml:trace>
</inkml:ink>
</file>

<file path=ppt/ink/ink1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44.16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56 0 7370 0 0,'-14'14'1485'0'0,"11"-11"-231"0"0,1 0-1 0 0,-1 0 1 0 0,1 1-1 0 0,0-1 0 0 0,0 1 1 0 0,1-1-1 0 0,-1 1 1 0 0,-1 5-1 0 0,-1 8-1278 0 0,-2 12 257 0 0,1 1 1 0 0,1 0-1 0 0,2 0 1 0 0,2 0-1 0 0,0 0 0 0 0,2-1 1 0 0,1 1-1 0 0,1 0 1 0 0,2-1-1 0 0,13 40 1 0 0,-1-31-1443 0 0,-9-22-52 0 0</inkml:trace>
</inkml:ink>
</file>

<file path=ppt/ink/ink1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44.51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95 5529 0 0,'7'-4'696'0'0,"0"1"0"0"0,1 0 0 0 0,-1 1 0 0 0,0 0 0 0 0,1 0 0 0 0,0 0-1 0 0,-1 1 1 0 0,1 0 0 0 0,0 0 0 0 0,0 1 0 0 0,-1 0 0 0 0,1 1 0 0 0,13 2 0 0 0,-15-2-339 0 0,1 1 0 0 0,0 1 0 0 0,-1-1 0 0 0,0 1-1 0 0,1 0 1 0 0,-1 1 0 0 0,0-1 0 0 0,0 1 0 0 0,-1 1 0 0 0,1-1 0 0 0,-1 1 0 0 0,0-1 0 0 0,0 2 0 0 0,-1-1 0 0 0,6 9 0 0 0,2 6-19 0 0,0 0-1 0 0,-2 1 1 0 0,-1 1-1 0 0,9 30 1 0 0,9 20-105 0 0,-33-89-353 0 0,1-1 1 0 0,0 0 0 0 0,1 1 0 0 0,1-2 0 0 0,1 1 0 0 0,1 0-1 0 0,0 0 1 0 0,1 0 0 0 0,1-1 0 0 0,7-35 0 0 0,-1 25-2175 0 0,12-32 0 0 0,-8 32-4037 0 0</inkml:trace>
</inkml:ink>
</file>

<file path=ppt/ink/ink1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44.92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0 122 6913 0 0,'1'-1'287'0'0,"0"0"0"0"0,0 0 0 0 0,0 0 0 0 0,0 0 0 0 0,0 1 0 0 0,0-1-1 0 0,0 0 1 0 0,0 1 0 0 0,0-1 0 0 0,0 0 0 0 0,0 1 0 0 0,1-1-1 0 0,-1 1 1 0 0,0 0 0 0 0,0-1 0 0 0,1 1 0 0 0,-1 0 0 0 0,0 0-1 0 0,0 0 1 0 0,1 0 0 0 0,-1 0 0 0 0,0 0 0 0 0,2 0 0 0 0,-1 1-35 0 0,0 0 0 0 0,0 0 0 0 0,0 0 0 0 0,0 0 0 0 0,0 0 0 0 0,-1 1 0 0 0,1-1 1 0 0,0 0-1 0 0,-1 1 0 0 0,1 0 0 0 0,-1-1 0 0 0,3 4 0 0 0,3 7 149 0 0,0 0 0 0 0,-1 0 0 0 0,8 22 1 0 0,-8-21 105 0 0,27 58 543 0 0,-15-34-536 0 0,-1 0-1 0 0,14 51 1 0 0,-26-75 319 0 0,-5-28-121 0 0,-1 0-753 0 0,-1-21-321 0 0,2 0-1 0 0,1-1 0 0 0,2 1 0 0 0,12-54 1 0 0,-11 75-517 0 0,1 0 1 0 0,0 1-1 0 0,1-1 1 0 0,0 1 0 0 0,13-21-1 0 0,-13 27-211 0 0,0 0-1 0 0,0 0 1 0 0,1 0-1 0 0,0 1 1 0 0,0 0-1 0 0,1 0 1 0 0,0 1-1 0 0,0 0 1 0 0,13-7-1 0 0,-5 4 895 0 0</inkml:trace>
</inkml:ink>
</file>

<file path=ppt/ink/ink1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45.47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1 102 456 0 0,'4'12'-626'0'0,"18"41"7273"0"0,-21-49-6113 0 0,1-1 0 0 0,0 0 1 0 0,0 0-1 0 0,0 0 0 0 0,0 0 1 0 0,1 0-1 0 0,-1-1 0 0 0,1 1 1 0 0,0-1-1 0 0,0 1 0 0 0,0-1 1 0 0,5 3-1 0 0,-7-5-499 0 0,1 1 1 0 0,-1-1-1 0 0,0 0 1 0 0,1 0-1 0 0,-1 0 1 0 0,0 0-1 0 0,1 0 1 0 0,-1 0-1 0 0,1-1 0 0 0,-1 1 1 0 0,0 0-1 0 0,1-1 1 0 0,-1 1-1 0 0,0-1 1 0 0,0 1-1 0 0,1-1 1 0 0,-1 1-1 0 0,0-1 1 0 0,0 0-1 0 0,0 0 1 0 0,0 0-1 0 0,0 0 0 0 0,0 0 1 0 0,0 0-1 0 0,0 0 1 0 0,0 0-1 0 0,0 0 1 0 0,0 0-1 0 0,-1 0 1 0 0,2-2-1 0 0,19-39 102 0 0,-17 30-134 0 0,1-1 0 0 0,-2 0-1 0 0,3-18 1 0 0,-5 27 24 0 0,0-1 0 0 0,-1 1 0 0 0,0-1 1 0 0,0 1-1 0 0,0-1 0 0 0,0 1 0 0 0,-1-1 0 0 0,0 1 0 0 0,0 0 0 0 0,0-1 1 0 0,0 1-1 0 0,0 0 0 0 0,-5-8 0 0 0,6 12-31 0 0,0-1 1 0 0,0 1-1 0 0,-1-1 0 0 0,1 1 1 0 0,0-1-1 0 0,0 1 0 0 0,-1-1 1 0 0,1 1-1 0 0,0 0 0 0 0,-1-1 1 0 0,1 1-1 0 0,-1 0 0 0 0,1-1 1 0 0,0 1-1 0 0,-1 0 0 0 0,1-1 1 0 0,-1 1-1 0 0,1 0 0 0 0,-1 0 1 0 0,1 0-1 0 0,-1-1 0 0 0,1 1 1 0 0,-1 0-1 0 0,1 0 0 0 0,-1 0 1 0 0,1 0-1 0 0,-1 0 0 0 0,1 0 1 0 0,-1 0-1 0 0,1 0 0 0 0,-1 0 1 0 0,1 0-1 0 0,-1 0 0 0 0,1 0 1 0 0,-2 1-1 0 0,-11 16-517 0 0,-2 27-273 0 0,10-15 750 0 0,-4 40 0 0 0,9-59 138 0 0,-1 1-1 0 0,2-1 0 0 0,-1 1 1 0 0,1-1-1 0 0,1 1 0 0 0,0-1 0 0 0,4 13 1 0 0,-5-21-74 0 0,-1 0-1 0 0,1-1 1 0 0,0 1 0 0 0,0-1 0 0 0,-1 0 0 0 0,1 1-1 0 0,0-1 1 0 0,0 1 0 0 0,0-1 0 0 0,0 0 0 0 0,1 0-1 0 0,-1 0 1 0 0,0 0 0 0 0,1 0 0 0 0,-1 0 0 0 0,0 0-1 0 0,1 0 1 0 0,-1 0 0 0 0,1-1 0 0 0,-1 1 0 0 0,1-1-1 0 0,2 2 1 0 0,0-2-5 0 0,0 0-1 0 0,-1 0 0 0 0,1 0 0 0 0,0 0 1 0 0,0 0-1 0 0,-1-1 0 0 0,1 0 1 0 0,0 0-1 0 0,6-2 0 0 0,6-4-153 0 0,-1 0 0 0 0,0-2 0 0 0,20-13 0 0 0,-32 21 85 0 0,32-26-930 0 0,0-1-1 0 0,55-59 1 0 0,-58 55 973 0 0,-30 29 158 0 0,0 1 0 0 0,0 0-1 0 0,0 0 1 0 0,1 0 0 0 0,-1 0-1 0 0,1 1 1 0 0,-1-1 0 0 0,1 0-1 0 0,0 1 1 0 0,-1 0 0 0 0,1 0-1 0 0,0 0 1 0 0,5-1 0 0 0,-7 2 13 0 0,1 0 1 0 0,-1 0 0 0 0,0 1-1 0 0,1-1 1 0 0,-1 1-1 0 0,0-1 1 0 0,0 1-1 0 0,1-1 1 0 0,-1 1 0 0 0,0 0-1 0 0,0 0 1 0 0,0 0-1 0 0,0-1 1 0 0,0 1-1 0 0,0 0 1 0 0,0 0 0 0 0,0 0-1 0 0,0 1 1 0 0,-1-1-1 0 0,1 0 1 0 0,0 0-1 0 0,-1 0 1 0 0,1 1 0 0 0,-1-1-1 0 0,1 0 1 0 0,-1 0-1 0 0,1 1 1 0 0,-1-1-1 0 0,0 0 1 0 0,0 1 0 0 0,0-1-1 0 0,0 2 1 0 0,11 67 2636 0 0,6 30-1788 0 0,-14-91-1094 0 0,-1 0 1 0 0,2 0-1 0 0,-1 0 0 0 0,1 0 0 0 0,0 0 0 0 0,1-1 1 0 0,0 0-1 0 0,6 8 0 0 0,-6-15-2107 0 0,-5-1 2121 0 0,9-12-2387 0 0,3-17 810 0 0,-10 23 1176 0 0,16-42-566 0 0,26-61 1572 0 0,-39 98-108 0 0,2-1-1 0 0,-1 1 1 0 0,2 0 0 0 0,-1 0 0 0 0,1 1-1 0 0,16-16 1 0 0,-21 24-259 0 0,0-1 0 0 0,0 1 0 0 0,0-1 0 0 0,1 1 0 0 0,-1 0 0 0 0,1 0 0 0 0,-1 1 0 0 0,1-1 0 0 0,-1 1 0 0 0,1 0 0 0 0,0-1 0 0 0,0 2 0 0 0,0-1 0 0 0,0 0 0 0 0,-1 1 0 0 0,7 0 0 0 0,-4 0-24 0 0,0 1-1 0 0,0 0 1 0 0,-1 1-1 0 0,1-1 1 0 0,-1 1 0 0 0,1 0-1 0 0,-1 1 1 0 0,0-1-1 0 0,0 1 1 0 0,6 4-1 0 0,8 8 27 0 0,0 1 0 0 0,-2 0-1 0 0,0 2 1 0 0,20 24-1 0 0,-26-29-161 0 0,17 17-660 0 0,-5-14-5622 0 0,-7-7-457 0 0</inkml:trace>
</inkml:ink>
</file>

<file path=ppt/ink/ink1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45.6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0 13827 0 0,'1'62'5630'0'0,"-1"47"-3052"0"0,-8 158-1273 0 0,18-133-2288 0 0,15-4-4977 0 0,-16-99-1091 0 0</inkml:trace>
</inkml:ink>
</file>

<file path=ppt/ink/ink1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45.89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4 199 13827 0 0,'-4'0'1839'0'0,"7"-5"-485"0"0,15-14 242 0 0,29-20-465 0 0,-25 24-936 0 0,2 0 1 0 0,0 2-1 0 0,0 0 0 0 0,34-11 1 0 0,107-24-4667 0 0,-136 41 4077 0 0</inkml:trace>
</inkml:ink>
</file>

<file path=ppt/ink/ink1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49.9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1 16588 0 0,'0'3'471'0'0,"-1"1"0"0"0,1-1 1 0 0,0 1-1 0 0,0 0 0 0 0,0-1 1 0 0,0 1-1 0 0,2 3 0 0 0,13 48 527 0 0,-10-41-621 0 0,-4-8-371 0 0,38 105-203 0 0,-33-97-1884 0 0,1 1-1 0 0,15 22 1 0 0,-12-24-1879 0 0,0-6-144 0 0</inkml:trace>
</inkml:ink>
</file>

<file path=ppt/ink/ink1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50.11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 28 9218 0 0,'-1'0'95'0'0,"0"0"0"0"0,0 0 0 0 0,0-1 0 0 0,0 1 0 0 0,0 0 0 0 0,0-1 0 0 0,1 1 0 0 0,-1-1 0 0 0,0 1 0 0 0,0-1 0 0 0,0 1 0 0 0,1-1 0 0 0,-1 1 0 0 0,0-1 0 0 0,1 0 0 0 0,-1 1 0 0 0,1-1 0 0 0,-1 0 0 0 0,5-10 3994 0 0,-4 11-3922 0 0,1 0-1 0 0,0-1 1 0 0,21-5 2811 0 0,-8 6-5773 0 0,-10 2 2007 0 0,0-1 0 0 0,0 1-1 0 0,0 1 1 0 0,-1-1 0 0 0,1 0-1 0 0,0 1 1 0 0,-1 0 0 0 0,4 4-1 0 0,-3-4 211 0 0,9 9-1823 0 0</inkml:trace>
</inkml:ink>
</file>

<file path=ppt/ink/ink1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50.46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1 108 10138 0 0,'2'-5'308'0'0,"1"0"0"0"0,0 0-1 0 0,1 0 1 0 0,-1 0 0 0 0,1 0-1 0 0,0 1 1 0 0,0 0 0 0 0,7-6 0 0 0,-9 9-264 0 0,-1 0 1 0 0,0 0-1 0 0,0 0 1 0 0,1 0-1 0 0,-1 1 1 0 0,1-1 0 0 0,-1 1-1 0 0,0-1 1 0 0,1 1-1 0 0,-1-1 1 0 0,1 1-1 0 0,-1 0 1 0 0,1 0 0 0 0,0 0-1 0 0,-1 0 1 0 0,1 0-1 0 0,-1 0 1 0 0,1 0-1 0 0,-1 0 1 0 0,1 1 0 0 0,-1-1-1 0 0,1 0 1 0 0,-1 1-1 0 0,0 0 1 0 0,1-1-1 0 0,-1 1 1 0 0,1 0 0 0 0,-1-1-1 0 0,0 1 1 0 0,0 0-1 0 0,1 0 1 0 0,-1 0-1 0 0,0 0 1 0 0,0 0-1 0 0,0 1 1 0 0,0-1 0 0 0,0 0-1 0 0,0 2 1 0 0,7 8 287 0 0,-1 1-1 0 0,-1-1 1 0 0,0 1 0 0 0,6 19 0 0 0,-9-20-156 0 0,1-1 1 0 0,1 0-1 0 0,-1 0 1 0 0,1 0-1 0 0,1-1 1 0 0,0 0 0 0 0,12 14-1 0 0,-18-22-196 0 0,1 0 1 0 0,0 0-1 0 0,-1-1 0 0 0,1 1 0 0 0,0 0 1 0 0,-1-1-1 0 0,1 1 0 0 0,0-1 0 0 0,0 1 1 0 0,-1-1-1 0 0,1 1 0 0 0,0-1 0 0 0,0 0 1 0 0,0 1-1 0 0,0-1 0 0 0,0 0 0 0 0,0 0 1 0 0,0 1-1 0 0,0-1 0 0 0,0 0 0 0 0,0 0 1 0 0,-1 0-1 0 0,1 0 0 0 0,0 0 0 0 0,0 0 1 0 0,0-1-1 0 0,0 1 0 0 0,0 0 0 0 0,0 0 1 0 0,0-1-1 0 0,0 1 0 0 0,0 0 0 0 0,-1-1 1 0 0,1 1-1 0 0,0-1 0 0 0,0 1 0 0 0,0-1 1 0 0,-1 0-1 0 0,1 1 0 0 0,0-1 0 0 0,-1 0 1 0 0,1 1-1 0 0,0-1 0 0 0,-1 0 0 0 0,1 0 1 0 0,-1 0-1 0 0,0 1 0 0 0,1-1 0 0 0,-1 0 1 0 0,1-2-1 0 0,4-7-457 0 0,-1 0 0 0 0,0 0 0 0 0,3-19 1 0 0,-2 11 380 0 0,3-7-4 0 0,17-47 1208 0 0,-22 67-804 0 0,-1 0 1 0 0,0 1-1 0 0,1-1 0 0 0,0 1 0 0 0,0 0 0 0 0,0-1 0 0 0,0 1 0 0 0,1 1 0 0 0,0-1 0 0 0,-1 0 0 0 0,7-3 0 0 0,-9 6-238 0 0,0 1-1 0 0,1-1 0 0 0,-1 1 1 0 0,0-1-1 0 0,0 1 1 0 0,0 0-1 0 0,0 0 1 0 0,1 0-1 0 0,-1 0 1 0 0,0-1-1 0 0,0 1 1 0 0,1 1-1 0 0,-1-1 1 0 0,0 0-1 0 0,0 0 0 0 0,0 0 1 0 0,1 1-1 0 0,-1-1 1 0 0,0 0-1 0 0,0 1 1 0 0,0 0-1 0 0,0-1 1 0 0,0 1-1 0 0,0-1 1 0 0,0 1-1 0 0,0 0 0 0 0,0 0 1 0 0,0-1-1 0 0,0 1 1 0 0,0 0-1 0 0,-1 0 1 0 0,2 2-1 0 0,25 39 454 0 0,-19-28-381 0 0,-2-4-505 0 0,16 22 570 0 0,-2-15-6515 0 0</inkml:trace>
</inkml:ink>
</file>

<file path=ppt/ink/ink1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50.69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0 128 8722 0 0,'0'-18'-19'0'0,"2"-40"2504"0"0,-2 55-1865 0 0,1-1 0 0 0,-1 1-1 0 0,1-1 1 0 0,0 1 0 0 0,0-1 0 0 0,1 1 0 0 0,-1-1-1 0 0,1 1 1 0 0,-1 0 0 0 0,1 0 0 0 0,0-1 0 0 0,4-3-1 0 0,-5 6-551 0 0,-1 1-1 0 0,1-1 0 0 0,0 1 1 0 0,-1 0-1 0 0,1 0 0 0 0,0-1 1 0 0,-1 1-1 0 0,1 0 0 0 0,0 0 1 0 0,-1 0-1 0 0,1 0 0 0 0,0 0 1 0 0,-1 0-1 0 0,1 0 0 0 0,0 0 1 0 0,0 0-1 0 0,-1 0 0 0 0,1 0 0 0 0,0 0 1 0 0,-1 0-1 0 0,1 1 0 0 0,0-1 1 0 0,-1 0-1 0 0,1 0 0 0 0,-1 1 1 0 0,1-1-1 0 0,0 0 0 0 0,-1 1 1 0 0,1-1-1 0 0,-1 1 0 0 0,1-1 1 0 0,-1 1-1 0 0,1-1 0 0 0,-1 1 1 0 0,1-1-1 0 0,-1 1 0 0 0,0 0 1 0 0,1-1-1 0 0,-1 1 0 0 0,0-1 0 0 0,1 1 1 0 0,-1 0-1 0 0,0 0 0 0 0,15 30 458 0 0,2 19-130 0 0,12 66 1 0 0,11 33-709 0 0,-11-71-1296 0 0,-20-56 204 0 0</inkml:trace>
</inkml:ink>
</file>

<file path=ppt/ink/ink1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50.91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16 124 7370 0 0,'0'0'62'0'0,"-1"0"-1"0"0,1 0 1 0 0,-1 0 0 0 0,1 0 0 0 0,-1 1 0 0 0,1-1 0 0 0,-1 0 0 0 0,1 0 0 0 0,-1 0 0 0 0,1 0 0 0 0,-1 0 0 0 0,1 0 0 0 0,0 0 0 0 0,-1 0 0 0 0,1-1-1 0 0,-1 1 1 0 0,1 0 0 0 0,-1 0 0 0 0,1 0 0 0 0,-1 0 0 0 0,1-1 0 0 0,0 1 0 0 0,-1 0 0 0 0,1 0 0 0 0,-1-1 0 0 0,1 1 0 0 0,0 0 0 0 0,-1-1 0 0 0,1 1 0 0 0,0 0-1 0 0,-1-1 1 0 0,1 1 0 0 0,0-1 0 0 0,0 1 0 0 0,-1 0 0 0 0,1-1 0 0 0,0 1 0 0 0,0-1 0 0 0,0 1 0 0 0,0-1 0 0 0,0 0 0 0 0,0-1 147 0 0,1 1 1 0 0,0-1-1 0 0,0 0 1 0 0,0 1-1 0 0,0-1 1 0 0,0 0 0 0 0,0 1-1 0 0,0 0 1 0 0,1-1-1 0 0,2-1 1 0 0,43-34 1853 0 0,-35 29-1947 0 0,1 1-1 0 0,0 0 1 0 0,0 1-1 0 0,14-5 1 0 0,-11 6-693 0 0,-1 1 1 0 0,1 0-1 0 0,1 2 0 0 0,-1-1 1 0 0,30 1-1 0 0,-24 3-299 0 0,0 1 0 0 0,0 0 1 0 0,40 11-1 0 0,20 16 1376 0 0,-56-17-512 0 0</inkml:trace>
</inkml:ink>
</file>

<file path=ppt/ink/ink1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51.40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81 26 1352 0 0,'-7'-4'21034'0'0,"3"7"-20946"0"0,-2 2-78 0 0,0 0 0 0 0,1 1 0 0 0,-1 0 0 0 0,1 0 0 0 0,0 0 0 0 0,0 1 0 0 0,1 0 0 0 0,0 0 0 0 0,0 0 0 0 0,1 0 0 0 0,-1 0 0 0 0,2 1 0 0 0,-1 0 0 0 0,1-1 0 0 0,0 1 0 0 0,1 0 0 0 0,0 0 0 0 0,0 0 0 0 0,0 0 0 0 0,1 0 0 0 0,1 0 0 0 0,-1 0 0 0 0,1 0 0 0 0,1 0 0 0 0,2 9 0 0 0,-2-6 2 0 0,2 0 0 0 0,-1 0 1 0 0,1-1-1 0 0,1 1 1 0 0,0-1-1 0 0,1 0 0 0 0,-1 0 1 0 0,2 0-1 0 0,0-1 1 0 0,0 0-1 0 0,0-1 0 0 0,1 1 1 0 0,0-2-1 0 0,1 1 1 0 0,0-1-1 0 0,0 0 0 0 0,17 9 1 0 0,-22-14-13 0 0,0 0-1 0 0,1 0 1 0 0,0 0 0 0 0,-1-1 0 0 0,1 0 0 0 0,0 0-1 0 0,-1 0 1 0 0,1 0 0 0 0,0-1 0 0 0,0 1-1 0 0,0-1 1 0 0,0-1 0 0 0,-1 1 0 0 0,7-2 0 0 0,-8 1 0 0 0,0 1 1 0 0,-1-2-1 0 0,1 1 1 0 0,-1 0 0 0 0,0 0-1 0 0,1-1 1 0 0,-1 1-1 0 0,0-1 1 0 0,0 0 0 0 0,0 0-1 0 0,0 0 1 0 0,0 0-1 0 0,0 0 1 0 0,-1 0 0 0 0,1 0-1 0 0,-1 0 1 0 0,1-1-1 0 0,-1 1 1 0 0,0-1-1 0 0,0 1 1 0 0,0-1 0 0 0,0 1-1 0 0,-1-1 1 0 0,1 0-1 0 0,-1 1 1 0 0,1-1 0 0 0,-1-3-1 0 0,0-7 25 0 0,0 0 1 0 0,-1 0-1 0 0,0 0 0 0 0,-1 0 0 0 0,0 0 1 0 0,-1 1-1 0 0,-1-1 0 0 0,0 1 0 0 0,-1 0 0 0 0,0 0 1 0 0,0 0-1 0 0,-2 1 0 0 0,-11-18 0 0 0,6 12-41 0 0,0 1 0 0 0,-1 0 0 0 0,-1 1 0 0 0,0 1 0 0 0,-1 0 0 0 0,-1 1-1 0 0,-34-22 1 0 0,20 21-388 0 0,9 12-5853 0 0</inkml:trace>
</inkml:ink>
</file>

<file path=ppt/ink/ink1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46.62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75 3 5985 0 0,'-24'-2'559'0'0,"-4"5"6698"0"0,27-2-6842 0 0,0 0 0 0 0,0-1 0 0 0,0 1-1 0 0,0 0 1 0 0,0 0 0 0 0,-1 0-1 0 0,1-1 1 0 0,1 1 0 0 0,-1 0 0 0 0,0 1-1 0 0,0-1 1 0 0,0 0 0 0 0,0 0 0 0 0,1 0-1 0 0,-1 0 1 0 0,0 3 0 0 0,-4 21-224 0 0,4 21 487 0 0,2 0-1 0 0,11 69 0 0 0,-1-27-443 0 0,67 531-379 0 0,-78-618-23 0 0,3 16 147 0 0,-3-16-68 0 0,0-1 0 0 0,0 0 0 0 0,0 0 0 0 0,0 1 0 0 0,0-1 0 0 0,0 0 0 0 0,0 1 0 0 0,0-1 0 0 0,0 0 0 0 0,0 1 0 0 0,0-1 0 0 0,0 0 0 0 0,0 1 0 0 0,0-1 0 0 0,0 0 0 0 0,0 1 0 0 0,0-1 0 0 0,0 0 0 0 0,0 1 0 0 0,0-1 0 0 0,-1 0 0 0 0,1 1 0 0 0,0-1 0 0 0,0 0 0 0 0,0 0 0 0 0,-1 1 0 0 0,1-1 0 0 0,0 0 0 0 0,0 0 0 0 0,-1 1 0 0 0,1-1 0 0 0,0 0 0 0 0,0 0 0 0 0,-1 0 0 0 0,1 1 0 0 0</inkml:trace>
</inkml:ink>
</file>

<file path=ppt/ink/ink1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46.77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6 154 3225 0 0,'-1'0'212'0'0,"0"-1"0"0"0,1 0 0 0 0,-1 0 0 0 0,1 0 0 0 0,-1 0 0 0 0,1 0 0 0 0,0 0-1 0 0,-1 0 1 0 0,1 0 0 0 0,0 0 0 0 0,0 0 0 0 0,0 0 0 0 0,0 0 0 0 0,0 0 0 0 0,0 0 0 0 0,0-1 0 0 0,0 1 0 0 0,0 0 0 0 0,0 0 0 0 0,0 0 0 0 0,1 0 0 0 0,-1 0 0 0 0,0 0 0 0 0,1 0 0 0 0,-1 0 0 0 0,2-1 0 0 0,11-30 3617 0 0,-10 25-3404 0 0,1 1 0 0 0,1-1 0 0 0,0 1-1 0 0,-1 0 1 0 0,2 1 0 0 0,-1-1 0 0 0,1 1-1 0 0,0 0 1 0 0,0 0 0 0 0,0 0 0 0 0,1 1-1 0 0,9-5 1 0 0,-8 6-446 0 0,-1 0 0 0 0,1 0 1 0 0,0 1-1 0 0,0 0 0 0 0,1 0 0 0 0,-1 1 0 0 0,0 0 1 0 0,0 0-1 0 0,1 1 0 0 0,-1 0 0 0 0,12 2 0 0 0,1 1-1088 0 0</inkml:trace>
</inkml:ink>
</file>

<file path=ppt/ink/ink1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46.99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90 7 4609 0 0,'-19'-6'982'0'0,"-7"6"7920"0"0,25 0-8244 0 0,-1 1 1 0 0,0 0 0 0 0,-10 7 4610 0 0,9-4-4610 0 0,-9 14-1450 0 0,10-11 949 0 0,-1 1 0 0 0,1 0 0 0 0,0 0 0 0 0,1 0-1 0 0,0 0 1 0 0,0 0 0 0 0,0 1 0 0 0,1-1 0 0 0,2 14 0 0 0,15 74 95 0 0,-16-91-222 0 0,2 10-52 0 0,1 0-1 0 0,1 1 1 0 0,0-1-1 0 0,0-1 1 0 0,2 1-1 0 0,15 25 1 0 0,-17-33-472 0 0,1 0 1 0 0,0 0-1 0 0,0 0 1 0 0,12 9-1 0 0,2-1-7048 0 0</inkml:trace>
</inkml:ink>
</file>

<file path=ppt/ink/ink1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47.31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65 7 5985 0 0,'-3'0'555'0'0,"-1"2"1"0"0,1-1-1 0 0,0 0 0 0 0,-1 1 0 0 0,1-1 1 0 0,0 1-1 0 0,0 0 0 0 0,0 0 0 0 0,1 0 0 0 0,-1 0 1 0 0,0 1-1 0 0,1-1 0 0 0,-1 1 0 0 0,1 0 1 0 0,0-1-1 0 0,0 1 0 0 0,0 0 0 0 0,0 0 0 0 0,-1 4 1 0 0,1-1-338 0 0,0-1 1 0 0,1 1-1 0 0,-1 0 0 0 0,1 0 1 0 0,1 0-1 0 0,-1 0 1 0 0,1 1-1 0 0,0-1 1 0 0,0 0-1 0 0,2 9 1 0 0,0-4-200 0 0,0-1 0 0 0,1 1 1 0 0,0-1-1 0 0,0 0 1 0 0,1 0-1 0 0,1 0 1 0 0,0-1-1 0 0,0 1 1 0 0,1-1-1 0 0,0 0 1 0 0,0-1-1 0 0,14 14 1 0 0,-14-17 80 0 0,0-1 0 0 0,0 0 1 0 0,0-1-1 0 0,1 1 1 0 0,0-1-1 0 0,0-1 0 0 0,0 1 1 0 0,0-1-1 0 0,0-1 0 0 0,0 1 1 0 0,1-1-1 0 0,-1 0 1 0 0,0-1-1 0 0,1 0 0 0 0,-1 0 1 0 0,0 0-1 0 0,1-1 1 0 0,13-3-1 0 0,-17 3-70 0 0,1 0 0 0 0,-1 0 1 0 0,0-1-1 0 0,0 1 0 0 0,0-1 0 0 0,0 0 1 0 0,0 0-1 0 0,0 0 0 0 0,0-1 0 0 0,0 1 1 0 0,-1-1-1 0 0,0 0 0 0 0,1 0 0 0 0,-1 0 1 0 0,0 0-1 0 0,0-1 0 0 0,-1 1 0 0 0,1-1 1 0 0,-1 0-1 0 0,0 0 0 0 0,0 0 0 0 0,0 0 1 0 0,0 0-1 0 0,-1 0 0 0 0,1 0 0 0 0,-1-1 1 0 0,0 1-1 0 0,-1-1 0 0 0,1 1 0 0 0,-1 0 1 0 0,0-9-1 0 0,-1 2-19 0 0,-1 1 1 0 0,0-1-1 0 0,-1 1 0 0 0,0 0 1 0 0,-1 0-1 0 0,0 0 1 0 0,0 1-1 0 0,-1-1 0 0 0,0 1 1 0 0,-10-13-1 0 0,11 17-127 0 0,0 0 0 0 0,0 0-1 0 0,0 0 1 0 0,-1 0 0 0 0,1 1 0 0 0,-1-1 0 0 0,0 1-1 0 0,-1 1 1 0 0,1-1 0 0 0,-1 1 0 0 0,0 0-1 0 0,1 0 1 0 0,-1 0 0 0 0,0 1 0 0 0,-1 0-1 0 0,1 0 1 0 0,0 0 0 0 0,-8 0 0 0 0,-3 4-1917 0 0,0 3-4749 0 0</inkml:trace>
</inkml:ink>
</file>

<file path=ppt/ink/ink1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47.8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50 82 5529 0 0,'-4'0'9873'0'0,"1"8"-6611"0"0,-3 12-3186 0 0,-22 93 474 0 0,24-97-495 0 0,2 1 0 0 0,0 0 0 0 0,1 0 0 0 0,1-1 0 0 0,2 19 0 0 0,-2-31-17 0 0,1 0-1 0 0,0 0 0 0 0,-1 0 1 0 0,1 0-1 0 0,1 0 1 0 0,-1 0-1 0 0,0-1 0 0 0,1 1 1 0 0,0 0-1 0 0,0-1 1 0 0,0 0-1 0 0,0 1 0 0 0,1-1 1 0 0,-1 0-1 0 0,1 0 1 0 0,0 0-1 0 0,0 0 0 0 0,0-1 1 0 0,0 1-1 0 0,0-1 1 0 0,1 0-1 0 0,4 3 0 0 0,-5-4 0 0 0,1 0 0 0 0,0 0 0 0 0,-1 0 0 0 0,1-1 0 0 0,0 1-1 0 0,0-1 1 0 0,-1 0 0 0 0,1 0 0 0 0,0 0 0 0 0,0-1 0 0 0,-1 1-1 0 0,1-1 1 0 0,0 0 0 0 0,-1 0 0 0 0,1 0 0 0 0,-1 0 0 0 0,1-1 0 0 0,-1 0-1 0 0,1 1 1 0 0,-1-1 0 0 0,0 0 0 0 0,0-1 0 0 0,5-3 0 0 0,-3 1-84 0 0,1-1 0 0 0,-1 1 0 0 0,0-1 0 0 0,0 0 0 0 0,-1-1 0 0 0,1 1 0 0 0,-2-1-1 0 0,7-12 1 0 0,-2-3-405 0 0,9-36 0 0 0,-11 37 451 0 0,-6 21 14 0 0,0-1 0 0 0,0 1 0 0 0,0 0 1 0 0,0-1-1 0 0,0 1 0 0 0,0 0 0 0 0,0-1 0 0 0,1 1 0 0 0,-1 0 0 0 0,0-1 0 0 0,0 1 0 0 0,0 0 0 0 0,0-1 0 0 0,1 1 0 0 0,-1 0 0 0 0,0 0 0 0 0,0-1 0 0 0,1 1 0 0 0,-1 0 1 0 0,0 0-1 0 0,1-1 0 0 0,-1 1 0 0 0,0 0 0 0 0,1 0 0 0 0,-1 0 0 0 0,0 0 0 0 0,1 0 0 0 0,-1-1 0 0 0,0 1 0 0 0,1 0 0 0 0,-1 0 0 0 0,0 0 0 0 0,1 0 0 0 0,-1 0 1 0 0,0 0-1 0 0,1 0 0 0 0,-1 0 0 0 0,1 0 0 0 0,-1 0 0 0 0,0 0 0 0 0,1 1 0 0 0,-1-1 0 0 0,0 0 0 0 0,1 0 0 0 0,-1 0 0 0 0,0 0 0 0 0,1 1 0 0 0,-1-1 0 0 0,0 0 0 0 0,0 0 1 0 0,1 0-1 0 0,-1 1 0 0 0,0-1 0 0 0,0 0 0 0 0,1 0 0 0 0,-1 1 0 0 0,0-1 0 0 0,0 1 0 0 0,23 26 526 0 0,-7-8-208 0 0,-10-15-283 0 0,-1 1 0 0 0,1-1 0 0 0,0 0 0 0 0,1-1 0 0 0,-1 1 0 0 0,0-1 0 0 0,1-1 0 0 0,0 1 0 0 0,0-1 0 0 0,0 0 0 0 0,0-1 0 0 0,0 1 0 0 0,0-1 0 0 0,0-1 0 0 0,0 1 0 0 0,0-1 0 0 0,1-1 0 0 0,-1 1 0 0 0,0-1 0 0 0,0 0 0 0 0,0-1 0 0 0,0 0 0 0 0,0 0 0 0 0,-1 0 0 0 0,1-1 0 0 0,0 0 0 0 0,-1 0 0 0 0,0-1 0 0 0,0 0 0 0 0,0 0 0 0 0,0 0 0 0 0,-1-1 0 0 0,1 0 0 0 0,-1 0 0 0 0,0 0 0 0 0,-1-1 0 0 0,1 1 0 0 0,-1-1 0 0 0,0 0 0 0 0,-1 0 0 0 0,1-1 0 0 0,-1 1 0 0 0,0-1 0 0 0,-1 0 0 0 0,0 0 0 0 0,0 1 0 0 0,0-1 0 0 0,-1-1 0 0 0,0 1 0 0 0,-1 0 0 0 0,1-14 0 0 0,-2 12-159 0 0,0-1 1 0 0,-1 1-1 0 0,0 0 0 0 0,-1-1 1 0 0,1 1-1 0 0,-7-12 0 0 0,7 16 14 0 0,-1 0-1 0 0,1 0 0 0 0,-1 1 0 0 0,0-1 1 0 0,-1 1-1 0 0,1-1 0 0 0,-1 1 0 0 0,1 0 0 0 0,-1 1 1 0 0,-1-1-1 0 0,1 1 0 0 0,-7-5 0 0 0,0 3-936 0 0</inkml:trace>
</inkml:ink>
</file>

<file path=ppt/ink/ink1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49.3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123 0 7370 0 0,'-18'18'5920'0'0,"-9"8"-1545"0"0,-13 20-2593 0 0,36-41-1639 0 0,-1 1-1 0 0,1 0 1 0 0,1 0-1 0 0,-1 1 1 0 0,1-1 0 0 0,0 1-1 0 0,1 0 1 0 0,-1 0-1 0 0,1 0 1 0 0,1 0-1 0 0,-2 10 1 0 0,3-14-92 0 0,0 1 0 0 0,0-1 0 0 0,0 1 1 0 0,1-1-1 0 0,0 1 0 0 0,-1-1 0 0 0,1 0 0 0 0,1 1 0 0 0,-1-1 0 0 0,0 0 1 0 0,1 0-1 0 0,-1 0 0 0 0,1 0 0 0 0,0 0 0 0 0,3 4 0 0 0,4 2 66 0 0,0 0-1 0 0,0-1 1 0 0,11 9-1 0 0,-14-14-97 0 0,0 1 1 0 0,-1 0-1 0 0,1 1 0 0 0,-1 0 1 0 0,-1-1-1 0 0,1 1 0 0 0,0 1 0 0 0,-1-1 1 0 0,0 1-1 0 0,-1 0 0 0 0,1 0 1 0 0,4 11-1 0 0,-7-13-88 0 0,-1-1 0 0 0,0 0 0 0 0,0 1 0 0 0,-1-1 1 0 0,1 1-1 0 0,-1-1 0 0 0,1 0 0 0 0,-1 0 0 0 0,0 1 0 0 0,0-1 0 0 0,-1 0 0 0 0,1 0 1 0 0,-1 0-1 0 0,1 0 0 0 0,-1 0 0 0 0,0-1 0 0 0,0 1 0 0 0,0 0 0 0 0,0-1 1 0 0,-1 0-1 0 0,-4 5 0 0 0</inkml:trace>
</inkml:ink>
</file>

<file path=ppt/ink/ink1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51.84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79 166 8290 0 0,'-5'-66'2806'0'0,"3"54"-1456"0"0,0 1 0 0 0,-1-1 0 0 0,0 1 0 0 0,-1 0 1 0 0,-1 0-1 0 0,-8-17 0 0 0,13 28-1314 0 0,0 0 0 0 0,0 0-1 0 0,0-1 1 0 0,0 1 0 0 0,0 0 0 0 0,0 0 0 0 0,0 0-1 0 0,-1 0 1 0 0,1-1 0 0 0,0 1 0 0 0,0 0 0 0 0,0 0-1 0 0,0 0 1 0 0,0 0 0 0 0,0 0 0 0 0,-1 0-1 0 0,1-1 1 0 0,0 1 0 0 0,0 0 0 0 0,0 0 0 0 0,0 0-1 0 0,-1 0 1 0 0,1 0 0 0 0,0 0 0 0 0,0 0 0 0 0,0 0-1 0 0,-1 0 1 0 0,1 0 0 0 0,0 0 0 0 0,0 0-1 0 0,0 0 1 0 0,0 0 0 0 0,-1 0 0 0 0,1 0 0 0 0,0 0-1 0 0,0 0 1 0 0,0 0 0 0 0,-1 0 0 0 0,1 0 0 0 0,0 0-1 0 0,0 0 1 0 0,0 0 0 0 0,0 0 0 0 0,-1 1 0 0 0,1-1-1 0 0,0 0 1 0 0,0 0 0 0 0,0 0 0 0 0,-1 0-1 0 0,-5 14 654 0 0,-2 16-333 0 0,-1 40-180 0 0,2-1 0 0 0,4 1 0 0 0,2 1 0 0 0,10 73 0 0 0,-6-115-245 0 0,2-1 0 0 0,0 1 0 0 0,17 46 0 0 0,5-10-7156 0 0,-19-47 11 0 0</inkml:trace>
</inkml:ink>
</file>

<file path=ppt/ink/ink1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52.29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0 246 2304 0 0,'5'-1'781'0'0,"-1"-1"-1"0"0,1 0 0 0 0,-1 1 0 0 0,1-1 0 0 0,-1-1 0 0 0,8-4 0 0 0,3-2 140 0 0,138-79 3604 0 0,-103 56-4278 0 0,2 3 0 0 0,82-35 0 0 0,-133 64-239 0 0,1-1 0 0 0,-1 0 0 0 0,1 0 0 0 0,0 1 0 0 0,-1-1 0 0 0,1 1 0 0 0,0-1 0 0 0,-1 1 0 0 0,1 0 0 0 0,0 0 1 0 0,-1 0-1 0 0,1 0 0 0 0,0 0 0 0 0,0 0 0 0 0,-1 0 0 0 0,1 0 0 0 0,0 1 0 0 0,-1-1 0 0 0,1 1 0 0 0,0-1 0 0 0,-1 1 0 0 0,1 0 0 0 0,0-1 0 0 0,1 3 0 0 0,-1-1 65 0 0,0 1 1 0 0,-1-1-1 0 0,1 1 0 0 0,-1 0 0 0 0,0 0 0 0 0,0 0 1 0 0,0 0-1 0 0,0 0 0 0 0,0 0 0 0 0,0 0 0 0 0,-1 0 1 0 0,1 6-1 0 0,3 66 1434 0 0,4 26-513 0 0,-6-91-946 0 0,0 1 1 0 0,0 0-1 0 0,1-1 0 0 0,1 0 1 0 0,0 0-1 0 0,0 0 0 0 0,6 9 1 0 0,-9-17-21 0 0,0 0 0 0 0,0-1 0 0 0,0 1 1 0 0,0 0-1 0 0,0-1 0 0 0,0 0 0 0 0,0 1 0 0 0,1-1 0 0 0,-1 0 1 0 0,1 1-1 0 0,-1-1 0 0 0,1 0 0 0 0,-1 0 0 0 0,1 0 0 0 0,-1 0 1 0 0,1 0-1 0 0,0-1 0 0 0,0 1 0 0 0,-1-1 0 0 0,1 1 1 0 0,0-1-1 0 0,0 1 0 0 0,3-1 0 0 0,-3 0 13 0 0,1-1 0 0 0,0 0 0 0 0,0 1 0 0 0,-1-1 0 0 0,1 0 0 0 0,0-1 0 0 0,-1 1 0 0 0,1 0 0 0 0,-1-1-1 0 0,0 1 1 0 0,1-1 0 0 0,-1 0 0 0 0,4-3 0 0 0,4-7 43 0 0,0 1-1 0 0,-1-1 1 0 0,0-1 0 0 0,11-20-1 0 0,-1-3-52 0 0,-14 22 78 0 0,1 1 0 0 0,1 1 0 0 0,1-1 0 0 0,0 1 1 0 0,0 1-1 0 0,1 0 0 0 0,0 0 0 0 0,14-12 0 0 0,-23 22-46 0 0,1 1-1 0 0,0-1 1 0 0,0 0 0 0 0,0 1-1 0 0,0-1 1 0 0,0 1-1 0 0,0-1 1 0 0,0 1 0 0 0,0-1-1 0 0,0 1 1 0 0,0 0-1 0 0,0 0 1 0 0,0-1 0 0 0,0 1-1 0 0,0 0 1 0 0,0 0 0 0 0,1 0-1 0 0,-1 0 1 0 0,0 0-1 0 0,0 0 1 0 0,0 1 0 0 0,0-1-1 0 0,0 0 1 0 0,2 1-1 0 0,-2 0 0 0 0,1 0-1 0 0,0 1 0 0 0,-1-1 1 0 0,1 0-1 0 0,-1 1 0 0 0,1-1 1 0 0,-1 1-1 0 0,0-1 0 0 0,0 1 1 0 0,1 0-1 0 0,-1 0 0 0 0,1 2 1 0 0,3 8 87 0 0,-1 1 1 0 0,0-1 0 0 0,3 19 0 0 0,-5-20 18 0 0,7 28 119 0 0,16 42 0 0 0,-20-67-619 0 0,1-1-1 0 0,0 0 1 0 0,1-1 0 0 0,1 0-1 0 0,-1 0 1 0 0,18 20 0 0 0</inkml:trace>
</inkml:ink>
</file>

<file path=ppt/ink/ink1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52.8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86 240 9674 0 0,'-23'2'1489'0'0,"1"-7"3302"0"0,48 39-382 0 0,-25-33-4366 0 0,0 0 0 0 0,0 0 0 0 0,0 0 0 0 0,0 0 0 0 0,0 0 1 0 0,0 0-1 0 0,0 0 0 0 0,0-1 0 0 0,1 1 0 0 0,-1 0 0 0 0,0-1 0 0 0,0 1 0 0 0,1-1 0 0 0,-1 1 0 0 0,0-1 0 0 0,1 0 1 0 0,-1 0-1 0 0,1 1 0 0 0,-1-1 0 0 0,0 0 0 0 0,1 0 0 0 0,-1 0 0 0 0,1-1 0 0 0,-1 1 0 0 0,0 0 0 0 0,1 0 0 0 0,-1-1 0 0 0,0 1 1 0 0,1-1-1 0 0,-1 1 0 0 0,0-1 0 0 0,0 0 0 0 0,1 1 0 0 0,-1-1 0 0 0,0 0 0 0 0,0 0 0 0 0,0 0 0 0 0,0 0 0 0 0,0 0 1 0 0,0 0-1 0 0,0 0 0 0 0,0 0 0 0 0,-1 0 0 0 0,1 0 0 0 0,0-1 0 0 0,-1 1 0 0 0,1 0 0 0 0,-1 0 0 0 0,1-1 0 0 0,-1 1 1 0 0,1 0-1 0 0,-1-1 0 0 0,0 1 0 0 0,0-3 0 0 0,-2-5-43 0 0,0 0 0 0 0,14 12 0 0 0,-11-2 3 0 0,1 0 0 0 0,0 0 0 0 0,0 0 0 0 0,-1 0 0 0 0,1-1 0 0 0,0 1 1 0 0,0-1-1 0 0,0 1 0 0 0,0-1 0 0 0,0 0 0 0 0,-1 1 0 0 0,1-1 0 0 0,0 0 0 0 0,0 0 0 0 0,0-1 0 0 0,0 1 0 0 0,0 0 1 0 0,0-1-1 0 0,0 1 0 0 0,2-2 0 0 0,-1 1 10 0 0,0-1 0 0 0,0 0 0 0 0,0 0 0 0 0,0 0 0 0 0,0 0 0 0 0,-1 0 0 0 0,1-1 0 0 0,-1 1 0 0 0,1-1 0 0 0,2-4 0 0 0,-1 1 4 0 0,0 1 1 0 0,-1-1-1 0 0,0 0 0 0 0,0 0 1 0 0,-1-1-1 0 0,1 1 0 0 0,-1 0 1 0 0,-1-1-1 0 0,1 1 0 0 0,-1-1 1 0 0,1-10-1 0 0,-3 10-19 0 0,0 0-1 0 0,0-1 1 0 0,-1 1 0 0 0,1 0 0 0 0,-2 0-1 0 0,1 0 1 0 0,-1 0 0 0 0,0 1-1 0 0,0-1 1 0 0,-1 1 0 0 0,0-1 0 0 0,0 1-1 0 0,-5-5 1 0 0,7 8 1 0 0,0 1 0 0 0,0 0 0 0 0,0 0 0 0 0,-1 0 0 0 0,1 0 0 0 0,-1 0 0 0 0,1 0 0 0 0,-1 1 0 0 0,0-1 1 0 0,1 1-1 0 0,-1 0 0 0 0,0 0 0 0 0,0 0 0 0 0,0 0 0 0 0,0 0 0 0 0,0 1 0 0 0,0-1 0 0 0,0 1 0 0 0,0 0 0 0 0,0 0 0 0 0,0 0 0 0 0,0 0 0 0 0,0 0 0 0 0,0 1 0 0 0,0-1 0 0 0,0 1 1 0 0,0 0-1 0 0,0 0 0 0 0,0 0 0 0 0,1 0 0 0 0,-1 1 0 0 0,0-1 0 0 0,-2 3 0 0 0,-3 2 3 0 0,1 0 0 0 0,-1 0 0 0 0,2 1 0 0 0,-1 0-1 0 0,1 0 1 0 0,0 1 0 0 0,0 0 0 0 0,1 0 0 0 0,0 0 0 0 0,1 1 0 0 0,0-1 0 0 0,-5 15 0 0 0,5-12-2 0 0,1 0 0 0 0,0 0 1 0 0,0 0-1 0 0,2 0 1 0 0,-1 1-1 0 0,1-1 1 0 0,1 1-1 0 0,0-1 0 0 0,0 0 1 0 0,3 14-1 0 0,-1-18-62 0 0,1 0 0 0 0,-1 0 0 0 0,1 0 0 0 0,1-1 0 0 0,-1 0 0 0 0,1 1 0 0 0,0-1 0 0 0,1 0 0 0 0,-1-1 0 0 0,1 1 0 0 0,0-1 0 0 0,1 0 0 0 0,-1 0 0 0 0,1-1 0 0 0,0 0 0 0 0,0 0 0 0 0,0 0 0 0 0,1-1 0 0 0,11 5 0 0 0,17 6-944 0 0</inkml:trace>
</inkml:ink>
</file>

<file path=ppt/ink/ink1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53.31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98 127 456 0 0,'-23'-53'18685'0'0,"22"53"-18359"0"0,-1 1-257 0 0,1-1 0 0 0,-1 1 0 0 0,1 0 1 0 0,-1-1-1 0 0,1 1 0 0 0,0 0 1 0 0,0 0-1 0 0,-1 0 0 0 0,1 0 0 0 0,0 0 1 0 0,0 0-1 0 0,0 0 0 0 0,0 0 0 0 0,0 1 1 0 0,-1 1-1 0 0,-5 8 162 0 0,0 1 0 0 0,1-1-1 0 0,1 1 1 0 0,0 1 0 0 0,0-1-1 0 0,1 1 1 0 0,1 0 0 0 0,0 0 0 0 0,-1 14-1 0 0,2-12-197 0 0,1 1-1 0 0,0 0 0 0 0,1 0 1 0 0,1 0-1 0 0,0-1 0 0 0,2 1 1 0 0,4 20-1 0 0,-4-29-15 0 0,-1 1 0 0 0,1 0 0 0 0,1-1-1 0 0,-1 0 1 0 0,1 0 0 0 0,1 0 0 0 0,-1 0 0 0 0,1-1 0 0 0,0 0 0 0 0,1 0-1 0 0,-1 0 1 0 0,1 0 0 0 0,0-1 0 0 0,1 0 0 0 0,-1 0 0 0 0,1-1 0 0 0,0 0-1 0 0,9 4 1 0 0,-10-5 5 0 0,1-1-1 0 0,-1 0 1 0 0,1-1 0 0 0,0 1-1 0 0,-1-1 1 0 0,1 0 0 0 0,0-1-1 0 0,0 0 1 0 0,0 0 0 0 0,-1 0-1 0 0,1-1 1 0 0,0 0-1 0 0,0 0 1 0 0,-1-1 0 0 0,1 0-1 0 0,-1 0 1 0 0,0 0 0 0 0,1-1-1 0 0,-1 0 1 0 0,0 0-1 0 0,10-8 1 0 0,-6 3-11 0 0,0-1-1 0 0,-1 0 1 0 0,0 0 0 0 0,-1-1-1 0 0,0 0 1 0 0,0-1 0 0 0,-1 0-1 0 0,0 0 1 0 0,-1 0 0 0 0,0-1-1 0 0,-1 0 1 0 0,-1 0 0 0 0,0-1-1 0 0,0 1 1 0 0,-1-1 0 0 0,-1 0-1 0 0,0 1 1 0 0,-1-1 0 0 0,0 0-1 0 0,-1 0 1 0 0,-2-20 0 0 0,1 23-30 0 0,0-1 0 0 0,-2 1 0 0 0,1-1 1 0 0,-1 1-1 0 0,0 0 0 0 0,-1 0 0 0 0,0 1 1 0 0,-1-1-1 0 0,0 1 0 0 0,-1 0 0 0 0,-11-15 1 0 0,11 17-60 0 0,-1 1 1 0 0,1 0 0 0 0,-1 0 0 0 0,0 0 0 0 0,0 1 0 0 0,-1 1 0 0 0,0-1 0 0 0,1 1 0 0 0,-2 0 0 0 0,1 1-1 0 0,0 0 1 0 0,-1 0 0 0 0,1 1 0 0 0,-1 0 0 0 0,-12-1 0 0 0,-3 1-923 0 0,2 5-253 0 0</inkml:trace>
</inkml:ink>
</file>

<file path=ppt/ink/ink1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53.6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 1 14283 0 0,'-3'14'6969'0'0,"9"23"-6025"0"0,-1-9-395 0 0,-4 36-93 0 0,-15 124 0 0 0,6-105-1327 0 0,6-74-2444 0 0</inkml:trace>
</inkml:ink>
</file>

<file path=ppt/ink/ink1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53.87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1 147 7834 0 0,'3'-10'504'0'0,"1"0"1"0"0,1 0-1 0 0,0 0 1 0 0,0 1-1 0 0,1 0 1 0 0,0 0-1 0 0,0 0 1 0 0,1 1-1 0 0,0 0 1 0 0,1 0-1 0 0,0 1 1 0 0,0 0-1 0 0,0 0 1 0 0,1 1 0 0 0,17-10-1 0 0,-25 16-406 0 0,-1-1 0 0 0,1 1 0 0 0,0-1 0 0 0,0 1 0 0 0,-1 0 0 0 0,1-1 0 0 0,0 1 0 0 0,0 0 0 0 0,-1 0 0 0 0,1-1 0 0 0,0 1 0 0 0,0 0 0 0 0,0 0 0 0 0,0 0 0 0 0,-1 0 0 0 0,1 0 0 0 0,0 0 0 0 0,0 0-1 0 0,0 0 1 0 0,-1 1 0 0 0,1-1 0 0 0,0 0 0 0 0,0 0 0 0 0,0 1 0 0 0,-1-1 0 0 0,1 0 0 0 0,0 1 0 0 0,1 0 0 0 0,-1 0 18 0 0,-1 1 0 0 0,1-1 1 0 0,0 1-1 0 0,0-1 0 0 0,-1 0 0 0 0,1 1 0 0 0,-1-1 0 0 0,1 1 1 0 0,-1-1-1 0 0,0 1 0 0 0,0 0 0 0 0,0-1 0 0 0,0 1 0 0 0,0 1 1 0 0,0 7 235 0 0,-1-1 1 0 0,0 1 0 0 0,-5 17 0 0 0,-2-2-194 0 0,-1-1 1 0 0,-1 0 0 0 0,-1-1 0 0 0,-23 38 0 0 0,25-48-2460 0 0,-1 0 0 0 0,-17 17 1 0 0</inkml:trace>
</inkml:ink>
</file>

<file path=ppt/ink/ink1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54.17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192 9 3225 0 0,'-11'-9'16701'0'0,"1"20"-16318"0"0,2 0 1 0 0,-1 1 0 0 0,1 0-1 0 0,1 0 1 0 0,0 1 0 0 0,-8 20 0 0 0,-29 94-81 0 0,31-85-93 0 0,2-9-668 0 0,-30 106 1602 0 0,38-122-1651 0 0,1 0-1 0 0,-1 20 1 0 0,3-27-652 0 0,1 1-1 0 0,0-1 1 0 0,0 0-1 0 0,5 17 1 0 0,-1-11-5931 0 0</inkml:trace>
</inkml:ink>
</file>

<file path=ppt/ink/ink1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54.40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1 186 9674 0 0,'2'-17'457'0'0,"2"-1"0"0"0,0 1-1 0 0,10-28 1 0 0,-11 37 20 0 0,1 0-1 0 0,0 1 1 0 0,0-1-1 0 0,1 1 1 0 0,0 0-1 0 0,0 0 1 0 0,1 0-1 0 0,0 1 1 0 0,9-9-1 0 0,-14 14-382 0 0,0 0-1 0 0,0 1 0 0 0,0-1 1 0 0,0 0-1 0 0,0 0 1 0 0,0 1-1 0 0,0-1 0 0 0,0 1 1 0 0,1-1-1 0 0,-1 1 1 0 0,0 0-1 0 0,0-1 0 0 0,0 1 1 0 0,1 0-1 0 0,-1 0 1 0 0,0 0-1 0 0,0 0 0 0 0,0 0 1 0 0,1 0-1 0 0,-1 0 1 0 0,0 0-1 0 0,0 0 0 0 0,2 1 1 0 0,-1 0 29 0 0,0 0 1 0 0,0 0 0 0 0,0 1-1 0 0,0-1 1 0 0,0 1 0 0 0,0-1-1 0 0,0 1 1 0 0,-1 0 0 0 0,1-1-1 0 0,-1 1 1 0 0,3 4 0 0 0,3 6 247 0 0,0 1 1 0 0,-1 0-1 0 0,6 20 1 0 0,-7-19-144 0 0,80 225 1234 0 0,-36-78-4242 0 0,-44-142-4581 0 0</inkml:trace>
</inkml:ink>
</file>

<file path=ppt/ink/ink1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55.17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7 361 8290 0 0,'-1'0'21'0'0,"1"0"-1"0"0,0 0 1 0 0,-1 0 0 0 0,1 0 0 0 0,0-1 0 0 0,-1 1-1 0 0,1 0 1 0 0,0 0 0 0 0,-1 0 0 0 0,1-1 0 0 0,0 1-1 0 0,0 0 1 0 0,-1-1 0 0 0,1 1 0 0 0,0 0 0 0 0,0 0-1 0 0,0-1 1 0 0,-1 1 0 0 0,1 0 0 0 0,0-1 0 0 0,0 1 0 0 0,0 0-1 0 0,0-1 1 0 0,0 1 0 0 0,0-1 0 0 0,0 1 0 0 0,0 0-1 0 0,0-1 1 0 0,0 1 0 0 0,0 0 0 0 0,0-1 0 0 0,0 1-1 0 0,0 0 1 0 0,0-1 0 0 0,0 1 0 0 0,0-1 0 0 0,0 1-1 0 0,0 0 1 0 0,0-1 0 0 0,1 1 0 0 0,-1 0 0 0 0,0 0-1 0 0,0-1 1 0 0,0 1 0 0 0,1 0 0 0 0,-1-1 0 0 0,0 1-1 0 0,0 0 1 0 0,1 0 0 0 0,-1-1 0 0 0,0 1 0 0 0,1 0-1 0 0,-1 0 1 0 0,0 0 0 0 0,1 0 0 0 0,-1-1 0 0 0,0 1 0 0 0,1 0-1 0 0,-1 0 1 0 0,29-15 1020 0 0,-21 11-600 0 0,0 0-238 0 0,163-75 610 0 0,-146 70-1131 0 0,1 0-1 0 0,1 1 1 0 0,-1 1-1 0 0,52-5 1 0 0,-71 12 539 0 0,-1-1 0 0 0,1 1 0 0 0,-1 1 0 0 0,1-1 1 0 0,-1 1-1 0 0,1 0 0 0 0,-1 1 0 0 0,0-1 0 0 0,1 1 1 0 0,-1 1-1 0 0,0-1 0 0 0,0 1 0 0 0,0 0 0 0 0,-1 0 1 0 0,1 1-1 0 0,-1-1 0 0 0,0 1 0 0 0,0 1 0 0 0,0-1 1 0 0,4 6-1 0 0,-3-3 92 0 0,-1 0-1 0 0,0 1 1 0 0,-1-1 0 0 0,0 1 0 0 0,0 0-1 0 0,-1 1 1 0 0,0-1 0 0 0,0 1 0 0 0,-1-1-1 0 0,0 1 1 0 0,0 0 0 0 0,-1-1 0 0 0,0 1-1 0 0,-1 11 1 0 0,3 0-394 0 0,4-15-90 0 0,-6-6 160 0 0,1 0-1 0 0,0 0 1 0 0,-1 0-1 0 0,1 0 1 0 0,-1 0-1 0 0,1 0 1 0 0,-1-1-1 0 0,1 1 1 0 0,-1-1-1 0 0,0 1 1 0 0,0-1 0 0 0,0 1-1 0 0,0-1 1 0 0,2-3-1 0 0,32-65 638 0 0,-28 54-549 0 0,0 1-1 0 0,1 0 1 0 0,0 0 0 0 0,1 1-1 0 0,21-25 1 0 0,-29 38-51 0 0,0 0 0 0 0,-1 1 1 0 0,1-1-1 0 0,0 0 1 0 0,0 1-1 0 0,0-1 0 0 0,0 1 1 0 0,-1-1-1 0 0,1 1 0 0 0,0-1 1 0 0,0 1-1 0 0,0 0 1 0 0,0-1-1 0 0,0 1 0 0 0,0 0 1 0 0,0 0-1 0 0,0 0 0 0 0,1 0 1 0 0,-1 0-1 0 0,0 0 0 0 0,0 0 1 0 0,0 0-1 0 0,0 0 1 0 0,0 0-1 0 0,0 0 0 0 0,0 1 1 0 0,0-1-1 0 0,0 1 0 0 0,0-1 1 0 0,0 0-1 0 0,0 1 1 0 0,-1-1-1 0 0,1 1 0 0 0,0 0 1 0 0,0-1-1 0 0,0 1 0 0 0,-1 0 1 0 0,1 0-1 0 0,0-1 1 0 0,-1 1-1 0 0,1 0 0 0 0,0 0 1 0 0,-1 0-1 0 0,1 0 0 0 0,0 1 1 0 0,4 7 221 0 0,1 1 0 0 0,-1 0 0 0 0,6 16 0 0 0,-6-12-151 0 0,0-2-123 0 0,0 0 1 0 0,1 0 0 0 0,1-1 0 0 0,0 0 0 0 0,0 0-1 0 0,1 0 1 0 0,0-1 0 0 0,18 17 0 0 0,-25-26-100 0 0,1-1 1 0 0,-1 1 0 0 0,1 0-1 0 0,-1-1 1 0 0,1 0-1 0 0,0 1 1 0 0,-1-1-1 0 0,1 0 1 0 0,-1 1-1 0 0,1-1 1 0 0,0 0 0 0 0,-1 0-1 0 0,1-1 1 0 0,-1 1-1 0 0,1 0 1 0 0,0 0-1 0 0,-1-1 1 0 0,1 1 0 0 0,-1-1-1 0 0,1 1 1 0 0,-1-1-1 0 0,1 0 1 0 0,-1 1-1 0 0,2-3 1 0 0,36-25-2241 0 0,-33 23 1978 0 0,13-12 395 0 0,-1-2-1 0 0,-1 0 1 0 0,-1 0-1 0 0,26-42 1 0 0,24-30 1743 0 0,-50 79-1292 0 0,-15 12-429 0 0,-1-1 0 0 0,1 1 0 0 0,-1 0 1 0 0,1 0-1 0 0,0 0 0 0 0,-1 0 0 0 0,1 0 0 0 0,-1 0 0 0 0,1 0 0 0 0,-1 0 0 0 0,1 1 0 0 0,-1-1 0 0 0,1 0 0 0 0,-1 0 0 0 0,1 0 0 0 0,-1 0 0 0 0,1 1 0 0 0,-1-1 0 0 0,1 0 0 0 0,-1 1 0 0 0,0-1 0 0 0,2 1 0 0 0,0 2 169 0 0,0 1 0 0 0,1-1 0 0 0,-1 1 0 0 0,-1-1 0 0 0,1 1 0 0 0,0 0 0 0 0,1 5 0 0 0,-2-4-47 0 0,1 0 1 0 0,0-1-1 0 0,0 1 0 0 0,0-1 1 0 0,0 1-1 0 0,4 3 0 0 0,-3-5-162 0 0,0 0 0 0 0,0 0 0 0 0,0 0-1 0 0,0-1 1 0 0,1 0 0 0 0,-1 1-1 0 0,1-1 1 0 0,-1-1 0 0 0,1 1 0 0 0,0 0-1 0 0,0-1 1 0 0,0 0 0 0 0,0 0-1 0 0,0 0 1 0 0,0 0 0 0 0,4 0 0 0 0,-1-1-270 0 0,0-1 1 0 0,0 1 0 0 0,0-1-1 0 0,0 0 1 0 0,0-1 0 0 0,-1 0-1 0 0,1 0 1 0 0,11-5 0 0 0,2-3-741 0 0,0-2 0 0 0,-1 0 0 0 0,0-1 0 0 0,27-26 0 0 0,-35 30 829 0 0,-1-1 0 0 0,-1-1 1 0 0,0 0-1 0 0,14-22 0 0 0,-19 25 626 0 0,1 0 0 0 0,-1-1 0 0 0,0 0 1 0 0,5-6 5304 0 0,-5 32-4318 0 0,3 12-960 0 0,-2 33 239 0 0,-4 80 0 0 0,-1-8-476 0 0,2-84-259 0 0,-3-24-361 0 0,2 0 0 0 0,1 0 0 0 0,1 0 0 0 0,11 41-1 0 0,-10-55-514 0 0</inkml:trace>
</inkml:ink>
</file>

<file path=ppt/ink/ink1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55.40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41 7802 0 0,'4'-4'214'0'0,"2"-1"0"0"0,-1 1 0 0 0,0 1 0 0 0,1-1 0 0 0,-1 1 0 0 0,1 0 0 0 0,0 1 0 0 0,0-1 0 0 0,0 1 0 0 0,1 0 0 0 0,-1 1 0 0 0,1-1 0 0 0,-1 1 0 0 0,0 0 0 0 0,1 1 0 0 0,0 0 0 0 0,11 1 0 0 0,-3 0 430 0 0,1 0-1 0 0,0 1 0 0 0,-1 1 0 0 0,1 1 0 0 0,-1 0 1 0 0,20 9-1 0 0,-28-10-433 0 0,-1 0 1 0 0,1 1-1 0 0,-1-1 1 0 0,0 1-1 0 0,0 0 1 0 0,0 1 0 0 0,-1 0-1 0 0,0 0 1 0 0,0 0-1 0 0,0 0 1 0 0,0 1-1 0 0,-1 0 1 0 0,0 0-1 0 0,0 0 1 0 0,4 9-1 0 0,-6-10-111 0 0,0 0 0 0 0,-1 1 0 0 0,1-1-1 0 0,-1 1 1 0 0,-1-1 0 0 0,1 1 0 0 0,-1-1-1 0 0,0 1 1 0 0,0-1 0 0 0,0 1 0 0 0,-1-1-1 0 0,0 1 1 0 0,0-1 0 0 0,0 0 0 0 0,-1 1-1 0 0,0-1 1 0 0,0 0 0 0 0,0 0 0 0 0,-1 0 0 0 0,-4 7-1 0 0,-2 0 9 0 0,0 0 0 0 0,-1-1 0 0 0,0 0 0 0 0,-1-1 0 0 0,0 0 0 0 0,-1 0 0 0 0,0-2 0 0 0,0 1 0 0 0,-17 7 0 0 0,13-7-362 0 0,0-1 1 0 0,-1-1 0 0 0,0 0-1 0 0,0-2 1 0 0,-1 0-1 0 0,0-1 1 0 0,-21 3 0 0 0,14-10-3515 0 0,17 0 1819 0 0</inkml:trace>
</inkml:ink>
</file>

<file path=ppt/ink/ink1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55.55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18 21661 0 0,'0'1'2112'0'0,"1"1"-1880"0"0,1-2-232 0 0,1 0 0 0 0,0-3 0 0 0,2-2-1280 0 0,4-8-312 0 0</inkml:trace>
</inkml:ink>
</file>

<file path=ppt/ink/ink1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0:24.05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85 145 6913 0 0,'-35'-79'973'0'0,"14"28"1573"0"0,21 50-2423 0 0,0 0 0 0 0,0 1 1 0 0,0-1-1 0 0,0 0 1 0 0,-1 1-1 0 0,1-1 1 0 0,0 1-1 0 0,0-1 1 0 0,-1 0-1 0 0,1 1 1 0 0,-1-1-1 0 0,1 1 1 0 0,0-1-1 0 0,-1 1 1 0 0,1-1-1 0 0,-1 1 0 0 0,1-1 1 0 0,-1 1-1 0 0,1-1 1 0 0,-1 1-1 0 0,0 0 1 0 0,1-1-1 0 0,-1 1 1 0 0,0 0-1 0 0,1 0 1 0 0,-1-1-1 0 0,1 1 1 0 0,-2 0-1 0 0,1 0 17 0 0,1 1 0 0 0,-1 0 0 0 0,0-1 0 0 0,1 1 0 0 0,-1 0 0 0 0,0-1 0 0 0,1 1 0 0 0,-1 0 0 0 0,1 0 0 0 0,-1 0 0 0 0,1-1 0 0 0,0 1 0 0 0,-1 0 0 0 0,1 0 0 0 0,0 0 0 0 0,-1 2 0 0 0,-6 42 1517 0 0,20 140 196 0 0,-1-38-1295 0 0,41 669 1075 0 0,-29-494-1777 0 0,52 1228 800 0 0,-70-1322-495 0 0,-13 527 683 0 0,-3-611-524 0 0,18 274-1 0 0,-6-405-345 0 0,5 138 31 0 0,-7-135-45 0 0,-1 0-1 0 0,-1 1 0 0 0,0-1 0 0 0,-2 0 1 0 0,0 0-1 0 0,0 0 0 0 0,-8 16 0 0 0,2-20-342 0 0,9-12 332 0 0,1 0-1 0 0,0 0 1 0 0,-1 0 0 0 0,1 0 0 0 0,0 1-1 0 0,-1-1 1 0 0,1 0 0 0 0,0 0-1 0 0,-1 0 1 0 0,1 0 0 0 0,-1 0-1 0 0,1 0 1 0 0,0 0 0 0 0,-1 0 0 0 0,1-1-1 0 0,0 1 1 0 0,-1 0 0 0 0,1 0-1 0 0,0 0 1 0 0,-1 0 0 0 0,1 0-1 0 0,0-1 1 0 0,-1 1 0 0 0,1 0 0 0 0,0 0-1 0 0,-1 0 1 0 0,1-1 0 0 0,0 1-1 0 0,0 0 1 0 0,-1 0 0 0 0,1-1-1 0 0,0 1 1 0 0,0 0 0 0 0,0-1 0 0 0,0 1-1 0 0,-1 0 1 0 0,1-1 0 0 0,0 1-1 0 0,0 0 1 0 0,0-1 0 0 0,0 1-1 0 0,0 0 1 0 0,0-1 0 0 0</inkml:trace>
</inkml:ink>
</file>

<file path=ppt/ink/ink1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0:25.30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37 36 4609 0 0,'-7'-5'1104'0'0,"0"-1"0"0"0,1 0 0 0 0,-11-12 0 0 0,20 21-799 0 0,0 0 0 0 0,0 0 1 0 0,1 0-1 0 0,-1 0 1 0 0,0-1-1 0 0,1 1 0 0 0,0-1 1 0 0,0 0-1 0 0,0 0 1 0 0,4 1-1 0 0,48 17 117 0 0,-42-15-25 0 0,319 124 3133 0 0,99 40-1779 0 0,-97-42-744 0 0,-16 3-190 0 0,406 184 592 0 0,-109-29-983 0 0,-78-39-358 0 0,-44-23 264 0 0,-317-146-251 0 0,-38-16-32 0 0,520 245 438 0 0,-602-275-408 0 0,-2 2 0 0 0,-1 3 1 0 0,59 51-1 0 0,-103-79-31 0 0,-5-3-2 0 0,1 0 1 0 0,0 0-1 0 0,-1 0 1 0 0,8 10-1 0 0,-13-14-46 0 0,-1 0 0 0 0,1 0 0 0 0,0 0 0 0 0,0 0 0 0 0,-1 0 0 0 0,1-1 0 0 0,-1 1 0 0 0,1 0 0 0 0,-1 0 0 0 0,1 0 0 0 0,-1-1 0 0 0,1 1 0 0 0,-1 0 0 0 0,0 0 0 0 0,1-1 0 0 0,-1 1 0 0 0,0-1 0 0 0,1 1 0 0 0,-1-1 0 0 0,0 1 0 0 0,0-1 0 0 0,-1 1 0 0 0,-22 14 0 0 0,-211 121-55 0 0,-99 50-98 0 0,-139 51-701 0 0,380-189 716 0 0,-262 157-377 0 0,111-59 316 0 0,79-51 51 0 0,-148 80-621 0 0,91-56-568 0 0,-183 92-1272 0 0,-156 110 1016 0 0,318-135 2591 0 0,18-12 913 0 0,124-100-1089 0 0,-108 101-1 0 0,-78 101 1842 0 0,186-170-2199 0 0,93-100-664 0 0,1-3-93 0 0</inkml:trace>
</inkml:ink>
</file>

<file path=ppt/ink/ink1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0:25.88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229 1 5985 0 0,'-38'7'949'0'0,"0"1"-1"0"0,0 2 1 0 0,1 2-1 0 0,-39 18 1 0 0,76-30-922 0 0,0 0 0 0 0,0 0 0 0 0,0 0 0 0 0,0 0 1 0 0,0 0-1 0 0,0 0 0 0 0,1 0 0 0 0,-1 0 0 0 0,0 0 0 0 0,0 0 1 0 0,0 1-1 0 0,0-1 0 0 0,0 0 0 0 0,0 0 0 0 0,0 0 1 0 0,0 0-1 0 0,0 0 0 0 0,0 0 0 0 0,0 0 0 0 0,0 0 0 0 0,0 0 1 0 0,0 0-1 0 0,0 1 0 0 0,0-1 0 0 0,0 0 0 0 0,0 0 1 0 0,0 0-1 0 0,0 0 0 0 0,0 0 0 0 0,0 0 0 0 0,0 0 1 0 0,0 0-1 0 0,0 0 0 0 0,0 0 0 0 0,0 1 0 0 0,0-1 0 0 0,0 0 1 0 0,0 0-1 0 0,0 0 0 0 0,0 0 0 0 0,0 0 0 0 0,0 0 1 0 0,0 0-1 0 0,0 0 0 0 0,0 0 0 0 0,0 0 0 0 0,-1 0 0 0 0,1 0 1 0 0,0 1-1 0 0,0-1 0 0 0,0 0 0 0 0,0 0 0 0 0,0 0 1 0 0,0 0-1 0 0,0 0 0 0 0,0 0 0 0 0,0 0 0 0 0,0 0 0 0 0,-1 0 1 0 0,1 0-1 0 0,0 0 0 0 0,0 0 0 0 0,0 0 0 0 0,13 2 732 0 0,17-1-54 0 0,322-25 3822 0 0,-36-1-2357 0 0,-254 22-2184 0 0,-43 0-74 0 0,1 2 1 0 0,0 0-1 0 0,-1 2 0 0 0,1 0 0 0 0,21 4 0 0 0,-37-4-91 0 0,-1 0 1 0 0,0 0-1 0 0,0 0 1 0 0,-1 0-1 0 0,1 1 1 0 0,0-1-1 0 0,5 5 1 0 0,4 5-565 0 0</inkml:trace>
</inkml:ink>
</file>

<file path=ppt/ink/ink1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0:26.29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87 10250 0 0,'23'-5'1267'0'0,"151"-21"4795"0"0,91 10-3209 0 0,-235 15-3051 0 0,80-4 447 0 0,-57-7-2245 0 0,-46 10 923 0 0,-1-1 0 0 0,1 1 0 0 0,0-2 1 0 0,11-6-1 0 0</inkml:trace>
</inkml:ink>
</file>

<file path=ppt/ink/ink1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0:26.60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21 6 6913 0 0,'-1'0'227'0'0,"1"-1"0"0"0,-1 1 0 0 0,0-1 0 0 0,1 1 0 0 0,-1-1 0 0 0,0 1 0 0 0,1-1 0 0 0,-1 1 0 0 0,0 0-1 0 0,1-1 1 0 0,-1 1 0 0 0,0 0 0 0 0,0 0 0 0 0,0 0 0 0 0,1 0 0 0 0,-1-1 0 0 0,0 1 0 0 0,0 0-1 0 0,0 0 1 0 0,1 1 0 0 0,-1-1 0 0 0,0 0 0 0 0,0 0 0 0 0,1 0 0 0 0,-2 1 0 0 0,6 16 5576 0 0,2 0-5839 0 0,17 79 1914 0 0,14 138 1 0 0,-3-10-1251 0 0,-33-216-742 0 0,4 15-1979 0 0</inkml:trace>
</inkml:ink>
</file>

<file path=ppt/ink/ink1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0:27.52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175 43 2304 0 0,'-64'24'1729'0'0,"-46"13"3693"0"0,119-30-2598 0 0,9 0-2240 0 0,2-2 99 0 0,1-1 1 0 0,0-1-1 0 0,0-1 1 0 0,41-1-1 0 0,88-14 1106 0 0,-87 6-1246 0 0,363-31 1928 0 0,-138 17-1765 0 0,-1-1-520 0 0,-42 1 342 0 0,1 11 1 0 0,334 28-1 0 0,-509-8-1511 0 0,-41-3-4980 0 0,-9-1-1177 0 0</inkml:trace>
</inkml:ink>
</file>

<file path=ppt/ink/ink1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0:29.61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2349 233 3625 0 0,'0'-4'99'0'0,"-1"0"0"0"0,0 0 1 0 0,0 0-1 0 0,0 0 0 0 0,0 0 0 0 0,-1 0 1 0 0,0 1-1 0 0,1-1 0 0 0,-2 1 0 0 0,1-1 0 0 0,0 1 1 0 0,0 0-1 0 0,-1 0 0 0 0,0 0 0 0 0,0 0 1 0 0,0 0-1 0 0,0 0 0 0 0,0 1 0 0 0,0 0 1 0 0,-5-3-1 0 0,-1-1 323 0 0,0 1 1 0 0,0 0-1 0 0,-1 1 1 0 0,0 0-1 0 0,0 0 0 0 0,-17-3 1 0 0,-13 2 942 0 0,-1 2 1 0 0,1 2-1 0 0,-1 2 0 0 0,-67 10 1 0 0,46-5-584 0 0,-237 17 1167 0 0,211-21-1099 0 0,-124-12 0 0 0,-587-68 1055 0 0,717 68-1896 0 0,-103-26 1 0 0,106 19 107 0 0,65 14-267 0 0,0 1 1 0 0,-1 0-1 0 0,1 1 0 0 0,-1 0 1 0 0,0 1-1 0 0,-28 5 1 0 0,43-5-6 0 0,-1 0 1 0 0,1 0-1 0 0,-1 0 1 0 0,1 0-1 0 0,-1 0 1 0 0,1 0-1 0 0,-1 0 1 0 0,1 1-1 0 0,-1-1 0 0 0,1 0 1 0 0,-1 0-1 0 0,1 1 1 0 0,0-1-1 0 0,-1 0 1 0 0,1 1-1 0 0,-1-1 1 0 0,1 0-1 0 0,0 1 1 0 0,-1-1-1 0 0,1 1 1 0 0,0-1-1 0 0,-1 1 1 0 0,1 0-1 0 0</inkml:trace>
</inkml:ink>
</file>

<file path=ppt/ink/ink1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0:29.96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289 0 6913 0 0,'-10'2'156'0'0,"0"1"0"0"0,0 0-1 0 0,0 0 1 0 0,0 1-1 0 0,0 1 1 0 0,1-1-1 0 0,-1 1 1 0 0,2 1-1 0 0,-10 7 1 0 0,9-7 84 0 0,-4 3-103 0 0,0 0 1 0 0,1 1 0 0 0,1 1 0 0 0,0 0-1 0 0,0 1 1 0 0,1 0 0 0 0,1 1-1 0 0,0 0 1 0 0,-10 18 0 0 0,10-12-108 0 0,0 0 1 0 0,1 0-1 0 0,1 1 0 0 0,0 0 1 0 0,2 0-1 0 0,-5 32 0 0 0,10-47 1 0 0,-1 0 0 0 0,1-1-1 0 0,0 1 1 0 0,0 0 0 0 0,0-1 0 0 0,1 1 0 0 0,0 0-1 0 0,-1-1 1 0 0,2 1 0 0 0,-1-1 0 0 0,1 1-1 0 0,-1-1 1 0 0,1 0 0 0 0,0 1 0 0 0,1-1-1 0 0,-1 0 1 0 0,1 0 0 0 0,0-1 0 0 0,-1 1-1 0 0,8 6 1 0 0,-4-6 63 0 0,-1 0 1 0 0,1 0-1 0 0,0 0 0 0 0,0-1 1 0 0,0 0-1 0 0,1-1 0 0 0,-1 1 0 0 0,1-1 1 0 0,-1 0-1 0 0,1-1 0 0 0,0 1 0 0 0,0-1 1 0 0,12 0-1 0 0,-7-1 94 0 0,-1-1 1 0 0,1 0-1 0 0,-1-1 0 0 0,0 0 1 0 0,1-1-1 0 0,-1 0 0 0 0,-1 0 1 0 0,1-1-1 0 0,0-1 0 0 0,-1 0 1 0 0,0 0-1 0 0,0-1 0 0 0,0 0 1 0 0,-1-1-1 0 0,0 0 0 0 0,12-12 1 0 0,-10 8 111 0 0,-1-1 1 0 0,0 0 0 0 0,-1 0 0 0 0,0-1 0 0 0,-1 0 0 0 0,-1 0 0 0 0,0-1 0 0 0,0 0-1 0 0,-2 0 1 0 0,0-1 0 0 0,7-28 0 0 0,-11 34-170 0 0,0 1-1 0 0,-1 0 1 0 0,0 0-1 0 0,0 0 1 0 0,0 0-1 0 0,-1-1 1 0 0,-1 1-1 0 0,1 0 0 0 0,-1 0 1 0 0,0 0-1 0 0,-1 1 1 0 0,0-1-1 0 0,0 1 1 0 0,-1-1-1 0 0,-7-9 1 0 0,8 11-157 0 0,-1 1-1 0 0,0 0 1 0 0,0 1 0 0 0,0-1 0 0 0,-1 1-1 0 0,1 0 1 0 0,-1 0 0 0 0,0 0 0 0 0,-1 1-1 0 0,1-1 1 0 0,0 1 0 0 0,-1 1 0 0 0,0-1-1 0 0,0 1 1 0 0,1 0 0 0 0,-1 0-1 0 0,-1 1 1 0 0,1-1 0 0 0,0 2 0 0 0,-11-2-1 0 0,-9 4-4979 0 0,0 0-1702 0 0</inkml:trace>
</inkml:ink>
</file>

<file path=ppt/ink/ink1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0:51.10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173 366 3225 0 0,'-58'-46'1629'0'0,"47"35"-474"0"0,-1 1 0 0 0,-1 0 0 0 0,1 1 0 0 0,-2 0 0 0 0,-18-9 0 0 0,31 18-919 0 0,1-1 0 0 0,-1 1-1 0 0,0-1 1 0 0,0 1 0 0 0,0-1 0 0 0,0 1 0 0 0,0 0 0 0 0,0-1 0 0 0,0 1 0 0 0,0 0-1 0 0,0 0 1 0 0,0 0 0 0 0,0 0 0 0 0,0 0 0 0 0,0 0 0 0 0,1 0 0 0 0,-1 0 0 0 0,0 0-1 0 0,0 0 1 0 0,-2 1 0 0 0,3-1-164 0 0,0 1-1 0 0,0 0 1 0 0,0 0-1 0 0,1 0 1 0 0,-1 0-1 0 0,0-1 1 0 0,0 1-1 0 0,0 0 1 0 0,1 0-1 0 0,-1-1 1 0 0,0 1-1 0 0,1 0 1 0 0,-1-1-1 0 0,1 1 1 0 0,-1 0-1 0 0,1-1 1 0 0,-1 1-1 0 0,1 0 1 0 0,0 0-1 0 0,44 47-307 0 0,-36-40 902 0 0,26 24 10 0 0,64 44-1 0 0,-59-47-601 0 0,45 41-1 0 0,-62-47-28 0 0,-2-2-30 0 0,36 28 0 0 0,-51-44 27 0 0,-1-1 0 0 0,1 0 0 0 0,0-1 0 0 0,0 0 0 0 0,0 0 0 0 0,1 0 0 0 0,-1-1 0 0 0,0 1 0 0 0,1-2 0 0 0,0 1 0 0 0,0-1 0 0 0,8 1 0 0 0,-13-2-1 0 0,-1 0-1 0 0,0-1 0 0 0,0 1 1 0 0,0 0-1 0 0,0-1 0 0 0,1 1 0 0 0,-1-1 1 0 0,0 0-1 0 0,0 1 0 0 0,0-1 1 0 0,0 0-1 0 0,0 1 0 0 0,0-1 1 0 0,0 0-1 0 0,0 0 0 0 0,-1 0 0 0 0,1 0 1 0 0,0 0-1 0 0,-1 0 0 0 0,1 0 1 0 0,0 0-1 0 0,-1 0 0 0 0,1-1 0 0 0,-1 1 1 0 0,1 0-1 0 0,-1 0 0 0 0,0 0 1 0 0,0-1-1 0 0,1 1 0 0 0,-1 0 1 0 0,0 0-1 0 0,0-1 0 0 0,-1-1 0 0 0,0-51 525 0 0,0 42-476 0 0,-8-55 143 0 0,-2-1 0 0 0,-35-109 0 0 0,-6-34-214 0 0,49 188 468 0 0,2 11-1643 0 0</inkml:trace>
</inkml:ink>
</file>

<file path=ppt/ink/ink1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0:51.42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0 2304 0 0,'4'0'495'0'0,"-1"1"-1"0"0,0-1 0 0 0,1 1 0 0 0,-1-1 0 0 0,0 1 0 0 0,1 0 0 0 0,-1 1 0 0 0,0-1 0 0 0,0 0 0 0 0,0 1 0 0 0,0 0 0 0 0,0-1 0 0 0,0 1 0 0 0,3 4 0 0 0,0-1 79 0 0,0 1-1 0 0,-1 0 1 0 0,1 1 0 0 0,-2-1 0 0 0,8 13 0 0 0,0 3 66 0 0,-2 0 1 0 0,-1 1-1 0 0,8 27 1 0 0,1 19 25 0 0,5 17-475 0 0,-1-32-4168 0 0</inkml:trace>
</inkml:ink>
</file>

<file path=ppt/ink/ink1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0:51.62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26 20 4609 0 0,'-3'-1'274'0'0,"1"-1"-1"0"0,0 1 1 0 0,0-1-1 0 0,-1 1 1 0 0,1-1-1 0 0,0 1 1 0 0,0-1-1 0 0,-2-3 1 0 0,0 2-254 0 0,11 19-576 0 0,5 9 454 0 0,-5-12 102 0 0</inkml:trace>
</inkml:ink>
</file>

<file path=ppt/ink/ink1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0:52.31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33 207 2761 0 0,'-6'-13'344'0'0,"1"0"1"0"0,0-1 0 0 0,1 0 0 0 0,0 0-1 0 0,1 0 1 0 0,1 0 0 0 0,0-1 0 0 0,1 1-1 0 0,1-1 1 0 0,0 1 0 0 0,2-16-1 0 0,-2 29-183 0 0,0 0-1 0 0,0 0 0 0 0,0 0 1 0 0,0 0-1 0 0,0 0 0 0 0,0 0 1 0 0,0 0-1 0 0,1 0 0 0 0,-1 1 1 0 0,0-1-1 0 0,1 0 0 0 0,-1 0 1 0 0,0 0-1 0 0,1 0 0 0 0,-1 0 1 0 0,1 1-1 0 0,-1-1 0 0 0,1 0 1 0 0,-1 1-1 0 0,1-1 0 0 0,0 0 1 0 0,-1 1-1 0 0,1-1 0 0 0,0 0 0 0 0,0 1 1 0 0,-1-1-1 0 0,1 1 0 0 0,1-1 1 0 0,-1 1-7 0 0,1 0 1 0 0,-1 1-1 0 0,1-1 1 0 0,-1 0-1 0 0,0 1 1 0 0,1-1-1 0 0,-1 1 0 0 0,0-1 1 0 0,1 1-1 0 0,-1-1 1 0 0,0 1-1 0 0,0 0 1 0 0,0 0-1 0 0,0 0 1 0 0,1 0-1 0 0,0 1 1 0 0,7 7 330 0 0,0 0 0 0 0,13 21 1 0 0,8 15-155 0 0,30 65 0 0 0,18 29 408 0 0,-61-116-509 0 0,-17-73 783 0 0,-1-9-270 0 0,-1 23-587 0 0,6-65 0 0 0,-3 92-134 0 0,0 0 0 0 0,1-1-1 0 0,0 1 1 0 0,0 0 0 0 0,1 0 0 0 0,1 1 0 0 0,-1-1 0 0 0,1 1 0 0 0,1 0 0 0 0,0 0 0 0 0,11-15 0 0 0,-15 22-15 0 0,0 0 0 0 0,0 0 1 0 0,0 0-1 0 0,0 1 0 0 0,0-1 1 0 0,1 0-1 0 0,-1 0 0 0 0,0 1 0 0 0,0-1 1 0 0,1 1-1 0 0,-1-1 0 0 0,0 1 1 0 0,1 0-1 0 0,-1-1 0 0 0,1 1 0 0 0,-1 0 1 0 0,0 0-1 0 0,1 0 0 0 0,-1 0 1 0 0,1 0-1 0 0,-1 1 0 0 0,0-1 0 0 0,1 0 1 0 0,-1 0-1 0 0,1 1 0 0 0,-1-1 1 0 0,0 1-1 0 0,0-1 0 0 0,1 1 0 0 0,-1 0 1 0 0,0 0-1 0 0,0-1 0 0 0,0 1 1 0 0,0 0-1 0 0,2 2 0 0 0,5 4 165 0 0,1 0-1 0 0,-1 2 0 0 0,10 12 0 0 0,-6-8 74 0 0,1 1-7 0 0,2-2-1 0 0,17 13 1 0 0,-23-19-196 0 0,0 0 1 0 0,-1 1 0 0 0,1 0-1 0 0,-1 0 1 0 0,-1 1-1 0 0,0 0 1 0 0,0 0 0 0 0,0 1-1 0 0,-1 0 1 0 0,6 12 0 0 0,-7-11-564 0 0,0-1 1 0 0,1 1 0 0 0,0-1-1 0 0,11 14 1 0 0</inkml:trace>
</inkml:ink>
</file>

<file path=ppt/ink/ink1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21.6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67 52 3681 0 0,'-10'-13'3158'0'0,"8"12"-2764"0"0,1 0 1 0 0,0 0-1 0 0,0-1 0 0 0,0 1 1 0 0,0 0-1 0 0,0 0 0 0 0,0-1 1 0 0,1 1-1 0 0,-1 0 0 0 0,0-1 0 0 0,0 1 1 0 0,1-1-1 0 0,-1 1 0 0 0,1-1 1 0 0,0 1-1 0 0,-1-1 0 0 0,1 1 1 0 0,0-4-1 0 0,0 5-300 0 0,0 0 0 0 0,0-1 1 0 0,0 1-1 0 0,0-1 0 0 0,0 1 0 0 0,0 0 0 0 0,0-1 1 0 0,0 1-1 0 0,0 0 0 0 0,0-1 0 0 0,0 1 0 0 0,0 0 1 0 0,0-1-1 0 0,0 1 0 0 0,-1 0 0 0 0,1-1 0 0 0,0 1 1 0 0,0 0-1 0 0,0 0 0 0 0,-1-1 0 0 0,1 1 1 0 0,0 0-1 0 0,0 0 0 0 0,0-1 0 0 0,-1 1 0 0 0,1 0 1 0 0,0 0-1 0 0,-1-1 0 0 0,1 1 0 0 0,0 0 0 0 0,0 0 1 0 0,-1 0-1 0 0,1 0 0 0 0,0 0 0 0 0,-1 0 0 0 0,1-1 1 0 0,0 1-1 0 0,-1 0 0 0 0,1 0 0 0 0,-1 0 0 0 0,1 0 1 0 0,0 0-1 0 0,-1 0 0 0 0,1 0 0 0 0,0 0 0 0 0,-1 0 1 0 0,1 1-1 0 0,0-1 0 0 0,-1 0 0 0 0,1 0 0 0 0,0 0 1 0 0,-1 0-1 0 0,1 0 0 0 0,0 1 0 0 0,0-1 0 0 0,-1 0 1 0 0,1 0-1 0 0,0 0 0 0 0,0 1 0 0 0,-1-1 0 0 0,1 0 1 0 0,0 0-1 0 0,-1 1 0 0 0,-17 18 759 0 0,16-13-843 0 0,0 0 1 0 0,0 1 0 0 0,1-1 0 0 0,0 0 0 0 0,0 0 0 0 0,1 1 0 0 0,0-1 0 0 0,0 1 0 0 0,0-1 0 0 0,1 0 0 0 0,0 1 0 0 0,2 8 0 0 0,4 13 38 0 0,13 35-1 0 0,-19-60-47 0 0,2 4-12 0 0,0 0 1 0 0,0 1 0 0 0,0-2-1 0 0,1 1 1 0 0,0 0-1 0 0,0-1 1 0 0,0 1 0 0 0,1-1-1 0 0,0-1 1 0 0,1 1 0 0 0,-1-1-1 0 0,1 0 1 0 0,8 6 0 0 0,-9-8 1 0 0,0-1 0 0 0,0 1 1 0 0,0-1-1 0 0,0 0 1 0 0,1 0-1 0 0,-1-1 0 0 0,1 0 1 0 0,-1 0-1 0 0,1 0 1 0 0,0-1-1 0 0,-1 1 1 0 0,1-1-1 0 0,0-1 0 0 0,-1 1 1 0 0,1-1-1 0 0,-1 0 1 0 0,1 0-1 0 0,8-3 1 0 0,-9 2-3 0 0,0 0 0 0 0,0 1 0 0 0,0-1 1 0 0,-1-1-1 0 0,1 1 0 0 0,-1-1 1 0 0,1 0-1 0 0,-1 0 0 0 0,0 0 1 0 0,0 0-1 0 0,0-1 0 0 0,-1 0 0 0 0,1 0 1 0 0,-1 0-1 0 0,0 0 0 0 0,0 0 1 0 0,0-1-1 0 0,-1 1 0 0 0,1-1 1 0 0,-1 0-1 0 0,2-5 0 0 0,-3 5 41 0 0,0-1 0 0 0,0 1 0 0 0,-1 0 0 0 0,0-1 1 0 0,0 1-1 0 0,0-1 0 0 0,-1 1 0 0 0,1 0 0 0 0,-1-1 0 0 0,-1 1 0 0 0,1 0 0 0 0,-1 0 0 0 0,0 0 0 0 0,0 0 0 0 0,0 0 0 0 0,0 0 0 0 0,-1 1 0 0 0,0-1 0 0 0,0 1 1 0 0,-6-7-1 0 0,1 1 50 0 0,-2 0 0 0 0,0 1 0 0 0,0 0 1 0 0,0 0-1 0 0,-1 1 0 0 0,0 0 0 0 0,-19-9 1 0 0,25 15-55 0 0,0-1 0 0 0,0 1 0 0 0,0 0 1 0 0,0 0-1 0 0,-1 1 0 0 0,1 0 0 0 0,-1 0 0 0 0,0 0 1 0 0,1 0-1 0 0,-1 1 0 0 0,1 0 0 0 0,-1 0 0 0 0,0 1 0 0 0,1-1 1 0 0,-1 1-1 0 0,1 0 0 0 0,-1 1 0 0 0,1-1 0 0 0,-1 1 1 0 0,-8 5-1 0 0,13-7-115 0 0,1 1 0 0 0,-1-1 1 0 0,1 1-1 0 0,-1 0 0 0 0,1-1 1 0 0,0 1-1 0 0,-1 0 0 0 0,1-1 1 0 0,-1 1-1 0 0,1 0 0 0 0,0-1 0 0 0,0 1 1 0 0,0 0-1 0 0,-1 0 0 0 0,1-1 1 0 0,0 1-1 0 0,0 0 0 0 0,0 0 1 0 0,0 0-1 0 0,0-1 0 0 0,0 1 0 0 0,0 0 1 0 0,0 0-1 0 0,1-1 0 0 0,-1 1 1 0 0,0 0-1 0 0,0 0 0 0 0,1-1 1 0 0,-1 1-1 0 0,0 0 0 0 0,1-1 1 0 0,-1 1-1 0 0,1 0 0 0 0,-1-1 0 0 0,1 1 1 0 0,-1 0-1 0 0,1-1 0 0 0,-1 1 1 0 0,2 0-1 0 0,0 3-888 0 0</inkml:trace>
</inkml:ink>
</file>

<file path=ppt/ink/ink1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21.9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38 3681 0 0,'-6'-8'232'0'0,"15"6"1877"0"0,15 5 1510 0 0,-24-3-3646 0 0,2 1 318 0 0,0-1-1 0 0,0 0 1 0 0,0 0 0 0 0,0 1 0 0 0,0-1-1 0 0,0-1 1 0 0,0 1 0 0 0,0 0 0 0 0,0 0-1 0 0,0-1 1 0 0,0 1 0 0 0,3-2-1 0 0,-5 2-242 0 0,1-1-1 0 0,-1 1 0 0 0,1-1 0 0 0,-1 1 0 0 0,1-1 0 0 0,-1 1 1 0 0,1-1-1 0 0,-1 0 0 0 0,0 1 0 0 0,1-1 0 0 0,-1 1 0 0 0,0-1 1 0 0,1 0-1 0 0,-1 1 0 0 0,0-1 0 0 0,0 0 0 0 0,0 1 0 0 0,1-1 1 0 0,-1 0-1 0 0,0 0 0 0 0,0 1 0 0 0,0-1 0 0 0,0 0 0 0 0,0 1 1 0 0,-1-1-1 0 0,1 0 0 0 0,0 0 0 0 0,0 1 0 0 0,0-1 0 0 0,-1 0 1 0 0,1 1-1 0 0,-1-2 0 0 0,0-5-258 0 0</inkml:trace>
</inkml:ink>
</file>

<file path=ppt/ink/ink1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2.1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495 185 1840 0 0,'0'-18'1125'0'0,"-2"-1"0"0"0,-5-33 1 0 0,5 46-641 0 0,1-1 0 0 0,-1 1 0 0 0,0 0 0 0 0,0-1 0 0 0,-1 1 0 0 0,0 0 0 0 0,0 0 0 0 0,0 1 0 0 0,-1-1 0 0 0,0 1 0 0 0,-6-7 0 0 0,7 10-271 0 0,0 0 0 0 0,0 0 0 0 0,0 0 1 0 0,0 0-1 0 0,0 1 0 0 0,-1 0 0 0 0,1-1 1 0 0,0 1-1 0 0,-1 0 0 0 0,1 1 0 0 0,-1-1 1 0 0,0 1-1 0 0,1-1 0 0 0,-1 1 0 0 0,1 0 1 0 0,-1 1-1 0 0,0-1 0 0 0,1 1 0 0 0,-1-1 1 0 0,1 1-1 0 0,-1 0 0 0 0,1 0 0 0 0,0 0 1 0 0,-1 1-1 0 0,-4 2 0 0 0,-2 1 73 0 0,0 1-1 0 0,1 0 1 0 0,-1 0-1 0 0,1 1 1 0 0,0 0-1 0 0,-15 16 1 0 0,0 6-109 0 0,1 1-1 0 0,2 2 1 0 0,1 0-1 0 0,1 1 1 0 0,2 1 0 0 0,1 1-1 0 0,2 0 1 0 0,-16 59-1 0 0,4 16 80 0 0,-20 179 0 0 0,29-21-26 0 0,18-215-145 0 0,3 1-1 0 0,1-1 1 0 0,15 58 0 0 0,-13-81-14 0 0,1-1-1 0 0,2 0 1 0 0,1 0 0 0 0,1-1 0 0 0,2-1 0 0 0,26 42 0 0 0,-26-50 0 0 0,1 0-1 0 0,1-1 0 0 0,0-1 1 0 0,1-1-1 0 0,1 0 1 0 0,0-1-1 0 0,1-1 1 0 0,1 0-1 0 0,31 15 0 0 0,-21-14-21 0 0,1-2 0 0 0,64 20 0 0 0,-82-29-134 0 0,0-1 1 0 0,0-1-1 0 0,1 0 1 0 0,-1-1 0 0 0,1 0-1 0 0,-1-1 1 0 0,1 0 0 0 0,-1-2-1 0 0,0 1 1 0 0,19-6-1 0 0,-16 2-594 0 0</inkml:trace>
</inkml:ink>
</file>

<file path=ppt/ink/ink1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3.5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280 163 1840 0 0,'0'-16'1090'0'0,"-1"1"0"0"0,-1 0-1 0 0,0 0 1 0 0,-5-20 0 0 0,6 31-776 0 0,0 1 1 0 0,0-1 0 0 0,0 1 0 0 0,0 0 0 0 0,0-1 0 0 0,-1 1 0 0 0,1 0 0 0 0,-1 0-1 0 0,0 0 1 0 0,0 0 0 0 0,0 0 0 0 0,-1 1 0 0 0,1-1 0 0 0,-1 1 0 0 0,1-1 0 0 0,-1 1 0 0 0,0 0-1 0 0,0 0 1 0 0,0 0 0 0 0,0 0 0 0 0,0 0 0 0 0,0 1 0 0 0,0 0 0 0 0,-6-2 0 0 0,5 3-158 0 0,1 0 0 0 0,-1 0 0 0 0,0 0 0 0 0,0 1 0 0 0,1 0 0 0 0,-1-1 1 0 0,0 1-1 0 0,1 1 0 0 0,-1-1 0 0 0,1 0 0 0 0,-1 1 0 0 0,1 0 0 0 0,0 0 1 0 0,-1 0-1 0 0,1 0 0 0 0,0 0 0 0 0,0 1 0 0 0,1-1 0 0 0,-1 1 0 0 0,-2 3 1 0 0,-6 6 99 0 0,2 0 1 0 0,0 1 0 0 0,-11 19 0 0 0,7-9-119 0 0,1 1 0 0 0,1 0 1 0 0,1 0-1 0 0,1 2 0 0 0,1-1 0 0 0,2 1 0 0 0,0 0 0 0 0,2 0 1 0 0,-2 29-1 0 0,6-43-121 0 0,0-1 0 0 0,0 1 0 0 0,1 0 0 0 0,0-1 0 0 0,1 0 0 0 0,1 1 0 0 0,0-1 0 0 0,0 0 0 0 0,1 0 0 0 0,0 0 0 0 0,1-1 0 0 0,0 1 0 0 0,1-1 0 0 0,0 0 0 0 0,1-1 0 0 0,0 1 0 0 0,0-2 0 0 0,1 1 0 0 0,0-1 0 0 0,1 0 0 0 0,0 0 0 0 0,0-1 1 0 0,11 7-1 0 0,-5-6-192 0 0,1-1 1 0 0,-1 0-1 0 0,1-1 0 0 0,0-1 1 0 0,1 0-1 0 0,-1-1 1 0 0,1-1-1 0 0,0-1 1 0 0,0 0-1 0 0,-1-1 1 0 0,1-1-1 0 0,0-1 1 0 0,0 0-1 0 0,0-1 1 0 0,0-1-1 0 0,16-4 1 0 0,5-3-6504 0 0</inkml:trace>
</inkml:ink>
</file>

<file path=ppt/ink/ink1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3.8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55 5 6449 0 0,'-1'0'131'0'0,"0"-1"-1"0"0,0 0 0 0 0,0 1 0 0 0,0 0 0 0 0,1-1 0 0 0,-1 1 1 0 0,0-1-1 0 0,0 1 0 0 0,0 0 0 0 0,0 0 0 0 0,0-1 0 0 0,0 1 1 0 0,0 0-1 0 0,0 0 0 0 0,0 0 0 0 0,0 0 0 0 0,0 0 0 0 0,0 0 1 0 0,0 1-1 0 0,0-1 0 0 0,0 0 0 0 0,1 0 0 0 0,-1 1 1 0 0,0-1-1 0 0,0 0 0 0 0,0 1 0 0 0,0-1 0 0 0,0 1 0 0 0,1-1 1 0 0,-1 1-1 0 0,0 0 0 0 0,0-1 0 0 0,1 1 0 0 0,-1 0 0 0 0,0-1 1 0 0,1 1-1 0 0,-1 0 0 0 0,1 0 0 0 0,-1 0 0 0 0,1-1 0 0 0,-1 1 1 0 0,1 0-1 0 0,0 0 0 0 0,-1 0 0 0 0,1 0 0 0 0,0 0 0 0 0,0 1 1 0 0,-4 8 749 0 0,2-1 0 0 0,0 1 0 0 0,-2 16 0 0 0,3-18-725 0 0,-2 19 138 0 0,1 0-1 0 0,2 1 1 0 0,1 0 0 0 0,0-1 0 0 0,3 0 0 0 0,8 38 0 0 0,57 153 1671 0 0,-61-195-1939 0 0,3 11-1077 0 0,-7-21 146 0 0,0 1 0 0 0,1-1-1 0 0,1 0 1 0 0,10 18 0 0 0,-12-25 784 0 0</inkml:trace>
</inkml:ink>
</file>

<file path=ppt/ink/ink1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4.1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108 52 3225 0 0,'-15'-6'8847'0'0,"9"21"-4411"0"0,5-9-5679 0 0,0 6 1549 0 0,0 1 0 0 0,0-1 0 0 0,2 1 0 0 0,0-1 0 0 0,0 0 1 0 0,1 1-1 0 0,0-1 0 0 0,1 0 0 0 0,1 0 0 0 0,0 0 0 0 0,0-1 0 0 0,12 21 1 0 0,-12-26-248 0 0,-1 0 0 0 0,1 0 0 0 0,1 0 0 0 0,-1-1 0 0 0,1 0 0 0 0,0 0 0 0 0,0 0 1 0 0,0 0-1 0 0,1-1 0 0 0,9 6 0 0 0,-10-8-34 0 0,-1 0 0 0 0,1 0 1 0 0,-1 0-1 0 0,1-1 0 0 0,0 0 0 0 0,0 0 1 0 0,0 0-1 0 0,0 0 0 0 0,-1-1 1 0 0,1 0-1 0 0,0 0 0 0 0,0 0 0 0 0,0-1 1 0 0,0 0-1 0 0,0 1 0 0 0,6-3 0 0 0,-6 1 8 0 0,1 0 0 0 0,-1 0 0 0 0,0 0 0 0 0,0-1 0 0 0,0 0 0 0 0,0 0 0 0 0,0 0 0 0 0,-1 0 0 0 0,1-1 0 0 0,-1 1 0 0 0,0-1 0 0 0,0 0 0 0 0,0-1 0 0 0,-1 1 0 0 0,0-1 0 0 0,1 1 0 0 0,-2-1 0 0 0,1 0 0 0 0,0 0 0 0 0,-1-1 0 0 0,0 1 0 0 0,0 0 0 0 0,2-12-1 0 0,-3 10 19 0 0,0-1-1 0 0,-1 0 0 0 0,1 1 1 0 0,-2-1-1 0 0,1 0 0 0 0,-1 1 1 0 0,0-1-1 0 0,0 1 0 0 0,-1-1 0 0 0,0 1 1 0 0,-1-1-1 0 0,1 1 0 0 0,-1 0 1 0 0,-1 0-1 0 0,1 0 0 0 0,-1 1 0 0 0,-5-7 1 0 0,3 6-21 0 0,1 1 0 0 0,-1 0 0 0 0,0 1 0 0 0,0-1 0 0 0,-1 1 0 0 0,0 0 0 0 0,0 1 0 0 0,0-1 1 0 0,0 1-1 0 0,-1 1 0 0 0,1 0 0 0 0,-1 0 0 0 0,0 0 0 0 0,0 1 0 0 0,0 0 0 0 0,0 0 0 0 0,-1 1 0 0 0,-14 0 1 0 0,13 1-259 0 0,0 0 1 0 0,0 1 0 0 0,0 1 0 0 0,0 0 0 0 0,0 0 0 0 0,0 0 0 0 0,1 1 0 0 0,-1 1 0 0 0,1 0-1 0 0,0 0 1 0 0,0 1 0 0 0,0 0 0 0 0,1 0 0 0 0,0 1 0 0 0,-10 9 0 0 0,-3 6-6697 0 0</inkml:trace>
</inkml:ink>
</file>

<file path=ppt/ink/ink1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4.4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248 13 3681 0 0,'0'0'29'0'0,"0"0"1"0"0,0-1-1 0 0,0 1 0 0 0,1 0 1 0 0,-1-1-1 0 0,0 1 1 0 0,0 0-1 0 0,0-1 0 0 0,0 1 1 0 0,0-1-1 0 0,0 1 1 0 0,0 0-1 0 0,0-1 0 0 0,0 1 1 0 0,0 0-1 0 0,0-1 1 0 0,0 1-1 0 0,0-1 0 0 0,0 1 1 0 0,0 0-1 0 0,0-1 1 0 0,-1 1-1 0 0,1 0 0 0 0,0-1 1 0 0,0 1-1 0 0,0 0 1 0 0,0-1-1 0 0,-1 1 0 0 0,1 0 1 0 0,0-1-1 0 0,0 1 1 0 0,-1 0-1 0 0,1 0 0 0 0,0-1 1 0 0,-1 1-1 0 0,1 0 1 0 0,0 0-1 0 0,-1-1 0 0 0,-18 2 1378 0 0,-19 13 834 0 0,23-6-1902 0 0,1 0 0 0 0,1 0 0 0 0,-1 1-1 0 0,1 1 1 0 0,1 0 0 0 0,0 1 0 0 0,0 0 0 0 0,1 1 0 0 0,1 0-1 0 0,0 1 1 0 0,1 0 0 0 0,0 0 0 0 0,0 1 0 0 0,-9 24 0 0 0,17-35-317 0 0,0-1 1 0 0,0 1 0 0 0,0-1 0 0 0,1 1-1 0 0,0-1 1 0 0,-1 1 0 0 0,1-1 0 0 0,0 1-1 0 0,0 0 1 0 0,0-1 0 0 0,0 1 0 0 0,1-1-1 0 0,-1 1 1 0 0,1 0 0 0 0,0-1-1 0 0,-1 1 1 0 0,1-1 0 0 0,0 0 0 0 0,1 1-1 0 0,-1-1 1 0 0,0 0 0 0 0,1 0 0 0 0,-1 1-1 0 0,1-1 1 0 0,-1 0 0 0 0,1-1 0 0 0,0 1-1 0 0,0 0 1 0 0,0 0 0 0 0,0-1 0 0 0,0 1-1 0 0,1-1 1 0 0,-1 0 0 0 0,0 0 0 0 0,3 2-1 0 0,11 3 90 0 0,0 0-1 0 0,0-1 1 0 0,0-1-1 0 0,26 4 1 0 0,-5 0-83 0 0,-30-6-29 0 0,0 0 0 0 0,0 0-1 0 0,0 0 1 0 0,0 1-1 0 0,-1 1 1 0 0,0-1 0 0 0,1 1-1 0 0,8 7 1 0 0,-13-10-6 0 0,0 1 0 0 0,-1 0-1 0 0,1 0 1 0 0,-1 0 0 0 0,1 0-1 0 0,-1 0 1 0 0,0 0 0 0 0,0 0-1 0 0,0 0 1 0 0,0 1 0 0 0,0-1 0 0 0,0 0-1 0 0,0 1 1 0 0,-1-1 0 0 0,0 0-1 0 0,1 1 1 0 0,-1-1 0 0 0,0 1-1 0 0,0-1 1 0 0,0 1 0 0 0,0-1 0 0 0,-1 1-1 0 0,1-1 1 0 0,-1 0 0 0 0,1 1-1 0 0,-1-1 1 0 0,0 0 0 0 0,0 1-1 0 0,-1 1 1 0 0,-7 13-73 0 0,-1-1-1 0 0,-1 0 0 0 0,0-1 1 0 0,-1 0-1 0 0,-1 0 1 0 0,0-2-1 0 0,-1 1 0 0 0,-21 14 1 0 0,-1 3-605 0 0,13-9 252 0 0</inkml:trace>
</inkml:ink>
</file>

<file path=ppt/ink/ink1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4.7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1 347 3209 0 0,'22'-15'489'0'0,"-1"0"1"0"0,-1-2-1 0 0,0-1 1 0 0,-1-1 0 0 0,-1 0-1 0 0,-1-1 1 0 0,-1-1-1 0 0,-1-1 1 0 0,15-26-1 0 0,-25 40-133 0 0,-1 1-1 0 0,-1-1 0 0 0,1 0 0 0 0,-1 0 1 0 0,0-1-1 0 0,-1 1 0 0 0,2-14 0 0 0,-4 20-235 0 0,1 0 1 0 0,-1 0-1 0 0,0 0 0 0 0,0 0 0 0 0,0 0 0 0 0,-1 0 0 0 0,1 0 0 0 0,0 0 0 0 0,-1 0 1 0 0,1 0-1 0 0,-1 0 0 0 0,0 1 0 0 0,0-1 0 0 0,1 0 0 0 0,-1 0 0 0 0,0 1 1 0 0,-1-1-1 0 0,1 0 0 0 0,0 1 0 0 0,0-1 0 0 0,-1 1 0 0 0,1-1 0 0 0,-1 1 0 0 0,1 0 1 0 0,-1 0-1 0 0,0 0 0 0 0,1 0 0 0 0,-1 0 0 0 0,0 0 0 0 0,0 0 0 0 0,1 0 0 0 0,-1 1 1 0 0,0-1-1 0 0,0 1 0 0 0,0-1 0 0 0,0 1 0 0 0,0 0 0 0 0,-2 0 0 0 0,-2-1-45 0 0,1 1 1 0 0,0 0-1 0 0,0 0 0 0 0,-1 0 0 0 0,1 1 0 0 0,0 0 0 0 0,0 0 0 0 0,0 0 0 0 0,0 1 0 0 0,0-1 0 0 0,0 1 1 0 0,0 0-1 0 0,0 1 0 0 0,-8 5 0 0 0,7-3 135 0 0,-1 0 0 0 0,1 0 0 0 0,1 1 0 0 0,-1 0 0 0 0,1 0 1 0 0,0 1-1 0 0,0-1 0 0 0,0 1 0 0 0,-4 9 0 0 0,5-8-55 0 0,1 0-1 0 0,-1 0 1 0 0,1 1-1 0 0,0-1 1 0 0,1 0 0 0 0,0 1-1 0 0,0 0 1 0 0,1-1 0 0 0,0 1-1 0 0,1 0 1 0 0,0 0-1 0 0,0 0 1 0 0,1 0 0 0 0,0-1-1 0 0,0 1 1 0 0,1 0-1 0 0,0-1 1 0 0,7 15 0 0 0,-7-19-250 0 0,0 0 1 0 0,0-1-1 0 0,1 0 1 0 0,-1 1-1 0 0,1-1 1 0 0,0 0-1 0 0,0 0 1 0 0,0-1-1 0 0,1 1 1 0 0,-1 0-1 0 0,1-1 1 0 0,-1 0-1 0 0,1 0 1 0 0,0 0 0 0 0,-1 0-1 0 0,1-1 1 0 0,0 0-1 0 0,6 2 1 0 0,-2-2-188 0 0,1 1 1 0 0,-1-2 0 0 0,1 1 0 0 0,-1-1-1 0 0,0-1 1 0 0,1 1 0 0 0,-1-1 0 0 0,11-3-1 0 0,13-4-1233 0 0</inkml:trace>
</inkml:ink>
</file>

<file path=ppt/ink/ink1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5.2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0 487 968 0 0,'66'-50'142'0'0,"37"-30"2590"0"0,-151 131 4846 0 0,-3 20-4298 0 0,43-58-2929 0 0,-1 1-1 0 0,2 1 1 0 0,0 0 0 0 0,1 0-1 0 0,0 0 1 0 0,2 0 0 0 0,-1 1-1 0 0,-3 28 1 0 0,8-43-325 0 0,0 1 0 0 0,0 0 0 0 0,0 0 0 0 0,0-1 0 0 0,0 1 0 0 0,0 0 0 0 0,0 0 0 0 0,0 0 0 0 0,1-1 0 0 0,-1 1 0 0 0,1 0 0 0 0,-1-1 0 0 0,1 1-1 0 0,0 0 1 0 0,0-1 0 0 0,0 1 0 0 0,0-1 0 0 0,0 1 0 0 0,2 1 0 0 0,-2-2-24 0 0,0 0 0 0 0,0-1 0 0 0,1 1-1 0 0,-1 0 1 0 0,1-1 0 0 0,-1 1-1 0 0,0-1 1 0 0,1 0 0 0 0,-1 1 0 0 0,1-1-1 0 0,-1 0 1 0 0,1 0 0 0 0,-1 0-1 0 0,1 0 1 0 0,-1 0 0 0 0,1 0 0 0 0,-1-1-1 0 0,3 0 1 0 0,3-1-91 0 0,-1 0-1 0 0,1-1 1 0 0,0 0-1 0 0,-1 0 0 0 0,1-1 1 0 0,-1 1-1 0 0,0-2 1 0 0,6-4-1 0 0,0-2-164 0 0,-1-1-1 0 0,0 0 0 0 0,-1 0 0 0 0,0-1 1 0 0,-1-1-1 0 0,0 0 0 0 0,-1 0 0 0 0,-1 0 0 0 0,0-1 1 0 0,-1 0-1 0 0,0-1 0 0 0,-2 1 0 0 0,0-1 0 0 0,4-32 1 0 0,-4 9 199 0 0,-3 0 1 0 0,0 0 0 0 0,-3 0-1 0 0,-2 0 1 0 0,-8-42 0 0 0,7 47 582 0 0,3 20 193 0 0,0-1 1 0 0,-1 1-1 0 0,0 0 0 0 0,-1 0 0 0 0,-9-9 2998 0 0,8 58-2760 0 0,4-5-847 0 0,2 0 0 0 0,1-1-1 0 0,1 1 1 0 0,2-1-1 0 0,1 0 1 0 0,1 0-1 0 0,1 0 1 0 0,2-1 0 0 0,23 47-1 0 0,-17-46-641 0 0,1 0-1 0 0,1-1 1 0 0,2-1-1 0 0,1 0 1 0 0,24 23-1 0 0,-11-16-6794 0 0</inkml:trace>
</inkml:ink>
</file>

<file path=ppt/ink/ink1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5.5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150 0 9218 0 0,'-6'1'329'0'0,"0"1"0"0"0,0 0 0 0 0,0 0 0 0 0,0 0 0 0 0,0 1 0 0 0,1 0 0 0 0,-1 0 0 0 0,1 0 0 0 0,-1 1 0 0 0,1 0 0 0 0,0 0 0 0 0,1 0 0 0 0,-6 6 0 0 0,3-2 89 0 0,2 0 1 0 0,-1 0-1 0 0,1 1 1 0 0,0 0-1 0 0,1-1 1 0 0,0 1-1 0 0,-5 18 1 0 0,2 4 161 0 0,1 1-1 0 0,1 0 1 0 0,2 0-1 0 0,1 39 1 0 0,2-45-360 0 0,2 1 0 0 0,0 0-1 0 0,2 0 1 0 0,1-1 0 0 0,1 0 0 0 0,11 32 0 0 0,-1-19-183 0 0,1 0 0 0 0,2-1 0 0 0,29 44 0 0 0,-11-23-1182 0 0,-19-33-55 0 0</inkml:trace>
</inkml:ink>
</file>

<file path=ppt/ink/ink1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6.0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3 400 2761 0 0,'-1'-1'48'0'0,"1"-1"0"0"0,0 1 1 0 0,-1 0-1 0 0,1 0 1 0 0,0 0-1 0 0,0 0 1 0 0,-1 0-1 0 0,1-1 1 0 0,0 1-1 0 0,0 0 0 0 0,0 0 1 0 0,0 0-1 0 0,1-1 1 0 0,-1 1-1 0 0,0 0 1 0 0,0 0-1 0 0,1 0 1 0 0,-1 0-1 0 0,1 0 0 0 0,-1 0 1 0 0,1 0-1 0 0,-1-1 1 0 0,1 1-1 0 0,0 1 1 0 0,-1-1-1 0 0,1 0 0 0 0,0 0 1 0 0,0 0-1 0 0,0 0 1 0 0,0 0-1 0 0,0 1 1 0 0,1-2-1 0 0,40-28 2375 0 0,-34 25-2218 0 0,152-89 4521 0 0,-14 8-2949 0 0,-107 61-1375 0 0,-6 2 165 0 0,1 2-1 0 0,2 1 1 0 0,0 1-1 0 0,44-15 1 0 0,-77 33-456 0 0,0 0 0 0 0,0 0 0 0 0,-1 0 0 0 0,1 0 0 0 0,0 1 0 0 0,0-1 0 0 0,0 1 0 0 0,0 0 0 0 0,0 0 0 0 0,0 0 0 0 0,0 0 0 0 0,0 0 0 0 0,0 1 0 0 0,0-1 0 0 0,-1 1 0 0 0,1 0 0 0 0,0 0 0 0 0,0 0 0 0 0,0 0 0 0 0,-1 1 0 0 0,1-1 0 0 0,-1 1 0 0 0,1-1-1 0 0,-1 1 1 0 0,0 0 0 0 0,1 0 0 0 0,-1 0 0 0 0,0 0 0 0 0,2 4 0 0 0,0 0 19 0 0,-1 1-1 0 0,1-1 0 0 0,-2 1 1 0 0,1 0-1 0 0,-1 0 0 0 0,0 0 0 0 0,0 0 1 0 0,-1 0-1 0 0,0 1 0 0 0,0 13 1 0 0,-1 15 268 0 0,2 44 85 0 0,-2-75-464 0 0,1-1 0 0 0,0 1 0 0 0,0 0 0 0 0,0 0 0 0 0,1-1 0 0 0,-1 1 0 0 0,1 0 0 0 0,0-1 0 0 0,1 0 0 0 0,-1 1 0 0 0,1-1 0 0 0,5 6 0 0 0,-7-9-22 0 0,0 0 1 0 0,0 0-1 0 0,0 0 1 0 0,-1-1 0 0 0,1 1-1 0 0,0 0 1 0 0,1-1-1 0 0,-1 1 1 0 0,0-1-1 0 0,0 1 1 0 0,0-1-1 0 0,0 1 1 0 0,0-1-1 0 0,0 0 1 0 0,1 0-1 0 0,-1 0 1 0 0,0 1 0 0 0,0-1-1 0 0,0 0 1 0 0,0 0-1 0 0,1-1 1 0 0,1 1-1 0 0,-1-1-23 0 0,1 0 0 0 0,-1 0 0 0 0,1 0-1 0 0,-1 0 1 0 0,1-1 0 0 0,-1 1 0 0 0,0-1-1 0 0,0 1 1 0 0,4-4 0 0 0,2-5-111 0 0,1 1 0 0 0,-1-1-1 0 0,8-15 1 0 0,-13 22 117 0 0,36-72-314 0 0,-33 60 412 0 0,1 0-1 0 0,1 1 1 0 0,0-1 0 0 0,0 2 0 0 0,2-1 0 0 0,18-20-1 0 0,-27 33-63 0 0,-1 0-1 0 0,1 0 0 0 0,0 1 0 0 0,-1-1 1 0 0,1 0-1 0 0,0 0 0 0 0,0 1 0 0 0,0-1 1 0 0,0 0-1 0 0,-1 1 0 0 0,1-1 0 0 0,0 0 0 0 0,0 1 1 0 0,0 0-1 0 0,0-1 0 0 0,0 1 0 0 0,1 0 1 0 0,-1-1-1 0 0,0 1 0 0 0,0 0 0 0 0,0 0 1 0 0,0 0-1 0 0,0 0 0 0 0,0 0 0 0 0,0 0 1 0 0,0 0-1 0 0,0 0 0 0 0,0 0 0 0 0,1 1 1 0 0,-1-1-1 0 0,0 0 0 0 0,0 1 0 0 0,0-1 1 0 0,0 1-1 0 0,0-1 0 0 0,0 1 0 0 0,-1-1 0 0 0,1 1 1 0 0,0 0-1 0 0,0-1 0 0 0,0 1 0 0 0,0 0 1 0 0,-1 0-1 0 0,1 0 0 0 0,0 0 0 0 0,-1-1 1 0 0,1 1-1 0 0,-1 0 0 0 0,1 0 0 0 0,-1 0 1 0 0,1 0-1 0 0,-1 0 0 0 0,0 0 0 0 0,1 2 1 0 0,3 10 46 0 0,-1-1 1 0 0,0 1 0 0 0,1 23 0 0 0,-1-18 21 0 0,-1-4-92 0 0,1-1 1 0 0,0 1-1 0 0,1-1 0 0 0,1 1 1 0 0,0-1-1 0 0,11 18 0 0 0,15 11-6497 0 0,-12-23-545 0 0</inkml:trace>
</inkml:ink>
</file>

<file path=ppt/ink/ink1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6.3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0 324 6913 0 0,'128'-112'6791'0'0,"-112"97"-6721"0"0,0 0-1 0 0,-1-1 0 0 0,16-23 0 0 0,-28 35-16 0 0,0 0 0 0 0,0 0 0 0 0,0-1-1 0 0,-1 1 1 0 0,0-1 0 0 0,1 0-1 0 0,-2 0 1 0 0,1 0 0 0 0,-1 0-1 0 0,1 0 1 0 0,-1 0 0 0 0,0 0-1 0 0,-1 0 1 0 0,0 0 0 0 0,0 0-1 0 0,0-1 1 0 0,0 1 0 0 0,-1 0 0 0 0,-1-9-1 0 0,2 13 22 0 0,-1 0 0 0 0,1 0 0 0 0,-1 0 0 0 0,1 0 0 0 0,-1 0 0 0 0,1 0-1 0 0,-1 0 1 0 0,1 0 0 0 0,-1 0 0 0 0,0 0 0 0 0,1 0 0 0 0,-1 0 0 0 0,0 1 0 0 0,0-1-1 0 0,0 0 1 0 0,0 0 0 0 0,0 1 0 0 0,0-1 0 0 0,0 1 0 0 0,0-1 0 0 0,0 1 0 0 0,0-1 0 0 0,0 1-1 0 0,0 0 1 0 0,0-1 0 0 0,-2 1 0 0 0,1 0 76 0 0,0 0-1 0 0,-1 0 0 0 0,1 1 1 0 0,0-1-1 0 0,0 1 1 0 0,-1 0-1 0 0,1-1 1 0 0,0 1-1 0 0,0 0 0 0 0,0 0 1 0 0,0 0-1 0 0,-3 2 1 0 0,-2 2 200 0 0,0 0 1 0 0,1 1-1 0 0,-1 0 0 0 0,1 0 1 0 0,-10 13-1 0 0,10-11-266 0 0,1-1-1 0 0,1 1 1 0 0,-1 0 0 0 0,1 1-1 0 0,1-1 1 0 0,0 1-1 0 0,0-1 1 0 0,0 1 0 0 0,1 0-1 0 0,0 0 1 0 0,1 0-1 0 0,0 10 1 0 0,1-13-130 0 0,1 0 1 0 0,-1 0-1 0 0,1 0 1 0 0,1 0-1 0 0,-1 0 1 0 0,1 0-1 0 0,0 0 1 0 0,1-1-1 0 0,-1 1 1 0 0,1-1-1 0 0,0 0 1 0 0,0 1-1 0 0,1-1 0 0 0,-1-1 1 0 0,1 1-1 0 0,1 0 1 0 0,-1-1-1 0 0,0 0 1 0 0,6 4-1 0 0,-1-1-369 0 0,1-1 0 0 0,-1 0 0 0 0,16 7 0 0 0,7 1-1004 0 0</inkml:trace>
</inkml:ink>
</file>

<file path=ppt/ink/ink1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6.72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160 226 456 0 0,'-50'-112'1624'0'0,"13"38"2726"0"0,8 35 10035 0 0,25 77-14110 0 0,4-32 286 0 0,-17 128 226 0 0,6-69-879 0 0,4 1 1 0 0,2 117-1 0 0,10-145-1089 0 0,3 0-3983 0 0,2-3-1636 0 0</inkml:trace>
</inkml:ink>
</file>

<file path=ppt/ink/ink1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7.0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1 148 3225 0 0,'4'-40'5911'0'0,"-6"61"-1136"0"0,2-13-4518 0 0,0 0 1 0 0,0-1-1 0 0,0 1 1 0 0,1 0-1 0 0,1 0 0 0 0,-1 0 1 0 0,1-1-1 0 0,1 1 1 0 0,-1-1-1 0 0,1 1 0 0 0,1-1 1 0 0,-1 0-1 0 0,1 0 1 0 0,0-1-1 0 0,1 1 0 0 0,0-1 1 0 0,0 0-1 0 0,7 7 1 0 0,-8-9-221 0 0,0 0 1 0 0,0-1 0 0 0,0 0-1 0 0,1 0 1 0 0,-1 0 0 0 0,1-1-1 0 0,-1 0 1 0 0,1 1 0 0 0,0-2-1 0 0,0 1 1 0 0,0 0 0 0 0,0-1 0 0 0,0 0-1 0 0,1 0 1 0 0,-1-1 0 0 0,0 1-1 0 0,0-1 1 0 0,1 0 0 0 0,-1-1-1 0 0,0 1 1 0 0,0-1 0 0 0,1 0-1 0 0,-1-1 1 0 0,0 1 0 0 0,0-1-1 0 0,0 0 1 0 0,-1 0 0 0 0,1 0 0 0 0,6-4-1 0 0,-7 3 10 0 0,1-1 0 0 0,-1 1 0 0 0,0-1 0 0 0,0 0 0 0 0,0 0 0 0 0,0 0 0 0 0,0 0-1 0 0,-1-1 1 0 0,0 0 0 0 0,0 1 0 0 0,0-1 0 0 0,-1 0 0 0 0,3-7 0 0 0,-2 3 36 0 0,-1 1-1 0 0,1-1 1 0 0,-1 0 0 0 0,-1 0 0 0 0,0 0-1 0 0,0 0 1 0 0,-1 0 0 0 0,-1-11 0 0 0,0 12-38 0 0,0 1 1 0 0,0-1 0 0 0,0 1-1 0 0,-1 0 1 0 0,-1-1 0 0 0,1 1-1 0 0,-1 0 1 0 0,0 1 0 0 0,-1-1 0 0 0,-4-6-1 0 0,5 9-49 0 0,0 0 0 0 0,0 1 0 0 0,0-1 0 0 0,0 1 0 0 0,-1 0-1 0 0,1 0 1 0 0,-1 0 0 0 0,0 0 0 0 0,0 1 0 0 0,0-1 0 0 0,0 1 0 0 0,-1 0 0 0 0,1 1-1 0 0,-1-1 1 0 0,1 1 0 0 0,-8-2 0 0 0,8 3-103 0 0,0-1 0 0 0,0 1 1 0 0,0 0-1 0 0,0 1 0 0 0,-1-1 0 0 0,1 1 1 0 0,0 0-1 0 0,0-1 0 0 0,0 2 0 0 0,0-1 1 0 0,1 0-1 0 0,-6 3 0 0 0,-23 17-6071 0 0,17-8 52 0 0</inkml:trace>
</inkml:ink>
</file>

<file path=ppt/ink/ink1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7.3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59 177 2761 0 0,'2'-6'204'0'0,"0"0"1"0"0,0 0-1 0 0,0 0 1 0 0,0 0-1 0 0,-1 0 0 0 0,0-9 1 0 0,0 15-115 0 0,-1-1 0 0 0,0 0 0 0 0,0 0 0 0 0,0 0 0 0 0,0 1 1 0 0,0-1-1 0 0,0 0 0 0 0,0 0 0 0 0,0 0 0 0 0,0 1 0 0 0,0-1 0 0 0,0 0 0 0 0,0 0 0 0 0,0 1 0 0 0,-1-1 0 0 0,1 0 1 0 0,0 0-1 0 0,-1 1 0 0 0,1-1 0 0 0,0 0 0 0 0,-1 1 0 0 0,1-1 0 0 0,-1 0 0 0 0,1 1 0 0 0,-1-1 0 0 0,0 1 0 0 0,1-1 1 0 0,-1 0-1 0 0,1 1 0 0 0,-1 0 0 0 0,0-1 0 0 0,0 1 0 0 0,1-1 0 0 0,-1 1 0 0 0,0 0 0 0 0,1 0 0 0 0,-1-1 0 0 0,0 1 1 0 0,0 0-1 0 0,0 0 0 0 0,1 0 0 0 0,-1 0 0 0 0,0 0 0 0 0,0 0 0 0 0,0 0 0 0 0,1 0 0 0 0,-1 0 0 0 0,0 0 0 0 0,0 0 1 0 0,0 1-1 0 0,1-1 0 0 0,-1 0 0 0 0,0 0 0 0 0,0 1 0 0 0,1-1 0 0 0,-1 1 0 0 0,0-1 0 0 0,0 2 0 0 0,-2-2 82 0 0,1 1 0 0 0,-1 0-1 0 0,1 0 1 0 0,0 1 0 0 0,0-1-1 0 0,0 0 1 0 0,0 1 0 0 0,0-1-1 0 0,0 1 1 0 0,0 0 0 0 0,0 0 0 0 0,0 0-1 0 0,1 0 1 0 0,-1 0 0 0 0,1 0-1 0 0,-1 0 1 0 0,1 0 0 0 0,0 0-1 0 0,0 1 1 0 0,0-1 0 0 0,0 1-1 0 0,1-1 1 0 0,-1 1 0 0 0,0-1-1 0 0,1 1 1 0 0,0-1 0 0 0,0 1-1 0 0,0-1 1 0 0,0 1 0 0 0,0-1-1 0 0,0 3 1 0 0,2 0 0 0 0,-1-1 1 0 0,1 1-1 0 0,-1-1 0 0 0,1 0 0 0 0,1 0 1 0 0,-1 0-1 0 0,0 0 0 0 0,1 0 0 0 0,0 0 0 0 0,0-1 1 0 0,0 1-1 0 0,0-1 0 0 0,1 0 0 0 0,-1 0 1 0 0,1 0-1 0 0,4 2 0 0 0,-1-1-99 0 0,0-1 0 0 0,-1 1 0 0 0,1-2-1 0 0,1 1 1 0 0,-1-1 0 0 0,0 0 0 0 0,1 0 0 0 0,-1-1-1 0 0,1 0 1 0 0,-1-1 0 0 0,1 1 0 0 0,-1-1 0 0 0,1-1-1 0 0,-1 0 1 0 0,1 0 0 0 0,-1 0 0 0 0,1-1 0 0 0,-1 0-1 0 0,0 0 1 0 0,14-7 0 0 0,-16 7-36 0 0,0-1 0 0 0,0 0 0 0 0,-1 0 0 0 0,1 0 0 0 0,-1 0 1 0 0,1-1-1 0 0,-1 0 0 0 0,0 0 0 0 0,-1 0 0 0 0,1 0 0 0 0,-1-1 0 0 0,1 1 0 0 0,-1-1 0 0 0,-1 0 0 0 0,1 0 0 0 0,-1 0 1 0 0,0 0-1 0 0,0-1 0 0 0,0 1 0 0 0,-1 0 0 0 0,1-1 0 0 0,-1 1 0 0 0,-1-1 0 0 0,1 0 0 0 0,-1 1 0 0 0,0-1 1 0 0,0 1-1 0 0,-2-11 0 0 0,0 11 53 0 0,1-1 1 0 0,0 1-1 0 0,-1-1 1 0 0,0 1-1 0 0,0 0 1 0 0,-1-1-1 0 0,0 1 1 0 0,0 1-1 0 0,0-1 1 0 0,0 0 0 0 0,-1 1-1 0 0,1-1 1 0 0,-1 1-1 0 0,0 0 1 0 0,-1 0-1 0 0,-6-4 1 0 0,7 5-272 0 0,1 2-1 0 0,0-1 1 0 0,-1 0 0 0 0,1 1 0 0 0,-1-1 0 0 0,1 1 0 0 0,-1 0-1 0 0,0 0 1 0 0,0 1 0 0 0,1-1 0 0 0,-1 1 0 0 0,0-1 0 0 0,0 1-1 0 0,0 1 1 0 0,1-1 0 0 0,-1 0 0 0 0,0 1 0 0 0,0 0 0 0 0,1 0 0 0 0,-1 0-1 0 0,0 0 1 0 0,1 1 0 0 0,-1-1 0 0 0,-5 5 0 0 0,-9 5-6289 0 0</inkml:trace>
</inkml:ink>
</file>

<file path=ppt/ink/ink1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7.6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0 6449 0 0,'0'10'6490'0'0,"-1"18"-4056"0"0,0-22-1582 0 0,0 241 5051 0 0,4-200-6080 0 0,2 1 0 0 0,2-1 0 0 0,16 55 1 0 0,-22-100-1 0 0,0 2-465 0 0,0-1 0 0 0,0 1-1 0 0,0-1 1 0 0,-1 1-1 0 0,1-1 1 0 0,-1 8 0 0 0</inkml:trace>
</inkml:ink>
</file>

<file path=ppt/ink/ink1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7.8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25 2304 0 0,'4'-3'117'0'0,"-1"1"0"0"0,0-1-1 0 0,1 1 1 0 0,-1 0-1 0 0,1 0 1 0 0,0 0 0 0 0,0 0-1 0 0,0 1 1 0 0,0-1-1 0 0,0 1 1 0 0,0 0-1 0 0,0 1 1 0 0,0-1 0 0 0,0 1-1 0 0,7-1 1 0 0,-1 2 538 0 0,-1 0 0 0 0,1 1-1 0 0,-1 0 1 0 0,1 0 0 0 0,14 7 0 0 0,-16-7-216 0 0,-2 1 0 0 0,1 0 0 0 0,0 1 0 0 0,0 0 0 0 0,-1 0 0 0 0,0 0 0 0 0,0 0 0 0 0,0 1 0 0 0,-1 0 0 0 0,1 1 0 0 0,-1-1 0 0 0,0 1 0 0 0,-1 0 0 0 0,1 0 0 0 0,-1 0 0 0 0,6 13 0 0 0,-8-14-266 0 0,-1 0 0 0 0,1 1 0 0 0,-1-1 0 0 0,0 1 0 0 0,0-1 0 0 0,-1 1 0 0 0,1-1 0 0 0,-1 1 0 0 0,0-1 0 0 0,-1 1 0 0 0,1-1 1 0 0,-1 1-1 0 0,0-1 0 0 0,-1 0 0 0 0,1 1 0 0 0,-1-1 0 0 0,0 0 0 0 0,-1 0 0 0 0,1 0 0 0 0,-1 0 0 0 0,0-1 0 0 0,0 1 0 0 0,-4 5 0 0 0,-2 0-60 0 0,-1 0 0 0 0,0 0 0 0 0,-17 12 0 0 0,-15 7-2994 0 0,27-19-3443 0 0</inkml:trace>
</inkml:ink>
</file>

<file path=ppt/ink/ink1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8.1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0 6913 0 0,'2'1'98'0'0,"0"0"0"0"0,-1 1 0 0 0,1-1-1 0 0,-1 0 1 0 0,1 1 0 0 0,-1-1 0 0 0,1 1-1 0 0,-1-1 1 0 0,0 1 0 0 0,0-1 0 0 0,0 1-1 0 0,0 0 1 0 0,0 0 0 0 0,1 2-1 0 0,13 34 1174 0 0,-12-28-380 0 0,20 59 3541 0 0,18 88 1 0 0,-26-77-3669 0 0,-3 1 1 0 0,1 110-1 0 0,-13-164-843 0 0,-2 0-1 0 0,0 0 1 0 0,-2 0 0 0 0,-1-1-1 0 0,-2 1 1 0 0,0-2-1 0 0,-1 1 1 0 0,-2-1 0 0 0,-1 0-1 0 0,-1-1 1 0 0,0 0-1 0 0,-28 37 1 0 0,7-14-376 0 0</inkml:trace>
</inkml:ink>
</file>

<file path=ppt/ink/ink1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11.0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36 227 456 0 0,'4'-13'303'0'0,"0"0"0"0"0,-1 1 0 0 0,-1-1 0 0 0,0 0-1 0 0,0-1 1 0 0,-1 1 0 0 0,-1 0 0 0 0,-2-18 0 0 0,2 22 316 0 0,-2 0 1 0 0,1 0-1 0 0,-1 0 1 0 0,-1 1-1 0 0,1-1 1 0 0,-1 1-1 0 0,-9-16 1 0 0,12 24-533 0 0,0 0 1 0 0,0-1 0 0 0,0 1 0 0 0,0 0-1 0 0,0-1 1 0 0,0 1 0 0 0,-1 0 0 0 0,1-1-1 0 0,0 1 1 0 0,0 0 0 0 0,0 0-1 0 0,-1-1 1 0 0,1 1 0 0 0,0 0 0 0 0,0 0-1 0 0,-1 0 1 0 0,1-1 0 0 0,0 1-1 0 0,0 0 1 0 0,-1 0 0 0 0,1 0 0 0 0,0 0-1 0 0,-1-1 1 0 0,1 1 0 0 0,0 0 0 0 0,-1 0-1 0 0,1 0 1 0 0,0 0 0 0 0,-1 0-1 0 0,1 0 1 0 0,0 0 0 0 0,-1 0 0 0 0,1 0-1 0 0,0 0 1 0 0,-1 0 0 0 0,1 0 0 0 0,0 0-1 0 0,-1 0 1 0 0,1 1 0 0 0,-9 13 1417 0 0,1 21-510 0 0,8 31-95 0 0,12 96 1 0 0,0-13-710 0 0,-9 214 216 0 0,-1-20-35 0 0,0-272-142 0 0,2 0-19 0 0,-3 0-1 0 0,-11 87 1 0 0,11-147-2778 0 0</inkml:trace>
</inkml:ink>
</file>

<file path=ppt/ink/ink1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11.48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1 3225 0 0,'-2'2'157'0'0,"1"0"1"0"0,-1 0 0 0 0,1 0 0 0 0,0 0 0 0 0,0 1-1 0 0,0-1 1 0 0,0 0 0 0 0,0 1 0 0 0,1-1 0 0 0,-1 0-1 0 0,1 1 1 0 0,-1-1 0 0 0,1 1 0 0 0,0-1 0 0 0,0 1-1 0 0,0-1 1 0 0,0 1 0 0 0,1-1 0 0 0,0 5 0 0 0,-1-6-66 0 0,1 1 1 0 0,-1-1 0 0 0,0 1 0 0 0,1-1-1 0 0,-1 1 1 0 0,1-1 0 0 0,-1 1 0 0 0,1-1 0 0 0,0 0-1 0 0,0 1 1 0 0,0-1 0 0 0,-1 0 0 0 0,1 0-1 0 0,0 1 1 0 0,1-1 0 0 0,-1 0 0 0 0,0 0 0 0 0,0 0-1 0 0,0 0 1 0 0,1-1 0 0 0,-1 1 0 0 0,0 0-1 0 0,1 0 1 0 0,-1-1 0 0 0,0 1 0 0 0,1-1 0 0 0,-1 1-1 0 0,1-1 1 0 0,-1 0 0 0 0,4 1 0 0 0,-1-2 97 0 0,1 1 0 0 0,-1-1 1 0 0,1 0-1 0 0,-1 0 1 0 0,0 0-1 0 0,0-1 1 0 0,0 0-1 0 0,0 0 0 0 0,0 0 1 0 0,0 0-1 0 0,0 0 1 0 0,-1-1-1 0 0,6-4 0 0 0,21-13 696 0 0,-22 16-664 0 0,0 1 0 0 0,0 0-1 0 0,0 0 1 0 0,1 1 0 0 0,0 0-1 0 0,-1 0 1 0 0,14 0 0 0 0,66 2 1005 0 0,-47 1-737 0 0,97 1-357 0 0,144 20-1 0 0,-261-15-3613 0 0</inkml:trace>
</inkml:ink>
</file>

<file path=ppt/ink/ink1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11.81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8 3225 0 0,'-10'-7'5049'0'0,"14"7"-4809"0"0,0 1 0 0 0,0 0 0 0 0,0 1 0 0 0,-1-1 0 0 0,1 1 0 0 0,-1 0 0 0 0,5 2 0 0 0,13 6 928 0 0,61 14 1247 0 0,15 6-1029 0 0,-59-13-1023 0 0,-1 1 1 0 0,-1 2-1 0 0,65 47 0 0 0,26 38-3942 0 0,-120-100 2497 0 0</inkml:trace>
</inkml:ink>
</file>

<file path=ppt/ink/ink1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12.0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149 77 1376 0 0,'3'-76'6772'0'0,"-3"75"-6725"0"0,-7 11 1749 0 0,-5 13 54 0 0,-64 214 1283 0 0,65-208-3093 0 0,1-3-196 0 0,1 0 0 0 0,1 0 0 0 0,1 0 0 0 0,-5 40 0 0 0,14-50-1901 0 0,2-13 994 0 0</inkml:trace>
</inkml:ink>
</file>

<file path=ppt/ink/ink1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12.5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 10 2761 0 0,'-27'-10'6821'0'0,"40"14"-5698"0"0,12 0-1037 0 0,1-2-1 0 0,-1 0 1 0 0,1-1-1 0 0,35-4 1 0 0,-23 1 231 0 0,39 3 0 0 0,-61 0-183 0 0,559 23 2902 0 0,-449-29-2570 0 0,259 1 218 0 0,-378 5-857 0 0,119 4 308 0 0,-72-7-4930 0 0,-42 1-50 0 0</inkml:trace>
</inkml:ink>
</file>

<file path=ppt/ink/ink1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14.1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39 288 1376 0 0,'-6'-32'5880'0'0,"-1"46"-4111"0"0,4-8-1634 0 0,1 0 0 0 0,0 0 0 0 0,0 0 0 0 0,0 0 0 0 0,0 0 1 0 0,1 0-1 0 0,0 1 0 0 0,1-1 0 0 0,-1 0 0 0 0,1 1 0 0 0,0-1 1 0 0,1 0-1 0 0,-1 1 0 0 0,1-1 0 0 0,1 0 0 0 0,-1 0 0 0 0,1 1 1 0 0,0-1-1 0 0,4 6 0 0 0,-4-6 7 0 0,0 0 1 0 0,0 1 0 0 0,0-1-1 0 0,0 0 1 0 0,-1 1-1 0 0,0-1 1 0 0,-1 1 0 0 0,1-1-1 0 0,-1 1 1 0 0,0-1 0 0 0,-1 1-1 0 0,0-1 1 0 0,0 0-1 0 0,-3 13 1 0 0,-3-6 910 0 0,0-20 928 0 0,-4-25-1934 0 0,11 30-116 0 0,-1 0 0 0 0,1 0 0 0 0,0 0 0 0 0,0 1 0 0 0,0-1 0 0 0,1 0 0 0 0,-1 0 0 0 0,0 0 0 0 0,1 0 0 0 0,-1 1 1 0 0,1-1-1 0 0,-1 0 0 0 0,1 0 0 0 0,0 1 0 0 0,1-4 0 0 0,0 3-593 0 0,-1 1 0 0 0,0-1 0 0 0,1 0 0 0 0,-1 0 0 0 0,1 1 0 0 0,0-1 0 0 0,0 1 0 0 0,-1 0 1 0 0,1-1-1 0 0,0 1 0 0 0,0 0 0 0 0,0 0 0 0 0,0 0 0 0 0,0 0 0 0 0,9 2 4492 0 0,-44 30-2057 0 0,17-14 1765 0 0,71-6-1343 0 0,-35-10-1939 0 0,-1 1 1 0 0,30 7-1 0 0,-2-1-1 0 0,-47-8-248 0 0,0 0 1 0 0,1 1-1 0 0,-1-1 1 0 0,1 0-1 0 0,-1 0 1 0 0,1 0-1 0 0,-1 0 0 0 0,1 0 1 0 0,-1 0-1 0 0,0 0 1 0 0,1 0-1 0 0,-1 0 1 0 0,1 0-1 0 0,-1 0 1 0 0,1-1-1 0 0,-1 1 0 0 0,0 0 1 0 0,1 0-1 0 0,-1 0 1 0 0,1 0-1 0 0,-1-1 1 0 0,0 1-1 0 0,1 0 1 0 0,-1 0-1 0 0,0-1 0 0 0,1 1 1 0 0,-1 0-1 0 0,0-1 1 0 0,1 1-1 0 0,-1 0 1 0 0,0-1-1 0 0,0 1 1 0 0,1-1-1 0 0,-1 1 0 0 0,0-1 1 0 0,0-19 520 0 0,0-8-132 0 0,15-15-416 0 0,1 1 0 0 0,3 1 0 0 0,24-42 0 0 0,-13 27-71 0 0,-23 41 104 0 0,6-12-46 0 0,2 0 1 0 0,0 1 0 0 0,1 1-1 0 0,38-45 1 0 0,-53 70 31 0 0,-1 0 0 0 0,1 0 0 0 0,-1 0-1 0 0,1 0 1 0 0,-1 0 0 0 0,0 1 0 0 0,1-1 0 0 0,-1 0 0 0 0,1 0 0 0 0,-1 0-1 0 0,1 0 1 0 0,-1 1 0 0 0,0-1 0 0 0,1 0 0 0 0,-1 0 0 0 0,0 1-1 0 0,1-1 1 0 0,-1 0 0 0 0,0 0 0 0 0,1 1 0 0 0,-1-1 0 0 0,0 0-1 0 0,1 1 1 0 0,-1-1 0 0 0,0 1 0 0 0,0-1 0 0 0,0 0 0 0 0,1 1 0 0 0,-1-1-1 0 0,0 1 1 0 0,0-1 0 0 0,0 0 0 0 0,0 1 0 0 0,0-1 0 0 0,0 1-1 0 0,0-1 1 0 0,0 1 0 0 0,7 19-43 0 0,4 36 103 0 0,6 81 0 0 0,-14-97-26 0 0,1-1 1 0 0,2 0 0 0 0,1 0 0 0 0,3 0-1 0 0,15 40 1 0 0,-24-76-33 0 0,0 0 0 0 0,1 0 0 0 0,-1 1-1 0 0,1-1 1 0 0,0 0 0 0 0,0-1 0 0 0,0 1 0 0 0,0 0 0 0 0,1 0-1 0 0,-1-1 1 0 0,1 0 0 0 0,5 5 0 0 0,-7-7-5 0 0,0 1-1 0 0,1-1 1 0 0,-1 0 0 0 0,1 1-1 0 0,-1-1 1 0 0,1 0 0 0 0,-1 0-1 0 0,1 0 1 0 0,0 0 0 0 0,-1 0 0 0 0,1-1-1 0 0,-1 1 1 0 0,1 0 0 0 0,-1-1-1 0 0,0 1 1 0 0,1-1 0 0 0,-1 1-1 0 0,1-1 1 0 0,-1 0 0 0 0,0 1 0 0 0,1-1-1 0 0,-1 0 1 0 0,0 0 0 0 0,0 0-1 0 0,0 0 1 0 0,0 0 0 0 0,0 0-1 0 0,0-1 1 0 0,0 1 0 0 0,1-2-1 0 0,13-18-87 0 0,-2 1 0 0 0,-1-1 0 0 0,0-1 0 0 0,-2 0 0 0 0,0-1 0 0 0,-2 0 0 0 0,7-26 0 0 0,3-29 151 0 0,-14 53-13 0 0,2 0 0 0 0,1 1 0 0 0,17-42 0 0 0,-24 66-43 0 0,0 0 0 0 0,0-1 1 0 0,0 1-1 0 0,0 0 0 0 0,0 0 0 0 0,0-1 0 0 0,0 1 1 0 0,0 0-1 0 0,1-1 0 0 0,-1 1 0 0 0,0 0 1 0 0,0 0-1 0 0,0-1 0 0 0,0 1 0 0 0,1 0 0 0 0,-1 0 1 0 0,0-1-1 0 0,0 1 0 0 0,1 0 0 0 0,-1 0 0 0 0,0 0 1 0 0,0 0-1 0 0,1-1 0 0 0,-1 1 0 0 0,0 0 0 0 0,0 0 1 0 0,1 0-1 0 0,-1 0 0 0 0,0 0 0 0 0,1 0 1 0 0,-1 0-1 0 0,0 0 0 0 0,1 0 0 0 0,-1 0 0 0 0,0 0 1 0 0,0 0-1 0 0,1 0 0 0 0,-1 0 0 0 0,0 0 0 0 0,1 0 1 0 0,-1 0-1 0 0,0 0 0 0 0,0 0 0 0 0,1 1 0 0 0,9 14 332 0 0,2 29 315 0 0,-11-41-611 0 0,12 78 489 0 0,4 13-237 0 0,-15-84-281 0 0,1-1 1 0 0,0 1-1 0 0,1-1 0 0 0,0 0 0 0 0,0 0 0 0 0,1-1 0 0 0,7 11 0 0 0,-11-18-17 0 0,0 0 0 0 0,-1 1 0 0 0,1-1 0 0 0,0 0-1 0 0,0 0 1 0 0,0 0 0 0 0,0 0 0 0 0,0 0-1 0 0,1 0 1 0 0,-1 0 0 0 0,0 0 0 0 0,0 0 0 0 0,1 0-1 0 0,-1 0 1 0 0,0-1 0 0 0,1 1 0 0 0,-1-1 0 0 0,1 1-1 0 0,-1-1 1 0 0,0 0 0 0 0,1 1 0 0 0,-1-1-1 0 0,1 0 1 0 0,-1 0 0 0 0,1 0 0 0 0,2 0 0 0 0,-2-1-22 0 0,0 0 1 0 0,0 0-1 0 0,0-1 1 0 0,-1 1-1 0 0,1 0 1 0 0,0-1 0 0 0,0 1-1 0 0,-1-1 1 0 0,1 0-1 0 0,-1 1 1 0 0,1-1-1 0 0,-1 0 1 0 0,0 0 0 0 0,0 0-1 0 0,2-3 1 0 0,3-10-147 0 0,1-1 1 0 0,-2 0 0 0 0,6-24-1 0 0,-11 38 174 0 0,17-84-34 0 0,-12 52 10 0 0,2 1 0 0 0,1-1-1 0 0,16-37 1 0 0,-24 68 25 0 0,1 1 0 0 0,1-1 0 0 0,-1 1 0 0 0,0-1 0 0 0,1 1 0 0 0,-1 0 0 0 0,1 0 0 0 0,0 0 0 0 0,0 0 0 0 0,0 0 0 0 0,0 0 0 0 0,0 0 0 0 0,0 0 0 0 0,0 1 0 0 0,4-3 0 0 0,-4 4 7 0 0,-1-1 0 0 0,0 1 0 0 0,1 0 0 0 0,-1 0 0 0 0,0 0 0 0 0,1 0 0 0 0,-1 0 0 0 0,0 1 0 0 0,1-1 0 0 0,-1 0 0 0 0,0 0 1 0 0,0 1-1 0 0,1-1 0 0 0,-1 1 0 0 0,0-1 0 0 0,0 1 0 0 0,0 0 0 0 0,1-1 0 0 0,-1 1 0 0 0,0 0 0 0 0,0 0 0 0 0,0 0 0 0 0,0 0 0 0 0,-1 0 0 0 0,1 0 0 0 0,0 0 0 0 0,0 0 0 0 0,0 0 0 0 0,-1 0 0 0 0,1 0 0 0 0,-1 1 0 0 0,2 1 0 0 0,8 20 140 0 0,-1-1 0 0 0,-1 1 0 0 0,-1 1 0 0 0,-1-1 0 0 0,3 32 0 0 0,8 24-66 0 0,-10-51-185 0 0,2 0-1 0 0,1-1 1 0 0,1-1-1 0 0,2 0 1 0 0,0 0-1 0 0,2-1 1 0 0,0-1-1 0 0,32 37 1 0 0,-34-51-1539 0 0,-6-8 287 0 0</inkml:trace>
</inkml:ink>
</file>

<file path=ppt/ink/ink1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14.7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59 29 3225 0 0,'-25'15'326'0'0,"5"-2"1067"0"0,6-5 2338 0 0,31-18 2087 0 0,-1-1-3380 0 0,-10 6-2240 0 0,1 1 0 0 0,0 0 1 0 0,0 0-1 0 0,0 0 0 0 0,0 1 0 0 0,14-4 1 0 0,2 2 142 0 0,-1 1 1 0 0,1 2 0 0 0,0 0 0 0 0,34 3 0 0 0,95 13-255 0 0,-106-8-6 0 0,88 11-37 0 0,158 13 96 0 0,-225-27-133 0 0,27 3 44 0 0,-1-4 0 0 0,127-14 0 0 0,-77 3 227 0 0,-108 9-39 0 0,1-1 0 0 0,-1-2 0 0 0,65-14 0 0 0,-83 11-322 0 0,-1 0 0 0 0,26-13 0 0 0,-41 19-553 0 0,1-1 0 0 0,0 1 1 0 0,-1-1-1 0 0,1 1 1 0 0,-1 0-1 0 0,1 0 0 0 0,0 0 1 0 0,-1 0-1 0 0,1 0 0 0 0,0 0 1 0 0,-1 0-1 0 0,1 0 1 0 0,1 1-1 0 0,3 0-1612 0 0</inkml:trace>
</inkml:ink>
</file>

<file path=ppt/ink/ink1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15.3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50 0 3225 0 0,'-9'4'163'0'0,"-17"9"-1231"0"0,25-12 1139 0 0,0-1 0 0 0,0 1 0 0 0,0-1 0 0 0,0 1 0 0 0,0 0 0 0 0,1 0 0 0 0,-1-1 0 0 0,0 1-1 0 0,0 0 1 0 0,1 0 0 0 0,-1 0 0 0 0,0 0 0 0 0,1 0 0 0 0,-1 0 0 0 0,1 0 0 0 0,-1 0 0 0 0,1 0 0 0 0,0 0 0 0 0,-1 0 0 0 0,1 1 0 0 0,2-1 245 0 0,0-1-1 0 0,0 1 0 0 0,0-1 1 0 0,1 1-1 0 0,-1-1 1 0 0,0 0-1 0 0,0 0 1 0 0,0 0-1 0 0,0-1 0 0 0,0 1 1 0 0,1 0-1 0 0,-1-1 1 0 0,0 1-1 0 0,4-2 0 0 0,1 0 858 0 0,6 2-526 0 0,0 0 0 0 0,0 1 0 0 0,0 0 1 0 0,0 1-1 0 0,22 6 0 0 0,-19-4-552 0 0,0-1 1 0 0,0 0-1 0 0,20 0 1 0 0,-42-5-1680 0 0</inkml:trace>
</inkml:ink>
</file>

<file path=ppt/ink/ink1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15.5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11 2745 0 0,'-1'-2'120'0'0,"1"1"32"0"0,0 0-152 0 0,0-2 0 0 0,0 0 0 0 0</inkml:trace>
</inkml:ink>
</file>

<file path=ppt/ink/ink1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17.3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2697 5065 0 0,'-1'-99'6438'0'0,"2"-148"-3230"0"0,15-138-390 0 0,27-289-483 0 0,-17 484-1853 0 0,35-380 1243 0 0,-65 316-1536 0 0,-3 70 28 0 0,7 178-438 0 0,3-45 620 0 0,-2 49-599 0 0,-1 0 0 0 0,0 0-1 0 0,0 1 1 0 0,1-1-1 0 0,-1 0 1 0 0,1 0 0 0 0,0 1-1 0 0,-1-1 1 0 0,1 0-1 0 0,0 1 1 0 0,0-1-1 0 0,0 1 1 0 0,0-1 0 0 0,0 1-1 0 0,0 0 1 0 0,1-1-1 0 0,-1 1 1 0 0,0 0 0 0 0,1 0-1 0 0,-1 0 1 0 0,1 0-1 0 0,-1 0 1 0 0,1 0 0 0 0,1 0-1 0 0</inkml:trace>
</inkml:ink>
</file>

<file path=ppt/ink/ink1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17.8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34 496 920 0 0,'-33'-15'7064'0'0,"45"9"-4878"0"0,-10 4-2125 0 0,0 1-1 0 0,0 0 1 0 0,-1 0-1 0 0,1 0 1 0 0,0 0 0 0 0,0 0-1 0 0,0 1 1 0 0,0-1-1 0 0,0 0 1 0 0,0 1-1 0 0,3-1 1 0 0,12-3 380 0 0,116-41 1561 0 0,176-56-451 0 0,-1 33-979 0 0,-138 36-112 0 0,666-135 1716 0 0,-734 149-1999 0 0,0 4 0 0 0,1 5 1 0 0,0 4-1 0 0,0 5 0 0 0,151 18 1 0 0,-149-5-124 0 0,1-4-1 0 0,168-9 1 0 0,-221-12-5604 0 0</inkml:trace>
</inkml:ink>
</file>

<file path=ppt/ink/ink1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18.8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38 435 2304 0 0,'-8'14'273'0'0,"7"-10"34"0"0,-1 0 0 0 0,-1-1-1 0 0,1 1 1 0 0,0 0 0 0 0,-1-1-1 0 0,0 1 1 0 0,0-1-1 0 0,-4 4 1 0 0,3-20 4375 0 0,5-13-3796 0 0,1-32-324 0 0,4 1 0 0 0,1 0 0 0 0,4 1 0 0 0,30-99 0 0 0,-40 153-518 0 0,-1-1 1 0 0,1 0-1 0 0,0 1 1 0 0,0-1-1 0 0,0 0 1 0 0,0 1-1 0 0,1-1 1 0 0,-1 1 0 0 0,1-1-1 0 0,-1 1 1 0 0,1 0-1 0 0,4-4 1 0 0,-1 30 336 0 0,-5-21-344 0 0,2 37 238 0 0,2 1 0 0 0,11 43 0 0 0,-13-74-292 0 0,1 1 0 0 0,0-1 0 0 0,0 0 0 0 0,1 0 0 0 0,1 0 0 0 0,0-1 0 0 0,0 1 0 0 0,1-1 0 0 0,0 0 0 0 0,0-1 0 0 0,1 1 0 0 0,0-1 0 0 0,11 9 0 0 0,-15-15-14 0 0,0 0 0 0 0,0 1 0 0 0,0-1 0 0 0,0-1 0 0 0,0 1 0 0 0,1 0 0 0 0,-1-1 0 0 0,0 1 0 0 0,1-1 0 0 0,-1 0 0 0 0,1 0 0 0 0,-1-1 0 0 0,1 1 0 0 0,0-1 0 0 0,-1 0 0 0 0,1 0 0 0 0,0 0 0 0 0,-1 0 0 0 0,5-1 0 0 0,-4-1-41 0 0,1 1 0 0 0,0-1 0 0 0,0 0 0 0 0,-1-1 0 0 0,1 1 0 0 0,-1-1 0 0 0,0 0 0 0 0,0 0 0 0 0,0 0-1 0 0,0 0 1 0 0,-1-1 0 0 0,4-4 0 0 0,7-10 9 0 0,-1 0 0 0 0,-2 0 0 0 0,0-2 0 0 0,17-39 0 0 0,-7 1 1 0 0,-17 44 46 0 0,1-1-1 0 0,0 1 1 0 0,1 0 0 0 0,0 1 0 0 0,1-1-1 0 0,1 1 1 0 0,18-23 0 0 0,-25 34 21 0 0,0 1 0 0 0,0 0 0 0 0,0 0 0 0 0,1 0 1 0 0,-1-1-1 0 0,0 1 0 0 0,1 0 0 0 0,-1 1 0 0 0,0-1 0 0 0,1 0 0 0 0,0 0 1 0 0,-1 1-1 0 0,1-1 0 0 0,-1 1 0 0 0,1-1 0 0 0,0 1 0 0 0,-1 0 1 0 0,1-1-1 0 0,0 1 0 0 0,-1 0 0 0 0,1 0 0 0 0,3 1 0 0 0,-3-1 12 0 0,0 1 0 0 0,0 0 0 0 0,-1 0 0 0 0,1 1-1 0 0,0-1 1 0 0,0 0 0 0 0,-1 0 0 0 0,1 1 0 0 0,0-1-1 0 0,-1 1 1 0 0,0 0 0 0 0,1-1 0 0 0,-1 1 0 0 0,0 0 0 0 0,1 2-1 0 0,5 9 299 0 0,-2 1-1 0 0,0-1 0 0 0,0 1 0 0 0,2 15 1 0 0,-6-24-114 0 0,12 50 217 0 0,-4-10-592 0 0,3 0 0 0 0,1-1 1 0 0,25 54-1 0 0,-38-95 165 0 0,1-1-1 0 0,0 0 1 0 0,0 0 0 0 0,0 0-1 0 0,0 0 1 0 0,1 0 0 0 0,-1 0 0 0 0,0 0-1 0 0,1-1 1 0 0,-1 1 0 0 0,1 0-1 0 0,0-1 1 0 0,0 1 0 0 0,-1-1-1 0 0,1 0 1 0 0,0 0 0 0 0,0 0 0 0 0,0 0-1 0 0,1 0 1 0 0,2 1 0 0 0,-3-2 51 0 0,0 0 0 0 0,0-1 0 0 0,1 1 0 0 0,-1-1 0 0 0,0 0-1 0 0,0 1 1 0 0,0-1 0 0 0,0 0 0 0 0,0 0 0 0 0,0-1 0 0 0,0 1 0 0 0,-1 0 0 0 0,1-1 0 0 0,0 1 0 0 0,0-1 0 0 0,-1 1 0 0 0,1-1 0 0 0,-1 0 0 0 0,0 0 0 0 0,1 1 0 0 0,0-3 0 0 0,87-134 1111 0 0,-10 14-1458 0 0,-64 103 288 0 0,0 2 1 0 0,2 0-1 0 0,34-31 1 0 0,-48 47 30 0 0,-1 1 0 0 0,1 0 0 0 0,0 0 0 0 0,0 0 0 0 0,0 0 0 0 0,-1 1 0 0 0,2-1 0 0 0,-1 1 0 0 0,0 0 0 0 0,0 0 0 0 0,0 0 0 0 0,1 0 0 0 0,4-1 0 0 0,-6 3 24 0 0,0-1-1 0 0,0 0 0 0 0,0 1 1 0 0,0 0-1 0 0,0-1 1 0 0,0 1-1 0 0,0 0 0 0 0,0 0 1 0 0,0 0-1 0 0,-1 0 0 0 0,1 0 1 0 0,0 0-1 0 0,0 1 0 0 0,-1-1 1 0 0,1 0-1 0 0,-1 1 1 0 0,1 0-1 0 0,-1-1 0 0 0,0 1 1 0 0,0 0-1 0 0,0 0 0 0 0,2 2 1 0 0,8 18 401 0 0,0 1 1 0 0,-1 0-1 0 0,-2 1 1 0 0,8 32 0 0 0,0-2-54 0 0,32 72-765 0 0,-5-46-5996 0 0,-36-70 4624 0 0</inkml:trace>
</inkml:ink>
</file>

<file path=ppt/ink/ink1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19.6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0 1376 0 0,'-8'14'13082'0'0,"9"-13"-12746"0"0,7 11 1304 0 0,-7-11-1474 0 0,1 0 0 0 0,-1 1-1 0 0,0-1 1 0 0,1 0 0 0 0,-1 1 0 0 0,0-1-1 0 0,0 1 1 0 0,0-1 0 0 0,0 1 0 0 0,0-1 0 0 0,0 3-1 0 0,0-2-686 0 0,0 1-1 0 0,1-1 0 0 0,-1 0 0 0 0,0 0 0 0 0,1 0 1 0 0,0 0-1 0 0,-1 0 0 0 0,1 0 0 0 0,2 2 0 0 0,-3-3 565 0 0,-1 0 0 0 0,1 1-1 0 0,-1-1 1 0 0,1 0-1 0 0,-1 1 1 0 0,0-1-1 0 0,0 0 1 0 0,0 1-1 0 0,0-1 1 0 0,0 0-1 0 0,0 1 1 0 0,0-1-1 0 0,0 0 1 0 0,0 1-1 0 0,-1-1 1 0 0,1 0-1 0 0,-7 15 6619 0 0,17-14-4743 0 0,12 2-2356 0 0,162 10 1123 0 0,-119-7-689 0 0,-12-5 59 0 0,0-2-1 0 0,105-15 1 0 0,-54 3-60 0 0,69 5 32 0 0,216 18 0 0 0,-39 2-1 0 0,-184-15-26 0 0,-29-1 0 0 0,157 17 0 0 0,-254-10-67 0 0,-5-1-295 0 0,-1 2 1 0 0,1 1-1 0 0,51 16 0 0 0,-77-19 271 0 0,0 1-1 0 0,0 0 1 0 0,0 0 0 0 0,0 1 0 0 0,-1 0-1 0 0,0 0 1 0 0,0 1 0 0 0,-1 0 0 0 0,1 1-1 0 0,-1 0 1 0 0,0 0 0 0 0,-1 0 0 0 0,0 1-1 0 0,0-1 1 0 0,-1 2 0 0 0,0-1 0 0 0,6 14-1 0 0,-7-13-2092 0 0</inkml:trace>
</inkml:ink>
</file>

<file path=ppt/ink/ink1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20.3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63 0 3225 0 0,'-9'5'3969'0'0,"9"-5"-3816"0"0,0 0-1 0 0,-1 1 1 0 0,1-1 0 0 0,0 0-1 0 0,0 1 1 0 0,0-1 0 0 0,0 1 0 0 0,0-1-1 0 0,0 0 1 0 0,0 1 0 0 0,0-1-1 0 0,0 1 1 0 0,0-1 0 0 0,0 0-1 0 0,0 1 1 0 0,0 0 0 0 0,-4 15 1849 0 0,-15 102 3655 0 0,10 55-3086 0 0,-1 189-435 0 0,9-334-2085 0 0,0 236 102 0 0,0-30-44 0 0,4 136-109 0 0,2-118 0 0 0,-13-6-38 0 0,1 43 6 0 0,9 422 86 0 0,-2-659-54 0 0,3 0 0 0 0,1 0 0 0 0,14 59 0 0 0,-12-72 82 0 0,-2 0 1 0 0,-1 53 0 0 0,-1-6 34 0 0,8-12-1 0 0,-9-81-2344 0 0</inkml:trace>
</inkml:ink>
</file>

<file path=ppt/ink/ink1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2.1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 59 4145 0 0,'-18'-28'2940'0'0,"-1"-2"3354"0"0,24 36-5117 0 0,0 0 0 0 0,0 1 0 0 0,0-1 0 0 0,6 15 0 0 0,26 67-752 0 0,-21-45 178 0 0,55 107 13 0 0,6 12-285 0 0,-65-123-311 0 0,-1 0 0 0 0,-2 0 0 0 0,-2 1 0 0 0,3 62 1 0 0,-3-40-381 0 0,-7-62 401 0 0,1 9-1526 0 0</inkml:trace>
</inkml:ink>
</file>

<file path=ppt/ink/ink1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2.7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3 215 1376 0 0,'-1'-4'242'0'0,"0"-1"0"0"0,1 0 0 0 0,-1 0-1 0 0,1 0 1 0 0,0 0 0 0 0,1-1 0 0 0,-1 1 0 0 0,1 1-1 0 0,0-1 1 0 0,0 0 0 0 0,0 0 0 0 0,1 0 0 0 0,0 0-1 0 0,0 1 1 0 0,3-6 0 0 0,1-1 491 0 0,0 0 0 0 0,0 1 0 0 0,2 0-1 0 0,-1 0 1 0 0,10-9 0 0 0,-10 13-321 0 0,0 0-1 0 0,0 0 1 0 0,1 1-1 0 0,-1 0 0 0 0,1 0 1 0 0,0 1-1 0 0,0 0 1 0 0,1 0-1 0 0,-1 1 1 0 0,1 0-1 0 0,0 1 1 0 0,0 0-1 0 0,0 0 1 0 0,0 1-1 0 0,9-1 1 0 0,-13 2-349 0 0,0 0 0 0 0,0 0 0 0 0,0 1 0 0 0,0-1 0 0 0,0 1 0 0 0,0 1 1 0 0,0-1-1 0 0,0 0 0 0 0,-1 1 0 0 0,1 0 0 0 0,-1 0 0 0 0,1 1 0 0 0,-1-1 0 0 0,0 1 0 0 0,0 0 1 0 0,0 0-1 0 0,0 0 0 0 0,0 1 0 0 0,-1-1 0 0 0,1 1 0 0 0,-1 0 0 0 0,0 0 0 0 0,0 0 0 0 0,-1 0 0 0 0,1 1 1 0 0,-1-1-1 0 0,0 1 0 0 0,3 8 0 0 0,-3-3-85 0 0,0 0-1 0 0,0 0 1 0 0,-1 0 0 0 0,0 0-1 0 0,-1 1 1 0 0,-1-1 0 0 0,1 0 0 0 0,-1 0-1 0 0,-1 0 1 0 0,-3 11 0 0 0,-5 18 306 0 0,-18 42 1 0 0,23-70-50 0 0,-1 0-1 0 0,-12 20 1 0 0,12-24-6 0 0,1 1-1 0 0,0 0 1 0 0,1 0 0 0 0,0 0-1 0 0,0 1 1 0 0,-3 12-1 0 0,7-20-214 0 0,0-1-1 0 0,0 1 1 0 0,0 0-1 0 0,0 0 1 0 0,0 0 0 0 0,0 0-1 0 0,1-1 1 0 0,-1 1-1 0 0,0 0 1 0 0,0 0-1 0 0,1 0 1 0 0,-1-1-1 0 0,1 1 1 0 0,-1 0-1 0 0,0 0 1 0 0,1-1-1 0 0,0 1 1 0 0,-1 0-1 0 0,1-1 1 0 0,-1 1-1 0 0,1-1 1 0 0,0 1-1 0 0,-1-1 1 0 0,1 1-1 0 0,0-1 1 0 0,-1 1-1 0 0,1-1 1 0 0,0 0-1 0 0,0 1 1 0 0,0-1-1 0 0,-1 0 1 0 0,1 0-1 0 0,0 1 1 0 0,0-1-1 0 0,0 0 1 0 0,0 0-1 0 0,0 0 1 0 0,-1 0-1 0 0,2 0 1 0 0,43 0 216 0 0,-33-1-48 0 0,15 3-108 0 0,0 1 0 0 0,0 1 0 0 0,36 11 0 0 0,-10-3-42 0 0,-38-8-54 0 0,0 1 1 0 0,0 1-1 0 0,-1 0 0 0 0,0 1 1 0 0,20 12-1 0 0,-14-7-3259 0 0,33 13 0 0 0</inkml:trace>
</inkml:ink>
</file>

<file path=ppt/ink/ink1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3.1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12 5985 0 0,'1'-1'258'0'0,"0"0"-1"0"0,0 0 0 0 0,0 0 0 0 0,0 0 0 0 0,0 0 1 0 0,0 1-1 0 0,1-1 0 0 0,-1 0 0 0 0,0 1 1 0 0,0-1-1 0 0,1 1 0 0 0,-1-1 0 0 0,0 1 0 0 0,1 0 1 0 0,-1-1-1 0 0,0 1 0 0 0,1 0 0 0 0,-1 0 1 0 0,0 0-1 0 0,1 0 0 0 0,-1 0 0 0 0,0 0 0 0 0,1 0 1 0 0,1 1-1 0 0,0 0 60 0 0,-1 0 0 0 0,1 1 0 0 0,0-1 1 0 0,-1 1-1 0 0,1 0 0 0 0,-1-1 0 0 0,1 1 0 0 0,-1 0 0 0 0,0 1 1 0 0,3 3-1 0 0,4 6 270 0 0,0 0-1 0 0,-1 1 1 0 0,9 21 0 0 0,6 20 193 0 0,26 96 0 0 0,-19-53-3642 0 0,-22-71-1385 0 0</inkml:trace>
</inkml:ink>
</file>

<file path=ppt/ink/ink1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3.5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9 3225 0 0,'-13'-9'11960'0'0</inkml:trace>
</inkml:ink>
</file>

<file path=ppt/ink/ink1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4.4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9218 0 0,'0'0'707'0'0,"5"20"2783"0"0,19 69 1318 0 0,3-2-3325 0 0,19 67-733 0 0,-12-38-431 0 0,24 107-1028 0 0,-58-218 253 0 0,1-1 1 0 0,-1 0 0 0 0,1 1 0 0 0,-1-1-1 0 0,-1 0 1 0 0,1 1 0 0 0,-1 3 0 0 0,-1-3-1022 0 0</inkml:trace>
</inkml:ink>
</file>

<file path=ppt/ink/ink1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4.9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4 337 920 0 0,'-2'-16'414'0'0,"1"0"0"0"0,1-1 0 0 0,0 1 0 0 0,2-1 0 0 0,-1 1 0 0 0,2 0 0 0 0,1-1 1 0 0,6-18-1 0 0,-6 22 103 0 0,0 0 0 0 0,2 0 0 0 0,-1 1 1 0 0,2 0-1 0 0,-1 0 0 0 0,2 0 1 0 0,0 1-1 0 0,0 0 0 0 0,1 0 1 0 0,12-11-1 0 0,-18 19-263 0 0,1 0 1 0 0,0 1-1 0 0,-1-1 1 0 0,1 0-1 0 0,0 1 1 0 0,0 0-1 0 0,1 0 1 0 0,-1 0-1 0 0,0 1 1 0 0,1-1-1 0 0,-1 1 0 0 0,1 0 1 0 0,-1 1-1 0 0,1-1 1 0 0,8 0-1 0 0,-10 2-154 0 0,0-1-1 0 0,0 1 1 0 0,0 0-1 0 0,-1 0 1 0 0,1 0-1 0 0,0 0 1 0 0,0 0-1 0 0,-1 1 1 0 0,1-1-1 0 0,-1 1 1 0 0,1-1-1 0 0,-1 1 1 0 0,0 0-1 0 0,0 0 1 0 0,0 0 0 0 0,0 1-1 0 0,0-1 1 0 0,0 0-1 0 0,0 1 1 0 0,-1-1-1 0 0,1 1 1 0 0,-1-1-1 0 0,0 1 1 0 0,1 0-1 0 0,0 4 1 0 0,2 6-118 0 0,-1 0 0 0 0,-1 1 0 0 0,0 0 0 0 0,0-1 0 0 0,-1 1 0 0 0,-1 0 0 0 0,-1-1 0 0 0,0 1 0 0 0,-4 20 0 0 0,-5 15-403 0 0,-19 56 1 0 0,28-103 411 0 0,-10 28 37 0 0,-1-1-1 0 0,-16 29 1 0 0,-7 13 2758 0 0,35-71-2744 0 0,0 1 0 0 0,0-1 0 0 0,0 0 0 0 0,0 1 0 0 0,-1-1 0 0 0,1 0 0 0 0,0 1 0 0 0,0-1 0 0 0,0 1 0 0 0,0-1 0 0 0,0 0 0 0 0,0 1 0 0 0,0-1 0 0 0,0 1 0 0 0,0-1 1 0 0,0 0-1 0 0,0 1 0 0 0,0-1 0 0 0,0 0 0 0 0,1 1 0 0 0,-1-1 0 0 0,0 1 0 0 0,0-1 0 0 0,0 0 0 0 0,0 1 0 0 0,1-1 0 0 0,-1 0 0 0 0,0 0 0 0 0,0 1 0 0 0,1-1 0 0 0,-1 0 0 0 0,0 1 0 0 0,1-1 1 0 0,-1 0-1 0 0,19 5 452 0 0,29-9-565 0 0,-37 3 244 0 0,33 0-65 0 0,0 2-1 0 0,0 2 1 0 0,76 15 0 0 0,-28-3-213 0 0,-39-5-1694 0 0,-30-3-3583 0 0,-6 0-672 0 0</inkml:trace>
</inkml:ink>
</file>

<file path=ppt/ink/ink1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5.4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145 83 9218 0 0,'-1'-6'297'0'0,"-1"-1"0"0"0,1 1 0 0 0,-1-1 0 0 0,0 1 1 0 0,0 0-1 0 0,-1 0 0 0 0,0 0 0 0 0,-5-8 0 0 0,7 12-205 0 0,1 1-1 0 0,-1 0 1 0 0,0-1-1 0 0,0 1 1 0 0,0 0 0 0 0,-1 0-1 0 0,1 0 1 0 0,0 0-1 0 0,0 0 1 0 0,-1 0-1 0 0,1 0 1 0 0,0 0 0 0 0,-1 1-1 0 0,1-1 1 0 0,-1 1-1 0 0,1-1 1 0 0,0 1-1 0 0,-1-1 1 0 0,0 1 0 0 0,1 0-1 0 0,-1-1 1 0 0,1 1-1 0 0,-1 0 1 0 0,1 0-1 0 0,-1 0 1 0 0,0 0 0 0 0,1 1-1 0 0,-1-1 1 0 0,1 0-1 0 0,-1 1 1 0 0,1-1-1 0 0,-1 1 1 0 0,1-1-1 0 0,-1 1 1 0 0,1 0 0 0 0,0 0-1 0 0,-1-1 1 0 0,1 1-1 0 0,0 0 1 0 0,0 0-1 0 0,-2 2 1 0 0,-2 2 106 0 0,-1 0-1 0 0,1 1 1 0 0,1 0 0 0 0,-1 0 0 0 0,1 0-1 0 0,0 1 1 0 0,0-1 0 0 0,1 1-1 0 0,0 0 1 0 0,0 0 0 0 0,1 0 0 0 0,0 1-1 0 0,0-1 1 0 0,-1 8 0 0 0,0 5 3 0 0,1 0 0 0 0,0 0-1 0 0,2 0 1 0 0,2 23 0 0 0,1-13-154 0 0,1 0 0 0 0,2 0 0 0 0,1 0 0 0 0,1 0 0 0 0,22 50 0 0 0,-20-59-27 0 0,1-1 1 0 0,1 1-1 0 0,0-2 0 0 0,2 0 0 0 0,0 0 1 0 0,1-1-1 0 0,1-1 0 0 0,21 17 0 0 0,-24-23-187 0 0,0 0-1 0 0,-1 1 1 0 0,0 0-1 0 0,-1 1 0 0 0,11 14 1 0 0,-19-22 101 0 0,-1 0 1 0 0,1 0-1 0 0,-1 0 1 0 0,0 0-1 0 0,0 1 1 0 0,0-1-1 0 0,-1 1 1 0 0,0-1-1 0 0,0 1 1 0 0,-1-1-1 0 0,1 1 1 0 0,-1-1 0 0 0,0 1-1 0 0,-1 0 1 0 0,1-1-1 0 0,-1 1 1 0 0,0-1-1 0 0,-1 1 1 0 0,-2 6-1 0 0,-9 17-2214 0 0,5-16-3415 0 0</inkml:trace>
</inkml:ink>
</file>

<file path=ppt/ink/ink1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5.6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8 279 1376 0 0,'-2'-4'491'0'0,"1"-1"0"0"0,0 1 0 0 0,0-1-1 0 0,0 0 1 0 0,0 0 0 0 0,1 0 0 0 0,-1 1 0 0 0,1-1-1 0 0,0 0 1 0 0,1 0 0 0 0,-1 0 0 0 0,1 1-1 0 0,2-8 1 0 0,0 4 254 0 0,0 0-1 0 0,0 0 0 0 0,1 0 1 0 0,0 0-1 0 0,1 1 1 0 0,10-14-1 0 0,1 3 95 0 0,1 0 0 0 0,1 1-1 0 0,0 1 1 0 0,28-19 0 0 0,-10 12-1297 0 0,-19 13-260 0 0</inkml:trace>
</inkml:ink>
</file>

<file path=ppt/ink/ink1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7.4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60 6913 0 0,'1'-6'915'0'0,"0"0"0"0"0,0-1 1 0 0,1 1-1 0 0,0 0 0 0 0,0 0 0 0 0,0 0 0 0 0,1 1 0 0 0,3-7 870 0 0,-3 38 1640 0 0,23 337-267 0 0,1 28-3147 0 0,-18-313-78 0 0,3-1 0 0 0,27 94-1 0 0,-36-156-23 0 0,-1-7-1348 0 0</inkml:trace>
</inkml:ink>
</file>

<file path=ppt/ink/ink1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7.8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10 199 4145 0 0,'-2'-5'237'0'0,"1"1"1"0"0,-1-1-1 0 0,1 0 0 0 0,0 0 0 0 0,0 0 1 0 0,0 0-1 0 0,1 0 0 0 0,-1 0 1 0 0,1 0-1 0 0,1 0 0 0 0,-1 1 1 0 0,1-1-1 0 0,0 0 0 0 0,0 0 1 0 0,0 0-1 0 0,0 0 0 0 0,1 1 0 0 0,3-8 1 0 0,-1 5 53 0 0,0 0 0 0 0,0 1 1 0 0,1-1-1 0 0,0 1 0 0 0,0 0 0 0 0,1 0 1 0 0,-1 1-1 0 0,1-1 0 0 0,1 1 1 0 0,-1 1-1 0 0,8-6 0 0 0,-7 7-66 0 0,-1-1-1 0 0,1 1 0 0 0,0 0 1 0 0,0 0-1 0 0,0 1 1 0 0,0 0-1 0 0,0 0 1 0 0,1 1-1 0 0,-1 0 1 0 0,0 0-1 0 0,15 1 1 0 0,-17 0-120 0 0,-1 1 0 0 0,1 0 0 0 0,-1 0 0 0 0,1 0 1 0 0,-1 0-1 0 0,1 1 0 0 0,-1 0 0 0 0,0 0 0 0 0,0 0 0 0 0,1 0 1 0 0,-2 1-1 0 0,1 0 0 0 0,0-1 0 0 0,0 1 0 0 0,-1 1 1 0 0,0-1-1 0 0,1 0 0 0 0,-1 1 0 0 0,4 6 0 0 0,-4-3-28 0 0,0-1-1 0 0,0 1 1 0 0,-1 0 0 0 0,1 0-1 0 0,-2 0 1 0 0,1 1-1 0 0,-1-1 1 0 0,0 0 0 0 0,0 1-1 0 0,-1-1 1 0 0,0 0-1 0 0,0 1 1 0 0,-1-1-1 0 0,0 0 1 0 0,-1 1 0 0 0,1-1-1 0 0,-1 0 1 0 0,-4 9-1 0 0,-4 10 175 0 0,0-1 0 0 0,-2 0-1 0 0,-23 36 1 0 0,13-26 229 0 0,0 0 0 0 0,-3-2 0 0 0,0-1 1 0 0,-2 0-1 0 0,-46 39 0 0 0,73-71-471 0 0,0 0 0 0 0,0 0-1 0 0,-1 1 1 0 0,1-1 0 0 0,0 0 0 0 0,0 0 0 0 0,0 0 0 0 0,-1 1 0 0 0,1-1 0 0 0,0 0-1 0 0,0 0 1 0 0,0 0 0 0 0,0 1 0 0 0,0-1 0 0 0,0 0 0 0 0,-1 0 0 0 0,1 1 0 0 0,0-1-1 0 0,0 0 1 0 0,0 1 0 0 0,0-1 0 0 0,0 0 0 0 0,0 0 0 0 0,0 1 0 0 0,0-1 0 0 0,0 0-1 0 0,0 0 1 0 0,0 1 0 0 0,0-1 0 0 0,0 0 0 0 0,1 0 0 0 0,-1 1 0 0 0,0-1 0 0 0,0 0-1 0 0,0 0 1 0 0,0 1 0 0 0,0-1 0 0 0,0 0 0 0 0,1 0 0 0 0,-1 0 0 0 0,0 1 0 0 0,0-1-1 0 0,0 0 1 0 0,1 0 0 0 0,-1 1 0 0 0,18 8 137 0 0,21 3-39 0 0,3-5 20 0 0,45 3 0 0 0,-61-9-182 0 0,0 2 0 0 0,-1 0-1 0 0,1 2 1 0 0,-1 1 0 0 0,0 0-1 0 0,29 14 1 0 0,-44-16-85 0 0,79 42-4129 0 0,-66-31-2525 0 0</inkml:trace>
</inkml:ink>
</file>

<file path=ppt/ink/ink1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8.2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47 70 920 0 0,'-47'-70'7090'0'0,"62"91"-184"0"0,4 7-5056 0 0,17 56 1214 0 0,-5-11-2443 0 0,-24-60-1658 0 0,0 0 0 0 0,0 0 0 0 0,12 13 0 0 0</inkml:trace>
</inkml:ink>
</file>

<file path=ppt/ink/ink1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8.4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52 137 8754 0 0,'-16'-31'4530'0'0,"-18"-58"0"0"0,32 73-3917 0 0,10 16-2199 0 0,-6 1 1343 0 0,1 1 0 0 0,-1-1 0 0 0,0 1 0 0 0,0 0 0 0 0,0 0 0 0 0,-1 0 0 0 0,1 0 0 0 0,3 4 0 0 0,8 22 152 0 0,-8-13 91 0 0</inkml:trace>
</inkml:ink>
</file>

<file path=ppt/ink/ink1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9.0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42 5985 0 0,'-1'-1'151'0'0,"0"0"0"0"0,1 0 0 0 0,-1 0 0 0 0,0 0 0 0 0,0 0 0 0 0,1 0 0 0 0,-1 0 0 0 0,1 0 0 0 0,-1-1 0 0 0,1 1 0 0 0,0 0 0 0 0,-1 0 0 0 0,1-1 0 0 0,0 1 0 0 0,0 0 0 0 0,0 0 0 0 0,0-1 0 0 0,0 1 0 0 0,0 0 0 0 0,0-1 0 0 0,0 1 0 0 0,0 0 0 0 0,1 0 0 0 0,0-2 0 0 0,-1 2 36 0 0,1 0 1 0 0,0 0-1 0 0,0 1 1 0 0,0-1-1 0 0,0 0 1 0 0,0 0-1 0 0,0 1 1 0 0,0-1-1 0 0,0 1 1 0 0,0-1-1 0 0,0 1 1 0 0,0-1 0 0 0,0 1-1 0 0,0-1 1 0 0,1 1-1 0 0,-1 0 1 0 0,0 0-1 0 0,0 0 1 0 0,0-1-1 0 0,0 1 1 0 0,1 0-1 0 0,-1 1 1 0 0,0-1 0 0 0,0 0-1 0 0,0 0 1 0 0,2 1-1 0 0,1 0-45 0 0,0 0 0 0 0,0 0 0 0 0,0 0 0 0 0,0 1-1 0 0,-1 0 1 0 0,1-1 0 0 0,-1 1 0 0 0,1 1 0 0 0,-1-1 0 0 0,0 0-1 0 0,0 1 1 0 0,0 0 0 0 0,0-1 0 0 0,0 1 0 0 0,0 0 0 0 0,-1 1 0 0 0,1-1-1 0 0,-1 0 1 0 0,0 1 0 0 0,0-1 0 0 0,2 8 0 0 0,3 7 124 0 0,-1 1-1 0 0,-1 0 1 0 0,4 28 0 0 0,6 22-224 0 0,-14-67-84 0 0,0 2-64 0 0,0-1-1 0 0,0 0 1 0 0,0 1 0 0 0,1-1 0 0 0,-1 0 0 0 0,1 0 0 0 0,0 0 0 0 0,4 5 0 0 0,6-44-810 0 0,-1 4 1037 0 0,19-42 0 0 0,-26 65 47 0 0,0 0 0 0 0,1 1 0 0 0,0 0 0 0 0,1 0 0 0 0,-1 0 0 0 0,2 1 0 0 0,-1 0 1 0 0,1 0-1 0 0,13-10 0 0 0,-19 16-125 0 0,0 0 0 0 0,1 0 0 0 0,-1 0 0 0 0,1 0 0 0 0,0 1 0 0 0,-1-1 1 0 0,1 1-1 0 0,-1-1 0 0 0,1 1 0 0 0,0-1 0 0 0,0 1 0 0 0,-1 0 0 0 0,1 0 0 0 0,0 0 1 0 0,-1 0-1 0 0,1 0 0 0 0,0 0 0 0 0,0 1 0 0 0,-1-1 0 0 0,1 1 0 0 0,0-1 0 0 0,-1 1 1 0 0,1-1-1 0 0,-1 1 0 0 0,1 0 0 0 0,-1 0 0 0 0,1 0 0 0 0,-1 0 0 0 0,1 0 0 0 0,-1 0 1 0 0,0 0-1 0 0,0 0 0 0 0,2 3 0 0 0,4 4 55 0 0,0 1 1 0 0,-1 0-1 0 0,0 0 0 0 0,6 14 1 0 0,0 0-338 0 0,-6-15-224 0 0,0 0 0 0 0,1 0 0 0 0,0 0 0 0 0,0-1-1 0 0,1 0 1 0 0,0 0 0 0 0,0-1 0 0 0,12 7 0 0 0,2 0-896 0 0</inkml:trace>
</inkml:ink>
</file>

<file path=ppt/ink/ink1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9.3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41 6913 0 0,'65'-26'7603'0'0,"-56"23"-7370"0"0,1 0-1 0 0,0 0 0 0 0,-1 1 0 0 0,1 1 0 0 0,13-1 0 0 0,-21 1-375 0 0,1 1-1 0 0,0 1 0 0 0,0-1 1 0 0,-1 0-1 0 0,1 1 0 0 0,0-1 1 0 0,0 1-1 0 0,-1 0 0 0 0,1 0 1 0 0,-1 0-1 0 0,1 0 0 0 0,-1 0 1 0 0,1 1-1 0 0,-1-1 0 0 0,0 1 1 0 0,0-1-1 0 0,1 1 0 0 0,-1 0 1 0 0,0 0-1 0 0,-1 0 0 0 0,1 0 1 0 0,0 0-1 0 0,2 4 0 0 0,3 10 54 0 0</inkml:trace>
</inkml:ink>
</file>

<file path=ppt/ink/ink1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9.5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69 6449 0 0,'34'-15'6303'0'0,"64"-30"-6775"0"0,-78 37-3942 0 0</inkml:trace>
</inkml:ink>
</file>

<file path=ppt/ink/ink1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9.9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11979 0 0,'0'3'4602'0'0,"1"15"-2803"0"0,-1 116 2166 0 0,-1-46-4134 0 0,7-1-6410 0 0,-3-68-128 0 0</inkml:trace>
</inkml:ink>
</file>

<file path=ppt/ink/ink1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0.1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11 14283 0 0,'-1'-1'66'0'0,"0"1"-1"0"0,0-1 1 0 0,0 0-1 0 0,0 0 1 0 0,0 0-1 0 0,0 1 1 0 0,0-1 0 0 0,0 0-1 0 0,0 1 1 0 0,0-1-1 0 0,0 1 1 0 0,0-1 0 0 0,0 1-1 0 0,-1-1 1 0 0,1 1-1 0 0,-1 0 1 0 0,7 14-486 0 0,22 25-3332 0 0,-16-26 3324 0 0,1 0 320 0 0</inkml:trace>
</inkml:ink>
</file>

<file path=ppt/ink/ink1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0.52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17 456 0 0,'11'55'2926'0'0,"-11"7"-150"0"0,-2-49-2406 0 0,2 0 0 0 0,0 0 1 0 0,0 0-1 0 0,5 23 1 0 0,13-73 678 0 0,-9 12-36 0 0,0 1 0 0 0,22-38 0 0 0,-29 57-844 0 0,1-1 0 0 0,1 1 0 0 0,-1 0 1 0 0,1 0-1 0 0,0 1 0 0 0,0-1 0 0 0,0 1 0 0 0,0 0 1 0 0,1 0-1 0 0,0 0 0 0 0,0 1 0 0 0,0-1 0 0 0,0 1 0 0 0,1 1 1 0 0,-1-1-1 0 0,1 1 0 0 0,9-3 0 0 0,-13 4-68 0 0,0 1 0 0 0,-1 0 0 0 0,1 1-1 0 0,0-1 1 0 0,0 0 0 0 0,0 0 0 0 0,-1 1-1 0 0,1-1 1 0 0,0 1 0 0 0,0-1 0 0 0,-1 1 0 0 0,1 0-1 0 0,-1 0 1 0 0,1 0 0 0 0,-1 0 0 0 0,1 0-1 0 0,-1 0 1 0 0,1 0 0 0 0,-1 0 0 0 0,0 0-1 0 0,0 1 1 0 0,1-1 0 0 0,-1 1 0 0 0,0-1 0 0 0,0 1-1 0 0,0-1 1 0 0,-1 1 0 0 0,1-1 0 0 0,1 4-1 0 0,3 8 226 0 0,-1-1 0 0 0,-1 0 0 0 0,3 17-1 0 0,0-4-334 0 0,-6-24-12 0 0,4 14-440 0 0,1-1 0 0 0,0 0 1 0 0,13 23-1 0 0,-7-18-852 0 0</inkml:trace>
</inkml:ink>
</file>

<file path=ppt/ink/ink1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0.7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0 6753 0 0,'-2'3'601'0'0,"0"-1"-481"0"0,1-1-120 0 0,-1-1 0 0 0,1 0 0 0 0</inkml:trace>
</inkml:ink>
</file>

<file path=ppt/ink/ink1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1.0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50 36 6913 0 0,'-12'-12'1421'0'0,"10"10"-604"0"0,0-1 1 0 0,0 1 0 0 0,-1 0-1 0 0,1 0 1 0 0,0 0-1 0 0,-1 0 1 0 0,1 0 0 0 0,-1 1-1 0 0,1-1 1 0 0,-6-1 0 0 0,8 3-688 0 0,-1 0 0 0 0,1 1 1 0 0,-1-1-1 0 0,1 0 0 0 0,-1 1 0 0 0,1-1 1 0 0,0 1-1 0 0,-1-1 0 0 0,1 1 1 0 0,-1-1-1 0 0,1 1 0 0 0,0-1 0 0 0,0 1 1 0 0,-1-1-1 0 0,1 1 0 0 0,0 0 1 0 0,0-1-1 0 0,0 1 0 0 0,-1-1 0 0 0,1 1 1 0 0,0-1-1 0 0,0 1 0 0 0,0 0 1 0 0,0-1-1 0 0,0 1 0 0 0,0 0 0 0 0,0-1 1 0 0,0 1-1 0 0,1-1 0 0 0,-1 1 1 0 0,0 1-1 0 0,5 24 611 0 0,-4-22-621 0 0,29 216 252 0 0,-8-52-145 0 0,-6-90-254 0 0,-10-56-504 0 0,-1 0-1 0 0,-1 1 0 0 0,-1-1 1 0 0,0 34-1 0 0</inkml:trace>
</inkml:ink>
</file>

<file path=ppt/ink/ink1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1.2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78 20 2304 0 0,'12'-4'1157'0'0,"0"1"-1"0"0,1 0 0 0 0,0 0 1 0 0,-1 1-1 0 0,21 0 0 0 0,-20 1-246 0 0,-4 0 80 0 0,0 1 0 0 0,0 0 0 0 0,0 0 0 0 0,16 3 1 0 0,-24-3-912 0 0,0 0 1 0 0,1 0 0 0 0,-1 1 0 0 0,0-1-1 0 0,0 0 1 0 0,0 0 0 0 0,0 1 0 0 0,0-1-1 0 0,0 1 1 0 0,0-1 0 0 0,0 1-1 0 0,0 0 1 0 0,0-1 0 0 0,0 1 0 0 0,0 0-1 0 0,0 0 1 0 0,-1-1 0 0 0,1 1 0 0 0,0 0-1 0 0,0 0 1 0 0,-1 0 0 0 0,1 0-1 0 0,-1 0 1 0 0,1 0 0 0 0,-1 0 0 0 0,1 0-1 0 0,-1 0 1 0 0,0 0 0 0 0,1 0 0 0 0,-1 1-1 0 0,0-1 1 0 0,0 0 0 0 0,0 0-1 0 0,0 0 1 0 0,0 0 0 0 0,0 0 0 0 0,0 1-1 0 0,0-1 1 0 0,0 0 0 0 0,-1 0 0 0 0,1 0-1 0 0,0 0 1 0 0,-1 0 0 0 0,1 0-1 0 0,-1 0 1 0 0,1 0 0 0 0,-1 0 0 0 0,0 2-1 0 0,-5 6 93 0 0,1-1 0 0 0,-1 1 0 0 0,-1-1 0 0 0,1 0 0 0 0,-2 0 0 0 0,1-1 0 0 0,-17 13 0 0 0,-67 41-540 0 0,49-35-261 0 0,-4 4-1105 0 0,27-18 291 0 0</inkml:trace>
</inkml:ink>
</file>

<file path=ppt/ink/ink1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1.6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 1840 0 0,'1'0'393'0'0,"0"-1"-1"0"0,1 1 1 0 0,-1-1-1 0 0,0 1 1 0 0,1 0-1 0 0,-1 0 1 0 0,0-1-1 0 0,1 1 1 0 0,-1 0-1 0 0,1 0 1 0 0,-1 0-1 0 0,0 0 1 0 0,1 1-1 0 0,-1-1 1 0 0,0 0-1 0 0,1 0 1 0 0,-1 1-1 0 0,0-1 1 0 0,3 2-1 0 0,-3-1-115 0 0,-1-1 0 0 0,1 1 0 0 0,0 0 0 0 0,0 0 0 0 0,-1 0 0 0 0,1 0 0 0 0,-1 0 0 0 0,1 0 1 0 0,-1 0-1 0 0,1 0 0 0 0,-1 0 0 0 0,1 0 0 0 0,-1 1 0 0 0,0-1 0 0 0,0 0 0 0 0,1 0 0 0 0,-1 0 0 0 0,0 2 0 0 0,-1 7 729 0 0,0 0 0 0 0,0 0-1 0 0,-1 0 1 0 0,-5 14 0 0 0,2-3-203 0 0,4-13-633 0 0,0 1 0 0 0,0-1-1 0 0,1 1 1 0 0,0-1 0 0 0,1 1 0 0 0,0-1 0 0 0,3 15 0 0 0,-4-21-179 0 0,1 0 0 0 0,0 0-1 0 0,-1-1 1 0 0,1 1 0 0 0,0 0 0 0 0,0-1 0 0 0,0 1-1 0 0,0-1 1 0 0,0 1 0 0 0,0-1 0 0 0,1 1 0 0 0,-1-1-1 0 0,0 0 1 0 0,1 0 0 0 0,-1 0 0 0 0,1 0 0 0 0,1 2 0 0 0,-1-3-63 0 0,0 1 0 0 0,0-1 0 0 0,0 1 0 0 0,0-1 0 0 0,1 0 0 0 0,-1 0 0 0 0,0 0 0 0 0,0 0 0 0 0,0 0 0 0 0,0-1 0 0 0,0 1 0 0 0,0 0 0 0 0,0-1 0 0 0,1 0 0 0 0,-1 1 0 0 0,0-1 0 0 0,-1 0 0 0 0,4-2 0 0 0,0 1-80 0 0,0-1 0 0 0,0 0 0 0 0,0-1 0 0 0,-1 1 0 0 0,1-1 0 0 0,-1 1 0 0 0,0-1 0 0 0,0-1 0 0 0,-1 1 0 0 0,6-8 0 0 0,-2-1-218 0 0,-1 1 0 0 0,9-24 0 0 0,-10 24 431 0 0,-1 0-1 0 0,1 0 0 0 0,1 1 1 0 0,12-18-1 0 0,-17 27 6 0 0,0 1 0 0 0,0 0 0 0 0,0 0 0 0 0,0-1 0 0 0,0 1 0 0 0,0 0 0 0 0,0 0 0 0 0,0 0 0 0 0,0 0 0 0 0,0 1 0 0 0,0-1 0 0 0,1 0 0 0 0,-1 0 1 0 0,0 1-1 0 0,1-1 0 0 0,-1 1 0 0 0,0-1 0 0 0,1 1 0 0 0,-1-1 0 0 0,3 1 0 0 0,-3 0-7 0 0,0 0 1 0 0,0 1-1 0 0,0-1 1 0 0,0 1-1 0 0,0-1 0 0 0,1 1 1 0 0,-2-1-1 0 0,1 1 1 0 0,0 0-1 0 0,0-1 1 0 0,0 1-1 0 0,0 0 1 0 0,0 0-1 0 0,0 0 0 0 0,-1 0 1 0 0,1 0-1 0 0,0 0 1 0 0,-1 0-1 0 0,1 0 1 0 0,0 1-1 0 0,3 8 240 0 0,0 0-1 0 0,0 1 1 0 0,-1 0-1 0 0,2 13 1 0 0,-3-13-242 0 0,-1-8-144 0 0,-1 0 0 0 0,1 1 0 0 0,0-1 1 0 0,0 0-1 0 0,0 0 0 0 0,0 0 0 0 0,0 0 0 0 0,1 0 0 0 0,-1-1 1 0 0,1 1-1 0 0,0 0 0 0 0,0-1 0 0 0,0 1 0 0 0,0-1 1 0 0,0 0-1 0 0,1 1 0 0 0,-1-1 0 0 0,1 0 0 0 0,-1-1 1 0 0,1 1-1 0 0,0 0 0 0 0,0-1 0 0 0,0 1 0 0 0,0-1 1 0 0,0 0-1 0 0,0 0 0 0 0,0 0 0 0 0,0-1 0 0 0,0 1 0 0 0,0-1 1 0 0,4 1-1 0 0,8-2-1472 0 0</inkml:trace>
</inkml:ink>
</file>

<file path=ppt/ink/ink1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1.8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30 120 1376 0 0,'7'-46'569'0'0,"-7"40"829"0"0,1 1 0 0 0,-1-1 0 0 0,-1 0-1 0 0,1 0 1 0 0,-1 0 0 0 0,0 0 0 0 0,0 1 0 0 0,-1-1 0 0 0,-3-9-1 0 0,5 15-1306 0 0,0 0 1 0 0,0 0-1 0 0,0-1 0 0 0,0 1 0 0 0,0 0 0 0 0,0-1 0 0 0,0 1 0 0 0,0 0 0 0 0,-1 0 0 0 0,1-1 0 0 0,0 1 0 0 0,-1-2 638 0 0,1 2-638 0 0,-1 0 0 0 0,1 0 0 0 0,0 0 1 0 0,0 0-1 0 0,-1 0 0 0 0,1-1 0 0 0,0 1 0 0 0,0 0 0 0 0,-1 0 0 0 0,1 0 0 0 0,0 0 0 0 0,0 0 0 0 0,-1 0 0 0 0,1 0 1 0 0,0 0-1 0 0,0 0 0 0 0,-1 0 0 0 0,1 0 0 0 0,0 0 0 0 0,-1 0 0 0 0,1 0 0 0 0,-8 12 1509 0 0,0 18-866 0 0,6-3-636 0 0,1-1-1 0 0,2 0 1 0 0,1 1-1 0 0,0-1 1 0 0,2 0-1 0 0,1 0 0 0 0,2 0 1 0 0,0-1-1 0 0,1 0 1 0 0,15 30-1 0 0,17 25-707 0 0,82 124 1 0 0,-95-163-26 0 0,-8-10-910 0 0</inkml:trace>
</inkml:ink>
</file>

<file path=ppt/ink/ink1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2.1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3 211 8290 0 0,'0'0'79'0'0,"0"0"0"0"0,-1 0 0 0 0,1 0 0 0 0,0-1 0 0 0,0 1 0 0 0,0 0 0 0 0,0 0 0 0 0,-1 0 1 0 0,1-1-1 0 0,0 1 0 0 0,0 0 0 0 0,0 0 0 0 0,0-1 0 0 0,0 1 0 0 0,0 0 0 0 0,0 0 0 0 0,0-1 0 0 0,-1 1 0 0 0,1 0 0 0 0,0-1 1 0 0,0 1-1 0 0,0 0 0 0 0,0 0 0 0 0,0-1 0 0 0,1 1 0 0 0,-1 0 0 0 0,0 0 0 0 0,0-1 0 0 0,0 1 0 0 0,0 0 0 0 0,0 0 0 0 0,0-1 0 0 0,0 1 1 0 0,0 0-1 0 0,1 0 0 0 0,-1-1 0 0 0,0 1 0 0 0,11-15 1713 0 0,14-8 471 0 0,-9 13-1382 0 0,0 0 0 0 0,0 1 0 0 0,1 1-1 0 0,31-11 1 0 0,76-14 702 0 0,1-2-809 0 0,-15 1-1432 0 0,-86 28-207 0 0</inkml:trace>
</inkml:ink>
</file>

<file path=ppt/ink/ink1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2.8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1 121 6913 0 0,'2'-17'260'0'0,"0"0"0"0"0,7-20 0 0 0,-2 8 1325 0 0,-7 27-1283 0 0,0 1 0 0 0,-4-16 7208 0 0,2 32-6637 0 0,5 41-412 0 0,3 0 0 0 0,25 103 0 0 0,-5-27 170 0 0,-8-11-354 0 0,-6-33-254 0 0,4 0 0 0 0,34 109 1 0 0,-31-152-2076 0 0,-9-27-3407 0 0</inkml:trace>
</inkml:ink>
</file>

<file path=ppt/ink/ink1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3.2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0 264 3225 0 0,'7'-16'182'0'0,"0"1"-1"0"0,1-1 1 0 0,1 1 0 0 0,1 1 0 0 0,0 0 0 0 0,0 0-1 0 0,2 1 1 0 0,13-13 0 0 0,-6 9 639 0 0,1 0 0 0 0,1 1-1 0 0,1 2 1 0 0,0 0 0 0 0,25-11-1 0 0,-41 22-577 0 0,0 0 0 0 0,0 1 0 0 0,0 0-1 0 0,0 0 1 0 0,1 0 0 0 0,-1 1 0 0 0,1 0-1 0 0,-1 0 1 0 0,1 1 0 0 0,-1 0 0 0 0,1 0-1 0 0,-1 0 1 0 0,1 1 0 0 0,-1 0 0 0 0,1 0-1 0 0,-1 1 1 0 0,1 0 0 0 0,-1 0 0 0 0,0 0-1 0 0,0 1 1 0 0,0 0 0 0 0,0 0 0 0 0,-1 0-1 0 0,1 1 1 0 0,9 8 0 0 0,-11-8-173 0 0,-1 1 0 0 0,1 0-1 0 0,-1 0 1 0 0,0 0 0 0 0,0 0 0 0 0,0 0 0 0 0,-1 1 0 0 0,1-1 0 0 0,-2 1 0 0 0,1 0 0 0 0,0 0-1 0 0,-1-1 1 0 0,0 1 0 0 0,-1 0 0 0 0,1 0 0 0 0,-1 0 0 0 0,0 0 0 0 0,-1 0 0 0 0,1 0 0 0 0,-1 0-1 0 0,-3 9 1 0 0,-2 10-3 0 0,0-1-1 0 0,-2 0 0 0 0,-19 39 1 0 0,5-23 308 0 0,-2-1 0 0 0,-1 0 1 0 0,-61 68-1 0 0,18-23 1569 0 0,68-84-1920 0 0,-1 1 0 0 0,0 0 0 0 0,0 0 1 0 0,1 0-1 0 0,-1-1 0 0 0,0 1 0 0 0,1 0 1 0 0,-1 0-1 0 0,1 0 0 0 0,-1 0 0 0 0,1 0 0 0 0,0 0 1 0 0,-1 0-1 0 0,1 0 0 0 0,0 0 0 0 0,0 1 1 0 0,0-1-1 0 0,0 0 0 0 0,0 0 0 0 0,0 0 1 0 0,0 0-1 0 0,0 0 0 0 0,0 0 0 0 0,1 2 1 0 0,-1-2 1 0 0,1 0 0 0 0,0 0 0 0 0,0 0 0 0 0,0 0 0 0 0,0-1 0 0 0,0 1 1 0 0,0 0-1 0 0,0-1 0 0 0,1 1 0 0 0,-1-1 0 0 0,0 1 0 0 0,0-1 0 0 0,0 1 0 0 0,1-1 0 0 0,-1 0 1 0 0,0 0-1 0 0,2 1 0 0 0,9-1 62 0 0,0 0 0 0 0,-1 0 0 0 0,18-3 0 0 0,-29 3-89 0 0,258-25 1095 0 0,-127 24-2177 0 0,-3 13-5284 0 0,-96-6-687 0 0</inkml:trace>
</inkml:ink>
</file>

<file path=ppt/ink/ink1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3.6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218 81 656 0 0,'-3'-6'1011'0'0,"-1"0"-1"0"0,1 0 0 0 0,-1 0 1 0 0,0 1-1 0 0,-1 0 1 0 0,1 0-1 0 0,-1 0 1 0 0,0 0-1 0 0,0 1 0 0 0,0-1 1 0 0,-1 1-1 0 0,0 1 1 0 0,-8-5-1 0 0,11 6-549 0 0,0 1-1 0 0,0 0 1 0 0,0 0 0 0 0,0 1-1 0 0,0-1 1 0 0,-1 0 0 0 0,1 1 0 0 0,0 0-1 0 0,0 0 1 0 0,0 0 0 0 0,-1 0-1 0 0,1 1 1 0 0,0-1 0 0 0,0 1-1 0 0,-6 1 1 0 0,5 0-484 0 0,1-1 0 0 0,-1 1 0 0 0,1 0 0 0 0,0 0 0 0 0,0 1 0 0 0,0-1 0 0 0,0 1 0 0 0,0-1 0 0 0,-4 6 0 0 0,1 0 39 0 0,0-1 0 0 0,1 1 0 0 0,0 1 0 0 0,0-1 0 0 0,1 1 0 0 0,0-1 0 0 0,1 1 0 0 0,0 0 0 0 0,0 0 0 0 0,-1 12 0 0 0,2-6 18 0 0,0 0 1 0 0,2 0-1 0 0,0 1 0 0 0,0-1 0 0 0,5 26 0 0 0,4 0 26 0 0,2-1 0 0 0,1-1 1 0 0,30 65-1 0 0,91 158-3090 0 0,-125-250 1603 0 0</inkml:trace>
</inkml:ink>
</file>

<file path=ppt/ink/ink1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3.8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107 349 1840 0 0,'-24'-25'374'0'0,"-27"-33"5274"0"0,47 53-4958 0 0,0-1 1 0 0,0 1-1 0 0,1-1 1 0 0,-1 0-1 0 0,1 0 1 0 0,1 0-1 0 0,-1 0 1 0 0,-2-11-1 0 0,5 15-508 0 0,0-1 0 0 0,0 0 0 0 0,1 0 0 0 0,-1 1 0 0 0,1-1 0 0 0,-1 0 0 0 0,1 1 0 0 0,0-1-1 0 0,0 1 1 0 0,0-1 0 0 0,0 1 0 0 0,0-1 0 0 0,0 1 0 0 0,1 0 0 0 0,-1-1 0 0 0,1 1 0 0 0,0 0 0 0 0,0 0-1 0 0,0 0 1 0 0,0 0 0 0 0,0 1 0 0 0,3-3 0 0 0,8-6 155 0 0,0 2 0 0 0,24-13 0 0 0,-24 14-269 0 0,164-80-726 0 0,-145 74-267 0 0</inkml:trace>
</inkml:ink>
</file>

<file path=ppt/ink/ink1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4.07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79 10594 0 0,'0'1'29'0'0,"-1"-1"0"0"0,1 0 1 0 0,0 0-1 0 0,-1 0 0 0 0,1 0 0 0 0,0 1 0 0 0,-1-1 0 0 0,1 0 0 0 0,0 0 0 0 0,0 0 0 0 0,-1 0 0 0 0,1 0 1 0 0,0 0-1 0 0,-1 0 0 0 0,1 0 0 0 0,0 0 0 0 0,-1 0 0 0 0,1 0 0 0 0,0 0 0 0 0,-1 0 0 0 0,1-1 1 0 0,0 1-1 0 0,-1 0 0 0 0,1 0 0 0 0,0 0 0 0 0,-1 0 0 0 0,1 0 0 0 0,0-1 0 0 0,0 1 0 0 0,-1 0 0 0 0,1 0 1 0 0,0-1-1 0 0,0 1 0 0 0,-1 0 0 0 0,1 0 0 0 0,0-1 0 0 0,0 1 0 0 0,0 0 0 0 0,0 0 0 0 0,-1-1 0 0 0,1 1 1 0 0,0-1-1 0 0,12-10-33 0 0,1 1 227 0 0,-6 4-587 0 0,0 0 0 0 0,0 1 0 0 0,1 0 0 0 0,-1 0 0 0 0,1 0 0 0 0,0 1 0 0 0,0 1 1 0 0,1-1-1 0 0,-1 1 0 0 0,1 1 0 0 0,12-3 0 0 0,-15 5 364 0 0</inkml:trace>
</inkml:ink>
</file>

<file path=ppt/ink/ink1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4.2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57 8754 0 0,'0'26'4262'0'0,"0"-26"-4136"0"0,1 0 1 0 0,-1 0-1 0 0,0 0 0 0 0,1 1 1 0 0,-1-1-1 0 0,0 0 1 0 0,1 0-1 0 0,0 0 1 0 0,2 0 250 0 0,1-1 1 0 0,-1 0-1 0 0,0 1 1 0 0,1-1 0 0 0,-1 0-1 0 0,0-1 1 0 0,1 1-1 0 0,2-2 1 0 0,20-11-1659 0 0,45-29 1 0 0,-48 27 1252 0 0</inkml:trace>
</inkml:ink>
</file>

<file path=ppt/ink/ink1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4.8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308 77 10594 0 0,'-4'-6'297'0'0,"0"1"-1"0"0,0 0 1 0 0,0 0-1 0 0,0 0 1 0 0,-1 0 0 0 0,0 0-1 0 0,0 1 1 0 0,0 0-1 0 0,0 0 1 0 0,-1 0-1 0 0,0 1 1 0 0,0 0-1 0 0,0 0 1 0 0,0 1 0 0 0,0-1-1 0 0,0 1 1 0 0,-1 0-1 0 0,-12-1 1 0 0,13 2-127 0 0,0 0 1 0 0,0 0 0 0 0,0 1-1 0 0,0-1 1 0 0,0 1 0 0 0,0 1-1 0 0,0 0 1 0 0,0-1 0 0 0,0 2-1 0 0,0-1 1 0 0,0 1-1 0 0,1 0 1 0 0,-1 0 0 0 0,0 0-1 0 0,1 1 1 0 0,0 0 0 0 0,-1 0-1 0 0,1 0 1 0 0,0 1 0 0 0,-8 8-1 0 0,5-2-81 0 0,0 1 1 0 0,1 1-1 0 0,1-1 0 0 0,0 1 0 0 0,0 1 0 0 0,1-1 0 0 0,1 1 0 0 0,0-1 1 0 0,1 1-1 0 0,0 0 0 0 0,1 1 0 0 0,-1 17 0 0 0,1 9-14 0 0,2 0 0 0 0,9 73 1 0 0,0-52 76 0 0,2 0 0 0 0,33 101 0 0 0,-29-123-329 0 0,1 0 0 0 0,1-1 0 0 0,3-1 0 0 0,46 67 0 0 0,-23-40-2783 0 0,-36-49 907 0 0</inkml:trace>
</inkml:ink>
</file>

<file path=ppt/ink/ink1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5.0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7 229 5529 0 0,'-1'-3'210'0'0,"0"0"0"0"0,0 0 1 0 0,0 0-1 0 0,0 0 0 0 0,0 0 0 0 0,1 0 0 0 0,-1-1 0 0 0,1 1 1 0 0,0 0-1 0 0,0 0 0 0 0,0 0 0 0 0,1 0 0 0 0,-1 0 0 0 0,1 0 0 0 0,-1 0 1 0 0,1 0-1 0 0,0 0 0 0 0,0 0 0 0 0,0 0 0 0 0,1 0 0 0 0,-1 0 0 0 0,1 0 1 0 0,0 1-1 0 0,-1-1 0 0 0,5-4 0 0 0,4-5 512 0 0,-1 1 1 0 0,2 0-1 0 0,-1 0 0 0 0,15-10 0 0 0,-12 11-600 0 0,2 0-1 0 0,-1 0 1 0 0,1 1-1 0 0,1 1 0 0 0,0 1 1 0 0,0 0-1 0 0,25-6 0 0 0,-14 6-5678 0 0</inkml:trace>
</inkml:ink>
</file>

<file path=ppt/ink/ink1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5.3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0 341 8290 0 0,'2'2'2870'0'0,"-2"-2"-2815"0"0,13-4 2281 0 0,14-9 782 0 0,-9-1-2399 0 0,0-2 0 0 0,-2 0 0 0 0,0-1 0 0 0,0 0 0 0 0,13-22 0 0 0,-21 28-789 0 0,-1-1 0 0 0,0-1 0 0 0,0 1 1 0 0,-1-1-1 0 0,0 0 0 0 0,-2-1 0 0 0,1 1 0 0 0,-2-1 0 0 0,4-21 0 0 0,-7 33 46 0 0,1 0-1 0 0,-1 0 1 0 0,0 0-1 0 0,0 0 1 0 0,0 0-1 0 0,0 0 1 0 0,-1 0-1 0 0,1 0 1 0 0,0 0 0 0 0,-1 0-1 0 0,1 0 1 0 0,-1 0-1 0 0,0 0 1 0 0,0 0-1 0 0,1 1 1 0 0,-1-1-1 0 0,-1 0 1 0 0,1 0-1 0 0,0 1 1 0 0,0-1-1 0 0,-1 1 1 0 0,1-1-1 0 0,0 1 1 0 0,-1-1-1 0 0,0 1 1 0 0,1 0-1 0 0,-1 0 1 0 0,0 0-1 0 0,1 0 1 0 0,-1 0-1 0 0,0 0 1 0 0,0 0-1 0 0,0 1 1 0 0,0-1 0 0 0,-4 0-1 0 0,3 1 1 0 0,0 0 0 0 0,-1 0 0 0 0,1 0 0 0 0,0 0 0 0 0,0 0 0 0 0,0 1 0 0 0,-1-1 0 0 0,1 1 0 0 0,0 0 0 0 0,0 0 1 0 0,0 0-1 0 0,0 1 0 0 0,0-1 0 0 0,1 1 0 0 0,-1-1 0 0 0,0 1 0 0 0,1 0 0 0 0,-1 0 0 0 0,1 0 0 0 0,-1 1 0 0 0,1-1 0 0 0,-3 4 0 0 0,0 2 39 0 0,1-1 1 0 0,-1 1-1 0 0,1 0 0 0 0,1 0 0 0 0,-1 0 1 0 0,1 1-1 0 0,1-1 0 0 0,0 1 1 0 0,0-1-1 0 0,1 1 0 0 0,0 0 0 0 0,0 0 1 0 0,1 0-1 0 0,0 10 0 0 0,1-14-122 0 0,0 0 0 0 0,0 0-1 0 0,0 0 1 0 0,0 0 0 0 0,1-1-1 0 0,0 1 1 0 0,-1 0 0 0 0,2-1-1 0 0,-1 1 1 0 0,1-1 0 0 0,-1 0-1 0 0,1 0 1 0 0,0 0 0 0 0,1 0-1 0 0,-1-1 1 0 0,1 1 0 0 0,-1-1-1 0 0,1 0 1 0 0,0 0 0 0 0,0 0-1 0 0,1-1 1 0 0,-1 1 0 0 0,0-1-1 0 0,1 0 1 0 0,0 0 0 0 0,7 2-1 0 0,9 0-5777 0 0</inkml:trace>
</inkml:ink>
</file>

<file path=ppt/ink/ink1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5.7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53 201 8290 0 0,'-2'4'920'0'0,"-1"-1"1"0"0,1 1-1 0 0,0-1 1 0 0,0 1-1 0 0,1-1 0 0 0,-1 15 4004 0 0,3-18-4810 0 0,15-6 1463 0 0,-3-1-1480 0 0,-1-2-1 0 0,0 1 1 0 0,-1-2-1 0 0,0 1 1 0 0,-1-2-1 0 0,19-21 1 0 0,-26 28-83 0 0,0 1-1 0 0,0-1 1 0 0,-1 0 0 0 0,1 0 0 0 0,-1 0-1 0 0,0 0 1 0 0,0-1 0 0 0,-1 1 0 0 0,1-1-1 0 0,-1 1 1 0 0,0-1 0 0 0,0 1 0 0 0,0-1-1 0 0,-1 0 1 0 0,1 1 0 0 0,-1-1 0 0 0,0 0 0 0 0,-1 1-1 0 0,1-1 1 0 0,-1 0 0 0 0,0 1 0 0 0,0-1-1 0 0,0 1 1 0 0,-1-1 0 0 0,-2-5 0 0 0,3 8-21 0 0,0 1 1 0 0,0-1-1 0 0,0 0 1 0 0,0 0 0 0 0,-1 1-1 0 0,1-1 1 0 0,0 1-1 0 0,-1-1 1 0 0,1 1-1 0 0,-1 0 1 0 0,0-1 0 0 0,1 1-1 0 0,-1 0 1 0 0,0 0-1 0 0,0 0 1 0 0,0 0 0 0 0,0 1-1 0 0,1-1 1 0 0,-1 0-1 0 0,0 1 1 0 0,0-1-1 0 0,-4 1 1 0 0,2 0-19 0 0,0 0 0 0 0,1 1 0 0 0,-1 0 0 0 0,1 0 0 0 0,-1 0 0 0 0,1 0 0 0 0,-1 0 0 0 0,1 1 0 0 0,0-1 0 0 0,0 1 0 0 0,0 0 0 0 0,-4 2 0 0 0,-1 3-27 0 0,0 0 0 0 0,0 0-1 0 0,0 0 1 0 0,1 1-1 0 0,1 0 1 0 0,-1 0-1 0 0,1 1 1 0 0,-6 10-1 0 0,10-15 14 0 0,0 0 0 0 0,1 0-1 0 0,-1 0 1 0 0,1 0-1 0 0,0 0 1 0 0,0 0-1 0 0,0 1 1 0 0,0-1 0 0 0,1 0-1 0 0,-1 0 1 0 0,1 1-1 0 0,0-1 1 0 0,1 0-1 0 0,-1 1 1 0 0,1-1 0 0 0,0 0-1 0 0,0 0 1 0 0,0 0-1 0 0,0 0 1 0 0,4 6 0 0 0,-3-6-29 0 0,1 0 0 0 0,1 0 1 0 0,-1 0-1 0 0,0 0 0 0 0,1 0 1 0 0,0-1-1 0 0,0 0 0 0 0,0 0 1 0 0,0 0-1 0 0,1 0 0 0 0,-1-1 1 0 0,1 1-1 0 0,0-1 1 0 0,-1 0-1 0 0,1 0 0 0 0,9 1 1 0 0,3 1-819 0 0,0-1 0 0 0,1-1 0 0 0,-1-1 0 0 0,24-1 1 0 0,-8-1-4351 0 0</inkml:trace>
</inkml:ink>
</file>

<file path=ppt/ink/ink1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6.2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223 376 456 0 0,'3'-19'149'0'0,"-3"17"254"0"0,-1 1-1 0 0,1-1 1 0 0,0 1-1 0 0,0 0 1 0 0,-1-1-1 0 0,1 1 1 0 0,-1-1-1 0 0,1 1 1 0 0,-1 0-1 0 0,1-1 1 0 0,-1 1-1 0 0,0 0 1 0 0,0 0-1 0 0,0 0 1 0 0,1 0-1 0 0,-1-1 1 0 0,0 1-1 0 0,0 0 1 0 0,-1 1-1 0 0,1-1 1 0 0,0 0-1 0 0,0 0 1 0 0,0 0-1 0 0,-1 1 1 0 0,1-1-1 0 0,0 0 1 0 0,-1 1-1 0 0,1 0 1 0 0,-2-1-1 0 0,-21 0 446 0 0,16 3-559 0 0,0 1 0 0 0,0 0-1 0 0,0 0 1 0 0,0 0 0 0 0,0 1 0 0 0,1 0-1 0 0,-1 1 1 0 0,1 0 0 0 0,1 0 0 0 0,-1 0 0 0 0,1 1-1 0 0,-9 9 1 0 0,6-6-76 0 0,1 2 1 0 0,-1-1-1 0 0,2 1 0 0 0,-1 0 0 0 0,2 1 1 0 0,-1 0-1 0 0,-5 15 0 0 0,11-25-197 0 0,1 1 0 0 0,-1-1 0 0 0,0 0 0 0 0,1 0 0 0 0,-1 0 1 0 0,1 1-1 0 0,0-1 0 0 0,0 0 0 0 0,0 1 0 0 0,0-1 0 0 0,0 0 0 0 0,1 0 0 0 0,-1 1 0 0 0,1-1 0 0 0,-1 0 0 0 0,3 4 0 0 0,-3-5-24 0 0,0-1-1 0 0,1 1 1 0 0,-1 0 0 0 0,1-1-1 0 0,-1 1 1 0 0,1-1-1 0 0,-1 1 1 0 0,1-1-1 0 0,-1 0 1 0 0,1 1-1 0 0,0-1 1 0 0,-1 1-1 0 0,1-1 1 0 0,-1 0-1 0 0,1 0 1 0 0,0 1-1 0 0,-1-1 1 0 0,1 0-1 0 0,0 0 1 0 0,0 0 0 0 0,0 0-1 0 0,1 0-38 0 0,0 0-1 0 0,-1 0 1 0 0,1 0 0 0 0,0-1-1 0 0,-1 1 1 0 0,1-1 0 0 0,-1 1 0 0 0,1-1-1 0 0,0 0 1 0 0,-1 0 0 0 0,1 0-1 0 0,1-1 1 0 0,7-5-353 0 0,0-1 0 0 0,-1 0-1 0 0,0 0 1 0 0,-1 0 0 0 0,0-1 0 0 0,0-1-1 0 0,-1 0 1 0 0,0 0 0 0 0,0 0 0 0 0,-1 0 0 0 0,-1-1-1 0 0,0 0 1 0 0,4-14 0 0 0,-4 10 527 0 0,-2 0 1 0 0,0 0 0 0 0,-1-1-1 0 0,0 1 1 0 0,-1-1-1 0 0,-1 1 1 0 0,0-1-1 0 0,-2 0 1 0 0,-4-26-1 0 0,3 26 471 0 0,-3-16 1246 0 0,-1 1 1 0 0,-1 0-1 0 0,-24-58 0 0 0,32 89-1829 0 0,0 0 0 0 0,0 0 0 0 0,0-1-1 0 0,0 1 1 0 0,0 0 0 0 0,0 0 0 0 0,0-1-1 0 0,0 1 1 0 0,0 0 0 0 0,0 0 0 0 0,0-1 0 0 0,0 1-1 0 0,0 0 1 0 0,0 0 0 0 0,-1-1 0 0 0,1 1-1 0 0,0 0 1 0 0,0 0 0 0 0,0-1 0 0 0,0 1-1 0 0,-1 0 1 0 0,1 0 0 0 0,0 0 0 0 0,0-1-1 0 0,0 1 1 0 0,-1 0 0 0 0,1 0 0 0 0,0 0-1 0 0,0 0 1 0 0,0 0 0 0 0,-1 0 0 0 0,1-1-1 0 0,0 1 1 0 0,0 0 0 0 0,-1 0 0 0 0,1 0-1 0 0,0 0 1 0 0,0 0 0 0 0,-1 0 0 0 0,1 0 0 0 0,0 0-1 0 0,-1 0 1 0 0,1 0 0 0 0,0 0 0 0 0,0 0-1 0 0,-1 0 1 0 0,1 0 0 0 0,0 0 0 0 0,0 1-1 0 0,-1-1 1 0 0,1 0 0 0 0,0 0 0 0 0,0 0-1 0 0,0 0 1 0 0,-1 0 0 0 0,1 0 0 0 0,0 1-1 0 0,-6 21 341 0 0,2 30-172 0 0,6-18-149 0 0,1-1-1 0 0,2 0 1 0 0,1 0-1 0 0,1 0 1 0 0,2 0-1 0 0,2-1 1 0 0,0-1 0 0 0,19 35-1 0 0,-11-30-1303 0 0,39 54 0 0 0,-41-68-6398 0 0</inkml:trace>
</inkml:ink>
</file>

<file path=ppt/ink/ink1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6.6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0 7834 0 0,'-6'6'10282'0'0,"6"-5"-10080"0"0,1 23 3033 0 0,13 40-4553 0 0,-11-49 2464 0 0,4 15-1002 0 0,1-1 1 0 0,1 1 0 0 0,2-2 0 0 0,1 1 0 0 0,29 49-1 0 0,-35-68-112 0 0,1 1-1 0 0,0-1 0 0 0,0-1 1 0 0,1 0-1 0 0,0 0 0 0 0,1 0 1 0 0,0-1-1 0 0,0 0 0 0 0,1-1 0 0 0,0 0 1 0 0,0 0-1 0 0,0-1 0 0 0,1-1 1 0 0,0 1-1 0 0,0-2 0 0 0,1 0 1 0 0,20 5-1 0 0,-29-8 2 0 0,1-1 1 0 0,-1 1-1 0 0,1-1 0 0 0,-1 0 1 0 0,1 0-1 0 0,0 0 0 0 0,-1-1 1 0 0,1 1-1 0 0,-1-1 0 0 0,1 0 1 0 0,-1 0-1 0 0,0 0 1 0 0,1 0-1 0 0,-1-1 0 0 0,0 1 1 0 0,0-1-1 0 0,0 0 0 0 0,0 0 1 0 0,0 0-1 0 0,4-4 0 0 0,-4 2-38 0 0,1 0-1 0 0,-1 0 1 0 0,-1 0-1 0 0,1-1 1 0 0,-1 1-1 0 0,1-1 1 0 0,-1 0-1 0 0,-1 1 0 0 0,1-1 1 0 0,-1 0-1 0 0,0 0 1 0 0,0 0-1 0 0,1-9 1 0 0,-1-2-1268 0 0,-1 1-4072 0 0</inkml:trace>
</inkml:ink>
</file>

<file path=ppt/ink/ink1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7.0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316 18 5985 0 0,'-6'-3'314'0'0,"1"1"0"0"0,-1-1-1 0 0,0 1 1 0 0,1 0-1 0 0,-1 1 1 0 0,0-1 0 0 0,0 1-1 0 0,0 0 1 0 0,0 1 0 0 0,0 0-1 0 0,0-1 1 0 0,-1 2-1 0 0,1-1 1 0 0,0 1 0 0 0,0 0-1 0 0,0 0 1 0 0,-11 4-1 0 0,5-1 597 0 0,0 1 0 0 0,0 0 0 0 0,0 1-1 0 0,1 0 1 0 0,0 0 0 0 0,0 1-1 0 0,-15 14 1 0 0,13-10-241 0 0,0 2 0 0 0,2-1 0 0 0,-18 24 0 0 0,26-32-649 0 0,0 1 1 0 0,1-1-1 0 0,-1 0 1 0 0,1 1-1 0 0,0-1 1 0 0,0 1-1 0 0,0 0 1 0 0,1 0-1 0 0,-1 0 1 0 0,1 0 0 0 0,1 0-1 0 0,-1 0 1 0 0,1 0-1 0 0,-1 0 1 0 0,1 0-1 0 0,2 10 1 0 0,-2-13-98 0 0,1 0 0 0 0,0 0 0 0 0,0 0-1 0 0,0 0 1 0 0,0 1 0 0 0,0-1 0 0 0,0 0 0 0 0,0-1 0 0 0,1 1 0 0 0,-1 0 0 0 0,0 0 0 0 0,1 0 0 0 0,0-1 0 0 0,-1 1 0 0 0,1-1 0 0 0,0 0 0 0 0,0 1 0 0 0,0-1 0 0 0,0 0 0 0 0,0 0 0 0 0,0 0 0 0 0,0 0 0 0 0,1 0 0 0 0,-1-1-1 0 0,0 1 1 0 0,0-1 0 0 0,1 1 0 0 0,-1-1 0 0 0,0 0 0 0 0,0 0 0 0 0,1 0 0 0 0,-1 0 0 0 0,0 0 0 0 0,1-1 0 0 0,-1 1 0 0 0,0-1 0 0 0,4-1 0 0 0,4 0-368 0 0,-1-1-1 0 0,0-1 1 0 0,0 1 0 0 0,0-1 0 0 0,0-1 0 0 0,-1 0 0 0 0,12-9-1 0 0,-12 8 363 0 0,0-1 0 0 0,-1 0 1 0 0,0 0-1 0 0,0-1 0 0 0,0 0 0 0 0,-1 0 0 0 0,5-11 0 0 0,15-32 6839 0 0,-21 82-6258 0 0,-4-18-431 0 0,0-1-1 0 0,0 1 1 0 0,6 21-1 0 0,-5-29-175 0 0,0 0 0 0 0,0 0 0 0 0,0 0 0 0 0,1-1 0 0 0,0 1 0 0 0,-1 0 0 0 0,2-1-1 0 0,-1 0 1 0 0,0 1 0 0 0,1-1 0 0 0,6 5 0 0 0,9 5-1022 0 0</inkml:trace>
</inkml:ink>
</file>

<file path=ppt/ink/ink1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7.3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158 48 3225 0 0,'-1'-2'396'0'0,"0"-1"0"0"0,0 1 0 0 0,0-1 0 0 0,0 1 0 0 0,0-1 0 0 0,0 1 0 0 0,-1 0 0 0 0,1-1 0 0 0,-1 1 1 0 0,0 0-1 0 0,0 0 0 0 0,0 0 0 0 0,0 0 0 0 0,0 1 0 0 0,0-1 0 0 0,0 0 0 0 0,0 1 0 0 0,-1 0 0 0 0,1-1 0 0 0,-1 1 1 0 0,1 0-1 0 0,-1 0 0 0 0,1 0 0 0 0,-1 1 0 0 0,0-1 0 0 0,1 1 0 0 0,-1-1 0 0 0,0 1 0 0 0,1 0 0 0 0,-6 0 0 0 0,4 0-59 0 0,0 1 1 0 0,0-1-1 0 0,1 1 0 0 0,-1 0 0 0 0,0 0 0 0 0,0 0 0 0 0,0 0 0 0 0,1 0 0 0 0,-1 1 0 0 0,0 0 0 0 0,1 0 0 0 0,0 0 1 0 0,-1 0-1 0 0,1 0 0 0 0,0 1 0 0 0,0 0 0 0 0,0-1 0 0 0,1 1 0 0 0,-1 0 0 0 0,-3 6 0 0 0,4-6-275 0 0,-1 1 0 0 0,2 0 0 0 0,-1 0 1 0 0,0 0-1 0 0,1 0 0 0 0,0 0 0 0 0,0 0 0 0 0,0 0 0 0 0,0 1 0 0 0,1-1 0 0 0,-1 0 0 0 0,1 1 0 0 0,0-1 0 0 0,0 0 1 0 0,1 0-1 0 0,0 1 0 0 0,-1-1 0 0 0,1 0 0 0 0,1 0 0 0 0,-1 0 0 0 0,0 0 0 0 0,4 6 0 0 0,-3-6-184 0 0,1 1 1 0 0,0-1-1 0 0,1 0 0 0 0,-1 0 1 0 0,0 0-1 0 0,1-1 0 0 0,7 6 0 0 0,-5-5-918 0 0,0 0-1 0 0,0 0 1 0 0,0-1-1 0 0,0 0 0 0 0,13 4 1 0 0,0-2-6183 0 0</inkml:trace>
</inkml:ink>
</file>

<file path=ppt/ink/ink1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8.0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102 81 5065 0 0,'-3'-2'730'0'0,"-1"1"-1"0"0,1 0 1 0 0,-1 0-1 0 0,1 0 1 0 0,-1 1 0 0 0,0-1-1 0 0,1 1 1 0 0,-1 0-1 0 0,1 0 1 0 0,-1 0 0 0 0,-4 1-1 0 0,-8-1 1694 0 0,-6 2 983 0 0,22-2-3351 0 0,0 0-1 0 0,0 0 1 0 0,0 0-1 0 0,1 0 1 0 0,-1 0-1 0 0,0 0 0 0 0,0 1 1 0 0,0-1-1 0 0,0 0 1 0 0,1 0-1 0 0,-1 0 1 0 0,0 0-1 0 0,0 1 1 0 0,0-1-1 0 0,0 0 1 0 0,0 0-1 0 0,0 1 1 0 0,0-1-1 0 0,0 0 1 0 0,0 0-1 0 0,0 0 0 0 0,0 1 1 0 0,1-1-1 0 0,-1 0 1 0 0,0 0-1 0 0,0 0 1 0 0,-1 1-1 0 0,1-1 1 0 0,0 0-1 0 0,0 0 1 0 0,0 1-1 0 0,0-1 1 0 0,0 0-1 0 0,0 0 1 0 0,0 0-1 0 0,0 1 0 0 0,0-1 1 0 0,0 0-1 0 0,0 0 1 0 0,-1 0-1 0 0,1 0 1 0 0,0 1-1 0 0,0-1 1 0 0,0 0-1 0 0,0 0 1 0 0,-1 0-1 0 0,0 1 598 0 0,18 12-535 0 0,-2 1-90 0 0,-13-12-884 0 0,-3-22-7970 0 0,2 18 8701 0 0,0 1-1 0 0,1-3 1 0 0,-1 3 118 0 0,0 0 0 0 0,-1 0 0 0 0,1 0 0 0 0,0 0 0 0 0,-1 0 0 0 0,1 0-1 0 0,-1 0 1 0 0,1 0 0 0 0,-1 0 0 0 0,0 0 0 0 0,1 0 0 0 0,-1 0 0 0 0,0 0 0 0 0,0 0 0 0 0,0-1 0 0 0,1 1 0 0 0,-1 0 0 0 0,-1 0 0 0 0,1 0 0 0 0,0 0 0 0 0,0 0 0 0 0,0 0 0 0 0,0 0 0 0 0,-1-1 0 0 0,1 1 0 0 0,-1 0-1 0 0,1 0 1 0 0,-1 0 0 0 0,1 0 0 0 0,-1 0 0 0 0,1 0 0 0 0,-1 1 0 0 0,0-1 0 0 0,0 0 0 0 0,0-1 0 0 0,-51-48 8682 0 0,64 190-6803 0 0,-9-92-1808 0 0,25 225 134 0 0,-22-242-217 0 0,1 1 0 0 0,2-1 0 0 0,1 0 0 0 0,2-1 0 0 0,1-1 0 0 0,24 43 0 0 0,-7-23-827 0 0,-18-27-26 0 0</inkml:trace>
</inkml:ink>
</file>

<file path=ppt/ink/ink1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8.2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286 52 920 0 0,'1'-3'-414'0'0,"1"0"698"0"0,0 0 0 0 0,0 0 0 0 0,-1 0 0 0 0,0 0-1 0 0,0-1 1 0 0,0 1 0 0 0,0 0 0 0 0,1-7 0 0 0,-2 9-101 0 0,0 1 1 0 0,0-1-1 0 0,-1 1 1 0 0,1-1-1 0 0,0 1 1 0 0,-4-6 2201 0 0,4 6-2201 0 0,-1 0-1 0 0,1-1 1 0 0,-1 1-1 0 0,0-1 1 0 0,-23-1 3975 0 0,12 3-3530 0 0,0 1 1 0 0,0 0 0 0 0,0 1-1 0 0,0 1 1 0 0,1-1 0 0 0,-1 2-1 0 0,1 0 1 0 0,0 0 0 0 0,-16 11-1 0 0,6-2 73 0 0,1 1 0 0 0,1 1 0 0 0,-30 30 0 0 0,47-44-626 0 0,-1 1 0 0 0,1-1-1 0 0,0 1 1 0 0,0-1 0 0 0,0 1-1 0 0,0 0 1 0 0,0 0 0 0 0,1 0-1 0 0,-1 0 1 0 0,1 0-1 0 0,0 0 1 0 0,0 0 0 0 0,0 0-1 0 0,0 1 1 0 0,0-1 0 0 0,1 0-1 0 0,0 1 1 0 0,-1-1 0 0 0,1 4-1 0 0,1-5-44 0 0,0 1 0 0 0,0 0-1 0 0,0-1 1 0 0,1 1 0 0 0,-1-1 0 0 0,0 1 0 0 0,1-1-1 0 0,0 0 1 0 0,-1 1 0 0 0,1-1 0 0 0,0 0-1 0 0,0 0 1 0 0,0 0 0 0 0,0-1 0 0 0,1 1 0 0 0,-1 0-1 0 0,1-1 1 0 0,-1 0 0 0 0,1 1 0 0 0,-1-1-1 0 0,1 0 1 0 0,4 1 0 0 0,11 4 33 0 0,0-1 1 0 0,0-1-1 0 0,1 0 1 0 0,-1-2-1 0 0,33 2 0 0 0,94-11-2117 0 0,-136 6 1679 0 0,18-1-7155 0 0</inkml:trace>
</inkml:ink>
</file>

<file path=ppt/ink/ink1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8.4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1 11522 0 0,'-1'3'513'0'0,"1"-2"95"0"0,0 1-480 0 0,0-1-128 0 0,1-1 0 0 0,1 0 0 0 0,-1 0 0 0 0,1 0-104 0 0,1 2 16 0 0,1-2 8 0 0,0 0 80 0 0</inkml:trace>
</inkml:ink>
</file>

<file path=ppt/ink/ink1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45.37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0 317 4145 0 0,'261'-165'5232'0'0,"-206"131"-3754"0"0,60-27 0 0 0,-90 50-1673 0 0,0 1 0 0 0,1 1 0 0 0,0 1 0 0 0,1 1 0 0 0,29-4-1 0 0,-39 10-2592 0 0,-1 2-825 0 0</inkml:trace>
</inkml:ink>
</file>

<file path=ppt/ink/ink1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46.48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32 7 1840 0 0,'-17'-7'12123'0'0,"14"13"-12034"0"0,1-1-1 0 0,0 0 1 0 0,0 0-1 0 0,1 1 1 0 0,-1-1-1 0 0,1 1 1 0 0,0 0-1 0 0,1-1 1 0 0,-1 1 0 0 0,1 0-1 0 0,0-1 1 0 0,1 1-1 0 0,-1 0 1 0 0,2 5-1 0 0,50 259 614 0 0,-39-209-644 0 0,21 65 14 0 0,5 31-16 0 0,5 28 62 0 0,-41-168-90 0 0,-2 0-1 0 0,0 0 1 0 0,-2 0 0 0 0,0 0-1 0 0,-3 19 1 0 0,2-19 12 0 0,0-1-1 0 0,1 1 0 0 0,1 0 1 0 0,0 0-1 0 0,4 18 1 0 0,-3-31-35 0 0,0 0 1 0 0,0-1 0 0 0,1 1-1 0 0,-1-1 1 0 0,1 0 0 0 0,0 1 0 0 0,0-1-1 0 0,0 0 1 0 0,4 3 0 0 0,-4-3 33 0 0,1 0 1 0 0,-1 1-1 0 0,0-1 0 0 0,0 0 1 0 0,0 1-1 0 0,0-1 1 0 0,-1 1-1 0 0,2 3 1 0 0,-3-4-18 0 0,1 0 0 0 0,-1 0 1 0 0,1 0-1 0 0,0-1 0 0 0,0 1 1 0 0,0 0-1 0 0,0-1 0 0 0,1 1 0 0 0,-1 0 1 0 0,1-1-1 0 0,0 0 0 0 0,-1 1 1 0 0,1-1-1 0 0,0 0 0 0 0,0 0 1 0 0,0 0-1 0 0,1 0 0 0 0,-1 0 1 0 0,0-1-1 0 0,1 1 0 0 0,-1-1 0 0 0,1 1 1 0 0,0-1-1 0 0,-1 0 0 0 0,1 0 1 0 0,0 0-1 0 0,0 0 0 0 0,-1-1 1 0 0,1 1-1 0 0,0-1 0 0 0,0 0 1 0 0,5 0-1 0 0,116 13 103 0 0,-63-5-5 0 0,0-3-1 0 0,85-3 1 0 0,-91-9 187 0 0,86-21 0 0 0,-57 9-124 0 0,-81 19-209 0 0,-1-1-1 0 0,1 1 1 0 0,-1 0-1 0 0,1 0 0 0 0,0 0 1 0 0,-1 0-1 0 0,1 0 1 0 0,-1 1-1 0 0,1-1 1 0 0,0 1-1 0 0,-1-1 0 0 0,1 1 1 0 0,-1 0-1 0 0,0 0 1 0 0,1 0-1 0 0,-1 0 0 0 0,0 1 1 0 0,1-1-1 0 0,-1 1 1 0 0,0-1-1 0 0,0 1 0 0 0,0 0 1 0 0,0 0-1 0 0,-1 0 1 0 0,1 0-1 0 0,1 2 1 0 0,4 3-794 0 0</inkml:trace>
</inkml:ink>
</file>

<file path=ppt/ink/ink1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48.90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297 31 2304 0 0,'-17'-5'1408'0'0,"-1"1"0"0"0,1 1 0 0 0,0 0 0 0 0,-37 0 1528 0 0,57 3-2027 0 0,14-1-355 0 0,11 0-590 0 0,17-3 447 0 0,1 2 1 0 0,0 1 0 0 0,47 7 0 0 0,-76-5-307 0 0,1-1 0 0 0,33-5 0 0 0,12-1 437 0 0,-67 8-380 0 0,1 0 0 0 0,-1-1 0 0 0,1 1 0 0 0,0 0 0 0 0,0 1 0 0 0,-1-1 0 0 0,1 0 0 0 0,1 1 0 0 0,-1 0 0 0 0,0 0 0 0 0,1 0 0 0 0,-3 3 0 0 0,-3 3 125 0 0,4-4-247 0 0,1-1 0 0 0,0 0-1 0 0,0 1 1 0 0,1-1 0 0 0,-1 1 0 0 0,1 0 0 0 0,0 0 0 0 0,0 0 0 0 0,1 0 0 0 0,-2 9 0 0 0,-6 58 512 0 0,8-62-530 0 0,-2 89 56 0 0,4-1 1 0 0,16 113-1 0 0,8-55-78 0 0,0-9 0 0 0,-17-76 0 0 0,-3 0 0 0 0,-2 0 0 0 0,-12 114 0 0 0,7-172 8 0 0,0-6 6 0 0,1 0 1 0 0,0 0-1 0 0,1 0 1 0 0,-1 0-1 0 0,1 0 0 0 0,1 0 1 0 0,-1 0-1 0 0,1 0 1 0 0,0 0-1 0 0,1 0 1 0 0,3 10-1 0 0,-103-1 2888 0 0,26 7-2504 0 0,-103 47-1 0 0,51-18-586 0 0,33-15-3212 0 0,64-27-3456 0 0</inkml:trace>
</inkml:ink>
</file>

<file path=ppt/ink/ink1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53.63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57 166 1376 0 0,'0'-1'5'0'0,"-1"0"-1"0"0,1 0 0 0 0,-1 0 1 0 0,0-1-1 0 0,1 1 1 0 0,-1 0-1 0 0,0 0 1 0 0,0 0-1 0 0,0 0 0 0 0,0 0 1 0 0,0 0-1 0 0,0 0 1 0 0,0 1-1 0 0,0-1 0 0 0,0 0 1 0 0,0 0-1 0 0,0 1 1 0 0,0-1-1 0 0,-2 0 0 0 0,-25-8 20 0 0,18 7 104 0 0,11-2 209 0 0,20-8 691 0 0,37-9 512 0 0,26 8-612 0 0,0 3 0 0 0,125 1 1 0 0,-42 20 76 0 0,-101-5-496 0 0,70-2 1 0 0,222-31 959 0 0,117-2-256 0 0,-108 13-1064 0 0,0 0-195 0 0,355 35 86 0 0,-298-4-20 0 0,-115-6 29 0 0,-68 15-37 0 0,6-1-13 0 0,-135-18 79 0 0,311 28-92 0 0,-331-19 3 0 0,-13-3-208 0 0,135 37 1 0 0,-199-42-672 0 0,-1 0 1 0 0,1 1 0 0 0,22 15 0 0 0,-26-14-670 0 0,8 3-1359 0 0</inkml:trace>
</inkml:ink>
</file>

<file path=ppt/ink/ink1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55.30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32 1840 0 0,'1'-2'170'0'0,"-1"0"-1"0"0,1 1 1 0 0,0-1-1 0 0,0 0 1 0 0,0 1-1 0 0,0-1 1 0 0,0 0-1 0 0,0 1 1 0 0,0-1-1 0 0,0 1 1 0 0,1 0-1 0 0,-1-1 0 0 0,0 1 1 0 0,1 0-1 0 0,-1 0 1 0 0,1 0-1 0 0,0 0 1 0 0,-1 0-1 0 0,1 0 1 0 0,0 1-1 0 0,-1-1 1 0 0,1 0-1 0 0,0 1 1 0 0,0-1-1 0 0,0 1 0 0 0,0 0 1 0 0,2 0-1 0 0,8 0 26 0 0,1 0 0 0 0,0 1 0 0 0,-1 1 0 0 0,1 0-1 0 0,0 1 1 0 0,-1 0 0 0 0,14 6 0 0 0,38 8 124 0 0,39-4-275 0 0,121 1 1 0 0,13 0 36 0 0,-190-8 13 0 0,1 1-1 0 0,88 28 1 0 0,-87-21-76 0 0,1-1 1 0 0,73 8 0 0 0,105-1 45 0 0,-44-5-40 0 0,-14 7 190 0 0,157 11 403 0 0,-260-28-538 0 0,-1 4 1 0 0,1 2 0 0 0,86 27-1 0 0,108 19 44 0 0,220-20 16 0 0,-402-35-72 0 0,-40 0 30 0 0,0-2 1 0 0,49-5 0 0 0,0-8 82 0 0,226-36 1334 0 0,-251 41-1508 0 0,0 2 0 0 0,0 3-1 0 0,113 10 1 0 0,-128-4 24 0 0,-12-3 152 0 0,-1-2 1 0 0,1-1-1 0 0,54-13 0 0 0,-19 4 391 0 0,-16 5-172 0 0,78 1 0 0 0,-132 6-390 0 0,0 0 0 0 0,1 1 0 0 0,-1-1 0 0 0,0 0-1 0 0,0 1 1 0 0,0-1 0 0 0,0 1 0 0 0,0-1 0 0 0,0 1-1 0 0,0-1 1 0 0,0 1 0 0 0,0 0 0 0 0,0 0 0 0 0,-1-1-1 0 0,1 1 1 0 0,0 0 0 0 0,0 0 0 0 0,-1 0 0 0 0,1 0-1 0 0,1 2 1 0 0,0 3-11 0 0</inkml:trace>
</inkml:ink>
</file>

<file path=ppt/ink/ink1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3:52.70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392 111 1840 0 0,'-14'-37'3076'0'0,"-18"-36"0"0"0,13 123-2536 0 0,-29 118-658 0 0,7 3-1 0 0,-22 201 0 0 0,1 354-303 0 0,-22 406-1475 0 0,70-960 1589 0 0,-1 525 2663 0 0,17-635-1984 0 0,6 328-7 0 0,-8-359-3490 0 0</inkml:trace>
</inkml:ink>
</file>

<file path=ppt/ink/ink1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3:55.25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142 711 4145 0 0,'1'-1'19'0'0,"-1"0"0"0"0,0 0 1 0 0,0 0-1 0 0,1 0 0 0 0,-1 1 0 0 0,1-1 1 0 0,-1 0-1 0 0,1 0 0 0 0,-1 0 0 0 0,1 1 1 0 0,0-1-1 0 0,-1 0 0 0 0,1 1 0 0 0,0-1 1 0 0,-1 0-1 0 0,1 1 0 0 0,0-1 0 0 0,0 1 1 0 0,0-1-1 0 0,0 1 0 0 0,-1-1 0 0 0,1 1 1 0 0,0 0-1 0 0,2-1 0 0 0,29-7-96 0 0,-20 5 113 0 0,372-114 1044 0 0,-193 55 120 0 0,339-64 1 0 0,-72 68-192 0 0,-24 4-790 0 0,12 11 81 0 0,-198 26-279 0 0,316-33 203 0 0,-188 20-213 0 0,-174 17-11 0 0,-3 0 89 0 0,131-12-23 0 0,585-31 44 0 0,-604 42-27 0 0,-63 10-53 0 0,357 38 0 0 0,99 14 31 0 0,-146-13 85 0 0,-460-22-156 0 0,156 42 1 0 0,-67-12 209 0 0,-94-24 147 0 0,0 5-1 0 0,-2 3 1 0 0,-1 4-1 0 0,101 51 1 0 0,-153-64 108 0 0,-26-14-361 0 0,0 1 0 0 0,0 1-1 0 0,-1 0 1 0 0,1 1 0 0 0,-1 0-1 0 0,-1 1 1 0 0,1 0 0 0 0,-1 1-1 0 0,11 12 1 0 0,-19-19-37 0 0,0-1-1 0 0,0 0 1 0 0,0 1-1 0 0,0-1 1 0 0,0 0-1 0 0,0 0 1 0 0,0 0-1 0 0,0 0 1 0 0,1 0 0 0 0,-1 0-1 0 0,0-1 1 0 0,1 1-1 0 0,-1-1 1 0 0,0 0-1 0 0,1 0 1 0 0,-1 0-1 0 0,1 0 1 0 0,2 0 0 0 0,-2 0 3 0 0,1 0 1 0 0,0 0-1 0 0,-1 0 1 0 0,1 1-1 0 0,-1-1 1 0 0,1 1 0 0 0,-1 0-1 0 0,0 0 1 0 0,6 3-1 0 0,-4 0-28 0 0,0 0 0 0 0,0 0 0 0 0,0 0 0 0 0,-1 1 0 0 0,1 0 0 0 0,-1 0 1 0 0,0 0-1 0 0,-1 1 0 0 0,5 6 0 0 0,24 59 98 0 0,-19-39 67 0 0,15 38-108 0 0,-3 1 0 0 0,-3 2 0 0 0,-3 0 0 0 0,-4 1 0 0 0,9 106-1 0 0,-8 384-387 0 0,-13-172 265 0 0,15 102 34 0 0,14 271 0 0 0,-13 110-5 0 0,-13-289 2 0 0,-2-462 10 0 0,2 292 60 0 0,-2-220 1120 0 0,0-41-359 0 0,-4-155-823 0 0,0 1 0 0 0,0-1 0 0 0,0 0 0 0 0,0 0 0 0 0,0 0 0 0 0,0 0 0 0 0,0 1 0 0 0,0-1-1 0 0,0 0 1 0 0,0 0 0 0 0,0 0 0 0 0,0 1 0 0 0,0-1 0 0 0,-1 0 0 0 0,1 0 0 0 0,0 0 0 0 0,0 0 0 0 0,0 0 0 0 0,0 1 0 0 0,0-1 0 0 0,-1 0 0 0 0,1 0 0 0 0,0 0 0 0 0,0 0 0 0 0,0 0 0 0 0,0 0-1 0 0,-1 0 1 0 0,1 0 0 0 0,0 0 0 0 0,0 0 0 0 0,0 1 0 0 0,-1-1 0 0 0,1 0 0 0 0,0 0 0 0 0,0 0 0 0 0,0 0 0 0 0,-1 0 0 0 0,1 0 0 0 0,0-1 0 0 0,0 1 0 0 0,-1 0 0 0 0,-13-4 468 0 0,-15-10 369 0 0,27 13-813 0 0,-29-16-8 0 0,-1 2 0 0 0,0 2 0 0 0,-1 0 0 0 0,-1 3 0 0 0,1 0 0 0 0,-56-7 0 0 0,3 6-260 0 0,-409-41 231 0 0,303 39-263 0 0,-150-3-262 0 0,-334-10 149 0 0,157-26-125 0 0,461 45 466 0 0,-740-106-1105 0 0,581 73 1392 0 0,-118-19-98 0 0,-239-63-96 0 0,438 89-46 0 0,-73-20-21 0 0,-259-53-38 0 0,-521-78 55 0 0,874 159 6 0 0,-200-33 241 0 0,-302 9-116 0 0,25-16 4 0 0,510 53-110 0 0,-128-26 99 0 0,-264-83 0 0 0,22-6-460 0 0,415 118 645 0 0,-65-8 0 0 0,67 12-77 0 0,0-1 1 0 0,-42-13-1 0 0,63 11-320 0 0,15 5-107 0 0</inkml:trace>
</inkml:ink>
</file>

<file path=ppt/ink/ink1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21.72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41 167 3681 0 0,'-3'-9'379'0'0,"0"1"1"0"0,1-1-1 0 0,-1 0 0 0 0,2 0 1 0 0,-1 0-1 0 0,1 0 1 0 0,1-11-1 0 0,-1 11 238 0 0,1 0 0 0 0,-1 0 0 0 0,0 0-1 0 0,-1 1 1 0 0,0-1 0 0 0,-1 0 0 0 0,-9-14 4721 0 0,11 24-5252 0 0,-2 13 1681 0 0,3 19-859 0 0,115 822 1461 0 0,-110-827-2247 0 0,-1 0 1 0 0,0 30-1 0 0,-4-48-575 0 0,0 0-1 0 0,0-1 1 0 0,-1 1-1 0 0,-1 0 1 0 0,0-1-1 0 0,0 1 1 0 0,-1-1-1 0 0,0 0 1 0 0,-7 16-1 0 0</inkml:trace>
</inkml:ink>
</file>

<file path=ppt/ink/ink1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22.04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32 138 9218 0 0,'-2'0'55'0'0,"0"-1"0"0"0,1 0 0 0 0,-1 1 0 0 0,0-1 0 0 0,1 0 0 0 0,-1 0 0 0 0,0 0 0 0 0,1-1 0 0 0,0 1 0 0 0,-1 0 0 0 0,1 0 0 0 0,0-1 0 0 0,-1 1 0 0 0,1-1 0 0 0,0 1 0 0 0,0-1 0 0 0,0 0 0 0 0,0 1 0 0 0,1-1 0 0 0,-1 0 0 0 0,0 0 0 0 0,1 1 0 0 0,-1-1 0 0 0,1 0 0 0 0,-1 0 0 0 0,1 0 0 0 0,0 0 0 0 0,0 1 0 0 0,0-1 0 0 0,0 0 0 0 0,0 0 0 0 0,0 0 0 0 0,1 0 0 0 0,-1 0 0 0 0,1 0 0 0 0,-1 1 0 0 0,1-1 0 0 0,0 0 0 0 0,-1 0 0 0 0,1 1 0 0 0,0-1 0 0 0,0 1 0 0 0,0-1 0 0 0,1 0 0 0 0,-1 1 0 0 0,0 0 0 0 0,0-1 0 0 0,1 1 0 0 0,-1 0 0 0 0,1 0 0 0 0,-1 0 0 0 0,1 0 0 0 0,1-1 0 0 0,8-5 212 0 0,-1 1 1 0 0,1 1-1 0 0,-1 0 0 0 0,2 1 1 0 0,-1 0-1 0 0,0 0 0 0 0,19-3 1 0 0,84-7 928 0 0,-90 13-1144 0 0,-1 0-1 0 0,0 2 1 0 0,0 0-1 0 0,0 1 1 0 0,0 2-1 0 0,0 0 1 0 0,31 11-1 0 0,-42-11-428 0 0,-1 1 0 0 0,1 0 0 0 0,-1 1 0 0 0,-1 0 0 0 0,1 0 0 0 0,-1 1 0 0 0,0 0 0 0 0,0 1 0 0 0,-1 0 0 0 0,0 1 0 0 0,-1 0 0 0 0,1 0 0 0 0,-2 1 0 0 0,1 0 0 0 0,8 17 0 0 0,-5-4-3357 0 0</inkml:trace>
</inkml:ink>
</file>

<file path=ppt/ink/ink1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22.27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68 6913 0 0,'0'0'67'0'0,"0"0"0"0"0,0 0 0 0 0,-1 0 0 0 0,1 0 0 0 0,0 0-1 0 0,0 1 1 0 0,-1-1 0 0 0,1 0 0 0 0,0 0 0 0 0,0 0 0 0 0,-1 1-1 0 0,1-1 1 0 0,0 0 0 0 0,0 0 0 0 0,0 1 0 0 0,-1-1 0 0 0,1 0 0 0 0,0 0-1 0 0,0 1 1 0 0,0-1 0 0 0,0 0 0 0 0,0 1 0 0 0,0-1 0 0 0,0 0-1 0 0,0 1 1 0 0,0-1 0 0 0,0 0 0 0 0,0 1 0 0 0,0-1 0 0 0,0 0-1 0 0,0 0 1 0 0,0 1 0 0 0,0-1 0 0 0,0 0 0 0 0,0 1 0 0 0,0-1-1 0 0,0 0 1 0 0,0 1 0 0 0,0-1 0 0 0,1 0 0 0 0,-1 0 0 0 0,0 1-1 0 0,0-1 1 0 0,0 0 0 0 0,1 0 0 0 0,-1 1 0 0 0,0-1 0 0 0,0 0-1 0 0,1 0 1 0 0,-1 0 0 0 0,0 1 0 0 0,0-1 0 0 0,1 0 0 0 0,-1 0-1 0 0,0 0 1 0 0,0 0 0 0 0,1 0 0 0 0,-1 0 0 0 0,0 0 0 0 0,1 1-1 0 0,19 6 2177 0 0,3-9-1452 0 0,0-1-1 0 0,-1-1 0 0 0,1-2 1 0 0,-1 0-1 0 0,27-11 0 0 0,14-4-670 0 0,22-3-1646 0 0,-62 18 232 0 0</inkml:trace>
</inkml:ink>
</file>

<file path=ppt/ink/ink1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22.56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37 7 9218 0 0,'-3'-7'9891'0'0,"-5"21"-7850"0"0,-4 25-1930 0 0,5 19 134 0 0,3 0 1 0 0,2 0 0 0 0,9 90 0 0 0,-4-101-193 0 0,-2-17-52 0 0,4 46 67 0 0,-4-70-71 0 0,0 1-1 0 0,1 0 0 0 0,-1-1 0 0 0,2 1 0 0 0,-1-1 0 0 0,1 0 0 0 0,-1 0 0 0 0,7 9 0 0 0,-1-6-252 0 0,1-4-86 0 0</inkml:trace>
</inkml:ink>
</file>

<file path=ppt/ink/ink1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24.20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102 214 2304 0 0,'-1'0'61'0'0,"-9"1"363"0"0,0-1 0 0 0,0 0-1 0 0,1-1 1 0 0,-1 0 0 0 0,0-1 0 0 0,0 0 0 0 0,1 0 0 0 0,-12-5 0 0 0,21 7-396 0 0,0 0 1 0 0,0 0-1 0 0,0 0 1 0 0,0 0-1 0 0,0 0 1 0 0,0 0-1 0 0,0-1 0 0 0,0 1 1 0 0,0 0-1 0 0,0 0 1 0 0,-1 0-1 0 0,1 0 1 0 0,0 0-1 0 0,0 0 1 0 0,0 0-1 0 0,0 0 0 0 0,0 0 1 0 0,0 0-1 0 0,0-1 1 0 0,0 1-1 0 0,0 0 1 0 0,0 0-1 0 0,0 0 0 0 0,0 0 1 0 0,0 0-1 0 0,0 0 1 0 0,0 0-1 0 0,0 0 1 0 0,0-1-1 0 0,0 1 1 0 0,0 0-1 0 0,0 0 0 0 0,0 0 1 0 0,0 0-1 0 0,0 0 1 0 0,0 0-1 0 0,0 0 1 0 0,0 0-1 0 0,0-1 0 0 0,0 1 1 0 0,0 0-1 0 0,0 0 1 0 0,0 0-1 0 0,1 0 1 0 0,-1 0-1 0 0,0 0 1 0 0,0 0-1 0 0,0 0 0 0 0,0 0 1 0 0,0 0-1 0 0,0 0 1 0 0,0 0-1 0 0,0-1 1 0 0,0 1-1 0 0,0 0 0 0 0,1 0 1 0 0,9-5 876 0 0,10-2 135 0 0,426-77 5081 0 0,-58 36-4937 0 0,-202 28-839 0 0,-109 10-238 0 0,-12 0 158 0 0,0 4-1 0 0,0 2 1 0 0,68 5-1 0 0,-119 3-127 0 0,-14-4-154 0 0,0 0 0 0 0,0 0 0 0 0,1 0 0 0 0,-1 1-1 0 0,0-1 1 0 0,0 0 0 0 0,0 0 0 0 0,0 0 0 0 0,1 0 0 0 0,-1 1 0 0 0,0-1 0 0 0,0 0 0 0 0,0 0-1 0 0,0 0 1 0 0,0 1 0 0 0,0-1 0 0 0,1 0 0 0 0,-1 0 0 0 0,0 1 0 0 0,0-1 0 0 0,0 0 0 0 0,0 0 0 0 0,0 1-1 0 0,0-1 1 0 0,0 0 0 0 0,0 0 0 0 0,0 0 0 0 0,0 1 0 0 0,0-1 0 0 0,0 0 0 0 0,0 0 0 0 0,-1 1 0 0 0,1-1-1 0 0,0 0 1 0 0,0 0 0 0 0,0 1 0 0 0,0-1 0 0 0,0 0 0 0 0,0 0 0 0 0,0 0 0 0 0,-1 1 0 0 0,1-1-1 0 0,0 0 1 0 0,0 0 0 0 0,0 0 0 0 0,-1 0 0 0 0,1 0 0 0 0,0 1 0 0 0</inkml:trace>
</inkml:ink>
</file>

<file path=ppt/ink/ink1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24.8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132 18 6913 0 0,'-6'-3'341'0'0,"0"1"0"0"0,0-1 0 0 0,-1 1-1 0 0,1 0 1 0 0,-8-1 0 0 0,2 1 2537 0 0,31 6-852 0 0,-17-4-1773 0 0,2 2 3 0 0,12 8-51 0 0,-1 0 1 0 0,0 1-1 0 0,0 1 0 0 0,-1 0 0 0 0,0 1 1 0 0,-1 0-1 0 0,15 21 0 0 0,-7-11-209 0 0,-10-12 33 0 0,0 0 0 0 0,2-1 0 0 0,-1-1 1 0 0,21 12-1 0 0,-16-10 50 0 0,29 23 0 0 0,-24-15-126 0 0,-4-3 35 0 0,1 0-1 0 0,-2 1 0 0 0,0 1 1 0 0,18 26-1 0 0,-32-40 40 0 0,0 1 0 0 0,0 0 0 0 0,0 0 0 0 0,-1 0 0 0 0,0 0-1 0 0,0 0 1 0 0,0 1 0 0 0,0-1 0 0 0,-1 1 0 0 0,0-1 0 0 0,0 1 0 0 0,-1-1 0 0 0,1 1 0 0 0,-1 0 0 0 0,0-1-1 0 0,-1 1 1 0 0,0-1 0 0 0,1 1 0 0 0,-2 0 0 0 0,1-1 0 0 0,-1 0 0 0 0,1 1 0 0 0,-2-1 0 0 0,-2 7 0 0 0,2-8 96 0 0,-1 1 1 0 0,1-1 0 0 0,-1 1 0 0 0,0-1 0 0 0,0 0 0 0 0,0 0 0 0 0,0-1 0 0 0,-1 0-1 0 0,1 1 1 0 0,-8 2 0 0 0,-56 26 935 0 0,33-17-486 0 0,-14 10 110 0 0,2 1 1 0 0,1 3 0 0 0,-50 39 0 0 0,77-51-643 0 0,0 1 0 0 0,-16 21 0 0 0,-6 6-55 0 0,20-20 200 0 0,21-24-301 0 0,-1 0 0 0 0,1 0 0 0 0,-1-1-1 0 0,1 1 1 0 0,-1 0 0 0 0,1 0 0 0 0,-1 0 0 0 0,1 0 0 0 0,0 0 0 0 0,0 0 0 0 0,0 0 0 0 0,-1 0 0 0 0,1 0-1 0 0,0 0 1 0 0,0 0 0 0 0,0 0 0 0 0,0 0 0 0 0,0 0 0 0 0,1 0 0 0 0,-1 0 0 0 0,0 0 0 0 0,0 0 0 0 0,1-1-1 0 0,-1 1 1 0 0,1 0 0 0 0,-1 0 0 0 0,0 0 0 0 0,1 0 0 0 0,0 1 0 0 0</inkml:trace>
</inkml:ink>
</file>

<file path=ppt/ink/ink1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26.50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248 82 6913 0 0,'-30'2'1186'0'0,"1"2"-1"0"0,-1 1 1 0 0,0 1-1 0 0,-28 10 1 0 0,41-11-415 0 0,-37 12 2341 0 0,106-43-656 0 0,-6 10-2403 0 0,2-1 102 0 0,2 1 0 0 0,0 3 0 0 0,81-11-1 0 0,395 2 22 0 0,-448 22 83 0 0,-14-2 91 0 0,0 3 0 0 0,82 12 0 0 0,-136-11-341 0 0,25 4-26 0 0,0-1 0 0 0,38 1 0 0 0,-66-4-1736 0 0</inkml:trace>
</inkml:ink>
</file>

<file path=ppt/ink/ink1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26.99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149 72 1376 0 0,'-18'-7'1816'0'0,"1"-1"0"0"0,-23-13-1 0 0,24 12 801 0 0,-1 0 0 0 0,-24-8 0 0 0,54 31 2133 0 0,13 8-4962 0 0,76 33 257 0 0,14 9 25 0 0,-104-56-64 0 0,-1 0-1 0 0,0 1 1 0 0,0 0-1 0 0,-1 1 1 0 0,0 0-1 0 0,-1 1 1 0 0,10 12-1 0 0,-18-21 17 0 0,-1 0 1 0 0,1 0-1 0 0,0 1 0 0 0,-1-1 1 0 0,1 0-1 0 0,-1 0 0 0 0,1 0 0 0 0,-1 0 1 0 0,0 1-1 0 0,0-1 0 0 0,0 0 0 0 0,0 0 1 0 0,-1 0-1 0 0,1 0 0 0 0,0 1 1 0 0,-1-1-1 0 0,0 0 0 0 0,1 0 0 0 0,-1 0 1 0 0,0 0-1 0 0,0 0 0 0 0,0 0 1 0 0,0 0-1 0 0,-1-1 0 0 0,1 1 0 0 0,-3 3 1 0 0,-6 6 265 0 0,0 1 0 0 0,-21 17 0 0 0,20-20-179 0 0,-218 201 1581 0 0,222-203-1768 0 0,3-4-218 0 0,-1 1-1 0 0,1 0 1 0 0,0 0-1 0 0,0 0 1 0 0,1 0 0 0 0,-1 1-1 0 0,1-1 1 0 0,0 1 0 0 0,-3 7-1 0 0</inkml:trace>
</inkml:ink>
</file>

<file path=ppt/ink/ink1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27.36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 8 6449 0 0,'-12'-8'3851'0'0,"18"32"788"0"0,-2-12-5126 0 0,38 182 4074 0 0,3 7-2509 0 0,-40-184-1238 0 0,41 128 697 0 0,-8-53-4064 0 0,-34-86 1576 0 0</inkml:trace>
</inkml:ink>
</file>

<file path=ppt/ink/ink1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27.60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1 293 6913 0 0,'0'-6'167'0'0,"1"0"0"0"0,0-1 0 0 0,1 1 0 0 0,0 0 0 0 0,0 0 0 0 0,0 0 0 0 0,0 1 0 0 0,1-1 0 0 0,0 1 0 0 0,0-1 0 0 0,1 1 0 0 0,-1 0 0 0 0,1 0 0 0 0,7-6 0 0 0,7-8 1062 0 0,42-33 0 0 0,-56 49-1118 0 0,18-14 60 0 0,1 1 0 0 0,0 1 0 0 0,2 1 0 0 0,-1 1 0 0 0,2 1 0 0 0,0 2 0 0 0,0 0 0 0 0,35-8 0 0 0,-27 15-1541 0 0,-17 3-3032 0 0</inkml:trace>
</inkml:ink>
</file>

<file path=ppt/ink/ink1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27.82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0 146 5065 0 0,'2'-3'89'0'0,"1"0"0"0"0,0 0 1 0 0,-1 1-1 0 0,1-1 0 0 0,0 0 0 0 0,0 1 0 0 0,0 0 0 0 0,1 0 0 0 0,-1 0 1 0 0,7-3-1 0 0,-1-1 90 0 0,40-25 1552 0 0,84-40 0 0 0,-116 63-1664 0 0</inkml:trace>
</inkml:ink>
</file>

<file path=ppt/ink/ink1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28.25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 80 6913 0 0,'-1'-1'210'0'0,"-1"-1"-1"0"0,1 1 0 0 0,-1-1 1 0 0,1 0-1 0 0,0 1 0 0 0,-1-1 1 0 0,1 0-1 0 0,0 0 0 0 0,0 0 1 0 0,1 0-1 0 0,-1 0 0 0 0,0 0 1 0 0,1 0-1 0 0,-1 0 0 0 0,1 0 1 0 0,0-1-1 0 0,-1 1 0 0 0,1 0 1 0 0,0 0-1 0 0,0 0 0 0 0,1 0 1 0 0,-1-1-1 0 0,0 1 0 0 0,1 0 1 0 0,-1 0-1 0 0,1 0 0 0 0,1-4 1 0 0,-1 5 30 0 0,0-1 1 0 0,0 1-1 0 0,0-1 1 0 0,0 1-1 0 0,0 0 1 0 0,1 0-1 0 0,-1 0 0 0 0,0-1 1 0 0,1 1-1 0 0,-1 0 1 0 0,0 1-1 0 0,1-1 1 0 0,-1 0-1 0 0,1 0 1 0 0,0 1-1 0 0,-1-1 1 0 0,1 0-1 0 0,2 0 1 0 0,-1 1-226 0 0,-1 0 1 0 0,1 0-1 0 0,0 0 1 0 0,-1 0-1 0 0,1 0 1 0 0,-1 1-1 0 0,1-1 0 0 0,-1 1 1 0 0,5 1-1 0 0,-3 0 50 0 0,0 0 0 0 0,-1 1 0 0 0,1-1 0 0 0,-1 1 0 0 0,1 0 0 0 0,-1 0 0 0 0,0 0 0 0 0,0 1 0 0 0,0-1-1 0 0,0 1 1 0 0,-1-1 0 0 0,0 1 0 0 0,1 0 0 0 0,-1 0 0 0 0,-1 0 0 0 0,3 7 0 0 0,3 9 70 0 0,9 41-1 0 0,-16-60-129 0 0,5 50 151 0 0,3 16-19 0 0,-7-63-120 0 0,0 0 0 0 0,0-1-1 0 0,0 1 1 0 0,0-1 0 0 0,1 1 0 0 0,-1-1 0 0 0,1 1-1 0 0,0-1 1 0 0,0 0 0 0 0,0 0 0 0 0,0 0 0 0 0,1 0-1 0 0,4 4 1 0 0,-5-6 24 0 0,0 0 1 0 0,0 0-1 0 0,0 0 1 0 0,0-1-1 0 0,0 1 0 0 0,0-1 1 0 0,0 1-1 0 0,0-1 0 0 0,0 0 1 0 0,0 0-1 0 0,0 0 0 0 0,0 0 1 0 0,0 0-1 0 0,0 0 0 0 0,0-1 1 0 0,0 1-1 0 0,0-1 0 0 0,0 1 1 0 0,0-1-1 0 0,0 0 0 0 0,0 0 1 0 0,0 0-1 0 0,0 0 0 0 0,3-2 1 0 0,44-34 1327 0 0,-45 34-1291 0 0,93-86 988 0 0,21-17-4263 0 0,-106 97 2063 0 0</inkml:trace>
</inkml:ink>
</file>

<file path=ppt/ink/ink1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5:41.64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208 186 7370 0 0,'-3'-4'290'0'0,"0"0"0"0"0,-1 0 0 0 0,1 0 0 0 0,-1 1 0 0 0,0-1 0 0 0,0 1 0 0 0,0 0 0 0 0,0 0 0 0 0,-1 1 0 0 0,1-1 0 0 0,-1 1 1 0 0,0 0-1 0 0,0 0 0 0 0,0 1 0 0 0,0-1 0 0 0,-9 0 0 0 0,11 1-119 0 0,0 1 0 0 0,-1-1 1 0 0,1 1-1 0 0,0 0 0 0 0,-1 0 0 0 0,1 1 1 0 0,-1-1-1 0 0,1 1 0 0 0,0-1 0 0 0,-1 1 0 0 0,1 0 1 0 0,0 0-1 0 0,0 1 0 0 0,0-1 0 0 0,0 1 1 0 0,0 0-1 0 0,0-1 0 0 0,0 1 0 0 0,1 0 1 0 0,-1 1-1 0 0,1-1 0 0 0,-1 0 0 0 0,1 1 0 0 0,0-1 1 0 0,-4 7-1 0 0,-2 6-96 0 0,1 0-1 0 0,1 1 1 0 0,1-1 0 0 0,0 2 0 0 0,1-1-1 0 0,0 0 1 0 0,2 1 0 0 0,0 0 0 0 0,0-1-1 0 0,2 1 1 0 0,0 0 0 0 0,1 0 0 0 0,4 21-1 0 0,-3-27-54 0 0,0 1 0 0 0,0 0 0 0 0,2 0 0 0 0,-1-1 0 0 0,2 1-1 0 0,-1-1 1 0 0,1 0 0 0 0,1-1 0 0 0,0 1 0 0 0,1-1 0 0 0,0 0-1 0 0,0-1 1 0 0,1 0 0 0 0,0 0 0 0 0,1 0 0 0 0,0-1-1 0 0,0 0 1 0 0,1-1 0 0 0,11 7 0 0 0,-15-11-21 0 0,1 0-1 0 0,-1 0 1 0 0,1-1-1 0 0,0 0 1 0 0,0 0 0 0 0,0-1-1 0 0,0 1 1 0 0,0-2 0 0 0,0 1-1 0 0,0-1 1 0 0,0 0 0 0 0,0 0-1 0 0,13-3 1 0 0,-10 1 37 0 0,0-1 1 0 0,0 0-1 0 0,-1-1 0 0 0,1 0 0 0 0,-1 0 1 0 0,0-1-1 0 0,0-1 0 0 0,15-11 1 0 0,-11 6 22 0 0,0-1 0 0 0,-1 0 0 0 0,0-1 0 0 0,-1 0 0 0 0,-1-1 0 0 0,0 0 0 0 0,-1-1 0 0 0,0 0 0 0 0,-1 0 0 0 0,-1-1 0 0 0,7-18 0 0 0,-11 19 23 0 0,0 0-1 0 0,0-1 0 0 0,-1 1 1 0 0,-1 0-1 0 0,-1-1 1 0 0,0 1-1 0 0,-1 0 1 0 0,0-1-1 0 0,-2 1 1 0 0,1 0-1 0 0,-2 0 1 0 0,0 0-1 0 0,-10-22 0 0 0,9 24-29 0 0,-1 1 1 0 0,0 0-1 0 0,-1 0 0 0 0,0 1 0 0 0,-1 0 0 0 0,0 0 0 0 0,-1 1 0 0 0,0 0 0 0 0,0 1 0 0 0,-1 0 0 0 0,-1 0 0 0 0,1 1 1 0 0,-1 0-1 0 0,-1 1 0 0 0,-21-11 0 0 0,30 17-77 0 0,0 0-1 0 0,-1-1 1 0 0,1 1 0 0 0,-1 0-1 0 0,1 1 1 0 0,-1-1 0 0 0,1 1-1 0 0,-1-1 1 0 0,0 1 0 0 0,1 0-1 0 0,-1 1 1 0 0,0-1 0 0 0,1 0-1 0 0,-1 1 1 0 0,1 0 0 0 0,-1 0-1 0 0,1 0 1 0 0,-1 0 0 0 0,-3 3-1 0 0,4-2-215 0 0,0 0 0 0 0,0 0 0 0 0,0 1 0 0 0,0-1 0 0 0,1 1 0 0 0,-1-1 0 0 0,1 1 0 0 0,0 0 0 0 0,0 0 0 0 0,0 0 0 0 0,0 0 0 0 0,-2 6 0 0 0,-3 9-6183 0 0</inkml:trace>
</inkml:ink>
</file>

<file path=ppt/ink/ink1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5:42.11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 87 4145 0 0,'-11'-11'5010'0'0,"9"34"-256"0"0,1-17-5319 0 0,1 14 870 0 0,1-1 0 0 0,0 1 0 0 0,2-1 0 0 0,0 1-1 0 0,1-1 1 0 0,1 0 0 0 0,1 0 0 0 0,1-1 0 0 0,0 0 0 0 0,1 0-1 0 0,20 32 1 0 0,-26-47-319 0 0,0-1-1 0 0,0 1 0 0 0,0 0 0 0 0,1-1 1 0 0,-1 1-1 0 0,0-1 0 0 0,1 0 0 0 0,0 0 1 0 0,0 0-1 0 0,-1 0 0 0 0,1 0 1 0 0,0 0-1 0 0,0-1 0 0 0,1 1 0 0 0,-1-1 1 0 0,0 0-1 0 0,0 0 0 0 0,1-1 0 0 0,-1 1 1 0 0,0 0-1 0 0,6-1 0 0 0,-4 0-52 0 0,-1-1 0 0 0,0 0 0 0 0,0 0 1 0 0,1-1-1 0 0,-1 1 0 0 0,0-1 0 0 0,0 0 0 0 0,-1 0 0 0 0,1 0 0 0 0,0 0 0 0 0,-1-1 0 0 0,1 1 0 0 0,-1-1 0 0 0,0 0 0 0 0,0 0 1 0 0,4-5-1 0 0,8-10-95 0 0,0-1 1 0 0,-2-1 0 0 0,-1 0-1 0 0,0-1 1 0 0,17-42 0 0 0,-12 15 501 0 0,18-84 0 0 0,-35 131-255 0 0,0 0 0 0 0,0 0 1 0 0,0 0-1 0 0,0 0 0 0 0,0 0 1 0 0,1 0-1 0 0,-1 0 1 0 0,0 0-1 0 0,1 0 0 0 0,-1 0 1 0 0,1 0-1 0 0,-1 0 0 0 0,1 0 1 0 0,-1 1-1 0 0,1-1 1 0 0,0 0-1 0 0,-1 0 0 0 0,1 0 1 0 0,0 1-1 0 0,0-1 0 0 0,0 0 1 0 0,-1 1-1 0 0,1-1 1 0 0,0 1-1 0 0,1-1 0 0 0,0 1-1 0 0,-1 0 0 0 0,0 0-1 0 0,0 1 1 0 0,0-1 0 0 0,0 0 0 0 0,0 1-1 0 0,0-1 1 0 0,0 1 0 0 0,0-1-1 0 0,0 1 1 0 0,0 0 0 0 0,0-1-1 0 0,0 1 1 0 0,0 0 0 0 0,0 0 0 0 0,0-1-1 0 0,-1 1 1 0 0,2 2 0 0 0,5 6 324 0 0,0 2 0 0 0,12 21 0 0 0,-19-31-415 0 0,36 82 598 0 0,-24-53-715 0 0,24 45-1 0 0,-30-65-494 0 0,0-1 0 0 0,1 1-1 0 0,0-2 1 0 0,14 15-1 0 0,-3-7-5799 0 0</inkml:trace>
</inkml:ink>
</file>

<file path=ppt/ink/ink1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5:42.34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25 57 8290 0 0,'-6'-19'689'0'0,"-13"-19"6526"0"0,21 70-5559 0 0,3 0-1121 0 0,3 1 0 0 0,1-2 0 0 0,1 1 0 0 0,1-1 0 0 0,16 29 0 0 0,87 139-550 0 0,-27-51-2383 0 0,-69-114-4350 0 0</inkml:trace>
</inkml:ink>
</file>

<file path=ppt/ink/ink1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5:42.54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6 363 9674 0 0,'-1'-2'321'0'0,"0"-1"0"0"0,0 1-1 0 0,0-1 1 0 0,1 0 0 0 0,-1 1-1 0 0,1-1 1 0 0,0 0 0 0 0,-1 1 0 0 0,1-1-1 0 0,0 0 1 0 0,1 0 0 0 0,-1 1-1 0 0,0-1 1 0 0,1 0 0 0 0,-1 1 0 0 0,1-1-1 0 0,0 1 1 0 0,0-1 0 0 0,0 1 0 0 0,2-4-1 0 0,28-52 2379 0 0,-31 58-2703 0 0,11-16 269 0 0,1 2 0 0 0,0-1 0 0 0,1 2 0 0 0,0 0 0 0 0,1 0-1 0 0,1 1 1 0 0,0 1 0 0 0,0 0 0 0 0,1 1 0 0 0,20-9 0 0 0,72-29-1269 0 0,-3 11-4672 0 0,-59 22-916 0 0</inkml:trace>
</inkml:ink>
</file>

<file path=ppt/ink/ink1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24.16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124 171 6913 0 0,'6'20'-596'0'0,"-4"-12"821"0"0,0 1 1 0 0,1-1-1 0 0,0 1 0 0 0,1-1 1 0 0,-1 0-1 0 0,8 9 0 0 0,-10-16-121 0 0,0 1-1 0 0,0-1 1 0 0,0 0-1 0 0,1 0 0 0 0,-1 1 1 0 0,1-1-1 0 0,-1 0 1 0 0,1 0-1 0 0,-1-1 1 0 0,1 1-1 0 0,0 0 1 0 0,-1 0-1 0 0,1-1 0 0 0,0 1 1 0 0,-1-1-1 0 0,1 0 1 0 0,0 1-1 0 0,0-1 1 0 0,-1 0-1 0 0,1 0 1 0 0,0 0-1 0 0,0 0 1 0 0,0 0-1 0 0,-1-1 0 0 0,1 1 1 0 0,0-1-1 0 0,0 1 1 0 0,-1-1-1 0 0,1 1 1 0 0,0-1-1 0 0,-1 0 1 0 0,1 0-1 0 0,-1 0 0 0 0,1 0 1 0 0,-1 0-1 0 0,1 0 1 0 0,1-2-1 0 0,-2 3-40 0 0,1-1 0 0 0,-1 0 0 0 0,1 0 0 0 0,-1 0 0 0 0,0 0 0 0 0,1-1 0 0 0,-1 1 0 0 0,0 0 0 0 0,0 0 0 0 0,0-1 0 0 0,0 1 0 0 0,0-1 0 0 0,0 1 1 0 0,0-1-1 0 0,0 1 0 0 0,-1-1 0 0 0,1 1 0 0 0,0-1 0 0 0,-1 0 0 0 0,0 0 0 0 0,1 1 0 0 0,-1-1 0 0 0,0 0 0 0 0,0 1 0 0 0,0-1 0 0 0,0-2 0 0 0,-1 1 23 0 0,0 1 1 0 0,0-1 0 0 0,0 0 0 0 0,0 0-1 0 0,-1 1 1 0 0,1-1 0 0 0,-1 1-1 0 0,0-1 1 0 0,0 1 0 0 0,0 0-1 0 0,0-1 1 0 0,0 1 0 0 0,0 0-1 0 0,-3-1 1 0 0,0-1 33 0 0,0 0 0 0 0,-1 0 1 0 0,1 1-1 0 0,-1 0 0 0 0,0 0 0 0 0,0 0 0 0 0,0 1 0 0 0,0 0 0 0 0,0 0 0 0 0,-1 0 0 0 0,1 1 1 0 0,0 0-1 0 0,-1 1 0 0 0,-7-1 0 0 0,12 2-72 0 0,-1 0-1 0 0,1 0 1 0 0,0 1-1 0 0,-1-1 1 0 0,1 1 0 0 0,0-1-1 0 0,0 1 1 0 0,0 0 0 0 0,0-1-1 0 0,1 1 1 0 0,-1 0 0 0 0,0 0-1 0 0,1 1 1 0 0,-1-1-1 0 0,1 0 1 0 0,0 0 0 0 0,0 1-1 0 0,0-1 1 0 0,0 1 0 0 0,0-1-1 0 0,0 1 1 0 0,0 3 0 0 0,-1 1-138 0 0,1-1 1 0 0,0 1 0 0 0,0-1-1 0 0,0 1 1 0 0,1 0 0 0 0,0 0 0 0 0,1 11-1 0 0,0-16 71 0 0,0 1 0 0 0,-1-1 1 0 0,1 0-1 0 0,0 0 0 0 0,0 0 0 0 0,0 0 0 0 0,0-1 0 0 0,0 1 0 0 0,0 0 0 0 0,1 0 0 0 0,-1-1 0 0 0,1 1 0 0 0,-1-1 0 0 0,1 1 0 0 0,0-1 1 0 0,-1 1-1 0 0,1-1 0 0 0,0 0 0 0 0,0 0 0 0 0,0 0 0 0 0,2 1 0 0 0,0-1 10 0 0,0 0 0 0 0,0 0 0 0 0,1 0 0 0 0,-1 0 1 0 0,0-1-1 0 0,0 1 0 0 0,0-1 0 0 0,1 0 0 0 0,-1 0 0 0 0,8-2 0 0 0,-8 1 44 0 0,0 0 0 0 0,0 0 0 0 0,0-1 0 0 0,0 1-1 0 0,0-1 1 0 0,0 0 0 0 0,-1 0 0 0 0,1 0 0 0 0,-1 0 0 0 0,1-1 0 0 0,2-2-1 0 0,-4 3 18 0 0,0 1-1 0 0,-1-1 1 0 0,0 0-1 0 0,1 1 1 0 0,-1-1-1 0 0,0 0 1 0 0,0 0-1 0 0,0 0 1 0 0,0 0-1 0 0,0 0 0 0 0,-1 0 1 0 0,1 0-1 0 0,0 0 1 0 0,-1-1-1 0 0,0 1 1 0 0,1 0-1 0 0,-1 0 1 0 0,0 0-1 0 0,0-1 1 0 0,0 1-1 0 0,-1-3 1 0 0,0 3-15 0 0,0-1 1 0 0,-1 0 0 0 0,1 0 0 0 0,-1 0-1 0 0,0 1 1 0 0,0-1 0 0 0,0 1 0 0 0,0-1-1 0 0,0 1 1 0 0,0 0 0 0 0,0 0 0 0 0,-1 0-1 0 0,1 0 1 0 0,-1 0 0 0 0,0 0 0 0 0,1 1 0 0 0,-1-1-1 0 0,0 1 1 0 0,0 0 0 0 0,0 0 0 0 0,-5-1-1 0 0,4 0 51 0 0,-1 1 0 0 0,0 0 0 0 0,0 0 0 0 0,0 0-1 0 0,0 0 1 0 0,0 1 0 0 0,1 0 0 0 0,-1 0 0 0 0,0 0 0 0 0,0 0-1 0 0,0 1 1 0 0,0 0 0 0 0,-5 2 0 0 0,8-2-95 0 0,-1 1 0 0 0,1-1 0 0 0,0 1 0 0 0,0 0 1 0 0,0-1-1 0 0,0 1 0 0 0,1 0 0 0 0,-1 1 0 0 0,0-1 0 0 0,1 0 0 0 0,0 0 1 0 0,-1 1-1 0 0,1-1 0 0 0,0 0 0 0 0,0 1 0 0 0,0-1 0 0 0,0 1 0 0 0,1 0 0 0 0,-1-1 1 0 0,1 1-1 0 0,0 0 0 0 0,0-1 0 0 0,-1 1 0 0 0,2 0 0 0 0,-1-1 0 0 0,0 1 0 0 0,1 3 1 0 0,-1-4-2 0 0,1 1 1 0 0,-1-1-1 0 0,1 0 1 0 0,-1 0-1 0 0,1 0 1 0 0,-1 0-1 0 0,1 0 1 0 0,0 0-1 0 0,0 0 0 0 0,0-1 1 0 0,0 1-1 0 0,1 0 1 0 0,-1 0-1 0 0,0-1 1 0 0,1 1-1 0 0,-1-1 1 0 0,1 1-1 0 0,-1-1 1 0 0,1 0-1 0 0,0 1 1 0 0,0-1-1 0 0,-1 0 1 0 0,1 0-1 0 0,0 0 1 0 0,0-1-1 0 0,0 1 1 0 0,0 0-1 0 0,0-1 1 0 0,0 1-1 0 0,0-1 1 0 0,1 0-1 0 0,-1 1 1 0 0,0-1-1 0 0,0 0 1 0 0,3-1-1 0 0,-2 1 26 0 0,1-1 1 0 0,0 1-1 0 0,-1-1 0 0 0,1 0 1 0 0,-1 0-1 0 0,1-1 0 0 0,-1 1 1 0 0,0-1-1 0 0,1 1 0 0 0,-1-1 0 0 0,0 0 1 0 0,0 0-1 0 0,0-1 0 0 0,-1 1 1 0 0,1 0-1 0 0,0-1 0 0 0,-1 0 0 0 0,1 0 1 0 0,-1 0-1 0 0,0 0 0 0 0,0 0 1 0 0,0 0-1 0 0,-1 0 0 0 0,1-1 0 0 0,-1 1 1 0 0,0 0-1 0 0,0-1 0 0 0,0 1 1 0 0,0-1-1 0 0,0 0 0 0 0,-1 1 0 0 0,0-1 1 0 0,0 0-1 0 0,0 1 0 0 0,0-1 1 0 0,0 0-1 0 0,-1 1 0 0 0,1-1 1 0 0,-1 1-1 0 0,0-1 0 0 0,0 0 0 0 0,-1 1 1 0 0,1 0-1 0 0,-1-1 0 0 0,1 1 1 0 0,-1 0-1 0 0,0 0 0 0 0,0 0 0 0 0,-1 0 1 0 0,1 0-1 0 0,-1 1 0 0 0,1-1 1 0 0,-1 1-1 0 0,0-1 0 0 0,-5-3 0 0 0,4 3 6 0 0,-1 0-1 0 0,1 1 1 0 0,-1-1-1 0 0,1 1 1 0 0,-1 0-1 0 0,0 0 0 0 0,0 0 1 0 0,0 1-1 0 0,0-1 1 0 0,-8 0-1 0 0,12 2-17 0 0,-1 0-1 0 0,0 0 1 0 0,1 0-1 0 0,-1 1 1 0 0,0-1-1 0 0,1 0 1 0 0,-1 1 0 0 0,0-1-1 0 0,1 1 1 0 0,-1 0-1 0 0,1-1 1 0 0,-1 1-1 0 0,1 0 1 0 0,-1 0-1 0 0,1 0 1 0 0,0 0-1 0 0,-1 0 1 0 0,1 0 0 0 0,0 0-1 0 0,0 1 1 0 0,0-1-1 0 0,0 0 1 0 0,0 1-1 0 0,0-1 1 0 0,0 1-1 0 0,0-1 1 0 0,1 1-1 0 0,-1-1 1 0 0,0 1 0 0 0,1 0-1 0 0,0-1 1 0 0,-1 1-1 0 0,1 0 1 0 0,0-1-1 0 0,0 3 1 0 0,-3 11-277 0 0,1 0-1 0 0,1 27 1 0 0,1-37 213 0 0,0 0 0 0 0,1-1 0 0 0,0 1-1 0 0,-1 0 1 0 0,2 0 0 0 0,-1 0 0 0 0,0-1 0 0 0,1 1 0 0 0,0-1 0 0 0,0 1-1 0 0,0-1 1 0 0,5 7 0 0 0,-6-10 61 0 0,-1-1 0 0 0,1 1-1 0 0,-1-1 1 0 0,1 1 0 0 0,-1-1 0 0 0,1 1-1 0 0,-1-1 1 0 0,1 1 0 0 0,0-1-1 0 0,-1 1 1 0 0,1-1 0 0 0,0 0 0 0 0,-1 1-1 0 0,1-1 1 0 0,0 0 0 0 0,0 0 0 0 0,-1 0-1 0 0,1 1 1 0 0,0-1 0 0 0,-1 0-1 0 0,1 0 1 0 0,0 0 0 0 0,0 0 0 0 0,-1 0-1 0 0,1 0 1 0 0,0 0 0 0 0,0-1 0 0 0,-1 1-1 0 0,2 0 1 0 0,0-1 14 0 0,0 0-1 0 0,0-1 1 0 0,0 1 0 0 0,-1 0-1 0 0,1-1 1 0 0,0 1-1 0 0,-1-1 1 0 0,1 1 0 0 0,-1-1-1 0 0,2-2 1 0 0,2-3 41 0 0,-1-1 1 0 0,1 0 0 0 0,-1 0-1 0 0,3-9 1 0 0,-5 8-41 0 0,1-1 1 0 0,-2 1 0 0 0,1 0 0 0 0,-2-1-1 0 0,1 1 1 0 0,-1-1 0 0 0,0 1 0 0 0,-1-1-1 0 0,-2-11 1 0 0,2 16-1 0 0,0 0 0 0 0,0 1 1 0 0,0-1-1 0 0,-1 0 0 0 0,0 1 0 0 0,0 0 0 0 0,0-1 0 0 0,0 1 0 0 0,0 0 0 0 0,-1 0 1 0 0,0 0-1 0 0,0 0 0 0 0,0 1 0 0 0,0-1 0 0 0,-1 1 0 0 0,1 0 0 0 0,-1 0 0 0 0,0 0 1 0 0,0 0-1 0 0,-5-3 0 0 0,7 6 2 0 0,0-1 1 0 0,1 0 0 0 0,-1 1 0 0 0,0-1-1 0 0,1 1 1 0 0,-1-1 0 0 0,0 1 0 0 0,0 0-1 0 0,0-1 1 0 0,1 1 0 0 0,-1 0 0 0 0,0 0-1 0 0,0 0 1 0 0,0 1 0 0 0,1-1 0 0 0,-1 0-1 0 0,0 1 1 0 0,0-1 0 0 0,1 1 0 0 0,-1 0-1 0 0,0-1 1 0 0,1 1 0 0 0,-4 2-1 0 0,3-1-9 0 0,0 1-1 0 0,0-1 0 0 0,0 0 0 0 0,0 1 1 0 0,0 0-1 0 0,1-1 0 0 0,-1 1 0 0 0,1 0 1 0 0,0 0-1 0 0,0 0 0 0 0,0 0 1 0 0,-1 5-1 0 0,0 4-76 0 0,0 0 0 0 0,1 0 1 0 0,0 0-1 0 0,1 1 0 0 0,0-1 0 0 0,3 12 0 0 0,-3-20 23 0 0,1 1-1 0 0,0-1 0 0 0,0 0 1 0 0,0 0-1 0 0,1 0 0 0 0,-1 0 0 0 0,1 0 1 0 0,0 0-1 0 0,0 0 0 0 0,0-1 1 0 0,1 1-1 0 0,-1 0 0 0 0,1-1 0 0 0,0 0 1 0 0,0 0-1 0 0,0 0 0 0 0,0 0 0 0 0,1 0 1 0 0,-1-1-1 0 0,7 4 0 0 0,-6-4 7 0 0,0-1 0 0 0,0 0-1 0 0,0 0 1 0 0,0 0 0 0 0,0-1-1 0 0,0 1 1 0 0,0-1 0 0 0,0 0-1 0 0,0 0 1 0 0,0 0 0 0 0,0-1-1 0 0,0 1 1 0 0,0-1 0 0 0,0 0 0 0 0,0 0-1 0 0,0-1 1 0 0,-1 1 0 0 0,1-1-1 0 0,0 0 1 0 0,-1 0 0 0 0,1 0-1 0 0,2-3 1 0 0,0 1 104 0 0,0 0 0 0 0,-1 0 1 0 0,0-1-1 0 0,0 0 0 0 0,0 0 0 0 0,-1 0 0 0 0,0-1 1 0 0,0 1-1 0 0,0-1 0 0 0,-1 0 0 0 0,1 0 0 0 0,-1-1 1 0 0,-1 1-1 0 0,1 0 0 0 0,-1-1 0 0 0,-1 0 0 0 0,1 1 0 0 0,1-14 1 0 0,-3 14-15 0 0,0 1 1 0 0,-1 0-1 0 0,1-1 1 0 0,-1 1-1 0 0,0 0 1 0 0,0-1-1 0 0,-1 1 1 0 0,1 0 0 0 0,-1 0-1 0 0,0 0 1 0 0,-1 0-1 0 0,1 1 1 0 0,-1-1-1 0 0,0 1 1 0 0,0-1-1 0 0,0 1 1 0 0,-1 0-1 0 0,1 0 1 0 0,-1 0 0 0 0,0 1-1 0 0,0-1 1 0 0,-1 1-1 0 0,1 0 1 0 0,-10-5-1 0 0,11 7-22 0 0,1 0-1 0 0,-1-1 1 0 0,0 1 0 0 0,0 0-1 0 0,0 0 1 0 0,0 0-1 0 0,0 1 1 0 0,0-1-1 0 0,0 1 1 0 0,0 0 0 0 0,0-1-1 0 0,0 1 1 0 0,0 1-1 0 0,0-1 1 0 0,0 0-1 0 0,0 1 1 0 0,0-1 0 0 0,0 1-1 0 0,-5 2 1 0 0,3 0 5 0 0,1-1 0 0 0,0 1 0 0 0,-1 0 0 0 0,1 1 0 0 0,0-1 0 0 0,0 1 0 0 0,1-1 0 0 0,-1 1 0 0 0,1 0 0 0 0,-5 8 0 0 0,0 2-156 0 0,0 0 0 0 0,2 1 0 0 0,-1 0 0 0 0,2 0 0 0 0,0 0 0 0 0,-5 25 0 0 0,8-15-1649 0 0,3-2-5486 0 0</inkml:trace>
</inkml:ink>
</file>

<file path=ppt/ink/ink1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8:00.91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91 262 6913 0 0,'-5'-17'127'0'0,"2"-1"0"0"0,0 1 0 0 0,0 0-1 0 0,1-19 1 0 0,2 23 360 0 0,0 0 0 0 0,-1 0 0 0 0,-1 0 0 0 0,-1 0 0 0 0,1 0 0 0 0,-2 0 0 0 0,0 0 0 0 0,-7-16 1 0 0,10 28-246 0 0,0-1 0 0 0,0 1 1 0 0,0-1-1 0 0,0 0 1 0 0,0 1-1 0 0,-1 0 1 0 0,1-1-1 0 0,0 1 1 0 0,-1 0-1 0 0,1 0 1 0 0,-1-1-1 0 0,1 1 0 0 0,-1 0 1 0 0,0 0-1 0 0,1 1 1 0 0,-1-1-1 0 0,0 0 1 0 0,1 1-1 0 0,-1-1 1 0 0,-3 0-1 0 0,4 1-117 0 0,1 0 0 0 0,-1 0 0 0 0,1 0 0 0 0,-1 0 0 0 0,1 0 1 0 0,-1 1-1 0 0,0-1 0 0 0,1 0 0 0 0,-1 0 0 0 0,1 0 0 0 0,-1 1 0 0 0,1-1 0 0 0,-1 0 0 0 0,1 0 0 0 0,0 1 0 0 0,-1-1 0 0 0,1 0 1 0 0,-1 1-1 0 0,1-1 0 0 0,0 1 0 0 0,-1-1 0 0 0,1 1 0 0 0,0-1 0 0 0,-1 1 0 0 0,0 1-58 0 0,1 0 0 0 0,-1-1 0 0 0,1 1 0 0 0,0-1 0 0 0,0 1 0 0 0,0 0 0 0 0,0-1 0 0 0,0 1-1 0 0,0-1 1 0 0,0 1 0 0 0,0 0 0 0 0,1 2 0 0 0,28 124 337 0 0,67 334 223 0 0,-69-320-491 0 0,12 81-29 0 0,-38-213-417 0 0,-1 0 1 0 0,0 1 0 0 0,-3 15-1 0 0,-1-2-5930 0 0</inkml:trace>
</inkml:ink>
</file>

<file path=ppt/ink/ink1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8:01.20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95 12267 0 0,'2'-3'91'0'0,"0"0"1"0"0,-1 1 0 0 0,1-1-1 0 0,0 1 1 0 0,0-1 0 0 0,0 1-1 0 0,0 0 1 0 0,1 0 0 0 0,-1 0-1 0 0,0 0 1 0 0,1 0 0 0 0,0 0-1 0 0,3-1 1 0 0,3-3 54 0 0,-1-1 133 0 0,1 1 0 0 0,0 0 1 0 0,0 1-1 0 0,0 0 0 0 0,1 0 0 0 0,-1 1 0 0 0,1 0 0 0 0,0 1 0 0 0,0 0 0 0 0,1 1 0 0 0,-1 0 0 0 0,1 0 0 0 0,16 0 0 0 0,-15 3-582 0 0,0 0-1 0 0,0 0 0 0 0,-1 1 1 0 0,16 5-1 0 0,-4 0-5499 0 0</inkml:trace>
</inkml:ink>
</file>

<file path=ppt/ink/ink1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8:01.43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0 168 10594 0 0,'36'-14'2200'0'0,"-9"4"-1580"0"0,75-43 3111 0 0,-77 37-4752 0 0,1 2 0 0 0,1 1 0 0 0,0 1 0 0 0,0 1 0 0 0,47-11-1 0 0,-56 19 1006 0 0</inkml:trace>
</inkml:ink>
</file>

<file path=ppt/ink/ink1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8:01.72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15 11979 0 0,'-7'-14'3820'0'0,"9"30"1803"0"0,1 2-5516 0 0,8 152 1692 0 0,-2-9-2539 0 0,-6-138-1315 0 0,1 1 0 0 0,12 33 1 0 0,-5-26-5008 0 0</inkml:trace>
</inkml:ink>
</file>

<file path=ppt/ink/ink1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8:02.05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0 100 5065 0 0,'1'-2'396'0'0,"0"0"0"0"0,-1 0 0 0 0,1 0 0 0 0,0 0 0 0 0,0 0 0 0 0,0 0 0 0 0,0 0 0 0 0,1 0 0 0 0,-1 0 0 0 0,1 0 0 0 0,-1 0 0 0 0,1 1 0 0 0,-1-1 0 0 0,1 1 0 0 0,0-1 0 0 0,0 1 0 0 0,0 0 0 0 0,0-1 0 0 0,0 1 0 0 0,0 0 0 0 0,4-1 0 0 0,48-18 4159 0 0,-26 12-4080 0 0,74-19 484 0 0,-85 25-2110 0 0,-1-1 0 0 0,21 1 0 0 0,-20 3-4840 0 0</inkml:trace>
</inkml:ink>
</file>

<file path=ppt/ink/ink1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8:02.19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0 171 5529 0 0,'13'-11'6880'0'0,"36"-20"-4190"0"0,-41 26-1910 0 0,102-71 2702 0 0,-60 41-8753 0 0,-31 22-777 0 0</inkml:trace>
</inkml:ink>
</file>

<file path=ppt/ink/ink1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8:02.53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46 1 9674 0 0,'-1'0'121'0'0,"0"0"0"0"0,1 0 0 0 0,-1 0 0 0 0,0 0 1 0 0,1 0-1 0 0,-1 0 0 0 0,0 0 0 0 0,1 0 0 0 0,-1 0 0 0 0,0 1 0 0 0,1-1 0 0 0,-1 0 0 0 0,1 0 0 0 0,-1 1 0 0 0,0-1 0 0 0,1 0 1 0 0,-1 1-1 0 0,1-1 0 0 0,-1 0 0 0 0,1 1 0 0 0,-1-1 0 0 0,1 1 0 0 0,-1-1 0 0 0,1 1 0 0 0,0-1 0 0 0,-1 1 0 0 0,-10 23 1142 0 0,1 28-108 0 0,4 38 101 0 0,4 0 0 0 0,17 155 1 0 0,-12-210-1088 0 0,0 5 94 0 0,17 69 0 0 0,-16-92-657 0 0,2 0 0 0 0,0 1 1 0 0,1-2-1 0 0,0 1 0 0 0,1-1 0 0 0,14 19 0 0 0</inkml:trace>
</inkml:ink>
</file>

<file path=ppt/ink/ink1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8:02.75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28 310 4145 0 0,'-4'-7'568'0'0,"-1"-1"0"0"0,2 0 0 0 0,-1 0 0 0 0,1-1 0 0 0,1 1 0 0 0,-4-15 1 0 0,6 19-216 0 0,0 0 0 0 0,0-1 0 0 0,0 1 0 0 0,1 0 0 0 0,-1 0 1 0 0,1 0-1 0 0,0-1 0 0 0,0 1 0 0 0,0 0 0 0 0,1 0 1 0 0,-1 0-1 0 0,1 0 0 0 0,0 1 0 0 0,0-1 0 0 0,1 0 1 0 0,2-3-1 0 0,6-6 184 0 0,0 1 1 0 0,1 0 0 0 0,0 1 0 0 0,1 0-1 0 0,0 1 1 0 0,1 1 0 0 0,23-13 0 0 0,-11 9-124 0 0,1 0 1 0 0,1 2-1 0 0,39-11 1 0 0,-19 15-537 0 0,-17 10-5390 0 0,-13 2-698 0 0</inkml:trace>
</inkml:ink>
</file>

<file path=ppt/ink/ink1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8:02.99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19 168 456 0 0,'-18'-16'13810'0'0,"40"-4"-12588"0"0,2 1 1 0 0,1 1 0 0 0,42-23 0 0 0,-50 32-1907 0 0,0 1 0 0 0,1 1 1 0 0,0 0-1 0 0,0 1 0 0 0,1 1 1 0 0,33-5-1 0 0,-23 8-852 0 0</inkml:trace>
</inkml:ink>
</file>

<file path=ppt/ink/ink1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8:03.38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33 130 6449 0 0,'-4'-6'666'0'0,"0"0"0"0"0,0 0-1 0 0,1 0 1 0 0,0-1-1 0 0,0 1 1 0 0,1-1-1 0 0,-1 1 1 0 0,1-1-1 0 0,1 0 1 0 0,-1 0 0 0 0,1 0-1 0 0,1 0 1 0 0,-1 0-1 0 0,2-11 1 0 0,-1 17-579 0 0,0 0 1 0 0,0 0-1 0 0,0 0 1 0 0,0 0-1 0 0,0 1 1 0 0,0-1-1 0 0,1 0 1 0 0,-1 0-1 0 0,0 1 1 0 0,1-1-1 0 0,-1 0 1 0 0,0 0-1 0 0,1 1 1 0 0,-1-1-1 0 0,1 0 0 0 0,-1 1 1 0 0,1-1-1 0 0,-1 1 1 0 0,1-1-1 0 0,0 1 1 0 0,-1-1-1 0 0,1 1 1 0 0,0-1-1 0 0,-1 1 1 0 0,1-1-1 0 0,0 1 1 0 0,0 0-1 0 0,-1 0 1 0 0,1-1-1 0 0,0 1 1 0 0,0 0-1 0 0,-1 0 1 0 0,1 0-1 0 0,0 0 1 0 0,0 0-1 0 0,0 0 0 0 0,0 0 1 0 0,-1 0-1 0 0,1 0 1 0 0,0 0-1 0 0,0 0 1 0 0,-1 0-1 0 0,1 1 1 0 0,1-1-1 0 0,1 1-3 0 0,-1 0-1 0 0,0 1 0 0 0,0-1 1 0 0,0 0-1 0 0,0 1 1 0 0,0-1-1 0 0,0 1 0 0 0,0 0 1 0 0,0 0-1 0 0,0-1 0 0 0,-1 1 1 0 0,1 0-1 0 0,1 3 1 0 0,2 6-28 0 0,0 1 1 0 0,-1 0-1 0 0,-1 0 1 0 0,1 0-1 0 0,-2 0 1 0 0,0 0-1 0 0,1 18 0 0 0,-4 92-312 0 0,0-77 105 0 0,-1-16 84 0 0,2 47-246 0 0,0-70 349 0 0,0 0 0 0 0,1 0-1 0 0,0 0 1 0 0,0 0 0 0 0,1-1-1 0 0,0 1 1 0 0,0 0 0 0 0,0 0-1 0 0,5 7 1 0 0,-7-12-4 0 0,1 0-1 0 0,0 0 1 0 0,0 0 0 0 0,0-1-1 0 0,0 1 1 0 0,0 0 0 0 0,0 0 0 0 0,0-1-1 0 0,0 1 1 0 0,0-1 0 0 0,0 1-1 0 0,0-1 1 0 0,0 1 0 0 0,0-1-1 0 0,0 0 1 0 0,1 1 0 0 0,-1-1 0 0 0,0 0-1 0 0,0 0 1 0 0,0 0 0 0 0,1 0-1 0 0,-1 0 1 0 0,0 0 0 0 0,0 0-1 0 0,0-1 1 0 0,1 1 0 0 0,-1 0 0 0 0,0-1-1 0 0,0 1 1 0 0,0 0 0 0 0,0-1-1 0 0,0 0 1 0 0,0 1 0 0 0,0-1-1 0 0,0 1 1 0 0,1-2 0 0 0,7-4 35 0 0,-1 0 0 0 0,0 0 1 0 0,9-11-1 0 0,-10 11 9 0 0,50-49-236 0 0,49-41 679 0 0,-88 81-2806 0 0,1 2 0 0 0,23-13 0 0 0,-22 17-4837 0 0</inkml:trace>
</inkml:ink>
</file>

<file path=ppt/ink/ink1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8:07.0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117 42 1840 0 0,'-3'-3'387'0'0,"-1"0"0"0"0,1 0 0 0 0,-1 0 0 0 0,0 0 0 0 0,0 0 0 0 0,0 1 0 0 0,0 0 0 0 0,0 0 0 0 0,-1 0 0 0 0,1 0 0 0 0,-1 1 0 0 0,-6-2 0 0 0,9 3-274 0 0,0 0 1 0 0,0 0-1 0 0,0 0 1 0 0,1 0-1 0 0,-1 0 0 0 0,0 1 1 0 0,0-1-1 0 0,1 0 0 0 0,-1 1 1 0 0,0-1-1 0 0,1 1 1 0 0,-1 0-1 0 0,0 0 0 0 0,1-1 1 0 0,-1 1-1 0 0,1 0 1 0 0,-1 0-1 0 0,1 0 0 0 0,0 1 1 0 0,-1-1-1 0 0,1 0 1 0 0,0 0-1 0 0,0 1 0 0 0,0-1 1 0 0,0 1-1 0 0,0-1 0 0 0,0 1 1 0 0,0-1-1 0 0,0 1 1 0 0,1 0-1 0 0,-1-1 0 0 0,1 1 1 0 0,-1 0-1 0 0,1 0 1 0 0,-1 3-1 0 0,-3 26 246 0 0,0 1 0 0 0,2 1 0 0 0,1-1 1 0 0,2 0-1 0 0,1 0 0 0 0,12 58 0 0 0,-12-80-227 0 0,1 0 1 0 0,0-1-1 0 0,0 0 1 0 0,1 0-1 0 0,0 0 0 0 0,1 0 1 0 0,-1 0-1 0 0,2-1 1 0 0,-1 0-1 0 0,1 0 0 0 0,1 0 1 0 0,-1-1-1 0 0,1 0 1 0 0,0 0-1 0 0,1-1 0 0 0,0 0 1 0 0,8 5-1 0 0,-9-7-34 0 0,-1-1-1 0 0,1 1 1 0 0,0-1-1 0 0,1-1 1 0 0,-1 1-1 0 0,0-1 1 0 0,1-1-1 0 0,-1 1 0 0 0,1-1 1 0 0,0-1-1 0 0,-1 1 1 0 0,1-1-1 0 0,0-1 1 0 0,-1 1-1 0 0,1-1 1 0 0,-1-1-1 0 0,1 1 1 0 0,-1-1-1 0 0,0-1 1 0 0,1 1-1 0 0,-1-1 0 0 0,9-5 1 0 0,-7 2-14 0 0,0 1 0 0 0,-1-1 0 0 0,1 0 0 0 0,-2-1 0 0 0,1 0 0 0 0,-1 0 0 0 0,0-1 0 0 0,0 0 0 0 0,-1 0 0 0 0,0 0 0 0 0,0-1 0 0 0,-1 0 0 0 0,0 0 0 0 0,-1 0 0 0 0,0-1 0 0 0,-1 0 0 0 0,1 1 0 0 0,-2-1 0 0 0,0 0 0 0 0,0-1 0 0 0,0 1 0 0 0,-1 0 0 0 0,-1 0 0 0 0,0-1 0 0 0,0 1 0 0 0,-1 0 0 0 0,-1 0 0 0 0,1-1 0 0 0,-2 1 0 0 0,1 0 0 0 0,-1 1 0 0 0,-1-1 0 0 0,0 0 0 0 0,0 1 0 0 0,-1 0 0 0 0,0 0 0 0 0,-1 0 0 0 0,0 1 0 0 0,0 0 0 0 0,0 0 0 0 0,-1 0 0 0 0,-1 1 0 0 0,1 0 0 0 0,-1 0-1 0 0,0 1 1 0 0,-1 0 0 0 0,1 0 0 0 0,-14-5 0 0 0,15 8-84 0 0,1 0-1 0 0,0 0 1 0 0,-1 1 0 0 0,0 0-1 0 0,1 0 1 0 0,-1 1-1 0 0,0 0 1 0 0,0 0-1 0 0,0 1 1 0 0,0 0-1 0 0,1 0 1 0 0,-1 0-1 0 0,0 1 1 0 0,0 0 0 0 0,0 0-1 0 0,0 1 1 0 0,1 0-1 0 0,-1 0 1 0 0,1 0-1 0 0,0 1 1 0 0,-12 7-1 0 0,10-4-33 0 0,0 0-1 0 0,1 0 1 0 0,0 1-1 0 0,0 0 1 0 0,0 0-1 0 0,1 0 0 0 0,0 1 1 0 0,1 0-1 0 0,0 0 1 0 0,0 1-1 0 0,1 0 1 0 0,0-1-1 0 0,0 1 1 0 0,1 1-1 0 0,-3 10 1 0 0,4-8-28 0 0,-1 0 1 0 0,2 0-1 0 0,-1 0 0 0 0,2 1 1 0 0,-1-1-1 0 0,2 0 1 0 0,0 0-1 0 0,0 0 1 0 0,1 0-1 0 0,1 0 1 0 0,0 0-1 0 0,0 0 1 0 0,7 14-1 0 0,-7-20 31 0 0,0 0 1 0 0,0 0-1 0 0,1-1 1 0 0,-1 1-1 0 0,2-1 0 0 0,-1 0 1 0 0,0 0-1 0 0,1 0 0 0 0,0 0 1 0 0,0-1-1 0 0,1 0 1 0 0,-1 0-1 0 0,1 0 0 0 0,-1-1 1 0 0,1 0-1 0 0,1 0 1 0 0,-1 0-1 0 0,0-1 0 0 0,0 0 1 0 0,1 0-1 0 0,0-1 0 0 0,-1 0 1 0 0,1 0-1 0 0,0 0 1 0 0,8-1-1 0 0,-6 0 43 0 0,0 0-1 0 0,0-1 1 0 0,1-1 0 0 0,-1 1-1 0 0,-1-1 1 0 0,1-1-1 0 0,0 0 1 0 0,-1 0 0 0 0,1 0-1 0 0,-1-1 1 0 0,0-1 0 0 0,0 1-1 0 0,0-1 1 0 0,-1-1 0 0 0,0 1-1 0 0,0-1 1 0 0,0 0 0 0 0,-1-1-1 0 0,0 0 1 0 0,0 0-1 0 0,0 0 1 0 0,-1-1 0 0 0,6-11-1 0 0,-6 9 48 0 0,0 0 0 0 0,-1 0 0 0 0,-1-1-1 0 0,0 1 1 0 0,0-1 0 0 0,-1 0 0 0 0,0 0 0 0 0,-1 0-1 0 0,0 0 1 0 0,-1 0 0 0 0,0 0 0 0 0,-1 1-1 0 0,0-1 1 0 0,-1 0 0 0 0,0 0 0 0 0,-1 0 0 0 0,0 1-1 0 0,0-1 1 0 0,-7-13 0 0 0,4 13-24 0 0,0 0 1 0 0,0 0-1 0 0,-1 1 1 0 0,0-1-1 0 0,-1 2 1 0 0,0-1-1 0 0,-1 1 0 0 0,0 0 1 0 0,-17-13-1 0 0,21 19-24 0 0,1 0 1 0 0,-1 0-1 0 0,0 1 0 0 0,0-1 0 0 0,0 1 0 0 0,-1 0 0 0 0,1 1 0 0 0,0-1 0 0 0,-1 1 1 0 0,1 0-1 0 0,-1 1 0 0 0,1-1 0 0 0,-1 1 0 0 0,0 0 0 0 0,1 0 0 0 0,-1 1 0 0 0,1-1 1 0 0,-1 1-1 0 0,1 1 0 0 0,-1-1 0 0 0,1 1 0 0 0,0 0 0 0 0,-10 5 0 0 0,4-1-71 0 0,1 1-1 0 0,0 0 0 0 0,0 1 0 0 0,1 0 0 0 0,0 1 1 0 0,1 0-1 0 0,-1 0 0 0 0,2 1 0 0 0,-1 0 0 0 0,1 0 1 0 0,1 1-1 0 0,0 0 0 0 0,-7 17 0 0 0,8-15-31 0 0,0-1 0 0 0,1 2-1 0 0,0-1 1 0 0,1 0 0 0 0,1 1-1 0 0,0-1 1 0 0,0 1 0 0 0,2 0-1 0 0,-1 0 1 0 0,2-1 0 0 0,0 1 0 0 0,3 14-1 0 0,-3-24 49 0 0,0 1 0 0 0,0 0 0 0 0,1-1 0 0 0,0 1 0 0 0,0-1 0 0 0,0 0 0 0 0,0 1 0 0 0,1-1 0 0 0,-1 0 0 0 0,1 0 0 0 0,0-1 0 0 0,0 1 0 0 0,1-1 0 0 0,-1 1 0 0 0,1-1 0 0 0,-1 0 0 0 0,9 5 0 0 0,-6-5-1 0 0,0-1-1 0 0,0 0 1 0 0,0 0-1 0 0,0 0 1 0 0,0-1 0 0 0,0 0-1 0 0,0 0 1 0 0,0-1-1 0 0,1 1 1 0 0,-1-1-1 0 0,0-1 1 0 0,9-1-1 0 0,-2 0 57 0 0,0-1-1 0 0,0 0 1 0 0,-1-1 0 0 0,0 0-1 0 0,1-1 1 0 0,-1-1-1 0 0,-1 0 1 0 0,1-1-1 0 0,-1 0 1 0 0,0 0 0 0 0,-1-1-1 0 0,15-15 1 0 0,-21 18 83 0 0,0 0 0 0 0,0 0 0 0 0,0-1 0 0 0,-1 0 0 0 0,0 0 1 0 0,0 1-1 0 0,-1-2 0 0 0,0 1 0 0 0,0 0 0 0 0,0 0 0 0 0,-1-1 0 0 0,0 1 1 0 0,0-1-1 0 0,0 1 0 0 0,-1-1 0 0 0,-1-12 0 0 0,1 13-55 0 0,-1 1-1 0 0,0-1 0 0 0,0 1 1 0 0,-1 0-1 0 0,1-1 0 0 0,-1 1 1 0 0,0 0-1 0 0,-1 0 0 0 0,1 0 1 0 0,-1 0-1 0 0,0 1 0 0 0,0-1 1 0 0,-1 1-1 0 0,1-1 0 0 0,-1 1 1 0 0,0 0-1 0 0,0 1 0 0 0,0-1 1 0 0,-1 1-1 0 0,-6-4 1 0 0,10 6-31 0 0,-1 0 0 0 0,0 0 0 0 0,1 0 0 0 0,-1 0 0 0 0,0 1 1 0 0,0-1-1 0 0,0 1 0 0 0,0-1 0 0 0,0 1 0 0 0,0 0 0 0 0,0 0 1 0 0,0 0-1 0 0,0 0 0 0 0,0 0 0 0 0,0 0 0 0 0,0 0 0 0 0,0 1 1 0 0,0-1-1 0 0,1 1 0 0 0,-1-1 0 0 0,-3 2 0 0 0,2 0-9 0 0,0 0-1 0 0,-1 1 0 0 0,2-1 0 0 0,-1 0 1 0 0,0 1-1 0 0,0 0 0 0 0,1 0 0 0 0,0 0 1 0 0,-1 0-1 0 0,-2 5 0 0 0,-2 6-115 0 0,1-1 0 0 0,0 1-1 0 0,1 1 1 0 0,-5 22 0 0 0,8-27 14 0 0,0 1-1 0 0,0-1 1 0 0,1 0-1 0 0,1 0 1 0 0,0 1-1 0 0,0-1 1 0 0,1 0-1 0 0,0 1 1 0 0,1-1-1 0 0,4 13 1 0 0,-5-20 82 0 0,0 0 0 0 0,0 0 0 0 0,1 0 0 0 0,-1 0 0 0 0,1 0 1 0 0,0 0-1 0 0,0-1 0 0 0,0 1 0 0 0,0 0 0 0 0,0-1 0 0 0,1 0 0 0 0,-1 1 0 0 0,1-1 1 0 0,-1 0-1 0 0,1 0 0 0 0,0-1 0 0 0,0 1 0 0 0,0-1 0 0 0,0 1 0 0 0,0-1 0 0 0,0 0 1 0 0,0 0-1 0 0,0 0 0 0 0,0 0 0 0 0,1-1 0 0 0,-1 1 0 0 0,0-1 0 0 0,1 0 0 0 0,-1 0 1 0 0,0 0-1 0 0,1-1 0 0 0,-1 1 0 0 0,0-1 0 0 0,0 1 0 0 0,6-3 0 0 0,1 0 112 0 0,-1-1 1 0 0,0 0-1 0 0,0 0 0 0 0,0-1 0 0 0,-1 0 0 0 0,0 0 0 0 0,0-1 0 0 0,0 0 0 0 0,0-1 0 0 0,-1 0 0 0 0,0 0 1 0 0,-1 0-1 0 0,1-1 0 0 0,-1 0 0 0 0,-1 0 0 0 0,5-9 0 0 0,-4 8-10 0 0,-2 0-1 0 0,1 1 1 0 0,-1-1-1 0 0,-1-1 1 0 0,0 1-1 0 0,0 0 1 0 0,-1-1-1 0 0,0 0 1 0 0,0 1 0 0 0,-1-1-1 0 0,-1 0 1 0 0,0 0-1 0 0,0 0 1 0 0,-1 0-1 0 0,0 1 1 0 0,-3-12-1 0 0,4 19-66 0 0,0 0 0 0 0,-1 0 1 0 0,1 0-1 0 0,-1 0 0 0 0,0 0 0 0 0,1 1 0 0 0,-1-1 0 0 0,0 0 0 0 0,0 0 0 0 0,0 1 0 0 0,0-1 0 0 0,-1 1 0 0 0,1-1 0 0 0,0 1 1 0 0,-1 0-1 0 0,1-1 0 0 0,-1 1 0 0 0,1 0 0 0 0,-1 0 0 0 0,1 0 0 0 0,-3-1 0 0 0,2 2-5 0 0,1 0 1 0 0,-1 0-1 0 0,0 0 1 0 0,1 0-1 0 0,-1 0 0 0 0,0 0 1 0 0,1 0-1 0 0,-1 1 1 0 0,0-1-1 0 0,1 1 0 0 0,-1-1 1 0 0,1 1-1 0 0,-1 0 1 0 0,1 0-1 0 0,-1-1 0 0 0,1 1 1 0 0,0 0-1 0 0,-1 0 1 0 0,0 2-1 0 0,-7 5-11 0 0,0 1-1 0 0,1 0 1 0 0,0 0 0 0 0,1 1 0 0 0,-6 11-1 0 0,1-2-223 0 0,-15 33 0 0 0,25-46 146 0 0,0-1-1 0 0,0 1 1 0 0,0 0 0 0 0,0 0 0 0 0,1 0 0 0 0,0 0-1 0 0,0 0 1 0 0,1 0 0 0 0,0 0 0 0 0,0 0 0 0 0,1 7-1 0 0,-1-12 51 0 0,0 0 0 0 0,0 0-1 0 0,0 0 1 0 0,0 0-1 0 0,0 0 1 0 0,1 0 0 0 0,-1-1-1 0 0,0 1 1 0 0,1 0-1 0 0,-1 0 1 0 0,0 0 0 0 0,1 0-1 0 0,-1 0 1 0 0,1 0-1 0 0,0-1 1 0 0,-1 1 0 0 0,1 0-1 0 0,0 0 1 0 0,-1-1-1 0 0,1 1 1 0 0,0 0 0 0 0,0-1-1 0 0,0 1 1 0 0,-1-1-1 0 0,1 1 1 0 0,0-1 0 0 0,0 0-1 0 0,1 1 1 0 0,0-1 2 0 0,0 0 0 0 0,-1 0 0 0 0,1-1 1 0 0,-1 1-1 0 0,1-1 0 0 0,0 1 0 0 0,-1-1 1 0 0,1 1-1 0 0,-1-1 0 0 0,1 0 0 0 0,-1 0 1 0 0,1 0-1 0 0,-1 0 0 0 0,3-2 0 0 0,2-3 84 0 0,1 0 0 0 0,-1-1 0 0 0,0 0 0 0 0,-1 0 0 0 0,6-9 0 0 0,-4 5 151 0 0,-1-1-1 0 0,0 0 1 0 0,-1 0 0 0 0,-1-1 0 0 0,0 1 0 0 0,0-1 0 0 0,-1 0 0 0 0,-1 0 0 0 0,0 0 0 0 0,-1 0 0 0 0,0-15 0 0 0,-1 27-204 0 0,0 0 0 0 0,0 0 1 0 0,0 1-1 0 0,0-1 0 0 0,0 0 1 0 0,0 0-1 0 0,0 0 0 0 0,0 0 1 0 0,-1 1-1 0 0,1-1 0 0 0,0 0 1 0 0,0 0-1 0 0,-1 0 0 0 0,1 1 1 0 0,-1-1-1 0 0,1 0 0 0 0,-1 1 1 0 0,1-1-1 0 0,-1 0 0 0 0,1 1 1 0 0,-1-1-1 0 0,1 0 0 0 0,-1 1 1 0 0,0-1-1 0 0,1 1 0 0 0,-1-1 0 0 0,-1 0 1 0 0,1 1-3 0 0,0 0 1 0 0,-1 0 0 0 0,1 1-1 0 0,0-1 1 0 0,0 0-1 0 0,-1 0 1 0 0,1 1 0 0 0,0-1-1 0 0,0 1 1 0 0,0-1-1 0 0,0 1 1 0 0,0-1 0 0 0,0 1-1 0 0,0 0 1 0 0,0-1 0 0 0,-1 2-1 0 0,-34 35-104 0 0,18-15-83 0 0,5-6-52 0 0,0 0 0 0 0,-16 30 0 0 0,55-90 959 0 0,-11 29-6857 0 0</inkml:trace>
</inkml:ink>
</file>

<file path=ppt/ink/ink1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8:08.70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206 96 2304 0 0,'0'-6'756'0'0,"-1"0"-1"0"0,0 0 0 0 0,0 0 0 0 0,-1 1 0 0 0,1-1 0 0 0,-1 0 0 0 0,-1 1 0 0 0,1-1 0 0 0,-1 1 0 0 0,0 0 0 0 0,0 0 0 0 0,0 0 1 0 0,-1 0-1 0 0,1 0 0 0 0,-8-6 0 0 0,9 11-643 0 0,0-1 1 0 0,0 1-1 0 0,0-1 1 0 0,0 1-1 0 0,0 0 1 0 0,0 0 0 0 0,0 0-1 0 0,0 0 1 0 0,0 0-1 0 0,0 0 1 0 0,0 1-1 0 0,0-1 1 0 0,0 0-1 0 0,1 1 1 0 0,-1 0-1 0 0,0-1 1 0 0,0 1 0 0 0,0 0-1 0 0,1 0 1 0 0,-1 0-1 0 0,0 0 1 0 0,1 1-1 0 0,-1-1 1 0 0,1 0-1 0 0,-1 1 1 0 0,-1 1 0 0 0,-3 3 75 0 0,-1 1 0 0 0,1 0 1 0 0,0 1-1 0 0,-6 8 1 0 0,1 3-107 0 0,1 0 0 0 0,1 0 0 0 0,0 1-1 0 0,2 0 1 0 0,0 0 0 0 0,1 1 0 0 0,1-1 0 0 0,1 1 0 0 0,1 1 0 0 0,1-1 0 0 0,1 0 0 0 0,1 1 0 0 0,0-1 0 0 0,8 42 0 0 0,-7-57-94 0 0,0 0-1 0 0,1 0 1 0 0,0 0-1 0 0,1-1 0 0 0,-1 1 1 0 0,1-1-1 0 0,0 0 1 0 0,0 0-1 0 0,0 0 1 0 0,1 0-1 0 0,0 0 0 0 0,0-1 1 0 0,0 0-1 0 0,1 0 1 0 0,-1 0-1 0 0,10 6 1 0 0,-6-5-31 0 0,0-1-1 0 0,1-1 1 0 0,-1 0 0 0 0,1 0 0 0 0,-1-1 0 0 0,1 0 0 0 0,0 0-1 0 0,0-1 1 0 0,0 0 0 0 0,13 0 0 0 0,-5-2-18 0 0,0 0-1 0 0,0-1 1 0 0,0-1 0 0 0,0-1-1 0 0,-1 0 1 0 0,1-1 0 0 0,-1-1-1 0 0,0-1 1 0 0,-1 0 0 0 0,0 0-1 0 0,24-17 1 0 0,-35 21 38 0 0,-1 0 0 0 0,0 1 1 0 0,1-1-1 0 0,-1 0 0 0 0,0-1 0 0 0,-1 1 1 0 0,1-1-1 0 0,0 1 0 0 0,-1-1 0 0 0,0 0 1 0 0,0 0-1 0 0,0 1 0 0 0,2-8 0 0 0,-4 9 27 0 0,1-1 0 0 0,-1 1 0 0 0,0-1 0 0 0,0 1 0 0 0,0-1 0 0 0,-1 1 0 0 0,1-1-1 0 0,0 1 1 0 0,-1-1 0 0 0,0 1 0 0 0,1-1 0 0 0,-1 1 0 0 0,0 0 0 0 0,0-1 0 0 0,0 1 0 0 0,-1 0-1 0 0,1 0 1 0 0,0 0 0 0 0,-1 0 0 0 0,0 0 0 0 0,1 0 0 0 0,-1 0 0 0 0,0 0 0 0 0,-3-1-1 0 0,-39-25 5 0 0,36 24-10 0 0,0 0 0 0 0,1-1 0 0 0,-1 0 0 0 0,-10-9 0 0 0,18 13-3 0 0,0 0 0 0 0,1 1 0 0 0,-1-1 0 0 0,0 0 1 0 0,0 1-1 0 0,1-1 0 0 0,-1 1 0 0 0,0-1 0 0 0,1 0 0 0 0,-1 1 0 0 0,0-1 1 0 0,1 1-1 0 0,-1-1 0 0 0,1 1 0 0 0,-1-1 0 0 0,1 1 0 0 0,-1 0 0 0 0,1-1 0 0 0,-1 1 1 0 0,1-1-1 0 0,0 1 0 0 0,-1 0 0 0 0,2-1 0 0 0,16-10-132 0 0,-2 3 175 0 0,1 0 0 0 0,0 1-1 0 0,0 0 1 0 0,0 1-1 0 0,1 2 1 0 0,18-4-1 0 0,-31 7 16 0 0,-1 1-1 0 0,1 0 1 0 0,-1 0-1 0 0,1 0 1 0 0,-1 0-1 0 0,1 1 1 0 0,-1 0-1 0 0,1 0 1 0 0,-1 0-1 0 0,1 0 1 0 0,-1 1-1 0 0,0-1 1 0 0,0 1-1 0 0,0 0 1 0 0,0 1-1 0 0,0-1 1 0 0,0 1-1 0 0,0-1 1 0 0,-1 1-1 0 0,1 0 1 0 0,-1 1-1 0 0,0-1 1 0 0,0 0-1 0 0,0 1 1 0 0,-1 0-1 0 0,1 0 1 0 0,-1-1-1 0 0,0 1 1 0 0,3 8-1 0 0,1 6 108 0 0,0 0 1 0 0,-1 1-1 0 0,-1 0 0 0 0,-1 0 0 0 0,0 0 0 0 0,-1 33 1 0 0,-1-25-242 0 0,1-1 0 0 0,8 43 0 0 0,4-32-1743 0 0,-8-29 401 0 0</inkml:trace>
</inkml:ink>
</file>

<file path=ppt/ink/ink1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8:08.90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38 31 5985 0 0,'-1'-3'-609'0'0,"-10"-24"6675"0"0,5 38-3465 0 0,0 19-1702 0 0,1 0 1 0 0,1 1-1 0 0,1-1 1 0 0,2 1-1 0 0,4 52 0 0 0,6-6-1217 0 0,20 81 0 0 0,-23-134-707 0 0,1 0-3363 0 0,-2-3-1376 0 0</inkml:trace>
</inkml:ink>
</file>

<file path=ppt/ink/ink1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8:09.23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1 241 8754 0 0,'0'-3'209'0'0,"-1"-1"-1"0"0,1 1 1 0 0,0 0 0 0 0,0-1 0 0 0,1 1-1 0 0,-1 0 1 0 0,1-1 0 0 0,0 1 0 0 0,0 0 0 0 0,0 0-1 0 0,0-1 1 0 0,0 1 0 0 0,1 0 0 0 0,1-3-1 0 0,-2 5-51 0 0,0-1 0 0 0,1 1 0 0 0,-1 0 0 0 0,0 0 0 0 0,1 0 0 0 0,-1 0 0 0 0,0 0 0 0 0,1 0 0 0 0,0 0 0 0 0,-1 0 0 0 0,1 0 0 0 0,-1 1 0 0 0,1-1 0 0 0,0 1 0 0 0,-1-1 1 0 0,1 1-1 0 0,0 0 0 0 0,0-1 0 0 0,-1 1 0 0 0,1 0 0 0 0,0 0 0 0 0,0 0 0 0 0,-1 1 0 0 0,1-1 0 0 0,0 0 0 0 0,-1 1 0 0 0,1-1 0 0 0,0 1 0 0 0,1 0 0 0 0,5 2 152 0 0,0 1 1 0 0,0 0 0 0 0,-1 0 0 0 0,1 0 0 0 0,-1 1 0 0 0,-1 0 0 0 0,1 1 0 0 0,10 10 0 0 0,45 59 527 0 0,-10-12-595 0 0,-41-51-249 0 0,1-1 0 0 0,0 0-1 0 0,1 0 1 0 0,0-1-1 0 0,18 9 1 0 0,-28-17 28 0 0,-1 0 1 0 0,1 0 0 0 0,0-1-1 0 0,1 0 1 0 0,-1 1-1 0 0,0-1 1 0 0,0 0 0 0 0,0-1-1 0 0,1 1 1 0 0,-1 0-1 0 0,0-1 1 0 0,1 0 0 0 0,-1 0-1 0 0,1 0 1 0 0,-1 0-1 0 0,0-1 1 0 0,1 1 0 0 0,-1-1-1 0 0,0 0 1 0 0,0 0-1 0 0,1 0 1 0 0,-1 0 0 0 0,0 0-1 0 0,0-1 1 0 0,0 1-1 0 0,0-1 1 0 0,-1 0 0 0 0,1 0-1 0 0,0 0 1 0 0,-1 0-1 0 0,1-1 1 0 0,3-4 0 0 0,-3 2 57 0 0,0 0 0 0 0,0 1 0 0 0,-1-1 1 0 0,0-1-1 0 0,0 1 0 0 0,0 0 1 0 0,-1 0-1 0 0,0-1 0 0 0,0 1 0 0 0,0-1 1 0 0,0 1-1 0 0,-1-1 0 0 0,0 1 1 0 0,0-1-1 0 0,-1 1 0 0 0,-1-9 0 0 0,-2-11 44 0 0,-2 0-1 0 0,-11-30 1 0 0,11 36 42 0 0,2 6-215 0 0,-21-81 616 0 0,23 85-996 0 0,0 0 0 0 0,2 0 0 0 0,-1-1 0 0 0,1 1 0 0 0,0 0 0 0 0,1-1 0 0 0,0 1 0 0 0,3-12 0 0 0</inkml:trace>
</inkml:ink>
</file>

<file path=ppt/ink/ink1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8:09.54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5 12899 0 0,'-2'-5'4549'0'0,"9"9"-2240"0"0,9 5-1711 0 0,-11-3-519 0 0,0 1 0 0 0,-1 0 0 0 0,0 1 0 0 0,0-1 0 0 0,0 1 0 0 0,-1 0 0 0 0,0 0 0 0 0,0 0 0 0 0,-1 0-1 0 0,0 0 1 0 0,0 13 0 0 0,3 2 16 0 0,-4-18-90 0 0,8 37-178 0 0,1 0 1 0 0,2-1-1 0 0,2 0 1 0 0,2-1-1 0 0,24 44 1 0 0,-3-19-3247 0 0,-32-54 1682 0 0</inkml:trace>
</inkml:ink>
</file>

<file path=ppt/ink/ink1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8:09.88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41 174 2304 0 0,'-24'-14'891'0'0,"23"13"-474"0"0,-1-1 0 0 0,1 1 0 0 0,-1-1 0 0 0,1 1 0 0 0,0-1 0 0 0,-1 0 0 0 0,1 1 0 0 0,0-1 1 0 0,0 0-1 0 0,1 0 0 0 0,-1 0 0 0 0,0 0 0 0 0,1 0 0 0 0,-1-3 0 0 0,0 3 43 0 0,1-1 0 0 0,0 1 0 0 0,0-1 0 0 0,0 0 0 0 0,1 1 0 0 0,-1-1 0 0 0,0 1 0 0 0,1-1 0 0 0,0 1 0 0 0,0-1 0 0 0,1-3 0 0 0,14-17-877 0 0,-10 16 638 0 0,1 0 1 0 0,1 0-1 0 0,-1 1 0 0 0,1 1 1 0 0,0-1-1 0 0,0 1 1 0 0,1 0-1 0 0,0 1 1 0 0,-1 0-1 0 0,1 0 0 0 0,1 1 1 0 0,-1 1-1 0 0,0-1 1 0 0,1 1-1 0 0,0 1 0 0 0,-1 0 1 0 0,1 0-1 0 0,0 1 1 0 0,-1 0-1 0 0,1 1 1 0 0,17 3-1 0 0,-13-2-76 0 0,0 1 1 0 0,1 1-1 0 0,-2 0 1 0 0,1 1-1 0 0,0 1 1 0 0,-1 0-1 0 0,0 1 1 0 0,0 0-1 0 0,-1 1 1 0 0,0 0-1 0 0,-1 1 1 0 0,1 0-1 0 0,-2 1 1 0 0,12 13-1 0 0,-13-11-96 0 0,-1 0-1 0 0,0 1 1 0 0,-1 0-1 0 0,-1 0 1 0 0,0 1-1 0 0,-1 0 1 0 0,0 0 0 0 0,-1 0-1 0 0,0 0 1 0 0,-2 1-1 0 0,1-1 1 0 0,-1 16-1 0 0,-1-9 51 0 0,-1-1-1 0 0,-1 1 0 0 0,0-1 1 0 0,-2 1-1 0 0,-1-1 0 0 0,0 0 1 0 0,-1 0-1 0 0,-9 22 1 0 0,11-37-67 0 0,0 1 1 0 0,1 0 0 0 0,-2-1 0 0 0,1 0 0 0 0,-1 0 0 0 0,1 0 0 0 0,-1 0-1 0 0,-1-1 1 0 0,1 1 0 0 0,-1-1 0 0 0,0 0 0 0 0,-8 6 0 0 0,-22 10-6955 0 0</inkml:trace>
</inkml:ink>
</file>

<file path=ppt/ink/ink1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8:10.52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89 1 456 0 0,'-6'3'499'0'0,"1"1"0"0"0,-1-1 1 0 0,1 1-1 0 0,0 0 0 0 0,0 0 0 0 0,1 1 0 0 0,-1 0 0 0 0,1 0 0 0 0,0 0 0 0 0,0 0 1 0 0,0 0-1 0 0,1 1 0 0 0,-3 6 0 0 0,-15 20 7119 0 0,20-32-7536 0 0,1 0 0 0 0,0 1 0 0 0,0-1 0 0 0,0 0 0 0 0,0 0 0 0 0,0 0 0 0 0,0 1 0 0 0,0-1 1 0 0,0 0-1 0 0,0 0 0 0 0,2 5 1805 0 0,-2-5-1805 0 0,14 2 1057 0 0,15-4-482 0 0,-18 0-338 0 0,262-38 2637 0 0,-237 37-2852 0 0,398-51 1555 0 0,-408 52-1495 0 0,-25 2-133 0 0,0-1 0 0 0,0 1 0 0 0,0 0 0 0 0,0 0 0 0 0,0 0-1 0 0,1 0 1 0 0,-1 0 0 0 0,0 0 0 0 0,0 0 0 0 0,0 0 0 0 0,0 1 0 0 0,0-1-1 0 0,0 0 1 0 0,0 0 0 0 0,0 1 0 0 0,0-1 0 0 0,-1 1 0 0 0,1-1 0 0 0,1 2-1 0 0,-2-2-220 0 0,1 3 592 0 0</inkml:trace>
</inkml:ink>
</file>

<file path=ppt/ink/ink1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8:12.65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 20 8754 0 0,'-19'-20'10135'0'0,"28"34"-8684"0"0,31 59 20 0 0,40 101 0 0 0,-64-130-3432 0 0,20 88 0 0 0,-32-108-5116 0 0</inkml:trace>
</inkml:ink>
</file>

<file path=ppt/ink/ink1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8:13.50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326 582 456 0 0,'11'-43'755'0'0,"-2"0"1"0"0,-2 0-1 0 0,-2-1 1 0 0,0-61-1 0 0,-5 100-574 0 0,-1 0 1 0 0,0 0 0 0 0,0 1-1 0 0,-1-1 1 0 0,1 0-1 0 0,-1 1 1 0 0,0-1-1 0 0,0 1 1 0 0,-1 0-1 0 0,1-1 1 0 0,-1 1-1 0 0,0 0 1 0 0,0 1-1 0 0,-1-1 1 0 0,1 0-1 0 0,-1 1 1 0 0,1 0 0 0 0,-1 0-1 0 0,0 0 1 0 0,-8-4-1 0 0,6 3 146 0 0,-1 1 1 0 0,1 0-1 0 0,-1 1 0 0 0,0-1 0 0 0,0 1 1 0 0,0 0-1 0 0,0 1 0 0 0,0 0 0 0 0,0 0 1 0 0,0 0-1 0 0,0 1 0 0 0,-1 0 0 0 0,-12 2 1 0 0,12 1-162 0 0,1-1 1 0 0,0 1-1 0 0,0 0 1 0 0,0 1-1 0 0,0-1 1 0 0,0 2 0 0 0,1-1-1 0 0,-1 1 1 0 0,1-1-1 0 0,0 2 1 0 0,1-1-1 0 0,-1 1 1 0 0,1 0 0 0 0,0 0-1 0 0,1 0 1 0 0,0 0-1 0 0,-1 1 1 0 0,-5 14-1 0 0,-3 7-87 0 0,2 1 0 0 0,1 0 0 0 0,-9 41 0 0 0,11-32-115 0 0,3-1 0 0 0,1 1-1 0 0,2 0 1 0 0,1 0-1 0 0,2 0 1 0 0,2 0 0 0 0,1-1-1 0 0,2 1 1 0 0,1-1-1 0 0,3 0 1 0 0,0-1 0 0 0,3 0-1 0 0,1-1 1 0 0,1 0-1 0 0,2-1 1 0 0,31 46 0 0 0,-35-61-231 0 0,2-1 1 0 0,0 0 0 0 0,1-2 0 0 0,1 1-1 0 0,0-2 1 0 0,1-1 0 0 0,1 0 0 0 0,0-1-1 0 0,0-1 1 0 0,2 0 0 0 0,-1-2 0 0 0,2-1-1 0 0,-1 0 1 0 0,1-1 0 0 0,39 7 0 0 0,-40-11 266 0 0,0 0 0 0 0,1-2 1 0 0,0-1-1 0 0,-1 0 0 0 0,1-2 1 0 0,0 0-1 0 0,-1-2 0 0 0,1 0 1 0 0,-1-1-1 0 0,0-1 0 0 0,0-1 1 0 0,0-1-1 0 0,-1-1 0 0 0,0-1 1 0 0,-1-1-1 0 0,34-22 0 0 0,-12-2 700 0 0,0-1 0 0 0,-3-3-1 0 0,-1-1 1 0 0,48-67-1 0 0,-75 92-579 0 0,0-1 0 0 0,0 0 0 0 0,-1 0 0 0 0,-1-1 0 0 0,-1 0 0 0 0,0-1 0 0 0,-1 1 0 0 0,-1-1-1 0 0,0 0 1 0 0,-2-1 0 0 0,0 1 0 0 0,0-1 0 0 0,-2 0 0 0 0,0 1 0 0 0,-1-1 0 0 0,-1 0 0 0 0,-1 0-1 0 0,-6-28 1 0 0,-9-20 721 0 0,-2 1 0 0 0,-4 1-1 0 0,-2 0 1 0 0,-3 2-1 0 0,-54-88 1 0 0,71 131-763 0 0,-1 0 1 0 0,-1 1-1 0 0,-1 0 0 0 0,0 1 0 0 0,-1 0 0 0 0,-26-21 1 0 0,34 32-79 0 0,-1 0 0 0 0,-1 1 1 0 0,1 0-1 0 0,-1 0 1 0 0,0 1-1 0 0,0 0 0 0 0,0 1 1 0 0,0 0-1 0 0,-1 0 1 0 0,1 1-1 0 0,-1 0 0 0 0,0 0 1 0 0,0 1-1 0 0,1 1 1 0 0,-1 0-1 0 0,0 0 0 0 0,-11 2 1 0 0,3 1-573 0 0,1 1 0 0 0,-33 12-1 0 0,5 2-6916 0 0</inkml:trace>
</inkml:ink>
</file>

<file path=ppt/ink/ink1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8:11.86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152 115 3225 0 0,'-6'0'458'0'0,"0"0"-1"0"0,0 1 1 0 0,0-1 0 0 0,0 1 0 0 0,0 1 0 0 0,0-1 0 0 0,0 1 0 0 0,1 0 0 0 0,-1 1 0 0 0,1-1 0 0 0,-1 1 0 0 0,-5 4-1 0 0,9-5-348 0 0,0-1-1 0 0,0 1 0 0 0,1-1 0 0 0,-1 1 0 0 0,1 0 0 0 0,0 0 0 0 0,-1-1 0 0 0,1 1 0 0 0,0 0 0 0 0,0 0 0 0 0,0 0 0 0 0,0 0 0 0 0,0 1 0 0 0,1-1 1 0 0,-1 0-1 0 0,1 0 0 0 0,-1 0 0 0 0,1 0 0 0 0,0 1 0 0 0,0-1 0 0 0,0 0 0 0 0,0 0 0 0 0,0 1 0 0 0,0-1 0 0 0,1 0 0 0 0,-1 0 0 0 0,1 0 0 0 0,0 1 1 0 0,-1-1-1 0 0,1 0 0 0 0,0 0 0 0 0,0 0 0 0 0,0 0 0 0 0,1 0 0 0 0,-1-1 0 0 0,2 3 0 0 0,2 3-8 0 0,1-1 0 0 0,-1 1 0 0 0,2-1 0 0 0,-1-1 1 0 0,0 1-1 0 0,1-1 0 0 0,0 0 0 0 0,1-1 0 0 0,-1 1 0 0 0,1-1 0 0 0,-1-1 0 0 0,12 4 0 0 0,-8-3 196 0 0,-1-1 0 0 0,1 0 0 0 0,0 0 0 0 0,1-1-1 0 0,-1-1 1 0 0,0 0 0 0 0,0-1 0 0 0,22-1 0 0 0,-29 0-176 0 0,1 1 1 0 0,-1-1-1 0 0,0 0 1 0 0,1 0-1 0 0,-1-1 1 0 0,0 1-1 0 0,0-1 1 0 0,0 0-1 0 0,0 0 1 0 0,0-1-1 0 0,0 1 1 0 0,-1-1-1 0 0,1 1 1 0 0,-1-1-1 0 0,0-1 1 0 0,0 1-1 0 0,0 0 0 0 0,0-1 1 0 0,0 1-1 0 0,-1-1 1 0 0,1 0-1 0 0,-1 0 1 0 0,0 0-1 0 0,-1 0 1 0 0,1 0-1 0 0,0 0 1 0 0,1-8-1 0 0,-3 6-56 0 0,1-1 0 0 0,-1 1-1 0 0,1-1 1 0 0,-2 1 0 0 0,1 0-1 0 0,-1-1 1 0 0,0 1 0 0 0,0-1 0 0 0,-1 1-1 0 0,0 0 1 0 0,0 0 0 0 0,0 0-1 0 0,-1 0 1 0 0,0 0 0 0 0,0 0-1 0 0,-1 1 1 0 0,1-1 0 0 0,-7-6-1 0 0,1 1-6 0 0,-1 1-1 0 0,0 1 1 0 0,0 0-1 0 0,-1 0 1 0 0,0 1-1 0 0,0 0 0 0 0,-22-10 1 0 0,29 16-48 0 0,-1 0 1 0 0,1 0-1 0 0,0 1 1 0 0,0-1-1 0 0,-1 1 1 0 0,1 0-1 0 0,-1 1 1 0 0,1-1-1 0 0,-1 1 1 0 0,1 0-1 0 0,-1 0 1 0 0,1 0-1 0 0,-1 1 1 0 0,1-1-1 0 0,-1 1 1 0 0,1 0-1 0 0,-1 1 1 0 0,1-1-1 0 0,0 1 1 0 0,0-1-1 0 0,0 1 1 0 0,0 1-1 0 0,0-1 1 0 0,0 0-1 0 0,0 1 1 0 0,-6 6-1 0 0,-2 5-168 0 0,1 0 0 0 0,0 1 0 0 0,1 0 0 0 0,0 1 0 0 0,1 0-1 0 0,1 1 1 0 0,1 0 0 0 0,0 0 0 0 0,1 1 0 0 0,1-1 0 0 0,1 1-1 0 0,0 1 1 0 0,1-1 0 0 0,1 0 0 0 0,1 1 0 0 0,1 20 0 0 0,0-34 79 0 0,1-1 0 0 0,0 1 0 0 0,0 0 0 0 0,0-1 0 0 0,0 1 0 0 0,1-1 0 0 0,-1 1 0 0 0,1-1 0 0 0,0 0 0 0 0,1 0 0 0 0,-1 1 0 0 0,1-2 0 0 0,-1 1 0 0 0,1 0 0 0 0,0 0 0 0 0,1-1 0 0 0,-1 0 0 0 0,1 0 0 0 0,5 4 0 0 0,-6-5 70 0 0,1 0-1 0 0,0 0 1 0 0,0-1-1 0 0,0 0 1 0 0,0 1-1 0 0,0-1 0 0 0,0-1 1 0 0,0 1-1 0 0,0-1 1 0 0,1 1-1 0 0,-1-1 1 0 0,0 0-1 0 0,0-1 1 0 0,0 1-1 0 0,1-1 1 0 0,-1 0-1 0 0,0 0 1 0 0,0 0-1 0 0,0 0 1 0 0,0-1-1 0 0,6-3 0 0 0,3-2 194 0 0,-2-1-1 0 0,1 0 1 0 0,-1 0-1 0 0,0-1 0 0 0,-1-1 1 0 0,0 0-1 0 0,-1 0 0 0 0,0-1 1 0 0,0 0-1 0 0,-1-1 1 0 0,-1 1-1 0 0,11-23 0 0 0,-14 26-43 0 0,-1 0-1 0 0,0-1 0 0 0,-1 0 0 0 0,1 1 0 0 0,-2-1 1 0 0,1 0-1 0 0,-1 0 0 0 0,0 0 0 0 0,-1-11 0 0 0,-1 14-73 0 0,0 0 0 0 0,0 0 0 0 0,0 0 0 0 0,-1 0 0 0 0,1 1 0 0 0,-2-1 0 0 0,1 0 0 0 0,0 1-1 0 0,-1 0 1 0 0,0-1 0 0 0,0 1 0 0 0,-1 0 0 0 0,0 1 0 0 0,-7-8 0 0 0,9 9-40 0 0,0 1-1 0 0,0 0 1 0 0,-1 1 0 0 0,1-1 0 0 0,-1 0 0 0 0,0 1-1 0 0,1-1 1 0 0,-1 1 0 0 0,0 0 0 0 0,0 0 0 0 0,0 0-1 0 0,0 0 1 0 0,0 0 0 0 0,0 1 0 0 0,0-1 0 0 0,0 1-1 0 0,-6 0 1 0 0,4 1-1 0 0,0-1-1 0 0,-1 1 1 0 0,1 1-1 0 0,0-1 1 0 0,0 1-1 0 0,0 0 1 0 0,0 0-1 0 0,0 0 1 0 0,-8 6-1 0 0,6-3-42 0 0,-1 1 0 0 0,1-1 0 0 0,0 2 0 0 0,0-1 0 0 0,0 1 0 0 0,1 0 0 0 0,0 0-1 0 0,1 1 1 0 0,0-1 0 0 0,0 1 0 0 0,-6 13 0 0 0,10-19-144 0 0,1 1-1 0 0,-1-1 1 0 0,0 0 0 0 0,1 0-1 0 0,0 1 1 0 0,-1-1 0 0 0,1 0-1 0 0,0 1 1 0 0,0-1 0 0 0,1 4 0 0 0</inkml:trace>
</inkml:ink>
</file>

<file path=ppt/ink/ink1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8:14.37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59 162 2304 0 0,'-5'-4'514'0'0,"0"-1"-1"0"0,0 1 0 0 0,1-1 0 0 0,-1 0 0 0 0,1 0 0 0 0,0 0 0 0 0,1 0 0 0 0,-1-1 0 0 0,1 1 0 0 0,0-1 0 0 0,0 0 0 0 0,1 0 0 0 0,-3-10 0 0 0,4 13-302 0 0,0 1 0 0 0,1-1 0 0 0,-1 1-1 0 0,1-1 1 0 0,-1 1 0 0 0,1-1 0 0 0,0 1 0 0 0,0-1 0 0 0,0 1 0 0 0,1-1 0 0 0,-1 1-1 0 0,0-1 1 0 0,1 1 0 0 0,0-1 0 0 0,-1 1 0 0 0,1-1 0 0 0,0 1 0 0 0,0 0-1 0 0,1-1 1 0 0,-1 1 0 0 0,0 0 0 0 0,1 0 0 0 0,-1 0 0 0 0,1 0 0 0 0,0 0 0 0 0,0 0-1 0 0,0 1 1 0 0,0-1 0 0 0,0 0 0 0 0,0 1 0 0 0,0 0 0 0 0,0-1 0 0 0,0 1-1 0 0,1 0 1 0 0,-1 0 0 0 0,5-1 0 0 0,-4 2-126 0 0,-1 0 1 0 0,1 0-1 0 0,0 0 1 0 0,0 0-1 0 0,-1 0 0 0 0,1 0 1 0 0,0 1-1 0 0,-1-1 0 0 0,1 1 1 0 0,0 0-1 0 0,-1 0 1 0 0,1 0-1 0 0,-1 0 0 0 0,1 0 1 0 0,-1 1-1 0 0,0-1 0 0 0,0 1 1 0 0,1-1-1 0 0,-1 1 1 0 0,0 0-1 0 0,0 0 0 0 0,-1 0 1 0 0,1 0-1 0 0,0 0 0 0 0,2 4 1 0 0,1 1-58 0 0,0 1-1 0 0,0 0 1 0 0,-1 0 0 0 0,0 0-1 0 0,0 0 1 0 0,4 13 0 0 0,-6-7-129 0 0,0-1-1 0 0,0 1 1 0 0,-2-1 0 0 0,0 1-1 0 0,0-1 1 0 0,-4 22 0 0 0,2-18 158 0 0,1 0 0 0 0,0 0 0 0 0,3 21-1 0 0,-2-37-16 0 0,0 1-1 0 0,0-1 1 0 0,0 1-1 0 0,1 0 1 0 0,-1-1-1 0 0,0 1 1 0 0,1-1-1 0 0,-1 1 1 0 0,1-1-1 0 0,0 1 1 0 0,0-1-1 0 0,-1 0 1 0 0,1 1-1 0 0,0-1 1 0 0,0 0-1 0 0,0 0 0 0 0,0 1 1 0 0,0-1-1 0 0,0 0 1 0 0,1 0-1 0 0,-1 0 1 0 0,0 0-1 0 0,1-1 1 0 0,-1 1-1 0 0,2 1 1 0 0,0-2 10 0 0,0 1 1 0 0,0-1-1 0 0,0 0 1 0 0,0 1-1 0 0,0-2 1 0 0,-1 1-1 0 0,1 0 1 0 0,0 0 0 0 0,0-1-1 0 0,0 0 1 0 0,-1 1-1 0 0,6-3 1 0 0,6-4 37 0 0,-1 1 1 0 0,0-2-1 0 0,0 0 1 0 0,13-11-1 0 0,80-69-2019 0 0,-94 75 332 0 0,0-1 0 0 0,0 0 0 0 0,10-17 0 0 0,-15 18-3347 0 0</inkml:trace>
</inkml:ink>
</file>

<file path=ppt/ink/ink1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8:14.80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474 113 6449 0 0,'-13'-13'538'0'0,"-1"0"0"0"0,0 1-1 0 0,-1 0 1 0 0,0 1 0 0 0,-1 1 0 0 0,0 1-1 0 0,-20-9 1 0 0,29 15-293 0 0,0 0-1 0 0,0 1 1 0 0,0 0 0 0 0,0 1 0 0 0,-1-1-1 0 0,1 1 1 0 0,-1 1 0 0 0,1-1-1 0 0,-1 1 1 0 0,1 0 0 0 0,0 1 0 0 0,-1 0-1 0 0,1 0 1 0 0,-1 1 0 0 0,1 0-1 0 0,0 0 1 0 0,0 1 0 0 0,0 0 0 0 0,0 0-1 0 0,-10 6 1 0 0,6 0-98 0 0,0-1-1 0 0,1 2 1 0 0,0-1-1 0 0,0 2 1 0 0,1-1 0 0 0,1 1-1 0 0,-1 0 1 0 0,2 1-1 0 0,0 0 1 0 0,0 0-1 0 0,1 1 1 0 0,1-1 0 0 0,-8 27-1 0 0,0 9-25 0 0,2-1 0 0 0,-6 78 0 0 0,12-91-163 0 0,3 0 1 0 0,1 0-1 0 0,1 0 0 0 0,2 1 0 0 0,1-1 1 0 0,13 52-1 0 0,-13-74-45 0 0,0 0 0 0 0,1 0-1 0 0,1-1 1 0 0,0 1 0 0 0,1-1 0 0 0,0 0 0 0 0,0-1 0 0 0,1 0-1 0 0,0 0 1 0 0,1 0 0 0 0,1-1 0 0 0,-1 0 0 0 0,1 0 0 0 0,1-1 0 0 0,-1-1-1 0 0,1 1 1 0 0,1-2 0 0 0,-1 1 0 0 0,1-1 0 0 0,0-1 0 0 0,18 6-1 0 0,-8-5-87 0 0,-1-2 0 0 0,1 0 0 0 0,0-1 0 0 0,0-1 0 0 0,0-1 0 0 0,0-1 0 0 0,0-1 0 0 0,0-1 0 0 0,0 0-1 0 0,0-2 1 0 0,22-6 0 0 0,-12 1 365 0 0,0-2-1 0 0,-1 0 0 0 0,-1-2 0 0 0,0-1 1 0 0,0-2-1 0 0,41-30 0 0 0,-44 27 398 0 0,0-2-1 0 0,-2-1 0 0 0,0 0 0 0 0,-1-2 1 0 0,27-38-1 0 0,-43 52-429 0 0,0 0 1 0 0,-1-1-1 0 0,0 0 0 0 0,0 0 0 0 0,-2 0 1 0 0,1 0-1 0 0,-1-1 0 0 0,-1 0 1 0 0,0 0-1 0 0,-1 0 0 0 0,0 0 1 0 0,-1 0-1 0 0,0 0 0 0 0,-1 0 1 0 0,0-1-1 0 0,-1 1 0 0 0,-4-21 1 0 0,-4 1 54 0 0,-1 1 1 0 0,-1-1 0 0 0,-2 2 0 0 0,-21-40-1 0 0,24 53-172 0 0,0 0 0 0 0,-2 1 1 0 0,1 0-1 0 0,-2 1 0 0 0,0 0 0 0 0,-1 1 0 0 0,0 1 0 0 0,-28-20 0 0 0,30 26-84 0 0,0 1 0 0 0,-1 1 1 0 0,0 0-1 0 0,0 0 0 0 0,-1 2 0 0 0,1-1 0 0 0,-1 2 1 0 0,0 0-1 0 0,1 0 0 0 0,-1 2 0 0 0,0-1 0 0 0,0 2 1 0 0,0 0-1 0 0,0 0 0 0 0,1 2 0 0 0,-1-1 1 0 0,-14 6-1 0 0,-21 8-736 0 0</inkml:trace>
</inkml:ink>
</file>

<file path=ppt/ink/ink1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8:15.66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131 28 920 0 0,'-21'6'669'0'0,"13"-3"-591"0"0,-1-1 0 0 0,1 1 0 0 0,-1-2 0 0 0,0 1 0 0 0,-13-1 1 0 0,20-1 128 0 0,0 0 0 0 0,0 0 1 0 0,0-1-1 0 0,0 1 1 0 0,-1-1-1 0 0,1 1 1 0 0,0-1-1 0 0,0 0 0 0 0,0 0 1 0 0,0 0-1 0 0,-2-2 1 0 0,2 2 267 0 0,0-1 0 0 0,1 1 0 0 0,-1-1 1 0 0,1 0-1 0 0,-1 0 0 0 0,1 1 0 0 0,-6-25 10468 0 0,8 26-10787 0 0,13 9 2059 0 0,15 24-2137 0 0,-14-4-160 0 0,-1 1 0 0 0,13 46 0 0 0,-16-45-1629 0 0,0 0 1 0 0,22 39-1 0 0,-19-47-4206 0 0</inkml:trace>
</inkml:ink>
</file>

<file path=ppt/ink/ink1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8:16.1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466 427 1840 0 0,'-12'-24'975'0'0,"0"1"0"0"0,-1 0-1 0 0,-1 1 1 0 0,-2 0-1 0 0,-17-19 1 0 0,29 36-680 0 0,0 1 0 0 0,-1 0 0 0 0,0 0 0 0 0,1 0 0 0 0,-1 0 0 0 0,0 1 0 0 0,-1 0 0 0 0,1 0 0 0 0,0 0 0 0 0,-1 1 0 0 0,0 0 0 0 0,1 0 0 0 0,-1 0 0 0 0,0 1 0 0 0,0 0 0 0 0,0 0 0 0 0,0 0 1 0 0,0 1-1 0 0,0 0 0 0 0,0 0 0 0 0,-1 0 0 0 0,1 1 0 0 0,0 0 0 0 0,0 0 0 0 0,0 1 0 0 0,1-1 0 0 0,-11 5 0 0 0,5-1-103 0 0,0 1 1 0 0,0 0 0 0 0,0 1 0 0 0,1 0-1 0 0,0 0 1 0 0,1 1 0 0 0,0 0 0 0 0,0 1-1 0 0,0 0 1 0 0,-11 16 0 0 0,10-10-177 0 0,1 0 0 0 0,0 1 1 0 0,1 0-1 0 0,1 1 0 0 0,0 0 0 0 0,-7 31 0 0 0,8-23-68 0 0,2 1-1 0 0,0-1 1 0 0,2 1-1 0 0,1 0 0 0 0,1 0 1 0 0,1 0-1 0 0,2 0 1 0 0,0 0-1 0 0,2 0 0 0 0,9 29 1 0 0,-5-26-106 0 0,2-1 1 0 0,1 0-1 0 0,2-1 1 0 0,0-1-1 0 0,2 0 1 0 0,0-1-1 0 0,2 0 1 0 0,1-2 0 0 0,1 0-1 0 0,0-1 1 0 0,2-1-1 0 0,33 25 1 0 0,-42-39-52 0 0,0 0 1 0 0,0 0-1 0 0,0-2 1 0 0,1 1 0 0 0,0-2-1 0 0,0 0 1 0 0,0 0 0 0 0,1-2-1 0 0,-1 1 1 0 0,1-2-1 0 0,0 0 1 0 0,19-2 0 0 0,5-1 230 0 0,1-3 1 0 0,-1-1 0 0 0,50-15 0 0 0,-66 14 207 0 0,-1-1-1 0 0,0 0 1 0 0,-1-2 0 0 0,0-1 0 0 0,0-1-1 0 0,-1 0 1 0 0,-1-2 0 0 0,0 0 0 0 0,-1-1-1 0 0,0-1 1 0 0,29-35 0 0 0,-25 24 202 0 0,-2 0-1 0 0,-1-2 1 0 0,-1 0 0 0 0,-2-1-1 0 0,-1-1 1 0 0,-1-1 0 0 0,16-54-1 0 0,-24 61-106 0 0,-1-1-1 0 0,-1-1 0 0 0,-1 1 0 0 0,-1 0 0 0 0,-2-1 0 0 0,0 1 0 0 0,-8-50 1 0 0,2 42-134 0 0,-2 1 1 0 0,-1 0 0 0 0,-1 1-1 0 0,-2 0 1 0 0,-27-52 0 0 0,31 71-117 0 0,0-1 0 0 0,-1 1 0 0 0,0 0 0 0 0,-1 1 0 0 0,-1 0 0 0 0,0 1 0 0 0,0 0 0 0 0,-1 1 0 0 0,-1 0 0 0 0,0 1 0 0 0,-24-14 0 0 0,27 19-218 0 0,0-1-1 0 0,0 1 0 0 0,0 1 1 0 0,-1 0-1 0 0,1 1 0 0 0,-1-1 1 0 0,1 2-1 0 0,-1 0 0 0 0,-19 0 1 0 0,20 2-656 0 0,0 0 0 0 0,0 1 0 0 0,0 0 0 0 0,0 0 0 0 0,0 1 0 0 0,-17 8 0 0 0,10-2-6403 0 0</inkml:trace>
</inkml:ink>
</file>

<file path=ppt/ink/ink1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8:17.71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100 194 3225 0 0,'-6'-3'544'0'0,"0"1"1"0"0,1-1-1 0 0,-1 0 1 0 0,1-1 0 0 0,0 1-1 0 0,0-1 1 0 0,0 0-1 0 0,0-1 1 0 0,1 1 0 0 0,-6-8-1 0 0,-27-49 13147 0 0,77 95-13733 0 0,73 112 158 0 0,-22-26-43 0 0,-48-68-107 0 0,2-1 0 0 0,3-2 0 0 0,88 70 0 0 0,-133-117 38 0 0,-1 0 1 0 0,1 0-1 0 0,-1 0 0 0 0,1-1 1 0 0,0 1-1 0 0,0-1 0 0 0,0 0 1 0 0,0 1-1 0 0,0-1 0 0 0,0 0 1 0 0,0-1-1 0 0,0 1 0 0 0,1-1 1 0 0,-1 1-1 0 0,0-1 0 0 0,0 0 1 0 0,1 0-1 0 0,-1 0 0 0 0,0-1 1 0 0,0 1-1 0 0,0-1 0 0 0,5-1 1 0 0,-5 0 21 0 0,0 0 0 0 0,0 0 0 0 0,0 0 0 0 0,-1 0 0 0 0,1 0 0 0 0,-1-1 0 0 0,1 1 0 0 0,-1-1 0 0 0,0 1 0 0 0,0-1 0 0 0,0 0 0 0 0,-1 0 0 0 0,1 0 0 0 0,-1 0 0 0 0,1 0 0 0 0,-1 0 0 0 0,0-1 0 0 0,0 1 0 0 0,0 0 0 0 0,-1-1 0 0 0,1-3 0 0 0,2-28 104 0 0,-2-1 0 0 0,-1 1 0 0 0,-2 0 0 0 0,-1-1 0 0 0,-9-35-1 0 0,-5-72-437 0 0,17 134 261 0 0,-1-86-454 0 0,2 87 367 0 0,-1 0 0 0 0,1-1 0 0 0,1 1 0 0 0,0 0 0 0 0,0 0-1 0 0,1 0 1 0 0,0 0 0 0 0,7-15 0 0 0,-9 22-91 0 0,1-1 1 0 0,-1 0-1 0 0,0 1 1 0 0,0-1-1 0 0,1 0 0 0 0,-1 1 1 0 0,1 0-1 0 0,-1-1 1 0 0,1 1-1 0 0,0 0 1 0 0,-1 0-1 0 0,1 0 1 0 0,0 0-1 0 0,0 0 0 0 0,0 0 1 0 0,0 0-1 0 0,0 1 1 0 0,0-1-1 0 0,0 1 1 0 0,2-1-1 0 0,12 2-6322 0 0</inkml:trace>
</inkml:ink>
</file>

<file path=ppt/ink/ink1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8:18.70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128 0 2761 0 0,'-68'6'6439'0'0,"63"-6"-5763"0"0,1 1 0 0 0,-1 0 0 0 0,0 1 1 0 0,0-1-1 0 0,1 1 0 0 0,-1 0 0 0 0,1 0 1 0 0,-1 1-1 0 0,1-1 0 0 0,0 1 0 0 0,-5 4 0 0 0,9-7-586 0 0,1 1 0 0 0,-1-1 0 0 0,1 1 0 0 0,0-1-1 0 0,-1 0 1 0 0,1 0 0 0 0,0 1 0 0 0,-1-1-1 0 0,1 0 1 0 0,0 0 0 0 0,-1 1 0 0 0,1-1 0 0 0,0 0-1 0 0,0 0 1 0 0,-1 0 0 0 0,1 0 0 0 0,0 0 0 0 0,-1 0-1 0 0,1 0 1 0 0,0-1 0 0 0,0 1 0 0 0,-1 0-1 0 0,2-1 1 0 0,25-1 61 0 0,14-5 599 0 0,1 3 1 0 0,80 0-1 0 0,-20 2-220 0 0,-100 2-609 0 0,36 1 100 0 0,-23 4-2857 0 0</inkml:trace>
</inkml:ink>
</file>

<file path=ppt/ink/ink1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8:19.56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88 0 2304 0 0,'-18'5'-615'0'0,"-20"7"3881"0"0,35-11-2369 0 0,-1 1-1 0 0,0-1 1 0 0,1 1-1 0 0,0 0 0 0 0,-1 1 1 0 0,1-1-1 0 0,-4 4 557 0 0,28-10 274 0 0,13-3-1275 0 0,-24 5-229 0 0,0-1-1 0 0,0 2 0 0 0,1 0 1 0 0,-1 0-1 0 0,0 1 1 0 0,12 0-1 0 0,-19 1-198 0 0,1 0-1 0 0,-1 0 1 0 0,0 0-1 0 0,0 0 1 0 0,1 0-1 0 0,-1 1 1 0 0,0-1 0 0 0,0 1-1 0 0,0 0 1 0 0,0 0-1 0 0,-1 0 1 0 0,1 0-1 0 0,-1 1 1 0 0,1-1-1 0 0,-1 1 1 0 0,0 0 0 0 0,0-1-1 0 0,0 1 1 0 0,0 0-1 0 0,0 0 1 0 0,0 0-1 0 0,1 7 1 0 0,1-1-20 0 0,0 1-1 0 0,-1 1 1 0 0,-1-1 0 0 0,0 0 0 0 0,0 0-1 0 0,-1 1 1 0 0,0 19 0 0 0,-3 1 152 0 0,-8 40 0 0 0,5-42 1263 0 0,-2 51-1 0 0,7-80-1377 0 0,0 1-1 0 0,0-1 1 0 0,0 0-1 0 0,0 1 1 0 0,0-1-1 0 0,0 1 1 0 0,0-1-1 0 0,0 0 1 0 0,0 1-1 0 0,0-1 0 0 0,0 0 1 0 0,0 1-1 0 0,0-1 1 0 0,1 0-1 0 0,-1 1 1 0 0,0-1-1 0 0,0 0 1 0 0,0 1-1 0 0,1-1 1 0 0,-1 0-1 0 0,0 1 1 0 0,0-1-1 0 0,1 0 1 0 0,-1 0-1 0 0,0 1 0 0 0,1-1 1 0 0,-1 0-1 0 0,0 0 1 0 0,1 0-1 0 0,-1 0 1 0 0,0 1-1 0 0,1-1 1 0 0,-1 0-1 0 0,0 0 1 0 0,1 0-1 0 0,0 0 1 0 0,18-5 383 0 0,19-18-857 0 0,-34 21 403 0 0,101-60-5331 0 0,-88 52-675 0 0</inkml:trace>
</inkml:ink>
</file>

<file path=ppt/ink/ink1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8:20.1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605 150 6913 0 0,'-17'-15'481'0'0,"9"8"30"0"0,-1-1 1 0 0,0 1 0 0 0,0 0-1 0 0,0 0 1 0 0,-1 1 0 0 0,0 1-1 0 0,0 0 1 0 0,0 0 0 0 0,-1 1-1 0 0,0 0 1 0 0,-16-3 0 0 0,12 4-155 0 0,0 1 0 0 0,0 1 0 0 0,0 1 1 0 0,-1 0-1 0 0,1 1 0 0 0,0 0 0 0 0,0 2 0 0 0,0-1 1 0 0,0 2-1 0 0,0 0 0 0 0,0 1 0 0 0,1 0 1 0 0,0 1-1 0 0,0 1 0 0 0,1 0 0 0 0,-19 14 1 0 0,18-11-303 0 0,1 1 1 0 0,0 0-1 0 0,0 1 1 0 0,1 1-1 0 0,1 0 1 0 0,0 0-1 0 0,1 1 1 0 0,1 1-1 0 0,0-1 1 0 0,0 2-1 0 0,2-1 1 0 0,0 1-1 0 0,1 0 1 0 0,-6 23-1 0 0,2 5-49 0 0,2 0 0 0 0,2 0 0 0 0,0 54 1 0 0,6-71-48 0 0,1-1 0 0 0,1 0-1 0 0,1 0 1 0 0,1 0 0 0 0,2 0 0 0 0,16 46 0 0 0,-17-59-113 0 0,2 0 0 0 0,-1 0-1 0 0,1 0 1 0 0,1-1 0 0 0,1 0-1 0 0,-1-1 1 0 0,2 0 0 0 0,-1 0 0 0 0,2-1-1 0 0,-1 0 1 0 0,2-1 0 0 0,-1 0-1 0 0,18 10 1 0 0,-14-11-41 0 0,0-1 0 0 0,1 0-1 0 0,0-1 1 0 0,0-1 0 0 0,1 0 0 0 0,-1-1 0 0 0,1-1 0 0 0,0-1-1 0 0,0 0 1 0 0,0-2 0 0 0,19 0 0 0 0,-11-2 120 0 0,0-1 1 0 0,-1 0-1 0 0,1-2 1 0 0,-1-1-1 0 0,0-1 0 0 0,0-1 1 0 0,-1-1-1 0 0,0-2 1 0 0,0 0-1 0 0,-1-1 1 0 0,21-15-1 0 0,-12 3 544 0 0,-1-1-1 0 0,-1-1 1 0 0,-1-1 0 0 0,-2-1-1 0 0,0-2 1 0 0,29-46 0 0 0,-41 56-173 0 0,-1-2-1 0 0,-1 1 1 0 0,-1-1 0 0 0,-1-1-1 0 0,-1 0 1 0 0,-1 0 0 0 0,-1-1-1 0 0,-1 0 1 0 0,4-37 0 0 0,-9 45-172 0 0,0 0 0 0 0,-1 0 0 0 0,-1 1-1 0 0,0-1 1 0 0,-1 0 0 0 0,-1 1 0 0 0,-1-1 0 0 0,0 1 0 0 0,-1 0 0 0 0,0 0 0 0 0,-1 0 0 0 0,-1 1 0 0 0,0 0 0 0 0,-1 0 0 0 0,-1 1 0 0 0,-9-13 0 0 0,3 9-51 0 0,0 0-1 0 0,-1 1 1 0 0,-1 0 0 0 0,-29-20 0 0 0,36 29-171 0 0,0 1-1 0 0,0 0 1 0 0,-1 0-1 0 0,0 1 1 0 0,0 0-1 0 0,-1 1 1 0 0,1 1-1 0 0,-1 0 1 0 0,0 0-1 0 0,-16-1 1 0 0,10 7-2615 0 0</inkml:trace>
</inkml:ink>
</file>

<file path=ppt/ink/ink1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8:21.5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123 215 6913 0 0,'-14'5'1140'0'0,"0"0"-1"0"0,-1-1 0 0 0,-26 3 0 0 0,35-6-573 0 0,2 0-36 0 0,-25 7 3399 0 0,43-4-1764 0 0,45 1-2107 0 0,-1-2 0 0 0,77-5 1 0 0,-64 0-87 0 0,783 12 582 0 0,-444-17 278 0 0,-104-1-106 0 0,189 18-267 0 0,330-35-374 0 0,-475 3 78 0 0,341-31 38 0 0,152-6-191 0 0,-555 55-15 0 0,295-18 74 0 0,-350-1 48 0 0,544-28 352 0 0,-670 55-377 0 0,0 4-1 0 0,120 24 0 0 0,-186-22 66 0 0,42 16 0 0 0,-50-14-805 0 0,0-2 1 0 0,47 8 0 0 0,-55-15-6923 0 0</inkml:trace>
</inkml:ink>
</file>

<file path=ppt/ink/ink1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8:23.05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188 94 5281 0 0,'-5'4'165'0'0,"0"0"-1"0"0,0-1 1 0 0,-1 0-1 0 0,1 1 1 0 0,-1-2-1 0 0,1 1 1 0 0,-1-1 0 0 0,0 0-1 0 0,0 0 1 0 0,0 0-1 0 0,0-1 1 0 0,0 0-1 0 0,-9 0 1 0 0,11-1-54 0 0,1 0 1 0 0,-1 0 0 0 0,1-1-1 0 0,-1 0 1 0 0,1 0-1 0 0,-1 0 1 0 0,1 0-1 0 0,0 0 1 0 0,0-1-1 0 0,-1 1 1 0 0,1-1-1 0 0,0 0 1 0 0,0 0-1 0 0,0 0 1 0 0,1 0-1 0 0,-1-1 1 0 0,0 1-1 0 0,1-1 1 0 0,0 0-1 0 0,0 1 1 0 0,-1-1-1 0 0,1 0 1 0 0,1 0-1 0 0,-3-6 1 0 0,-17-46 4509 0 0,17 33 1228 0 0,10 31-3310 0 0,187 386-2316 0 0,-72-137-1359 0 0,-117-247 890 0 0,1 3-1006 0 0</inkml:trace>
</inkml:ink>
</file>

<file path=ppt/ink/ink1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8:23.21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12355 0 0,'0'0'0'0'0</inkml:trace>
</inkml:ink>
</file>

<file path=ppt/ink/ink1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8:23.45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20 320 6449 0 0,'-2'-2'84'0'0,"0"1"0"0"0,1 0 0 0 0,-1-1 0 0 0,1 1 0 0 0,0-1 0 0 0,-1 1 0 0 0,1-1 0 0 0,0 0 0 0 0,0 0 0 0 0,0 0 0 0 0,0 1 0 0 0,1-1 0 0 0,-1 0 0 0 0,0 0 0 0 0,1 0 0 0 0,-1 0 0 0 0,1 0 0 0 0,0-4 0 0 0,0 0 107 0 0,0 0-1 0 0,0 0 1 0 0,1 0-1 0 0,0 0 1 0 0,0 0-1 0 0,3-8 1 0 0,3-5 195 0 0,1 1 0 0 0,20-35 0 0 0,-20 39-24 0 0,1 2 0 0 0,0-1 0 0 0,1 2 0 0 0,0-1 0 0 0,1 1-1 0 0,0 0 1 0 0,0 1 0 0 0,2 1 0 0 0,12-9 0 0 0,-21 15-230 0 0,1 1 0 0 0,-1-1-1 0 0,1 1 1 0 0,0 0 0 0 0,0 0-1 0 0,0 0 1 0 0,0 1 0 0 0,0-1-1 0 0,0 1 1 0 0,0 1 0 0 0,0-1-1 0 0,0 1 1 0 0,0-1 0 0 0,1 2-1 0 0,-1-1 1 0 0,0 0 0 0 0,0 1-1 0 0,0 0 1 0 0,0 0 0 0 0,0 1-1 0 0,0-1 1 0 0,0 1 0 0 0,0 0-1 0 0,0 1 1 0 0,-1-1 0 0 0,1 1 0 0 0,-1 0-1 0 0,0 0 1 0 0,8 7 0 0 0,-7-5-182 0 0,-1 1 0 0 0,1-1 0 0 0,-1 1 0 0 0,0 0 1 0 0,0 1-1 0 0,-1-1 0 0 0,0 1 0 0 0,0-1 1 0 0,0 1-1 0 0,-1 0 0 0 0,0 0 0 0 0,0 0 1 0 0,-1 0-1 0 0,0 0 0 0 0,0 1 0 0 0,-1-1 1 0 0,1 0-1 0 0,-2 1 0 0 0,0 8 0 0 0,-4 16-222 0 0,-1-1 0 0 0,-1 0 1 0 0,-15 36-1 0 0,3-3 458 0 0,18-61-53 0 0,0-1-1 0 0,0 0 0 0 0,1 1 1 0 0,-1-1-1 0 0,1 1 1 0 0,0-1-1 0 0,0 1 1 0 0,0-1-1 0 0,0 1 1 0 0,0-1-1 0 0,0 1 0 0 0,1-1 1 0 0,-1 1-1 0 0,1-1 1 0 0,0 0-1 0 0,-1 1 1 0 0,3 2-1 0 0,-1-3 32 0 0,0 1 0 0 0,0-2 0 0 0,0 1-1 0 0,0 0 1 0 0,0 0 0 0 0,1-1 0 0 0,-1 1 0 0 0,1-1-1 0 0,-1 0 1 0 0,1 0 0 0 0,-1 0 0 0 0,1 0 0 0 0,0 0 0 0 0,-1 0-1 0 0,5 0 1 0 0,19 4 85 0 0,131 32 1092 0 0,-54-3-5246 0 0,-83-27-3000 0 0</inkml:trace>
</inkml:ink>
</file>

<file path=ppt/ink/ink1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8:23.67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0 6913 0 0,'-2'9'7376'0'0,"4"24"-3816"0"0,3-3-1595 0 0,-1-2-840 0 0,10 33 0 0 0,-12-55-1292 0 0,0 1-1 0 0,0 0 0 0 0,1-1 0 0 0,0 0 1 0 0,0 0-1 0 0,1 0 0 0 0,-1 0 0 0 0,1 0 1 0 0,1-1-1 0 0,6 7 0 0 0,-10-11-212 0 0,0 1 1 0 0,1-1-1 0 0,-1 0 0 0 0,1 0 1 0 0,-1 0-1 0 0,1 0 0 0 0,0 0 1 0 0,-1-1-1 0 0,1 1 0 0 0,0 0 1 0 0,0-1-1 0 0,-1 1 0 0 0,1-1 1 0 0,0 0-1 0 0,3 1 0 0 0</inkml:trace>
</inkml:ink>
</file>

<file path=ppt/ink/ink1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8:23.84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27 60 6449 0 0,'-3'-4'-896'0'0,"-19"-29"8455"0"0,22 32-7223 0 0,-1 0 1 0 0,1 0-1 0 0,0 1 0 0 0,0-1 0 0 0,0 0 0 0 0,0 0 1 0 0,0 0-1 0 0,0 0 0 0 0,4-10 4706 0 0,-3 9-4705 0 0,0 2-375 0 0,0 0 0 0 0,0-1 1 0 0,1 1-1 0 0,-1 0 1 0 0,0 0-1 0 0,0 0 1 0 0,0 0-1 0 0,1 0 1 0 0,-1 0-1 0 0,0 0 0 0 0,0 0 1 0 0,0 1-1 0 0,1-1 1 0 0,-1 0-1 0 0,1 1 1 0 0,1 0-807 0 0</inkml:trace>
</inkml:ink>
</file>

<file path=ppt/ink/ink1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8:25.21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58 2761 0 0,'13'-16'1447'0'0,"-12"14"-1048"0"0,0 0-1 0 0,0 0 1 0 0,1 1-1 0 0,-1-1 1 0 0,1 0-1 0 0,-1 1 1 0 0,1-1-1 0 0,0 1 1 0 0,0 0-1 0 0,-1-1 1 0 0,1 1 0 0 0,0 0-1 0 0,0 0 1 0 0,4-1-1 0 0,10-3 1119 0 0,0 1 0 0 0,1 1 0 0 0,20-2 0 0 0,-9 3-308 0 0,36 3 1 0 0,-5 4-2390 0 0,61 14 0 0 0,-84-9-2106 0 0,-18-3-1627 0 0</inkml:trace>
</inkml:ink>
</file>

<file path=ppt/ink/ink1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8:25.51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74 3225 0 0,'0'-1'240'0'0,"0"0"166"0"0,0-1 0 0 0,0 0 0 0 0,1 0 0 0 0,-1 1 0 0 0,1-1 0 0 0,0 0 0 0 0,0 1 1 0 0,-1-1-1 0 0,1 0 0 0 0,0 1 0 0 0,0-1 0 0 0,0 1 0 0 0,0 0 0 0 0,1-1 0 0 0,-1 1 0 0 0,0 0 1 0 0,1 0-1 0 0,-1-1 0 0 0,1 1 0 0 0,-1 0 0 0 0,1 1 0 0 0,-1-1 0 0 0,1 0 0 0 0,0 0 0 0 0,2 0 1 0 0,46-12 5074 0 0,-44 12-5298 0 0,118-19 1311 0 0,-40 17-4491 0 0,-54 4-3626 0 0</inkml:trace>
</inkml:ink>
</file>

<file path=ppt/ink/ink1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8:34.46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0 159 7202 0 0,'26'-33'2219'0'0,"-8"16"-1151"0"0,1 1 1 0 0,0 1 0 0 0,1 1-1 0 0,0 0 1 0 0,43-20 0 0 0,-59 32-933 0 0,1-1 0 0 0,-1 1 0 0 0,1 0 0 0 0,-1 1 1 0 0,1-1-1 0 0,0 1 0 0 0,0 0 0 0 0,-1 0 0 0 0,7 0 1 0 0,-10 1-172 0 0,1 1 1 0 0,-1-1 0 0 0,1 0 0 0 0,-1 0 0 0 0,0 1 0 0 0,1-1 0 0 0,-1 1-1 0 0,1-1 1 0 0,-1 1 0 0 0,0 0 0 0 0,1-1 0 0 0,-1 1 0 0 0,0 0 0 0 0,0 0 0 0 0,0 0-1 0 0,0 0 1 0 0,0 0 0 0 0,0 0 0 0 0,0 0 0 0 0,0 0 0 0 0,0 1 0 0 0,0-1 0 0 0,0 0-1 0 0,-1 0 1 0 0,1 1 0 0 0,-1-1 0 0 0,1 1 0 0 0,-1-1 0 0 0,1 0 0 0 0,-1 1-1 0 0,0-1 1 0 0,0 1 0 0 0,1 2 0 0 0,1 31-1187 0 0,-2-26 1034 0 0,1-1 0 0 0,-1 0 0 0 0,1 1-1 0 0,1-1 1 0 0,0 0 0 0 0,2 8 0 0 0,-3-14 185 0 0,0 0 0 0 0,0 0 1 0 0,0-1-1 0 0,0 1 0 0 0,1 0 0 0 0,-1-1 1 0 0,0 1-1 0 0,1-1 0 0 0,-1 1 0 0 0,1-1 1 0 0,-1 1-1 0 0,1-1 0 0 0,0 0 1 0 0,0 0-1 0 0,-1 0 0 0 0,1 0 0 0 0,0 0 1 0 0,0 0-1 0 0,0-1 0 0 0,0 1 0 0 0,0-1 1 0 0,0 1-1 0 0,0-1 0 0 0,0 0 1 0 0,0 0-1 0 0,0 0 0 0 0,0 0 0 0 0,1 0 1 0 0,1 0-1 0 0,38-6 105 0 0,-34 4 101 0 0,1 0 0 0 0,0 1 1 0 0,0 0-1 0 0,0 1 0 0 0,0 0 0 0 0,14 1 0 0 0,-20 0-157 0 0,-1 0-1 0 0,0-1 1 0 0,1 1-1 0 0,-1 0 1 0 0,0 1-1 0 0,1-1 1 0 0,-1 0-1 0 0,0 1 1 0 0,0-1-1 0 0,0 1 1 0 0,0-1-1 0 0,-1 1 1 0 0,1 0-1 0 0,0 0 1 0 0,-1 0-1 0 0,1 0 1 0 0,-1 0-1 0 0,0 0 1 0 0,1 1-1 0 0,-1-1 1 0 0,0 0-1 0 0,0 1 1 0 0,-1-1-1 0 0,1 0 1 0 0,0 1-1 0 0,-1-1 1 0 0,0 1-1 0 0,1 3 0 0 0,0 5 57 0 0,0 0 0 0 0,-1 1 0 0 0,0-1 0 0 0,0 0 0 0 0,-2 0 0 0 0,1 1 0 0 0,-5 13-1 0 0,-3 5-648 0 0,-16 37-1 0 0,6-20-2995 0 0,18-42 1707 0 0</inkml:trace>
</inkml:ink>
</file>

<file path=ppt/ink/ink1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8:35.04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577 298 1840 0 0,'-6'-10'442'0'0,"0"1"0"0"0,-1 0-1 0 0,-1 0 1 0 0,1 1 0 0 0,-1 0-1 0 0,-1 0 1 0 0,0 0-1 0 0,0 1 1 0 0,0 1 0 0 0,-1 0-1 0 0,1 0 1 0 0,-2 1 0 0 0,1 0-1 0 0,0 0 1 0 0,-1 1-1 0 0,0 1 1 0 0,0 0 0 0 0,0 0-1 0 0,-22-1 1 0 0,22 4-243 0 0,-1 1 1 0 0,0 0-1 0 0,1 1 0 0 0,-1 0 1 0 0,1 1-1 0 0,-1 0 0 0 0,1 1 1 0 0,0 0-1 0 0,0 1 0 0 0,1 0 1 0 0,0 1-1 0 0,0 0 0 0 0,0 1 1 0 0,0 0-1 0 0,1 0 0 0 0,0 1 0 0 0,1 0 1 0 0,0 0-1 0 0,-12 16 0 0 0,3-1 303 0 0,1 1 0 0 0,1 0 0 0 0,2 1 0 0 0,0 1-1 0 0,1 0 1 0 0,-15 52 0 0 0,15-34-600 0 0,3 0 0 0 0,1 0 0 0 0,2 1 1 0 0,3 0-1 0 0,1 0 0 0 0,2 0 0 0 0,2 0 1 0 0,9 48-1 0 0,-6-60 13 0 0,2-1 0 0 0,1 1 1 0 0,2-1-1 0 0,1-1 0 0 0,1 0 1 0 0,2 0-1 0 0,1-2 0 0 0,1 1 1 0 0,2-2-1 0 0,1-1 0 0 0,35 41 0 0 0,-43-57 112 0 0,0 0-1 0 0,1-1 1 0 0,0 0-1 0 0,1 0 0 0 0,0-2 1 0 0,1 1-1 0 0,-1-2 1 0 0,2 0-1 0 0,-1 0 0 0 0,1-2 1 0 0,0 0-1 0 0,0 0 1 0 0,0-1-1 0 0,1-1 0 0 0,-1-1 1 0 0,1 0-1 0 0,0-1 1 0 0,0-1-1 0 0,-1 0 0 0 0,1-1 1 0 0,0-1-1 0 0,-1 0 1 0 0,28-9-1 0 0,-22 4 193 0 0,0 0 1 0 0,-1-2-1 0 0,-1-1 0 0 0,1 0 0 0 0,-2-2 1 0 0,1 0-1 0 0,-2-1 0 0 0,0 0 0 0 0,0-2 1 0 0,20-23-1 0 0,4-8 137 0 0,-3-2 0 0 0,48-76-1 0 0,-58 79-12 0 0,-2-2 0 0 0,-2 0 0 0 0,-2-2 0 0 0,-2 0 0 0 0,-3-2 0 0 0,18-78 0 0 0,-32 103-246 0 0,0 1 0 0 0,-1-1 0 0 0,-2 0 1 0 0,-1 1-1 0 0,0-1 0 0 0,-2 0 0 0 0,-1 1 1 0 0,-2 0-1 0 0,0-1 0 0 0,-1 2 0 0 0,-2-1 0 0 0,0 1 1 0 0,-1 1-1 0 0,-2 0 0 0 0,-27-41 0 0 0,26 45-68 0 0,-2 0 0 0 0,0 1-1 0 0,-1 0 1 0 0,0 1 0 0 0,-2 1 0 0 0,0 1-1 0 0,0 0 1 0 0,-2 2 0 0 0,0 0-1 0 0,0 1 1 0 0,-1 1 0 0 0,0 1 0 0 0,-1 1-1 0 0,0 1 1 0 0,-1 0 0 0 0,0 2 0 0 0,-33-5-1 0 0,41 8-186 0 0,-1 2 0 0 0,1-1 0 0 0,0 2-1 0 0,-1 0 1 0 0,1 1 0 0 0,0 0 0 0 0,0 1-1 0 0,-16 5 1 0 0,12 1-362 0 0</inkml:trace>
</inkml:ink>
</file>

<file path=ppt/ink/ink1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8:30.21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53 138 14283 0 0,'-4'-14'1403'0'0,"-1"1"0"0"0,-11-22-1 0 0,11 25-913 0 0,0-1 1 0 0,1 1-1 0 0,0-1 0 0 0,0 0 0 0 0,-2-12 0 0 0,48 83 146 0 0,-5 9-648 0 0,116 197 17 0 0,-129-230-102 0 0,1-2 1 0 0,2-1 0 0 0,1-1 0 0 0,2-1 0 0 0,39 31 0 0 0,-62-56 125 0 0,0 0 1 0 0,1-1 0 0 0,0 0 0 0 0,0 0-1 0 0,11 4 1 0 0,-17-8 0 0 0,-1-1 0 0 0,1 1 0 0 0,-1-1 0 0 0,1 1 0 0 0,0-1 0 0 0,-1 0 0 0 0,1 1 0 0 0,-1-1 0 0 0,1 0 0 0 0,0 0 0 0 0,-1 0 0 0 0,1-1-1 0 0,0 1 1 0 0,-1 0 0 0 0,1-1 0 0 0,-1 1 0 0 0,1-1 0 0 0,0 1 0 0 0,-1-1 0 0 0,0 1 0 0 0,1-1 0 0 0,-1 0 0 0 0,1 0 0 0 0,-1 0 0 0 0,0 0 0 0 0,1 0 0 0 0,-1 0-1 0 0,0 0 1 0 0,0-1 0 0 0,0 1 0 0 0,0 0 0 0 0,0-1 0 0 0,0 1 0 0 0,0 0 0 0 0,-1-1 0 0 0,1 1 0 0 0,0-3 0 0 0,5-12 89 0 0,0-1 0 0 0,-2 1 0 0 0,0-1 0 0 0,0 0 0 0 0,0-19 0 0 0,1-89 212 0 0,-5 94-252 0 0,-10-282-1197 0 0</inkml:trace>
</inkml:ink>
</file>

<file path=ppt/ink/ink1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8:30.4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0 167 10226 0 0,'4'-6'299'0'0,"-1"1"1"0"0,1 0-1 0 0,0 0 0 0 0,0 0 0 0 0,1 1 0 0 0,0 0 0 0 0,0-1 1 0 0,0 2-1 0 0,0-1 0 0 0,0 0 0 0 0,1 1 0 0 0,6-3 1 0 0,9-7 1126 0 0,-8 4-903 0 0,73-47 3498 0 0,-26 26-5484 0 0</inkml:trace>
</inkml:ink>
</file>

<file path=ppt/ink/ink1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8:31.44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1 113 8290 0 0,'1'-7'662'0'0,"0"0"1"0"0,1 0-1 0 0,-1 0 1 0 0,2 0-1 0 0,-1 0 1 0 0,1 1-1 0 0,0-1 1 0 0,0 1-1 0 0,1 0 1 0 0,0 0 0 0 0,0 0-1 0 0,0 0 1 0 0,8-7-1 0 0,-10 12-594 0 0,-1 0-1 0 0,1-1 1 0 0,-1 1-1 0 0,1 0 1 0 0,-1 0 0 0 0,1 0-1 0 0,0 0 1 0 0,0 0-1 0 0,-1 0 1 0 0,1 0 0 0 0,0 1-1 0 0,0-1 1 0 0,0 1-1 0 0,0-1 1 0 0,0 1 0 0 0,0 0-1 0 0,0 0 1 0 0,0 0-1 0 0,0 0 1 0 0,0 0-1 0 0,0 0 1 0 0,0 0 0 0 0,0 1-1 0 0,0-1 1 0 0,0 1-1 0 0,-1-1 1 0 0,1 1 0 0 0,0 0-1 0 0,0 0 1 0 0,0 0-1 0 0,-1 0 1 0 0,1 0 0 0 0,0 0-1 0 0,2 3 1 0 0,-1-1-86 0 0,0 1 0 0 0,0 0-1 0 0,0 0 1 0 0,-1 0 0 0 0,1 0 0 0 0,-1 0 0 0 0,0 1 0 0 0,0-1 0 0 0,0 1 0 0 0,-1-1 0 0 0,0 1 0 0 0,0 0 0 0 0,1 6 0 0 0,1 74-93 0 0,-4-59 171 0 0,2-1 1 0 0,5 35-1 0 0,-5-57 2 0 0,-1 0 1 0 0,1 0-1 0 0,-1 0 0 0 0,1 0 0 0 0,0 0 0 0 0,0 0 1 0 0,1 0-1 0 0,-1 0 0 0 0,1-1 0 0 0,-1 1 0 0 0,1 0 0 0 0,0-1 1 0 0,0 1-1 0 0,0-1 0 0 0,0 0 0 0 0,0 0 0 0 0,0 0 1 0 0,1 0-1 0 0,-1 0 0 0 0,1 0 0 0 0,0 0 0 0 0,-1-1 1 0 0,1 0-1 0 0,0 1 0 0 0,0-1 0 0 0,0 0 0 0 0,0 0 1 0 0,3 0-1 0 0,0 0-8 0 0,0-1 1 0 0,0 0 0 0 0,-1-1 0 0 0,1 1-1 0 0,0-1 1 0 0,-1 0 0 0 0,1 0 0 0 0,0-1-1 0 0,-1 0 1 0 0,0 0 0 0 0,1 0 0 0 0,-1-1-1 0 0,0 1 1 0 0,7-6 0 0 0,7-5-573 0 0,26-25 1 0 0,-5-1-6529 0 0,-23 20 884 0 0</inkml:trace>
</inkml:ink>
</file>

<file path=ppt/ink/ink1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8:31.95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631 319 5065 0 0,'-64'-77'2027'0'0,"49"57"-309"0"0,-1 1 1 0 0,0 0-1 0 0,-33-27 0 0 0,43 41-1316 0 0,0 1 0 0 0,-1-1 0 0 0,1 1 0 0 0,-1 1 0 0 0,0-1-1 0 0,-1 1 1 0 0,1 0 0 0 0,-1 1 0 0 0,1 0 0 0 0,-1 0 0 0 0,1 1 0 0 0,-1 0-1 0 0,0 0 1 0 0,0 0 0 0 0,-15 2 0 0 0,8 1-264 0 0,-1 0 1 0 0,1 1-1 0 0,1 1 0 0 0,-1 0 0 0 0,1 1 1 0 0,-1 1-1 0 0,1 0 0 0 0,1 1 0 0 0,-1 0 1 0 0,1 1-1 0 0,1 0 0 0 0,-1 1 1 0 0,1 1-1 0 0,-15 15 0 0 0,15-11-121 0 0,1 0 0 0 0,0 0 1 0 0,0 1-1 0 0,1 0 0 0 0,1 1 0 0 0,1 0 0 0 0,0 0 1 0 0,2 1-1 0 0,-1 0 0 0 0,2 0 0 0 0,-6 34 1 0 0,7-26-48 0 0,1 0 1 0 0,2 1 0 0 0,1-1 0 0 0,0 1-1 0 0,2-1 1 0 0,1 1 0 0 0,10 40 0 0 0,-3-33-34 0 0,1-1 1 0 0,1 0-1 0 0,2-1 1 0 0,1-1 0 0 0,24 37-1 0 0,-30-52-175 0 0,1-1 0 0 0,0 0 0 0 0,1 0 0 0 0,0-1 0 0 0,1 0 0 0 0,1-1 0 0 0,0-1 1 0 0,0 0-1 0 0,1 0 0 0 0,1-1 0 0 0,0-1 0 0 0,0-1 0 0 0,0 0 0 0 0,1-1 0 0 0,0-1 0 0 0,1 0 0 0 0,0-1 0 0 0,-1-1 0 0 0,25 3 0 0 0,-20-4 85 0 0,0-1 1 0 0,1-1 0 0 0,-1-2 0 0 0,0 0 0 0 0,0 0-1 0 0,0-2 1 0 0,0-1 0 0 0,0-1 0 0 0,30-11 0 0 0,-29 7 349 0 0,-1-1 1 0 0,-1 0-1 0 0,0-2 1 0 0,0 0-1 0 0,-1-2 1 0 0,-1 0 0 0 0,0-1-1 0 0,25-27 1 0 0,-10 4 378 0 0,-1-1 0 0 0,-2-2 0 0 0,-1-1 0 0 0,-3-1 0 0 0,24-52 0 0 0,-43 80-465 0 0,-1 0-1 0 0,-1-1 0 0 0,0 1 0 0 0,-1-1 0 0 0,-1 0 0 0 0,0 0 1 0 0,-1-1-1 0 0,-1 1 0 0 0,0 0 0 0 0,-1 0 0 0 0,-1-1 0 0 0,-1 1 1 0 0,0 0-1 0 0,-1 0 0 0 0,-1 0 0 0 0,0 0 0 0 0,-1 0 0 0 0,-1 1 1 0 0,0 0-1 0 0,-1 0 0 0 0,-1 1 0 0 0,0 0 0 0 0,-1 0 0 0 0,-1 1 1 0 0,0 0-1 0 0,0 1 0 0 0,-18-16 0 0 0,-3 2 18 0 0,-1 2 1 0 0,0 2-1 0 0,-54-28 0 0 0,61 37-519 0 0,-1 2-1 0 0,0 0 1 0 0,-1 2 0 0 0,1 1-1 0 0,-51-7 1 0 0,51 12-7596 0 0</inkml:trace>
</inkml:ink>
</file>

<file path=ppt/ink/ink1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8:36.54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40 64 2761 0 0,'-39'-6'5710'0'0,"46"7"-4079"0"0,0-1-1 0 0,0 0 0 0 0,1-1 1 0 0,10-1-1 0 0,84-20 1033 0 0,1 1-1626 0 0,-20 13-1194 0 0,1 4 0 0 0,126 10 0 0 0,-136-2-2598 0 0,-58-4 1469 0 0</inkml:trace>
</inkml:ink>
</file>

<file path=ppt/ink/ink1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8:37.14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66 164 10050 0 0,'-48'-68'2210'0'0,"30"36"3450"0"0,18 32-5620 0 0,9 5 687 0 0,10 10-507 0 0,7 15 40 0 0,-1 0 0 0 0,36 60 0 0 0,29 74 154 0 0,8 12-432 0 0,-81-149-15 0 0,1-1 0 0 0,37 40 1 0 0,-45-56 39 0 0,0-1 0 0 0,0 0 0 0 0,1 0 1 0 0,0-1-1 0 0,0 0 0 0 0,1-1 0 0 0,0 0 0 0 0,22 8 1 0 0,-32-14 43 0 0,0 0 0 0 0,0 0 1 0 0,0-1-1 0 0,0 1 0 0 0,0 0 1 0 0,0-1-1 0 0,0 0 1 0 0,0 1-1 0 0,0-1 0 0 0,1 0 1 0 0,-1 0-1 0 0,0 0 0 0 0,0 0 1 0 0,0-1-1 0 0,0 1 1 0 0,0 0-1 0 0,1-1 0 0 0,-1 0 1 0 0,0 1-1 0 0,0-1 0 0 0,0 0 1 0 0,-1 0-1 0 0,1 0 1 0 0,0 0-1 0 0,0-1 0 0 0,0 1 1 0 0,-1 0-1 0 0,1-1 0 0 0,-1 1 1 0 0,1-1-1 0 0,-1 0 1 0 0,1 1-1 0 0,-1-1 0 0 0,0 0 1 0 0,0 0-1 0 0,0 0 0 0 0,0 0 1 0 0,0 0-1 0 0,0 0 1 0 0,-1 0-1 0 0,1 0 0 0 0,-1 0 1 0 0,1-2-1 0 0,1-11 181 0 0,0 0 0 0 0,-1 0 0 0 0,0 0-1 0 0,-3-28 1 0 0,2 38-240 0 0,-22-197 246 0 0,11 130-1158 0 0,4 0 0 0 0,2 0 1 0 0,8-109-1 0 0,1 152-448 0 0</inkml:trace>
</inkml:ink>
</file>

<file path=ppt/ink/ink1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8:37.54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46 0 6913 0 0,'-2'1'39'0'0,"1"-1"-1"0"0,0 1 1 0 0,0-1-1 0 0,0 1 1 0 0,0 0-1 0 0,0-1 1 0 0,0 1-1 0 0,0 0 1 0 0,1 0-1 0 0,-1 0 1 0 0,0 0-1 0 0,0 0 1 0 0,0 0-1 0 0,1 0 1 0 0,-1 0-1 0 0,1 0 0 0 0,-1 0 1 0 0,1 0-1 0 0,-1 0 1 0 0,1 2-1 0 0,-12 29 184 0 0,11-27 22 0 0,-3 10 141 0 0,0 0 0 0 0,2 0 0 0 0,-1 0 0 0 0,2 1-1 0 0,0-1 1 0 0,1 0 0 0 0,1 1 0 0 0,4 28 0 0 0,-4-37-172 0 0,1-1-1 0 0,0 1 1 0 0,0 0 0 0 0,1-1-1 0 0,0 1 1 0 0,0-1 0 0 0,0 0-1 0 0,1 0 1 0 0,7 9 0 0 0,-8-11-22 0 0,1-1 0 0 0,-1 0 0 0 0,1 0 0 0 0,0 0 0 0 0,0 0 0 0 0,0-1-1 0 0,0 1 1 0 0,0-1 0 0 0,0 0 0 0 0,1 0 0 0 0,-1-1 0 0 0,1 1 0 0 0,-1-1 0 0 0,1 0 0 0 0,7 1 0 0 0,-8-2-100 0 0,0 0 1 0 0,-1 0 0 0 0,1 0-1 0 0,-1 0 1 0 0,1 0-1 0 0,0-1 1 0 0,-1 1-1 0 0,1-1 1 0 0,-1 0 0 0 0,1 0-1 0 0,-1 0 1 0 0,0-1-1 0 0,1 1 1 0 0,-1-1-1 0 0,0 0 1 0 0,0 0-1 0 0,0 0 1 0 0,0 0 0 0 0,0 0-1 0 0,-1-1 1 0 0,1 1-1 0 0,-1-1 1 0 0,0 0-1 0 0,1 1 1 0 0,-1-1-1 0 0,0 0 1 0 0,-1-1 0 0 0,1 1-1 0 0,0 0 1 0 0,-1 0-1 0 0,0-1 1 0 0,0 1-1 0 0,1-5 1 0 0,0 1 11 0 0,-1 0 1 0 0,0 1-1 0 0,0-1 1 0 0,-1 0 0 0 0,0 0-1 0 0,0 0 1 0 0,-1 0-1 0 0,0 0 1 0 0,0 1-1 0 0,0-1 1 0 0,-1 0-1 0 0,0 1 1 0 0,0-1-1 0 0,-1 1 1 0 0,0-1-1 0 0,-5-9 1 0 0,2 9-6 0 0,1 1 0 0 0,-1-1 0 0 0,0 1 1 0 0,-1 0-1 0 0,0 0 0 0 0,0 1 0 0 0,-14-10 0 0 0,17 13-205 0 0,0 0-1 0 0,0 0 1 0 0,0 0 0 0 0,0 0-1 0 0,0 1 1 0 0,0 0-1 0 0,-1 0 1 0 0,1 0 0 0 0,0 0-1 0 0,-1 1 1 0 0,1-1-1 0 0,0 1 1 0 0,-1 0-1 0 0,1 0 1 0 0,0 1 0 0 0,-1 0-1 0 0,-7 1 1 0 0</inkml:trace>
</inkml:ink>
</file>

<file path=ppt/ink/ink1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8:37.9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39 13 12899 0 0,'-1'0'48'0'0,"0"-1"0"0"0,0 1-1 0 0,0 0 1 0 0,0 0 0 0 0,0 0 0 0 0,0 0 0 0 0,0 0 0 0 0,0 0 0 0 0,0 0 0 0 0,0 0 0 0 0,0 0 0 0 0,0 1 0 0 0,0-1-1 0 0,0 0 1 0 0,0 0 0 0 0,0 1 0 0 0,0-1 0 0 0,0 1 0 0 0,0-1 0 0 0,1 1 0 0 0,-1-1 0 0 0,0 1 0 0 0,0 0 0 0 0,0-1-1 0 0,1 1 1 0 0,-2 1 0 0 0,1 0 199 0 0,-1 0 1 0 0,1 1-1 0 0,0-1 0 0 0,0 1 0 0 0,0-1 0 0 0,0 1 0 0 0,0-1 0 0 0,1 1 0 0 0,-2 5 1 0 0,1 1 331 0 0,1-1 0 0 0,0 1 1 0 0,0-1-1 0 0,1 1 1 0 0,2 14-1 0 0,-1-17-766 0 0,1 0-1 0 0,-1 0 1 0 0,1-1 0 0 0,0 1-1 0 0,0-1 1 0 0,1 1-1 0 0,-1-1 1 0 0,1 0-1 0 0,0 0 1 0 0,1 0 0 0 0,8 7-1 0 0,-11-11 129 0 0,-1 1 0 0 0,1-1 1 0 0,-1 0-1 0 0,1 0 0 0 0,0 0 0 0 0,0 0 0 0 0,0 0 0 0 0,0 0 0 0 0,0 0 1 0 0,-1-1-1 0 0,1 1 0 0 0,0-1 0 0 0,1 1 0 0 0,-1-1 0 0 0,0 0 0 0 0,0 0 1 0 0,0 0-1 0 0,0 0 0 0 0,0 0 0 0 0,0 0 0 0 0,0-1 0 0 0,0 1 0 0 0,0-1 1 0 0,0 1-1 0 0,0-1 0 0 0,0 0 0 0 0,0 0 0 0 0,-1 0 0 0 0,1 0 0 0 0,0 0 1 0 0,0 0-1 0 0,-1 0 0 0 0,1 0 0 0 0,-1-1 0 0 0,1 1 0 0 0,-1-1 0 0 0,1 1 1 0 0,-1-1-1 0 0,0 0 0 0 0,1-1 0 0 0,2-3 28 0 0,-1 0 0 0 0,1 1 0 0 0,-2-1 0 0 0,1 0 0 0 0,0 0-1 0 0,-1-1 1 0 0,-1 1 0 0 0,1 0 0 0 0,-1-1 0 0 0,1-10 0 0 0,-1-4 824 0 0,-1 1 0 0 0,-4-23-1 0 0,3 39-598 0 0,1 3-140 0 0,0 1 0 0 0,0 0 0 0 0,0-1 0 0 0,0 1 0 0 0,0 0 0 0 0,0-1 0 0 0,0 1 1 0 0,-1 0-1 0 0,1-1 0 0 0,0 1 0 0 0,0 0 0 0 0,0-1 0 0 0,0 1 0 0 0,0 0 0 0 0,0-1 0 0 0,1 1 0 0 0,-1 0 0 0 0,0-1 0 0 0,0 1 1 0 0,0 0-1 0 0,0-1 0 0 0,0 1 0 0 0,0 0 0 0 0,1-1 0 0 0,-1 1 0 0 0,0 0 0 0 0,0 0 0 0 0,0-1 0 0 0,1 1 0 0 0,-1 0 1 0 0,0 0-1 0 0,0-1 0 0 0,1 1 0 0 0,-1 0 0 0 0,0 0 0 0 0,1 0 0 0 0,-1-1 0 0 0,1 1 0 0 0,11 8 790 0 0,12 20-424 0 0,-7 5-132 0 0,-10-20-175 0 0,0 0 0 0 0,0 0 0 0 0,1-1 0 0 0,1 0 0 0 0,14 16 0 0 0,-21-26-224 0 0,0 0 1 0 0,0 0-1 0 0,0 0 0 0 0,0-1 1 0 0,1 1-1 0 0,-1-1 1 0 0,0 0-1 0 0,1 0 1 0 0,-1 1-1 0 0,1-2 1 0 0,0 1-1 0 0,-1 0 0 0 0,1 0 1 0 0,0-1-1 0 0,-1 1 1 0 0,1-1-1 0 0,0 0 1 0 0,-1 0-1 0 0,1 0 1 0 0,0 0-1 0 0,0-1 0 0 0,-1 1 1 0 0,1-1-1 0 0,0 1 1 0 0,-1-1-1 0 0,1 0 1 0 0,-1 0-1 0 0,1 0 0 0 0,-1-1 1 0 0,0 1-1 0 0,1 0 1 0 0,-1-1-1 0 0,0 0 1 0 0,0 1-1 0 0,3-4 1 0 0,4-3-820 0 0,0 0 0 0 0,0 0 0 0 0,-1-1 0 0 0,-1 0 0 0 0,11-14 0 0 0,-7 1-3787 0 0</inkml:trace>
</inkml:ink>
</file>

<file path=ppt/ink/ink1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8:38.14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26 187 3225 0 0,'-3'-28'-307'0'0,"-5"-52"2432"0"0,-6 1 5244 0 0,15 97-1468 0 0,-1 12-3934 0 0,1 31-981 0 0,7-3-501 0 0,2-1 1 0 0,2 0 0 0 0,26 70-1 0 0,-17-60-1064 0 0,20 117-1 0 0,-36-148-1363 0 0,1 0-5360 0 0</inkml:trace>
</inkml:ink>
</file>

<file path=ppt/ink/ink1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8:38.38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 93 7370 0 0,'-11'-2'8972'0'0,"12"1"-8922"0"0,1 0 0 0 0,-1 0-1 0 0,1 0 1 0 0,-1 0 0 0 0,1 0 0 0 0,-1 0-1 0 0,1 0 1 0 0,-1 0 0 0 0,0-1 0 0 0,0 1 0 0 0,1 0-1 0 0,0-3 1 0 0,3-1 42 0 0,5-5-198 0 0,1 2-1 0 0,0 0 1 0 0,1 0-1 0 0,0 1 1 0 0,25-11-1 0 0,-11 8-324 0 0</inkml:trace>
</inkml:ink>
</file>

<file path=ppt/ink/ink1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8:39.9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251 626 6449 0 0,'-54'-19'3110'0'0,"-61"-18"3037"0"0,111 37-5845 0 0,0-1 0 0 0,0 1 0 0 0,0 0 0 0 0,0 0 0 0 0,0 0 0 0 0,0 0 0 0 0,0 1 0 0 0,1-1 0 0 0,-1 1 0 0 0,-5 2 0 0 0,7-3-243 0 0,0 1 0 0 0,0 0 0 0 0,0 0 0 0 0,0 0 0 0 0,0-1 0 0 0,1 2 0 0 0,-1-1 0 0 0,0 0 0 0 0,0 0 0 0 0,1 1 0 0 0,-1-1 0 0 0,1 0 0 0 0,-1 1 0 0 0,1 0 0 0 0,0-1 0 0 0,-1 1 0 0 0,1 0 0 0 0,0 0 0 0 0,0 0 0 0 0,-1 2 0 0 0,2-2-55 0 0,1-1 0 0 0,-1 0 0 0 0,0 0 0 0 0,1 0 0 0 0,-1 0 0 0 0,1 0 0 0 0,-1 0 0 0 0,1-1 0 0 0,0 1 0 0 0,-1 0 0 0 0,1 0 0 0 0,0 0 0 0 0,0 0 0 0 0,-1-1 0 0 0,1 1 0 0 0,0 0 0 0 0,0-1 0 0 0,0 1 0 0 0,0-1 0 0 0,0 1 0 0 0,0-1 0 0 0,0 1 0 0 0,0-1 0 0 0,1 1 0 0 0,28 9-148 0 0,5-5 197 0 0,0-2 0 0 0,0-2 1 0 0,0-1-1 0 0,55-7 0 0 0,-42 2 54 0 0,400-2 105 0 0,-440 7-208 0 0,465-21 265 0 0,-305 9-180 0 0,370-29 626 0 0,355-79-126 0 0,-425 48-354 0 0,154-19-118 0 0,-86 25 99 0 0,-456 55-118 0 0,336-55 191 0 0,-50 24-100 0 0,-108 16 3 0 0,-167 17-126 0 0,-49 6-18 0 0,1-2 1 0 0,48-12-1 0 0,-91 17-122 0 0,1 0 1 0 0,0 0-1 0 0,-1 0 0 0 0,1 0 0 0 0,-1 0 0 0 0,1 0 0 0 0,-1 0 1 0 0,1 0-1 0 0,0 0 0 0 0,-1 0 0 0 0,1 0 0 0 0,-1 0 1 0 0,1-1-1 0 0,-1 1 0 0 0,1 0 0 0 0,-1-1 0 0 0,1 1 0 0 0,-1 0 1 0 0,1-1-1 0 0,-1 1 0 0 0,1 0 0 0 0,-1-1 0 0 0,0 1 1 0 0,1-1-1 0 0,-1 1 0 0 0,1-1 0 0 0,-1 1 0 0 0,0 0 1 0 0,0-1-1 0 0,1 0 0 0 0,-1 1 0 0 0,0-1 0 0 0,0 1 0 0 0,0-1 1 0 0,1 1-1 0 0,-1-1 0 0 0,0 1 0 0 0,0-1 0 0 0,0 0 1 0 0,0 1-1 0 0,0-1 0 0 0,0 1 0 0 0,0-1 0 0 0,0 0 0 0 0,-1 1 1 0 0,1-1-1 0 0,0 1 0 0 0,0-1 0 0 0,0 1 0 0 0,-1-1 1 0 0,1 1-1 0 0,-1-1 0 0 0,1-1-217 0 0</inkml:trace>
</inkml:ink>
</file>

<file path=ppt/ink/ink1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8:41.30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51 36 10594 0 0,'-1'-1'520'0'0,"-3"-3"248"0"0,1 1 1 0 0,0-1-1 0 0,-1 1 0 0 0,0 0 0 0 0,0 0 0 0 0,0 0 0 0 0,0 1 0 0 0,0-1 0 0 0,-1 1 0 0 0,-4-2 0 0 0,8 7-541 0 0,1 0 1 0 0,-1 0 0 0 0,1 1-1 0 0,0-1 1 0 0,0 0-1 0 0,0 0 1 0 0,1 0-1 0 0,-1 1 1 0 0,2 5-1 0 0,-1-5-110 0 0,52 232 662 0 0,-25-127-705 0 0,-22-85-272 0 0,57 199 941 0 0,-55-200-1301 0 0,2-1 0 0 0,0-1 0 0 0,1 0 0 0 0,1 0 0 0 0,1-2 0 0 0,0 1 0 0 0,29 29 0 0 0</inkml:trace>
</inkml:ink>
</file>

<file path=ppt/ink/ink1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8:41.73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5 234 3225 0 0,'0'-10'314'0'0,"0"1"1"0"0,1 0 0 0 0,0-1-1 0 0,0 1 1 0 0,1 0-1 0 0,0-1 1 0 0,0 1 0 0 0,1 0-1 0 0,1 0 1 0 0,-1 1 0 0 0,10-16-1 0 0,-7 14 348 0 0,1-1 1 0 0,0 1-1 0 0,0 1 0 0 0,1-1 0 0 0,1 1 0 0 0,-1 0 1 0 0,2 1-1 0 0,15-11 0 0 0,-23 17-532 0 0,0 1 0 0 0,-1-1 0 0 0,1 1 0 0 0,0 0 0 0 0,1 0 0 0 0,-1 0 0 0 0,0 0 0 0 0,0 0-1 0 0,0 1 1 0 0,0-1 0 0 0,1 1 0 0 0,-1-1 0 0 0,0 1 0 0 0,1 0 0 0 0,-1 0 0 0 0,0 0 0 0 0,1 0 0 0 0,-1 0 0 0 0,0 1 0 0 0,4 0 0 0 0,-4 0-120 0 0,0 0 1 0 0,-1 1 0 0 0,1-1 0 0 0,-1 0 0 0 0,1 1 0 0 0,-1-1 0 0 0,1 1 0 0 0,-1 0 0 0 0,0 0 0 0 0,0-1 0 0 0,0 1-1 0 0,0 0 1 0 0,0 0 0 0 0,0 0 0 0 0,-1 0 0 0 0,1 0 0 0 0,0 0 0 0 0,-1 0 0 0 0,0 0 0 0 0,1 0 0 0 0,-1 0 0 0 0,0 3-1 0 0,0 8-128 0 0,0-1 0 0 0,-1 1 0 0 0,-1 0-1 0 0,1-1 1 0 0,-2 0 0 0 0,0 1-1 0 0,0-1 1 0 0,-10 21 0 0 0,-52 92 676 0 0,50-98-204 0 0,6-11-60 0 0,-2 4 682 0 0,0 0 1 0 0,-2 0-1 0 0,0-1 1 0 0,-19 20 519 0 0,60-39-482 0 0,333 11-790 0 0,-272-8-203 0 0,-83-2-385 0 0,25 0 199 0 0,-11 2-6003 0 0</inkml:trace>
</inkml:ink>
</file>

<file path=ppt/ink/ink1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8:42.06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254 228 6913 0 0,'0'-18'697'0'0,"-1"0"-1"0"0,0 1 1 0 0,-2-1-1 0 0,0 0 0 0 0,-8-25 1 0 0,9 38-358 0 0,0-1 0 0 0,0 1 0 0 0,0 0 0 0 0,0 0 0 0 0,-1 0 0 0 0,0 0 0 0 0,0 0 0 0 0,-1 0 0 0 0,1 1 0 0 0,-1 0 0 0 0,0 0 0 0 0,0 0 0 0 0,0 0 0 0 0,-1 0 0 0 0,1 1 0 0 0,-1 0 0 0 0,0 0 0 0 0,0 0 1 0 0,0 1-1 0 0,0-1 0 0 0,-8-1 0 0 0,10 3-197 0 0,-1 0 1 0 0,0 0-1 0 0,0 0 1 0 0,0 1 0 0 0,0 0-1 0 0,0 0 1 0 0,0 0-1 0 0,0 0 1 0 0,0 1 0 0 0,0-1-1 0 0,0 1 1 0 0,0 0 0 0 0,0 0-1 0 0,1 1 1 0 0,-1-1-1 0 0,0 1 1 0 0,-4 2 0 0 0,3 0-41 0 0,1-1 1 0 0,0 1 0 0 0,0 0 0 0 0,0 0-1 0 0,0 0 1 0 0,1 0 0 0 0,-1 1 0 0 0,1-1-1 0 0,1 1 1 0 0,-1 0 0 0 0,-2 6 0 0 0,-1 5-25 0 0,1-1 0 0 0,1 1 0 0 0,0 0 0 0 0,1 0 0 0 0,1 1 0 0 0,0-1 0 0 0,1 24 1 0 0,4-6-77 0 0,1 1 1 0 0,1-1 0 0 0,2 1 0 0 0,1-1-1 0 0,20 48 1 0 0,3-5-4 0 0,48 83-1 0 0,-8-50-1358 0 0,-49-78-90 0 0,-1 0 0 0 0,24 51-1 0 0,-39-67-4961 0 0</inkml:trace>
</inkml:ink>
</file>

<file path=ppt/ink/ink1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8:42.3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1 221 5985 0 0,'0'-2'165'0'0,"0"0"0"0"0,1 0-1 0 0,0 1 1 0 0,-1-1 0 0 0,1 0 0 0 0,0 1-1 0 0,0-1 1 0 0,0 0 0 0 0,0 1-1 0 0,0-1 1 0 0,0 1 0 0 0,1 0-1 0 0,-1-1 1 0 0,0 1 0 0 0,1 0 0 0 0,-1 0-1 0 0,2-1 1 0 0,33-22 3108 0 0,-25 18-2108 0 0,102-55 6153 0 0,9-6-5099 0 0,-109 59-2753 0 0,1 0 0 0 0,26-11 0 0 0</inkml:trace>
</inkml:ink>
</file>

<file path=ppt/ink/ink1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8:54.73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19 5 10138 0 0,'0'0'64'0'0,"0"0"0"0"0,0 0 0 0 0,0-1 0 0 0,0 1 0 0 0,0 0 0 0 0,0 0 0 0 0,-1-1 0 0 0,1 1 0 0 0,0 0 0 0 0,0 0 0 0 0,0-1 1 0 0,0 1-1 0 0,-1 0 0 0 0,1 0 0 0 0,0 0 0 0 0,0 0 0 0 0,0-1 0 0 0,-1 1 0 0 0,1 0 0 0 0,0 0 0 0 0,0 0 0 0 0,0 0 0 0 0,-1 0 0 0 0,1 0 0 0 0,0 0 0 0 0,-1-1 0 0 0,1 1 0 0 0,0 0 0 0 0,0 0 0 0 0,-1 0 0 0 0,1 0 0 0 0,0 0 0 0 0,0 0 0 0 0,-1 0 0 0 0,1 0 0 0 0,0 0 0 0 0,0 1 0 0 0,-1-1 0 0 0,1 0 0 0 0,0 0 0 0 0,-1 0 0 0 0,-5 13 610 0 0,3 16-696 0 0,7 22 379 0 0,2-1 0 0 0,3 1-1 0 0,22 72 1 0 0,62 145-168 0 0,-24-80 295 0 0,188 727 2013 0 0,1 131-1253 0 0,-174-691-1094 0 0,42 407 0 0 0,-71-55 290 0 0,-43 2 82 0 0,-44 73-158 0 0,-1-1-394 0 0,19-22 30 0 0,7-495 0 0 0,23 276 74 0 0,-2-236 15 0 0,-12-84 291 0 0,6 117 586 0 0,9-108-939 0 0,13 211 262 0 0,-30-387 192 0 0,0-19-1911 0 0,1-11-3961 0 0</inkml:trace>
</inkml:ink>
</file>

<file path=ppt/ink/ink1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8:56.01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56 7852 7834 0 0,'-7'4'337'0'0,"5"-4"-306"0"0,0 1 1 0 0,0 0-1 0 0,1-1 0 0 0,-1 1 1 0 0,1 0-1 0 0,-1 0 0 0 0,1 0 0 0 0,-1 0 1 0 0,1 0-1 0 0,-1 1 0 0 0,1-1 1 0 0,0 0-1 0 0,0 1 0 0 0,0-1 1 0 0,0 1-1 0 0,0-1 0 0 0,0 1 1 0 0,0-1-1 0 0,0 1 0 0 0,0 0 1 0 0,1-1-1 0 0,-1 4 0 0 0,0 1 99 0 0,0 1 0 0 0,0-1 0 0 0,0 0 0 0 0,-5 12 0 0 0,-3 20 64 0 0,8-31-169 0 0,1 0 0 0 0,1 0 0 0 0,-1 0 0 0 0,1-1-1 0 0,0 1 1 0 0,0 0 0 0 0,1-1 0 0 0,0 1-1 0 0,0-1 1 0 0,1 1 0 0 0,6 10 0 0 0,-3-7 23 0 0,0 0 0 0 0,1-1 0 0 0,0 0 0 0 0,1-1 0 0 0,0 1 0 0 0,14 10 1 0 0,0-3 46 0 0,1-1 1 0 0,1 0 0 0 0,0-2 0 0 0,0-1 0 0 0,32 11 0 0 0,-14-9-11 0 0,0-2-1 0 0,1-1 1 0 0,1-3 0 0 0,58 4-1 0 0,-39-8-71 0 0,0-4 0 0 0,91-10-1 0 0,-84-1-72 0 0,0-3-1 0 0,0-3 0 0 0,-2-3 0 0 0,0-3 0 0 0,-2-3 0 0 0,66-36 0 0 0,-15-2 511 0 0,-3-5 1 0 0,137-110-1 0 0,-36-13 886 0 0,-17-18 288 0 0,-97 101-964 0 0,-14 11-19 0 0,-5-4 0 0 0,69-113 0 0 0,112-237 266 0 0,-175 274-940 0 0,111-326 0 0 0,-3-210-1254 0 0,-140 447 427 0 0,30-390 0 0 0,-73 432 209 0 0,-11-1-1 0 0,-29-258 1 0 0,-56-105-931 0 0,-20-236 2381 0 0,96 689-448 0 0,14-179 0 0 0,0 249-120 0 0,2 1 1 0 0,3 1-1 0 0,3 0 0 0 0,43-115 1 0 0,-21 91 1 0 0,5 2-1 0 0,3 1 1 0 0,4 3 0 0 0,3 2 0 0 0,4 2 0 0 0,87-94 0 0 0,-123 152-210 0 0,0 1 0 0 0,1 1 0 0 0,1 1 0 0 0,1 1 0 0 0,0 1 0 0 0,31-15 1 0 0,-35 21 42 0 0,0 1 0 0 0,0 1 0 0 0,0 1 0 0 0,1 0 1 0 0,0 2-1 0 0,0 0 0 0 0,0 1 0 0 0,0 1 0 0 0,25 1 1 0 0,-42 1-82 0 0,0 0 1 0 0,0 1-1 0 0,1 0 1 0 0,-1-1-1 0 0,0 1 1 0 0,0 0 0 0 0,0 1-1 0 0,0-1 1 0 0,0 0-1 0 0,0 1 1 0 0,4 3-1 0 0,-6-4 14 0 0,0-1-1 0 0,-1 1 1 0 0,1-1-1 0 0,-1 1 0 0 0,1-1 1 0 0,-1 1-1 0 0,1 0 1 0 0,-1 0-1 0 0,1-1 0 0 0,-1 1 1 0 0,0 0-1 0 0,1-1 1 0 0,-1 1-1 0 0,0 0 0 0 0,0 0 1 0 0,0 0-1 0 0,1-1 1 0 0,-1 1-1 0 0,0 0 0 0 0,0 0 1 0 0,0 0-1 0 0,0 0 1 0 0,0-1-1 0 0,0 1 0 0 0,-1 0 1 0 0,1 0-1 0 0,0 0 1 0 0,0-1-1 0 0,-1 1 0 0 0,1 0 1 0 0,0 0-1 0 0,-1-1 1 0 0,1 1-1 0 0,-1 0 0 0 0,1-1 1 0 0,-1 1-1 0 0,1 0 1 0 0,-1-1-1 0 0,1 1 0 0 0,-1-1 1 0 0,1 1-1 0 0,-1-1 1 0 0,0 1-1 0 0,1-1 0 0 0,-1 1 1 0 0,0-1-1 0 0,0 0 1 0 0,1 1-1 0 0,-2-1 0 0 0,-7 3-3693 0 0</inkml:trace>
</inkml:ink>
</file>

<file path=ppt/ink/ink1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8:56.46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 20 3681 0 0,'-2'-2'968'0'0,"8"0"-128"0"0,21-3 524 0 0,35-2 578 0 0,-35 5-1463 0 0,-1 1-1 0 0,1 1 1 0 0,-1 1-1 0 0,1 1 1 0 0,-1 2 0 0 0,0 0-1 0 0,0 2 1 0 0,0 1-1 0 0,-1 1 1 0 0,0 1-1 0 0,-1 2 1 0 0,24 12 0 0 0,277 182-710 0 0,-319-201 333 0 0,0 0 1 0 0,1 0 0 0 0,-1-1-1 0 0,1 0 1 0 0,0 0-1 0 0,0 0 1 0 0,0-1 0 0 0,0 0-1 0 0,0 0 1 0 0,0-1-1 0 0,0 0 1 0 0,1 0 0 0 0,-1-1-1 0 0,0 0 1 0 0,14-2 0 0 0,-21 2-167 0 0,0 0 1 0 0,1 0-1 0 0,-1 0 1 0 0,0 0-1 0 0,0 0 1 0 0,0 0 0 0 0,1 0-1 0 0,-1 0 1 0 0,0 0-1 0 0,0 0 1 0 0,0 0 0 0 0,1 0-1 0 0,-1-1 1 0 0,0 1-1 0 0,0 0 1 0 0,0 0 0 0 0,1 0-1 0 0,-1 0 1 0 0,0 0-1 0 0,0-1 1 0 0,0 1 0 0 0,0 0-1 0 0,0 0 1 0 0,1 0-1 0 0,-1-1 1 0 0,0 1 0 0 0,0 0-1 0 0,0 0 1 0 0,0 0-1 0 0,0-1 1 0 0,0 1 0 0 0,0 0-1 0 0,0 0 1 0 0,0 0-1 0 0,0-1 1 0 0,0 1 0 0 0,0 0-1 0 0,0 0 1 0 0,0-1-1 0 0,0 1 1 0 0,0 0 0 0 0,0 0-1 0 0,0 0 1 0 0,0-1-1 0 0,0 1 1 0 0,0 0 0 0 0,0 0-1 0 0,-1 0 1 0 0,1-1-1 0 0,0 1 1 0 0,0 0 0 0 0,0 0-1 0 0,0 0 1 0 0,0-1-1 0 0,-1 1 1 0 0,1 0 0 0 0,0 0-1 0 0,0 0 1 0 0</inkml:trace>
</inkml:ink>
</file>

<file path=ppt/ink/ink1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8:56.77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11 0 5401 0 0,'-5'3'480'0'0,"4"-3"-384"0"0,-2 0-96 0 0,1 2 0 0 0</inkml:trace>
</inkml:ink>
</file>

<file path=ppt/ink/ink1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8:57.12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7 83 6449 0 0,'-6'-24'565'0'0,"6"22"-184"0"0,0 1 1 0 0,0-1 0 0 0,0 0 0 0 0,0 0 0 0 0,0 1 0 0 0,0-1 0 0 0,0 0 0 0 0,1 0 0 0 0,-1 1 0 0 0,0-1 0 0 0,1 0 0 0 0,1-2 0 0 0,-1 2-24 0 0,0 1 0 0 0,0 0 0 0 0,0-1 0 0 0,0 1 0 0 0,0 0 0 0 0,0 0 0 0 0,1-1 0 0 0,-1 1 0 0 0,1 0 0 0 0,-1 0 0 0 0,1 0 0 0 0,2-1 0 0 0,18-5-347 0 0,-5 3 206 0 0,-1 2 1 0 0,0 0-1 0 0,1 1 1 0 0,0 1-1 0 0,-1 0 0 0 0,1 1 1 0 0,-1 1-1 0 0,1 1 1 0 0,29 8-1 0 0,12 8 43 0 0,74 33-1 0 0,-94-35-204 0 0,236 107-219 0 0,-273-123 212 0 0,0-1 0 0 0,1 0 0 0 0,-1 1 0 0 0,0-1 0 0 0,1 1 0 0 0,-1 0 0 0 0,0-1 0 0 0,0 1 0 0 0,1 0 0 0 0,-1 0 0 0 0,0 0 0 0 0,0 0 0 0 0,0 0 0 0 0,0 0 0 0 0,0 0 0 0 0,0 0 1 0 0,0 0-1 0 0,-1 1 0 0 0,1-1 0 0 0,0 0 0 0 0,-1 0 0 0 0,1 1 0 0 0,-1-1 0 0 0,1 3 0 0 0,-1-3 1 0 0,-1 0 1 0 0,0 0 0 0 0,0 0 0 0 0,1 0 0 0 0,-1 0-1 0 0,0 0 1 0 0,0 0 0 0 0,0 0 0 0 0,0 0 0 0 0,0-1-1 0 0,-1 1 1 0 0,1 0 0 0 0,0-1 0 0 0,0 1 0 0 0,0-1-1 0 0,-1 1 1 0 0,1-1 0 0 0,0 0 0 0 0,0 1 0 0 0,-1-1-1 0 0,1 0 1 0 0,0 0 0 0 0,-1 0 0 0 0,1 0 0 0 0,-3 0-1 0 0,-17 2 111 0 0,0 2 0 0 0,0 1-1 0 0,0 0 1 0 0,1 1-1 0 0,0 1 1 0 0,-20 11 0 0 0,-114 66-113 0 0,124-66 66 0 0,8-6-237 0 0,-127 81-1402 0 0,118-72-6118 0 0</inkml:trace>
</inkml:ink>
</file>

<file path=ppt/ink/ink1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8:58.91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123 366 920 0 0,'3'-108'2908'0'0,"0"59"-780"0"0,-2-1 0 0 0,-9-72 0 0 0,8 119-1853 0 0,-1 1 0 0 0,1-1 0 0 0,-1 1 1 0 0,0-1-1 0 0,0 1 0 0 0,0 0 1 0 0,0 0-1 0 0,0-1 0 0 0,0 1 1 0 0,0 0-1 0 0,-1 0 0 0 0,-2-3 1 0 0,3 4-154 0 0,1 1 1 0 0,-1 0 0 0 0,0-1 0 0 0,1 1 0 0 0,-1-1-1 0 0,0 1 1 0 0,0 0 0 0 0,1 0 0 0 0,-1 0 0 0 0,0-1-1 0 0,0 1 1 0 0,1 0 0 0 0,-1 0 0 0 0,0 0-1 0 0,0 0 1 0 0,0 0 0 0 0,1 0 0 0 0,-1 0 0 0 0,0 1-1 0 0,0-1 1 0 0,1 0 0 0 0,-1 0 0 0 0,0 0 0 0 0,0 1-1 0 0,1-1 1 0 0,-1 0 0 0 0,0 1 0 0 0,1-1 0 0 0,-1 1-1 0 0,1-1 1 0 0,-1 1 0 0 0,0-1 0 0 0,1 1 0 0 0,-1-1-1 0 0,1 1 1 0 0,-1 0 0 0 0,1-1 0 0 0,0 1-1 0 0,-1 0 1 0 0,1-1 0 0 0,0 1 0 0 0,-1 0 0 0 0,1 0-1 0 0,-8 13 196 0 0,0 1 0 0 0,1-1 0 0 0,1 1-1 0 0,0 1 1 0 0,1-1 0 0 0,-3 19-1 0 0,-14 99 71 0 0,22-129-359 0 0,-5 39 12 0 0,2 0 0 0 0,5 80 0 0 0,0-101-30 0 0,1 0 0 0 0,1 0 0 0 0,1-1 0 0 0,0 1 0 0 0,2-1 0 0 0,1 0 0 0 0,14 27 0 0 0,-19-41-3 0 0,1-1 0 0 0,0 0 0 0 0,1 0 1 0 0,-1 0-1 0 0,1 0 0 0 0,0-1 0 0 0,0 0 0 0 0,1 0 1 0 0,0 0-1 0 0,-1 0 0 0 0,2-1 0 0 0,-1 0 1 0 0,0-1-1 0 0,1 1 0 0 0,0-1 0 0 0,0 0 0 0 0,0-1 1 0 0,0 0-1 0 0,0 0 0 0 0,0 0 0 0 0,1-1 0 0 0,-1 0 1 0 0,0-1-1 0 0,1 1 0 0 0,-1-2 0 0 0,1 1 1 0 0,10-2-1 0 0,-2-1 15 0 0,0-1-1 0 0,-1 0 1 0 0,1-1 0 0 0,-1-1 0 0 0,0-1 0 0 0,-1 0 0 0 0,1 0-1 0 0,-1-2 1 0 0,-1 0 0 0 0,1 0 0 0 0,18-18 0 0 0,-16 11 52 0 0,0-1 1 0 0,-1 0-1 0 0,-1 0 1 0 0,0-2-1 0 0,-2 0 1 0 0,0 0-1 0 0,-1-1 1 0 0,-1 0-1 0 0,12-37 1 0 0,-18 45-19 0 0,-1 0-1 0 0,0 0 1 0 0,-1-1 0 0 0,0 1-1 0 0,-1 0 1 0 0,0-1 0 0 0,-1 0-1 0 0,-1 1 1 0 0,0-1 0 0 0,0 1-1 0 0,-2 0 1 0 0,1-1 0 0 0,-2 1-1 0 0,1 0 1 0 0,-2 0 0 0 0,1 1-1 0 0,-2-1 1 0 0,1 1 0 0 0,-9-11-1 0 0,4 8-3 0 0,-2 0-1 0 0,1 1 1 0 0,-2 0 0 0 0,0 1-1 0 0,0 0 1 0 0,-1 1 0 0 0,-1 0-1 0 0,-27-15 1 0 0,22 16-95 0 0,-1 0 0 0 0,1 2 1 0 0,-1 0-1 0 0,-1 2 0 0 0,1 0 0 0 0,-37-5 1 0 0,19 9-178 0 0,37 2 41 0 0,-1 0-1 0 0,1 1 1 0 0,0-1-1 0 0,0 0 1 0 0,0 1-1 0 0,-1-1 1 0 0,1 1-1 0 0,0-1 1 0 0,0 1-1 0 0,0 0 1 0 0,0 0 0 0 0,0 0-1 0 0,0 0 1 0 0,0 0-1 0 0,-2 2 1 0 0</inkml:trace>
</inkml:ink>
</file>

<file path=ppt/ink/ink1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8:59.40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 65 920 0 0,'-7'-1'13314'0'0,"14"-2"-12071"0"0,-2 1-300 0 0,44-13 17 0 0,0 2 0 0 0,0 3 0 0 0,1 2 0 0 0,0 1 1 0 0,77 2-1 0 0,-121 5-1374 0 0,0 0 0 0 0,0 1 0 0 0,0-1 0 0 0,0 2 0 0 0,0-1 0 0 0,0 1 0 0 0,8 3 0 0 0</inkml:trace>
</inkml:ink>
</file>

<file path=ppt/ink/ink1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9:02.68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90 388 7834 0 0,'-2'-11'917'0'0,"-1"-1"1"0"0,0 0 0 0 0,-1 1 0 0 0,0 0 0 0 0,-1-1-1 0 0,0 2 1 0 0,-1-1 0 0 0,0 1 0 0 0,-12-16 0 0 0,-1 20 5523 0 0,5-29-5865 0 0,120 227-333 0 0,-87-159-285 0 0,0-1 1 0 0,3-1-1 0 0,0-1 1 0 0,2-1-1 0 0,2-1 1 0 0,46 41-1 0 0,-67-65 42 0 0,1 0-1 0 0,0 0 0 0 0,1 0 1 0 0,-1-1-1 0 0,1 0 1 0 0,-1-1-1 0 0,9 3 0 0 0,-13-4 5 0 0,2 0-1 0 0,-1 0 0 0 0,0-1 0 0 0,0 1 0 0 0,0-1 0 0 0,0 1 0 0 0,0-1 0 0 0,1 0 0 0 0,-1 0 0 0 0,0-1 0 0 0,0 1 0 0 0,0-1 0 0 0,0 1 0 0 0,0-1 0 0 0,0 0 0 0 0,0 0 0 0 0,0-1 0 0 0,3-1 0 0 0,-3 1 35 0 0,0-1-1 0 0,0 0 0 0 0,-1 0 0 0 0,1-1 0 0 0,-1 1 0 0 0,0 0 0 0 0,0-1 0 0 0,0 0 0 0 0,0 1 0 0 0,1-7 0 0 0,12-45 246 0 0,-9 33-195 0 0,7-38 291 0 0,8-96-1 0 0,-17 110-301 0 0,2 1 0 0 0,2 0 0 0 0,1 0 0 0 0,24-66 0 0 0,-27 94-143 0 0,-4 12-130 0 0,0 0 0 0 0,0 0 0 0 0,0 0-1 0 0,0 0 1 0 0,1 0 0 0 0,0 0 0 0 0,4-5 0 0 0</inkml:trace>
</inkml:ink>
</file>

<file path=ppt/ink/ink1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9:04.41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184 16 456 0 0,'-19'0'10534'0'0,"9"0"-8537"0"0,6 0-2059 0 0,0 0 0 0 0,0 0 0 0 0,0 1 0 0 0,0-1 0 0 0,0 1 0 0 0,0 0 0 0 0,0 1 0 0 0,-6 2 0 0 0,-102 35 4802 0 0,192-51-2457 0 0,-30-4-2066 0 0,-26 8 175 0 0,0 0-1 0 0,0 2 1 0 0,1 1 0 0 0,29-3-1 0 0,-67 9-238 0 0,1 1-1 0 0,0 0 1 0 0,-19 7-1 0 0,-9 1 26 0 0,-114 21-348 0 0,149-30-1155 0 0,11-4 316 0 0</inkml:trace>
</inkml:ink>
</file>

<file path=ppt/ink/ink1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9:17.36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32 68 4609 0 0,'-1'-2'241'0'0,"0"0"-1"0"0,0 0 1 0 0,1 0 0 0 0,-1 0-1 0 0,1 0 1 0 0,0 0 0 0 0,0 0-1 0 0,-1 0 1 0 0,1 0 0 0 0,0 0-1 0 0,1 0 1 0 0,-1 0-1 0 0,0 0 1 0 0,1-3 0 0 0,0 4 155 0 0,-1-1 0 0 0,0 1 1 0 0,1-1-1 0 0,-1 0 0 0 0,0 1 1 0 0,0-1-1 0 0,0 0 0 0 0,0 0 0 0 0,0 1 1 0 0,0-1-1 0 0,-1 0 0 0 0,1 1 1 0 0,0-1-1 0 0,-1 0 0 0 0,0 1 1 0 0,1-1-1 0 0,-1 1 0 0 0,0-1 0 0 0,-1-1 1 0 0,2 3-298 0 0,-1 0 0 0 0,1 0-1 0 0,-1-1 1 0 0,1 1 0 0 0,0 0 0 0 0,-1 0 0 0 0,1 0 0 0 0,-1 0 0 0 0,1 0 0 0 0,-1 0-1 0 0,1 0 1 0 0,-1 1 0 0 0,1-1 0 0 0,-1 0 0 0 0,1 0 0 0 0,-1 0 0 0 0,1 0 0 0 0,0 0 0 0 0,-1 1-1 0 0,1-1 1 0 0,-1 0 0 0 0,1 0 0 0 0,0 1 0 0 0,-1-1 0 0 0,1 0 0 0 0,-1 1 0 0 0,1-1-1 0 0,0 0 1 0 0,0 1 0 0 0,-1-1 0 0 0,1 1 0 0 0,0-1 0 0 0,0 0 0 0 0,-1 1 0 0 0,1-1-1 0 0,0 1 1 0 0,0-1 0 0 0,0 1 0 0 0,0-1 0 0 0,0 1 0 0 0,0-1 0 0 0,0 1 0 0 0,0-1-1 0 0,0 1 1 0 0,-8 24 406 0 0,7 6-334 0 0,1-1-1 0 0,1 0 1 0 0,2 0-1 0 0,0 0 1 0 0,12 39 0 0 0,-5-13-33 0 0,-6-35-145 0 0,22 102 282 0 0,-23-110-335 0 0,1-1 0 0 0,1 1 0 0 0,0-1 1 0 0,1 0-1 0 0,0 0 0 0 0,1 0 0 0 0,9 11 0 0 0,-15-22 64 0 0,4 5-1252 0 0</inkml:trace>
</inkml:ink>
</file>

<file path=ppt/ink/ink1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9:17.63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68 66 10594 0 0,'-19'-22'1412'0'0,"15"16"-473"0"0,-1 0-1 0 0,0 1 0 0 0,0-1 1 0 0,-1 1-1 0 0,1 1 0 0 0,-12-8 1 0 0,17 12-972 0 0,0 1 1 0 0,0-1-1 0 0,-1 1 1 0 0,1-1-1 0 0,0 0 0 0 0,0 1 1 0 0,0-1-1 0 0,0 1 1 0 0,-1-1-1 0 0,1 0 1 0 0,0 1-1 0 0,0-1 1 0 0,0 1-1 0 0,0-1 1 0 0,0 1-1 0 0,0-1 1 0 0,0 1-1 0 0,0-1 0 0 0,0 1 1 0 0,0-1-1 0 0,1 0 1 0 0,-1 1-1 0 0,0-1 1 0 0,0 1-1 0 0,0-1 1 0 0,0 0-1 0 0,1 1 1 0 0,-1-1-1 0 0,1 1 1 0 0,5 19-2394 0 0,-6-20 2328 0 0,20 46-3384 0 0,-12-28 3435 0 0</inkml:trace>
</inkml:ink>
</file>

<file path=ppt/ink/ink1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9:18.13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55 6913 0 0,'2'-1'176'0'0,"-1"0"-1"0"0,1 0 0 0 0,-1 0 0 0 0,1 0 0 0 0,0 0 0 0 0,-1 0 0 0 0,1 0 1 0 0,0 1-1 0 0,0-1 0 0 0,0 1 0 0 0,0-1 0 0 0,0 1 0 0 0,-1 0 1 0 0,1 0-1 0 0,0 0 0 0 0,0 0 0 0 0,0 0 0 0 0,0 0 0 0 0,0 0 0 0 0,0 1 1 0 0,0-1-1 0 0,-1 1 0 0 0,1-1 0 0 0,0 1 0 0 0,0 0 0 0 0,0 0 0 0 0,-1 0 1 0 0,1-1-1 0 0,-1 2 0 0 0,1-1 0 0 0,0 0 0 0 0,1 2 0 0 0,6 4 512 0 0,1 2 1 0 0,-1-1-1 0 0,12 15 0 0 0,-19-21-704 0 0,34 48 1000 0 0,-27-36-702 0 0,0-1 0 0 0,18 20 1 0 0,-20-74-10 0 0,-1 19 39 0 0,15-55 1178 0 0,-18 70-1250 0 0,-1 1 1 0 0,1 0 0 0 0,0-1-1 0 0,0 1 1 0 0,1 0 0 0 0,0 1-1 0 0,0-1 1 0 0,10-10 0 0 0,-13 15-196 0 0,1 0 1 0 0,-1 0 0 0 0,1 0-1 0 0,0-1 1 0 0,0 1 0 0 0,0 1-1 0 0,-1-1 1 0 0,1 0 0 0 0,0 0 0 0 0,0 1-1 0 0,0-1 1 0 0,0 1 0 0 0,0 0-1 0 0,0-1 1 0 0,0 1 0 0 0,0 0-1 0 0,0 0 1 0 0,0 0 0 0 0,0 1-1 0 0,0-1 1 0 0,0 0 0 0 0,0 1 0 0 0,0-1-1 0 0,0 1 1 0 0,0 0 0 0 0,0 0-1 0 0,0 0 1 0 0,0 0 0 0 0,-1 0-1 0 0,1 0 1 0 0,0 0 0 0 0,-1 0-1 0 0,1 1 1 0 0,-1-1 0 0 0,3 3-1 0 0,0 0 0 0 0,0 0 0 0 0,-1 1 0 0 0,1 0 0 0 0,-1-1 0 0 0,0 1 0 0 0,0 0 0 0 0,0 0 0 0 0,-1 1 0 0 0,0-1 0 0 0,0 0 0 0 0,2 9 0 0 0,-2 7 45 0 0,-1 1 0 0 0,-3 40 0 0 0,0-37-83 0 0,3 46 1 0 0,0-64-83 0 0,0 0 0 0 0,0 1 0 0 0,1-1 0 0 0,0 0 0 0 0,0 0 0 0 0,0 0 0 0 0,1-1 0 0 0,0 1 0 0 0,1 0 0 0 0,6 9 0 0 0,1-3-564 0 0</inkml:trace>
</inkml:ink>
</file>

<file path=ppt/ink/ink1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9:19.16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454 452 920 0 0,'-50'10'1062'0'0,"-62"22"0"0"0,81-22-119 0 0,1-1 1 0 0,-1-1-1 0 0,0-1 1 0 0,-1-2-1 0 0,-63 2 1 0 0,54-15 5438 0 0,57 5-5260 0 0,1361-86 3201 0 0,-555 2-4388 0 0,-305 27 70 0 0,727-76 1836 0 0,-613 63-1325 0 0,-111 15 140 0 0,-426 46-560 0 0,-53 6-204 0 0,0 1 0 0 0,0 3 0 0 0,56 2 0 0 0,-78 4-1630 0 0</inkml:trace>
</inkml:ink>
</file>

<file path=ppt/ink/ink1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9:19.91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16 41 10594 0 0,'-15'-22'1967'0'0,"15"4"3114"0"0,2 19-4801 0 0,0 1-1 0 0,0-1 0 0 0,0 1 1 0 0,0-1-1 0 0,-1 1 0 0 0,1 0 1 0 0,0 0-1 0 0,-1 0 0 0 0,0 0 1 0 0,3 4-1 0 0,13 34 135 0 0,-2 0 1 0 0,-2 1-1 0 0,15 80 1 0 0,-20-78-953 0 0,2-1 0 0 0,2 0 0 0 0,31 74 1 0 0,-42-114 124 0 0,1 8-3431 0 0</inkml:trace>
</inkml:ink>
</file>

<file path=ppt/ink/ink1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9:20.24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39 458 6337 0 0,'0'0'1'0'0,"-5"-7"55"0"0,0 0 0 0 0,1-1 1 0 0,0 0-1 0 0,0 0 0 0 0,1 0 1 0 0,0 0-1 0 0,0-1 0 0 0,1 1 1 0 0,0-1-1 0 0,1 0 0 0 0,-1 1 1 0 0,2-1-1 0 0,-1 0 1 0 0,2-12-1 0 0,1 6 462 0 0,1 0-1 0 0,0 0 1 0 0,1 1 0 0 0,1-1 0 0 0,0 1 0 0 0,1 0-1 0 0,1 0 1 0 0,0 1 0 0 0,1 0 0 0 0,0 0-1 0 0,1 1 1 0 0,0 0 0 0 0,1 0 0 0 0,0 1 0 0 0,1 1-1 0 0,0-1 1 0 0,1 2 0 0 0,0 0 0 0 0,21-12-1 0 0,-22 14-189 0 0,4-3 10 0 0,1 0 0 0 0,0 2 0 0 0,20-8 0 0 0,-33 14-327 0 0,-1 1 1 0 0,1 0-1 0 0,0 0 1 0 0,0 0-1 0 0,0 0 1 0 0,0 1-1 0 0,1-1 1 0 0,-1 1-1 0 0,0 0 1 0 0,0 0-1 0 0,0 0 1 0 0,0 0-1 0 0,0 0 1 0 0,0 1-1 0 0,0-1 0 0 0,0 1 1 0 0,0 0-1 0 0,0 0 1 0 0,0 0-1 0 0,0 1 1 0 0,0-1-1 0 0,0 0 1 0 0,-1 1-1 0 0,1 0 1 0 0,3 3-1 0 0,-3-2-60 0 0,-1 1 0 0 0,0 0 0 0 0,0 0 0 0 0,0 0 0 0 0,0 0 0 0 0,-1 0 0 0 0,1 0 0 0 0,-1 0 0 0 0,0 0 0 0 0,-1 1 0 0 0,1-1 0 0 0,-1 0 0 0 0,1 1 0 0 0,-1-1 0 0 0,-1 1-1 0 0,0 4 1 0 0,-1 10-104 0 0,-1 1-1 0 0,-6 20 0 0 0,-87 255 3314 0 0,95-294-3143 0 0,1 0 0 0 0,-1 1 1 0 0,1-1-1 0 0,-1 0 0 0 0,1 1 1 0 0,0-1-1 0 0,-1 0 0 0 0,1 1 1 0 0,0-1-1 0 0,0 0 0 0 0,0 1 1 0 0,0-1-1 0 0,0 0 1 0 0,0 1-1 0 0,0-1 0 0 0,1 0 1 0 0,-1 1-1 0 0,0-1 0 0 0,1 0 1 0 0,-1 0-1 0 0,1 1 0 0 0,0-1 1 0 0,0 2-1 0 0,1-2 28 0 0,-1 0 1 0 0,1 0-1 0 0,-1 0 0 0 0,1 0 0 0 0,0 0 0 0 0,-1 0 1 0 0,1 0-1 0 0,0 0 0 0 0,-1-1 0 0 0,1 1 1 0 0,0-1-1 0 0,0 1 0 0 0,0-1 0 0 0,3 0 1 0 0,9 0 223 0 0,-1 0 0 0 0,0-1 0 0 0,25-6 1 0 0,-30 6-242 0 0,38-5-1269 0 0,84-1 0 0 0,-91 7-208 0 0,-9-1-5710 0 0</inkml:trace>
</inkml:ink>
</file>

<file path=ppt/ink/ink1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9:20.54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81 2 8754 0 0,'-2'0'304'0'0,"-1"-1"1"0"0,1 1-1 0 0,0-1 1 0 0,-1 1 0 0 0,1 0-1 0 0,-1 0 1 0 0,1 0-1 0 0,-1 0 1 0 0,1 1-1 0 0,0-1 1 0 0,-1 1-1 0 0,1-1 1 0 0,0 1-1 0 0,-1 0 1 0 0,1 0-1 0 0,0 0 1 0 0,0 0 0 0 0,0 0-1 0 0,0 1 1 0 0,0-1-1 0 0,-3 3 1 0 0,2-1 9 0 0,0 1 1 0 0,1-1 0 0 0,0 1-1 0 0,0-1 1 0 0,0 1 0 0 0,0 0-1 0 0,0 0 1 0 0,1 0-1 0 0,-1 0 1 0 0,1 0 0 0 0,-1 7-1 0 0,0 2 37 0 0,1 1-1 0 0,1-1 1 0 0,0 1-1 0 0,0-1 0 0 0,1 1 1 0 0,1-1-1 0 0,4 15 1 0 0,1-5-171 0 0,1 0 1 0 0,0-1 0 0 0,2 1-1 0 0,16 24 1 0 0,-17-32-166 0 0,0-1 1 0 0,0-1 0 0 0,2 0-1 0 0,0 0 1 0 0,0-1 0 0 0,1 0-1 0 0,14 10 1 0 0,-23-20-79 0 0,-1-1 0 0 0,1 1 1 0 0,0 0-1 0 0,-1-1 0 0 0,1 0 0 0 0,0 0 1 0 0,0 0-1 0 0,0 0 0 0 0,0 0 1 0 0,0-1-1 0 0,0 1 0 0 0,6-1 0 0 0,-7 0-175 0 0,-1 0 0 0 0,1 0 0 0 0,0 0 0 0 0,0-1 0 0 0,-1 1 0 0 0,1-1 0 0 0,0 1 0 0 0,-1-1 0 0 0,1 0 0 0 0,-1 0 0 0 0,1 0 0 0 0,-1 0 0 0 0,1 0 0 0 0,-1 0 0 0 0,2-2 0 0 0</inkml:trace>
</inkml:ink>
</file>

<file path=ppt/ink/ink1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9:20.73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49 29 11058 0 0,'-9'-4'467'0'0,"-31"-20"8859"0"0,77 32-10982 0 0,-22-4 1369 0 0</inkml:trace>
</inkml:ink>
</file>

<file path=ppt/ink/ink1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9:21.66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17 66 8754 0 0,'-17'6'3922'0'0,"43"-20"3151"0"0,-5 2-6418 0 0,-15 9-518 0 0,4-4-339 0 0,0 1 0 0 0,1 0 0 0 0,0 1 1 0 0,0 0-1 0 0,1 1 0 0 0,13-4 0 0 0,-12 6-1282 0 0</inkml:trace>
</inkml:ink>
</file>

<file path=ppt/ink/ink1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9:21.84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68 4609 0 0,'3'0'396'0'0,"1"0"-1"0"0,-1 0 1 0 0,0 0-1 0 0,0 0 1 0 0,0 0-1 0 0,0-1 1 0 0,1 0-1 0 0,-1 1 1 0 0,4-3-1 0 0,-5 2-189 0 0,25-6 173 0 0,87-26 1258 0 0,-94 24-1637 0 0,-2-4 0 0 0</inkml:trace>
</inkml:ink>
</file>

<file path=ppt/ink/ink1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9:32.05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51 149 10138 0 0,'-6'-8'438'0'0,"0"-1"1"0"0,1 0-1 0 0,0 0 0 0 0,0 0 0 0 0,1-1 0 0 0,0 1 0 0 0,-3-11 1 0 0,5 10 796 0 0,0 0 1 0 0,0 0-1 0 0,1 0 1 0 0,0-12 0 0 0,1 22-1220 0 0,0 0 0 0 0,0-1 0 0 0,1 1 0 0 0,-1 0 0 0 0,0-1 0 0 0,0 1 1 0 0,1 0-1 0 0,-1 0 0 0 0,0 0 0 0 0,1-1 0 0 0,-1 1 0 0 0,0 0 1 0 0,1 0-1 0 0,-1 0 0 0 0,0 0 0 0 0,1-1 0 0 0,-1 1 0 0 0,0 0 0 0 0,1 0 1 0 0,-1 0-1 0 0,0 0 0 0 0,1 0 0 0 0,-1 0 0 0 0,0 0 0 0 0,1 0 0 0 0,-1 0 1 0 0,1 0-1 0 0,-1 0 0 0 0,0 0 0 0 0,1 1 0 0 0,-1-1 0 0 0,0 0 1 0 0,1 0-1 0 0,-1 0 0 0 0,0 0 0 0 0,1 1 0 0 0,-1-1 0 0 0,0 0 0 0 0,0 0 1 0 0,1 0-1 0 0,-1 1 0 0 0,1 0 0 0 0,15 8 528 0 0,-7 0-528 0 0,0-1-1 0 0,0 2 0 0 0,-1-1 0 0 0,-1 1 1 0 0,0 0-1 0 0,0 1 0 0 0,6 13 0 0 0,33 87 179 0 0,-23-51-149 0 0,-7-21 0 0 0,2 0 0 0 0,40 64 0 0 0,-52-94-31 0 0,1 1-1 0 0,0-1 1 0 0,0-1 0 0 0,0 1-1 0 0,1-1 1 0 0,1-1 0 0 0,-1 0-1 0 0,1 0 1 0 0,0 0-1 0 0,1-1 1 0 0,0 0 0 0 0,0-1-1 0 0,0 0 1 0 0,0-1-1 0 0,21 6 1 0 0,-27-9 33 0 0,0-1 0 0 0,-1 1 1 0 0,1-1-1 0 0,0 0 0 0 0,0 0 0 0 0,-1-1 1 0 0,1 1-1 0 0,0-1 0 0 0,0 1 0 0 0,-1-1 1 0 0,1 0-1 0 0,-1 0 0 0 0,1-1 0 0 0,-1 1 1 0 0,1-1-1 0 0,3-2 0 0 0,-2 0 35 0 0,0 0 0 0 0,0 0 0 0 0,-1-1 1 0 0,1 1-1 0 0,-1-1 0 0 0,0 0 0 0 0,0 0 0 0 0,5-11 0 0 0,1-4 62 0 0,-2 0 1 0 0,0 0-1 0 0,-1-1 0 0 0,6-32 0 0 0,-3-3-90 0 0,-2 0 1 0 0,0-74-1 0 0,-7 26-2465 0 0</inkml:trace>
</inkml:ink>
</file>

<file path=ppt/ink/ink1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9:32.56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11 20 6449 0 0,'18'-19'13983'0'0,"-29"33"-11426"0"0,9-10-2553 0 0,0 0 0 0 0,1 0 0 0 0,-1 0 0 0 0,1 0 0 0 0,0 0 1 0 0,0 0-1 0 0,1 0 0 0 0,-1 1 0 0 0,1-1 0 0 0,0 0 0 0 0,0 0 0 0 0,0 1 0 0 0,2 3 0 0 0,-2 6 3 0 0,-4 65-47 0 0,1-58 17 0 0,2 0 0 0 0,0 0 0 0 0,2 0 0 0 0,0 0 1 0 0,1 0-1 0 0,6 27 0 0 0,-7-45-89 0 0,0-1 1 0 0,-1 0 0 0 0,1 1-1 0 0,0-1 1 0 0,1 0-1 0 0,-1 1 1 0 0,0-1-1 0 0,1 0 1 0 0,-1 0 0 0 0,1 0-1 0 0,0 0 1 0 0,-1 0-1 0 0,1 0 1 0 0,0-1-1 0 0,0 1 1 0 0,0-1 0 0 0,4 3-1 0 0,-4-4-117 0 0,-1 1 0 0 0,1-1 0 0 0,-1 0 0 0 0,1 1 0 0 0,0-1 0 0 0,-1 0 0 0 0,1 0 0 0 0,0 0 0 0 0,-1 0 0 0 0,1-1 0 0 0,-1 1 0 0 0,1 0 0 0 0,0-1 0 0 0,-1 1 0 0 0,1-1 0 0 0,-1 1 0 0 0,1-1 0 0 0,-1 0 0 0 0,1 1 0 0 0,-1-1 0 0 0,0 0 0 0 0,1 0 0 0 0,-1 0 0 0 0,0 0 0 0 0,0 0 0 0 0,0-1 0 0 0,0 1 0 0 0,2-2 0 0 0,9-12-326 0 0</inkml:trace>
</inkml:ink>
</file>

<file path=ppt/ink/ink1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9:32.75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22 34 8754 0 0,'-17'-14'812'0'0,"17"13"-671"0"0,0 1-1 0 0,-1 0 0 0 0,1-1 1 0 0,-1 1-1 0 0,1-1 1 0 0,0 1-1 0 0,-1-1 1 0 0,1 1-1 0 0,0-1 1 0 0,-1 1-1 0 0,1-1 0 0 0,0 0 1 0 0,0 1-1 0 0,0-1 1 0 0,-1 1-1 0 0,1-1 1 0 0,0 1-1 0 0,0-1 1 0 0,0 0-1 0 0,0 1 0 0 0,0-1 1 0 0,0 1-1 0 0,0-1 1 0 0,0 0-1 0 0,1 1 1 0 0,-1-1-1 0 0,0 1 1 0 0,0-1-1 0 0,0 0 1 0 0,1 1-1 0 0,-1-1 0 0 0,0 1 1 0 0,0-1-1 0 0,1 0 1 0 0,3 5 12 0 0,31 35-297 0 0,-24-28 144 0 0</inkml:trace>
</inkml:ink>
</file>

<file path=ppt/ink/ink1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9:33.18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0 140 4609 0 0,'1'-3'224'0'0,"0"1"0"0"0,0-1 0 0 0,0 0 1 0 0,0 1-1 0 0,0-1 0 0 0,1 1 0 0 0,-1-1 0 0 0,1 1 0 0 0,0 0 0 0 0,0-1 1 0 0,0 1-1 0 0,0 0 0 0 0,0 0 0 0 0,0 0 0 0 0,0 1 0 0 0,1-1 0 0 0,-1 0 1 0 0,4-1-1 0 0,-1 0 331 0 0,0 0-1 0 0,-1 1 1 0 0,1-1 0 0 0,1 1-1 0 0,-1 0 1 0 0,0 0 0 0 0,0 1 0 0 0,1 0-1 0 0,5-1 1 0 0,-9 2-471 0 0,-1 0-1 0 0,1 1 1 0 0,-1-1 0 0 0,0 1 0 0 0,1-1-1 0 0,-1 1 1 0 0,1 0 0 0 0,-1-1-1 0 0,0 1 1 0 0,0 0 0 0 0,1 0-1 0 0,-1 0 1 0 0,0 0 0 0 0,0 0-1 0 0,0 0 1 0 0,0 0 0 0 0,0 1-1 0 0,0-1 1 0 0,-1 0 0 0 0,1 1 0 0 0,0-1-1 0 0,-1 0 1 0 0,1 1 0 0 0,0-1-1 0 0,-1 3 1 0 0,12 41 652 0 0,-11-40-623 0 0,0 0-100 0 0,1 14-89 0 0,2 0 0 0 0,0-1 1 0 0,1 1-1 0 0,1-1 1 0 0,1 0-1 0 0,15 29 1 0 0,-22-47 69 0 0,0 0 1 0 0,0 0 0 0 0,0 0-1 0 0,0 0 1 0 0,0 0 0 0 0,0 0-1 0 0,0 1 1 0 0,0-1 0 0 0,0 0-1 0 0,0 0 1 0 0,0 0 0 0 0,0 0-1 0 0,0 0 1 0 0,0 0 0 0 0,0 0-1 0 0,0 0 1 0 0,1 0 0 0 0,-1 0-1 0 0,0 1 1 0 0,0-1 0 0 0,0 0-1 0 0,0 0 1 0 0,0 0 0 0 0,0 0-1 0 0,0 0 1 0 0,0 0 0 0 0,0 0 0 0 0,1 0-1 0 0,-1 0 1 0 0,0 0 0 0 0,0 0-1 0 0,0 0 1 0 0,0 0 0 0 0,0 0-1 0 0,0 0 1 0 0,0 0 0 0 0,1 0-1 0 0,-1 0 1 0 0,0 0 0 0 0,0 0-1 0 0,0 0 1 0 0,0 0 0 0 0,0 0-1 0 0,0 0 1 0 0,0 0 0 0 0,0 0-1 0 0,0 0 1 0 0,1-1 0 0 0,-1 1-1 0 0,0 0 1 0 0,0 0 0 0 0,0 0-1 0 0,0 0 1 0 0,0 0 0 0 0,0 0-1 0 0,0 0 1 0 0,0 0 0 0 0,0 0-1 0 0,0 0 1 0 0,0 0 0 0 0,0-1-1 0 0,3-10-57 0 0,-1-21 391 0 0,-2 26-190 0 0,1-14 209 0 0,1-1 0 0 0,1 1 0 0 0,1-1 0 0 0,1 1 1 0 0,11-29-1 0 0,-13 41-319 0 0,0 1 1 0 0,0-1-1 0 0,1 1 1 0 0,0 0-1 0 0,0 0 1 0 0,1 1-1 0 0,0-1 1 0 0,0 1-1 0 0,1 0 1 0 0,-1 0 0 0 0,1 1-1 0 0,0 0 1 0 0,1 0-1 0 0,-1 0 1 0 0,1 1-1 0 0,0 0 1 0 0,8-4-1 0 0,-13 8-12 0 0,0-1 0 0 0,0 0 1 0 0,0 1-1 0 0,0 0 0 0 0,0-1 0 0 0,0 1 0 0 0,0 0 0 0 0,0 0 0 0 0,0 0 0 0 0,1 0 0 0 0,-1 0 0 0 0,0 1 1 0 0,0-1-1 0 0,0 1 0 0 0,0-1 0 0 0,0 1 0 0 0,0 0 0 0 0,0 0 0 0 0,2 1 0 0 0,-1 0 97 0 0,1 1 0 0 0,0 0 0 0 0,-1 0 0 0 0,0 0 0 0 0,0 0 0 0 0,0 0 0 0 0,0 1 0 0 0,4 6 0 0 0,1 4-588 0 0,0 1 0 0 0,-2 1 0 0 0,10 28 0 0 0,-11-28-6393 0 0</inkml:trace>
</inkml:ink>
</file>

<file path=ppt/ink/ink1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9:35.09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24 63 8290 0 0,'-23'9'9475'0'0,"36"-15"-8268"0"0,26-8-389 0 0,0 1 0 0 0,1 2 0 0 0,49-7-1 0 0,-56 14-1007 0 0,0 0-1 0 0,0 3 0 0 0,1 1 1 0 0,48 5-1 0 0,-54 2-2631 0 0</inkml:trace>
</inkml:ink>
</file>

<file path=ppt/ink/ink1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9:35.58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14 288 11058 0 0,'-2'-5'257'0'0,"0"1"0"0"0,0-1-1 0 0,0 1 1 0 0,1-1-1 0 0,-2-8 1 0 0,2 11-10 0 0,1 1-1 0 0,0-1 1 0 0,0 1-1 0 0,0-1 1 0 0,-1 0-1 0 0,2 1 1 0 0,-1-1 0 0 0,0 1-1 0 0,0-1 1 0 0,0 1-1 0 0,1-1 1 0 0,-1 1-1 0 0,1-1 1 0 0,-1 1 0 0 0,1-1-1 0 0,0 1 1 0 0,-1-1-1 0 0,1 1 1 0 0,0 0 0 0 0,0 0-1 0 0,0-1 1 0 0,2 0-1 0 0,-2 1-162 0 0,-1 1 0 0 0,1 0 1 0 0,0 0-1 0 0,0 0 0 0 0,0-1 0 0 0,0 1 0 0 0,-1 0 0 0 0,1 0 0 0 0,0 0 0 0 0,0 1 0 0 0,0-1 0 0 0,0 0 1 0 0,0 0-1 0 0,-1 0 0 0 0,1 0 0 0 0,0 1 0 0 0,0-1 0 0 0,0 1 0 0 0,-1-1 0 0 0,1 0 0 0 0,0 1 0 0 0,0-1 0 0 0,-1 1 1 0 0,1-1-1 0 0,0 1 0 0 0,-1 0 0 0 0,1-1 0 0 0,-1 1 0 0 0,1 0 0 0 0,0 1 0 0 0,18 22 383 0 0,-1 9-275 0 0,-1 1 0 0 0,-2 1 0 0 0,18 61 0 0 0,19 43-312 0 0,22 0-480 0 0,-62-119 603 0 0,1-1 0 0 0,1 0 0 0 0,1-1 0 0 0,30 28 0 0 0,-45-45 23 0 0,1 0 1 0 0,0 0 0 0 0,0-1-1 0 0,0 1 1 0 0,0 0-1 0 0,0 0 1 0 0,0-1-1 0 0,0 1 1 0 0,0-1-1 0 0,0 1 1 0 0,0-1 0 0 0,0 1-1 0 0,0-1 1 0 0,0 0-1 0 0,0 1 1 0 0,0-1-1 0 0,0 0 1 0 0,1 0-1 0 0,-1 0 1 0 0,0 0-1 0 0,0 0 1 0 0,0 0 0 0 0,0 0-1 0 0,0 0 1 0 0,1-1-1 0 0,-1 1 1 0 0,0 0-1 0 0,0-1 1 0 0,0 1-1 0 0,0-1 1 0 0,0 1 0 0 0,0-1-1 0 0,0 1 1 0 0,0-1-1 0 0,0 0 1 0 0,0 0-1 0 0,-1 1 1 0 0,1-1-1 0 0,0 0 1 0 0,0 0 0 0 0,0 0-1 0 0,-1 0 1 0 0,1 0-1 0 0,-1 0 1 0 0,1 0-1 0 0,-1 0 1 0 0,1 0-1 0 0,-1 0 1 0 0,1 0 0 0 0,-1-2-1 0 0,5-10 104 0 0,-1 1 0 0 0,-1-1 0 0 0,4-21 0 0 0,-5 19-62 0 0,29-146 393 0 0,26-120-654 0 0,-43 226-957 0 0,3 0 1 0 0,46-101-1 0 0,-51 133-3855 0 0,-2 6-1523 0 0</inkml:trace>
</inkml:ink>
</file>

<file path=ppt/ink/ink1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9:35.99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53 175 6193 0 0,'5'-16'393'0'0,"-5"15"-163"0"0,0 0-1 0 0,0 0 0 0 0,0 0 0 0 0,0 1 1 0 0,0-1-1 0 0,-1 0 0 0 0,1 0 1 0 0,0 0-1 0 0,0 1 0 0 0,-1-1 1 0 0,1 0-1 0 0,0 0 0 0 0,-1 1 1 0 0,1-1-1 0 0,0 0 0 0 0,-1 1 0 0 0,1-1 1 0 0,-1 0-1 0 0,1 1 0 0 0,-2-1 1 0 0,2 0-46 0 0,-1 1 0 0 0,1 0-1 0 0,-1-1 1 0 0,1 1 0 0 0,-1 0 0 0 0,0 0 0 0 0,1 0 0 0 0,-1-1 0 0 0,1 1 0 0 0,-1 0 0 0 0,0 0 0 0 0,1 0 0 0 0,-1 0 0 0 0,0 0-1 0 0,1 0 1 0 0,-1 0 0 0 0,1 0 0 0 0,-1 0 0 0 0,0 1 0 0 0,1-1 0 0 0,-1 0 0 0 0,1 0 0 0 0,-1 1 0 0 0,1-1 0 0 0,-2 1 0 0 0,-10 11 149 0 0,9-7-304 0 0,0 1 1 0 0,0-1-1 0 0,0 0 0 0 0,1 1 1 0 0,0 0-1 0 0,0 0 0 0 0,1 0 0 0 0,0-1 1 0 0,0 1-1 0 0,0 0 0 0 0,0 1 1 0 0,1-1-1 0 0,1 9 0 0 0,-1-13-61 0 0,0 1 1 0 0,1-1-1 0 0,-1 0 0 0 0,1 0 0 0 0,0 1 0 0 0,0-1 0 0 0,-1 0 0 0 0,1 0 0 0 0,1 0 0 0 0,-1 0 0 0 0,0 0 0 0 0,0 0 0 0 0,1 0 0 0 0,-1-1 0 0 0,1 1 0 0 0,0 0 0 0 0,-1-1 0 0 0,1 1 0 0 0,0-1 0 0 0,0 0 0 0 0,0 1 0 0 0,0-1 0 0 0,0 0 0 0 0,0 0 0 0 0,0 0 0 0 0,1-1 0 0 0,-1 1 0 0 0,0-1 0 0 0,0 1 0 0 0,1-1 0 0 0,-1 1 0 0 0,0-1 1 0 0,0 0-1 0 0,1 0 0 0 0,-1 0 0 0 0,0-1 0 0 0,4 0 0 0 0,4-1 123 0 0,-1 0 0 0 0,1-1 0 0 0,-1 0 1 0 0,0 0-1 0 0,0-1 0 0 0,0-1 0 0 0,0 1 0 0 0,-1-1 1 0 0,0-1-1 0 0,0 0 0 0 0,0 0 0 0 0,-1 0 0 0 0,0-1 1 0 0,0 0-1 0 0,-1 0 0 0 0,11-16 0 0 0,-13 17-46 0 0,-1 1 0 0 0,0-1 0 0 0,0 0 0 0 0,0 0 0 0 0,-1 0-1 0 0,1 0 1 0 0,-2-1 0 0 0,1 1 0 0 0,-1-1 0 0 0,0 1 0 0 0,1-11 0 0 0,-3 12-36 0 0,1 1 1 0 0,-1-1-1 0 0,1 0 1 0 0,-1 1 0 0 0,-1-1-1 0 0,1 1 1 0 0,-1-1-1 0 0,0 1 1 0 0,1 0 0 0 0,-2 0-1 0 0,1 0 1 0 0,-1 0-1 0 0,1 0 1 0 0,-1 0 0 0 0,0 1-1 0 0,0-1 1 0 0,-6-4 0 0 0,5 5-23 0 0,0 0 0 0 0,0 0 1 0 0,0 0-1 0 0,-1 0 0 0 0,1 1 1 0 0,-1 0-1 0 0,1 0 1 0 0,-1 0-1 0 0,0 1 0 0 0,0 0 1 0 0,0-1-1 0 0,1 2 1 0 0,-1-1-1 0 0,-7 0 0 0 0,8 1-262 0 0,0 0 0 0 0,-1 1-1 0 0,1-1 1 0 0,-1 1 0 0 0,1 0-1 0 0,0 0 1 0 0,-1 1 0 0 0,1-1-1 0 0,0 1 1 0 0,-5 3-1 0 0,-4 4-5142 0 0</inkml:trace>
</inkml:ink>
</file>

<file path=ppt/ink/ink1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9:36.41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26 3225 0 0,'2'0'451'0'0,"-1"0"0"0"0,1 0 1 0 0,-1 0-1 0 0,1 1 0 0 0,-1-1 1 0 0,1 0-1 0 0,-1 1 0 0 0,1 0 1 0 0,-1-1-1 0 0,1 1 1 0 0,-1 0-1 0 0,0 0 0 0 0,1-1 1 0 0,-1 1-1 0 0,0 0 0 0 0,0 0 1 0 0,0 0-1 0 0,2 3 0 0 0,0-1-11 0 0,-1 0 1 0 0,0 1-1 0 0,0 0 0 0 0,0-1 0 0 0,0 1 0 0 0,-1 0 0 0 0,2 4 0 0 0,0 3-54 0 0,-1 0 0 0 0,0 1 0 0 0,-1-1 1 0 0,1 16-1 0 0,-3-4-183 0 0,0 26-229 0 0,1-46-231 0 0,0-1 1 0 0,0 1-1 0 0,1 0 0 0 0,-1 0 0 0 0,1-1 0 0 0,-1 1 0 0 0,1-1 1 0 0,0 1-1 0 0,0-1 0 0 0,0 1 0 0 0,1-1 0 0 0,-1 0 0 0 0,3 4 1 0 0,-4-5 230 0 0,1-1 1 0 0,-1 0-1 0 0,0 0 1 0 0,1 1-1 0 0,-1-1 1 0 0,0 0-1 0 0,1 0 1 0 0,-1 0 0 0 0,0 1-1 0 0,1-1 1 0 0,-1 0-1 0 0,0 0 1 0 0,1 0-1 0 0,-1 0 1 0 0,0 0-1 0 0,1 0 1 0 0,-1 0 0 0 0,1 0-1 0 0,-1 0 1 0 0,0 0-1 0 0,1 0 1 0 0,-1 0-1 0 0,1 0 1 0 0,-1 0-1 0 0,0 0 1 0 0,1 0-1 0 0,-1 0 1 0 0,0 0 0 0 0,1 0-1 0 0,-1 0 1 0 0,0-1-1 0 0,1 1 1 0 0,0 0-1 0 0,10-14-1365 0 0,3-18-472 0 0,-3-4 3307 0 0,21-39 0 0 0,-27 64-1014 0 0,1 0-1 0 0,0 0 0 0 0,1 1 1 0 0,0 0-1 0 0,1 1 0 0 0,0 0 0 0 0,16-15 1 0 0,-24 24-340 0 0,1-1-1 0 0,-1 1 1 0 0,1-1 0 0 0,-1 1 0 0 0,1 0 0 0 0,-1-1-1 0 0,1 1 1 0 0,-1-1 0 0 0,1 1 0 0 0,-1 0 0 0 0,1 0 0 0 0,0-1-1 0 0,-1 1 1 0 0,1 0 0 0 0,-1 0 0 0 0,1 0 0 0 0,0 0-1 0 0,-1-1 1 0 0,1 1 0 0 0,0 0 0 0 0,-1 0 0 0 0,1 0-1 0 0,-1 1 1 0 0,1-1 0 0 0,0 0 0 0 0,-1 0 0 0 0,1 0 0 0 0,0 0-1 0 0,-1 0 1 0 0,1 1 0 0 0,-1-1 0 0 0,1 0 0 0 0,-1 1-1 0 0,1-1 1 0 0,0 0 0 0 0,-1 1 0 0 0,1-1 0 0 0,-1 1-1 0 0,0-1 1 0 0,1 0 0 0 0,-1 1 0 0 0,1-1 0 0 0,-1 1 0 0 0,0 0-1 0 0,1-1 1 0 0,-1 1 0 0 0,1 0 0 0 0,10 37 1185 0 0,-7-19-1197 0 0,-1-13-384 0 0,-1-1 0 0 0,1 1 0 0 0,0-1 0 0 0,1 0 0 0 0,-1 0 0 0 0,1 0 0 0 0,0 0 0 0 0,1-1 0 0 0,-1 0 0 0 0,1 0 0 0 0,-1 0 0 0 0,1 0 0 0 0,0-1 0 0 0,1 0 0 0 0,5 3 0 0 0,5 1-1552 0 0</inkml:trace>
</inkml:ink>
</file>

<file path=ppt/ink/ink1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9:36.65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11 119 6737 0 0,'-1'-39'228'0'0,"0"-10"370"0"0,-1 19 3995 0 0,2 43 509 0 0,-3 18-2912 0 0,0 6-1267 0 0,2-1-556 0 0,2-1 0 0 0,2 0 0 0 0,1-1 0 0 0,13 52 0 0 0,-8-55-1281 0 0,1 1-1 0 0,23 48 1 0 0,-21-57-177 0 0</inkml:trace>
</inkml:ink>
</file>

<file path=ppt/ink/ink1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9:36.82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5 161 2304 0 0,'-1'-1'85'0'0,"1"0"0"0"0,-1 0-1 0 0,1 0 1 0 0,-1 0 0 0 0,1 0-1 0 0,0 0 1 0 0,-1 0 0 0 0,1 0-1 0 0,0 0 1 0 0,-1 0 0 0 0,1 0-1 0 0,0 0 1 0 0,0 0 0 0 0,0 0-1 0 0,0 0 1 0 0,0 0 0 0 0,0 0-1 0 0,1-1 1 0 0,-1 1 0 0 0,0 0-1 0 0,0 0 1 0 0,1 0 0 0 0,-1 0-1 0 0,1 0 1 0 0,-1 0 0 0 0,1 0-1 0 0,-1 0 1 0 0,1 1 0 0 0,0-1-1 0 0,-1 0 1 0 0,1 0 0 0 0,0 0-1 0 0,0 1 1 0 0,-1-1 0 0 0,1 0-1 0 0,0 1 1 0 0,2-2 0 0 0,5-4 1226 0 0,1 0 0 0 0,0 1 0 0 0,11-6 0 0 0,-4 3-337 0 0,12-8 361 0 0,1 2 1 0 0,0 1-1 0 0,1 1 1 0 0,57-14-1 0 0,-57 19-1052 0 0</inkml:trace>
</inkml:ink>
</file>

<file path=ppt/ink/ink1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9:37.58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0 363 4145 0 0,'42'3'3177'0'0,"142"-18"2432"0"0,92-26-2579 0 0,38-7-1227 0 0,374-7 0 0 0,549 19-112 0 0,-248 9 160 0 0,-724 10-1839 0 0,488-96 0 0 0,-683 101-1383 0 0,-54 10 694 0 0</inkml:trace>
</inkml:ink>
</file>

<file path=ppt/ink/ink1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9:38.07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10 43 11058 0 0,'-1'0'135'0'0,"0"-1"0"0"0,1 0-1 0 0,-1 1 1 0 0,0-1 0 0 0,0 0-1 0 0,1 0 1 0 0,-1 0 0 0 0,1 0-1 0 0,-1 1 1 0 0,1-1 0 0 0,-1 0-1 0 0,1 0 1 0 0,0 0 0 0 0,-1 0 0 0 0,1 0-1 0 0,0 0 1 0 0,0 0 0 0 0,0 0-1 0 0,-1 0 1 0 0,1-2 0 0 0,1 2 156 0 0,-1 0 0 0 0,1 0 0 0 0,0-1 0 0 0,-1 1 0 0 0,1 0 0 0 0,0 0 1 0 0,0 0-1 0 0,0 0 0 0 0,0 0 0 0 0,0 0 0 0 0,0 0 0 0 0,0 0 0 0 0,0 0 1 0 0,0 0-1 0 0,0 0 0 0 0,3 0 0 0 0,-3 0-210 0 0,0 1 0 0 0,0-1 0 0 0,0 1 0 0 0,0-1 0 0 0,0 1 0 0 0,0-1 0 0 0,1 1 0 0 0,-1 0-1 0 0,0 0 1 0 0,0 0 0 0 0,0-1 0 0 0,1 1 0 0 0,-1 0 0 0 0,0 1 0 0 0,0-1 0 0 0,0 0 0 0 0,1 0 0 0 0,-1 0 0 0 0,0 1 0 0 0,0-1 0 0 0,0 1 0 0 0,0-1 0 0 0,1 1 0 0 0,-1-1-1 0 0,0 1 1 0 0,0 0 0 0 0,0-1 0 0 0,0 1 0 0 0,-1 0 0 0 0,1 0 0 0 0,0 0 0 0 0,0 0 0 0 0,0 0 0 0 0,-1 0 0 0 0,1 0 0 0 0,0 0 0 0 0,-1 0 0 0 0,1 0 0 0 0,0 2 0 0 0,4 6-8 0 0,-1 1 0 0 0,0 0 0 0 0,5 16 0 0 0,-5-14 84 0 0,57 193 16 0 0,-32-103-42 0 0,50 121-1 0 0,-72-207-241 0 0,-3-5-180 0 0,1 0 1 0 0,0 0 0 0 0,0-1 0 0 0,1 0 0 0 0,13 17 0 0 0</inkml:trace>
</inkml:ink>
</file>

<file path=ppt/ink/ink1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9:38.47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0 152 2304 0 0,'4'-7'452'0'0,"0"0"-1"0"0,0 0 1 0 0,1 0-1 0 0,0 0 0 0 0,10-10 1 0 0,1-2 1286 0 0,28-31 3528 0 0,-42 47-5091 0 0,1 0 1 0 0,0 0 0 0 0,0 1 0 0 0,0-1-1 0 0,1 1 1 0 0,-1 0 0 0 0,1 0-1 0 0,-1 0 1 0 0,1 0 0 0 0,-1 1 0 0 0,1 0-1 0 0,0-1 1 0 0,0 1 0 0 0,5 0-1 0 0,-8 1-135 0 0,0 0 0 0 0,1 0-1 0 0,-1 1 1 0 0,0-1-1 0 0,0 1 1 0 0,0-1-1 0 0,0 1 1 0 0,-1-1-1 0 0,1 1 1 0 0,0-1 0 0 0,0 1-1 0 0,0 0 1 0 0,0-1-1 0 0,0 1 1 0 0,-1 0-1 0 0,1 0 1 0 0,0 0-1 0 0,-1 0 1 0 0,1 0 0 0 0,-1-1-1 0 0,1 1 1 0 0,-1 0-1 0 0,1 0 1 0 0,-1 0-1 0 0,0 1 1 0 0,1-1-1 0 0,-1 0 1 0 0,0 0-1 0 0,0 0 1 0 0,0 0 0 0 0,0 0-1 0 0,0 0 1 0 0,0 0-1 0 0,0 2 1 0 0,-3 42 726 0 0,3-39-664 0 0,-5 19 167 0 0,-1 0 0 0 0,-1-1 1 0 0,-1 1-1 0 0,-13 26 0 0 0,-7 22 2434 0 0,28-72-2645 0 0,-1 0 1 0 0,1-1-1 0 0,0 1 1 0 0,-1 0-1 0 0,1 0 1 0 0,0 0-1 0 0,0 0 1 0 0,0 0-1 0 0,-1 0 0 0 0,1 0 1 0 0,0 0-1 0 0,0-1 1 0 0,1 1-1 0 0,-1 0 1 0 0,0 0-1 0 0,0 0 1 0 0,0 0-1 0 0,0 0 1 0 0,1 0-1 0 0,-1 0 0 0 0,0-1 1 0 0,1 1-1 0 0,-1 0 1 0 0,1 0-1 0 0,-1 0 1 0 0,1-1-1 0 0,1 2 1 0 0,-1-1-26 0 0,1 0 0 0 0,-1 0 0 0 0,1-1 0 0 0,0 1 0 0 0,-1-1 1 0 0,1 1-1 0 0,0-1 0 0 0,-1 0 0 0 0,1 1 0 0 0,0-1 0 0 0,-1 0 0 0 0,1 0 1 0 0,3-1-1 0 0,8-1-44 0 0,1 0 1 0 0,-1-2 0 0 0,13-4-1 0 0,-19 6 178 0 0,37-13-193 0 0,48-12 268 0 0,-83 25-652 0 0,0 0-1 0 0,1 1 1 0 0,-1 0 0 0 0,0 1-1 0 0,0 0 1 0 0,1 0 0 0 0,-1 1-1 0 0,9 2 1 0 0</inkml:trace>
</inkml:ink>
</file>

<file path=ppt/ink/ink1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9:38.92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119 83 1840 0 0,'-4'-24'318'0'0,"2"18"998"0"0,1 0-1 0 0,-1 0 0 0 0,-1 1 1 0 0,1-1-1 0 0,-4-5 1 0 0,5 10-937 0 0,1-1 0 0 0,-1 1-1 0 0,0 0 1 0 0,0 0 0 0 0,0 0 0 0 0,0 0 0 0 0,0 0 0 0 0,0 0 0 0 0,0 0 0 0 0,0 0 0 0 0,-1 0 0 0 0,1 0 0 0 0,0 0 0 0 0,0 1 0 0 0,-1-1 0 0 0,1 0 0 0 0,0 1 0 0 0,-1-1 0 0 0,1 1-1 0 0,-1 0 1 0 0,-2-1 0 0 0,2 1-305 0 0,0 1 0 0 0,1-1 0 0 0,-1 1 0 0 0,0-1-1 0 0,0 1 1 0 0,1-1 0 0 0,-1 1 0 0 0,1 0 0 0 0,-1 0 0 0 0,0 0-1 0 0,1 0 1 0 0,0 0 0 0 0,-1 0 0 0 0,-1 2 0 0 0,-2 2 75 0 0,1 0 0 0 0,0 1 0 0 0,0 0 0 0 0,0 0 0 0 0,1 0 0 0 0,0 0 0 0 0,0 0 0 0 0,0 0-1 0 0,1 1 1 0 0,0 0 0 0 0,0-1 0 0 0,1 1 0 0 0,-1 0 0 0 0,2 0 0 0 0,-1 7 0 0 0,0 7-8 0 0,1 0 0 0 0,1 1 0 0 0,6 33 0 0 0,-3-39-95 0 0,0 0 1 0 0,1-1-1 0 0,0 1 0 0 0,1-1 0 0 0,1 0 1 0 0,0-1-1 0 0,18 27 0 0 0,4-3 72 0 0,46 46-1 0 0,-17-20-154 0 0,-52-56-126 0 0,1 0-1 0 0,-1 1 0 0 0,-1-1 0 0 0,1 1 1 0 0,7 18-1 0 0,-12-24-25 0 0,0 0-1 0 0,0 1 1 0 0,0-1-1 0 0,0 0 1 0 0,-1 1-1 0 0,1-1 1 0 0,-1 0-1 0 0,0 1 1 0 0,0-1-1 0 0,0 1 1 0 0,0-1-1 0 0,0 1 1 0 0,-1-1 0 0 0,0 0-1 0 0,0 1 1 0 0,0-1-1 0 0,0 0 1 0 0,0 1-1 0 0,-1-1 1 0 0,1 0-1 0 0,-3 3 1 0 0,-5 4-1115 0 0</inkml:trace>
</inkml:ink>
</file>

<file path=ppt/ink/ink1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9:39.09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29 264 5065 0 0,'-8'-8'344'0'0,"-11"-15"-293"0"0,19 22 126 0 0,-1 0 1 0 0,1-1 0 0 0,0 1 0 0 0,0 0-1 0 0,0 0 1 0 0,0 0 0 0 0,0-1-1 0 0,0 1 1 0 0,0 0 0 0 0,0 0 0 0 0,0-1-1 0 0,1 1 1 0 0,-1 0 0 0 0,0 0-1 0 0,1 0 1 0 0,-1 0 0 0 0,1 0-1 0 0,0-1 1 0 0,-1 1 0 0 0,1 0 0 0 0,0 0-1 0 0,-1 0 1 0 0,2-1 0 0 0,9-10 835 0 0,0 1 1 0 0,0 0-1 0 0,1 1 1 0 0,0 0-1 0 0,1 1 1 0 0,14-9 0 0 0,90-43 1109 0 0,-74 40-1754 0 0,14-6-1795 0 0,-31 14-4986 0 0</inkml:trace>
</inkml:ink>
</file>

<file path=ppt/ink/ink1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9:40.68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11 87 6449 0 0,'-10'5'2564'0'0,"30"-7"500"0"0,82-21 178 0 0,93-19-635 0 0,-133 31-3122 0 0,74-3 0 0 0,-105 14-1198 0 0,-3 3-3860 0 0</inkml:trace>
</inkml:ink>
</file>

<file path=ppt/ink/ink1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9:41.09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9 34 3681 0 0,'-9'-33'6755'0'0,"16"48"-4766"0"0,15 50-427 0 0,25 122 0 0 0,-7 72-1633 0 0,-21-131 146 0 0,-14-90-37 0 0,60 342-972 0 0,-43-276 2044 0 0,58 162 0 0 0,-77-259-696 0 0,-1 1-1 0 0,2-1 1 0 0,-1 0 0 0 0,1 1 0 0 0,0-2-1 0 0,8 11 1 0 0,-11-15-332 0 0,1-1-1 0 0,-1 0 1 0 0,1 1-1 0 0,-1-1 0 0 0,1 0 1 0 0,0 0-1 0 0,-1 0 1 0 0,1 0-1 0 0,0 0 1 0 0,0-1-1 0 0,0 1 1 0 0,-1 0-1 0 0,1-1 0 0 0,0 1 1 0 0,0-1-1 0 0,0 0 1 0 0,0 0-1 0 0,0 0 1 0 0,0 0-1 0 0,0 0 1 0 0,0 0-1 0 0,0 0 0 0 0,0-1 1 0 0,0 1-1 0 0,0-1 1 0 0,0 1-1 0 0,-1-1 1 0 0,1 0-1 0 0,0 1 1 0 0,0-1-1 0 0,2-2 0 0 0,29-17 87 0 0,53-44-1 0 0,-53 38-364 0 0,40-24-1 0 0,5 9-1128 0 0,-25 18-4085 0 0,-7 5-1297 0 0</inkml:trace>
</inkml:ink>
</file>

<file path=ppt/ink/ink1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9:41.68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83 10138 0 0,'11'19'3396'0'0,"4"17"-1861"0"0,2 24-342 0 0,-6-15-931 0 0,3-2 0 0 0,22 50 0 0 0,-31-82-164 0 0,0 0 0 0 0,1-1 0 0 0,0 1 0 0 0,1-1 0 0 0,0-1 0 0 0,1 1 0 0 0,0-1-1 0 0,0-1 1 0 0,1 0 0 0 0,0 0 0 0 0,1 0 0 0 0,0-1 0 0 0,13 7 0 0 0,-21-13-62 0 0,0 1-1 0 0,1-1 1 0 0,-1 0 0 0 0,1 0 0 0 0,-1-1 0 0 0,0 1 0 0 0,1 0 0 0 0,0-1 0 0 0,-1 0 0 0 0,1 1 0 0 0,-1-1 0 0 0,1 0 0 0 0,-1 0 0 0 0,1 0 0 0 0,0-1 0 0 0,-1 1 0 0 0,1-1-1 0 0,-1 1 1 0 0,1-1 0 0 0,-1 0 0 0 0,5-2 0 0 0,-4 0-52 0 0,1 0 0 0 0,-1 1-1 0 0,1-1 1 0 0,-1-1-1 0 0,0 1 1 0 0,0 0 0 0 0,0-1-1 0 0,-1 0 1 0 0,0 0 0 0 0,1 1-1 0 0,2-8 1 0 0,2-9-117 0 0,0 1 0 0 0,-2-1 1 0 0,0 0-1 0 0,3-28 0 0 0,4-99 370 0 0,3-24 1509 0 0,-7 149-894 0 0,-2 21-297 0 0,1 14-309 0 0,3 20-6 0 0,49 127 211 0 0,-48-135-451 0 0,1-1 1 0 0,1 0-1 0 0,1-1 1 0 0,23 28-1 0 0,9 3-1848 0 0</inkml:trace>
</inkml:ink>
</file>

<file path=ppt/ink/ink1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9:42.02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156 0 6449 0 0,'-7'1'351'0'0,"1"0"0"0"0,-1 1 1 0 0,1 0-1 0 0,-1 0 0 0 0,1 0 0 0 0,0 1 0 0 0,0-1 0 0 0,0 1 0 0 0,0 1 0 0 0,1-1 0 0 0,-1 1 0 0 0,1 0 0 0 0,0 1 0 0 0,-7 6 0 0 0,6-5-40 0 0,0 1-1 0 0,0-1 0 0 0,0 1 0 0 0,1 0 1 0 0,0 1-1 0 0,0-1 0 0 0,1 1 1 0 0,0 0-1 0 0,0 0 0 0 0,-3 13 1 0 0,6-17-274 0 0,1 0 1 0 0,-1 0 0 0 0,1 0-1 0 0,0 0 1 0 0,1 0 0 0 0,-1 0-1 0 0,1 1 1 0 0,-1-1 0 0 0,1-1-1 0 0,1 1 1 0 0,-1 0 0 0 0,0 0-1 0 0,1 0 1 0 0,0-1 0 0 0,0 1-1 0 0,0-1 1 0 0,0 1 0 0 0,1-1-1 0 0,-1 0 1 0 0,1 0 0 0 0,0 0-1 0 0,0 0 1 0 0,6 4 0 0 0,7 6 37 0 0,2-1-1 0 0,-1-1 1 0 0,30 13 0 0 0,-14-7 69 0 0,-27-13-208 0 0,0-1 0 0 0,0 0 0 0 0,-1 1 0 0 0,0 0 1 0 0,1 1-1 0 0,-1-1 0 0 0,-1 1 0 0 0,1 0 1 0 0,-1 0-1 0 0,0 0 0 0 0,0 1 0 0 0,4 8 1 0 0,-6-10 2 0 0,-1 0 1 0 0,0 0 0 0 0,0 0 0 0 0,0 0 0 0 0,0 0 0 0 0,-1 1-1 0 0,0-1 1 0 0,0 0 0 0 0,0 0 0 0 0,0 0 0 0 0,-1 1 0 0 0,1-1-1 0 0,-1 0 1 0 0,0 0 0 0 0,0 0 0 0 0,-1 0 0 0 0,1 0 0 0 0,-1 0-1 0 0,0 0 1 0 0,-4 6 0 0 0,0-2 142 0 0,1 0 0 0 0,-1 0 0 0 0,0 0 0 0 0,0-1 0 0 0,-1 0 0 0 0,0 0 0 0 0,0-1 0 0 0,-1 0 0 0 0,0 0 0 0 0,0-1 0 0 0,0 0 0 0 0,-1 0 0 0 0,1-1 0 0 0,-15 5 0 0 0,3-4-5581 0 0</inkml:trace>
</inkml:ink>
</file>

<file path=ppt/ink/ink1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9:42.76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1 821 4609 0 0,'23'-11'767'0'0,"0"-1"0"0"0,0-1 0 0 0,-1-1 0 0 0,31-27 0 0 0,70-78 3757 0 0,-116 113-4324 0 0,-1-1 0 0 0,0 0 0 0 0,-1-1 0 0 0,0 0 0 0 0,0 1 0 0 0,0-2 0 0 0,-1 1 0 0 0,3-9 1 0 0,-6 15-105 0 0,-1-1 1 0 0,1 1-1 0 0,-1 0 1 0 0,1-1-1 0 0,-1 1 1 0 0,0-1-1 0 0,0 1 1 0 0,0-1-1 0 0,0 1 1 0 0,0-1 0 0 0,0 1-1 0 0,-1 0 1 0 0,1-1-1 0 0,-1 1 1 0 0,0-1-1 0 0,0 1 1 0 0,0 0-1 0 0,0 0 1 0 0,0 0 0 0 0,0-1-1 0 0,0 1 1 0 0,-1 0-1 0 0,1 0 1 0 0,-1 1-1 0 0,0-1 1 0 0,1 0-1 0 0,-1 0 1 0 0,0 1 0 0 0,0-1-1 0 0,0 1 1 0 0,0 0-1 0 0,0-1 1 0 0,-1 1-1 0 0,-1-1 1 0 0,-1 0-40 0 0,1 0 1 0 0,-1 1-1 0 0,0-1 1 0 0,0 1-1 0 0,0 0 1 0 0,0 0-1 0 0,0 0 0 0 0,0 1 1 0 0,0-1-1 0 0,0 1 1 0 0,0 1-1 0 0,0-1 1 0 0,0 1-1 0 0,0 0 1 0 0,1 0-1 0 0,-1 0 1 0 0,0 0-1 0 0,0 1 0 0 0,1 0 1 0 0,-1 0-1 0 0,1 0 1 0 0,-1 1-1 0 0,1 0 1 0 0,0-1-1 0 0,0 2 1 0 0,0-1-1 0 0,0 0 0 0 0,1 1 1 0 0,-1-1-1 0 0,1 1 1 0 0,-4 7-1 0 0,3-6 8 0 0,0 0-1 0 0,1 0 1 0 0,0 1-1 0 0,0-1 0 0 0,0 1 1 0 0,0 0-1 0 0,1 0 1 0 0,0 0-1 0 0,1 0 0 0 0,-1 0 1 0 0,1 1-1 0 0,1-1 1 0 0,-1 0-1 0 0,1 1 0 0 0,0-1 1 0 0,0 0-1 0 0,1 1 1 0 0,-1-1-1 0 0,2 0 1 0 0,-1 1-1 0 0,1-1 0 0 0,0 0 1 0 0,0 0-1 0 0,5 9 1 0 0,-1-6-305 0 0,1 0 1 0 0,0-1 0 0 0,1 1-1 0 0,0-2 1 0 0,1 1 0 0 0,-1-1 0 0 0,1 0-1 0 0,0-1 1 0 0,1 0 0 0 0,0 0-1 0 0,0-1 1 0 0,0-1 0 0 0,0 0-1 0 0,1 0 1 0 0,0-1 0 0 0,0 0 0 0 0,-1-1-1 0 0,17 2 1 0 0,-4-1-449 0 0,0-2 0 0 0,0 0 0 0 0,1-2 0 0 0,-1 0-1 0 0,0-2 1 0 0,0 0 0 0 0,43-14 0 0 0,-46 11 385 0 0,-1-2-1 0 0,-1 0 1 0 0,0-2 0 0 0,0 0-1 0 0,-1 0 1 0 0,0-2 0 0 0,0 0-1 0 0,14-15 1 0 0,4-8 234 0 0,-2-1-1 0 0,33-47 1 0 0,-53 65 57 0 0,11-14 197 0 0,-7 16 2762 0 0,-21 27 1307 0 0,-9 8-3231 0 0,-23 26 415 0 0,-60 84 1326 0 0,88-116-2549 0 0,0 1 0 0 0,1 0 0 0 0,1 0 0 0 0,0 0 0 0 0,1 1 0 0 0,0-1 0 0 0,1 1 0 0 0,-2 17 0 0 0,6-30-214 0 0,-1 0 0 0 0,1 0 0 0 0,0 0 0 0 0,0 1 0 0 0,0-1 0 0 0,0 0 0 0 0,0 0 0 0 0,1 0 0 0 0,-1 0 0 0 0,1 0 0 0 0,-1 0 0 0 0,1-1 0 0 0,0 1 0 0 0,-1 0 0 0 0,1 0 0 0 0,2 3 0 0 0,-2-4-17 0 0,0 0-1 0 0,0 0 1 0 0,1 0-1 0 0,-1 0 1 0 0,0-1-1 0 0,0 1 1 0 0,1 0-1 0 0,-1-1 1 0 0,0 1-1 0 0,1-1 1 0 0,-1 1-1 0 0,0-1 1 0 0,1 1-1 0 0,-1-1 1 0 0,1 0-1 0 0,-1 0 1 0 0,0 0-1 0 0,3 0 1 0 0,1 0-55 0 0,1-1 0 0 0,-1 0 0 0 0,1-1 0 0 0,-1 1 0 0 0,0-1 0 0 0,1 0 0 0 0,-1 0 0 0 0,0 0 1 0 0,0-1-1 0 0,7-5 0 0 0,2-3-501 0 0,0-1 1 0 0,0 0 0 0 0,-1-1-1 0 0,-1 0 1 0 0,0-1 0 0 0,-1-1-1 0 0,-1 1 1 0 0,0-2 0 0 0,-1 0-1 0 0,0 0 1 0 0,-2 0 0 0 0,0-1-1 0 0,-1 0 1 0 0,6-22 0 0 0,-6 12-494 0 0,-1-1 1 0 0,-1 0-1 0 0,-1 0 1 0 0,-2-37 0 0 0,-2 30 1237 0 0,-9-48 0 0 0,3 40 190 0 0,-4-26 2746 0 0,-23-75 1 0 0,30 133 334 0 0,4 18-1194 0 0,5 19-914 0 0,70 204-79 0 0,54 136-925 0 0,-110-325-688 0 0,-1 0-107 0 0</inkml:trace>
</inkml:ink>
</file>

<file path=ppt/ink/ink1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9:43.29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2 166 10594 0 0,'0'-1'108'0'0,"-1"-1"0"0"0,1 1-1 0 0,0-1 1 0 0,0 1 0 0 0,0-1 0 0 0,0 1-1 0 0,0-1 1 0 0,0 1 0 0 0,0-1 0 0 0,0 1-1 0 0,1-1 1 0 0,-1 1 0 0 0,0-1 0 0 0,1 1-1 0 0,0 0 1 0 0,0-3 0 0 0,15-27 953 0 0,-13 24-652 0 0,4-5 458 0 0,0-1 0 0 0,1 1 1 0 0,12-14-1 0 0,-17 23-685 0 0,-1-1 0 0 0,1 2 1 0 0,0-1-1 0 0,0 0 0 0 0,0 0 1 0 0,0 1-1 0 0,0 0 0 0 0,0-1 1 0 0,1 1-1 0 0,-1 0 0 0 0,1 1 1 0 0,0-1-1 0 0,-1 1 0 0 0,1 0 1 0 0,0-1-1 0 0,8 0 0 0 0,-11 3-160 0 0,1-1 0 0 0,-1 1 1 0 0,1-1-1 0 0,-1 1 0 0 0,0-1 0 0 0,1 1 0 0 0,-1 0 0 0 0,0 0 0 0 0,0-1 0 0 0,0 1 0 0 0,1 0 0 0 0,-1 0 0 0 0,0 0 0 0 0,0 1 0 0 0,0-1 0 0 0,-1 0 0 0 0,1 0 0 0 0,0 0 0 0 0,0 1 0 0 0,0-1 0 0 0,-1 0 0 0 0,1 1 0 0 0,-1-1 0 0 0,1 1 0 0 0,-1-1 0 0 0,0 1 0 0 0,0-1 1 0 0,1 1-1 0 0,-1-1 0 0 0,0 3 0 0 0,3 53 176 0 0,-4-49-158 0 0,-2 69 28 0 0,-15 85 1 0 0,-1 7-11 0 0,18-157 3 0 0,0 1 0 0 0,1-1 1 0 0,1 0-1 0 0,0 1 0 0 0,1-1 0 0 0,5 20 1 0 0,-6-29-51 0 0,0-1 1 0 0,-1 1 0 0 0,1-1 0 0 0,0 1 0 0 0,1-1-1 0 0,-1 0 1 0 0,0 1 0 0 0,1-1 0 0 0,-1 0-1 0 0,1 0 1 0 0,0 0 0 0 0,0 0 0 0 0,0 0-1 0 0,0 0 1 0 0,0-1 0 0 0,0 1 0 0 0,0-1-1 0 0,0 1 1 0 0,1-1 0 0 0,-1 0 0 0 0,0 0 0 0 0,1 0-1 0 0,-1 0 1 0 0,1 0 0 0 0,0-1 0 0 0,-1 1-1 0 0,1-1 1 0 0,-1 1 0 0 0,1-1 0 0 0,0 0-1 0 0,-1 0 1 0 0,1 0 0 0 0,0-1 0 0 0,-1 1-1 0 0,1-1 1 0 0,0 1 0 0 0,2-2 0 0 0,7-2-83 0 0,0 0-1 0 0,-1-1 1 0 0,1 0 0 0 0,-1-1 0 0 0,0 0-1 0 0,14-11 1 0 0,60-54-1960 0 0,-36 28 172 0 0,5 0 1547 0 0,-28 21 312 0 0</inkml:trace>
</inkml:ink>
</file>

<file path=ppt/ink/ink1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9:43.67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 37 920 0 0,'-1'-2'324'0'0,"0"1"0"0"0,1-1 0 0 0,0 0-1 0 0,-1 0 1 0 0,1 0 0 0 0,0 0 0 0 0,0 1-1 0 0,0-1 1 0 0,0 0 0 0 0,0 0 0 0 0,1 0-1 0 0,-1 0 1 0 0,1 1 0 0 0,8-11 4193 0 0,-9 13-4366 0 0,1-1 0 0 0,0 0 0 0 0,-1 1 1 0 0,1-1-1 0 0,0 0 0 0 0,-1 1 0 0 0,1-1 1 0 0,-1 1-1 0 0,1-1 0 0 0,-1 1 0 0 0,1 0 1 0 0,-1-1-1 0 0,1 1 0 0 0,-1-1 0 0 0,1 1 1 0 0,-1 0-1 0 0,0-1 0 0 0,1 1 1 0 0,-1 1-1 0 0,10 21 955 0 0,-2 0 0 0 0,0 1 0 0 0,-2 0 0 0 0,-1 0 0 0 0,4 37 0 0 0,-5-28-1275 0 0,2 0-1 0 0,11 37 1 0 0,-16-69 81 0 0,-1 0 1 0 0,0 0-1 0 0,0 0 1 0 0,1 0 0 0 0,-1 0-1 0 0,0 0 1 0 0,1 0-1 0 0,-1 0 1 0 0,1 0 0 0 0,-1-1-1 0 0,1 1 1 0 0,0 0-1 0 0,-1 0 1 0 0,1 0-1 0 0,0 0 1 0 0,0-1 0 0 0,0 1-1 0 0,-1 0 1 0 0,1-1-1 0 0,1 1 1 0 0,-1-1 19 0 0,0 0 1 0 0,-1 0-1 0 0,1 0 1 0 0,0 0-1 0 0,-1 0 1 0 0,1-1-1 0 0,-1 1 1 0 0,1 0-1 0 0,0-1 1 0 0,-1 1-1 0 0,1 0 1 0 0,-1-1-1 0 0,1 1 1 0 0,-1-1-1 0 0,1 1 0 0 0,-1-1 1 0 0,1 1-1 0 0,-1-1 1 0 0,0 1-1 0 0,1-1 1 0 0,-1 1-1 0 0,0-1 1 0 0,1 0-1 0 0,19-49-1411 0 0,-18 43 1631 0 0,14-46-57 0 0,-9 28 214 0 0,1 0 1 0 0,1 0 0 0 0,1 0-1 0 0,1 1 1 0 0,25-40-1 0 0,-35 62-210 0 0,0 1-1 0 0,0-1 0 0 0,1 1 0 0 0,-1-1 0 0 0,0 1 0 0 0,1-1 0 0 0,-1 1 0 0 0,1 0 0 0 0,-1 0 0 0 0,1 0 0 0 0,0 0 0 0 0,-1 0 0 0 0,1 0 0 0 0,0 0 0 0 0,0 0 0 0 0,0 1 0 0 0,-1-1 0 0 0,1 1 0 0 0,0 0 0 0 0,0-1 0 0 0,0 1 0 0 0,0 0 0 0 0,4 0 0 0 0,-3 1 28 0 0,1 0 0 0 0,-1 0 0 0 0,0 1 0 0 0,0-1 0 0 0,0 1 0 0 0,0-1 0 0 0,0 1 0 0 0,0 0 0 0 0,0 0 0 0 0,-1 0 1 0 0,1 1-1 0 0,3 3 0 0 0,5 7-804 0 0,-1 0 0 0 0,-1 1 0 0 0,0 0 0 0 0,11 24 0 0 0,-12-20-5533 0 0</inkml:trace>
</inkml:ink>
</file>

<file path=ppt/ink/ink1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9:44.12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110 378 1376 0 0,'0'0'117'0'0,"1"0"0"0"0,-1-1 0 0 0,0 1 0 0 0,1 0-1 0 0,-1-1 1 0 0,0 1 0 0 0,0-1 0 0 0,0 1 0 0 0,1 0 0 0 0,-1-1-1 0 0,0 1 1 0 0,0-1 0 0 0,0 1 0 0 0,0 0 0 0 0,0-1 0 0 0,0 1-1 0 0,0-1 1 0 0,0 1 0 0 0,0-1 0 0 0,0 1 0 0 0,0 0-1 0 0,0-1 1 0 0,0 1 0 0 0,0-1 0 0 0,0 1 0 0 0,0-1 0 0 0,0 1-1 0 0,0 0 1 0 0,-1-1 0 0 0,1 1 0 0 0,0-1 0 0 0,0 1 0 0 0,0 0-1 0 0,-1-1 1 0 0,1 1 0 0 0,0 0 0 0 0,-1-1 0 0 0,1 1 0 0 0,0 0-1 0 0,-1 0 1 0 0,1-1 0 0 0,0 1 0 0 0,-1 0 0 0 0,1 0 0 0 0,-1 0-1 0 0,1-1 1 0 0,0 1 0 0 0,-1 0 0 0 0,1 0 0 0 0,-1 0-1 0 0,1 0 1 0 0,0 0 0 0 0,-1 0 0 0 0,1 0 0 0 0,-1 0 0 0 0,1 0-1 0 0,-1 0 1 0 0,1 0 0 0 0,-1 0 0 0 0,1 0 0 0 0,0 0 0 0 0,-1 0-1 0 0,1 0 1 0 0,-1 1 0 0 0,1-1 0 0 0,0 0 0 0 0,-1 1 0 0 0,-27 15 3326 0 0,19-8-3049 0 0,2 0 0 0 0,-1 1 1 0 0,1 0-1 0 0,0 0 0 0 0,1 1 0 0 0,-9 18 0 0 0,13-26-391 0 0,1 1 0 0 0,-1 0 0 0 0,1 0 0 0 0,0 0 0 0 0,0 0 0 0 0,0 0 0 0 0,1 0 0 0 0,-1 0 0 0 0,1 1 0 0 0,0-1 0 0 0,-1 0 0 0 0,1 0 0 0 0,1 0 0 0 0,-1 0 0 0 0,0 1 0 0 0,1-1 0 0 0,0 0 0 0 0,-1 0 0 0 0,1 0 0 0 0,0 0 0 0 0,1 0 0 0 0,-1 0 0 0 0,1 0 0 0 0,-1-1 0 0 0,1 1 0 0 0,0 0 0 0 0,0-1 0 0 0,4 5 0 0 0,-6-7-106 0 0,1 1 0 0 0,0 0 0 0 0,0 0-1 0 0,0-1 1 0 0,0 1 0 0 0,0-1 0 0 0,0 1 0 0 0,0-1 0 0 0,0 1-1 0 0,0-1 1 0 0,1 1 0 0 0,-1-1 0 0 0,0 0 0 0 0,0 0 0 0 0,0 0 0 0 0,0 1-1 0 0,1-1 1 0 0,-1 0 0 0 0,0-1 0 0 0,0 1 0 0 0,0 0 0 0 0,0 0-1 0 0,2-1 1 0 0,0 0-52 0 0,-1 0 0 0 0,0 0 1 0 0,1-1-1 0 0,-1 1 0 0 0,0-1 0 0 0,0 1 0 0 0,0-1 0 0 0,0 0 0 0 0,-1 0 0 0 0,3-3 0 0 0,1-1-2 0 0,0-1 1 0 0,-1 0-1 0 0,0-1 1 0 0,0 1-1 0 0,5-14 0 0 0,-5 2 335 0 0,0 1 0 0 0,-1 0 0 0 0,-1-1 0 0 0,-1 1 0 0 0,0-1 0 0 0,-4-32 0 0 0,-24-114 2124 0 0,19 122-1302 0 0,6 35-679 0 0,-10-46 1351 0 0,11 50-1445 0 0,-1 1 0 0 0,1-1 0 0 0,0 1 0 0 0,-1-1 0 0 0,0 1 0 0 0,0 0 1 0 0,0-1-1 0 0,0 1 0 0 0,0 0 0 0 0,-1 0 0 0 0,-5-4 0 0 0,8 7-176 0 0,0-1 0 0 0,0 1 1 0 0,-1 0-1 0 0,1 0 0 0 0,0-1 0 0 0,0 1 0 0 0,-1 0 0 0 0,1 0 0 0 0,0 0 0 0 0,-1-1 0 0 0,1 1 1 0 0,0 0-1 0 0,-1 0 0 0 0,1 0 0 0 0,0 0 0 0 0,-1 0 0 0 0,1 0 0 0 0,-1 0 0 0 0,1-1 1 0 0,0 1-1 0 0,-1 0 0 0 0,1 0 0 0 0,0 1 0 0 0,-1-1 0 0 0,1 0 0 0 0,-1 0 0 0 0,1 0 0 0 0,0 0 1 0 0,-1 0-1 0 0,1 0 0 0 0,0 0 0 0 0,-1 1 0 0 0,1-1 0 0 0,0 0 0 0 0,-1 0 0 0 0,1 0 0 0 0,0 1 1 0 0,-1-1-1 0 0,-2 18 684 0 0,7 19-501 0 0,-4-36-221 0 0,18 77-17 0 0,43 119 0 0 0,-34-121-741 0 0,-15-38-141 0 0</inkml:trace>
</inkml:ink>
</file>

<file path=ppt/ink/ink1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9:44.91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278 212 5529 0 0,'-3'-22'1634'0'0,"-1"0"0"0"0,-1 1 0 0 0,-9-24 0 0 0,11 37-1196 0 0,0 0 0 0 0,0 1 0 0 0,-1-1 0 0 0,0 1-1 0 0,0 0 1 0 0,-1 0 0 0 0,1 1 0 0 0,-1-1 0 0 0,-1 1 0 0 0,0 0 0 0 0,-8-7 0 0 0,12 11-316 0 0,0 1 0 0 0,0 0 0 0 0,-1-1 0 0 0,1 1 0 0 0,0 0 0 0 0,0 1 0 0 0,-1-1 0 0 0,1 0 0 0 0,-1 1 0 0 0,1-1 1 0 0,0 1-1 0 0,-1 0 0 0 0,1-1 0 0 0,-1 1 0 0 0,1 1 0 0 0,-1-1 0 0 0,1 0 0 0 0,-4 1 0 0 0,1 1-8 0 0,1-1 0 0 0,0 1 0 0 0,0 0 0 0 0,0 1-1 0 0,0-1 1 0 0,0 0 0 0 0,1 1 0 0 0,-1 0 0 0 0,-4 5 0 0 0,-2 3 5 0 0,0 1 0 0 0,1 0 0 0 0,0 0 0 0 0,-13 27 0 0 0,15-26-201 0 0,1 1 1 0 0,1-1 0 0 0,0 1-1 0 0,1 1 1 0 0,-5 22 0 0 0,9-33-8 0 0,-1 0 0 0 0,0-1 0 0 0,1 1 0 0 0,0 0 0 0 0,0-1 0 0 0,0 1 0 0 0,0 0 0 0 0,0-1 0 0 0,1 1 0 0 0,0 0 0 0 0,0-1 0 0 0,0 1 0 0 0,0-1 0 0 0,0 1 0 0 0,1-1 0 0 0,0 0 0 0 0,-1 1 0 0 0,1-1 0 0 0,0 0 0 0 0,1 0 0 0 0,-1 0 0 0 0,0-1 0 0 0,1 1 0 0 0,0 0 0 0 0,-1-1 0 0 0,1 0 0 0 0,6 4 0 0 0,-5-5 59 0 0,-1 0 0 0 0,1 0-1 0 0,-1 0 1 0 0,1 0 0 0 0,-1-1-1 0 0,1 1 1 0 0,-1-1 0 0 0,1 0-1 0 0,0 0 1 0 0,-1-1 0 0 0,1 1-1 0 0,-1-1 1 0 0,1 1 0 0 0,0-1-1 0 0,-1 0 1 0 0,0-1 0 0 0,1 1-1 0 0,-1 0 1 0 0,0-1-1 0 0,0 0 1 0 0,0 0 0 0 0,0 0-1 0 0,0 0 1 0 0,0 0 0 0 0,2-3-1 0 0,1 0-63 0 0,-1 1 0 0 0,-1-1 0 0 0,1 0 0 0 0,-1-1-1 0 0,0 1 1 0 0,0-1 0 0 0,0 1 0 0 0,-1-1-1 0 0,0 0 1 0 0,0 0 0 0 0,0-1 0 0 0,2-9-1 0 0,-2-1 534 0 0,-1 0 0 0 0,0-1-1 0 0,-1 1 1 0 0,-1 0-1 0 0,-1-1 1 0 0,-3-18-1 0 0,2 21 763 0 0,5 16-80 0 0,8 20-141 0 0,-8-16-1209 0 0,8 21 265 0 0,-2 1 0 0 0,0 0-1 0 0,9 55 1 0 0,0-3-32 0 0,3-10-10 0 0,-9-32-70 0 0,-2 0 0 0 0,-1 1 0 0 0,6 62 0 0 0,-14-88-62 0 0,-1-1 0 0 0,0 1 0 0 0,-1-1 0 0 0,0 1 1 0 0,-1-1-1 0 0,0 0 0 0 0,-1 0 0 0 0,0 0 1 0 0,-1 0-1 0 0,0 0 0 0 0,-1-1 0 0 0,0 0 0 0 0,-1 0 1 0 0,0 0-1 0 0,0 0 0 0 0,-14 15 0 0 0,9-14-457 0 0,0 0 0 0 0,-1-1 0 0 0,0 0 0 0 0,-15 9 0 0 0,-1-2-5620 0 0</inkml:trace>
</inkml:ink>
</file>

<file path=ppt/ink/ink1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9:45.26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84 0 8754 0 0,'-2'0'345'0'0,"0"1"1"0"0,0 0-1 0 0,0-1 1 0 0,0 1-1 0 0,1 0 1 0 0,-1 0-1 0 0,0 0 0 0 0,0 0 1 0 0,1 0-1 0 0,-1 1 1 0 0,1-1-1 0 0,-1 0 1 0 0,1 1-1 0 0,-2 1 1 0 0,-21 26 2592 0 0,21-24-2883 0 0,-1 0 71 0 0,1 0 1 0 0,-1 1-1 0 0,1 0 0 0 0,1 0 1 0 0,-1-1-1 0 0,1 2 0 0 0,0-1 1 0 0,0 0-1 0 0,1 0 0 0 0,0 1 1 0 0,0-1-1 0 0,0 0 0 0 0,1 1 0 0 0,0-1 1 0 0,0 1-1 0 0,0-1 0 0 0,3 11 1 0 0,-2-13-61 0 0,0 1-1 0 0,1-1 1 0 0,-1 0 0 0 0,1 0 0 0 0,-1 0-1 0 0,1-1 1 0 0,1 1 0 0 0,-1 0 0 0 0,0-1 0 0 0,1 1-1 0 0,0-1 1 0 0,-1 0 0 0 0,1 0 0 0 0,1 0-1 0 0,-1 0 1 0 0,0 0 0 0 0,1-1 0 0 0,-1 0-1 0 0,1 1 1 0 0,0-1 0 0 0,0-1 0 0 0,0 1 0 0 0,0 0-1 0 0,0-1 1 0 0,0 0 0 0 0,0 0 0 0 0,8 1-1 0 0,-10-2-57 0 0,0 1-1 0 0,0-1 0 0 0,0 0 0 0 0,0 0 0 0 0,1 1 0 0 0,-1-1 0 0 0,0-1 0 0 0,0 1 0 0 0,0 0 0 0 0,0 0 0 0 0,0-1 0 0 0,1 0 0 0 0,-1 1 0 0 0,0-1 0 0 0,0 0 0 0 0,0 0 0 0 0,0 0 0 0 0,-1 0 0 0 0,1 0 0 0 0,0 0 0 0 0,0-1 0 0 0,-1 1 0 0 0,1-1 0 0 0,-1 1 0 0 0,1-1 0 0 0,-1 1 0 0 0,1-1 0 0 0,-1 0 0 0 0,0 0 0 0 0,0 0 0 0 0,0 0 0 0 0,0 0 1 0 0,0 0-1 0 0,0 0 0 0 0,-1 0 0 0 0,1 0 0 0 0,-1 0 0 0 0,1 0 0 0 0,-1 0 0 0 0,0 0 0 0 0,0-1 0 0 0,0 1 0 0 0,0 0 0 0 0,-1-3 0 0 0,1-4 22 0 0,-1 0 0 0 0,-1 0 0 0 0,0-1 0 0 0,0 1 0 0 0,-1 0 0 0 0,0 1 0 0 0,-1-1 0 0 0,1 0 0 0 0,-7-8 0 0 0,7 12-116 0 0,0 0-1 0 0,-1 0 0 0 0,0 1 0 0 0,-9-9 1 0 0,12 12-56 0 0,0 0 0 0 0,1 0 0 0 0,-2 0 0 0 0,1 0 0 0 0,0 1 0 0 0,0-1 0 0 0,0 0 0 0 0,0 1 0 0 0,0-1 0 0 0,0 1-1 0 0,-1-1 1 0 0,1 1 0 0 0,0 0 0 0 0,0-1 0 0 0,-1 1 0 0 0,1 0 0 0 0,0 0 0 0 0,-1 0 0 0 0,1 0 0 0 0,0 0 0 0 0,-1 0 0 0 0,1 0 0 0 0,0 0 0 0 0,0 1 0 0 0,-1-1 0 0 0,1 0 0 0 0,0 1 0 0 0,-3 0 0 0 0</inkml:trace>
</inkml:ink>
</file>

<file path=ppt/ink/ink1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9:45.53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52 7 12443 0 0,'-29'-6'6505'0'0,"29"7"-6327"0"0,-5 16 3979 0 0,4 0-4909 0 0,-7 111 1320 0 0,2-67-1049 0 0,3 0 0 0 0,3 1 0 0 0,10 87 0 0 0,-4-118-7147 0 0</inkml:trace>
</inkml:ink>
</file>

<file path=ppt/ink/ink1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9:46.01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309 372 3225 0 0,'0'-1'224'0'0,"1"-1"1"0"0,-1 1-1 0 0,0-1 1 0 0,0 1-1 0 0,1-1 1 0 0,-1 0 0 0 0,0 1-1 0 0,-1-1 1 0 0,1 1-1 0 0,0-1 1 0 0,0 0-1 0 0,-1 1 1 0 0,1-1-1 0 0,-1 1 1 0 0,1-1-1 0 0,-1 1 1 0 0,0-1 0 0 0,0 1-1 0 0,1 0 1 0 0,-1-1-1 0 0,0 1 1 0 0,0 0-1 0 0,0 0 1 0 0,-1-1-1 0 0,1 1 1 0 0,0 0 0 0 0,0 0-1 0 0,-1 0 1 0 0,1 0-1 0 0,0 1 1 0 0,-3-2-1 0 0,-1-2 329 0 0,0 1 0 0 0,0 1 0 0 0,-1-1-1 0 0,1 0 1 0 0,-1 1 0 0 0,1 0 0 0 0,-12-2 0 0 0,10 4-339 0 0,-1 0 1 0 0,1 1-1 0 0,0 0 1 0 0,-1 0-1 0 0,1 1 1 0 0,0-1-1 0 0,-1 2 1 0 0,1-1-1 0 0,0 1 1 0 0,1 0-1 0 0,-1 0 1 0 0,0 1 0 0 0,1 0-1 0 0,0 0 1 0 0,0 0-1 0 0,0 1 1 0 0,-9 10-1 0 0,2-3-142 0 0,1 2 0 0 0,0-1 0 0 0,1 1 0 0 0,1 1 0 0 0,0 0 0 0 0,-10 23-1 0 0,18-33-94 0 0,-1 0 0 0 0,1 0-1 0 0,1 0 1 0 0,-1 0-1 0 0,1 1 1 0 0,0-1 0 0 0,0 1-1 0 0,1-1 1 0 0,-1 1-1 0 0,1-1 1 0 0,0 1 0 0 0,1-1-1 0 0,-1 1 1 0 0,3 7-1 0 0,-2-10-39 0 0,0-1 1 0 0,0 0-1 0 0,0 1 0 0 0,1-1 0 0 0,-1 0 0 0 0,1 1 0 0 0,-1-1 1 0 0,1 0-1 0 0,0 0 0 0 0,0 0 0 0 0,-1-1 0 0 0,1 1 0 0 0,1 0 1 0 0,-1-1-1 0 0,0 1 0 0 0,0-1 0 0 0,1 0 0 0 0,-1 0 0 0 0,1 0 1 0 0,-1 0-1 0 0,1 0 0 0 0,-1 0 0 0 0,1-1 0 0 0,-1 1 0 0 0,1-1 1 0 0,0 1-1 0 0,-1-1 0 0 0,1 0 0 0 0,0 0 0 0 0,-1-1 0 0 0,5 0 1 0 0,0 1-50 0 0,0-1 0 0 0,-1 0 0 0 0,1-1 1 0 0,-1 1-1 0 0,0-1 0 0 0,1 0 1 0 0,-1-1-1 0 0,0 1 0 0 0,0-1 0 0 0,-1-1 1 0 0,1 1-1 0 0,0-1 0 0 0,-1 0 0 0 0,0 0 1 0 0,6-6-1 0 0,-6 3 52 0 0,1 0 0 0 0,-1-1 0 0 0,0 0 0 0 0,0 0 0 0 0,-1 0 0 0 0,0 0 0 0 0,0 0 0 0 0,-1-1 0 0 0,4-16 0 0 0,-2-4 307 0 0,-2-1 1 0 0,0 1-1 0 0,-2-1 0 0 0,-1 0 0 0 0,-7-48 0 0 0,-1-64 1999 0 0,4 61 333 0 0,3 62-1231 0 0,2 28-331 0 0,3 31-325 0 0,48 174-157 0 0,-38-171-821 0 0,1 0 0 0 0,40 75 0 0 0,-37-86-199 0 0</inkml:trace>
</inkml:ink>
</file>

<file path=ppt/ink/ink1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9:46.57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0 378 2761 0 0,'41'-42'308'0'0,"-25"27"1589"0"0,0-1 1 0 0,-1-1-1 0 0,-1 0 0 0 0,-1-1 1 0 0,0 0-1 0 0,17-34 0 0 0,-27 43-1828 0 0,0 0 1 0 0,-1-1-1 0 0,0 0 0 0 0,-1 1 0 0 0,0-1 0 0 0,-1 0 1 0 0,1 1-1 0 0,-3-17 0 0 0,2 23-52 0 0,-1-1-1 0 0,1 0 1 0 0,-1 0 0 0 0,1 1 0 0 0,-1-1-1 0 0,0 0 1 0 0,0 1 0 0 0,-1-1 0 0 0,1 0-1 0 0,-1 1 1 0 0,0 0 0 0 0,0-1 0 0 0,0 1-1 0 0,0 0 1 0 0,-1 0 0 0 0,1 0 0 0 0,-1 1-1 0 0,0-1 1 0 0,1 0 0 0 0,-1 1 0 0 0,0 0-1 0 0,-1 0 1 0 0,1 0 0 0 0,-5-3 0 0 0,5 5 61 0 0,0 0-1 0 0,1-1 1 0 0,-1 1 0 0 0,0 0 0 0 0,1 0 0 0 0,-1 0 0 0 0,0 1 0 0 0,1-1 0 0 0,-1 1 0 0 0,1-1-1 0 0,-1 1 1 0 0,1 0 0 0 0,-1 0 0 0 0,1 0 0 0 0,-1 0 0 0 0,1 1 0 0 0,0-1 0 0 0,0 1 0 0 0,-1-1-1 0 0,1 1 1 0 0,0 0 0 0 0,1 0 0 0 0,-1-1 0 0 0,0 1 0 0 0,0 1 0 0 0,1-1 0 0 0,-1 0-1 0 0,-1 5 1 0 0,-2 1-32 0 0,0 0 0 0 0,1 1 0 0 0,0 0 0 0 0,1 0 0 0 0,0 0 0 0 0,-3 16 0 0 0,4-16-48 0 0,1 1-1 0 0,1 0 1 0 0,0-1 0 0 0,0 1-1 0 0,1-1 1 0 0,1 1-1 0 0,-1-1 1 0 0,1 1-1 0 0,1-1 1 0 0,0 0-1 0 0,0 0 1 0 0,5 9 0 0 0,-6-15-59 0 0,-1 1 0 0 0,1-1 0 0 0,0 0 1 0 0,0 0-1 0 0,1 0 0 0 0,-1 0 1 0 0,0 0-1 0 0,1-1 0 0 0,0 1 0 0 0,0-1 1 0 0,0 1-1 0 0,0-1 0 0 0,0 0 0 0 0,0 0 1 0 0,1 0-1 0 0,-1-1 0 0 0,0 1 0 0 0,1-1 1 0 0,0 0-1 0 0,-1 0 0 0 0,1 0 1 0 0,0 0-1 0 0,-1-1 0 0 0,1 0 0 0 0,0 1 1 0 0,0-1-1 0 0,-1-1 0 0 0,1 1 0 0 0,0 0 1 0 0,-1-1-1 0 0,1 0 0 0 0,0 0 1 0 0,5-2-1 0 0,-1-1-4 0 0,1-1 0 0 0,-1 0 0 0 0,0-1 0 0 0,0 0 0 0 0,0 0 0 0 0,-1 0 0 0 0,0-1 0 0 0,0-1 0 0 0,9-10 0 0 0,-6 6 566 0 0,0 0 0 0 0,1 1-1 0 0,16-12 1 0 0,-23 21-369 0 0,-1-1-1 0 0,0 1 1 0 0,0 1 0 0 0,1-1-1 0 0,-1 0 1 0 0,1 1 0 0 0,-1 0-1 0 0,1 0 1 0 0,0 0 0 0 0,0 0-1 0 0,-1 0 1 0 0,1 1 0 0 0,0 0 0 0 0,0-1-1 0 0,0 2 1 0 0,0-1 0 0 0,6 1-1 0 0,-8 0-91 0 0,0 0-1 0 0,0-1 0 0 0,-1 1 0 0 0,1 0 1 0 0,0 0-1 0 0,0 1 0 0 0,-1-1 1 0 0,1 0-1 0 0,-1 0 0 0 0,1 1 0 0 0,-1-1 1 0 0,1 1-1 0 0,-1-1 0 0 0,0 1 0 0 0,0 0 1 0 0,0-1-1 0 0,0 1 0 0 0,0 0 1 0 0,1 4-1 0 0,13 44 261 0 0,-8-21-236 0 0,-4-22-64 0 0,0 0 1 0 0,1 0-1 0 0,-1 0 0 0 0,9 11 1 0 0,-10-16-42 0 0,-1 0 1 0 0,1 0-1 0 0,0 0 0 0 0,-1-1 1 0 0,1 1-1 0 0,0 0 1 0 0,0-1-1 0 0,0 1 0 0 0,0-1 1 0 0,0 1-1 0 0,0-1 1 0 0,1 0-1 0 0,-1 0 0 0 0,0 0 1 0 0,1 0-1 0 0,-1-1 1 0 0,1 1-1 0 0,2 0 0 0 0,-3-2-41 0 0,0 1 0 0 0,0 0 0 0 0,0-1-1 0 0,0 1 1 0 0,0-1 0 0 0,-1 0 0 0 0,1 0-1 0 0,0 0 1 0 0,-1 0 0 0 0,1 0-1 0 0,0 0 1 0 0,-1 0 0 0 0,1 0 0 0 0,-1-1-1 0 0,0 1 1 0 0,1 0 0 0 0,-1-1 0 0 0,1-1-1 0 0,23-36-918 0 0,-14 19 430 0 0,10-15-94 0 0,-17 26 1027 0 0,0 0 0 0 0,1 1-1 0 0,1 0 1 0 0,10-13 0 0 0,-15 21-300 0 0,-1-1-1 0 0,1 1 1 0 0,0 0-1 0 0,0-1 1 0 0,0 1-1 0 0,0 0 1 0 0,0-1-1 0 0,-1 1 1 0 0,1 0-1 0 0,0 0 1 0 0,0 0-1 0 0,0 0 1 0 0,0 0-1 0 0,0 0 1 0 0,0 0-1 0 0,0 0 1 0 0,0 0-1 0 0,-1 0 1 0 0,1 1-1 0 0,0-1 1 0 0,0 0-1 0 0,0 0 1 0 0,0 1 0 0 0,0-1-1 0 0,-1 1 1 0 0,1-1-1 0 0,0 1 1 0 0,0-1-1 0 0,-1 1 1 0 0,1-1-1 0 0,0 1 1 0 0,-1 0-1 0 0,1-1 1 0 0,0 2-1 0 0,27 30-369 0 0,-20-22-4 0 0,3 2-1044 0 0,2 0-3558 0 0</inkml:trace>
</inkml:ink>
</file>

<file path=ppt/ink/ink1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9:47.63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10 215 2761 0 0,'-10'-9'7239'0'0,"10"8"-7044"0"0,16-4 5130 0 0,26 6-1355 0 0,-35 0-3790 0 0,0 1 1 0 0,-1 1 0 0 0,1-1 0 0 0,-1 1 0 0 0,1 0 0 0 0,-1 0 0 0 0,0 1 0 0 0,0 0 0 0 0,-1 0 0 0 0,1 0 0 0 0,-1 1 0 0 0,0 0 0 0 0,0 0 0 0 0,4 6 0 0 0,6 9-285 0 0,-1 1 0 0 0,19 37-1 0 0,-23-37 160 0 0,2-1 0 0 0,0-1-1 0 0,16 20 1 0 0,-20-31-150 0 0,0 1-1 0 0,0-1 1 0 0,12 8 0 0 0,-17-14 89 0 0,-1 0 0 0 0,1 0 0 0 0,1 0 0 0 0,-1-1 0 0 0,0 1 0 0 0,0-1 0 0 0,1 1 0 0 0,-1-1 0 0 0,1 0 0 0 0,-1-1 0 0 0,1 1 0 0 0,-1 0 0 0 0,1-1 0 0 0,5 0 0 0 0,-8 0 16 0 0,1-1 0 0 0,-1 1 0 0 0,1-1 0 0 0,0 0 0 0 0,-1 1 0 0 0,1-1 0 0 0,-1 0-1 0 0,0 0 1 0 0,1 0 0 0 0,-1 0 0 0 0,0 0 0 0 0,0 0 0 0 0,1-1 0 0 0,-1 1 0 0 0,0 0 0 0 0,0-1-1 0 0,0 1 1 0 0,-1 0 0 0 0,1-1 0 0 0,0 1 0 0 0,0-1 0 0 0,0-2 0 0 0,11-42 293 0 0,-9 33-268 0 0,9-40-452 0 0,3 0 0 0 0,2 1 0 0 0,2 1 0 0 0,46-86 0 0 0,-59 126-334 0 0,1 1 0 0 0,0 0-1 0 0,0 0 1 0 0,2 1 0 0 0,8-9 0 0 0,3 2-5084 0 0</inkml:trace>
</inkml:ink>
</file>

<file path=ppt/ink/ink1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9:48.66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 0 456 0 0,'-2'7'5815'0'0,"3"10"-3395"0"0,6 28-2118 0 0,-4-27 482 0 0,2 22-53 0 0,-2-12 286 0 0,11 51 0 0 0,-12-73-795 0 0,0 1 0 0 0,0-1 0 0 0,0 0 0 0 0,1 0 0 0 0,0 0 0 0 0,0 0 0 0 0,0-1 0 0 0,1 1 0 0 0,0-1 0 0 0,0 0 0 0 0,0 0 0 0 0,1 0 0 0 0,7 6 0 0 0,-11-10-209 0 0,1 0 1 0 0,0 0-1 0 0,0 0 1 0 0,0 0-1 0 0,0 0 1 0 0,0 0-1 0 0,0 0 1 0 0,0-1-1 0 0,0 1 0 0 0,0-1 1 0 0,0 1-1 0 0,1-1 1 0 0,-1 0-1 0 0,0 0 1 0 0,0 0-1 0 0,0 0 1 0 0,1 0-1 0 0,-1-1 1 0 0,0 1-1 0 0,2-1 0 0 0,0-1-107 0 0,0 1 0 0 0,0-1 0 0 0,0 0 0 0 0,0-1 0 0 0,-1 1 0 0 0,1-1 0 0 0,-1 1 0 0 0,0-1 0 0 0,5-5 0 0 0,1-3-183 0 0,0 0 0 0 0,-1 0 0 0 0,-1-1 1 0 0,0 0-1 0 0,7-17 0 0 0,8-40 1068 0 0,-19 54 262 0 0,2 0 1 0 0,0 0-1 0 0,10-23 1 0 0,-15 38-957 0 0,1-1 0 0 0,-1 0-1 0 0,0 0 1 0 0,1 0 0 0 0,-1 0 0 0 0,1 1 0 0 0,-1-1 0 0 0,1 0 0 0 0,0 1-1 0 0,-1-1 1 0 0,1 0 0 0 0,0 1 0 0 0,-1-1 0 0 0,1 0 0 0 0,0 1-1 0 0,0-1 1 0 0,-1 1 0 0 0,1 0 0 0 0,0-1 0 0 0,0 1 0 0 0,1-1 0 0 0,-1 1-47 0 0,-1 1 0 0 0,1-1 0 0 0,0 0 0 0 0,-1 0 1 0 0,1 1-1 0 0,0-1 0 0 0,-1 0 0 0 0,1 1 0 0 0,-1-1 1 0 0,1 1-1 0 0,-1-1 0 0 0,1 0 0 0 0,-1 1 0 0 0,1 0 1 0 0,-1-1-1 0 0,1 1 0 0 0,-1-1 0 0 0,1 1 0 0 0,-1-1 1 0 0,0 1-1 0 0,1 1 0 0 0,14 45 566 0 0,-12-36-478 0 0,3 5-272 0 0,0 0-1 0 0,1-1 1 0 0,1 0 0 0 0,0 0-1 0 0,1 0 1 0 0,0-1 0 0 0,19 20 0 0 0,-9-13-2981 0 0,40 34 0 0 0,-43-42 2529 0 0</inkml:trace>
</inkml:ink>
</file>

<file path=ppt/ink/ink1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9:48.93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10 1 12899 0 0,'-2'2'233'0'0,"1"0"1"0"0,0 0-1 0 0,0 1 1 0 0,0-1-1 0 0,0 0 1 0 0,1 1-1 0 0,-1-1 1 0 0,1 1-1 0 0,-1-1 1 0 0,1 1 0 0 0,0-1-1 0 0,0 1 1 0 0,0-1-1 0 0,0 1 1 0 0,0 0-1 0 0,1 2 1 0 0,0 5 125 0 0,-2 101 2058 0 0,1 106-187 0 0,18-1-3925 0 0,-10-164-5546 0 0</inkml:trace>
</inkml:ink>
</file>

<file path=ppt/ink/ink1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9:49.27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0 337 7834 0 0,'11'-2'655'0'0,"-1"-1"0"0"0,1 1 0 0 0,-1-2 0 0 0,0 1 0 0 0,0-1 0 0 0,-1-1 0 0 0,1 0-1 0 0,10-7 1 0 0,-14 8-131 0 0,10-5-79 0 0,-1-1 0 0 0,0-1 0 0 0,-1 0 0 0 0,-1-1 0 0 0,0 0 0 0 0,0-1 0 0 0,10-15 0 0 0,-15 18-302 0 0,-1 0 0 0 0,0-1 0 0 0,-1 0 0 0 0,0 0-1 0 0,-1 0 1 0 0,0-1 0 0 0,0 0 0 0 0,-2 1 0 0 0,1-2 0 0 0,2-22 0 0 0,-6 33-129 0 0,1 0-1 0 0,-1 0 0 0 0,0 0 1 0 0,0 0-1 0 0,0 0 1 0 0,-1 0-1 0 0,1 0 1 0 0,0 0-1 0 0,-1 0 0 0 0,1 0 1 0 0,-1 0-1 0 0,0 0 1 0 0,1 0-1 0 0,-3-1 0 0 0,3 2-12 0 0,-1 0-1 0 0,1 1 0 0 0,-1-1 0 0 0,0 0 0 0 0,1 1 0 0 0,-1-1 0 0 0,0 1 0 0 0,1-1 0 0 0,-1 1 0 0 0,0-1 0 0 0,0 1 0 0 0,0 0 0 0 0,1 0 0 0 0,-1-1 0 0 0,0 1 0 0 0,0 0 0 0 0,0 0 0 0 0,0 0 0 0 0,0 0 0 0 0,1 0 0 0 0,-1 0 0 0 0,-2 0 0 0 0,0 1 9 0 0,1-1-1 0 0,-1 1 1 0 0,0 0 0 0 0,0 0-1 0 0,1 1 1 0 0,-1-1 0 0 0,1 1-1 0 0,-1-1 1 0 0,1 1-1 0 0,0 0 1 0 0,-1 0 0 0 0,1 0-1 0 0,0 0 1 0 0,0 0 0 0 0,0 0-1 0 0,1 1 1 0 0,-4 4 0 0 0,-6 13 271 0 0,1 1 1 0 0,1 1 0 0 0,0-1 0 0 0,2 1 0 0 0,-7 32 0 0 0,11-41-151 0 0,1 1-1 0 0,0 0 1 0 0,1 0 0 0 0,1 0-1 0 0,0 0 1 0 0,0 1-1 0 0,2-1 1 0 0,0-1 0 0 0,0 1-1 0 0,6 15 1 0 0,-6-23-109 0 0,1 0-1 0 0,0 0 1 0 0,0 0 0 0 0,0 0-1 0 0,1-1 1 0 0,0 0 0 0 0,0 1 0 0 0,0-2-1 0 0,0 1 1 0 0,1 0 0 0 0,0-1 0 0 0,0 0-1 0 0,0 0 1 0 0,1 0 0 0 0,-1-1-1 0 0,1 0 1 0 0,0 0 0 0 0,0 0 0 0 0,7 2-1 0 0,-4-3-1329 0 0,0 1 0 0 0,0-1-1 0 0,0-1 1 0 0,14 2 0 0 0,8-3-5874 0 0</inkml:trace>
</inkml:ink>
</file>

<file path=ppt/ink/ink1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9:50.76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52 120 8754 0 0,'-1'-6'853'0'0,"-1"-1"0"0"0,1 0 0 0 0,-1 0 0 0 0,-1 0 0 0 0,1 1 0 0 0,-1 0-1 0 0,0-1 1 0 0,-1 1 0 0 0,1 0 0 0 0,-1 0 0 0 0,-1 1 0 0 0,1-1 0 0 0,-11-9 0 0 0,21 25-493 0 0,-1 0-1 0 0,0 1 1 0 0,-1 0 0 0 0,0 0-1 0 0,-1 0 1 0 0,3 14-1 0 0,9 26-174 0 0,-3-18-165 0 0,2 0 0 0 0,1-1 0 0 0,2 0 0 0 0,1-2 0 0 0,2 0 0 0 0,0-1 0 0 0,40 42 0 0 0,-39-47-20 0 0,1 0 0 0 0,0 0 0 0 0,1-1 0 0 0,2-1 0 0 0,41 28 0 0 0,-66-50 11 0 0,0 1 0 0 0,1-1 0 0 0,-1 0 0 0 0,1 1 0 0 0,-1-1 0 0 0,0 0 0 0 0,1 0 0 0 0,-1 1 0 0 0,1-1 0 0 0,-1 0 0 0 0,1 0 0 0 0,-1 0 0 0 0,0 0 0 0 0,1 1 1 0 0,-1-1-1 0 0,1 0 0 0 0,-1 0 0 0 0,1 0 0 0 0,-1 0 0 0 0,1 0 0 0 0,-1 0 0 0 0,1 0 0 0 0,-1 0 0 0 0,1 0 0 0 0,-1 0 0 0 0,1-1 0 0 0,-1 1 0 0 0,1 0 0 0 0,-1 0 0 0 0,0 0 0 0 0,1-1 0 0 0,-1 1 0 0 0,1 0 0 0 0,-1 0 0 0 0,1-1 0 0 0,3-18 647 0 0,-2 7-486 0 0,30-274 786 0 0,-5 130-3600 0 0,-22 134 1422 0 0,1 0-1 0 0,2 0 1 0 0,0 1 0 0 0,21-40-1 0 0</inkml:trace>
</inkml:ink>
</file>

<file path=ppt/ink/ink1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9:51.55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89 19 6913 0 0,'-10'1'1251'0'0,"1"0"-1"0"0,-1 1 0 0 0,1 0 1 0 0,-1 0-1 0 0,1 1 0 0 0,0 0 0 0 0,-14 7 1 0 0,51-12 3065 0 0,1-1-3927 0 0,23-3 239 0 0,0 2 1 0 0,68 5-1 0 0,48-4-618 0 0,-100-8-1045 0 0,-39 4-4833 0 0,-10 0-1279 0 0</inkml:trace>
</inkml:ink>
</file>

<file path=ppt/ink/ink1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9:51.90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26 38 1840 0 0,'-26'-37'17866'0'0,"34"48"-14487"0"0,2 17-3247 0 0,-2 0 0 0 0,-1 0 0 0 0,-2 0 0 0 0,0 1 0 0 0,0 34 0 0 0,6 34-55 0 0,-3-44-70 0 0,2 16 7 0 0,28 98 0 0 0,-28-147-654 0 0</inkml:trace>
</inkml:ink>
</file>

<file path=ppt/ink/ink1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9:52.77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 54 5529 0 0,'-2'-4'13997'0'0,"20"-2"-13481"0"0,4-3 209 0 0,1 1 1 0 0,26-5 0 0 0,-16 7-2653 0 0,-1 0-3506 0 0,-16 5-968 0 0</inkml:trace>
</inkml:ink>
</file>

<file path=ppt/ink/ink1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9:52.98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10 10 11522 0 0,'-10'10'957'0'0,"12"-4"936"0"0,21-3 1425 0 0,-18-3-3180 0 0,47 1 2175 0 0,-34-2-2855 0 0,1-1 0 0 0,-1 0 0 0 0,0-1 0 0 0,33-11-1 0 0,-31 6 637 0 0</inkml:trace>
</inkml:ink>
</file>

<file path=ppt/ink/ink1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9:53.60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42 89 7834 0 0,'-8'-13'2426'0'0,"0"-1"-1"0"0,1 0 1 0 0,1 0 0 0 0,-7-19 0 0 0,22 36 1275 0 0,6 9-3614 0 0,-13-10 7 0 0,5 8-67 0 0,-1 0 0 0 0,0 0 0 0 0,-1 0 0 0 0,0 1 0 0 0,-1 0-1 0 0,6 20 1 0 0,-1-3-7 0 0,30 93-20 0 0,-19-54 0 0 0,34 76 0 0 0,-44-123 0 0 0,0 0 0 0 0,1-1 0 0 0,1 0 0 0 0,0-1 0 0 0,2 0 0 0 0,0-1 0 0 0,32 29 0 0 0,-43-43 26 0 0,0-1-1 0 0,0 1 0 0 0,1-1 1 0 0,-1 1-1 0 0,1-1 0 0 0,-1 0 1 0 0,1-1-1 0 0,0 1 1 0 0,0 0-1 0 0,0-1 0 0 0,0 0 1 0 0,4 1-1 0 0,-6-2-1 0 0,0 0 0 0 0,-1-1 0 0 0,1 1 0 0 0,0 0 0 0 0,0-1 0 0 0,-1 1 0 0 0,1-1 0 0 0,-1 1 0 0 0,1-1 0 0 0,0 0 1 0 0,-1 0-1 0 0,1 1 0 0 0,-1-1 0 0 0,1 0 0 0 0,-1-1 0 0 0,0 1 0 0 0,0 0 0 0 0,1 0 0 0 0,-1 0 0 0 0,0-1 0 0 0,0 1 0 0 0,0-1 0 0 0,0 1 0 0 0,0-1 0 0 0,0 1 0 0 0,-1-1 0 0 0,1 1 0 0 0,-1-1 0 0 0,1 0 0 0 0,0-2 0 0 0,9-32 326 0 0,10-61 0 0 0,-3 12-110 0 0,55-172-964 0 0,-35 132-3306 0 0,-31 106-3721 0 0</inkml:trace>
</inkml:ink>
</file>

<file path=ppt/ink/ink1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9:54.39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80 19 3225 0 0,'-53'15'18413'0'0,"64"-21"-18121"0"0,-9 5-237 0 0,-1 0 1 0 0,1 0-1 0 0,-1 0 0 0 0,1 0 0 0 0,0 0 0 0 0,0 1 0 0 0,-1-1 0 0 0,1 1 0 0 0,0-1 0 0 0,0 1 0 0 0,0 0 0 0 0,-1-1 0 0 0,3 1 0 0 0,-9 0-42 0 0,1 0 22 0 0,-1 0 0 0 0,1 0 0 0 0,-1 0 0 0 0,1 0 0 0 0,0 0 0 0 0,-1 1-1 0 0,1 0 1 0 0,0 0 0 0 0,0 0 0 0 0,-1 1 0 0 0,-6 3 0 0 0,16-4 562 0 0,26-1-423 0 0,42-6 0 0 0,25-1 81 0 0,-78 7-454 0 0,1-1 1 0 0,-1-1-1 0 0,30-7 0 0 0,-34 4-302 0 0</inkml:trace>
</inkml:ink>
</file>

<file path=ppt/ink/ink1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9:54.76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19 16 920 0 0,'-18'-3'21062'0'0,"31"3"-21534"0"0,32-7 1691 0 0,-38 6-1592 0 0,1-1-1 0 0,-1 1 1 0 0,1 0 0 0 0,0 0-1 0 0,10 1 1 0 0,-16 0 12 0 0,1 1-1 0 0,-1-1 1 0 0,0 1-1 0 0,1 0 1 0 0,-1 0-1 0 0,0-1 1 0 0,0 1-1 0 0,0 1 1 0 0,1-1 0 0 0,-1 0-1 0 0,0 0 1 0 0,-1 1-1 0 0,1-1 1 0 0,0 1-1 0 0,0 0 1 0 0,-1 0 0 0 0,1-1-1 0 0,-1 1 1 0 0,1 0-1 0 0,-1 0 1 0 0,2 4-1 0 0,2 5 188 0 0</inkml:trace>
</inkml:ink>
</file>

<file path=ppt/ink/ink1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9:54.92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9 22 2761 0 0,'-8'9'12045'0'0,"12"-10"-11500"0"0,128-23-1693 0 0,-110 19 1148 0 0</inkml:trace>
</inkml:ink>
</file>

<file path=ppt/ink/ink1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9:55.30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28 22 6449 0 0,'-1'-21'14499'0'0,"3"31"-13028"0"0,0 39-753 0 0,-3 0 0 0 0,-1 0 0 0 0,-11 50-1 0 0,7-55-641 0 0,1 0 0 0 0,2 1 0 0 0,2 0 0 0 0,6 50-1 0 0,-4-79-218 0 0,1 0 0 0 0,1 0-1 0 0,0-1 1 0 0,1 1-1 0 0,1-1 1 0 0,1 0-1 0 0,0 0 1 0 0,12 22 0 0 0,-17-36 103 0 0,-1-1 0 0 0,0 0 1 0 0,0 1-1 0 0,0-1 1 0 0,1 1-1 0 0,-1-1 0 0 0,0 1 1 0 0,0-1-1 0 0,1 0 0 0 0,-1 1 1 0 0,0-1-1 0 0,1 0 1 0 0,-1 1-1 0 0,1-1 0 0 0,-1 0 1 0 0,0 0-1 0 0,1 1 1 0 0,-1-1-1 0 0,1 0 0 0 0,-1 0 1 0 0,1 1-1 0 0,-1-1 1 0 0,1 0-1 0 0,-1 0 0 0 0,1 0 1 0 0,-1 0-1 0 0,1 0 1 0 0,-1 0-1 0 0,0 0 0 0 0,2 0 1 0 0,2-15-3250 0 0</inkml:trace>
</inkml:ink>
</file>

<file path=ppt/ink/ink1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9:56.02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31 41 5985 0 0,'-31'-40'14199'0'0,"44"60"-12410"0"0,23 33-803 0 0,172 236 858 0 0,-114-148-3259 0 0,-85-131-488 0 0</inkml:trace>
</inkml:ink>
</file>

<file path=ppt/ink/ink1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9:56.28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5 10138 0 0,'3'0'380'0'0,"-1"-1"-1"0"0,0 0 0 0 0,1 0 1 0 0,-1 1-1 0 0,0-1 0 0 0,1 1 1 0 0,-1 0-1 0 0,1 0 1 0 0,-1-1-1 0 0,0 2 0 0 0,1-1 1 0 0,-1 0-1 0 0,1 0 0 0 0,-1 1 1 0 0,0 0-1 0 0,1-1 1 0 0,-1 1-1 0 0,0 0 0 0 0,5 2 1 0 0,-6-1-162 0 0,1 0 1 0 0,0-1 0 0 0,-1 1 0 0 0,1 0-1 0 0,-1 0 1 0 0,0 0 0 0 0,0 0 0 0 0,0 0-1 0 0,0 0 1 0 0,0 1 0 0 0,0-1 0 0 0,0 0-1 0 0,-1 0 1 0 0,1 1 0 0 0,-1-1 0 0 0,1 1-1 0 0,-1-1 1 0 0,0 0 0 0 0,0 1 0 0 0,-1 3-1 0 0,-2 23 342 0 0,-7 35 0 0 0,-4 27-586 0 0,14-81-292 0 0,0 0 1 0 0,0-1 0 0 0,0 1-1 0 0,1 0 1 0 0,1-1 0 0 0,0 1-1 0 0,3 10 1 0 0,1-7-4830 0 0</inkml:trace>
</inkml:ink>
</file>

<file path=ppt/ink/ink1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9:56.47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 36 5065 0 0,'-3'-3'448'0'0,"1"0"-352"0"0,2 1-96 0 0,2 0 0 0 0,-1 1 472 0 0,2-2 72 0 0,0 1 25 0 0,0 0-1 0 0,3-3-400 0 0,-1 1-72 0 0,3 0-24 0 0,-3 1 0 0 0,1 1-872 0 0,-2 4-185 0 0,-1 2-31 0 0,-1 2-8 0 0,-1 0 800 0 0,1-2 224 0 0</inkml:trace>
</inkml:ink>
</file>

<file path=ppt/ink/ink1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9:56.83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39 3209 0 0,'2'-1'162'0'0,"-1"0"0"0"0,1 0 0 0 0,-1 0 0 0 0,1 0-1 0 0,0 1 1 0 0,-1-1 0 0 0,1 1 0 0 0,0-1 0 0 0,-1 1 0 0 0,1-1 0 0 0,0 1 0 0 0,0 0 0 0 0,-1 0 0 0 0,1 0 0 0 0,0 0 0 0 0,0 0 0 0 0,0 0 0 0 0,-1 1 0 0 0,1-1 0 0 0,0 1 0 0 0,0-1 0 0 0,-1 1 0 0 0,1-1 0 0 0,0 1 0 0 0,-1 0 0 0 0,1 0-1 0 0,-1 0 1 0 0,1 0 0 0 0,-1 0 0 0 0,0 0 0 0 0,1 0 0 0 0,-1 1 0 0 0,0-1 0 0 0,0 0 0 0 0,0 1 0 0 0,0-1 0 0 0,0 1 0 0 0,0-1 0 0 0,0 1 0 0 0,1 1 0 0 0,0 3 396 0 0,0 0-1 0 0,0 0 1 0 0,-1 0 0 0 0,0 0-1 0 0,0 0 1 0 0,0 0 0 0 0,-1 0-1 0 0,1 0 1 0 0,-2 0 0 0 0,0 11-1 0 0,-8 19 689 0 0,7-29-1109 0 0,0 0-1 0 0,0 0 1 0 0,0 0 0 0 0,1 1 0 0 0,0-1 0 0 0,0 0 0 0 0,1 1 0 0 0,0-1 0 0 0,0 0 0 0 0,3 13 0 0 0,-3-19-132 0 0,0-1 0 0 0,0 0 0 0 0,0 1 1 0 0,1-1-1 0 0,-1 1 0 0 0,0-1 0 0 0,0 0 0 0 0,1 1 1 0 0,-1-1-1 0 0,0 0 0 0 0,0 1 0 0 0,1-1 0 0 0,-1 0 1 0 0,0 0-1 0 0,1 1 0 0 0,-1-1 0 0 0,1 0 0 0 0,-1 0 1 0 0,0 0-1 0 0,1 1 0 0 0,-1-1 0 0 0,0 0 0 0 0,1 0 1 0 0,-1 0-1 0 0,1 0 0 0 0,-1 0 0 0 0,1 0 1 0 0,-1 0-1 0 0,0 0 0 0 0,1 0 0 0 0,-1 0 0 0 0,1 0 1 0 0,0 0-1 0 0,17-9 91 0 0,13-18-314 0 0,-30 26 176 0 0,82-92-1538 0 0,-52 56 1026 0 0,50-47-1 0 0,-79 82 653 0 0,-1 1-1 0 0,1-1 1 0 0,-1 1-1 0 0,1 0 0 0 0,-1-1 1 0 0,1 1-1 0 0,0 0 1 0 0,0 0-1 0 0,-1 0 0 0 0,1 0 1 0 0,0 1-1 0 0,0-1 1 0 0,0 0-1 0 0,0 1 1 0 0,0-1-1 0 0,0 1 0 0 0,0 0 1 0 0,0 0-1 0 0,4 0 1 0 0,-4 1 79 0 0,0 0 0 0 0,-1 0 0 0 0,1 0 0 0 0,-1 0 1 0 0,1 0-1 0 0,-1 1 0 0 0,0-1 0 0 0,1 1 0 0 0,-1-1 1 0 0,0 1-1 0 0,0-1 0 0 0,0 1 0 0 0,0 0 0 0 0,0-1 1 0 0,0 1-1 0 0,-1 0 0 0 0,1 0 0 0 0,-1 0 0 0 0,1-1 1 0 0,-1 1-1 0 0,1 2 0 0 0,10 64 1038 0 0,-11-58-1367 0 0,1 1 0 0 0,1 0-1 0 0,0 0 1 0 0,0-1 0 0 0,1 1 0 0 0,0-1-1 0 0,1 0 1 0 0,0 0 0 0 0,0 0-1 0 0,1 0 1 0 0,7 8 0 0 0</inkml:trace>
</inkml:ink>
</file>

<file path=ppt/ink/ink1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9:58.18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130 50 7834 0 0,'-18'-5'1127'0'0,"1"-1"0"0"0,-25-11 0 0 0,-11-4 2693 0 0,94 26-708 0 0,51-5-2874 0 0,-57 0 262 0 0,33 0 14 0 0,80-1 571 0 0,219 26 0 0 0,-361-24-1044 0 0,0 0 0 0 0,0 0 0 0 0,-1 1 0 0 0,1-1 0 0 0,0 1 0 0 0,10 6 0 0 0,-15-8-30 0 0,0 1 1 0 0,0-1-1 0 0,0 1 0 0 0,-1 0 0 0 0,1 0 0 0 0,0 0 1 0 0,0 0-1 0 0,-1 0 0 0 0,1-1 0 0 0,0 1 0 0 0,-1 0 1 0 0,1 0-1 0 0,-1 1 0 0 0,1-1 0 0 0,-1 0 0 0 0,1 0 1 0 0,-1 0-1 0 0,0 0 0 0 0,0 0 0 0 0,1 0 0 0 0,-1 1 1 0 0,0-1-1 0 0,0 0 0 0 0,0 0 0 0 0,0 0 0 0 0,-1 0 1 0 0,1 0-1 0 0,0 1 0 0 0,0-1 0 0 0,-1 0 0 0 0,1 0 1 0 0,-1 0-1 0 0,1 0 0 0 0,-1 0 0 0 0,1 0 0 0 0,-1 0 1 0 0,1 0-1 0 0,-1 0 0 0 0,0 0 0 0 0,-1 1 0 0 0,-9 13 86 0 0,1 0-1 0 0,0 1 0 0 0,2 0 0 0 0,0 1 0 0 0,0-1 0 0 0,2 2 0 0 0,0-1 1 0 0,1 1-1 0 0,0-1 0 0 0,-2 30 0 0 0,4 9-36 0 0,9 102 1 0 0,20 58 90 0 0,-6-58-103 0 0,71 704-203 0 0,-81-766 274 0 0,-3 0 0 0 0,-5 1-1 0 0,-16 147 1 0 0,13-237-117 0 0,-1 16 54 0 0,-2-1 0 0 0,-7 26 0 0 0,10-47-34 0 0,0-1 0 0 0,1 1 0 0 0,-1 0 0 0 0,0-1 0 0 0,0 1 0 0 0,0-1 1 0 0,0 1-1 0 0,1-1 0 0 0,-1 1 0 0 0,0-1 0 0 0,0 0 0 0 0,0 1 0 0 0,0-1 1 0 0,0 0-1 0 0,0 0 0 0 0,0 0 0 0 0,0 0 0 0 0,0 0 0 0 0,0 0 0 0 0,-2 0 1 0 0,-28-1 63 0 0,22 1-55 0 0,-438 13 404 0 0,406-11-2837 0 0,20-1-5833 0 0</inkml:trace>
</inkml:ink>
</file>

<file path=ppt/ink/ink1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0:24.05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85 145 6913 0 0,'-35'-79'973'0'0,"14"28"1573"0"0,21 50-2423 0 0,0 0 0 0 0,0 1 1 0 0,0-1-1 0 0,0 0 1 0 0,-1 1-1 0 0,1-1 1 0 0,0 1-1 0 0,0-1 1 0 0,-1 0-1 0 0,1 1 1 0 0,-1-1-1 0 0,1 1 1 0 0,0-1-1 0 0,-1 1 1 0 0,1-1-1 0 0,-1 1 0 0 0,1-1 1 0 0,-1 1-1 0 0,1-1 1 0 0,-1 1-1 0 0,0 0 1 0 0,1-1-1 0 0,-1 1 1 0 0,0 0-1 0 0,1 0 1 0 0,-1-1-1 0 0,1 1 1 0 0,-2 0-1 0 0,1 0 17 0 0,1 1 0 0 0,-1 0 0 0 0,0-1 0 0 0,1 1 0 0 0,-1 0 0 0 0,0-1 0 0 0,1 1 0 0 0,-1 0 0 0 0,1 0 0 0 0,-1 0 0 0 0,1-1 0 0 0,0 1 0 0 0,-1 0 0 0 0,1 0 0 0 0,0 0 0 0 0,-1 2 0 0 0,-6 42 1517 0 0,20 140 196 0 0,-1-38-1295 0 0,41 669 1075 0 0,-29-494-1777 0 0,52 1228 800 0 0,-70-1322-495 0 0,-13 527 683 0 0,-3-611-524 0 0,18 274-1 0 0,-6-405-345 0 0,5 138 31 0 0,-7-135-45 0 0,-1 0-1 0 0,-1 1 0 0 0,0-1 0 0 0,-2 0 1 0 0,0 0-1 0 0,0 0 0 0 0,-8 16 0 0 0,2-20-342 0 0,9-12 332 0 0,1 0-1 0 0,0 0 1 0 0,-1 0 0 0 0,1 0 0 0 0,0 1-1 0 0,-1-1 1 0 0,1 0 0 0 0,0 0-1 0 0,-1 0 1 0 0,1 0 0 0 0,-1 0-1 0 0,1 0 1 0 0,0 0 0 0 0,-1 0 0 0 0,1-1-1 0 0,0 1 1 0 0,-1 0 0 0 0,1 0-1 0 0,0 0 1 0 0,-1 0 0 0 0,1 0-1 0 0,0-1 1 0 0,-1 1 0 0 0,1 0 0 0 0,0 0-1 0 0,-1 0 1 0 0,1-1 0 0 0,0 1-1 0 0,0 0 1 0 0,-1 0 0 0 0,1-1-1 0 0,0 1 1 0 0,0 0 0 0 0,0-1 0 0 0,0 1-1 0 0,-1 0 1 0 0,1-1 0 0 0,0 1-1 0 0,0 0 1 0 0,0-1 0 0 0,0 1-1 0 0,0 0 1 0 0,0-1 0 0 0</inkml:trace>
</inkml:ink>
</file>

<file path=ppt/ink/ink1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0:25.30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37 36 4609 0 0,'-7'-5'1104'0'0,"0"-1"0"0"0,1 0 0 0 0,-11-12 0 0 0,20 21-799 0 0,0 0 0 0 0,0 0 1 0 0,1 0-1 0 0,-1 0 1 0 0,0-1-1 0 0,1 1 0 0 0,0-1 1 0 0,0 0-1 0 0,0 0 1 0 0,4 1-1 0 0,48 17 117 0 0,-42-15-25 0 0,319 124 3133 0 0,99 40-1779 0 0,-97-42-744 0 0,-16 3-190 0 0,406 184 592 0 0,-109-29-983 0 0,-78-39-358 0 0,-44-23 264 0 0,-317-146-251 0 0,-38-16-32 0 0,520 245 438 0 0,-602-275-408 0 0,-2 2 0 0 0,-1 3 1 0 0,59 51-1 0 0,-103-79-31 0 0,-5-3-2 0 0,1 0 1 0 0,0 0-1 0 0,-1 0 1 0 0,8 10-1 0 0,-13-14-46 0 0,-1 0 0 0 0,1 0 0 0 0,0 0 0 0 0,0 0 0 0 0,-1 0 0 0 0,1-1 0 0 0,-1 1 0 0 0,1 0 0 0 0,-1 0 0 0 0,1 0 0 0 0,-1-1 0 0 0,1 1 0 0 0,-1 0 0 0 0,0 0 0 0 0,1-1 0 0 0,-1 1 0 0 0,0-1 0 0 0,1 1 0 0 0,-1-1 0 0 0,0 1 0 0 0,0-1 0 0 0,-1 1 0 0 0,-22 14 0 0 0,-211 121-55 0 0,-99 50-98 0 0,-139 51-701 0 0,380-189 716 0 0,-262 157-377 0 0,111-59 316 0 0,79-51 51 0 0,-148 80-621 0 0,91-56-568 0 0,-183 92-1272 0 0,-156 110 1016 0 0,318-135 2591 0 0,18-12 913 0 0,124-100-1089 0 0,-108 101-1 0 0,-78 101 1842 0 0,186-170-2199 0 0,93-100-664 0 0,1-3-93 0 0</inkml:trace>
</inkml:ink>
</file>

<file path=ppt/ink/ink1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0:25.88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229 1 5985 0 0,'-38'7'949'0'0,"0"1"-1"0"0,0 2 1 0 0,1 2-1 0 0,-39 18 1 0 0,76-30-922 0 0,0 0 0 0 0,0 0 0 0 0,0 0 0 0 0,0 0 1 0 0,0 0-1 0 0,0 0 0 0 0,1 0 0 0 0,-1 0 0 0 0,0 0 0 0 0,0 0 1 0 0,0 1-1 0 0,0-1 0 0 0,0 0 0 0 0,0 0 0 0 0,0 0 1 0 0,0 0-1 0 0,0 0 0 0 0,0 0 0 0 0,0 0 0 0 0,0 0 0 0 0,0 0 1 0 0,0 0-1 0 0,0 1 0 0 0,0-1 0 0 0,0 0 0 0 0,0 0 1 0 0,0 0-1 0 0,0 0 0 0 0,0 0 0 0 0,0 0 0 0 0,0 0 1 0 0,0 0-1 0 0,0 0 0 0 0,0 0 0 0 0,0 1 0 0 0,0-1 0 0 0,0 0 1 0 0,0 0-1 0 0,0 0 0 0 0,0 0 0 0 0,0 0 0 0 0,0 0 1 0 0,0 0-1 0 0,0 0 0 0 0,0 0 0 0 0,0 0 0 0 0,-1 0 0 0 0,1 0 1 0 0,0 1-1 0 0,0-1 0 0 0,0 0 0 0 0,0 0 0 0 0,0 0 1 0 0,0 0-1 0 0,0 0 0 0 0,0 0 0 0 0,0 0 0 0 0,0 0 0 0 0,-1 0 1 0 0,1 0-1 0 0,0 0 0 0 0,0 0 0 0 0,0 0 0 0 0,13 2 732 0 0,17-1-54 0 0,322-25 3822 0 0,-36-1-2357 0 0,-254 22-2184 0 0,-43 0-74 0 0,1 2 1 0 0,0 0-1 0 0,-1 2 0 0 0,1 0 0 0 0,21 4 0 0 0,-37-4-91 0 0,-1 0 1 0 0,0 0-1 0 0,0 0 1 0 0,-1 0-1 0 0,1 1 1 0 0,0-1-1 0 0,5 5 1 0 0,4 5-565 0 0</inkml:trace>
</inkml:ink>
</file>

<file path=ppt/ink/ink1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0:26.29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87 10250 0 0,'23'-5'1267'0'0,"151"-21"4795"0"0,91 10-3209 0 0,-235 15-3051 0 0,80-4 447 0 0,-57-7-2245 0 0,-46 10 923 0 0,-1-1 0 0 0,1 1 0 0 0,0-2 1 0 0,11-6-1 0 0</inkml:trace>
</inkml:ink>
</file>

<file path=ppt/ink/ink1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0:26.60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21 6 6913 0 0,'-1'0'227'0'0,"1"-1"0"0"0,-1 1 0 0 0,0-1 0 0 0,1 1 0 0 0,-1-1 0 0 0,0 1 0 0 0,1-1 0 0 0,-1 1 0 0 0,0 0-1 0 0,1-1 1 0 0,-1 1 0 0 0,0 0 0 0 0,0 0 0 0 0,0 0 0 0 0,1 0 0 0 0,-1-1 0 0 0,0 1 0 0 0,0 0-1 0 0,0 0 1 0 0,1 1 0 0 0,-1-1 0 0 0,0 0 0 0 0,0 0 0 0 0,1 0 0 0 0,-2 1 0 0 0,6 16 5576 0 0,2 0-5839 0 0,17 79 1914 0 0,14 138 1 0 0,-3-10-1251 0 0,-33-216-742 0 0,4 15-1979 0 0</inkml:trace>
</inkml:ink>
</file>

<file path=ppt/ink/ink1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0:27.52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175 43 2304 0 0,'-64'24'1729'0'0,"-46"13"3693"0"0,119-30-2598 0 0,9 0-2240 0 0,2-2 99 0 0,1-1 1 0 0,0-1-1 0 0,0-1 1 0 0,41-1-1 0 0,88-14 1106 0 0,-87 6-1246 0 0,363-31 1928 0 0,-138 17-1765 0 0,-1-1-520 0 0,-42 1 342 0 0,1 11 1 0 0,334 28-1 0 0,-509-8-1511 0 0,-41-3-4980 0 0,-9-1-1177 0 0</inkml:trace>
</inkml:ink>
</file>

<file path=ppt/ink/ink1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0:29.61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2349 233 3625 0 0,'0'-4'99'0'0,"-1"0"0"0"0,0 0 1 0 0,0 0-1 0 0,0 0 0 0 0,0 0 0 0 0,-1 0 1 0 0,0 1-1 0 0,1-1 0 0 0,-2 1 0 0 0,1-1 0 0 0,0 1 1 0 0,0 0-1 0 0,-1 0 0 0 0,0 0 0 0 0,0 0 1 0 0,0 0-1 0 0,0 0 0 0 0,0 1 0 0 0,0 0 1 0 0,-5-3-1 0 0,-1-1 323 0 0,0 1 1 0 0,0 0-1 0 0,-1 1 1 0 0,0 0-1 0 0,0 0 0 0 0,-17-3 1 0 0,-13 2 942 0 0,-1 2 1 0 0,1 2-1 0 0,-1 2 0 0 0,-67 10 1 0 0,46-5-584 0 0,-237 17 1167 0 0,211-21-1099 0 0,-124-12 0 0 0,-587-68 1055 0 0,717 68-1896 0 0,-103-26 1 0 0,106 19 107 0 0,65 14-267 0 0,0 1 1 0 0,-1 0-1 0 0,1 1 0 0 0,-1 0 1 0 0,0 1-1 0 0,-28 5 1 0 0,43-5-6 0 0,-1 0 1 0 0,1 0-1 0 0,-1 0 1 0 0,1 0-1 0 0,-1 0 1 0 0,1 0-1 0 0,-1 0 1 0 0,1 1-1 0 0,-1-1 0 0 0,1 0 1 0 0,-1 0-1 0 0,1 1 1 0 0,0-1-1 0 0,-1 0 1 0 0,1 1-1 0 0,-1-1 1 0 0,1 0-1 0 0,0 1 1 0 0,-1-1-1 0 0,1 1 1 0 0,0-1-1 0 0,-1 1 1 0 0,1 0-1 0 0</inkml:trace>
</inkml:ink>
</file>

<file path=ppt/ink/ink1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0:29.96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289 0 6913 0 0,'-10'2'156'0'0,"0"1"0"0"0,0 0-1 0 0,0 0 1 0 0,0 1-1 0 0,0 1 1 0 0,1-1-1 0 0,-1 1 1 0 0,2 1-1 0 0,-10 7 1 0 0,9-7 84 0 0,-4 3-103 0 0,0 0 1 0 0,1 1 0 0 0,1 1 0 0 0,0 0-1 0 0,0 1 1 0 0,1 0 0 0 0,1 1-1 0 0,0 0 1 0 0,-10 18 0 0 0,10-12-108 0 0,0 0 1 0 0,1 0-1 0 0,1 1 0 0 0,0 0 1 0 0,2 0-1 0 0,-5 32 0 0 0,10-47 1 0 0,-1 0 0 0 0,1-1-1 0 0,0 1 1 0 0,0 0 0 0 0,0-1 0 0 0,1 1 0 0 0,0 0-1 0 0,-1-1 1 0 0,2 1 0 0 0,-1-1 0 0 0,1 1-1 0 0,-1-1 1 0 0,1 0 0 0 0,0 1 0 0 0,1-1-1 0 0,-1 0 1 0 0,1 0 0 0 0,0-1 0 0 0,-1 1-1 0 0,8 6 1 0 0,-4-6 63 0 0,-1 0 1 0 0,1 0-1 0 0,0 0 0 0 0,0-1 1 0 0,0 0-1 0 0,1-1 0 0 0,-1 1 0 0 0,1-1 1 0 0,-1 0-1 0 0,1-1 0 0 0,0 1 0 0 0,0-1 1 0 0,12 0-1 0 0,-7-1 94 0 0,-1-1 1 0 0,1 0-1 0 0,-1-1 0 0 0,0 0 1 0 0,1-1-1 0 0,-1 0 0 0 0,-1 0 1 0 0,1-1-1 0 0,0-1 0 0 0,-1 0 1 0 0,0 0-1 0 0,0-1 0 0 0,0 0 1 0 0,-1-1-1 0 0,0 0 0 0 0,12-12 1 0 0,-10 8 111 0 0,-1-1 1 0 0,0 0 0 0 0,-1 0 0 0 0,0-1 0 0 0,-1 0 0 0 0,-1 0 0 0 0,0-1 0 0 0,0 0-1 0 0,-2 0 1 0 0,0-1 0 0 0,7-28 0 0 0,-11 34-170 0 0,0 1-1 0 0,-1 0 1 0 0,0 0-1 0 0,0 0 1 0 0,0 0-1 0 0,-1-1 1 0 0,-1 1-1 0 0,1 0 0 0 0,-1 0 1 0 0,0 0-1 0 0,-1 1 1 0 0,0-1-1 0 0,0 1 1 0 0,-1-1-1 0 0,-7-9 1 0 0,8 11-157 0 0,-1 1-1 0 0,0 0 1 0 0,0 1 0 0 0,0-1 0 0 0,-1 1-1 0 0,1 0 1 0 0,-1 0 0 0 0,0 0 0 0 0,-1 1-1 0 0,1-1 1 0 0,0 1 0 0 0,-1 1 0 0 0,0-1-1 0 0,0 1 1 0 0,1 0 0 0 0,-1 0-1 0 0,-1 1 1 0 0,1-1 0 0 0,0 2 0 0 0,-11-2-1 0 0,-9 4-4979 0 0,0 0-1702 0 0</inkml:trace>
</inkml:ink>
</file>

<file path=ppt/ink/ink1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0:51.10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173 366 3225 0 0,'-58'-46'1629'0'0,"47"35"-474"0"0,-1 1 0 0 0,-1 0 0 0 0,1 1 0 0 0,-2 0 0 0 0,-18-9 0 0 0,31 18-919 0 0,1-1 0 0 0,-1 1-1 0 0,0-1 1 0 0,0 1 0 0 0,0-1 0 0 0,0 1 0 0 0,0 0 0 0 0,0-1 0 0 0,0 1 0 0 0,0 0-1 0 0,0 0 1 0 0,0 0 0 0 0,0 0 0 0 0,0 0 0 0 0,0 0 0 0 0,1 0 0 0 0,-1 0 0 0 0,0 0-1 0 0,0 0 1 0 0,-2 1 0 0 0,3-1-164 0 0,0 1-1 0 0,0 0 1 0 0,0 0-1 0 0,1 0 1 0 0,-1 0-1 0 0,0-1 1 0 0,0 1-1 0 0,0 0 1 0 0,1 0-1 0 0,-1-1 1 0 0,0 1-1 0 0,1 0 1 0 0,-1-1-1 0 0,1 1 1 0 0,-1 0-1 0 0,1-1 1 0 0,-1 1-1 0 0,1 0 1 0 0,0 0-1 0 0,44 47-307 0 0,-36-40 902 0 0,26 24 10 0 0,64 44-1 0 0,-59-47-601 0 0,45 41-1 0 0,-62-47-28 0 0,-2-2-30 0 0,36 28 0 0 0,-51-44 27 0 0,-1-1 0 0 0,1 0 0 0 0,0-1 0 0 0,0 0 0 0 0,0 0 0 0 0,1 0 0 0 0,-1-1 0 0 0,0 1 0 0 0,1-2 0 0 0,0 1 0 0 0,0-1 0 0 0,8 1 0 0 0,-13-2-1 0 0,-1 0-1 0 0,0-1 0 0 0,0 1 1 0 0,0 0-1 0 0,0-1 0 0 0,1 1 0 0 0,-1-1 1 0 0,0 0-1 0 0,0 1 0 0 0,0-1 1 0 0,0 0-1 0 0,0 1 0 0 0,0-1 1 0 0,0 0-1 0 0,0 0 0 0 0,-1 0 0 0 0,1 0 1 0 0,0 0-1 0 0,-1 0 0 0 0,1 0 1 0 0,0 0-1 0 0,-1 0 0 0 0,1-1 0 0 0,-1 1 1 0 0,1 0-1 0 0,-1 0 0 0 0,0 0 1 0 0,0-1-1 0 0,1 1 0 0 0,-1 0 1 0 0,0 0-1 0 0,0-1 0 0 0,-1-1 0 0 0,0-51 525 0 0,0 42-476 0 0,-8-55 143 0 0,-2-1 0 0 0,-35-109 0 0 0,-6-34-214 0 0,49 188 468 0 0,2 11-1643 0 0</inkml:trace>
</inkml:ink>
</file>

<file path=ppt/ink/ink1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0:51.42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0 2304 0 0,'4'0'495'0'0,"-1"1"-1"0"0,0-1 0 0 0,1 1 0 0 0,-1-1 0 0 0,0 1 0 0 0,1 0 0 0 0,-1 1 0 0 0,0-1 0 0 0,0 0 0 0 0,0 1 0 0 0,0 0 0 0 0,0-1 0 0 0,0 1 0 0 0,3 4 0 0 0,0-1 79 0 0,0 1-1 0 0,-1 0 1 0 0,1 1 0 0 0,-2-1 0 0 0,8 13 0 0 0,0 3 66 0 0,-2 0 1 0 0,-1 1-1 0 0,8 27 1 0 0,1 19 25 0 0,5 17-475 0 0,-1-32-4168 0 0</inkml:trace>
</inkml:ink>
</file>

<file path=ppt/ink/ink1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0:51.62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26 20 4609 0 0,'-3'-1'274'0'0,"1"-1"-1"0"0,0 1 1 0 0,0-1-1 0 0,-1 1 1 0 0,1-1-1 0 0,0 1 1 0 0,0-1-1 0 0,-2-3 1 0 0,0 2-254 0 0,11 19-576 0 0,5 9 454 0 0,-5-12 102 0 0</inkml:trace>
</inkml:ink>
</file>

<file path=ppt/ink/ink1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0:52.31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33 207 2761 0 0,'-6'-13'344'0'0,"1"0"1"0"0,0-1 0 0 0,1 0 0 0 0,0 0-1 0 0,1 0 1 0 0,1 0 0 0 0,0-1 0 0 0,1 1-1 0 0,1-1 1 0 0,0 1 0 0 0,2-16-1 0 0,-2 29-183 0 0,0 0-1 0 0,0 0 0 0 0,0 0 1 0 0,0 0-1 0 0,0 0 0 0 0,0 0 1 0 0,0 0-1 0 0,1 0 0 0 0,-1 1 1 0 0,0-1-1 0 0,1 0 0 0 0,-1 0 1 0 0,0 0-1 0 0,1 0 0 0 0,-1 0 1 0 0,1 1-1 0 0,-1-1 0 0 0,1 0 1 0 0,-1 1-1 0 0,1-1 0 0 0,0 0 1 0 0,-1 1-1 0 0,1-1 0 0 0,0 0 0 0 0,0 1 1 0 0,-1-1-1 0 0,1 1 0 0 0,1-1 1 0 0,-1 1-7 0 0,1 0 1 0 0,-1 1-1 0 0,1-1 1 0 0,-1 0-1 0 0,0 1 1 0 0,1-1-1 0 0,-1 1 0 0 0,0-1 1 0 0,1 1-1 0 0,-1-1 1 0 0,0 1-1 0 0,0 0 1 0 0,0 0-1 0 0,0 0 1 0 0,1 0-1 0 0,0 1 1 0 0,7 7 330 0 0,0 0 0 0 0,13 21 1 0 0,8 15-155 0 0,30 65 0 0 0,18 29 408 0 0,-61-116-509 0 0,-17-73 783 0 0,-1-9-270 0 0,-1 23-587 0 0,6-65 0 0 0,-3 92-134 0 0,0 0 0 0 0,1-1-1 0 0,0 1 1 0 0,0 0 0 0 0,1 0 0 0 0,1 1 0 0 0,-1-1 0 0 0,1 1 0 0 0,1 0 0 0 0,0 0 0 0 0,11-15 0 0 0,-15 22-15 0 0,0 0 0 0 0,0 0 1 0 0,0 0-1 0 0,0 1 0 0 0,0-1 1 0 0,1 0-1 0 0,-1 0 0 0 0,0 1 0 0 0,0-1 1 0 0,1 1-1 0 0,-1-1 0 0 0,0 1 1 0 0,1 0-1 0 0,-1-1 0 0 0,1 1 0 0 0,-1 0 1 0 0,0 0-1 0 0,1 0 0 0 0,-1 0 1 0 0,1 0-1 0 0,-1 1 0 0 0,0-1 0 0 0,1 0 1 0 0,-1 0-1 0 0,1 1 0 0 0,-1-1 1 0 0,0 1-1 0 0,0-1 0 0 0,1 1 0 0 0,-1 0 1 0 0,0 0-1 0 0,0-1 0 0 0,0 1 1 0 0,0 0-1 0 0,2 2 0 0 0,5 4 165 0 0,1 0-1 0 0,-1 2 0 0 0,10 12 0 0 0,-6-8 74 0 0,1 1-7 0 0,2-2-1 0 0,17 13 1 0 0,-23-19-196 0 0,0 0 1 0 0,-1 1 0 0 0,1 0-1 0 0,-1 0 1 0 0,-1 1-1 0 0,0 0 1 0 0,0 0 0 0 0,0 1-1 0 0,-1 0 1 0 0,6 12 0 0 0,-7-11-564 0 0,0-1 1 0 0,1 1 0 0 0,0-1-1 0 0,11 14 1 0 0</inkml:trace>
</inkml:ink>
</file>

<file path=ppt/ink/ink1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21.6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67 52 3681 0 0,'-10'-13'3158'0'0,"8"12"-2764"0"0,1 0 1 0 0,0 0-1 0 0,0-1 0 0 0,0 1 1 0 0,0 0-1 0 0,0 0 0 0 0,0-1 1 0 0,1 1-1 0 0,-1 0 0 0 0,0-1 0 0 0,0 1 1 0 0,1-1-1 0 0,-1 1 0 0 0,1-1 1 0 0,0 1-1 0 0,-1-1 0 0 0,1 1 1 0 0,0-4-1 0 0,0 5-300 0 0,0 0 0 0 0,0-1 1 0 0,0 1-1 0 0,0-1 0 0 0,0 1 0 0 0,0 0 0 0 0,0-1 1 0 0,0 1-1 0 0,0 0 0 0 0,0-1 0 0 0,0 1 0 0 0,0 0 1 0 0,0-1-1 0 0,0 1 0 0 0,-1 0 0 0 0,1-1 0 0 0,0 1 1 0 0,0 0-1 0 0,0 0 0 0 0,-1-1 0 0 0,1 1 1 0 0,0 0-1 0 0,0 0 0 0 0,0-1 0 0 0,-1 1 0 0 0,1 0 1 0 0,0 0-1 0 0,-1-1 0 0 0,1 1 0 0 0,0 0 0 0 0,0 0 1 0 0,-1 0-1 0 0,1 0 0 0 0,0 0 0 0 0,-1 0 0 0 0,1-1 1 0 0,0 1-1 0 0,-1 0 0 0 0,1 0 0 0 0,-1 0 0 0 0,1 0 1 0 0,0 0-1 0 0,-1 0 0 0 0,1 0 0 0 0,0 0 0 0 0,-1 0 1 0 0,1 1-1 0 0,0-1 0 0 0,-1 0 0 0 0,1 0 0 0 0,0 0 1 0 0,-1 0-1 0 0,1 0 0 0 0,0 1 0 0 0,0-1 0 0 0,-1 0 1 0 0,1 0-1 0 0,0 0 0 0 0,0 1 0 0 0,-1-1 0 0 0,1 0 1 0 0,0 0-1 0 0,-1 1 0 0 0,-17 18 759 0 0,16-13-843 0 0,0 0 1 0 0,0 1 0 0 0,1-1 0 0 0,0 0 0 0 0,0 0 0 0 0,1 1 0 0 0,0-1 0 0 0,0 1 0 0 0,0-1 0 0 0,1 0 0 0 0,0 1 0 0 0,2 8 0 0 0,4 13 38 0 0,13 35-1 0 0,-19-60-47 0 0,2 4-12 0 0,0 0 1 0 0,0 1 0 0 0,0-2-1 0 0,1 1 1 0 0,0 0-1 0 0,0-1 1 0 0,0 1 0 0 0,1-1-1 0 0,0-1 1 0 0,1 1 0 0 0,-1-1-1 0 0,1 0 1 0 0,8 6 0 0 0,-9-8 1 0 0,0-1 0 0 0,0 1 1 0 0,0-1-1 0 0,0 0 1 0 0,1 0-1 0 0,-1-1 0 0 0,1 0 1 0 0,-1 0-1 0 0,1 0 1 0 0,0-1-1 0 0,-1 1 1 0 0,1-1-1 0 0,0-1 0 0 0,-1 1 1 0 0,1-1-1 0 0,-1 0 1 0 0,1 0-1 0 0,8-3 1 0 0,-9 2-3 0 0,0 0 0 0 0,0 1 0 0 0,0-1 1 0 0,-1-1-1 0 0,1 1 0 0 0,-1-1 1 0 0,1 0-1 0 0,-1 0 0 0 0,0 0 1 0 0,0 0-1 0 0,0-1 0 0 0,-1 0 0 0 0,1 0 1 0 0,-1 0-1 0 0,0 0 0 0 0,0 0 1 0 0,0-1-1 0 0,-1 1 0 0 0,1-1 1 0 0,-1 0-1 0 0,2-5 0 0 0,-3 5 41 0 0,0-1 0 0 0,0 1 0 0 0,-1 0 0 0 0,0-1 1 0 0,0 1-1 0 0,0-1 0 0 0,-1 1 0 0 0,1 0 0 0 0,-1-1 0 0 0,-1 1 0 0 0,1 0 0 0 0,-1 0 0 0 0,0 0 0 0 0,0 0 0 0 0,0 0 0 0 0,0 0 0 0 0,-1 1 0 0 0,0-1 0 0 0,0 1 1 0 0,-6-7-1 0 0,1 1 50 0 0,-2 0 0 0 0,0 1 0 0 0,0 0 1 0 0,0 0-1 0 0,-1 1 0 0 0,0 0 0 0 0,-19-9 1 0 0,25 15-55 0 0,0-1 0 0 0,0 1 0 0 0,0 0 1 0 0,0 0-1 0 0,-1 1 0 0 0,1 0 0 0 0,-1 0 0 0 0,0 0 1 0 0,1 0-1 0 0,-1 1 0 0 0,1 0 0 0 0,-1 0 0 0 0,0 1 0 0 0,1-1 1 0 0,-1 1-1 0 0,1 0 0 0 0,-1 1 0 0 0,1-1 0 0 0,-1 1 1 0 0,-8 5-1 0 0,13-7-115 0 0,1 1 0 0 0,-1-1 1 0 0,1 1-1 0 0,-1 0 0 0 0,1-1 1 0 0,0 1-1 0 0,-1 0 0 0 0,1-1 1 0 0,-1 1-1 0 0,1 0 0 0 0,0-1 0 0 0,0 1 1 0 0,0 0-1 0 0,-1 0 0 0 0,1-1 1 0 0,0 1-1 0 0,0 0 0 0 0,0 0 1 0 0,0 0-1 0 0,0-1 0 0 0,0 1 0 0 0,0 0 1 0 0,0 0-1 0 0,1-1 0 0 0,-1 1 1 0 0,0 0-1 0 0,0 0 0 0 0,1-1 1 0 0,-1 1-1 0 0,0 0 0 0 0,1-1 1 0 0,-1 1-1 0 0,1 0 0 0 0,-1-1 0 0 0,1 1 1 0 0,-1 0-1 0 0,1-1 0 0 0,-1 1 1 0 0,2 0-1 0 0,0 3-888 0 0</inkml:trace>
</inkml:ink>
</file>

<file path=ppt/ink/ink1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21.9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38 3681 0 0,'-6'-8'232'0'0,"15"6"1877"0"0,15 5 1510 0 0,-24-3-3646 0 0,2 1 318 0 0,0-1-1 0 0,0 0 1 0 0,0 0 0 0 0,0 1 0 0 0,0-1-1 0 0,0-1 1 0 0,0 1 0 0 0,0 0 0 0 0,0 0-1 0 0,0-1 1 0 0,0 1 0 0 0,3-2-1 0 0,-5 2-242 0 0,1-1-1 0 0,-1 1 0 0 0,1-1 0 0 0,-1 1 0 0 0,1-1 0 0 0,-1 1 1 0 0,1-1-1 0 0,-1 0 0 0 0,0 1 0 0 0,1-1 0 0 0,-1 1 0 0 0,0-1 1 0 0,1 0-1 0 0,-1 1 0 0 0,0-1 0 0 0,0 0 0 0 0,0 1 0 0 0,1-1 1 0 0,-1 0-1 0 0,0 0 0 0 0,0 1 0 0 0,0-1 0 0 0,0 0 0 0 0,0 1 1 0 0,-1-1-1 0 0,1 0 0 0 0,0 0 0 0 0,0 1 0 0 0,0-1 0 0 0,-1 0 1 0 0,1 1-1 0 0,-1-2 0 0 0,0-5-258 0 0</inkml:trace>
</inkml:ink>
</file>

<file path=ppt/ink/ink1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2.1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495 185 1840 0 0,'0'-18'1125'0'0,"-2"-1"0"0"0,-5-33 1 0 0,5 46-641 0 0,1-1 0 0 0,-1 1 0 0 0,0 0 0 0 0,0-1 0 0 0,-1 1 0 0 0,0 0 0 0 0,0 0 0 0 0,0 1 0 0 0,-1-1 0 0 0,0 1 0 0 0,-6-7 0 0 0,7 10-271 0 0,0 0 0 0 0,0 0 0 0 0,0 0 1 0 0,0 0-1 0 0,0 1 0 0 0,-1 0 0 0 0,1-1 1 0 0,0 1-1 0 0,-1 0 0 0 0,1 1 0 0 0,-1-1 1 0 0,0 1-1 0 0,1-1 0 0 0,-1 1 0 0 0,1 0 1 0 0,-1 1-1 0 0,0-1 0 0 0,1 1 0 0 0,-1-1 1 0 0,1 1-1 0 0,-1 0 0 0 0,1 0 0 0 0,0 0 1 0 0,-1 1-1 0 0,-4 2 0 0 0,-2 1 73 0 0,0 1-1 0 0,1 0 1 0 0,-1 0-1 0 0,1 1 1 0 0,0 0-1 0 0,-15 16 1 0 0,0 6-109 0 0,1 1-1 0 0,2 2 1 0 0,1 0-1 0 0,1 1 1 0 0,2 1 0 0 0,1 1-1 0 0,2 0 1 0 0,-16 59-1 0 0,4 16 80 0 0,-20 179 0 0 0,29-21-26 0 0,18-215-145 0 0,3 1-1 0 0,1-1 1 0 0,15 58 0 0 0,-13-81-14 0 0,1-1-1 0 0,2 0 1 0 0,1 0 0 0 0,1-1 0 0 0,2-1 0 0 0,26 42 0 0 0,-26-50 0 0 0,1 0-1 0 0,1-1 0 0 0,0-1 1 0 0,1-1-1 0 0,1 0 1 0 0,0-1-1 0 0,1-1 1 0 0,1 0-1 0 0,31 15 0 0 0,-21-14-21 0 0,1-2 0 0 0,64 20 0 0 0,-82-29-134 0 0,0-1 1 0 0,0-1-1 0 0,1 0 1 0 0,-1-1 0 0 0,1 0-1 0 0,-1-1 1 0 0,1 0 0 0 0,-1-2-1 0 0,0 1 1 0 0,19-6-1 0 0,-16 2-594 0 0</inkml:trace>
</inkml:ink>
</file>

<file path=ppt/ink/ink1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3.5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280 163 1840 0 0,'0'-16'1090'0'0,"-1"1"0"0"0,-1 0-1 0 0,0 0 1 0 0,-5-20 0 0 0,6 31-776 0 0,0 1 1 0 0,0-1 0 0 0,0 1 0 0 0,0 0 0 0 0,0-1 0 0 0,-1 1 0 0 0,1 0 0 0 0,-1 0-1 0 0,0 0 1 0 0,0 0 0 0 0,0 0 0 0 0,-1 1 0 0 0,1-1 0 0 0,-1 1 0 0 0,1-1 0 0 0,-1 1 0 0 0,0 0-1 0 0,0 0 1 0 0,0 0 0 0 0,0 0 0 0 0,0 0 0 0 0,0 1 0 0 0,0 0 0 0 0,-6-2 0 0 0,5 3-158 0 0,1 0 0 0 0,-1 0 0 0 0,0 0 0 0 0,0 1 0 0 0,1 0 0 0 0,-1-1 1 0 0,0 1-1 0 0,1 1 0 0 0,-1-1 0 0 0,1 0 0 0 0,-1 1 0 0 0,1 0 0 0 0,0 0 1 0 0,-1 0-1 0 0,1 0 0 0 0,0 0 0 0 0,0 1 0 0 0,1-1 0 0 0,-1 1 0 0 0,-2 3 1 0 0,-6 6 99 0 0,2 0 1 0 0,0 1 0 0 0,-11 19 0 0 0,7-9-119 0 0,1 1 0 0 0,1 0 1 0 0,1 0-1 0 0,1 2 0 0 0,1-1 0 0 0,2 1 0 0 0,0 0 0 0 0,2 0 1 0 0,-2 29-1 0 0,6-43-121 0 0,0-1 0 0 0,0 1 0 0 0,1 0 0 0 0,0-1 0 0 0,1 0 0 0 0,1 1 0 0 0,0-1 0 0 0,0 0 0 0 0,1 0 0 0 0,0 0 0 0 0,1-1 0 0 0,0 1 0 0 0,1-1 0 0 0,0 0 0 0 0,1-1 0 0 0,0 1 0 0 0,0-2 0 0 0,1 1 0 0 0,0-1 0 0 0,1 0 0 0 0,0 0 0 0 0,0-1 1 0 0,11 7-1 0 0,-5-6-192 0 0,1-1 1 0 0,-1 0-1 0 0,1-1 0 0 0,0-1 1 0 0,1 0-1 0 0,-1-1 1 0 0,1-1-1 0 0,0-1 1 0 0,0 0-1 0 0,-1-1 1 0 0,1-1-1 0 0,0-1 1 0 0,0 0-1 0 0,0-1 1 0 0,0-1-1 0 0,16-4 1 0 0,5-3-6504 0 0</inkml:trace>
</inkml:ink>
</file>

<file path=ppt/ink/ink1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3.8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55 5 6449 0 0,'-1'0'131'0'0,"0"-1"-1"0"0,0 0 0 0 0,0 1 0 0 0,0 0 0 0 0,1-1 0 0 0,-1 1 1 0 0,0-1-1 0 0,0 1 0 0 0,0 0 0 0 0,0 0 0 0 0,0-1 0 0 0,0 1 1 0 0,0 0-1 0 0,0 0 0 0 0,0 0 0 0 0,0 0 0 0 0,0 0 0 0 0,0 0 1 0 0,0 1-1 0 0,0-1 0 0 0,0 0 0 0 0,1 0 0 0 0,-1 1 1 0 0,0-1-1 0 0,0 0 0 0 0,0 1 0 0 0,0-1 0 0 0,0 1 0 0 0,1-1 1 0 0,-1 1-1 0 0,0 0 0 0 0,0-1 0 0 0,1 1 0 0 0,-1 0 0 0 0,0-1 1 0 0,1 1-1 0 0,-1 0 0 0 0,1 0 0 0 0,-1 0 0 0 0,1-1 0 0 0,-1 1 1 0 0,1 0-1 0 0,0 0 0 0 0,-1 0 0 0 0,1 0 0 0 0,0 0 0 0 0,0 1 1 0 0,-4 8 749 0 0,2-1 0 0 0,0 1 0 0 0,-2 16 0 0 0,3-18-725 0 0,-2 19 138 0 0,1 0-1 0 0,2 1 1 0 0,1 0 0 0 0,0-1 0 0 0,3 0 0 0 0,8 38 0 0 0,57 153 1671 0 0,-61-195-1939 0 0,3 11-1077 0 0,-7-21 146 0 0,0 1 0 0 0,1-1-1 0 0,1 0 1 0 0,10 18 0 0 0,-12-25 784 0 0</inkml:trace>
</inkml:ink>
</file>

<file path=ppt/ink/ink1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4.1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108 52 3225 0 0,'-15'-6'8847'0'0,"9"21"-4411"0"0,5-9-5679 0 0,0 6 1549 0 0,0 1 0 0 0,0-1 0 0 0,2 1 0 0 0,0-1 0 0 0,0 0 1 0 0,1 1-1 0 0,0-1 0 0 0,1 0 0 0 0,1 0 0 0 0,0 0 0 0 0,0-1 0 0 0,12 21 1 0 0,-12-26-248 0 0,-1 0 0 0 0,1 0 0 0 0,1 0 0 0 0,-1-1 0 0 0,1 0 0 0 0,0 0 0 0 0,0 0 1 0 0,0 0-1 0 0,1-1 0 0 0,9 6 0 0 0,-10-8-34 0 0,-1 0 0 0 0,1 0 1 0 0,-1 0-1 0 0,1-1 0 0 0,0 0 0 0 0,0 0 1 0 0,0 0-1 0 0,0 0 0 0 0,-1-1 1 0 0,1 0-1 0 0,0 0 0 0 0,0 0 0 0 0,0-1 1 0 0,0 0-1 0 0,0 1 0 0 0,6-3 0 0 0,-6 1 8 0 0,1 0 0 0 0,-1 0 0 0 0,0 0 0 0 0,0-1 0 0 0,0 0 0 0 0,0 0 0 0 0,0 0 0 0 0,-1 0 0 0 0,1-1 0 0 0,-1 1 0 0 0,0-1 0 0 0,0 0 0 0 0,0-1 0 0 0,-1 1 0 0 0,0-1 0 0 0,1 1 0 0 0,-2-1 0 0 0,1 0 0 0 0,0 0 0 0 0,-1-1 0 0 0,0 1 0 0 0,0 0 0 0 0,2-12-1 0 0,-3 10 19 0 0,0-1-1 0 0,-1 0 0 0 0,1 1 1 0 0,-2-1-1 0 0,1 0 0 0 0,-1 1 1 0 0,0-1-1 0 0,0 1 0 0 0,-1-1 0 0 0,0 1 1 0 0,-1-1-1 0 0,1 1 0 0 0,-1 0 1 0 0,-1 0-1 0 0,1 0 0 0 0,-1 1 0 0 0,-5-7 1 0 0,3 6-21 0 0,1 1 0 0 0,-1 0 0 0 0,0 1 0 0 0,0-1 0 0 0,-1 1 0 0 0,0 0 0 0 0,0 1 0 0 0,0-1 1 0 0,0 1-1 0 0,-1 1 0 0 0,1 0 0 0 0,-1 0 0 0 0,0 0 0 0 0,0 1 0 0 0,0 0 0 0 0,0 0 0 0 0,-1 1 0 0 0,-14 0 1 0 0,13 1-259 0 0,0 0 1 0 0,0 1 0 0 0,0 1 0 0 0,0 0 0 0 0,0 0 0 0 0,0 0 0 0 0,1 1 0 0 0,-1 1 0 0 0,1 0-1 0 0,0 0 1 0 0,0 1 0 0 0,0 0 0 0 0,1 0 0 0 0,0 1 0 0 0,-10 9 0 0 0,-3 6-6697 0 0</inkml:trace>
</inkml:ink>
</file>

<file path=ppt/ink/ink1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4.4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248 13 3681 0 0,'0'0'29'0'0,"0"0"1"0"0,0-1-1 0 0,0 1 0 0 0,1 0 1 0 0,-1-1-1 0 0,0 1 1 0 0,0 0-1 0 0,0-1 0 0 0,0 1 1 0 0,0-1-1 0 0,0 1 1 0 0,0 0-1 0 0,0-1 0 0 0,0 1 1 0 0,0 0-1 0 0,0-1 1 0 0,0 1-1 0 0,0-1 0 0 0,0 1 1 0 0,0 0-1 0 0,0-1 1 0 0,-1 1-1 0 0,1 0 0 0 0,0-1 1 0 0,0 1-1 0 0,0 0 1 0 0,0-1-1 0 0,-1 1 0 0 0,1 0 1 0 0,0-1-1 0 0,0 1 1 0 0,-1 0-1 0 0,1 0 0 0 0,0-1 1 0 0,-1 1-1 0 0,1 0 1 0 0,0 0-1 0 0,-1-1 0 0 0,-18 2 1378 0 0,-19 13 834 0 0,23-6-1902 0 0,1 0 0 0 0,1 0 0 0 0,-1 1-1 0 0,1 1 1 0 0,1 0 0 0 0,0 1 0 0 0,0 0 0 0 0,1 1 0 0 0,1 0-1 0 0,0 1 1 0 0,1 0 0 0 0,0 0 0 0 0,0 1 0 0 0,-9 24 0 0 0,17-35-317 0 0,0-1 1 0 0,0 1 0 0 0,0-1 0 0 0,1 1-1 0 0,0-1 1 0 0,-1 1 0 0 0,1-1 0 0 0,0 1-1 0 0,0 0 1 0 0,0-1 0 0 0,0 1 0 0 0,1-1-1 0 0,-1 1 1 0 0,1 0 0 0 0,0-1-1 0 0,-1 1 1 0 0,1-1 0 0 0,0 0 0 0 0,1 1-1 0 0,-1-1 1 0 0,0 0 0 0 0,1 0 0 0 0,-1 1-1 0 0,1-1 1 0 0,-1 0 0 0 0,1-1 0 0 0,0 1-1 0 0,0 0 1 0 0,0 0 0 0 0,0-1 0 0 0,0 1-1 0 0,1-1 1 0 0,-1 0 0 0 0,0 0 0 0 0,3 2-1 0 0,11 3 90 0 0,0 0-1 0 0,0-1 1 0 0,0-1-1 0 0,26 4 1 0 0,-5 0-83 0 0,-30-6-29 0 0,0 0 0 0 0,0 0-1 0 0,0 0 1 0 0,0 1-1 0 0,-1 1 1 0 0,0-1 0 0 0,1 1-1 0 0,8 7 1 0 0,-13-10-6 0 0,0 1 0 0 0,-1 0-1 0 0,1 0 1 0 0,-1 0 0 0 0,1 0-1 0 0,-1 0 1 0 0,0 0 0 0 0,0 0-1 0 0,0 0 1 0 0,0 1 0 0 0,0-1 0 0 0,0 0-1 0 0,0 1 1 0 0,-1-1 0 0 0,0 0-1 0 0,1 1 1 0 0,-1-1 0 0 0,0 1-1 0 0,0-1 1 0 0,0 1 0 0 0,0-1 0 0 0,-1 1-1 0 0,1-1 1 0 0,-1 0 0 0 0,1 1-1 0 0,-1-1 1 0 0,0 0 0 0 0,0 1-1 0 0,-1 1 1 0 0,-7 13-73 0 0,-1-1-1 0 0,-1 0 0 0 0,0-1 1 0 0,-1 0-1 0 0,-1 0 1 0 0,0-2-1 0 0,-1 1 0 0 0,-21 14 1 0 0,-1 3-605 0 0,13-9 252 0 0</inkml:trace>
</inkml:ink>
</file>

<file path=ppt/ink/ink1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4.7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1 347 3209 0 0,'22'-15'489'0'0,"-1"0"1"0"0,-1-2-1 0 0,0-1 1 0 0,-1-1 0 0 0,-1 0-1 0 0,-1-1 1 0 0,-1-1-1 0 0,-1-1 1 0 0,15-26-1 0 0,-25 40-133 0 0,-1 1-1 0 0,-1-1 0 0 0,1 0 0 0 0,-1 0 1 0 0,0-1-1 0 0,-1 1 0 0 0,2-14 0 0 0,-4 20-235 0 0,1 0 1 0 0,-1 0-1 0 0,0 0 0 0 0,0 0 0 0 0,0 0 0 0 0,-1 0 0 0 0,1 0 0 0 0,0 0 0 0 0,-1 0 1 0 0,1 0-1 0 0,-1 0 0 0 0,0 1 0 0 0,0-1 0 0 0,1 0 0 0 0,-1 0 0 0 0,0 1 1 0 0,-1-1-1 0 0,1 0 0 0 0,0 1 0 0 0,0-1 0 0 0,-1 1 0 0 0,1-1 0 0 0,-1 1 0 0 0,1 0 1 0 0,-1 0-1 0 0,0 0 0 0 0,1 0 0 0 0,-1 0 0 0 0,0 0 0 0 0,0 0 0 0 0,1 0 0 0 0,-1 1 1 0 0,0-1-1 0 0,0 1 0 0 0,0-1 0 0 0,0 1 0 0 0,0 0 0 0 0,-2 0 0 0 0,-2-1-45 0 0,1 1 1 0 0,0 0-1 0 0,0 0 0 0 0,-1 0 0 0 0,1 1 0 0 0,0 0 0 0 0,0 0 0 0 0,0 0 0 0 0,0 1 0 0 0,0-1 0 0 0,0 1 1 0 0,0 0-1 0 0,0 1 0 0 0,-8 5 0 0 0,7-3 135 0 0,-1 0 0 0 0,1 0 0 0 0,1 1 0 0 0,-1 0 0 0 0,1 0 1 0 0,0 1-1 0 0,0-1 0 0 0,0 1 0 0 0,-4 9 0 0 0,5-8-55 0 0,1 0-1 0 0,-1 0 1 0 0,1 1-1 0 0,0-1 1 0 0,1 0 0 0 0,0 1-1 0 0,0 0 1 0 0,1-1 0 0 0,0 1-1 0 0,1 0 1 0 0,0 0-1 0 0,0 0 1 0 0,1 0 0 0 0,0-1-1 0 0,0 1 1 0 0,1 0-1 0 0,0-1 1 0 0,7 15 0 0 0,-7-19-250 0 0,0 0 1 0 0,0-1-1 0 0,1 0 1 0 0,-1 1-1 0 0,1-1 1 0 0,0 0-1 0 0,0 0 1 0 0,0-1-1 0 0,1 1 1 0 0,-1 0-1 0 0,1-1 1 0 0,-1 0-1 0 0,1 0 1 0 0,0 0 0 0 0,-1 0-1 0 0,1-1 1 0 0,0 0-1 0 0,6 2 1 0 0,-2-2-188 0 0,1 1 1 0 0,-1-2 0 0 0,1 1 0 0 0,-1-1-1 0 0,0-1 1 0 0,1 1 0 0 0,-1-1 0 0 0,11-3-1 0 0,13-4-1233 0 0</inkml:trace>
</inkml:ink>
</file>

<file path=ppt/ink/ink1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5.2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0 487 968 0 0,'66'-50'142'0'0,"37"-30"2590"0"0,-151 131 4846 0 0,-3 20-4298 0 0,43-58-2929 0 0,-1 1-1 0 0,2 1 1 0 0,0 0 0 0 0,1 0-1 0 0,0 0 1 0 0,2 0 0 0 0,-1 1-1 0 0,-3 28 1 0 0,8-43-325 0 0,0 1 0 0 0,0 0 0 0 0,0 0 0 0 0,0-1 0 0 0,0 1 0 0 0,0 0 0 0 0,0 0 0 0 0,0 0 0 0 0,1-1 0 0 0,-1 1 0 0 0,1 0 0 0 0,-1-1 0 0 0,1 1-1 0 0,0 0 1 0 0,0-1 0 0 0,0 1 0 0 0,0-1 0 0 0,0 1 0 0 0,2 1 0 0 0,-2-2-24 0 0,0 0 0 0 0,0-1 0 0 0,1 1-1 0 0,-1 0 1 0 0,1-1 0 0 0,-1 1-1 0 0,0-1 1 0 0,1 0 0 0 0,-1 1 0 0 0,1-1-1 0 0,-1 0 1 0 0,1 0 0 0 0,-1 0-1 0 0,1 0 1 0 0,-1 0 0 0 0,1 0 0 0 0,-1-1-1 0 0,3 0 1 0 0,3-1-91 0 0,-1 0-1 0 0,1-1 1 0 0,0 0-1 0 0,-1 0 0 0 0,1-1 1 0 0,-1 1-1 0 0,0-2 1 0 0,6-4-1 0 0,0-2-164 0 0,-1-1-1 0 0,0 0 0 0 0,-1 0 0 0 0,0-1 1 0 0,-1-1-1 0 0,0 0 0 0 0,-1 0 0 0 0,-1 0 0 0 0,0-1 1 0 0,-1 0-1 0 0,0-1 0 0 0,-2 1 0 0 0,0-1 0 0 0,4-32 1 0 0,-4 9 199 0 0,-3 0 1 0 0,0 0 0 0 0,-3 0-1 0 0,-2 0 1 0 0,-8-42 0 0 0,7 47 582 0 0,3 20 193 0 0,0-1 1 0 0,-1 1-1 0 0,0 0 0 0 0,-1 0 0 0 0,-9-9 2998 0 0,8 58-2760 0 0,4-5-847 0 0,2 0 0 0 0,1-1-1 0 0,1 1 1 0 0,2-1-1 0 0,1 0 1 0 0,1 0-1 0 0,1 0 1 0 0,2-1 0 0 0,23 47-1 0 0,-17-46-641 0 0,1 0-1 0 0,1-1 1 0 0,2-1-1 0 0,1 0 1 0 0,24 23-1 0 0,-11-16-6794 0 0</inkml:trace>
</inkml:ink>
</file>

<file path=ppt/ink/ink1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5.5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150 0 9218 0 0,'-6'1'329'0'0,"0"1"0"0"0,0 0 0 0 0,0 0 0 0 0,0 0 0 0 0,0 1 0 0 0,1 0 0 0 0,-1 0 0 0 0,1 0 0 0 0,-1 1 0 0 0,1 0 0 0 0,0 0 0 0 0,1 0 0 0 0,-6 6 0 0 0,3-2 89 0 0,2 0 1 0 0,-1 0-1 0 0,1 1 1 0 0,0 0-1 0 0,1-1 1 0 0,0 1-1 0 0,-5 18 1 0 0,2 4 161 0 0,1 1-1 0 0,1 0 1 0 0,2 0-1 0 0,1 39 1 0 0,2-45-360 0 0,2 1 0 0 0,0 0-1 0 0,2 0 1 0 0,1-1 0 0 0,1 0 0 0 0,11 32 0 0 0,-1-19-183 0 0,1 0 0 0 0,2-1 0 0 0,29 44 0 0 0,-11-23-1182 0 0,-19-33-55 0 0</inkml:trace>
</inkml:ink>
</file>

<file path=ppt/ink/ink1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6.0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3 400 2761 0 0,'-1'-1'48'0'0,"1"-1"0"0"0,0 1 1 0 0,-1 0-1 0 0,1 0 1 0 0,0 0-1 0 0,0 0 1 0 0,-1 0-1 0 0,1-1 1 0 0,0 1-1 0 0,0 0 0 0 0,0 0 1 0 0,0 0-1 0 0,1-1 1 0 0,-1 1-1 0 0,0 0 1 0 0,0 0-1 0 0,1 0 1 0 0,-1 0-1 0 0,1 0 0 0 0,-1 0 1 0 0,1 0-1 0 0,-1-1 1 0 0,1 1-1 0 0,0 1 1 0 0,-1-1-1 0 0,1 0 0 0 0,0 0 1 0 0,0 0-1 0 0,0 0 1 0 0,0 0-1 0 0,0 1 1 0 0,1-2-1 0 0,40-28 2375 0 0,-34 25-2218 0 0,152-89 4521 0 0,-14 8-2949 0 0,-107 61-1375 0 0,-6 2 165 0 0,1 2-1 0 0,2 1 1 0 0,0 1-1 0 0,44-15 1 0 0,-77 33-456 0 0,0 0 0 0 0,0 0 0 0 0,-1 0 0 0 0,1 0 0 0 0,0 1 0 0 0,0-1 0 0 0,0 1 0 0 0,0 0 0 0 0,0 0 0 0 0,0 0 0 0 0,0 0 0 0 0,0 0 0 0 0,0 1 0 0 0,0-1 0 0 0,-1 1 0 0 0,1 0 0 0 0,0 0 0 0 0,0 0 0 0 0,0 0 0 0 0,-1 1 0 0 0,1-1 0 0 0,-1 1 0 0 0,1-1-1 0 0,-1 1 1 0 0,0 0 0 0 0,1 0 0 0 0,-1 0 0 0 0,0 0 0 0 0,2 4 0 0 0,0 0 19 0 0,-1 1-1 0 0,1-1 0 0 0,-2 1 1 0 0,1 0-1 0 0,-1 0 0 0 0,0 0 0 0 0,0 0 1 0 0,-1 0-1 0 0,0 1 0 0 0,0 13 1 0 0,-1 15 268 0 0,2 44 85 0 0,-2-75-464 0 0,1-1 0 0 0,0 1 0 0 0,0 0 0 0 0,0 0 0 0 0,1-1 0 0 0,-1 1 0 0 0,1 0 0 0 0,0-1 0 0 0,1 0 0 0 0,-1 1 0 0 0,1-1 0 0 0,5 6 0 0 0,-7-9-22 0 0,0 0 1 0 0,0 0-1 0 0,0 0 1 0 0,-1-1 0 0 0,1 1-1 0 0,0 0 1 0 0,1-1-1 0 0,-1 1 1 0 0,0-1-1 0 0,0 1 1 0 0,0-1-1 0 0,0 1 1 0 0,0-1-1 0 0,0 0 1 0 0,1 0-1 0 0,-1 0 1 0 0,0 1 0 0 0,0-1-1 0 0,0 0 1 0 0,0 0-1 0 0,1-1 1 0 0,1 1-1 0 0,-1-1-23 0 0,1 0 0 0 0,-1 0 0 0 0,1 0-1 0 0,-1 0 1 0 0,1-1 0 0 0,-1 1 0 0 0,0-1-1 0 0,0 1 1 0 0,4-4 0 0 0,2-5-111 0 0,1 1 0 0 0,-1-1-1 0 0,8-15 1 0 0,-13 22 117 0 0,36-72-314 0 0,-33 60 412 0 0,1 0-1 0 0,1 1 1 0 0,0-1 0 0 0,0 2 0 0 0,2-1 0 0 0,18-20-1 0 0,-27 33-63 0 0,-1 0-1 0 0,1 0 0 0 0,0 1 0 0 0,-1-1 1 0 0,1 0-1 0 0,0 0 0 0 0,0 1 0 0 0,0-1 1 0 0,0 0-1 0 0,-1 1 0 0 0,1-1 0 0 0,0 0 0 0 0,0 1 1 0 0,0 0-1 0 0,0-1 0 0 0,0 1 0 0 0,1 0 1 0 0,-1-1-1 0 0,0 1 0 0 0,0 0 0 0 0,0 0 1 0 0,0 0-1 0 0,0 0 0 0 0,0 0 0 0 0,0 0 1 0 0,0 0-1 0 0,0 0 0 0 0,0 0 0 0 0,1 1 1 0 0,-1-1-1 0 0,0 0 0 0 0,0 1 0 0 0,0-1 1 0 0,0 1-1 0 0,0-1 0 0 0,0 1 0 0 0,-1-1 0 0 0,1 1 1 0 0,0 0-1 0 0,0-1 0 0 0,0 1 0 0 0,0 0 1 0 0,-1 0-1 0 0,1 0 0 0 0,0 0 0 0 0,-1-1 1 0 0,1 1-1 0 0,-1 0 0 0 0,1 0 0 0 0,-1 0 1 0 0,1 0-1 0 0,-1 0 0 0 0,0 0 0 0 0,1 2 1 0 0,3 10 46 0 0,-1-1 1 0 0,0 1 0 0 0,1 23 0 0 0,-1-18 21 0 0,-1-4-92 0 0,1-1 1 0 0,0 1-1 0 0,1-1 0 0 0,1 1 1 0 0,0-1-1 0 0,11 18 0 0 0,15 11-6497 0 0,-12-23-545 0 0</inkml:trace>
</inkml:ink>
</file>

<file path=ppt/ink/ink1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6.3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0 324 6913 0 0,'128'-112'6791'0'0,"-112"97"-6721"0"0,0 0-1 0 0,-1-1 0 0 0,16-23 0 0 0,-28 35-16 0 0,0 0 0 0 0,0 0 0 0 0,0-1-1 0 0,-1 1 1 0 0,0-1 0 0 0,1 0-1 0 0,-2 0 1 0 0,1 0 0 0 0,-1 0-1 0 0,1 0 1 0 0,-1 0 0 0 0,0 0-1 0 0,-1 0 1 0 0,0 0 0 0 0,0 0-1 0 0,0-1 1 0 0,0 1 0 0 0,-1 0 0 0 0,-1-9-1 0 0,2 13 22 0 0,-1 0 0 0 0,1 0 0 0 0,-1 0 0 0 0,1 0 0 0 0,-1 0 0 0 0,1 0-1 0 0,-1 0 1 0 0,1 0 0 0 0,-1 0 0 0 0,0 0 0 0 0,1 0 0 0 0,-1 0 0 0 0,0 1 0 0 0,0-1-1 0 0,0 0 1 0 0,0 0 0 0 0,0 1 0 0 0,0-1 0 0 0,0 1 0 0 0,0-1 0 0 0,0 1 0 0 0,0-1 0 0 0,0 1-1 0 0,0 0 1 0 0,0-1 0 0 0,-2 1 0 0 0,1 0 76 0 0,0 0-1 0 0,-1 0 0 0 0,1 1 1 0 0,0-1-1 0 0,0 1 1 0 0,-1 0-1 0 0,1-1 1 0 0,0 1-1 0 0,0 0 0 0 0,0 0 1 0 0,0 0-1 0 0,-3 2 1 0 0,-2 2 200 0 0,0 0 1 0 0,1 1-1 0 0,-1 0 0 0 0,1 0 1 0 0,-10 13-1 0 0,10-11-266 0 0,1-1-1 0 0,1 1 1 0 0,-1 0 0 0 0,1 1-1 0 0,1-1 1 0 0,0 1-1 0 0,0-1 1 0 0,0 1 0 0 0,1 0-1 0 0,0 0 1 0 0,1 0-1 0 0,0 10 1 0 0,1-13-130 0 0,1 0 1 0 0,-1 0-1 0 0,1 0 1 0 0,1 0-1 0 0,-1 0 1 0 0,1 0-1 0 0,0 0 1 0 0,1-1-1 0 0,-1 1 1 0 0,1-1-1 0 0,0 0 1 0 0,0 1-1 0 0,1-1 0 0 0,-1-1 1 0 0,1 1-1 0 0,1 0 1 0 0,-1-1-1 0 0,0 0 1 0 0,6 4-1 0 0,-1-1-369 0 0,1-1 0 0 0,-1 0 0 0 0,16 7 0 0 0,7 1-1004 0 0</inkml:trace>
</inkml:ink>
</file>

<file path=ppt/ink/ink1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6.72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160 226 456 0 0,'-50'-112'1624'0'0,"13"38"2726"0"0,8 35 10035 0 0,25 77-14110 0 0,4-32 286 0 0,-17 128 226 0 0,6-69-879 0 0,4 1 1 0 0,2 117-1 0 0,10-145-1089 0 0,3 0-3983 0 0,2-3-1636 0 0</inkml:trace>
</inkml:ink>
</file>

<file path=ppt/ink/ink1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7.0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1 148 3225 0 0,'4'-40'5911'0'0,"-6"61"-1136"0"0,2-13-4518 0 0,0 0 1 0 0,0-1-1 0 0,0 1 1 0 0,1 0-1 0 0,1 0 0 0 0,-1 0 1 0 0,1-1-1 0 0,1 1 1 0 0,-1-1-1 0 0,1 1 0 0 0,1-1 1 0 0,-1 0-1 0 0,1 0 1 0 0,0-1-1 0 0,1 1 0 0 0,0-1 1 0 0,0 0-1 0 0,7 7 1 0 0,-8-9-221 0 0,0 0 1 0 0,0-1 0 0 0,0 0-1 0 0,1 0 1 0 0,-1 0 0 0 0,1-1-1 0 0,-1 0 1 0 0,1 1 0 0 0,0-2-1 0 0,0 1 1 0 0,0 0 0 0 0,0-1 0 0 0,0 0-1 0 0,1 0 1 0 0,-1-1 0 0 0,0 1-1 0 0,0-1 1 0 0,1 0 0 0 0,-1-1-1 0 0,0 1 1 0 0,0-1 0 0 0,1 0-1 0 0,-1-1 1 0 0,0 1 0 0 0,0-1-1 0 0,0 0 1 0 0,-1 0 0 0 0,1 0 0 0 0,6-4-1 0 0,-7 3 10 0 0,1-1 0 0 0,-1 1 0 0 0,0-1 0 0 0,0 0 0 0 0,0 0 0 0 0,0 0 0 0 0,0 0-1 0 0,-1-1 1 0 0,0 0 0 0 0,0 1 0 0 0,0-1 0 0 0,-1 0 0 0 0,3-7 0 0 0,-2 3 36 0 0,-1 1-1 0 0,1-1 1 0 0,-1 0 0 0 0,-1 0 0 0 0,0 0-1 0 0,0 0 1 0 0,-1 0 0 0 0,-1-11 0 0 0,0 12-38 0 0,0 1 1 0 0,0-1 0 0 0,0 1-1 0 0,-1 0 1 0 0,-1-1 0 0 0,1 1-1 0 0,-1 0 1 0 0,0 1 0 0 0,-1-1 0 0 0,-4-6-1 0 0,5 9-49 0 0,0 0 0 0 0,0 1 0 0 0,0-1 0 0 0,0 1 0 0 0,-1 0-1 0 0,1 0 1 0 0,-1 0 0 0 0,0 0 0 0 0,0 1 0 0 0,0-1 0 0 0,0 1 0 0 0,-1 0 0 0 0,1 1-1 0 0,-1-1 1 0 0,1 1 0 0 0,-8-2 0 0 0,8 3-103 0 0,0-1 0 0 0,0 1 1 0 0,0 0-1 0 0,0 1 0 0 0,-1-1 0 0 0,1 1 1 0 0,0 0-1 0 0,0-1 0 0 0,0 2 0 0 0,0-1 1 0 0,1 0-1 0 0,-6 3 0 0 0,-23 17-6071 0 0,17-8 52 0 0</inkml:trace>
</inkml:ink>
</file>

<file path=ppt/ink/ink1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7.3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59 177 2761 0 0,'2'-6'204'0'0,"0"0"1"0"0,0 0-1 0 0,0 0 1 0 0,0 0-1 0 0,-1 0 0 0 0,0-9 1 0 0,0 15-115 0 0,-1-1 0 0 0,0 0 0 0 0,0 0 0 0 0,0 0 0 0 0,0 1 1 0 0,0-1-1 0 0,0 0 0 0 0,0 0 0 0 0,0 0 0 0 0,0 1 0 0 0,0-1 0 0 0,0 0 0 0 0,0 0 0 0 0,0 1 0 0 0,-1-1 0 0 0,1 0 1 0 0,0 0-1 0 0,-1 1 0 0 0,1-1 0 0 0,0 0 0 0 0,-1 1 0 0 0,1-1 0 0 0,-1 0 0 0 0,1 1 0 0 0,-1-1 0 0 0,0 1 0 0 0,1-1 1 0 0,-1 0-1 0 0,1 1 0 0 0,-1 0 0 0 0,0-1 0 0 0,0 1 0 0 0,1-1 0 0 0,-1 1 0 0 0,0 0 0 0 0,1 0 0 0 0,-1-1 0 0 0,0 1 1 0 0,0 0-1 0 0,0 0 0 0 0,1 0 0 0 0,-1 0 0 0 0,0 0 0 0 0,0 0 0 0 0,0 0 0 0 0,1 0 0 0 0,-1 0 0 0 0,0 0 0 0 0,0 0 1 0 0,0 1-1 0 0,1-1 0 0 0,-1 0 0 0 0,0 0 0 0 0,0 1 0 0 0,1-1 0 0 0,-1 1 0 0 0,0-1 0 0 0,0 2 0 0 0,-2-2 82 0 0,1 1 0 0 0,-1 0-1 0 0,1 0 1 0 0,0 1 0 0 0,0-1-1 0 0,0 0 1 0 0,0 1 0 0 0,0-1-1 0 0,0 1 1 0 0,0 0 0 0 0,0 0 0 0 0,0 0-1 0 0,1 0 1 0 0,-1 0 0 0 0,1 0-1 0 0,-1 0 1 0 0,1 0 0 0 0,0 0-1 0 0,0 1 1 0 0,0-1 0 0 0,0 1-1 0 0,1-1 1 0 0,-1 1 0 0 0,0-1-1 0 0,1 1 1 0 0,0-1 0 0 0,0 1-1 0 0,0-1 1 0 0,0 1 0 0 0,0-1-1 0 0,0 3 1 0 0,2 0 0 0 0,-1-1 1 0 0,1 1-1 0 0,-1-1 0 0 0,1 0 0 0 0,1 0 1 0 0,-1 0-1 0 0,0 0 0 0 0,1 0 0 0 0,0 0 0 0 0,0-1 1 0 0,0 1-1 0 0,0-1 0 0 0,1 0 0 0 0,-1 0 1 0 0,1 0-1 0 0,4 2 0 0 0,-1-1-99 0 0,0-1 0 0 0,-1 1 0 0 0,1-2-1 0 0,1 1 1 0 0,-1-1 0 0 0,0 0 0 0 0,1 0 0 0 0,-1-1-1 0 0,1 0 1 0 0,-1-1 0 0 0,1 1 0 0 0,-1-1 0 0 0,1-1-1 0 0,-1 0 1 0 0,1 0 0 0 0,-1 0 0 0 0,1-1 0 0 0,-1 0-1 0 0,0 0 1 0 0,14-7 0 0 0,-16 7-36 0 0,0-1 0 0 0,0 0 0 0 0,-1 0 0 0 0,1 0 0 0 0,-1 0 1 0 0,1-1-1 0 0,-1 0 0 0 0,0 0 0 0 0,-1 0 0 0 0,1 0 0 0 0,-1-1 0 0 0,1 1 0 0 0,-1-1 0 0 0,-1 0 0 0 0,1 0 0 0 0,-1 0 1 0 0,0 0-1 0 0,0-1 0 0 0,0 1 0 0 0,-1 0 0 0 0,1-1 0 0 0,-1 1 0 0 0,-1-1 0 0 0,1 0 0 0 0,-1 1 0 0 0,0-1 1 0 0,0 1-1 0 0,-2-11 0 0 0,0 11 53 0 0,1-1 1 0 0,0 1-1 0 0,-1-1 1 0 0,0 1-1 0 0,0 0 1 0 0,-1-1-1 0 0,0 1 1 0 0,0 1-1 0 0,0-1 1 0 0,0 0 0 0 0,-1 1-1 0 0,1-1 1 0 0,-1 1-1 0 0,0 0 1 0 0,-1 0-1 0 0,-6-4 1 0 0,7 5-272 0 0,1 2-1 0 0,0-1 1 0 0,-1 0 0 0 0,1 1 0 0 0,-1-1 0 0 0,1 1 0 0 0,-1 0-1 0 0,0 0 1 0 0,0 1 0 0 0,1-1 0 0 0,-1 1 0 0 0,0-1 0 0 0,0 1-1 0 0,0 1 1 0 0,1-1 0 0 0,-1 0 0 0 0,0 1 0 0 0,0 0 0 0 0,1 0 0 0 0,-1 0-1 0 0,0 0 1 0 0,1 1 0 0 0,-1-1 0 0 0,-5 5 0 0 0,-9 5-6289 0 0</inkml:trace>
</inkml:ink>
</file>

<file path=ppt/ink/ink1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7.6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0 6449 0 0,'0'10'6490'0'0,"-1"18"-4056"0"0,0-22-1582 0 0,0 241 5051 0 0,4-200-6080 0 0,2 1 0 0 0,2-1 0 0 0,16 55 1 0 0,-22-100-1 0 0,0 2-465 0 0,0-1 0 0 0,0 1-1 0 0,0-1 1 0 0,-1 1-1 0 0,1-1 1 0 0,-1 8 0 0 0</inkml:trace>
</inkml:ink>
</file>

<file path=ppt/ink/ink1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7.8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25 2304 0 0,'4'-3'117'0'0,"-1"1"0"0"0,0-1-1 0 0,1 1 1 0 0,-1 0-1 0 0,1 0 1 0 0,0 0 0 0 0,0 0-1 0 0,0 1 1 0 0,0-1-1 0 0,0 1 1 0 0,0 0-1 0 0,0 1 1 0 0,0-1 0 0 0,0 1-1 0 0,7-1 1 0 0,-1 2 538 0 0,-1 0 0 0 0,1 1-1 0 0,-1 0 1 0 0,1 0 0 0 0,14 7 0 0 0,-16-7-216 0 0,-2 1 0 0 0,1 0 0 0 0,0 1 0 0 0,0 0 0 0 0,-1 0 0 0 0,0 0 0 0 0,0 0 0 0 0,0 1 0 0 0,-1 0 0 0 0,1 1 0 0 0,-1-1 0 0 0,0 1 0 0 0,-1 0 0 0 0,1 0 0 0 0,-1 0 0 0 0,6 13 0 0 0,-8-14-266 0 0,-1 0 0 0 0,1 1 0 0 0,-1-1 0 0 0,0 1 0 0 0,0-1 0 0 0,-1 1 0 0 0,1-1 0 0 0,-1 1 0 0 0,0-1 0 0 0,-1 1 0 0 0,1-1 1 0 0,-1 1-1 0 0,0-1 0 0 0,-1 0 0 0 0,1 1 0 0 0,-1-1 0 0 0,0 0 0 0 0,-1 0 0 0 0,1 0 0 0 0,-1 0 0 0 0,0-1 0 0 0,0 1 0 0 0,-4 5 0 0 0,-2 0-60 0 0,-1 0 0 0 0,0 0 0 0 0,-17 12 0 0 0,-15 7-2994 0 0,27-19-3443 0 0</inkml:trace>
</inkml:ink>
</file>

<file path=ppt/ink/ink1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8.1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0 6913 0 0,'2'1'98'0'0,"0"0"0"0"0,-1 1 0 0 0,1-1-1 0 0,-1 0 1 0 0,1 1 0 0 0,-1-1 0 0 0,1 1-1 0 0,-1-1 1 0 0,0 1 0 0 0,0-1 0 0 0,0 1-1 0 0,0 0 1 0 0,0 0 0 0 0,1 2-1 0 0,13 34 1174 0 0,-12-28-380 0 0,20 59 3541 0 0,18 88 1 0 0,-26-77-3669 0 0,-3 1 1 0 0,1 110-1 0 0,-13-164-843 0 0,-2 0-1 0 0,0 0 1 0 0,-2 0 0 0 0,-1-1-1 0 0,-2 1 1 0 0,0-2-1 0 0,-1 1 1 0 0,-2-1 0 0 0,-1 0-1 0 0,-1-1 1 0 0,0 0-1 0 0,-28 37 1 0 0,7-14-376 0 0</inkml:trace>
</inkml:ink>
</file>

<file path=ppt/ink/ink1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11.0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36 227 456 0 0,'4'-13'303'0'0,"0"0"0"0"0,-1 1 0 0 0,-1-1 0 0 0,0 0-1 0 0,0-1 1 0 0,-1 1 0 0 0,-1 0 0 0 0,-2-18 0 0 0,2 22 316 0 0,-2 0 1 0 0,1 0-1 0 0,-1 0 1 0 0,-1 1-1 0 0,1-1 1 0 0,-1 1-1 0 0,-9-16 1 0 0,12 24-533 0 0,0 0 1 0 0,0-1 0 0 0,0 1 0 0 0,0 0-1 0 0,0-1 1 0 0,0 1 0 0 0,-1 0 0 0 0,1-1-1 0 0,0 1 1 0 0,0 0 0 0 0,0 0-1 0 0,-1-1 1 0 0,1 1 0 0 0,0 0 0 0 0,0 0-1 0 0,-1 0 1 0 0,1-1 0 0 0,0 1-1 0 0,0 0 1 0 0,-1 0 0 0 0,1 0 0 0 0,0 0-1 0 0,-1-1 1 0 0,1 1 0 0 0,0 0 0 0 0,-1 0-1 0 0,1 0 1 0 0,0 0 0 0 0,-1 0-1 0 0,1 0 1 0 0,0 0 0 0 0,-1 0 0 0 0,1 0-1 0 0,0 0 1 0 0,-1 0 0 0 0,1 0 0 0 0,0 0-1 0 0,-1 0 1 0 0,1 1 0 0 0,-9 13 1417 0 0,1 21-510 0 0,8 31-95 0 0,12 96 1 0 0,0-13-710 0 0,-9 214 216 0 0,-1-20-35 0 0,0-272-142 0 0,2 0-19 0 0,-3 0-1 0 0,-11 87 1 0 0,11-147-2778 0 0</inkml:trace>
</inkml:ink>
</file>

<file path=ppt/ink/ink1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11.48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1 3225 0 0,'-2'2'157'0'0,"1"0"1"0"0,-1 0 0 0 0,1 0 0 0 0,0 0 0 0 0,0 1-1 0 0,0-1 1 0 0,0 0 0 0 0,0 1 0 0 0,1-1 0 0 0,-1 0-1 0 0,1 1 1 0 0,-1-1 0 0 0,1 1 0 0 0,0-1 0 0 0,0 1-1 0 0,0-1 1 0 0,0 1 0 0 0,1-1 0 0 0,0 5 0 0 0,-1-6-66 0 0,1 1 1 0 0,-1-1 0 0 0,0 1 0 0 0,1-1-1 0 0,-1 1 1 0 0,1-1 0 0 0,-1 1 0 0 0,1-1 0 0 0,0 0-1 0 0,0 1 1 0 0,0-1 0 0 0,-1 0 0 0 0,1 0-1 0 0,0 1 1 0 0,1-1 0 0 0,-1 0 0 0 0,0 0 0 0 0,0 0-1 0 0,0 0 1 0 0,1-1 0 0 0,-1 1 0 0 0,0 0-1 0 0,1 0 1 0 0,-1-1 0 0 0,0 1 0 0 0,1-1 0 0 0,-1 1-1 0 0,1-1 1 0 0,-1 0 0 0 0,4 1 0 0 0,-1-2 97 0 0,1 1 0 0 0,-1-1 1 0 0,1 0-1 0 0,-1 0 1 0 0,0 0-1 0 0,0-1 1 0 0,0 0-1 0 0,0 0 0 0 0,0 0 1 0 0,0 0-1 0 0,0 0 1 0 0,-1-1-1 0 0,6-4 0 0 0,21-13 696 0 0,-22 16-664 0 0,0 1 0 0 0,0 0-1 0 0,0 0 1 0 0,1 1 0 0 0,0 0-1 0 0,-1 0 1 0 0,14 0 0 0 0,66 2 1005 0 0,-47 1-737 0 0,97 1-357 0 0,144 20-1 0 0,-261-15-3613 0 0</inkml:trace>
</inkml:ink>
</file>

<file path=ppt/ink/ink1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11.81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8 3225 0 0,'-10'-7'5049'0'0,"14"7"-4809"0"0,0 1 0 0 0,0 0 0 0 0,0 1 0 0 0,-1-1 0 0 0,1 1 0 0 0,-1 0 0 0 0,5 2 0 0 0,13 6 928 0 0,61 14 1247 0 0,15 6-1029 0 0,-59-13-1023 0 0,-1 1 1 0 0,-1 2-1 0 0,65 47 0 0 0,26 38-3942 0 0,-120-100 2497 0 0</inkml:trace>
</inkml:ink>
</file>

<file path=ppt/ink/ink1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12.0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149 77 1376 0 0,'3'-76'6772'0'0,"-3"75"-6725"0"0,-7 11 1749 0 0,-5 13 54 0 0,-64 214 1283 0 0,65-208-3093 0 0,1-3-196 0 0,1 0 0 0 0,1 0 0 0 0,1 0 0 0 0,-5 40 0 0 0,14-50-1901 0 0,2-13 994 0 0</inkml:trace>
</inkml:ink>
</file>

<file path=ppt/ink/ink1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12.5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 10 2761 0 0,'-27'-10'6821'0'0,"40"14"-5698"0"0,12 0-1037 0 0,1-2-1 0 0,-1 0 1 0 0,1-1-1 0 0,35-4 1 0 0,-23 1 231 0 0,39 3 0 0 0,-61 0-183 0 0,559 23 2902 0 0,-449-29-2570 0 0,259 1 218 0 0,-378 5-857 0 0,119 4 308 0 0,-72-7-4930 0 0,-42 1-50 0 0</inkml:trace>
</inkml:ink>
</file>

<file path=ppt/ink/ink1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14.1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39 288 1376 0 0,'-6'-32'5880'0'0,"-1"46"-4111"0"0,4-8-1634 0 0,1 0 0 0 0,0 0 0 0 0,0 0 0 0 0,0 0 0 0 0,0 0 1 0 0,1 0-1 0 0,0 1 0 0 0,1-1 0 0 0,-1 0 0 0 0,1 1 0 0 0,0-1 1 0 0,1 0-1 0 0,-1 1 0 0 0,1-1 0 0 0,1 0 0 0 0,-1 0 0 0 0,1 1 1 0 0,0-1-1 0 0,4 6 0 0 0,-4-6 7 0 0,0 0 1 0 0,0 1 0 0 0,0-1-1 0 0,0 0 1 0 0,-1 1-1 0 0,0-1 1 0 0,-1 1 0 0 0,1-1-1 0 0,-1 1 1 0 0,0-1 0 0 0,-1 1-1 0 0,0-1 1 0 0,0 0-1 0 0,-3 13 1 0 0,-3-6 910 0 0,0-20 928 0 0,-4-25-1934 0 0,11 30-116 0 0,-1 0 0 0 0,1 0 0 0 0,0 0 0 0 0,0 1 0 0 0,0-1 0 0 0,1 0 0 0 0,-1 0 0 0 0,0 0 0 0 0,1 0 0 0 0,-1 1 1 0 0,1-1-1 0 0,-1 0 0 0 0,1 0 0 0 0,0 1 0 0 0,1-4 0 0 0,0 3-593 0 0,-1 1 0 0 0,0-1 0 0 0,1 0 0 0 0,-1 0 0 0 0,1 1 0 0 0,0-1 0 0 0,0 1 0 0 0,-1 0 1 0 0,1-1-1 0 0,0 1 0 0 0,0 0 0 0 0,0 0 0 0 0,0 0 0 0 0,0 0 0 0 0,9 2 4492 0 0,-44 30-2057 0 0,17-14 1765 0 0,71-6-1343 0 0,-35-10-1939 0 0,-1 1 1 0 0,30 7-1 0 0,-2-1-1 0 0,-47-8-248 0 0,0 0 1 0 0,1 1-1 0 0,-1-1 1 0 0,1 0-1 0 0,-1 0 1 0 0,1 0-1 0 0,-1 0 0 0 0,1 0 1 0 0,-1 0-1 0 0,0 0 1 0 0,1 0-1 0 0,-1 0 1 0 0,1 0-1 0 0,-1 0 1 0 0,1-1-1 0 0,-1 1 0 0 0,0 0 1 0 0,1 0-1 0 0,-1 0 1 0 0,1 0-1 0 0,-1-1 1 0 0,0 1-1 0 0,1 0 1 0 0,-1 0-1 0 0,0-1 0 0 0,1 1 1 0 0,-1 0-1 0 0,0-1 1 0 0,1 1-1 0 0,-1 0 1 0 0,0-1-1 0 0,0 1 1 0 0,1-1-1 0 0,-1 1 0 0 0,0-1 1 0 0,0-19 520 0 0,0-8-132 0 0,15-15-416 0 0,1 1 0 0 0,3 1 0 0 0,24-42 0 0 0,-13 27-71 0 0,-23 41 104 0 0,6-12-46 0 0,2 0 1 0 0,0 1 0 0 0,1 1-1 0 0,38-45 1 0 0,-53 70 31 0 0,-1 0 0 0 0,1 0 0 0 0,-1 0-1 0 0,1 0 1 0 0,-1 0 0 0 0,0 1 0 0 0,1-1 0 0 0,-1 0 0 0 0,1 0 0 0 0,-1 0-1 0 0,1 0 1 0 0,-1 1 0 0 0,0-1 0 0 0,1 0 0 0 0,-1 0 0 0 0,0 1-1 0 0,1-1 1 0 0,-1 0 0 0 0,0 0 0 0 0,1 1 0 0 0,-1-1 0 0 0,0 0-1 0 0,1 1 1 0 0,-1-1 0 0 0,0 1 0 0 0,0-1 0 0 0,0 0 0 0 0,1 1 0 0 0,-1-1-1 0 0,0 1 1 0 0,0-1 0 0 0,0 0 0 0 0,0 1 0 0 0,0-1 0 0 0,0 1-1 0 0,0-1 1 0 0,0 1 0 0 0,7 19-43 0 0,4 36 103 0 0,6 81 0 0 0,-14-97-26 0 0,1-1 1 0 0,2 0 0 0 0,1 0 0 0 0,3 0-1 0 0,15 40 1 0 0,-24-76-33 0 0,0 0 0 0 0,1 0 0 0 0,-1 1-1 0 0,1-1 1 0 0,0 0 0 0 0,0-1 0 0 0,0 1 0 0 0,0 0 0 0 0,1 0-1 0 0,-1-1 1 0 0,1 0 0 0 0,5 5 0 0 0,-7-7-5 0 0,0 1-1 0 0,1-1 1 0 0,-1 0 0 0 0,1 1-1 0 0,-1-1 1 0 0,1 0 0 0 0,-1 0-1 0 0,1 0 1 0 0,0 0 0 0 0,-1 0 0 0 0,1-1-1 0 0,-1 1 1 0 0,1 0 0 0 0,-1-1-1 0 0,0 1 1 0 0,1-1 0 0 0,-1 1-1 0 0,1-1 1 0 0,-1 0 0 0 0,0 1 0 0 0,1-1-1 0 0,-1 0 1 0 0,0 0 0 0 0,0 0-1 0 0,0 0 1 0 0,0 0 0 0 0,0 0-1 0 0,0-1 1 0 0,0 1 0 0 0,1-2-1 0 0,13-18-87 0 0,-2 1 0 0 0,-1-1 0 0 0,0-1 0 0 0,-2 0 0 0 0,0-1 0 0 0,-2 0 0 0 0,7-26 0 0 0,3-29 151 0 0,-14 53-13 0 0,2 0 0 0 0,1 1 0 0 0,17-42 0 0 0,-24 66-43 0 0,0 0 0 0 0,0-1 1 0 0,0 1-1 0 0,0 0 0 0 0,0 0 0 0 0,0-1 0 0 0,0 1 1 0 0,0 0-1 0 0,1-1 0 0 0,-1 1 0 0 0,0 0 1 0 0,0 0-1 0 0,0-1 0 0 0,0 1 0 0 0,1 0 0 0 0,-1 0 1 0 0,0-1-1 0 0,0 1 0 0 0,1 0 0 0 0,-1 0 0 0 0,0 0 1 0 0,0 0-1 0 0,1-1 0 0 0,-1 1 0 0 0,0 0 0 0 0,0 0 1 0 0,1 0-1 0 0,-1 0 0 0 0,0 0 0 0 0,1 0 1 0 0,-1 0-1 0 0,0 0 0 0 0,1 0 0 0 0,-1 0 0 0 0,0 0 1 0 0,0 0-1 0 0,1 0 0 0 0,-1 0 0 0 0,0 0 0 0 0,1 0 1 0 0,-1 0-1 0 0,0 0 0 0 0,0 0 0 0 0,1 1 0 0 0,9 14 332 0 0,2 29 315 0 0,-11-41-611 0 0,12 78 489 0 0,4 13-237 0 0,-15-84-281 0 0,1-1 1 0 0,0 1-1 0 0,1-1 0 0 0,0 0 0 0 0,0 0 0 0 0,1-1 0 0 0,7 11 0 0 0,-11-18-17 0 0,0 0 0 0 0,-1 1 0 0 0,1-1 0 0 0,0 0-1 0 0,0 0 1 0 0,0 0 0 0 0,0 0 0 0 0,0 0-1 0 0,1 0 1 0 0,-1 0 0 0 0,0 0 0 0 0,0 0 0 0 0,1 0-1 0 0,-1 0 1 0 0,0-1 0 0 0,1 1 0 0 0,-1-1 0 0 0,1 1-1 0 0,-1-1 1 0 0,0 0 0 0 0,1 1 0 0 0,-1-1-1 0 0,1 0 1 0 0,-1 0 0 0 0,1 0 0 0 0,2 0 0 0 0,-2-1-22 0 0,0 0 1 0 0,0 0-1 0 0,0-1 1 0 0,-1 1-1 0 0,1 0 1 0 0,0-1 0 0 0,0 1-1 0 0,-1-1 1 0 0,1 0-1 0 0,-1 1 1 0 0,1-1-1 0 0,-1 0 1 0 0,0 0 0 0 0,0 0-1 0 0,2-3 1 0 0,3-10-147 0 0,1-1 1 0 0,-2 0 0 0 0,6-24-1 0 0,-11 38 174 0 0,17-84-34 0 0,-12 52 10 0 0,2 1 0 0 0,1-1-1 0 0,16-37 1 0 0,-24 68 25 0 0,1 1 0 0 0,1-1 0 0 0,-1 1 0 0 0,0-1 0 0 0,1 1 0 0 0,-1 0 0 0 0,1 0 0 0 0,0 0 0 0 0,0 0 0 0 0,0 0 0 0 0,0 0 0 0 0,0 0 0 0 0,0 0 0 0 0,0 1 0 0 0,4-3 0 0 0,-4 4 7 0 0,-1-1 0 0 0,0 1 0 0 0,1 0 0 0 0,-1 0 0 0 0,0 0 0 0 0,1 0 0 0 0,-1 0 0 0 0,0 1 0 0 0,1-1 0 0 0,-1 0 0 0 0,0 0 1 0 0,0 1-1 0 0,1-1 0 0 0,-1 1 0 0 0,0-1 0 0 0,0 1 0 0 0,0 0 0 0 0,1-1 0 0 0,-1 1 0 0 0,0 0 0 0 0,0 0 0 0 0,0 0 0 0 0,0 0 0 0 0,-1 0 0 0 0,1 0 0 0 0,0 0 0 0 0,0 0 0 0 0,0 0 0 0 0,-1 0 0 0 0,1 0 0 0 0,-1 1 0 0 0,2 1 0 0 0,8 20 140 0 0,-1-1 0 0 0,-1 1 0 0 0,-1 1 0 0 0,-1-1 0 0 0,3 32 0 0 0,8 24-66 0 0,-10-51-185 0 0,2 0-1 0 0,1-1 1 0 0,1-1-1 0 0,2 0 1 0 0,0 0-1 0 0,2-1 1 0 0,0-1-1 0 0,32 37 1 0 0,-34-51-1539 0 0,-6-8 287 0 0</inkml:trace>
</inkml:ink>
</file>

<file path=ppt/ink/ink1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14.7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59 29 3225 0 0,'-25'15'326'0'0,"5"-2"1067"0"0,6-5 2338 0 0,31-18 2087 0 0,-1-1-3380 0 0,-10 6-2240 0 0,1 1 0 0 0,0 0 1 0 0,0 0-1 0 0,0 0 0 0 0,0 1 0 0 0,14-4 1 0 0,2 2 142 0 0,-1 1 1 0 0,1 2 0 0 0,0 0 0 0 0,34 3 0 0 0,95 13-255 0 0,-106-8-6 0 0,88 11-37 0 0,158 13 96 0 0,-225-27-133 0 0,27 3 44 0 0,-1-4 0 0 0,127-14 0 0 0,-77 3 227 0 0,-108 9-39 0 0,1-1 0 0 0,-1-2 0 0 0,65-14 0 0 0,-83 11-322 0 0,-1 0 0 0 0,26-13 0 0 0,-41 19-553 0 0,1-1 0 0 0,0 1 1 0 0,-1-1-1 0 0,1 1 1 0 0,-1 0-1 0 0,1 0 0 0 0,0 0 1 0 0,-1 0-1 0 0,1 0 0 0 0,0 0 1 0 0,-1 0-1 0 0,1 0 1 0 0,1 1-1 0 0,3 0-1612 0 0</inkml:trace>
</inkml:ink>
</file>

<file path=ppt/ink/ink1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15.3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50 0 3225 0 0,'-9'4'163'0'0,"-17"9"-1231"0"0,25-12 1139 0 0,0-1 0 0 0,0 1 0 0 0,0-1 0 0 0,0 1 0 0 0,0 0 0 0 0,1 0 0 0 0,-1-1 0 0 0,0 1-1 0 0,0 0 1 0 0,1 0 0 0 0,-1 0 0 0 0,0 0 0 0 0,1 0 0 0 0,-1 0 0 0 0,1 0 0 0 0,-1 0 0 0 0,1 0 0 0 0,0 0 0 0 0,-1 0 0 0 0,1 1 0 0 0,2-1 245 0 0,0-1-1 0 0,0 1 0 0 0,0-1 1 0 0,1 1-1 0 0,-1-1 1 0 0,0 0-1 0 0,0 0 1 0 0,0 0-1 0 0,0-1 0 0 0,0 1 1 0 0,1 0-1 0 0,-1-1 1 0 0,0 1-1 0 0,4-2 0 0 0,1 0 858 0 0,6 2-526 0 0,0 0 0 0 0,0 1 0 0 0,0 0 1 0 0,0 1-1 0 0,22 6 0 0 0,-19-4-552 0 0,0-1 1 0 0,0 0-1 0 0,20 0 1 0 0,-42-5-1680 0 0</inkml:trace>
</inkml:ink>
</file>

<file path=ppt/ink/ink1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15.5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11 2745 0 0,'-1'-2'120'0'0,"1"1"32"0"0,0 0-152 0 0,0-2 0 0 0,0 0 0 0 0</inkml:trace>
</inkml:ink>
</file>

<file path=ppt/ink/ink1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17.3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2697 5065 0 0,'-1'-99'6438'0'0,"2"-148"-3230"0"0,15-138-390 0 0,27-289-483 0 0,-17 484-1853 0 0,35-380 1243 0 0,-65 316-1536 0 0,-3 70 28 0 0,7 178-438 0 0,3-45 620 0 0,-2 49-599 0 0,-1 0 0 0 0,0 0-1 0 0,0 1 1 0 0,1-1-1 0 0,-1 0 1 0 0,1 0 0 0 0,0 1-1 0 0,-1-1 1 0 0,1 0-1 0 0,0 1 1 0 0,0-1-1 0 0,0 1 1 0 0,0-1 0 0 0,0 1-1 0 0,0 0 1 0 0,1-1-1 0 0,-1 1 1 0 0,0 0 0 0 0,1 0-1 0 0,-1 0 1 0 0,1 0-1 0 0,-1 0 1 0 0,1 0 0 0 0,1 0-1 0 0</inkml:trace>
</inkml:ink>
</file>

<file path=ppt/ink/ink1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17.8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34 496 920 0 0,'-33'-15'7064'0'0,"45"9"-4878"0"0,-10 4-2125 0 0,0 1-1 0 0,0 0 1 0 0,-1 0-1 0 0,1 0 1 0 0,0 0 0 0 0,0 0-1 0 0,0 1 1 0 0,0-1-1 0 0,0 0 1 0 0,0 1-1 0 0,3-1 1 0 0,12-3 380 0 0,116-41 1561 0 0,176-56-451 0 0,-1 33-979 0 0,-138 36-112 0 0,666-135 1716 0 0,-734 149-1999 0 0,0 4 0 0 0,1 5 1 0 0,0 4-1 0 0,0 5 0 0 0,151 18 1 0 0,-149-5-124 0 0,1-4-1 0 0,168-9 1 0 0,-221-12-5604 0 0</inkml:trace>
</inkml:ink>
</file>

<file path=ppt/ink/ink1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18.8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38 435 2304 0 0,'-8'14'273'0'0,"7"-10"34"0"0,-1 0 0 0 0,-1-1-1 0 0,1 1 1 0 0,0 0 0 0 0,-1-1-1 0 0,0 1 1 0 0,0-1-1 0 0,-4 4 1 0 0,3-20 4375 0 0,5-13-3796 0 0,1-32-324 0 0,4 1 0 0 0,1 0 0 0 0,4 1 0 0 0,30-99 0 0 0,-40 153-518 0 0,-1-1 1 0 0,1 0-1 0 0,0 1 1 0 0,0-1-1 0 0,0 0 1 0 0,0 1-1 0 0,1-1 1 0 0,-1 1 0 0 0,1-1-1 0 0,-1 1 1 0 0,1 0-1 0 0,4-4 1 0 0,-1 30 336 0 0,-5-21-344 0 0,2 37 238 0 0,2 1 0 0 0,11 43 0 0 0,-13-74-292 0 0,1 1 0 0 0,0-1 0 0 0,0 0 0 0 0,1 0 0 0 0,1 0 0 0 0,0-1 0 0 0,0 1 0 0 0,1-1 0 0 0,0 0 0 0 0,0-1 0 0 0,1 1 0 0 0,0-1 0 0 0,11 9 0 0 0,-15-15-14 0 0,0 0 0 0 0,0 1 0 0 0,0-1 0 0 0,0-1 0 0 0,0 1 0 0 0,1 0 0 0 0,-1-1 0 0 0,0 1 0 0 0,1-1 0 0 0,-1 0 0 0 0,1 0 0 0 0,-1-1 0 0 0,1 1 0 0 0,0-1 0 0 0,-1 0 0 0 0,1 0 0 0 0,0 0 0 0 0,-1 0 0 0 0,5-1 0 0 0,-4-1-41 0 0,1 1 0 0 0,0-1 0 0 0,0 0 0 0 0,-1-1 0 0 0,1 1 0 0 0,-1-1 0 0 0,0 0 0 0 0,0 0 0 0 0,0 0-1 0 0,0 0 1 0 0,-1-1 0 0 0,4-4 0 0 0,7-10 9 0 0,-1 0 0 0 0,-2 0 0 0 0,0-2 0 0 0,17-39 0 0 0,-7 1 1 0 0,-17 44 46 0 0,1-1-1 0 0,0 1 1 0 0,1 0 0 0 0,0 1 0 0 0,1-1-1 0 0,1 1 1 0 0,18-23 0 0 0,-25 34 21 0 0,0 1 0 0 0,0 0 0 0 0,0 0 0 0 0,1 0 1 0 0,-1-1-1 0 0,0 1 0 0 0,1 0 0 0 0,-1 1 0 0 0,0-1 0 0 0,1 0 0 0 0,0 0 1 0 0,-1 1-1 0 0,1-1 0 0 0,-1 1 0 0 0,1-1 0 0 0,0 1 0 0 0,-1 0 1 0 0,1-1-1 0 0,0 1 0 0 0,-1 0 0 0 0,1 0 0 0 0,3 1 0 0 0,-3-1 12 0 0,0 1 0 0 0,0 0 0 0 0,-1 0 0 0 0,1 1-1 0 0,0-1 1 0 0,0 0 0 0 0,-1 0 0 0 0,1 1 0 0 0,0-1-1 0 0,-1 1 1 0 0,0 0 0 0 0,1-1 0 0 0,-1 1 0 0 0,0 0 0 0 0,1 2-1 0 0,5 9 299 0 0,-2 1-1 0 0,0-1 0 0 0,0 1 0 0 0,2 15 1 0 0,-6-24-114 0 0,12 50 217 0 0,-4-10-592 0 0,3 0 0 0 0,1-1 1 0 0,25 54-1 0 0,-38-95 165 0 0,1-1-1 0 0,0 0 1 0 0,0 0 0 0 0,0 0-1 0 0,0 0 1 0 0,1 0 0 0 0,-1 0 0 0 0,0 0-1 0 0,1-1 1 0 0,-1 1 0 0 0,1 0-1 0 0,0-1 1 0 0,0 1 0 0 0,-1-1-1 0 0,1 0 1 0 0,0 0 0 0 0,0 0 0 0 0,0 0-1 0 0,1 0 1 0 0,2 1 0 0 0,-3-2 51 0 0,0 0 0 0 0,0-1 0 0 0,1 1 0 0 0,-1-1 0 0 0,0 0-1 0 0,0 1 1 0 0,0-1 0 0 0,0 0 0 0 0,0 0 0 0 0,0-1 0 0 0,0 1 0 0 0,-1 0 0 0 0,1-1 0 0 0,0 1 0 0 0,0-1 0 0 0,-1 1 0 0 0,1-1 0 0 0,-1 0 0 0 0,0 0 0 0 0,1 1 0 0 0,0-3 0 0 0,87-134 1111 0 0,-10 14-1458 0 0,-64 103 288 0 0,0 2 1 0 0,2 0-1 0 0,34-31 1 0 0,-48 47 30 0 0,-1 1 0 0 0,1 0 0 0 0,0 0 0 0 0,0 0 0 0 0,0 0 0 0 0,-1 1 0 0 0,2-1 0 0 0,-1 1 0 0 0,0 0 0 0 0,0 0 0 0 0,0 0 0 0 0,1 0 0 0 0,4-1 0 0 0,-6 3 24 0 0,0-1-1 0 0,0 0 0 0 0,0 1 1 0 0,0 0-1 0 0,0-1 1 0 0,0 1-1 0 0,0 0 0 0 0,0 0 1 0 0,0 0-1 0 0,-1 0 0 0 0,1 0 1 0 0,0 0-1 0 0,0 1 0 0 0,-1-1 1 0 0,1 0-1 0 0,-1 1 1 0 0,1 0-1 0 0,-1-1 0 0 0,0 1 1 0 0,0 0-1 0 0,0 0 0 0 0,2 2 1 0 0,8 18 401 0 0,0 1 1 0 0,-1 0-1 0 0,-2 1 1 0 0,8 32 0 0 0,0-2-54 0 0,32 72-765 0 0,-5-46-5996 0 0,-36-70 4624 0 0</inkml:trace>
</inkml:ink>
</file>

<file path=ppt/ink/ink1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19.6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0 1376 0 0,'-8'14'13082'0'0,"9"-13"-12746"0"0,7 11 1304 0 0,-7-11-1474 0 0,1 0 0 0 0,-1 1-1 0 0,0-1 1 0 0,1 0 0 0 0,-1 1 0 0 0,0-1-1 0 0,0 1 1 0 0,0-1 0 0 0,0 1 0 0 0,0-1 0 0 0,0 3-1 0 0,0-2-686 0 0,0 1-1 0 0,1-1 0 0 0,-1 0 0 0 0,0 0 0 0 0,1 0 1 0 0,0 0-1 0 0,-1 0 0 0 0,1 0 0 0 0,2 2 0 0 0,-3-3 565 0 0,-1 0 0 0 0,1 1-1 0 0,-1-1 1 0 0,1 0-1 0 0,-1 1 1 0 0,0-1-1 0 0,0 0 1 0 0,0 1-1 0 0,0-1 1 0 0,0 0-1 0 0,0 1 1 0 0,0-1-1 0 0,0 0 1 0 0,0 1-1 0 0,-1-1 1 0 0,1 0-1 0 0,-7 15 6619 0 0,17-14-4743 0 0,12 2-2356 0 0,162 10 1123 0 0,-119-7-689 0 0,-12-5 59 0 0,0-2-1 0 0,105-15 1 0 0,-54 3-60 0 0,69 5 32 0 0,216 18 0 0 0,-39 2-1 0 0,-184-15-26 0 0,-29-1 0 0 0,157 17 0 0 0,-254-10-67 0 0,-5-1-295 0 0,-1 2 1 0 0,1 1-1 0 0,51 16 0 0 0,-77-19 271 0 0,0 1-1 0 0,0 0 1 0 0,0 0 0 0 0,0 1 0 0 0,-1 0-1 0 0,0 0 1 0 0,0 1 0 0 0,-1 0 0 0 0,1 1-1 0 0,-1 0 1 0 0,0 0 0 0 0,-1 0 0 0 0,0 1-1 0 0,0-1 1 0 0,-1 2 0 0 0,0-1 0 0 0,6 14-1 0 0,-7-13-2092 0 0</inkml:trace>
</inkml:ink>
</file>

<file path=ppt/ink/ink1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20.3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63 0 3225 0 0,'-9'5'3969'0'0,"9"-5"-3816"0"0,0 0-1 0 0,-1 1 1 0 0,1-1 0 0 0,0 0-1 0 0,0 1 1 0 0,0-1 0 0 0,0 1 0 0 0,0-1-1 0 0,0 0 1 0 0,0 1 0 0 0,0-1-1 0 0,0 1 1 0 0,0-1 0 0 0,0 0-1 0 0,0 1 1 0 0,0 0 0 0 0,-4 15 1849 0 0,-15 102 3655 0 0,10 55-3086 0 0,-1 189-435 0 0,9-334-2085 0 0,0 236 102 0 0,0-30-44 0 0,4 136-109 0 0,2-118 0 0 0,-13-6-38 0 0,1 43 6 0 0,9 422 86 0 0,-2-659-54 0 0,3 0 0 0 0,1 0 0 0 0,14 59 0 0 0,-12-72 82 0 0,-2 0 1 0 0,-1 53 0 0 0,-1-6 34 0 0,8-12-1 0 0,-9-81-2344 0 0</inkml:trace>
</inkml:ink>
</file>

<file path=ppt/ink/ink1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2.1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 59 4145 0 0,'-18'-28'2940'0'0,"-1"-2"3354"0"0,24 36-5117 0 0,0 0 0 0 0,0 1 0 0 0,0-1 0 0 0,6 15 0 0 0,26 67-752 0 0,-21-45 178 0 0,55 107 13 0 0,6 12-285 0 0,-65-123-311 0 0,-1 0 0 0 0,-2 0 0 0 0,-2 1 0 0 0,3 62 1 0 0,-3-40-381 0 0,-7-62 401 0 0,1 9-1526 0 0</inkml:trace>
</inkml:ink>
</file>

<file path=ppt/ink/ink1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2.7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3 215 1376 0 0,'-1'-4'242'0'0,"0"-1"0"0"0,1 0 0 0 0,-1 0-1 0 0,1 0 1 0 0,0 0 0 0 0,1-1 0 0 0,-1 1 0 0 0,1 1-1 0 0,0-1 1 0 0,0 0 0 0 0,0 0 0 0 0,1 0 0 0 0,0 0-1 0 0,0 1 1 0 0,3-6 0 0 0,1-1 491 0 0,0 0 0 0 0,0 1 0 0 0,2 0-1 0 0,-1 0 1 0 0,10-9 0 0 0,-10 13-321 0 0,0 0-1 0 0,0 0 1 0 0,1 1-1 0 0,-1 0 0 0 0,1 0 1 0 0,0 1-1 0 0,0 0 1 0 0,1 0-1 0 0,-1 1 1 0 0,1 0-1 0 0,0 1 1 0 0,0 0-1 0 0,0 0 1 0 0,0 1-1 0 0,9-1 1 0 0,-13 2-349 0 0,0 0 0 0 0,0 0 0 0 0,0 1 0 0 0,0-1 0 0 0,0 1 0 0 0,0 1 1 0 0,0-1-1 0 0,0 0 0 0 0,-1 1 0 0 0,1 0 0 0 0,-1 0 0 0 0,1 1 0 0 0,-1-1 0 0 0,0 1 0 0 0,0 0 1 0 0,0 0-1 0 0,0 0 0 0 0,0 1 0 0 0,-1-1 0 0 0,1 1 0 0 0,-1 0 0 0 0,0 0 0 0 0,0 0 0 0 0,-1 0 0 0 0,1 1 1 0 0,-1-1-1 0 0,0 1 0 0 0,3 8 0 0 0,-3-3-85 0 0,0 0-1 0 0,0 0 1 0 0,-1 0 0 0 0,0 0-1 0 0,-1 1 1 0 0,-1-1 0 0 0,1 0 0 0 0,-1 0-1 0 0,-1 0 1 0 0,-3 11 0 0 0,-5 18 306 0 0,-18 42 1 0 0,23-70-50 0 0,-1 0-1 0 0,-12 20 1 0 0,12-24-6 0 0,1 1-1 0 0,0 0 1 0 0,1 0 0 0 0,0 0-1 0 0,0 1 1 0 0,-3 12-1 0 0,7-20-214 0 0,0-1-1 0 0,0 1 1 0 0,0 0-1 0 0,0 0 1 0 0,0 0 0 0 0,0 0-1 0 0,1-1 1 0 0,-1 1-1 0 0,0 0 1 0 0,0 0-1 0 0,1 0 1 0 0,-1-1-1 0 0,1 1 1 0 0,-1 0-1 0 0,0 0 1 0 0,1-1-1 0 0,0 1 1 0 0,-1 0-1 0 0,1-1 1 0 0,-1 1-1 0 0,1-1 1 0 0,0 1-1 0 0,-1-1 1 0 0,1 1-1 0 0,0-1 1 0 0,-1 1-1 0 0,1-1 1 0 0,0 0-1 0 0,0 1 1 0 0,0-1-1 0 0,-1 0 1 0 0,1 0-1 0 0,0 1 1 0 0,0-1-1 0 0,0 0 1 0 0,0 0-1 0 0,0 0 1 0 0,-1 0-1 0 0,2 0 1 0 0,43 0 216 0 0,-33-1-48 0 0,15 3-108 0 0,0 1 0 0 0,0 1 0 0 0,36 11 0 0 0,-10-3-42 0 0,-38-8-54 0 0,0 1 1 0 0,0 1-1 0 0,-1 0 0 0 0,0 1 1 0 0,20 12-1 0 0,-14-7-3259 0 0,33 13 0 0 0</inkml:trace>
</inkml:ink>
</file>

<file path=ppt/ink/ink1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3.1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12 5985 0 0,'1'-1'258'0'0,"0"0"-1"0"0,0 0 0 0 0,0 0 0 0 0,0 0 0 0 0,0 0 1 0 0,0 1-1 0 0,1-1 0 0 0,-1 0 0 0 0,0 1 1 0 0,0-1-1 0 0,1 1 0 0 0,-1-1 0 0 0,0 1 0 0 0,1 0 1 0 0,-1-1-1 0 0,0 1 0 0 0,1 0 0 0 0,-1 0 1 0 0,0 0-1 0 0,1 0 0 0 0,-1 0 0 0 0,0 0 0 0 0,1 0 1 0 0,1 1-1 0 0,0 0 60 0 0,-1 0 0 0 0,1 1 0 0 0,0-1 1 0 0,-1 1-1 0 0,1 0 0 0 0,-1-1 0 0 0,1 1 0 0 0,-1 0 0 0 0,0 1 1 0 0,3 3-1 0 0,4 6 270 0 0,0 0-1 0 0,-1 1 1 0 0,9 21 0 0 0,6 20 193 0 0,26 96 0 0 0,-19-53-3642 0 0,-22-71-1385 0 0</inkml:trace>
</inkml:ink>
</file>

<file path=ppt/ink/ink1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3.5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9 3225 0 0,'-13'-9'11960'0'0</inkml:trace>
</inkml:ink>
</file>

<file path=ppt/ink/ink1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4.4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9218 0 0,'0'0'707'0'0,"5"20"2783"0"0,19 69 1318 0 0,3-2-3325 0 0,19 67-733 0 0,-12-38-431 0 0,24 107-1028 0 0,-58-218 253 0 0,1-1 1 0 0,-1 0 0 0 0,1 1 0 0 0,-1-1-1 0 0,-1 0 1 0 0,1 1 0 0 0,-1 3 0 0 0,-1-3-1022 0 0</inkml:trace>
</inkml:ink>
</file>

<file path=ppt/ink/ink1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4.9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4 337 920 0 0,'-2'-16'414'0'0,"1"0"0"0"0,1-1 0 0 0,0 1 0 0 0,2-1 0 0 0,-1 1 0 0 0,2 0 0 0 0,1-1 1 0 0,6-18-1 0 0,-6 22 103 0 0,0 0 0 0 0,2 0 0 0 0,-1 1 1 0 0,2 0-1 0 0,-1 0 0 0 0,2 0 1 0 0,0 1-1 0 0,0 0 0 0 0,1 0 1 0 0,12-11-1 0 0,-18 19-263 0 0,1 0 1 0 0,0 1-1 0 0,-1-1 1 0 0,1 0-1 0 0,0 1 1 0 0,0 0-1 0 0,1 0 1 0 0,-1 0-1 0 0,0 1 1 0 0,1-1-1 0 0,-1 1 0 0 0,1 0 1 0 0,-1 1-1 0 0,1-1 1 0 0,8 0-1 0 0,-10 2-154 0 0,0-1-1 0 0,0 1 1 0 0,0 0-1 0 0,-1 0 1 0 0,1 0-1 0 0,0 0 1 0 0,0 0-1 0 0,-1 1 1 0 0,1-1-1 0 0,-1 1 1 0 0,1-1-1 0 0,-1 1 1 0 0,0 0-1 0 0,0 0 1 0 0,0 0 0 0 0,0 1-1 0 0,0-1 1 0 0,0 0-1 0 0,0 1 1 0 0,-1-1-1 0 0,1 1 1 0 0,-1-1-1 0 0,0 1 1 0 0,1 0-1 0 0,0 4 1 0 0,2 6-118 0 0,-1 0 0 0 0,-1 1 0 0 0,0 0 0 0 0,0-1 0 0 0,-1 1 0 0 0,-1 0 0 0 0,-1-1 0 0 0,0 1 0 0 0,-4 20 0 0 0,-5 15-403 0 0,-19 56 1 0 0,28-103 411 0 0,-10 28 37 0 0,-1-1-1 0 0,-16 29 1 0 0,-7 13 2758 0 0,35-71-2744 0 0,0 1 0 0 0,0-1 0 0 0,0 0 0 0 0,0 1 0 0 0,-1-1 0 0 0,1 0 0 0 0,0 1 0 0 0,0-1 0 0 0,0 1 0 0 0,0-1 0 0 0,0 0 0 0 0,0 1 0 0 0,0-1 0 0 0,0 1 0 0 0,0-1 1 0 0,0 0-1 0 0,0 1 0 0 0,0-1 0 0 0,0 0 0 0 0,1 1 0 0 0,-1-1 0 0 0,0 1 0 0 0,0-1 0 0 0,0 0 0 0 0,0 1 0 0 0,1-1 0 0 0,-1 0 0 0 0,0 0 0 0 0,0 1 0 0 0,1-1 0 0 0,-1 0 0 0 0,0 1 0 0 0,1-1 1 0 0,-1 0-1 0 0,19 5 452 0 0,29-9-565 0 0,-37 3 244 0 0,33 0-65 0 0,0 2-1 0 0,0 2 1 0 0,76 15 0 0 0,-28-3-213 0 0,-39-5-1694 0 0,-30-3-3583 0 0,-6 0-672 0 0</inkml:trace>
</inkml:ink>
</file>

<file path=ppt/ink/ink1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5.4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145 83 9218 0 0,'-1'-6'297'0'0,"-1"-1"0"0"0,1 1 0 0 0,-1-1 0 0 0,0 1 1 0 0,0 0-1 0 0,-1 0 0 0 0,0 0 0 0 0,-5-8 0 0 0,7 12-205 0 0,1 1-1 0 0,-1 0 1 0 0,0-1-1 0 0,0 1 1 0 0,0 0 0 0 0,-1 0-1 0 0,1 0 1 0 0,0 0-1 0 0,0 0 1 0 0,-1 0-1 0 0,1 0 1 0 0,0 0 0 0 0,-1 1-1 0 0,1-1 1 0 0,-1 1-1 0 0,1-1 1 0 0,0 1-1 0 0,-1-1 1 0 0,0 1 0 0 0,1 0-1 0 0,-1-1 1 0 0,1 1-1 0 0,-1 0 1 0 0,1 0-1 0 0,-1 0 1 0 0,0 0 0 0 0,1 1-1 0 0,-1-1 1 0 0,1 0-1 0 0,-1 1 1 0 0,1-1-1 0 0,-1 1 1 0 0,1-1-1 0 0,-1 1 1 0 0,1 0 0 0 0,0 0-1 0 0,-1-1 1 0 0,1 1-1 0 0,0 0 1 0 0,0 0-1 0 0,-2 2 1 0 0,-2 2 106 0 0,-1 0-1 0 0,1 1 1 0 0,1 0 0 0 0,-1 0 0 0 0,1 0-1 0 0,0 1 1 0 0,0-1 0 0 0,1 1-1 0 0,0 0 1 0 0,0 0 0 0 0,1 0 0 0 0,0 1-1 0 0,0-1 1 0 0,-1 8 0 0 0,0 5 3 0 0,1 0 0 0 0,0 0-1 0 0,2 0 1 0 0,2 23 0 0 0,1-13-154 0 0,1 0 0 0 0,2 0 0 0 0,1 0 0 0 0,1 0 0 0 0,22 50 0 0 0,-20-59-27 0 0,1-1 1 0 0,1 1-1 0 0,0-2 0 0 0,2 0 0 0 0,0 0 1 0 0,1-1-1 0 0,1-1 0 0 0,21 17 0 0 0,-24-23-187 0 0,0 0-1 0 0,-1 1 1 0 0,0 0-1 0 0,-1 1 0 0 0,11 14 1 0 0,-19-22 101 0 0,-1 0 1 0 0,1 0-1 0 0,-1 0 1 0 0,0 0-1 0 0,0 1 1 0 0,0-1-1 0 0,-1 1 1 0 0,0-1-1 0 0,0 1 1 0 0,-1-1-1 0 0,1 1 1 0 0,-1-1 0 0 0,0 1-1 0 0,-1 0 1 0 0,1-1-1 0 0,-1 1 1 0 0,0-1-1 0 0,-1 1 1 0 0,-2 6-1 0 0,-9 17-2214 0 0,5-16-3415 0 0</inkml:trace>
</inkml:ink>
</file>

<file path=ppt/ink/ink1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5.6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8 279 1376 0 0,'-2'-4'491'0'0,"1"-1"0"0"0,0 1 0 0 0,0-1-1 0 0,0 0 1 0 0,0 0 0 0 0,1 0 0 0 0,-1 1 0 0 0,1-1-1 0 0,0 0 1 0 0,1 0 0 0 0,-1 0 0 0 0,1 1-1 0 0,2-8 1 0 0,0 4 254 0 0,0 0-1 0 0,0 0 0 0 0,1 0 1 0 0,0 0-1 0 0,1 1 1 0 0,10-14-1 0 0,1 3 95 0 0,1 0 0 0 0,1 1-1 0 0,0 1 1 0 0,28-19 0 0 0,-10 12-1297 0 0,-19 13-260 0 0</inkml:trace>
</inkml:ink>
</file>

<file path=ppt/ink/ink1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7.4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60 6913 0 0,'1'-6'915'0'0,"0"0"0"0"0,0-1 1 0 0,1 1-1 0 0,0 0 0 0 0,0 0 0 0 0,0 0 0 0 0,1 1 0 0 0,3-7 870 0 0,-3 38 1640 0 0,23 337-267 0 0,1 28-3147 0 0,-18-313-78 0 0,3-1 0 0 0,27 94-1 0 0,-36-156-23 0 0,-1-7-1348 0 0</inkml:trace>
</inkml:ink>
</file>

<file path=ppt/ink/ink1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7.8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10 199 4145 0 0,'-2'-5'237'0'0,"1"1"1"0"0,-1-1-1 0 0,1 0 0 0 0,0 0 0 0 0,0 0 1 0 0,0 0-1 0 0,1 0 0 0 0,-1 0 1 0 0,1 0-1 0 0,1 0 0 0 0,-1 1 1 0 0,1-1-1 0 0,0 0 0 0 0,0 0 1 0 0,0 0-1 0 0,0 0 0 0 0,1 1 0 0 0,3-8 1 0 0,-1 5 53 0 0,0 0 0 0 0,0 1 1 0 0,1-1-1 0 0,0 1 0 0 0,0 0 0 0 0,1 0 1 0 0,-1 1-1 0 0,1-1 0 0 0,1 1 1 0 0,-1 1-1 0 0,8-6 0 0 0,-7 7-66 0 0,-1-1-1 0 0,1 1 0 0 0,0 0 1 0 0,0 0-1 0 0,0 1 1 0 0,0 0-1 0 0,0 0 1 0 0,1 1-1 0 0,-1 0 1 0 0,0 0-1 0 0,15 1 1 0 0,-17 0-120 0 0,-1 1 0 0 0,1 0 0 0 0,-1 0 0 0 0,1 0 1 0 0,-1 0-1 0 0,1 1 0 0 0,-1 0 0 0 0,0 0 0 0 0,0 0 0 0 0,1 0 1 0 0,-2 1-1 0 0,1 0 0 0 0,0-1 0 0 0,0 1 0 0 0,-1 1 1 0 0,0-1-1 0 0,1 0 0 0 0,-1 1 0 0 0,4 6 0 0 0,-4-3-28 0 0,0-1-1 0 0,0 1 1 0 0,-1 0 0 0 0,1 0-1 0 0,-2 0 1 0 0,1 1-1 0 0,-1-1 1 0 0,0 0 0 0 0,0 1-1 0 0,-1-1 1 0 0,0 0-1 0 0,0 1 1 0 0,-1-1-1 0 0,0 0 1 0 0,-1 1 0 0 0,1-1-1 0 0,-1 0 1 0 0,-4 9-1 0 0,-4 10 175 0 0,0-1 0 0 0,-2 0-1 0 0,-23 36 1 0 0,13-26 229 0 0,0 0 0 0 0,-3-2 0 0 0,0-1 1 0 0,-2 0-1 0 0,-46 39 0 0 0,73-71-471 0 0,0 0 0 0 0,0 0-1 0 0,-1 1 1 0 0,1-1 0 0 0,0 0 0 0 0,0 0 0 0 0,0 0 0 0 0,-1 1 0 0 0,1-1 0 0 0,0 0-1 0 0,0 0 1 0 0,0 0 0 0 0,0 1 0 0 0,0-1 0 0 0,0 0 0 0 0,-1 0 0 0 0,1 1 0 0 0,0-1-1 0 0,0 0 1 0 0,0 1 0 0 0,0-1 0 0 0,0 0 0 0 0,0 0 0 0 0,0 1 0 0 0,0-1 0 0 0,0 0-1 0 0,0 0 1 0 0,0 1 0 0 0,0-1 0 0 0,0 0 0 0 0,1 0 0 0 0,-1 1 0 0 0,0-1 0 0 0,0 0-1 0 0,0 0 1 0 0,0 1 0 0 0,0-1 0 0 0,0 0 0 0 0,1 0 0 0 0,-1 0 0 0 0,0 1 0 0 0,0-1-1 0 0,0 0 1 0 0,1 0 0 0 0,-1 1 0 0 0,18 8 137 0 0,21 3-39 0 0,3-5 20 0 0,45 3 0 0 0,-61-9-182 0 0,0 2 0 0 0,-1 0-1 0 0,1 2 1 0 0,-1 1 0 0 0,0 0-1 0 0,29 14 1 0 0,-44-16-85 0 0,79 42-4129 0 0,-66-31-2525 0 0</inkml:trace>
</inkml:ink>
</file>

<file path=ppt/ink/ink1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8.2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47 70 920 0 0,'-47'-70'7090'0'0,"62"91"-184"0"0,4 7-5056 0 0,17 56 1214 0 0,-5-11-2443 0 0,-24-60-1658 0 0,0 0 0 0 0,0 0 0 0 0,12 13 0 0 0</inkml:trace>
</inkml:ink>
</file>

<file path=ppt/ink/ink1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8.4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52 137 8754 0 0,'-16'-31'4530'0'0,"-18"-58"0"0"0,32 73-3917 0 0,10 16-2199 0 0,-6 1 1343 0 0,1 1 0 0 0,-1-1 0 0 0,0 1 0 0 0,0 0 0 0 0,0 0 0 0 0,-1 0 0 0 0,1 0 0 0 0,3 4 0 0 0,8 22 152 0 0,-8-13 91 0 0</inkml:trace>
</inkml:ink>
</file>

<file path=ppt/ink/ink1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9.0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42 5985 0 0,'-1'-1'151'0'0,"0"0"0"0"0,1 0 0 0 0,-1 0 0 0 0,0 0 0 0 0,0 0 0 0 0,1 0 0 0 0,-1 0 0 0 0,1 0 0 0 0,-1-1 0 0 0,1 1 0 0 0,0 0 0 0 0,-1 0 0 0 0,1-1 0 0 0,0 1 0 0 0,0 0 0 0 0,0 0 0 0 0,0-1 0 0 0,0 1 0 0 0,0 0 0 0 0,0-1 0 0 0,0 1 0 0 0,0 0 0 0 0,1 0 0 0 0,0-2 0 0 0,-1 2 36 0 0,1 0 1 0 0,0 0-1 0 0,0 1 1 0 0,0-1-1 0 0,0 0 1 0 0,0 0-1 0 0,0 1 1 0 0,0-1-1 0 0,0 1 1 0 0,0-1-1 0 0,0 1 1 0 0,0-1 0 0 0,0 1-1 0 0,0-1 1 0 0,1 1-1 0 0,-1 0 1 0 0,0 0-1 0 0,0 0 1 0 0,0-1-1 0 0,0 1 1 0 0,1 0-1 0 0,-1 1 1 0 0,0-1 0 0 0,0 0-1 0 0,0 0 1 0 0,2 1-1 0 0,1 0-45 0 0,0 0 0 0 0,0 0 0 0 0,0 0 0 0 0,0 1-1 0 0,-1 0 1 0 0,1-1 0 0 0,-1 1 0 0 0,1 1 0 0 0,-1-1 0 0 0,0 0-1 0 0,0 1 1 0 0,0 0 0 0 0,0-1 0 0 0,0 1 0 0 0,0 0 0 0 0,-1 1 0 0 0,1-1-1 0 0,-1 0 1 0 0,0 1 0 0 0,0-1 0 0 0,2 8 0 0 0,3 7 124 0 0,-1 1-1 0 0,-1 0 1 0 0,4 28 0 0 0,6 22-224 0 0,-14-67-84 0 0,0 2-64 0 0,0-1-1 0 0,0 0 1 0 0,0 1 0 0 0,1-1 0 0 0,-1 0 0 0 0,1 0 0 0 0,0 0 0 0 0,4 5 0 0 0,6-44-810 0 0,-1 4 1037 0 0,19-42 0 0 0,-26 65 47 0 0,0 0 0 0 0,1 1 0 0 0,0 0 0 0 0,1 0 0 0 0,-1 0 0 0 0,2 1 0 0 0,-1 0 1 0 0,1 0-1 0 0,13-10 0 0 0,-19 16-125 0 0,0 0 0 0 0,1 0 0 0 0,-1 0 0 0 0,1 0 0 0 0,0 1 0 0 0,-1-1 1 0 0,1 1-1 0 0,-1-1 0 0 0,1 1 0 0 0,0-1 0 0 0,0 1 0 0 0,-1 0 0 0 0,1 0 0 0 0,0 0 1 0 0,-1 0-1 0 0,1 0 0 0 0,0 0 0 0 0,0 1 0 0 0,-1-1 0 0 0,1 1 0 0 0,0-1 0 0 0,-1 1 1 0 0,1-1-1 0 0,-1 1 0 0 0,1 0 0 0 0,-1 0 0 0 0,1 0 0 0 0,-1 0 0 0 0,1 0 0 0 0,-1 0 1 0 0,0 0-1 0 0,0 0 0 0 0,2 3 0 0 0,4 4 55 0 0,0 1 1 0 0,-1 0-1 0 0,0 0 0 0 0,6 14 1 0 0,0 0-338 0 0,-6-15-224 0 0,0 0 0 0 0,1 0 0 0 0,0 0 0 0 0,0-1-1 0 0,1 0 1 0 0,0 0 0 0 0,0-1 0 0 0,12 7 0 0 0,2 0-896 0 0</inkml:trace>
</inkml:ink>
</file>

<file path=ppt/ink/ink1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9.3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41 6913 0 0,'65'-26'7603'0'0,"-56"23"-7370"0"0,1 0-1 0 0,0 0 0 0 0,-1 1 0 0 0,1 1 0 0 0,13-1 0 0 0,-21 1-375 0 0,1 1-1 0 0,0 1 0 0 0,0-1 1 0 0,-1 0-1 0 0,1 1 0 0 0,0-1 1 0 0,0 1-1 0 0,-1 0 0 0 0,1 0 1 0 0,-1 0-1 0 0,1 0 0 0 0,-1 0 1 0 0,1 1-1 0 0,-1-1 0 0 0,0 1 1 0 0,0-1-1 0 0,1 1 0 0 0,-1 0 1 0 0,0 0-1 0 0,-1 0 0 0 0,1 0 1 0 0,0 0-1 0 0,2 4 0 0 0,3 10 54 0 0</inkml:trace>
</inkml:ink>
</file>

<file path=ppt/ink/ink1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9.5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69 6449 0 0,'34'-15'6303'0'0,"64"-30"-6775"0"0,-78 37-3942 0 0</inkml:trace>
</inkml:ink>
</file>

<file path=ppt/ink/ink1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9.9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11979 0 0,'0'3'4602'0'0,"1"15"-2803"0"0,-1 116 2166 0 0,-1-46-4134 0 0,7-1-6410 0 0,-3-68-128 0 0</inkml:trace>
</inkml:ink>
</file>

<file path=ppt/ink/ink1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0.1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11 14283 0 0,'-1'-1'66'0'0,"0"1"-1"0"0,0-1 1 0 0,0 0-1 0 0,0 0 1 0 0,0 0-1 0 0,0 1 1 0 0,0-1 0 0 0,0 0-1 0 0,0 1 1 0 0,0-1-1 0 0,0 1 1 0 0,0-1 0 0 0,0 1-1 0 0,-1-1 1 0 0,1 1-1 0 0,-1 0 1 0 0,7 14-486 0 0,22 25-3332 0 0,-16-26 3324 0 0,1 0 320 0 0</inkml:trace>
</inkml:ink>
</file>

<file path=ppt/ink/ink1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0.52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17 456 0 0,'11'55'2926'0'0,"-11"7"-150"0"0,-2-49-2406 0 0,2 0 0 0 0,0 0 1 0 0,0 0-1 0 0,5 23 1 0 0,13-73 678 0 0,-9 12-36 0 0,0 1 0 0 0,22-38 0 0 0,-29 57-844 0 0,1-1 0 0 0,1 1 0 0 0,-1 0 1 0 0,1 0-1 0 0,0 1 0 0 0,0-1 0 0 0,0 1 0 0 0,0 0 1 0 0,1 0-1 0 0,0 0 0 0 0,0 1 0 0 0,0-1 0 0 0,0 1 0 0 0,1 1 1 0 0,-1-1-1 0 0,1 1 0 0 0,9-3 0 0 0,-13 4-68 0 0,0 1 0 0 0,-1 0 0 0 0,1 1-1 0 0,0-1 1 0 0,0 0 0 0 0,0 0 0 0 0,-1 1-1 0 0,1-1 1 0 0,0 1 0 0 0,0-1 0 0 0,-1 1 0 0 0,1 0-1 0 0,-1 0 1 0 0,1 0 0 0 0,-1 0 0 0 0,1 0-1 0 0,-1 0 1 0 0,1 0 0 0 0,-1 0 0 0 0,0 0-1 0 0,0 1 1 0 0,1-1 0 0 0,-1 1 0 0 0,0-1 0 0 0,0 1-1 0 0,0-1 1 0 0,-1 1 0 0 0,1-1 0 0 0,1 4-1 0 0,3 8 226 0 0,-1-1 0 0 0,-1 0 0 0 0,3 17-1 0 0,0-4-334 0 0,-6-24-12 0 0,4 14-440 0 0,1-1 0 0 0,0 0 1 0 0,13 23-1 0 0,-7-18-852 0 0</inkml:trace>
</inkml:ink>
</file>

<file path=ppt/ink/ink1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0.7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0 6753 0 0,'-2'3'601'0'0,"0"-1"-481"0"0,1-1-120 0 0,-1-1 0 0 0,1 0 0 0 0</inkml:trace>
</inkml:ink>
</file>

<file path=ppt/ink/ink1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1.0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50 36 6913 0 0,'-12'-12'1421'0'0,"10"10"-604"0"0,0-1 1 0 0,0 1 0 0 0,-1 0-1 0 0,1 0 1 0 0,0 0-1 0 0,-1 0 1 0 0,1 0 0 0 0,-1 1-1 0 0,1-1 1 0 0,-6-1 0 0 0,8 3-688 0 0,-1 0 0 0 0,1 1 1 0 0,-1-1-1 0 0,1 0 0 0 0,-1 1 0 0 0,1-1 1 0 0,0 1-1 0 0,-1-1 0 0 0,1 1 1 0 0,-1-1-1 0 0,1 1 0 0 0,0-1 0 0 0,0 1 1 0 0,-1-1-1 0 0,1 1 0 0 0,0 0 1 0 0,0-1-1 0 0,0 1 0 0 0,-1-1 0 0 0,1 1 1 0 0,0-1-1 0 0,0 1 0 0 0,0 0 1 0 0,0-1-1 0 0,0 1 0 0 0,0 0 0 0 0,0-1 1 0 0,0 1-1 0 0,1-1 0 0 0,-1 1 1 0 0,0 1-1 0 0,5 24 611 0 0,-4-22-621 0 0,29 216 252 0 0,-8-52-145 0 0,-6-90-254 0 0,-10-56-504 0 0,-1 0-1 0 0,-1 1 0 0 0,-1-1 1 0 0,0 34-1 0 0</inkml:trace>
</inkml:ink>
</file>

<file path=ppt/ink/ink1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1.2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78 20 2304 0 0,'12'-4'1157'0'0,"0"1"-1"0"0,1 0 0 0 0,0 0 1 0 0,-1 1-1 0 0,21 0 0 0 0,-20 1-246 0 0,-4 0 80 0 0,0 1 0 0 0,0 0 0 0 0,0 0 0 0 0,16 3 1 0 0,-24-3-912 0 0,0 0 1 0 0,1 0 0 0 0,-1 1 0 0 0,0-1-1 0 0,0 0 1 0 0,0 0 0 0 0,0 1 0 0 0,0-1-1 0 0,0 1 1 0 0,0-1 0 0 0,0 1-1 0 0,0 0 1 0 0,0-1 0 0 0,0 1 0 0 0,0 0-1 0 0,0 0 1 0 0,-1-1 0 0 0,1 1 0 0 0,0 0-1 0 0,0 0 1 0 0,-1 0 0 0 0,1 0-1 0 0,-1 0 1 0 0,1 0 0 0 0,-1 0 0 0 0,1 0-1 0 0,-1 0 1 0 0,0 0 0 0 0,1 0 0 0 0,-1 1-1 0 0,0-1 1 0 0,0 0 0 0 0,0 0-1 0 0,0 0 1 0 0,0 0 0 0 0,0 0 0 0 0,0 1-1 0 0,0-1 1 0 0,0 0 0 0 0,-1 0 0 0 0,1 0-1 0 0,0 0 1 0 0,-1 0 0 0 0,1 0-1 0 0,-1 0 1 0 0,1 0 0 0 0,-1 0 0 0 0,0 2-1 0 0,-5 6 93 0 0,1-1 0 0 0,-1 1 0 0 0,-1-1 0 0 0,1 0 0 0 0,-2 0 0 0 0,1-1 0 0 0,-17 13 0 0 0,-67 41-540 0 0,49-35-261 0 0,-4 4-1105 0 0,27-18 291 0 0</inkml:trace>
</inkml:ink>
</file>

<file path=ppt/ink/ink1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1.6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 1840 0 0,'1'0'393'0'0,"0"-1"-1"0"0,1 1 1 0 0,-1-1-1 0 0,0 1 1 0 0,1 0-1 0 0,-1 0 1 0 0,0-1-1 0 0,1 1 1 0 0,-1 0-1 0 0,1 0 1 0 0,-1 0-1 0 0,0 0 1 0 0,1 1-1 0 0,-1-1 1 0 0,0 0-1 0 0,1 0 1 0 0,-1 1-1 0 0,0-1 1 0 0,3 2-1 0 0,-3-1-115 0 0,-1-1 0 0 0,1 1 0 0 0,0 0 0 0 0,0 0 0 0 0,-1 0 0 0 0,1 0 0 0 0,-1 0 0 0 0,1 0 1 0 0,-1 0-1 0 0,1 0 0 0 0,-1 0 0 0 0,1 0 0 0 0,-1 1 0 0 0,0-1 0 0 0,0 0 0 0 0,1 0 0 0 0,-1 0 0 0 0,0 2 0 0 0,-1 7 729 0 0,0 0 0 0 0,0 0-1 0 0,-1 0 1 0 0,-5 14 0 0 0,2-3-203 0 0,4-13-633 0 0,0 1 0 0 0,0-1-1 0 0,1 1 1 0 0,0-1 0 0 0,1 1 0 0 0,0-1 0 0 0,3 15 0 0 0,-4-21-179 0 0,1 0 0 0 0,0 0-1 0 0,-1-1 1 0 0,1 1 0 0 0,0 0 0 0 0,0-1 0 0 0,0 1-1 0 0,0-1 1 0 0,0 1 0 0 0,0-1 0 0 0,1 1 0 0 0,-1-1-1 0 0,0 0 1 0 0,1 0 0 0 0,-1 0 0 0 0,1 0 0 0 0,1 2 0 0 0,-1-3-63 0 0,0 1 0 0 0,0-1 0 0 0,0 1 0 0 0,0-1 0 0 0,1 0 0 0 0,-1 0 0 0 0,0 0 0 0 0,0 0 0 0 0,0 0 0 0 0,0-1 0 0 0,0 1 0 0 0,0 0 0 0 0,0-1 0 0 0,1 0 0 0 0,-1 1 0 0 0,0-1 0 0 0,-1 0 0 0 0,4-2 0 0 0,0 1-80 0 0,0-1 0 0 0,0 0 0 0 0,0-1 0 0 0,-1 1 0 0 0,1-1 0 0 0,-1 1 0 0 0,0-1 0 0 0,0-1 0 0 0,-1 1 0 0 0,6-8 0 0 0,-2-1-218 0 0,-1 1 0 0 0,9-24 0 0 0,-10 24 431 0 0,-1 0-1 0 0,1 0 0 0 0,1 1 1 0 0,12-18-1 0 0,-17 27 6 0 0,0 1 0 0 0,0 0 0 0 0,0 0 0 0 0,0-1 0 0 0,0 1 0 0 0,0 0 0 0 0,0 0 0 0 0,0 0 0 0 0,0 0 0 0 0,0 1 0 0 0,0-1 0 0 0,1 0 0 0 0,-1 0 1 0 0,0 1-1 0 0,1-1 0 0 0,-1 1 0 0 0,0-1 0 0 0,1 1 0 0 0,-1-1 0 0 0,3 1 0 0 0,-3 0-7 0 0,0 0 1 0 0,0 1-1 0 0,0-1 1 0 0,0 1-1 0 0,0-1 0 0 0,1 1 1 0 0,-2-1-1 0 0,1 1 1 0 0,0 0-1 0 0,0-1 1 0 0,0 1-1 0 0,0 0 1 0 0,0 0-1 0 0,0 0 0 0 0,-1 0 1 0 0,1 0-1 0 0,0 0 1 0 0,-1 0-1 0 0,1 0 1 0 0,0 1-1 0 0,3 8 240 0 0,0 0-1 0 0,0 1 1 0 0,-1 0-1 0 0,2 13 1 0 0,-3-13-242 0 0,-1-8-144 0 0,-1 0 0 0 0,1 1 0 0 0,0-1 1 0 0,0 0-1 0 0,0 0 0 0 0,0 0 0 0 0,0 0 0 0 0,1 0 0 0 0,-1-1 1 0 0,1 1-1 0 0,0 0 0 0 0,0-1 0 0 0,0 1 0 0 0,0-1 1 0 0,0 0-1 0 0,1 1 0 0 0,-1-1 0 0 0,1 0 0 0 0,-1-1 1 0 0,1 1-1 0 0,0 0 0 0 0,0-1 0 0 0,0 1 0 0 0,0-1 1 0 0,0 0-1 0 0,0 0 0 0 0,0 0 0 0 0,0-1 0 0 0,0 1 0 0 0,0-1 1 0 0,4 1-1 0 0,8-2-1472 0 0</inkml:trace>
</inkml:ink>
</file>

<file path=ppt/ink/ink1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1.8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30 120 1376 0 0,'7'-46'569'0'0,"-7"40"829"0"0,1 1 0 0 0,-1-1 0 0 0,-1 0-1 0 0,1 0 1 0 0,-1 0 0 0 0,0 0 0 0 0,0 1 0 0 0,-1-1 0 0 0,-3-9-1 0 0,5 15-1306 0 0,0 0 1 0 0,0 0-1 0 0,0-1 0 0 0,0 1 0 0 0,0 0 0 0 0,0-1 0 0 0,0 1 0 0 0,0 0 0 0 0,-1 0 0 0 0,1-1 0 0 0,0 1 0 0 0,-1-2 638 0 0,1 2-638 0 0,-1 0 0 0 0,1 0 0 0 0,0 0 1 0 0,0 0-1 0 0,-1 0 0 0 0,1-1 0 0 0,0 1 0 0 0,0 0 0 0 0,-1 0 0 0 0,1 0 0 0 0,0 0 0 0 0,0 0 0 0 0,-1 0 0 0 0,1 0 1 0 0,0 0-1 0 0,0 0 0 0 0,-1 0 0 0 0,1 0 0 0 0,0 0 0 0 0,-1 0 0 0 0,1 0 0 0 0,-8 12 1509 0 0,0 18-866 0 0,6-3-636 0 0,1-1-1 0 0,2 0 1 0 0,1 1-1 0 0,0-1 1 0 0,2 0-1 0 0,1 0 0 0 0,2 0 1 0 0,0-1-1 0 0,1 0 1 0 0,15 30-1 0 0,17 25-707 0 0,82 124 1 0 0,-95-163-26 0 0,-8-10-910 0 0</inkml:trace>
</inkml:ink>
</file>

<file path=ppt/ink/ink1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2.1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3 211 8290 0 0,'0'0'79'0'0,"0"0"0"0"0,-1 0 0 0 0,1 0 0 0 0,0-1 0 0 0,0 1 0 0 0,0 0 0 0 0,0 0 0 0 0,-1 0 1 0 0,1-1-1 0 0,0 1 0 0 0,0 0 0 0 0,0 0 0 0 0,0-1 0 0 0,0 1 0 0 0,0 0 0 0 0,0 0 0 0 0,0-1 0 0 0,-1 1 0 0 0,1 0 0 0 0,0-1 1 0 0,0 1-1 0 0,0 0 0 0 0,0 0 0 0 0,0-1 0 0 0,1 1 0 0 0,-1 0 0 0 0,0 0 0 0 0,0-1 0 0 0,0 1 0 0 0,0 0 0 0 0,0 0 0 0 0,0-1 0 0 0,0 1 1 0 0,0 0-1 0 0,1 0 0 0 0,-1-1 0 0 0,0 1 0 0 0,11-15 1713 0 0,14-8 471 0 0,-9 13-1382 0 0,0 0 0 0 0,0 1 0 0 0,1 1-1 0 0,31-11 1 0 0,76-14 702 0 0,1-2-809 0 0,-15 1-1432 0 0,-86 28-207 0 0</inkml:trace>
</inkml:ink>
</file>

<file path=ppt/ink/ink1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2.8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1 121 6913 0 0,'2'-17'260'0'0,"0"0"0"0"0,7-20 0 0 0,-2 8 1325 0 0,-7 27-1283 0 0,0 1 0 0 0,-4-16 7208 0 0,2 32-6637 0 0,5 41-412 0 0,3 0 0 0 0,25 103 0 0 0,-5-27 170 0 0,-8-11-354 0 0,-6-33-254 0 0,4 0 0 0 0,34 109 1 0 0,-31-152-2076 0 0,-9-27-3407 0 0</inkml:trace>
</inkml:ink>
</file>

<file path=ppt/ink/ink1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3.2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0 264 3225 0 0,'7'-16'182'0'0,"0"1"-1"0"0,1-1 1 0 0,1 1 0 0 0,1 1 0 0 0,0 0 0 0 0,0 0-1 0 0,2 1 1 0 0,13-13 0 0 0,-6 9 639 0 0,1 0 0 0 0,1 1-1 0 0,1 2 1 0 0,0 0 0 0 0,25-11-1 0 0,-41 22-577 0 0,0 0 0 0 0,0 1 0 0 0,0 0-1 0 0,0 0 1 0 0,1 0 0 0 0,-1 1 0 0 0,1 0-1 0 0,-1 0 1 0 0,1 1 0 0 0,-1 0 0 0 0,1 0-1 0 0,-1 0 1 0 0,1 1 0 0 0,-1 0 0 0 0,1 0-1 0 0,-1 1 1 0 0,1 0 0 0 0,-1 0 0 0 0,0 0-1 0 0,0 1 1 0 0,0 0 0 0 0,0 0 0 0 0,-1 0-1 0 0,1 1 1 0 0,9 8 0 0 0,-11-8-173 0 0,-1 1 0 0 0,1 0-1 0 0,-1 0 1 0 0,0 0 0 0 0,0 0 0 0 0,0 0 0 0 0,-1 1 0 0 0,1-1 0 0 0,-2 1 0 0 0,1 0 0 0 0,0 0-1 0 0,-1-1 1 0 0,0 1 0 0 0,-1 0 0 0 0,1 0 0 0 0,-1 0 0 0 0,0 0 0 0 0,-1 0 0 0 0,1 0 0 0 0,-1 0-1 0 0,-3 9 1 0 0,-2 10-3 0 0,0-1-1 0 0,-2 0 0 0 0,-19 39 1 0 0,5-23 308 0 0,-2-1 0 0 0,-1 0 1 0 0,-61 68-1 0 0,18-23 1569 0 0,68-84-1920 0 0,-1 1 0 0 0,0 0 0 0 0,0 0 1 0 0,1 0-1 0 0,-1-1 0 0 0,0 1 0 0 0,1 0 1 0 0,-1 0-1 0 0,1 0 0 0 0,-1 0 0 0 0,1 0 0 0 0,0 0 1 0 0,-1 0-1 0 0,1 0 0 0 0,0 0 0 0 0,0 1 1 0 0,0-1-1 0 0,0 0 0 0 0,0 0 0 0 0,0 0 1 0 0,0 0-1 0 0,0 0 0 0 0,0 0 0 0 0,1 2 1 0 0,-1-2 1 0 0,1 0 0 0 0,0 0 0 0 0,0 0 0 0 0,0 0 0 0 0,0-1 0 0 0,0 1 1 0 0,0 0-1 0 0,0-1 0 0 0,1 1 0 0 0,-1-1 0 0 0,0 1 0 0 0,0-1 0 0 0,0 1 0 0 0,1-1 0 0 0,-1 0 1 0 0,0 0-1 0 0,2 1 0 0 0,9-1 62 0 0,0 0 0 0 0,-1 0 0 0 0,18-3 0 0 0,-29 3-89 0 0,258-25 1095 0 0,-127 24-2177 0 0,-3 13-5284 0 0,-96-6-687 0 0</inkml:trace>
</inkml:ink>
</file>

<file path=ppt/ink/ink1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3.6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218 81 656 0 0,'-3'-6'1011'0'0,"-1"0"-1"0"0,1 0 0 0 0,-1 0 1 0 0,0 1-1 0 0,-1 0 1 0 0,1 0-1 0 0,-1 0 1 0 0,0 0-1 0 0,0 1 0 0 0,0-1 1 0 0,-1 1-1 0 0,0 1 1 0 0,-8-5-1 0 0,11 6-549 0 0,0 1-1 0 0,0 0 1 0 0,0 0 0 0 0,0 1-1 0 0,0-1 1 0 0,-1 0 0 0 0,1 1 0 0 0,0 0-1 0 0,0 0 1 0 0,0 0 0 0 0,-1 0-1 0 0,1 1 1 0 0,0-1 0 0 0,0 1-1 0 0,-6 1 1 0 0,5 0-484 0 0,1-1 0 0 0,-1 1 0 0 0,1 0 0 0 0,0 0 0 0 0,0 1 0 0 0,0-1 0 0 0,0 1 0 0 0,0-1 0 0 0,-4 6 0 0 0,1 0 39 0 0,0-1 0 0 0,1 1 0 0 0,0 1 0 0 0,0-1 0 0 0,1 1 0 0 0,0-1 0 0 0,1 1 0 0 0,0 0 0 0 0,0 0 0 0 0,-1 12 0 0 0,2-6 18 0 0,0 0 1 0 0,2 0-1 0 0,0 1 0 0 0,0-1 0 0 0,5 26 0 0 0,4 0 26 0 0,2-1 0 0 0,1-1 1 0 0,30 65-1 0 0,91 158-3090 0 0,-125-250 1603 0 0</inkml:trace>
</inkml:ink>
</file>

<file path=ppt/ink/ink1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3.8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107 349 1840 0 0,'-24'-25'374'0'0,"-27"-33"5274"0"0,47 53-4958 0 0,0-1 1 0 0,0 1-1 0 0,1-1 1 0 0,-1 0-1 0 0,1 0 1 0 0,1 0-1 0 0,-1 0 1 0 0,-2-11-1 0 0,5 15-508 0 0,0-1 0 0 0,0 0 0 0 0,1 0 0 0 0,-1 1 0 0 0,1-1 0 0 0,-1 0 0 0 0,1 1 0 0 0,0-1-1 0 0,0 1 1 0 0,0-1 0 0 0,0 1 0 0 0,0-1 0 0 0,0 1 0 0 0,1 0 0 0 0,-1-1 0 0 0,1 1 0 0 0,0 0 0 0 0,0 0-1 0 0,0 0 1 0 0,0 0 0 0 0,0 1 0 0 0,3-3 0 0 0,8-6 155 0 0,0 2 0 0 0,24-13 0 0 0,-24 14-269 0 0,164-80-726 0 0,-145 74-267 0 0</inkml:trace>
</inkml:ink>
</file>

<file path=ppt/ink/ink1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4.07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79 10594 0 0,'0'1'29'0'0,"-1"-1"0"0"0,1 0 1 0 0,0 0-1 0 0,-1 0 0 0 0,1 0 0 0 0,0 1 0 0 0,-1-1 0 0 0,1 0 0 0 0,0 0 0 0 0,0 0 0 0 0,-1 0 0 0 0,1 0 1 0 0,0 0-1 0 0,-1 0 0 0 0,1 0 0 0 0,0 0 0 0 0,-1 0 0 0 0,1 0 0 0 0,0 0 0 0 0,-1 0 0 0 0,1-1 1 0 0,0 1-1 0 0,-1 0 0 0 0,1 0 0 0 0,0 0 0 0 0,-1 0 0 0 0,1 0 0 0 0,0-1 0 0 0,0 1 0 0 0,-1 0 0 0 0,1 0 1 0 0,0-1-1 0 0,0 1 0 0 0,-1 0 0 0 0,1 0 0 0 0,0-1 0 0 0,0 1 0 0 0,0 0 0 0 0,0 0 0 0 0,-1-1 0 0 0,1 1 1 0 0,0-1-1 0 0,12-10-33 0 0,1 1 227 0 0,-6 4-587 0 0,0 0 0 0 0,0 1 0 0 0,1 0 0 0 0,-1 0 0 0 0,1 0 0 0 0,0 1 0 0 0,0 1 1 0 0,1-1-1 0 0,-1 1 0 0 0,1 1 0 0 0,12-3 0 0 0,-15 5 364 0 0</inkml:trace>
</inkml:ink>
</file>

<file path=ppt/ink/ink1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4.2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57 8754 0 0,'0'26'4262'0'0,"0"-26"-4136"0"0,1 0 1 0 0,-1 0-1 0 0,0 0 0 0 0,1 1 1 0 0,-1-1-1 0 0,0 0 1 0 0,1 0-1 0 0,0 0 1 0 0,2 0 250 0 0,1-1 1 0 0,-1 0-1 0 0,0 1 1 0 0,1-1 0 0 0,-1 0-1 0 0,0-1 1 0 0,1 1-1 0 0,2-2 1 0 0,20-11-1659 0 0,45-29 1 0 0,-48 27 1252 0 0</inkml:trace>
</inkml:ink>
</file>

<file path=ppt/ink/ink1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4.8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308 77 10594 0 0,'-4'-6'297'0'0,"0"1"-1"0"0,0 0 1 0 0,0 0-1 0 0,0 0 1 0 0,-1 0 0 0 0,0 0-1 0 0,0 1 1 0 0,0 0-1 0 0,0 0 1 0 0,-1 0-1 0 0,0 1 1 0 0,0 0-1 0 0,0 0 1 0 0,0 1 0 0 0,0-1-1 0 0,0 1 1 0 0,-1 0-1 0 0,-12-1 1 0 0,13 2-127 0 0,0 0 1 0 0,0 0 0 0 0,0 1-1 0 0,0-1 1 0 0,0 1 0 0 0,0 1-1 0 0,0 0 1 0 0,0-1 0 0 0,0 2-1 0 0,0-1 1 0 0,0 1-1 0 0,1 0 1 0 0,-1 0 0 0 0,0 0-1 0 0,1 1 1 0 0,0 0 0 0 0,-1 0-1 0 0,1 0 1 0 0,0 1 0 0 0,-8 8-1 0 0,5-2-81 0 0,0 1 1 0 0,1 1-1 0 0,1-1 0 0 0,0 1 0 0 0,0 1 0 0 0,1-1 0 0 0,1 1 0 0 0,0-1 1 0 0,1 1-1 0 0,0 0 0 0 0,1 1 0 0 0,-1 17 0 0 0,1 9-14 0 0,2 0 0 0 0,9 73 1 0 0,0-52 76 0 0,2 0 0 0 0,33 101 0 0 0,-29-123-329 0 0,1 0 0 0 0,1-1 0 0 0,3-1 0 0 0,46 67 0 0 0,-23-40-2783 0 0,-36-49 907 0 0</inkml:trace>
</inkml:ink>
</file>

<file path=ppt/ink/ink1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5.0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7 229 5529 0 0,'-1'-3'210'0'0,"0"0"0"0"0,0 0 1 0 0,0 0-1 0 0,0 0 0 0 0,0 0 0 0 0,1 0 0 0 0,-1-1 0 0 0,1 1 1 0 0,0 0-1 0 0,0 0 0 0 0,0 0 0 0 0,1 0 0 0 0,-1 0 0 0 0,1 0 0 0 0,-1 0 1 0 0,1 0-1 0 0,0 0 0 0 0,0 0 0 0 0,0 0 0 0 0,1 0 0 0 0,-1 0 0 0 0,1 0 1 0 0,0 1-1 0 0,-1-1 0 0 0,5-4 0 0 0,4-5 512 0 0,-1 1 1 0 0,2 0-1 0 0,-1 0 0 0 0,15-10 0 0 0,-12 11-600 0 0,2 0-1 0 0,-1 0 1 0 0,1 1-1 0 0,1 1 0 0 0,0 1 1 0 0,0 0-1 0 0,25-6 0 0 0,-14 6-5678 0 0</inkml:trace>
</inkml:ink>
</file>

<file path=ppt/ink/ink1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5.3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0 341 8290 0 0,'2'2'2870'0'0,"-2"-2"-2815"0"0,13-4 2281 0 0,14-9 782 0 0,-9-1-2399 0 0,0-2 0 0 0,-2 0 0 0 0,0-1 0 0 0,0 0 0 0 0,13-22 0 0 0,-21 28-789 0 0,-1-1 0 0 0,0-1 0 0 0,0 1 1 0 0,-1-1-1 0 0,0 0 0 0 0,-2-1 0 0 0,1 1 0 0 0,-2-1 0 0 0,4-21 0 0 0,-7 33 46 0 0,1 0-1 0 0,-1 0 1 0 0,0 0-1 0 0,0 0 1 0 0,0 0-1 0 0,0 0 1 0 0,-1 0-1 0 0,1 0 1 0 0,0 0 0 0 0,-1 0-1 0 0,1 0 1 0 0,-1 0-1 0 0,0 0 1 0 0,0 0-1 0 0,1 1 1 0 0,-1-1-1 0 0,-1 0 1 0 0,1 0-1 0 0,0 1 1 0 0,0-1-1 0 0,-1 1 1 0 0,1-1-1 0 0,0 1 1 0 0,-1-1-1 0 0,0 1 1 0 0,1 0-1 0 0,-1 0 1 0 0,0 0-1 0 0,1 0 1 0 0,-1 0-1 0 0,0 0 1 0 0,0 0-1 0 0,0 1 1 0 0,0-1 0 0 0,-4 0-1 0 0,3 1 1 0 0,0 0 0 0 0,-1 0 0 0 0,1 0 0 0 0,0 0 0 0 0,0 0 0 0 0,0 1 0 0 0,-1-1 0 0 0,1 1 0 0 0,0 0 0 0 0,0 0 1 0 0,0 0-1 0 0,0 1 0 0 0,0-1 0 0 0,1 1 0 0 0,-1-1 0 0 0,0 1 0 0 0,1 0 0 0 0,-1 0 0 0 0,1 0 0 0 0,-1 1 0 0 0,1-1 0 0 0,-3 4 0 0 0,0 2 39 0 0,1-1 1 0 0,-1 1-1 0 0,1 0 0 0 0,1 0 0 0 0,-1 0 1 0 0,1 1-1 0 0,1-1 0 0 0,0 1 1 0 0,0-1-1 0 0,1 1 0 0 0,0 0 0 0 0,0 0 1 0 0,1 0-1 0 0,0 10 0 0 0,1-14-122 0 0,0 0 0 0 0,0 0-1 0 0,0 0 1 0 0,0 0 0 0 0,1-1-1 0 0,0 1 1 0 0,-1 0 0 0 0,2-1-1 0 0,-1 1 1 0 0,1-1 0 0 0,-1 0-1 0 0,1 0 1 0 0,0 0 0 0 0,1 0-1 0 0,-1-1 1 0 0,1 1 0 0 0,-1-1-1 0 0,1 0 1 0 0,0 0 0 0 0,0 0-1 0 0,1-1 1 0 0,-1 1 0 0 0,0-1-1 0 0,1 0 1 0 0,0 0 0 0 0,7 2-1 0 0,9 0-5777 0 0</inkml:trace>
</inkml:ink>
</file>

<file path=ppt/ink/ink1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5.7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53 201 8290 0 0,'-2'4'920'0'0,"-1"-1"1"0"0,1 1-1 0 0,0-1 1 0 0,0 1-1 0 0,1-1 0 0 0,-1 15 4004 0 0,3-18-4810 0 0,15-6 1463 0 0,-3-1-1480 0 0,-1-2-1 0 0,0 1 1 0 0,-1-2-1 0 0,0 1 1 0 0,-1-2-1 0 0,19-21 1 0 0,-26 28-83 0 0,0 1-1 0 0,0-1 1 0 0,-1 0 0 0 0,1 0 0 0 0,-1 0-1 0 0,0 0 1 0 0,0-1 0 0 0,-1 1 0 0 0,1-1-1 0 0,-1 1 1 0 0,0-1 0 0 0,0 1 0 0 0,0-1-1 0 0,-1 0 1 0 0,1 1 0 0 0,-1-1 0 0 0,0 0 0 0 0,-1 1-1 0 0,1-1 1 0 0,-1 0 0 0 0,0 1 0 0 0,0-1-1 0 0,0 1 1 0 0,-1-1 0 0 0,-2-5 0 0 0,3 8-21 0 0,0 1 1 0 0,0-1-1 0 0,0 0 1 0 0,0 0 0 0 0,-1 1-1 0 0,1-1 1 0 0,0 1-1 0 0,-1-1 1 0 0,1 1-1 0 0,-1 0 1 0 0,0-1 0 0 0,1 1-1 0 0,-1 0 1 0 0,0 0-1 0 0,0 0 1 0 0,0 0 0 0 0,0 1-1 0 0,1-1 1 0 0,-1 0-1 0 0,0 1 1 0 0,0-1-1 0 0,-4 1 1 0 0,2 0-19 0 0,0 0 0 0 0,1 1 0 0 0,-1 0 0 0 0,1 0 0 0 0,-1 0 0 0 0,1 0 0 0 0,-1 0 0 0 0,1 1 0 0 0,0-1 0 0 0,0 1 0 0 0,0 0 0 0 0,-4 2 0 0 0,-1 3-27 0 0,0 0 0 0 0,0 0-1 0 0,0 0 1 0 0,1 1-1 0 0,1 0 1 0 0,-1 0-1 0 0,1 1 1 0 0,-6 10-1 0 0,10-15 14 0 0,0 0 0 0 0,1 0-1 0 0,-1 0 1 0 0,1 0-1 0 0,0 0 1 0 0,0 0-1 0 0,0 1 1 0 0,0-1 0 0 0,1 0-1 0 0,-1 0 1 0 0,1 1-1 0 0,0-1 1 0 0,1 0-1 0 0,-1 1 1 0 0,1-1 0 0 0,0 0-1 0 0,0 0 1 0 0,0 0-1 0 0,0 0 1 0 0,4 6 0 0 0,-3-6-29 0 0,1 0 0 0 0,1 0 1 0 0,-1 0-1 0 0,0 0 0 0 0,1 0 1 0 0,0-1-1 0 0,0 0 0 0 0,0 0 1 0 0,0 0-1 0 0,1 0 0 0 0,-1-1 1 0 0,1 1-1 0 0,0-1 1 0 0,-1 0-1 0 0,1 0 0 0 0,9 1 1 0 0,3 1-819 0 0,0-1 0 0 0,1-1 0 0 0,-1-1 0 0 0,24-1 1 0 0,-8-1-4351 0 0</inkml:trace>
</inkml:ink>
</file>

<file path=ppt/ink/ink1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6.2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223 376 456 0 0,'3'-19'149'0'0,"-3"17"254"0"0,-1 1-1 0 0,1-1 1 0 0,0 1-1 0 0,0 0 1 0 0,-1-1-1 0 0,1 1 1 0 0,-1-1-1 0 0,1 1 1 0 0,-1 0-1 0 0,1-1 1 0 0,-1 1-1 0 0,0 0 1 0 0,0 0-1 0 0,0 0 1 0 0,1 0-1 0 0,-1-1 1 0 0,0 1-1 0 0,0 0 1 0 0,-1 1-1 0 0,1-1 1 0 0,0 0-1 0 0,0 0 1 0 0,0 0-1 0 0,-1 1 1 0 0,1-1-1 0 0,0 0 1 0 0,-1 1-1 0 0,1 0 1 0 0,-2-1-1 0 0,-21 0 446 0 0,16 3-559 0 0,0 1 0 0 0,0 0-1 0 0,0 0 1 0 0,0 0 0 0 0,0 1 0 0 0,1 0-1 0 0,-1 1 1 0 0,1 0 0 0 0,1 0 0 0 0,-1 0 0 0 0,1 1-1 0 0,-9 9 1 0 0,6-6-76 0 0,1 2 1 0 0,-1-1-1 0 0,2 1 0 0 0,-1 0 0 0 0,2 1 1 0 0,-1 0-1 0 0,-5 15 0 0 0,11-25-197 0 0,1 1 0 0 0,-1-1 0 0 0,0 0 0 0 0,1 0 0 0 0,-1 0 1 0 0,1 1-1 0 0,0-1 0 0 0,0 0 0 0 0,0 1 0 0 0,0-1 0 0 0,0 0 0 0 0,1 0 0 0 0,-1 1 0 0 0,1-1 0 0 0,-1 0 0 0 0,3 4 0 0 0,-3-5-24 0 0,0-1-1 0 0,1 1 1 0 0,-1 0 0 0 0,1-1-1 0 0,-1 1 1 0 0,1-1-1 0 0,-1 1 1 0 0,1-1-1 0 0,-1 0 1 0 0,1 1-1 0 0,0-1 1 0 0,-1 1-1 0 0,1-1 1 0 0,-1 0-1 0 0,1 0 1 0 0,0 1-1 0 0,-1-1 1 0 0,1 0-1 0 0,0 0 1 0 0,0 0 0 0 0,0 0-1 0 0,1 0-38 0 0,0 0-1 0 0,-1 0 1 0 0,1 0 0 0 0,0-1-1 0 0,-1 1 1 0 0,1-1 0 0 0,-1 1 0 0 0,1-1-1 0 0,0 0 1 0 0,-1 0 0 0 0,1 0-1 0 0,1-1 1 0 0,7-5-353 0 0,0-1 0 0 0,-1 0-1 0 0,0 0 1 0 0,-1 0 0 0 0,0-1 0 0 0,0-1-1 0 0,-1 0 1 0 0,0 0 0 0 0,0 0 0 0 0,-1 0 0 0 0,-1-1-1 0 0,0 0 1 0 0,4-14 0 0 0,-4 10 527 0 0,-2 0 1 0 0,0 0 0 0 0,-1-1-1 0 0,0 1 1 0 0,-1-1-1 0 0,-1 1 1 0 0,0-1-1 0 0,-2 0 1 0 0,-4-26-1 0 0,3 26 471 0 0,-3-16 1246 0 0,-1 1 1 0 0,-1 0-1 0 0,-24-58 0 0 0,32 89-1829 0 0,0 0 0 0 0,0 0 0 0 0,0-1-1 0 0,0 1 1 0 0,0 0 0 0 0,0 0 0 0 0,0-1-1 0 0,0 1 1 0 0,0 0 0 0 0,0 0 0 0 0,0-1 0 0 0,0 1-1 0 0,0 0 1 0 0,0 0 0 0 0,-1-1 0 0 0,1 1-1 0 0,0 0 1 0 0,0 0 0 0 0,0-1 0 0 0,0 1-1 0 0,-1 0 1 0 0,1 0 0 0 0,0 0 0 0 0,0-1-1 0 0,0 1 1 0 0,-1 0 0 0 0,1 0 0 0 0,0 0-1 0 0,0 0 1 0 0,0 0 0 0 0,-1 0 0 0 0,1-1-1 0 0,0 1 1 0 0,0 0 0 0 0,-1 0 0 0 0,1 0-1 0 0,0 0 1 0 0,0 0 0 0 0,-1 0 0 0 0,1 0 0 0 0,0 0-1 0 0,-1 0 1 0 0,1 0 0 0 0,0 0 0 0 0,0 0-1 0 0,-1 0 1 0 0,1 0 0 0 0,0 0 0 0 0,0 1-1 0 0,-1-1 1 0 0,1 0 0 0 0,0 0 0 0 0,0 0-1 0 0,0 0 1 0 0,-1 0 0 0 0,1 0 0 0 0,0 1-1 0 0,-6 21 341 0 0,2 30-172 0 0,6-18-149 0 0,1-1-1 0 0,2 0 1 0 0,1 0-1 0 0,1 0 1 0 0,2 0-1 0 0,2-1 1 0 0,0-1 0 0 0,19 35-1 0 0,-11-30-1303 0 0,39 54 0 0 0,-41-68-6398 0 0</inkml:trace>
</inkml:ink>
</file>

<file path=ppt/ink/ink1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6.6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0 7834 0 0,'-6'6'10282'0'0,"6"-5"-10080"0"0,1 23 3033 0 0,13 40-4553 0 0,-11-49 2464 0 0,4 15-1002 0 0,1-1 1 0 0,1 1 0 0 0,2-2 0 0 0,1 1 0 0 0,29 49-1 0 0,-35-68-112 0 0,1 1-1 0 0,0-1 0 0 0,0-1 1 0 0,1 0-1 0 0,0 0 0 0 0,1 0 1 0 0,0-1-1 0 0,0 0 0 0 0,1-1 0 0 0,0 0 1 0 0,0 0-1 0 0,0-1 0 0 0,1-1 1 0 0,0 1-1 0 0,0-2 0 0 0,1 0 1 0 0,20 5-1 0 0,-29-8 2 0 0,1-1 1 0 0,-1 1-1 0 0,1-1 0 0 0,-1 0 1 0 0,1 0-1 0 0,0 0 0 0 0,-1-1 1 0 0,1 1-1 0 0,-1-1 0 0 0,1 0 1 0 0,-1 0-1 0 0,0 0 1 0 0,1 0-1 0 0,-1-1 0 0 0,0 1 1 0 0,0-1-1 0 0,0 0 0 0 0,0 0 1 0 0,0 0-1 0 0,4-4 0 0 0,-4 2-38 0 0,1 0-1 0 0,-1 0 1 0 0,-1 0-1 0 0,1-1 1 0 0,-1 1-1 0 0,1-1 1 0 0,-1 0-1 0 0,-1 1 0 0 0,1-1 1 0 0,-1 0-1 0 0,0 0 1 0 0,0 0-1 0 0,1-9 1 0 0,-1-2-1268 0 0,-1 1-4072 0 0</inkml:trace>
</inkml:ink>
</file>

<file path=ppt/ink/ink1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7.0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316 18 5985 0 0,'-6'-3'314'0'0,"1"1"0"0"0,-1-1-1 0 0,0 1 1 0 0,1 0-1 0 0,-1 1 1 0 0,0-1 0 0 0,0 1-1 0 0,0 0 1 0 0,0 1 0 0 0,0 0-1 0 0,0-1 1 0 0,-1 2-1 0 0,1-1 1 0 0,0 1 0 0 0,0 0-1 0 0,0 0 1 0 0,-11 4-1 0 0,5-1 597 0 0,0 1 0 0 0,0 0 0 0 0,0 1-1 0 0,1 0 1 0 0,0 0 0 0 0,0 1-1 0 0,-15 14 1 0 0,13-10-241 0 0,0 2 0 0 0,2-1 0 0 0,-18 24 0 0 0,26-32-649 0 0,0 1 1 0 0,1-1-1 0 0,-1 0 1 0 0,1 1-1 0 0,0-1 1 0 0,0 1-1 0 0,0 0 1 0 0,1 0-1 0 0,-1 0 1 0 0,1 0 0 0 0,1 0-1 0 0,-1 0 1 0 0,1 0-1 0 0,-1 0 1 0 0,1 0-1 0 0,2 10 1 0 0,-2-13-98 0 0,1 0 0 0 0,0 0 0 0 0,0 0-1 0 0,0 0 1 0 0,0 1 0 0 0,0-1 0 0 0,0 0 0 0 0,0-1 0 0 0,1 1 0 0 0,-1 0 0 0 0,0 0 0 0 0,1 0 0 0 0,0-1 0 0 0,-1 1 0 0 0,1-1 0 0 0,0 0 0 0 0,0 1 0 0 0,0-1 0 0 0,0 0 0 0 0,0 0 0 0 0,0 0 0 0 0,0 0 0 0 0,1 0 0 0 0,-1-1-1 0 0,0 1 1 0 0,0-1 0 0 0,1 1 0 0 0,-1-1 0 0 0,0 0 0 0 0,0 0 0 0 0,1 0 0 0 0,-1 0 0 0 0,0 0 0 0 0,1-1 0 0 0,-1 1 0 0 0,0-1 0 0 0,4-1 0 0 0,4 0-368 0 0,-1-1-1 0 0,0-1 1 0 0,0 1 0 0 0,0-1 0 0 0,0-1 0 0 0,-1 0 0 0 0,12-9-1 0 0,-12 8 363 0 0,0-1 0 0 0,-1 0 1 0 0,0 0-1 0 0,0-1 0 0 0,0 0 0 0 0,-1 0 0 0 0,5-11 0 0 0,15-32 6839 0 0,-21 82-6258 0 0,-4-18-431 0 0,0-1-1 0 0,0 1 1 0 0,6 21-1 0 0,-5-29-175 0 0,0 0 0 0 0,0 0 0 0 0,0 0 0 0 0,1-1 0 0 0,0 1 0 0 0,-1 0 0 0 0,2-1-1 0 0,-1 0 1 0 0,0 1 0 0 0,1-1 0 0 0,6 5 0 0 0,9 5-1022 0 0</inkml:trace>
</inkml:ink>
</file>

<file path=ppt/ink/ink1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7.3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158 48 3225 0 0,'-1'-2'396'0'0,"0"-1"0"0"0,0 1 0 0 0,0-1 0 0 0,0 1 0 0 0,0-1 0 0 0,0 1 0 0 0,-1 0 0 0 0,1-1 0 0 0,-1 1 1 0 0,0 0-1 0 0,0 0 0 0 0,0 0 0 0 0,0 0 0 0 0,0 1 0 0 0,0-1 0 0 0,0 0 0 0 0,0 1 0 0 0,-1 0 0 0 0,1-1 0 0 0,-1 1 1 0 0,1 0-1 0 0,-1 0 0 0 0,1 0 0 0 0,-1 1 0 0 0,0-1 0 0 0,1 1 0 0 0,-1-1 0 0 0,0 1 0 0 0,1 0 0 0 0,-6 0 0 0 0,4 0-59 0 0,0 1 1 0 0,0-1-1 0 0,1 1 0 0 0,-1 0 0 0 0,0 0 0 0 0,0 0 0 0 0,0 0 0 0 0,1 0 0 0 0,-1 1 0 0 0,0 0 0 0 0,1 0 0 0 0,0 0 1 0 0,-1 0-1 0 0,1 0 0 0 0,0 1 0 0 0,0 0 0 0 0,0-1 0 0 0,1 1 0 0 0,-1 0 0 0 0,-3 6 0 0 0,4-6-275 0 0,-1 1 0 0 0,2 0 0 0 0,-1 0 1 0 0,0 0-1 0 0,1 0 0 0 0,0 0 0 0 0,0 0 0 0 0,0 0 0 0 0,0 1 0 0 0,1-1 0 0 0,-1 0 0 0 0,1 1 0 0 0,0-1 0 0 0,0 0 1 0 0,1 0-1 0 0,0 1 0 0 0,-1-1 0 0 0,1 0 0 0 0,1 0 0 0 0,-1 0 0 0 0,0 0 0 0 0,4 6 0 0 0,-3-6-184 0 0,1 1 1 0 0,0-1-1 0 0,1 0 0 0 0,-1 0 1 0 0,0 0-1 0 0,1-1 0 0 0,7 6 0 0 0,-5-5-918 0 0,0 0-1 0 0,0 0 1 0 0,0-1-1 0 0,0 0 0 0 0,13 4 1 0 0,0-2-6183 0 0</inkml:trace>
</inkml:ink>
</file>

<file path=ppt/ink/ink1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8.0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102 81 5065 0 0,'-3'-2'730'0'0,"-1"1"-1"0"0,1 0 1 0 0,-1 0-1 0 0,1 0 1 0 0,-1 1 0 0 0,0-1-1 0 0,1 1 1 0 0,-1 0-1 0 0,1 0 1 0 0,-1 0 0 0 0,-4 1-1 0 0,-8-1 1694 0 0,-6 2 983 0 0,22-2-3351 0 0,0 0-1 0 0,0 0 1 0 0,0 0-1 0 0,1 0 1 0 0,-1 0-1 0 0,0 0 0 0 0,0 1 1 0 0,0-1-1 0 0,0 0 1 0 0,1 0-1 0 0,-1 0 1 0 0,0 0-1 0 0,0 1 1 0 0,0-1-1 0 0,0 0 1 0 0,0 0-1 0 0,0 1 1 0 0,0-1-1 0 0,0 0 1 0 0,0 0-1 0 0,0 0 0 0 0,0 1 1 0 0,1-1-1 0 0,-1 0 1 0 0,0 0-1 0 0,0 0 1 0 0,-1 1-1 0 0,1-1 1 0 0,0 0-1 0 0,0 0 1 0 0,0 1-1 0 0,0-1 1 0 0,0 0-1 0 0,0 0 1 0 0,0 0-1 0 0,0 1 0 0 0,0-1 1 0 0,0 0-1 0 0,0 0 1 0 0,-1 0-1 0 0,1 0 1 0 0,0 1-1 0 0,0-1 1 0 0,0 0-1 0 0,0 0 1 0 0,-1 0-1 0 0,0 1 598 0 0,18 12-535 0 0,-2 1-90 0 0,-13-12-884 0 0,-3-22-7970 0 0,2 18 8701 0 0,0 1-1 0 0,1-3 1 0 0,-1 3 118 0 0,0 0 0 0 0,-1 0 0 0 0,1 0 0 0 0,0 0 0 0 0,-1 0 0 0 0,1 0-1 0 0,-1 0 1 0 0,1 0 0 0 0,-1 0 0 0 0,0 0 0 0 0,1 0 0 0 0,-1 0 0 0 0,0 0 0 0 0,0 0 0 0 0,0-1 0 0 0,1 1 0 0 0,-1 0 0 0 0,-1 0 0 0 0,1 0 0 0 0,0 0 0 0 0,0 0 0 0 0,0 0 0 0 0,0 0 0 0 0,-1-1 0 0 0,1 1 0 0 0,-1 0-1 0 0,1 0 1 0 0,-1 0 0 0 0,1 0 0 0 0,-1 0 0 0 0,1 0 0 0 0,-1 1 0 0 0,0-1 0 0 0,0 0 0 0 0,0-1 0 0 0,-51-48 8682 0 0,64 190-6803 0 0,-9-92-1808 0 0,25 225 134 0 0,-22-242-217 0 0,1 1 0 0 0,2-1 0 0 0,1 0 0 0 0,2-1 0 0 0,1-1 0 0 0,24 43 0 0 0,-7-23-827 0 0,-18-27-26 0 0</inkml:trace>
</inkml:ink>
</file>

<file path=ppt/ink/ink1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8.2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286 52 920 0 0,'1'-3'-414'0'0,"1"0"698"0"0,0 0 0 0 0,0 0 0 0 0,-1 0 0 0 0,0 0-1 0 0,0-1 1 0 0,0 1 0 0 0,0 0 0 0 0,1-7 0 0 0,-2 9-101 0 0,0 1 1 0 0,0-1-1 0 0,-1 1 1 0 0,1-1-1 0 0,0 1 1 0 0,-4-6 2201 0 0,4 6-2201 0 0,-1 0-1 0 0,1-1 1 0 0,-1 1-1 0 0,0-1 1 0 0,-23-1 3975 0 0,12 3-3530 0 0,0 1 1 0 0,0 0 0 0 0,0 1-1 0 0,0 1 1 0 0,1-1 0 0 0,-1 2-1 0 0,1 0 1 0 0,0 0 0 0 0,-16 11-1 0 0,6-2 73 0 0,1 1 0 0 0,1 1 0 0 0,-30 30 0 0 0,47-44-626 0 0,-1 1 0 0 0,1-1-1 0 0,0 1 1 0 0,0-1 0 0 0,0 1-1 0 0,0 0 1 0 0,0 0 0 0 0,1 0-1 0 0,-1 0 1 0 0,1 0-1 0 0,0 0 1 0 0,0 0 0 0 0,0 0-1 0 0,0 1 1 0 0,0-1 0 0 0,1 0-1 0 0,0 1 1 0 0,-1-1 0 0 0,1 4-1 0 0,1-5-44 0 0,0 1 0 0 0,0 0-1 0 0,0-1 1 0 0,1 1 0 0 0,-1-1 0 0 0,0 1 0 0 0,1-1-1 0 0,0 0 1 0 0,-1 1 0 0 0,1-1 0 0 0,0 0-1 0 0,0 0 1 0 0,0 0 0 0 0,0-1 0 0 0,1 1 0 0 0,-1 0-1 0 0,1-1 1 0 0,-1 0 0 0 0,1 1 0 0 0,-1-1-1 0 0,1 0 1 0 0,4 1 0 0 0,11 4 33 0 0,0-1 1 0 0,0-1-1 0 0,1 0 1 0 0,-1-2-1 0 0,33 2 0 0 0,94-11-2117 0 0,-136 6 1679 0 0,18-1-7155 0 0</inkml:trace>
</inkml:ink>
</file>

<file path=ppt/ink/ink1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8.4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1 11522 0 0,'-1'3'513'0'0,"1"-2"95"0"0,0 1-480 0 0,0-1-128 0 0,1-1 0 0 0,1 0 0 0 0,-1 0 0 0 0,1 0-104 0 0,1 2 16 0 0,1-2 8 0 0,0 0 80 0 0</inkml:trace>
</inkml:ink>
</file>

<file path=ppt/ink/ink1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45.37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0 317 4145 0 0,'261'-165'5232'0'0,"-206"131"-3754"0"0,60-27 0 0 0,-90 50-1673 0 0,0 1 0 0 0,1 1 0 0 0,0 1 0 0 0,1 1 0 0 0,29-4-1 0 0,-39 10-2592 0 0,-1 2-825 0 0</inkml:trace>
</inkml:ink>
</file>

<file path=ppt/ink/ink1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46.48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32 7 1840 0 0,'-17'-7'12123'0'0,"14"13"-12034"0"0,1-1-1 0 0,0 0 1 0 0,0 0-1 0 0,1 1 1 0 0,-1-1-1 0 0,1 1 1 0 0,0 0-1 0 0,1-1 1 0 0,-1 1 0 0 0,1 0-1 0 0,0-1 1 0 0,1 1-1 0 0,-1 0 1 0 0,2 5-1 0 0,50 259 614 0 0,-39-209-644 0 0,21 65 14 0 0,5 31-16 0 0,5 28 62 0 0,-41-168-90 0 0,-2 0-1 0 0,0 0 1 0 0,-2 0 0 0 0,0 0-1 0 0,-3 19 1 0 0,2-19 12 0 0,0-1-1 0 0,1 1 0 0 0,1 0 1 0 0,0 0-1 0 0,4 18 1 0 0,-3-31-35 0 0,0 0 1 0 0,0-1 0 0 0,1 1-1 0 0,-1-1 1 0 0,1 0 0 0 0,0 1 0 0 0,0-1-1 0 0,0 0 1 0 0,4 3 0 0 0,-4-3 33 0 0,1 0 1 0 0,-1 1-1 0 0,0-1 0 0 0,0 0 1 0 0,0 1-1 0 0,0-1 1 0 0,-1 1-1 0 0,2 3 1 0 0,-3-4-18 0 0,1 0 0 0 0,-1 0 1 0 0,1 0-1 0 0,0-1 0 0 0,0 1 1 0 0,0 0-1 0 0,0-1 0 0 0,1 1 0 0 0,-1 0 1 0 0,1-1-1 0 0,0 0 0 0 0,-1 1 1 0 0,1-1-1 0 0,0 0 0 0 0,0 0 1 0 0,0 0-1 0 0,1 0 0 0 0,-1 0 1 0 0,0-1-1 0 0,1 1 0 0 0,-1-1 0 0 0,1 1 1 0 0,0-1-1 0 0,-1 0 0 0 0,1 0 1 0 0,0 0-1 0 0,0 0 0 0 0,-1-1 1 0 0,1 1-1 0 0,0-1 0 0 0,0 0 1 0 0,5 0-1 0 0,116 13 103 0 0,-63-5-5 0 0,0-3-1 0 0,85-3 1 0 0,-91-9 187 0 0,86-21 0 0 0,-57 9-124 0 0,-81 19-209 0 0,-1-1-1 0 0,1 1 1 0 0,-1 0-1 0 0,1 0 0 0 0,0 0 1 0 0,-1 0-1 0 0,1 0 1 0 0,-1 1-1 0 0,1-1 1 0 0,0 1-1 0 0,-1-1 0 0 0,1 1 1 0 0,-1 0-1 0 0,0 0 1 0 0,1 0-1 0 0,-1 0 0 0 0,0 1 1 0 0,1-1-1 0 0,-1 1 1 0 0,0-1-1 0 0,0 1 0 0 0,0 0 1 0 0,0 0-1 0 0,-1 0 1 0 0,1 0-1 0 0,1 2 1 0 0,4 3-794 0 0</inkml:trace>
</inkml:ink>
</file>

<file path=ppt/ink/ink1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48.90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297 31 2304 0 0,'-17'-5'1408'0'0,"-1"1"0"0"0,1 1 0 0 0,0 0 0 0 0,-37 0 1528 0 0,57 3-2027 0 0,14-1-355 0 0,11 0-590 0 0,17-3 447 0 0,1 2 1 0 0,0 1 0 0 0,47 7 0 0 0,-76-5-307 0 0,1-1 0 0 0,33-5 0 0 0,12-1 437 0 0,-67 8-380 0 0,1 0 0 0 0,-1-1 0 0 0,1 1 0 0 0,0 0 0 0 0,0 1 0 0 0,-1-1 0 0 0,1 0 0 0 0,1 1 0 0 0,-1 0 0 0 0,0 0 0 0 0,1 0 0 0 0,-3 3 0 0 0,-3 3 125 0 0,4-4-247 0 0,1-1 0 0 0,0 0-1 0 0,0 1 1 0 0,1-1 0 0 0,-1 1 0 0 0,1 0 0 0 0,0 0 0 0 0,0 0 0 0 0,1 0 0 0 0,-2 9 0 0 0,-6 58 512 0 0,8-62-530 0 0,-2 89 56 0 0,4-1 1 0 0,16 113-1 0 0,8-55-78 0 0,0-9 0 0 0,-17-76 0 0 0,-3 0 0 0 0,-2 0 0 0 0,-12 114 0 0 0,7-172 8 0 0,0-6 6 0 0,1 0 1 0 0,0 0-1 0 0,1 0 1 0 0,-1 0-1 0 0,1 0 0 0 0,1 0 1 0 0,-1 0-1 0 0,1 0 1 0 0,0 0-1 0 0,1 0 1 0 0,3 10-1 0 0,-103-1 2888 0 0,26 7-2504 0 0,-103 47-1 0 0,51-18-586 0 0,33-15-3212 0 0,64-27-3456 0 0</inkml:trace>
</inkml:ink>
</file>

<file path=ppt/ink/ink1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53.63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57 166 1376 0 0,'0'-1'5'0'0,"-1"0"-1"0"0,1 0 0 0 0,-1 0 1 0 0,0-1-1 0 0,1 1 1 0 0,-1 0-1 0 0,0 0 1 0 0,0 0-1 0 0,0 0 0 0 0,0 0 1 0 0,0 0-1 0 0,0 0 1 0 0,0 1-1 0 0,0-1 0 0 0,0 0 1 0 0,0 0-1 0 0,0 1 1 0 0,0-1-1 0 0,-2 0 0 0 0,-25-8 20 0 0,18 7 104 0 0,11-2 209 0 0,20-8 691 0 0,37-9 512 0 0,26 8-612 0 0,0 3 0 0 0,125 1 1 0 0,-42 20 76 0 0,-101-5-496 0 0,70-2 1 0 0,222-31 959 0 0,117-2-256 0 0,-108 13-1064 0 0,0 0-195 0 0,355 35 86 0 0,-298-4-20 0 0,-115-6 29 0 0,-68 15-37 0 0,6-1-13 0 0,-135-18 79 0 0,311 28-92 0 0,-331-19 3 0 0,-13-3-208 0 0,135 37 1 0 0,-199-42-672 0 0,-1 0 1 0 0,1 1 0 0 0,22 15 0 0 0,-26-14-670 0 0,8 3-1359 0 0</inkml:trace>
</inkml:ink>
</file>

<file path=ppt/ink/ink1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55.30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32 1840 0 0,'1'-2'170'0'0,"-1"0"-1"0"0,1 1 1 0 0,0-1-1 0 0,0 0 1 0 0,0 1-1 0 0,0-1 1 0 0,0 0-1 0 0,0 1 1 0 0,0-1-1 0 0,0 1 1 0 0,1 0-1 0 0,-1-1 0 0 0,0 1 1 0 0,1 0-1 0 0,-1 0 1 0 0,1 0-1 0 0,0 0 1 0 0,-1 0-1 0 0,1 0 1 0 0,0 1-1 0 0,-1-1 1 0 0,1 0-1 0 0,0 1 1 0 0,0-1-1 0 0,0 1 0 0 0,0 0 1 0 0,2 0-1 0 0,8 0 26 0 0,1 0 0 0 0,0 1 0 0 0,-1 1 0 0 0,1 0-1 0 0,0 1 1 0 0,-1 0 0 0 0,14 6 0 0 0,38 8 124 0 0,39-4-275 0 0,121 1 1 0 0,13 0 36 0 0,-190-8 13 0 0,1 1-1 0 0,88 28 1 0 0,-87-21-76 0 0,1-1 1 0 0,73 8 0 0 0,105-1 45 0 0,-44-5-40 0 0,-14 7 190 0 0,157 11 403 0 0,-260-28-538 0 0,-1 4 1 0 0,1 2 0 0 0,86 27-1 0 0,108 19 44 0 0,220-20 16 0 0,-402-35-72 0 0,-40 0 30 0 0,0-2 1 0 0,49-5 0 0 0,0-8 82 0 0,226-36 1334 0 0,-251 41-1508 0 0,0 2 0 0 0,0 3-1 0 0,113 10 1 0 0,-128-4 24 0 0,-12-3 152 0 0,-1-2 1 0 0,1-1-1 0 0,54-13 0 0 0,-19 4 391 0 0,-16 5-172 0 0,78 1 0 0 0,-132 6-390 0 0,0 0 0 0 0,1 1 0 0 0,-1-1 0 0 0,0 0-1 0 0,0 1 1 0 0,0-1 0 0 0,0 1 0 0 0,0-1 0 0 0,0 1-1 0 0,0-1 1 0 0,0 1 0 0 0,0 0 0 0 0,0 0 0 0 0,-1-1-1 0 0,1 1 1 0 0,0 0 0 0 0,0 0 0 0 0,-1 0 0 0 0,1 0-1 0 0,1 2 1 0 0,0 3-11 0 0</inkml:trace>
</inkml:ink>
</file>

<file path=ppt/ink/ink1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3:52.70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392 111 1840 0 0,'-14'-37'3076'0'0,"-18"-36"0"0"0,13 123-2536 0 0,-29 118-658 0 0,7 3-1 0 0,-22 201 0 0 0,1 354-303 0 0,-22 406-1475 0 0,70-960 1589 0 0,-1 525 2663 0 0,17-635-1984 0 0,6 328-7 0 0,-8-359-3490 0 0</inkml:trace>
</inkml:ink>
</file>

<file path=ppt/ink/ink1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3:55.25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142 711 4145 0 0,'1'-1'19'0'0,"-1"0"0"0"0,0 0 1 0 0,0 0-1 0 0,1 0 0 0 0,-1 1 0 0 0,1-1 1 0 0,-1 0-1 0 0,1 0 0 0 0,-1 0 0 0 0,1 1 1 0 0,0-1-1 0 0,-1 0 0 0 0,1 1 0 0 0,0-1 1 0 0,-1 0-1 0 0,1 1 0 0 0,0-1 0 0 0,0 1 1 0 0,0-1-1 0 0,0 1 0 0 0,-1-1 0 0 0,1 1 1 0 0,0 0-1 0 0,2-1 0 0 0,29-7-96 0 0,-20 5 113 0 0,372-114 1044 0 0,-193 55 120 0 0,339-64 1 0 0,-72 68-192 0 0,-24 4-790 0 0,12 11 81 0 0,-198 26-279 0 0,316-33 203 0 0,-188 20-213 0 0,-174 17-11 0 0,-3 0 89 0 0,131-12-23 0 0,585-31 44 0 0,-604 42-27 0 0,-63 10-53 0 0,357 38 0 0 0,99 14 31 0 0,-146-13 85 0 0,-460-22-156 0 0,156 42 1 0 0,-67-12 209 0 0,-94-24 147 0 0,0 5-1 0 0,-2 3 1 0 0,-1 4-1 0 0,101 51 1 0 0,-153-64 108 0 0,-26-14-361 0 0,0 1 0 0 0,0 1-1 0 0,-1 0 1 0 0,1 1 0 0 0,-1 0-1 0 0,-1 1 1 0 0,1 0 0 0 0,-1 1-1 0 0,11 12 1 0 0,-19-19-37 0 0,0-1-1 0 0,0 0 1 0 0,0 1-1 0 0,0-1 1 0 0,0 0-1 0 0,0 0 1 0 0,0 0-1 0 0,0 0 1 0 0,1 0 0 0 0,-1 0-1 0 0,0-1 1 0 0,1 1-1 0 0,-1-1 1 0 0,0 0-1 0 0,1 0 1 0 0,-1 0-1 0 0,1 0 1 0 0,2 0 0 0 0,-2 0 3 0 0,1 0 1 0 0,0 0-1 0 0,-1 0 1 0 0,1 1-1 0 0,-1-1 1 0 0,1 1 0 0 0,-1 0-1 0 0,0 0 1 0 0,6 3-1 0 0,-4 0-28 0 0,0 0 0 0 0,0 0 0 0 0,0 0 0 0 0,-1 1 0 0 0,1 0 0 0 0,-1 0 1 0 0,0 0-1 0 0,-1 1 0 0 0,5 6 0 0 0,24 59 98 0 0,-19-39 67 0 0,15 38-108 0 0,-3 1 0 0 0,-3 2 0 0 0,-3 0 0 0 0,-4 1 0 0 0,9 106-1 0 0,-8 384-387 0 0,-13-172 265 0 0,15 102 34 0 0,14 271 0 0 0,-13 110-5 0 0,-13-289 2 0 0,-2-462 10 0 0,2 292 60 0 0,-2-220 1120 0 0,0-41-359 0 0,-4-155-823 0 0,0 1 0 0 0,0-1 0 0 0,0 0 0 0 0,0 0 0 0 0,0 0 0 0 0,0 0 0 0 0,0 1 0 0 0,0-1-1 0 0,0 0 1 0 0,0 0 0 0 0,0 0 0 0 0,0 1 0 0 0,0-1 0 0 0,-1 0 0 0 0,1 0 0 0 0,0 0 0 0 0,0 0 0 0 0,0 0 0 0 0,0 1 0 0 0,0-1 0 0 0,-1 0 0 0 0,1 0 0 0 0,0 0 0 0 0,0 0 0 0 0,0 0 0 0 0,0 0-1 0 0,-1 0 1 0 0,1 0 0 0 0,0 0 0 0 0,0 0 0 0 0,0 1 0 0 0,-1-1 0 0 0,1 0 0 0 0,0 0 0 0 0,0 0 0 0 0,0 0 0 0 0,-1 0 0 0 0,1 0 0 0 0,0-1 0 0 0,0 1 0 0 0,-1 0 0 0 0,-13-4 468 0 0,-15-10 369 0 0,27 13-813 0 0,-29-16-8 0 0,-1 2 0 0 0,0 2 0 0 0,-1 0 0 0 0,-1 3 0 0 0,1 0 0 0 0,-56-7 0 0 0,3 6-260 0 0,-409-41 231 0 0,303 39-263 0 0,-150-3-262 0 0,-334-10 149 0 0,157-26-125 0 0,461 45 466 0 0,-740-106-1105 0 0,581 73 1392 0 0,-118-19-98 0 0,-239-63-96 0 0,438 89-46 0 0,-73-20-21 0 0,-259-53-38 0 0,-521-78 55 0 0,874 159 6 0 0,-200-33 241 0 0,-302 9-116 0 0,25-16 4 0 0,510 53-110 0 0,-128-26 99 0 0,-264-83 0 0 0,22-6-460 0 0,415 118 645 0 0,-65-8 0 0 0,67 12-77 0 0,0-1 1 0 0,-42-13-1 0 0,63 11-320 0 0,15 5-107 0 0</inkml:trace>
</inkml:ink>
</file>

<file path=ppt/ink/ink1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21.72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41 167 3681 0 0,'-3'-9'379'0'0,"0"1"1"0"0,1-1-1 0 0,-1 0 0 0 0,2 0 1 0 0,-1 0-1 0 0,1 0 1 0 0,1-11-1 0 0,-1 11 238 0 0,1 0 0 0 0,-1 0 0 0 0,0 0-1 0 0,-1 1 1 0 0,0-1 0 0 0,-1 0 0 0 0,-9-14 4721 0 0,11 24-5252 0 0,-2 13 1681 0 0,3 19-859 0 0,115 822 1461 0 0,-110-827-2247 0 0,-1 0 1 0 0,0 30-1 0 0,-4-48-575 0 0,0 0-1 0 0,0-1 1 0 0,-1 1-1 0 0,-1 0 1 0 0,0-1-1 0 0,0 1 1 0 0,-1-1-1 0 0,0 0 1 0 0,-7 16-1 0 0</inkml:trace>
</inkml:ink>
</file>

<file path=ppt/ink/ink1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22.04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32 138 9218 0 0,'-2'0'55'0'0,"0"-1"0"0"0,1 0 0 0 0,-1 1 0 0 0,0-1 0 0 0,1 0 0 0 0,-1 0 0 0 0,0 0 0 0 0,1-1 0 0 0,0 1 0 0 0,-1 0 0 0 0,1 0 0 0 0,0-1 0 0 0,-1 1 0 0 0,1-1 0 0 0,0 1 0 0 0,0-1 0 0 0,0 0 0 0 0,0 1 0 0 0,1-1 0 0 0,-1 0 0 0 0,0 0 0 0 0,1 1 0 0 0,-1-1 0 0 0,1 0 0 0 0,-1 0 0 0 0,1 0 0 0 0,0 0 0 0 0,0 1 0 0 0,0-1 0 0 0,0 0 0 0 0,0 0 0 0 0,0 0 0 0 0,1 0 0 0 0,-1 0 0 0 0,1 0 0 0 0,-1 1 0 0 0,1-1 0 0 0,0 0 0 0 0,-1 0 0 0 0,1 1 0 0 0,0-1 0 0 0,0 1 0 0 0,0-1 0 0 0,1 0 0 0 0,-1 1 0 0 0,0 0 0 0 0,0-1 0 0 0,1 1 0 0 0,-1 0 0 0 0,1 0 0 0 0,-1 0 0 0 0,1 0 0 0 0,1-1 0 0 0,8-5 212 0 0,-1 1 1 0 0,1 1-1 0 0,-1 0 0 0 0,2 1 1 0 0,-1 0-1 0 0,0 0 0 0 0,19-3 1 0 0,84-7 928 0 0,-90 13-1144 0 0,-1 0-1 0 0,0 2 1 0 0,0 0-1 0 0,0 1 1 0 0,0 2-1 0 0,0 0 1 0 0,31 11-1 0 0,-42-11-428 0 0,-1 1 0 0 0,1 0 0 0 0,-1 1 0 0 0,-1 0 0 0 0,1 0 0 0 0,-1 1 0 0 0,0 0 0 0 0,0 1 0 0 0,-1 0 0 0 0,0 1 0 0 0,-1 0 0 0 0,1 0 0 0 0,-2 1 0 0 0,1 0 0 0 0,8 17 0 0 0,-5-4-3357 0 0</inkml:trace>
</inkml:ink>
</file>

<file path=ppt/ink/ink1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22.27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68 6913 0 0,'0'0'67'0'0,"0"0"0"0"0,0 0 0 0 0,-1 0 0 0 0,1 0 0 0 0,0 0-1 0 0,0 1 1 0 0,-1-1 0 0 0,1 0 0 0 0,0 0 0 0 0,0 0 0 0 0,-1 1-1 0 0,1-1 1 0 0,0 0 0 0 0,0 0 0 0 0,0 1 0 0 0,-1-1 0 0 0,1 0 0 0 0,0 0-1 0 0,0 1 1 0 0,0-1 0 0 0,0 0 0 0 0,0 1 0 0 0,0-1 0 0 0,0 0-1 0 0,0 1 1 0 0,0-1 0 0 0,0 0 0 0 0,0 1 0 0 0,0-1 0 0 0,0 0-1 0 0,0 0 1 0 0,0 1 0 0 0,0-1 0 0 0,0 0 0 0 0,0 1 0 0 0,0-1-1 0 0,0 0 1 0 0,0 1 0 0 0,0-1 0 0 0,1 0 0 0 0,-1 0 0 0 0,0 1-1 0 0,0-1 1 0 0,0 0 0 0 0,1 0 0 0 0,-1 1 0 0 0,0-1 0 0 0,0 0-1 0 0,1 0 1 0 0,-1 0 0 0 0,0 1 0 0 0,0-1 0 0 0,1 0 0 0 0,-1 0-1 0 0,0 0 1 0 0,0 0 0 0 0,1 0 0 0 0,-1 0 0 0 0,0 0 0 0 0,1 1-1 0 0,19 6 2177 0 0,3-9-1452 0 0,0-1-1 0 0,-1-1 0 0 0,1-2 1 0 0,-1 0-1 0 0,27-11 0 0 0,14-4-670 0 0,22-3-1646 0 0,-62 18 232 0 0</inkml:trace>
</inkml:ink>
</file>

<file path=ppt/ink/ink1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22.56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37 7 9218 0 0,'-3'-7'9891'0'0,"-5"21"-7850"0"0,-4 25-1930 0 0,5 19 134 0 0,3 0 1 0 0,2 0 0 0 0,9 90 0 0 0,-4-101-193 0 0,-2-17-52 0 0,4 46 67 0 0,-4-70-71 0 0,0 1-1 0 0,1 0 0 0 0,-1-1 0 0 0,2 1 0 0 0,-1-1 0 0 0,1 0 0 0 0,-1 0 0 0 0,7 9 0 0 0,-1-6-252 0 0,1-4-86 0 0</inkml:trace>
</inkml:ink>
</file>

<file path=ppt/ink/ink1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24.20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102 214 2304 0 0,'-1'0'61'0'0,"-9"1"363"0"0,0-1 0 0 0,0 0-1 0 0,1-1 1 0 0,-1 0 0 0 0,0-1 0 0 0,0 0 0 0 0,1 0 0 0 0,-12-5 0 0 0,21 7-396 0 0,0 0 1 0 0,0 0-1 0 0,0 0 1 0 0,0 0-1 0 0,0 0 1 0 0,0 0-1 0 0,0-1 0 0 0,0 1 1 0 0,0 0-1 0 0,0 0 1 0 0,-1 0-1 0 0,1 0 1 0 0,0 0-1 0 0,0 0 1 0 0,0 0-1 0 0,0 0 0 0 0,0 0 1 0 0,0 0-1 0 0,0-1 1 0 0,0 1-1 0 0,0 0 1 0 0,0 0-1 0 0,0 0 0 0 0,0 0 1 0 0,0 0-1 0 0,0 0 1 0 0,0 0-1 0 0,0 0 1 0 0,0-1-1 0 0,0 1 1 0 0,0 0-1 0 0,0 0 0 0 0,0 0 1 0 0,0 0-1 0 0,0 0 1 0 0,0 0-1 0 0,0 0 1 0 0,0 0-1 0 0,0-1 0 0 0,0 1 1 0 0,0 0-1 0 0,0 0 1 0 0,0 0-1 0 0,1 0 1 0 0,-1 0-1 0 0,0 0 1 0 0,0 0-1 0 0,0 0 0 0 0,0 0 1 0 0,0 0-1 0 0,0 0 1 0 0,0 0-1 0 0,0-1 1 0 0,0 1-1 0 0,0 0 0 0 0,1 0 1 0 0,9-5 876 0 0,10-2 135 0 0,426-77 5081 0 0,-58 36-4937 0 0,-202 28-839 0 0,-109 10-238 0 0,-12 0 158 0 0,0 4-1 0 0,0 2 1 0 0,68 5-1 0 0,-119 3-127 0 0,-14-4-154 0 0,0 0 0 0 0,0 0 0 0 0,1 0 0 0 0,-1 1-1 0 0,0-1 1 0 0,0 0 0 0 0,0 0 0 0 0,0 0 0 0 0,1 0 0 0 0,-1 1 0 0 0,0-1 0 0 0,0 0 0 0 0,0 0-1 0 0,0 0 1 0 0,0 1 0 0 0,0-1 0 0 0,1 0 0 0 0,-1 0 0 0 0,0 1 0 0 0,0-1 0 0 0,0 0 0 0 0,0 0 0 0 0,0 1-1 0 0,0-1 1 0 0,0 0 0 0 0,0 0 0 0 0,0 0 0 0 0,0 1 0 0 0,0-1 0 0 0,0 0 0 0 0,0 0 0 0 0,-1 1 0 0 0,1-1-1 0 0,0 0 1 0 0,0 0 0 0 0,0 1 0 0 0,0-1 0 0 0,0 0 0 0 0,0 0 0 0 0,0 0 0 0 0,-1 1 0 0 0,1-1-1 0 0,0 0 1 0 0,0 0 0 0 0,0 0 0 0 0,-1 0 0 0 0,1 0 0 0 0,0 1 0 0 0</inkml:trace>
</inkml:ink>
</file>

<file path=ppt/ink/ink1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24.8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132 18 6913 0 0,'-6'-3'341'0'0,"0"1"0"0"0,0-1 0 0 0,-1 1-1 0 0,1 0 1 0 0,-8-1 0 0 0,2 1 2537 0 0,31 6-852 0 0,-17-4-1773 0 0,2 2 3 0 0,12 8-51 0 0,-1 0 1 0 0,0 1-1 0 0,0 1 0 0 0,-1 0 0 0 0,0 1 1 0 0,-1 0-1 0 0,15 21 0 0 0,-7-11-209 0 0,-10-12 33 0 0,0 0 0 0 0,2-1 0 0 0,-1-1 1 0 0,21 12-1 0 0,-16-10 50 0 0,29 23 0 0 0,-24-15-126 0 0,-4-3 35 0 0,1 0-1 0 0,-2 1 0 0 0,0 1 1 0 0,18 26-1 0 0,-32-40 40 0 0,0 1 0 0 0,0 0 0 0 0,0 0 0 0 0,-1 0 0 0 0,0 0-1 0 0,0 0 1 0 0,0 1 0 0 0,0-1 0 0 0,-1 1 0 0 0,0-1 0 0 0,0 1 0 0 0,-1-1 0 0 0,1 1 0 0 0,-1 0 0 0 0,0-1-1 0 0,-1 1 1 0 0,0-1 0 0 0,1 1 0 0 0,-2 0 0 0 0,1-1 0 0 0,-1 0 0 0 0,1 1 0 0 0,-2-1 0 0 0,-2 7 0 0 0,2-8 96 0 0,-1 1 1 0 0,1-1 0 0 0,-1 1 0 0 0,0-1 0 0 0,0 0 0 0 0,0 0 0 0 0,0-1 0 0 0,-1 0-1 0 0,1 1 1 0 0,-8 2 0 0 0,-56 26 935 0 0,33-17-486 0 0,-14 10 110 0 0,2 1 1 0 0,1 3 0 0 0,-50 39 0 0 0,77-51-643 0 0,0 1 0 0 0,-16 21 0 0 0,-6 6-55 0 0,20-20 200 0 0,21-24-301 0 0,-1 0 0 0 0,1 0 0 0 0,-1-1-1 0 0,1 1 1 0 0,-1 0 0 0 0,1 0 0 0 0,-1 0 0 0 0,1 0 0 0 0,0 0 0 0 0,0 0 0 0 0,0 0 0 0 0,-1 0 0 0 0,1 0-1 0 0,0 0 1 0 0,0 0 0 0 0,0 0 0 0 0,0 0 0 0 0,0 0 0 0 0,1 0 0 0 0,-1 0 0 0 0,0 0 0 0 0,0 0 0 0 0,1-1-1 0 0,-1 1 1 0 0,1 0 0 0 0,-1 0 0 0 0,0 0 0 0 0,1 0 0 0 0,0 1 0 0 0</inkml:trace>
</inkml:ink>
</file>

<file path=ppt/ink/ink1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26.50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248 82 6913 0 0,'-30'2'1186'0'0,"1"2"-1"0"0,-1 1 1 0 0,0 1-1 0 0,-28 10 1 0 0,41-11-415 0 0,-37 12 2341 0 0,106-43-656 0 0,-6 10-2403 0 0,2-1 102 0 0,2 1 0 0 0,0 3 0 0 0,81-11-1 0 0,395 2 22 0 0,-448 22 83 0 0,-14-2 91 0 0,0 3 0 0 0,82 12 0 0 0,-136-11-341 0 0,25 4-26 0 0,0-1 0 0 0,38 1 0 0 0,-66-4-1736 0 0</inkml:trace>
</inkml:ink>
</file>

<file path=ppt/ink/ink1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26.99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149 72 1376 0 0,'-18'-7'1816'0'0,"1"-1"0"0"0,-23-13-1 0 0,24 12 801 0 0,-1 0 0 0 0,-24-8 0 0 0,54 31 2133 0 0,13 8-4962 0 0,76 33 257 0 0,14 9 25 0 0,-104-56-64 0 0,-1 0-1 0 0,0 1 1 0 0,0 0-1 0 0,-1 1 1 0 0,0 0-1 0 0,-1 1 1 0 0,10 12-1 0 0,-18-21 17 0 0,-1 0 1 0 0,1 0-1 0 0,0 1 0 0 0,-1-1 1 0 0,1 0-1 0 0,-1 0 0 0 0,1 0 0 0 0,-1 0 1 0 0,0 1-1 0 0,0-1 0 0 0,0 0 0 0 0,0 0 1 0 0,-1 0-1 0 0,1 0 0 0 0,0 1 1 0 0,-1-1-1 0 0,0 0 0 0 0,1 0 0 0 0,-1 0 1 0 0,0 0-1 0 0,0 0 0 0 0,0 0 1 0 0,0 0-1 0 0,-1-1 0 0 0,1 1 0 0 0,-3 3 1 0 0,-6 6 265 0 0,0 1 0 0 0,-21 17 0 0 0,20-20-179 0 0,-218 201 1581 0 0,222-203-1768 0 0,3-4-218 0 0,-1 1-1 0 0,1 0 1 0 0,0 0-1 0 0,0 0 1 0 0,1 0 0 0 0,-1 1-1 0 0,1-1 1 0 0,0 1 0 0 0,-3 7-1 0 0</inkml:trace>
</inkml:ink>
</file>

<file path=ppt/ink/ink1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27.36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 8 6449 0 0,'-12'-8'3851'0'0,"18"32"788"0"0,-2-12-5126 0 0,38 182 4074 0 0,3 7-2509 0 0,-40-184-1238 0 0,41 128 697 0 0,-8-53-4064 0 0,-34-86 1576 0 0</inkml:trace>
</inkml:ink>
</file>

<file path=ppt/ink/ink1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27.60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1 293 6913 0 0,'0'-6'167'0'0,"1"0"0"0"0,0-1 0 0 0,1 1 0 0 0,0 0 0 0 0,0 0 0 0 0,0 0 0 0 0,0 1 0 0 0,1-1 0 0 0,0 1 0 0 0,0-1 0 0 0,1 1 0 0 0,-1 0 0 0 0,1 0 0 0 0,7-6 0 0 0,7-8 1062 0 0,42-33 0 0 0,-56 49-1118 0 0,18-14 60 0 0,1 1 0 0 0,0 1 0 0 0,2 1 0 0 0,-1 1 0 0 0,2 1 0 0 0,0 2 0 0 0,0 0 0 0 0,35-8 0 0 0,-27 15-1541 0 0,-17 3-3032 0 0</inkml:trace>
</inkml:ink>
</file>

<file path=ppt/ink/ink1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27.82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0 146 5065 0 0,'2'-3'89'0'0,"1"0"0"0"0,0 0 1 0 0,-1 1-1 0 0,1-1 0 0 0,0 0 0 0 0,0 1 0 0 0,0 0 0 0 0,1 0 0 0 0,-1 0 1 0 0,7-3-1 0 0,-1-1 90 0 0,40-25 1552 0 0,84-40 0 0 0,-116 63-1664 0 0</inkml:trace>
</inkml:ink>
</file>

<file path=ppt/ink/ink1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28.25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 80 6913 0 0,'-1'-1'210'0'0,"-1"-1"-1"0"0,1 1 0 0 0,-1-1 1 0 0,1 0-1 0 0,0 1 0 0 0,-1-1 1 0 0,1 0-1 0 0,0 0 0 0 0,0 0 1 0 0,1 0-1 0 0,-1 0 0 0 0,0 0 1 0 0,1 0-1 0 0,-1 0 0 0 0,1 0 1 0 0,0-1-1 0 0,-1 1 0 0 0,1 0 1 0 0,0 0-1 0 0,0 0 0 0 0,1 0 1 0 0,-1-1-1 0 0,0 1 0 0 0,1 0 1 0 0,-1 0-1 0 0,1 0 0 0 0,1-4 1 0 0,-1 5 30 0 0,0-1 1 0 0,0 1-1 0 0,0-1 1 0 0,0 1-1 0 0,0 0 1 0 0,1 0-1 0 0,-1 0 0 0 0,0-1 1 0 0,1 1-1 0 0,-1 0 1 0 0,0 1-1 0 0,1-1 1 0 0,-1 0-1 0 0,1 0 1 0 0,0 1-1 0 0,-1-1 1 0 0,1 0-1 0 0,2 0 1 0 0,-1 1-226 0 0,-1 0 1 0 0,1 0-1 0 0,0 0 1 0 0,-1 0-1 0 0,1 0 1 0 0,-1 1-1 0 0,1-1 0 0 0,-1 1 1 0 0,5 1-1 0 0,-3 0 50 0 0,0 0 0 0 0,-1 1 0 0 0,1-1 0 0 0,-1 1 0 0 0,1 0 0 0 0,-1 0 0 0 0,0 0 0 0 0,0 1 0 0 0,0-1-1 0 0,0 1 1 0 0,-1-1 0 0 0,0 1 0 0 0,1 0 0 0 0,-1 0 0 0 0,-1 0 0 0 0,3 7 0 0 0,3 9 70 0 0,9 41-1 0 0,-16-60-129 0 0,5 50 151 0 0,3 16-19 0 0,-7-63-120 0 0,0 0 0 0 0,0-1-1 0 0,0 1 1 0 0,0-1 0 0 0,1 1 0 0 0,-1-1 0 0 0,1 1-1 0 0,0-1 1 0 0,0 0 0 0 0,0 0 0 0 0,0 0 0 0 0,1 0-1 0 0,4 4 1 0 0,-5-6 24 0 0,0 0 1 0 0,0 0-1 0 0,0 0 1 0 0,0-1-1 0 0,0 1 0 0 0,0-1 1 0 0,0 1-1 0 0,0-1 0 0 0,0 0 1 0 0,0 0-1 0 0,0 0 0 0 0,0 0 1 0 0,0 0-1 0 0,0 0 0 0 0,0-1 1 0 0,0 1-1 0 0,0-1 0 0 0,0 1 1 0 0,0-1-1 0 0,0 0 0 0 0,0 0 1 0 0,0 0-1 0 0,0 0 0 0 0,3-2 1 0 0,44-34 1327 0 0,-45 34-1291 0 0,93-86 988 0 0,21-17-4263 0 0,-106 97 2063 0 0</inkml:trace>
</inkml:ink>
</file>

<file path=ppt/ink/ink1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5:41.64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208 186 7370 0 0,'-3'-4'290'0'0,"0"0"0"0"0,-1 0 0 0 0,1 0 0 0 0,-1 1 0 0 0,0-1 0 0 0,0 1 0 0 0,0 0 0 0 0,0 0 0 0 0,-1 1 0 0 0,1-1 0 0 0,-1 1 1 0 0,0 0-1 0 0,0 0 0 0 0,0 1 0 0 0,0-1 0 0 0,-9 0 0 0 0,11 1-119 0 0,0 1 0 0 0,-1-1 1 0 0,1 1-1 0 0,0 0 0 0 0,-1 0 0 0 0,1 1 1 0 0,-1-1-1 0 0,1 1 0 0 0,0-1 0 0 0,-1 1 0 0 0,1 0 1 0 0,0 0-1 0 0,0 1 0 0 0,0-1 0 0 0,0 1 1 0 0,0 0-1 0 0,0-1 0 0 0,0 1 0 0 0,1 0 1 0 0,-1 1-1 0 0,1-1 0 0 0,-1 0 0 0 0,1 1 0 0 0,0-1 1 0 0,-4 7-1 0 0,-2 6-96 0 0,1 0-1 0 0,1 1 1 0 0,1-1 0 0 0,0 2 0 0 0,1-1-1 0 0,0 0 1 0 0,2 1 0 0 0,0 0 0 0 0,0-1-1 0 0,2 1 1 0 0,0 0 0 0 0,1 0 0 0 0,4 21-1 0 0,-3-27-54 0 0,0 1 0 0 0,0 0 0 0 0,2 0 0 0 0,-1-1 0 0 0,2 1-1 0 0,-1-1 1 0 0,1 0 0 0 0,1-1 0 0 0,0 1 0 0 0,1-1 0 0 0,0 0-1 0 0,0-1 1 0 0,1 0 0 0 0,0 0 0 0 0,1 0 0 0 0,0-1-1 0 0,0 0 1 0 0,1-1 0 0 0,11 7 0 0 0,-15-11-21 0 0,1 0-1 0 0,-1 0 1 0 0,1-1-1 0 0,0 0 1 0 0,0 0 0 0 0,0-1-1 0 0,0 1 1 0 0,0-2 0 0 0,0 1-1 0 0,0-1 1 0 0,0 0 0 0 0,0 0-1 0 0,13-3 1 0 0,-10 1 37 0 0,0-1 1 0 0,0 0-1 0 0,-1-1 0 0 0,1 0 0 0 0,-1 0 1 0 0,0-1-1 0 0,0-1 0 0 0,15-11 1 0 0,-11 6 22 0 0,0-1 0 0 0,-1 0 0 0 0,0-1 0 0 0,-1 0 0 0 0,-1-1 0 0 0,0 0 0 0 0,-1-1 0 0 0,0 0 0 0 0,-1 0 0 0 0,-1-1 0 0 0,7-18 0 0 0,-11 19 23 0 0,0 0-1 0 0,0-1 0 0 0,-1 1 1 0 0,-1 0-1 0 0,-1-1 1 0 0,0 1-1 0 0,-1 0 1 0 0,0-1-1 0 0,-2 1 1 0 0,1 0-1 0 0,-2 0 1 0 0,0 0-1 0 0,-10-22 0 0 0,9 24-29 0 0,-1 1 1 0 0,0 0-1 0 0,-1 0 0 0 0,0 1 0 0 0,-1 0 0 0 0,0 0 0 0 0,-1 1 0 0 0,0 0 0 0 0,0 1 0 0 0,-1 0 0 0 0,-1 0 0 0 0,1 1 1 0 0,-1 0-1 0 0,-1 1 0 0 0,-21-11 0 0 0,30 17-77 0 0,0 0-1 0 0,-1-1 1 0 0,1 1 0 0 0,-1 0-1 0 0,1 1 1 0 0,-1-1 0 0 0,1 1-1 0 0,-1-1 1 0 0,0 1 0 0 0,1 0-1 0 0,-1 1 1 0 0,0-1 0 0 0,1 0-1 0 0,-1 1 1 0 0,1 0 0 0 0,-1 0-1 0 0,1 0 1 0 0,-1 0 0 0 0,-3 3-1 0 0,4-2-215 0 0,0 0 0 0 0,0 0 0 0 0,0 1 0 0 0,0-1 0 0 0,1 1 0 0 0,-1-1 0 0 0,1 1 0 0 0,0 0 0 0 0,0 0 0 0 0,0 0 0 0 0,0 0 0 0 0,-2 6 0 0 0,-3 9-6183 0 0</inkml:trace>
</inkml:ink>
</file>

<file path=ppt/ink/ink1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5:42.11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 87 4145 0 0,'-11'-11'5010'0'0,"9"34"-256"0"0,1-17-5319 0 0,1 14 870 0 0,1-1 0 0 0,0 1 0 0 0,2-1 0 0 0,0 1-1 0 0,1-1 1 0 0,1 0 0 0 0,1 0 0 0 0,1-1 0 0 0,0 0 0 0 0,1 0-1 0 0,20 32 1 0 0,-26-47-319 0 0,0-1-1 0 0,0 1 0 0 0,0 0 0 0 0,1-1 1 0 0,-1 1-1 0 0,0-1 0 0 0,1 0 0 0 0,0 0 1 0 0,0 0-1 0 0,-1 0 0 0 0,1 0 1 0 0,0 0-1 0 0,0-1 0 0 0,1 1 0 0 0,-1-1 1 0 0,0 0-1 0 0,0 0 0 0 0,1-1 0 0 0,-1 1 1 0 0,0 0-1 0 0,6-1 0 0 0,-4 0-52 0 0,-1-1 0 0 0,0 0 0 0 0,0 0 1 0 0,1-1-1 0 0,-1 1 0 0 0,0-1 0 0 0,0 0 0 0 0,-1 0 0 0 0,1 0 0 0 0,0 0 0 0 0,-1-1 0 0 0,1 1 0 0 0,-1-1 0 0 0,0 0 0 0 0,0 0 1 0 0,4-5-1 0 0,8-10-95 0 0,0-1 1 0 0,-2-1 0 0 0,-1 0-1 0 0,0-1 1 0 0,17-42 0 0 0,-12 15 501 0 0,18-84 0 0 0,-35 131-255 0 0,0 0 0 0 0,0 0 1 0 0,0 0-1 0 0,0 0 0 0 0,0 0 1 0 0,1 0-1 0 0,-1 0 1 0 0,0 0-1 0 0,1 0 0 0 0,-1 0 1 0 0,1 0-1 0 0,-1 0 0 0 0,1 0 1 0 0,-1 1-1 0 0,1-1 1 0 0,0 0-1 0 0,-1 0 0 0 0,1 0 1 0 0,0 1-1 0 0,0-1 0 0 0,0 0 1 0 0,-1 1-1 0 0,1-1 1 0 0,0 1-1 0 0,1-1 0 0 0,0 1-1 0 0,-1 0 0 0 0,0 0-1 0 0,0 1 1 0 0,0-1 0 0 0,0 0 0 0 0,0 1-1 0 0,0-1 1 0 0,0 1 0 0 0,0-1-1 0 0,0 1 1 0 0,0 0 0 0 0,0-1-1 0 0,0 1 1 0 0,0 0 0 0 0,0 0 0 0 0,0-1-1 0 0,-1 1 1 0 0,2 2 0 0 0,5 6 324 0 0,0 2 0 0 0,12 21 0 0 0,-19-31-415 0 0,36 82 598 0 0,-24-53-715 0 0,24 45-1 0 0,-30-65-494 0 0,0-1 0 0 0,1 1-1 0 0,0-2 1 0 0,14 15-1 0 0,-3-7-5799 0 0</inkml:trace>
</inkml:ink>
</file>

<file path=ppt/ink/ink1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5:42.34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25 57 8290 0 0,'-6'-19'689'0'0,"-13"-19"6526"0"0,21 70-5559 0 0,3 0-1121 0 0,3 1 0 0 0,1-2 0 0 0,1 1 0 0 0,1-1 0 0 0,16 29 0 0 0,87 139-550 0 0,-27-51-2383 0 0,-69-114-4350 0 0</inkml:trace>
</inkml:ink>
</file>

<file path=ppt/ink/ink1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5:42.54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6 363 9674 0 0,'-1'-2'321'0'0,"0"-1"0"0"0,0 1-1 0 0,0-1 1 0 0,1 0 0 0 0,-1 1-1 0 0,1-1 1 0 0,0 0 0 0 0,-1 1 0 0 0,1-1-1 0 0,0 0 1 0 0,1 0 0 0 0,-1 1-1 0 0,0-1 1 0 0,1 0 0 0 0,-1 1 0 0 0,1-1-1 0 0,0 1 1 0 0,0-1 0 0 0,0 1 0 0 0,2-4-1 0 0,28-52 2379 0 0,-31 58-2703 0 0,11-16 269 0 0,1 2 0 0 0,0-1 0 0 0,1 2 0 0 0,0 0 0 0 0,1 0-1 0 0,1 1 1 0 0,0 1 0 0 0,0 0 0 0 0,1 1 0 0 0,20-9 0 0 0,72-29-1269 0 0,-3 11-4672 0 0,-59 22-916 0 0</inkml:trace>
</inkml:ink>
</file>

<file path=ppt/ink/ink1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24.16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124 171 6913 0 0,'6'20'-596'0'0,"-4"-12"821"0"0,0 1 1 0 0,1-1-1 0 0,0 1 0 0 0,1-1 1 0 0,-1 0-1 0 0,8 9 0 0 0,-10-16-121 0 0,0 1-1 0 0,0-1 1 0 0,0 0-1 0 0,1 0 0 0 0,-1 1 1 0 0,1-1-1 0 0,-1 0 1 0 0,1 0-1 0 0,-1-1 1 0 0,1 1-1 0 0,0 0 1 0 0,-1 0-1 0 0,1-1 0 0 0,0 1 1 0 0,-1-1-1 0 0,1 0 1 0 0,0 1-1 0 0,0-1 1 0 0,-1 0-1 0 0,1 0 1 0 0,0 0-1 0 0,0 0 1 0 0,0 0-1 0 0,-1-1 0 0 0,1 1 1 0 0,0-1-1 0 0,0 1 1 0 0,-1-1-1 0 0,1 1 1 0 0,0-1-1 0 0,-1 0 1 0 0,1 0-1 0 0,-1 0 0 0 0,1 0 1 0 0,-1 0-1 0 0,1 0 1 0 0,1-2-1 0 0,-2 3-40 0 0,1-1 0 0 0,-1 0 0 0 0,1 0 0 0 0,-1 0 0 0 0,0 0 0 0 0,1-1 0 0 0,-1 1 0 0 0,0 0 0 0 0,0 0 0 0 0,0-1 0 0 0,0 1 0 0 0,0-1 0 0 0,0 1 1 0 0,0-1-1 0 0,0 1 0 0 0,-1-1 0 0 0,1 1 0 0 0,0-1 0 0 0,-1 0 0 0 0,0 0 0 0 0,1 1 0 0 0,-1-1 0 0 0,0 0 0 0 0,0 1 0 0 0,0-1 0 0 0,0-2 0 0 0,-1 1 23 0 0,0 1 1 0 0,0-1 0 0 0,0 0 0 0 0,0 0-1 0 0,-1 1 1 0 0,1-1 0 0 0,-1 1-1 0 0,0-1 1 0 0,0 1 0 0 0,0 0-1 0 0,0-1 1 0 0,0 1 0 0 0,0 0-1 0 0,-3-1 1 0 0,0-1 33 0 0,0 0 0 0 0,-1 0 1 0 0,1 1-1 0 0,-1 0 0 0 0,0 0 0 0 0,0 0 0 0 0,0 1 0 0 0,0 0 0 0 0,0 0 0 0 0,-1 0 0 0 0,1 1 1 0 0,0 0-1 0 0,-1 1 0 0 0,-7-1 0 0 0,12 2-72 0 0,-1 0-1 0 0,1 0 1 0 0,0 1-1 0 0,-1-1 1 0 0,1 1 0 0 0,0-1-1 0 0,0 1 1 0 0,0 0 0 0 0,0-1-1 0 0,1 1 1 0 0,-1 0 0 0 0,0 0-1 0 0,1 1 1 0 0,-1-1-1 0 0,1 0 1 0 0,0 0 0 0 0,0 1-1 0 0,0-1 1 0 0,0 1 0 0 0,0-1-1 0 0,0 1 1 0 0,0 3 0 0 0,-1 1-138 0 0,1-1 1 0 0,0 1 0 0 0,0-1-1 0 0,0 1 1 0 0,1 0 0 0 0,0 0 0 0 0,1 11-1 0 0,0-16 71 0 0,0 1 0 0 0,-1-1 1 0 0,1 0-1 0 0,0 0 0 0 0,0 0 0 0 0,0 0 0 0 0,0-1 0 0 0,0 1 0 0 0,0 0 0 0 0,1 0 0 0 0,-1-1 0 0 0,1 1 0 0 0,-1-1 0 0 0,1 1 0 0 0,0-1 1 0 0,-1 1-1 0 0,1-1 0 0 0,0 0 0 0 0,0 0 0 0 0,0 0 0 0 0,2 1 0 0 0,0-1 10 0 0,0 0 0 0 0,0 0 0 0 0,1 0 0 0 0,-1 0 1 0 0,0-1-1 0 0,0 1 0 0 0,0-1 0 0 0,1 0 0 0 0,-1 0 0 0 0,8-2 0 0 0,-8 1 44 0 0,0 0 0 0 0,0 0 0 0 0,0-1 0 0 0,0 1-1 0 0,0-1 1 0 0,0 0 0 0 0,-1 0 0 0 0,1 0 0 0 0,-1 0 0 0 0,1-1 0 0 0,2-2-1 0 0,-4 3 18 0 0,0 1-1 0 0,-1-1 1 0 0,0 0-1 0 0,1 1 1 0 0,-1-1-1 0 0,0 0 1 0 0,0 0-1 0 0,0 0 1 0 0,0 0-1 0 0,0 0 0 0 0,-1 0 1 0 0,1 0-1 0 0,0 0 1 0 0,-1-1-1 0 0,0 1 1 0 0,1 0-1 0 0,-1 0 1 0 0,0 0-1 0 0,0-1 1 0 0,0 1-1 0 0,-1-3 1 0 0,0 3-15 0 0,0-1 1 0 0,-1 0 0 0 0,1 0 0 0 0,-1 0-1 0 0,0 1 1 0 0,0-1 0 0 0,0 1 0 0 0,0-1-1 0 0,0 1 1 0 0,0 0 0 0 0,0 0 0 0 0,-1 0-1 0 0,1 0 1 0 0,-1 0 0 0 0,0 0 0 0 0,1 1 0 0 0,-1-1-1 0 0,0 1 1 0 0,0 0 0 0 0,0 0 0 0 0,-5-1-1 0 0,4 0 51 0 0,-1 1 0 0 0,0 0 0 0 0,0 0 0 0 0,0 0-1 0 0,0 0 1 0 0,0 1 0 0 0,1 0 0 0 0,-1 0 0 0 0,0 0 0 0 0,0 0-1 0 0,0 1 1 0 0,0 0 0 0 0,-5 2 0 0 0,8-2-95 0 0,-1 1 0 0 0,1-1 0 0 0,0 1 0 0 0,0 0 1 0 0,0-1-1 0 0,0 1 0 0 0,1 0 0 0 0,-1 1 0 0 0,0-1 0 0 0,1 0 0 0 0,0 0 1 0 0,-1 1-1 0 0,1-1 0 0 0,0 0 0 0 0,0 1 0 0 0,0-1 0 0 0,0 1 0 0 0,1 0 0 0 0,-1-1 1 0 0,1 1-1 0 0,0 0 0 0 0,0-1 0 0 0,-1 1 0 0 0,2 0 0 0 0,-1-1 0 0 0,0 1 0 0 0,1 3 1 0 0,-1-4-2 0 0,1 1 1 0 0,-1-1-1 0 0,1 0 1 0 0,-1 0-1 0 0,1 0 1 0 0,-1 0-1 0 0,1 0 1 0 0,0 0-1 0 0,0 0 0 0 0,0-1 1 0 0,0 1-1 0 0,1 0 1 0 0,-1 0-1 0 0,0-1 1 0 0,1 1-1 0 0,-1-1 1 0 0,1 1-1 0 0,-1-1 1 0 0,1 0-1 0 0,0 1 1 0 0,0-1-1 0 0,-1 0 1 0 0,1 0-1 0 0,0 0 1 0 0,0-1-1 0 0,0 1 1 0 0,0 0-1 0 0,0-1 1 0 0,0 1-1 0 0,0-1 1 0 0,1 0-1 0 0,-1 1 1 0 0,0-1-1 0 0,0 0 1 0 0,3-1-1 0 0,-2 1 26 0 0,1-1 1 0 0,0 1-1 0 0,-1-1 0 0 0,1 0 1 0 0,-1 0-1 0 0,1-1 0 0 0,-1 1 1 0 0,0-1-1 0 0,1 1 0 0 0,-1-1 0 0 0,0 0 1 0 0,0 0-1 0 0,0-1 0 0 0,-1 1 1 0 0,1 0-1 0 0,0-1 0 0 0,-1 0 0 0 0,1 0 1 0 0,-1 0-1 0 0,0 0 0 0 0,0 0 1 0 0,0 0-1 0 0,-1 0 0 0 0,1-1 0 0 0,-1 1 1 0 0,0 0-1 0 0,0-1 0 0 0,0 1 1 0 0,0-1-1 0 0,0 0 0 0 0,-1 1 0 0 0,0-1 1 0 0,0 0-1 0 0,0 1 0 0 0,0-1 1 0 0,0 0-1 0 0,-1 1 0 0 0,1-1 1 0 0,-1 1-1 0 0,0-1 0 0 0,0 0 0 0 0,-1 1 1 0 0,1 0-1 0 0,-1-1 0 0 0,1 1 1 0 0,-1 0-1 0 0,0 0 0 0 0,0 0 0 0 0,-1 0 1 0 0,1 0-1 0 0,-1 1 0 0 0,1-1 1 0 0,-1 1-1 0 0,0-1 0 0 0,-5-3 0 0 0,4 3 6 0 0,-1 0-1 0 0,1 1 1 0 0,-1-1-1 0 0,1 1 1 0 0,-1 0-1 0 0,0 0 0 0 0,0 0 1 0 0,0 1-1 0 0,0-1 1 0 0,-8 0-1 0 0,12 2-17 0 0,-1 0-1 0 0,0 0 1 0 0,1 0-1 0 0,-1 1 1 0 0,0-1-1 0 0,1 0 1 0 0,-1 1 0 0 0,0-1-1 0 0,1 1 1 0 0,-1 0-1 0 0,1-1 1 0 0,-1 1-1 0 0,1 0 1 0 0,-1 0-1 0 0,1 0 1 0 0,0 0-1 0 0,-1 0 1 0 0,1 0 0 0 0,0 0-1 0 0,0 1 1 0 0,0-1-1 0 0,0 0 1 0 0,0 1-1 0 0,0-1 1 0 0,0 1-1 0 0,0-1 1 0 0,1 1-1 0 0,-1-1 1 0 0,0 1 0 0 0,1 0-1 0 0,0-1 1 0 0,-1 1-1 0 0,1 0 1 0 0,0-1-1 0 0,0 3 1 0 0,-3 11-277 0 0,1 0-1 0 0,1 27 1 0 0,1-37 213 0 0,0 0 0 0 0,1-1 0 0 0,0 1-1 0 0,-1 0 1 0 0,2 0 0 0 0,-1 0 0 0 0,0-1 0 0 0,1 1 0 0 0,0-1 0 0 0,0 1-1 0 0,0-1 1 0 0,5 7 0 0 0,-6-10 61 0 0,-1-1 0 0 0,1 1-1 0 0,-1-1 1 0 0,1 1 0 0 0,-1-1 0 0 0,1 1-1 0 0,-1-1 1 0 0,1 1 0 0 0,0-1-1 0 0,-1 1 1 0 0,1-1 0 0 0,0 0 0 0 0,-1 1-1 0 0,1-1 1 0 0,0 0 0 0 0,0 0 0 0 0,-1 0-1 0 0,1 1 1 0 0,0-1 0 0 0,-1 0-1 0 0,1 0 1 0 0,0 0 0 0 0,0 0 0 0 0,-1 0-1 0 0,1 0 1 0 0,0 0 0 0 0,0-1 0 0 0,-1 1-1 0 0,2 0 1 0 0,0-1 14 0 0,0 0-1 0 0,0-1 1 0 0,0 1 0 0 0,-1 0-1 0 0,1-1 1 0 0,0 1-1 0 0,-1-1 1 0 0,1 1 0 0 0,-1-1-1 0 0,2-2 1 0 0,2-3 41 0 0,-1-1 1 0 0,1 0 0 0 0,-1 0-1 0 0,3-9 1 0 0,-5 8-41 0 0,1-1 1 0 0,-2 1 0 0 0,1 0 0 0 0,-2-1-1 0 0,1 1 1 0 0,-1-1 0 0 0,0 1 0 0 0,-1-1-1 0 0,-2-11 1 0 0,2 16-1 0 0,0 0 0 0 0,0 1 1 0 0,0-1-1 0 0,-1 0 0 0 0,0 1 0 0 0,0 0 0 0 0,0-1 0 0 0,0 1 0 0 0,0 0 0 0 0,-1 0 1 0 0,0 0-1 0 0,0 0 0 0 0,0 1 0 0 0,0-1 0 0 0,-1 1 0 0 0,1 0 0 0 0,-1 0 0 0 0,0 0 1 0 0,0 0-1 0 0,-5-3 0 0 0,7 6 2 0 0,0-1 1 0 0,1 0 0 0 0,-1 1 0 0 0,0-1-1 0 0,1 1 1 0 0,-1-1 0 0 0,0 1 0 0 0,0 0-1 0 0,0-1 1 0 0,1 1 0 0 0,-1 0 0 0 0,0 0-1 0 0,0 0 1 0 0,0 1 0 0 0,1-1 0 0 0,-1 0-1 0 0,0 1 1 0 0,0-1 0 0 0,1 1 0 0 0,-1 0-1 0 0,0-1 1 0 0,1 1 0 0 0,-4 2-1 0 0,3-1-9 0 0,0 1-1 0 0,0-1 0 0 0,0 0 0 0 0,0 1 1 0 0,0 0-1 0 0,1-1 0 0 0,-1 1 0 0 0,1 0 1 0 0,0 0-1 0 0,0 0 0 0 0,0 0 1 0 0,-1 5-1 0 0,0 4-76 0 0,0 0 0 0 0,1 0 1 0 0,0 0-1 0 0,1 1 0 0 0,0-1 0 0 0,3 12 0 0 0,-3-20 23 0 0,1 1-1 0 0,0-1 0 0 0,0 0 1 0 0,0 0-1 0 0,1 0 0 0 0,-1 0 0 0 0,1 0 1 0 0,0 0-1 0 0,0 0 0 0 0,0-1 1 0 0,1 1-1 0 0,-1 0 0 0 0,1-1 0 0 0,0 0 1 0 0,0 0-1 0 0,0 0 0 0 0,0 0 0 0 0,1 0 1 0 0,-1-1-1 0 0,7 4 0 0 0,-6-4 7 0 0,0-1 0 0 0,0 0-1 0 0,0 0 1 0 0,0 0 0 0 0,0-1-1 0 0,0 1 1 0 0,0-1 0 0 0,0 0-1 0 0,0 0 1 0 0,0 0 0 0 0,0-1-1 0 0,0 1 1 0 0,0-1 0 0 0,0 0 0 0 0,0 0-1 0 0,0-1 1 0 0,-1 1 0 0 0,1-1-1 0 0,0 0 1 0 0,-1 0 0 0 0,1 0-1 0 0,2-3 1 0 0,0 1 104 0 0,0 0 0 0 0,-1 0 1 0 0,0-1-1 0 0,0 0 0 0 0,0 0 0 0 0,-1 0 0 0 0,0-1 1 0 0,0 1-1 0 0,0-1 0 0 0,-1 0 0 0 0,1 0 0 0 0,-1-1 1 0 0,-1 1-1 0 0,1 0 0 0 0,-1-1 0 0 0,-1 0 0 0 0,1 1 0 0 0,1-14 1 0 0,-3 14-15 0 0,0 1 1 0 0,-1 0-1 0 0,1-1 1 0 0,-1 1-1 0 0,0 0 1 0 0,0-1-1 0 0,-1 1 1 0 0,1 0 0 0 0,-1 0-1 0 0,0 0 1 0 0,-1 0-1 0 0,1 1 1 0 0,-1-1-1 0 0,0 1 1 0 0,0-1-1 0 0,0 1 1 0 0,-1 0-1 0 0,1 0 1 0 0,-1 0 0 0 0,0 1-1 0 0,0-1 1 0 0,-1 1-1 0 0,1 0 1 0 0,-10-5-1 0 0,11 7-22 0 0,1 0-1 0 0,-1-1 1 0 0,0 1 0 0 0,0 0-1 0 0,0 0 1 0 0,0 0-1 0 0,0 1 1 0 0,0-1-1 0 0,0 1 1 0 0,0 0 0 0 0,0-1-1 0 0,0 1 1 0 0,0 1-1 0 0,0-1 1 0 0,0 0-1 0 0,0 1 1 0 0,0-1 0 0 0,0 1-1 0 0,-5 2 1 0 0,3 0 5 0 0,1-1 0 0 0,0 1 0 0 0,-1 0 0 0 0,1 1 0 0 0,0-1 0 0 0,0 1 0 0 0,1-1 0 0 0,-1 1 0 0 0,1 0 0 0 0,-5 8 0 0 0,0 2-156 0 0,0 0 0 0 0,2 1 0 0 0,-1 0 0 0 0,2 0 0 0 0,0 0 0 0 0,-5 25 0 0 0,8-15-1649 0 0,3-2-5486 0 0</inkml:trace>
</inkml:ink>
</file>

<file path=ppt/ink/ink1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8:07.0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117 42 1840 0 0,'-3'-3'387'0'0,"-1"0"0"0"0,1 0 0 0 0,-1 0 0 0 0,0 0 0 0 0,0 0 0 0 0,0 1 0 0 0,0 0 0 0 0,0 0 0 0 0,-1 0 0 0 0,1 0 0 0 0,-1 1 0 0 0,-6-2 0 0 0,9 3-274 0 0,0 0 1 0 0,0 0-1 0 0,0 0 1 0 0,1 0-1 0 0,-1 0 0 0 0,0 1 1 0 0,0-1-1 0 0,1 0 0 0 0,-1 1 1 0 0,0-1-1 0 0,1 1 1 0 0,-1 0-1 0 0,0 0 0 0 0,1-1 1 0 0,-1 1-1 0 0,1 0 1 0 0,-1 0-1 0 0,1 0 0 0 0,0 1 1 0 0,-1-1-1 0 0,1 0 1 0 0,0 0-1 0 0,0 1 0 0 0,0-1 1 0 0,0 1-1 0 0,0-1 0 0 0,0 1 1 0 0,0-1-1 0 0,0 1 1 0 0,1 0-1 0 0,-1-1 0 0 0,1 1 1 0 0,-1 0-1 0 0,1 0 1 0 0,-1 3-1 0 0,-3 26 246 0 0,0 1 0 0 0,2 1 0 0 0,1-1 1 0 0,2 0-1 0 0,1 0 0 0 0,12 58 0 0 0,-12-80-227 0 0,1 0 1 0 0,0-1-1 0 0,0 0 1 0 0,1 0-1 0 0,0 0 0 0 0,1 0 1 0 0,-1 0-1 0 0,2-1 1 0 0,-1 0-1 0 0,1 0 0 0 0,1 0 1 0 0,-1-1-1 0 0,1 0 1 0 0,0 0-1 0 0,1-1 0 0 0,0 0 1 0 0,8 5-1 0 0,-9-7-34 0 0,-1-1-1 0 0,1 1 1 0 0,0-1-1 0 0,1-1 1 0 0,-1 1-1 0 0,0-1 1 0 0,1-1-1 0 0,-1 1 0 0 0,1-1 1 0 0,0-1-1 0 0,-1 1 1 0 0,1-1-1 0 0,0-1 1 0 0,-1 1-1 0 0,1-1 1 0 0,-1-1-1 0 0,1 1 1 0 0,-1-1-1 0 0,0-1 1 0 0,1 1-1 0 0,-1-1 0 0 0,9-5 1 0 0,-7 2-14 0 0,0 1 0 0 0,-1-1 0 0 0,1 0 0 0 0,-2-1 0 0 0,1 0 0 0 0,-1 0 0 0 0,0-1 0 0 0,0 0 0 0 0,-1 0 0 0 0,0 0 0 0 0,0-1 0 0 0,-1 0 0 0 0,0 0 0 0 0,-1 0 0 0 0,0-1 0 0 0,-1 0 0 0 0,1 1 0 0 0,-2-1 0 0 0,0 0 0 0 0,0-1 0 0 0,0 1 0 0 0,-1 0 0 0 0,-1 0 0 0 0,0-1 0 0 0,0 1 0 0 0,-1 0 0 0 0,-1 0 0 0 0,1-1 0 0 0,-2 1 0 0 0,1 0 0 0 0,-1 1 0 0 0,-1-1 0 0 0,0 0 0 0 0,0 1 0 0 0,-1 0 0 0 0,0 0 0 0 0,-1 0 0 0 0,0 1 0 0 0,0 0 0 0 0,0 0 0 0 0,-1 0 0 0 0,-1 1 0 0 0,1 0 0 0 0,-1 0-1 0 0,0 1 1 0 0,-1 0 0 0 0,1 0 0 0 0,-14-5 0 0 0,15 8-84 0 0,1 0-1 0 0,0 0 1 0 0,-1 1 0 0 0,0 0-1 0 0,1 0 1 0 0,-1 1-1 0 0,0 0 1 0 0,0 0-1 0 0,0 1 1 0 0,0 0-1 0 0,1 0 1 0 0,-1 0-1 0 0,0 1 1 0 0,0 0 0 0 0,0 0-1 0 0,0 1 1 0 0,1 0-1 0 0,-1 0 1 0 0,1 0-1 0 0,0 1 1 0 0,-12 7-1 0 0,10-4-33 0 0,0 0-1 0 0,1 0 1 0 0,0 1-1 0 0,0 0 1 0 0,0 0-1 0 0,1 0 0 0 0,0 1 1 0 0,1 0-1 0 0,0 0 1 0 0,0 1-1 0 0,1 0 1 0 0,0-1-1 0 0,0 1 1 0 0,1 1-1 0 0,-3 10 1 0 0,4-8-28 0 0,-1 0 1 0 0,2 0-1 0 0,-1 0 0 0 0,2 1 1 0 0,-1-1-1 0 0,2 0 1 0 0,0 0-1 0 0,0 0 1 0 0,1 0-1 0 0,1 0 1 0 0,0 0-1 0 0,0 0 1 0 0,7 14-1 0 0,-7-20 31 0 0,0 0 1 0 0,0 0-1 0 0,1-1 1 0 0,-1 1-1 0 0,2-1 0 0 0,-1 0 1 0 0,0 0-1 0 0,1 0 0 0 0,0 0 1 0 0,0-1-1 0 0,1 0 1 0 0,-1 0-1 0 0,1 0 0 0 0,-1-1 1 0 0,1 0-1 0 0,1 0 1 0 0,-1 0-1 0 0,0-1 0 0 0,0 0 1 0 0,1 0-1 0 0,0-1 0 0 0,-1 0 1 0 0,1 0-1 0 0,0 0 1 0 0,8-1-1 0 0,-6 0 43 0 0,0 0-1 0 0,0-1 1 0 0,1-1 0 0 0,-1 1-1 0 0,-1-1 1 0 0,1-1-1 0 0,0 0 1 0 0,-1 0 0 0 0,1 0-1 0 0,-1-1 1 0 0,0-1 0 0 0,0 1-1 0 0,0-1 1 0 0,-1-1 0 0 0,0 1-1 0 0,0-1 1 0 0,0 0 0 0 0,-1-1-1 0 0,0 0 1 0 0,0 0-1 0 0,0 0 1 0 0,-1-1 0 0 0,6-11-1 0 0,-6 9 48 0 0,0 0 0 0 0,-1 0 0 0 0,-1-1-1 0 0,0 1 1 0 0,0-1 0 0 0,-1 0 0 0 0,0 0 0 0 0,-1 0-1 0 0,0 0 1 0 0,-1 0 0 0 0,0 0 0 0 0,-1 1-1 0 0,0-1 1 0 0,-1 0 0 0 0,0 0 0 0 0,-1 0 0 0 0,0 1-1 0 0,0-1 1 0 0,-7-13 0 0 0,4 13-24 0 0,0 0 1 0 0,0 0-1 0 0,-1 1 1 0 0,0-1-1 0 0,-1 2 1 0 0,0-1-1 0 0,-1 1 0 0 0,0 0 1 0 0,-17-13-1 0 0,21 19-24 0 0,1 0 1 0 0,-1 0-1 0 0,0 1 0 0 0,0-1 0 0 0,0 1 0 0 0,-1 0 0 0 0,1 1 0 0 0,0-1 0 0 0,-1 1 1 0 0,1 0-1 0 0,-1 1 0 0 0,1-1 0 0 0,-1 1 0 0 0,0 0 0 0 0,1 0 0 0 0,-1 1 0 0 0,1-1 1 0 0,-1 1-1 0 0,1 1 0 0 0,-1-1 0 0 0,1 1 0 0 0,0 0 0 0 0,-10 5 0 0 0,4-1-71 0 0,1 1-1 0 0,0 0 0 0 0,0 1 0 0 0,1 0 0 0 0,0 1 1 0 0,1 0-1 0 0,-1 0 0 0 0,2 1 0 0 0,-1 0 0 0 0,1 0 1 0 0,1 1-1 0 0,0 0 0 0 0,-7 17 0 0 0,8-15-31 0 0,0-1 0 0 0,1 2-1 0 0,0-1 1 0 0,1 0 0 0 0,1 1-1 0 0,0-1 1 0 0,0 1 0 0 0,2 0-1 0 0,-1 0 1 0 0,2-1 0 0 0,0 1 0 0 0,3 14-1 0 0,-3-24 49 0 0,0 1 0 0 0,0 0 0 0 0,1-1 0 0 0,0 1 0 0 0,0-1 0 0 0,0 0 0 0 0,0 1 0 0 0,1-1 0 0 0,-1 0 0 0 0,1 0 0 0 0,0-1 0 0 0,0 1 0 0 0,1-1 0 0 0,-1 1 0 0 0,1-1 0 0 0,-1 0 0 0 0,9 5 0 0 0,-6-5-1 0 0,0-1-1 0 0,0 0 1 0 0,0 0-1 0 0,0 0 1 0 0,0-1 0 0 0,0 0-1 0 0,0 0 1 0 0,0-1-1 0 0,1 1 1 0 0,-1-1-1 0 0,0-1 1 0 0,9-1-1 0 0,-2 0 57 0 0,0-1-1 0 0,0 0 1 0 0,-1-1 0 0 0,0 0-1 0 0,1-1 1 0 0,-1-1-1 0 0,-1 0 1 0 0,1-1-1 0 0,-1 0 1 0 0,0 0 0 0 0,-1-1-1 0 0,15-15 1 0 0,-21 18 83 0 0,0 0 0 0 0,0 0 0 0 0,0-1 0 0 0,-1 0 0 0 0,0 0 1 0 0,0 1-1 0 0,-1-2 0 0 0,0 1 0 0 0,0 0 0 0 0,0 0 0 0 0,-1-1 0 0 0,0 1 1 0 0,0-1-1 0 0,0 1 0 0 0,-1-1 0 0 0,-1-12 0 0 0,1 13-55 0 0,-1 1-1 0 0,0-1 0 0 0,0 1 1 0 0,-1 0-1 0 0,1-1 0 0 0,-1 1 1 0 0,0 0-1 0 0,-1 0 0 0 0,1 0 1 0 0,-1 0-1 0 0,0 1 0 0 0,0-1 1 0 0,-1 1-1 0 0,1-1 0 0 0,-1 1 1 0 0,0 0-1 0 0,0 1 0 0 0,0-1 1 0 0,-1 1-1 0 0,-6-4 1 0 0,10 6-31 0 0,-1 0 0 0 0,0 0 0 0 0,1 0 0 0 0,-1 0 0 0 0,0 1 1 0 0,0-1-1 0 0,0 1 0 0 0,0-1 0 0 0,0 1 0 0 0,0 0 0 0 0,0 0 1 0 0,0 0-1 0 0,0 0 0 0 0,0 0 0 0 0,0 0 0 0 0,0 0 0 0 0,0 1 1 0 0,0-1-1 0 0,1 1 0 0 0,-1-1 0 0 0,-3 2 0 0 0,2 0-9 0 0,0 0-1 0 0,-1 1 0 0 0,2-1 0 0 0,-1 0 1 0 0,0 1-1 0 0,0 0 0 0 0,1 0 0 0 0,0 0 1 0 0,-1 0-1 0 0,-2 5 0 0 0,-2 6-115 0 0,1-1 0 0 0,0 1-1 0 0,1 1 1 0 0,-5 22 0 0 0,8-27 14 0 0,0 1-1 0 0,0-1 1 0 0,1 0-1 0 0,1 0 1 0 0,0 1-1 0 0,0-1 1 0 0,1 0-1 0 0,0 1 1 0 0,1-1-1 0 0,4 13 1 0 0,-5-20 82 0 0,0 0 0 0 0,0 0 0 0 0,1 0 0 0 0,-1 0 0 0 0,1 0 1 0 0,0 0-1 0 0,0-1 0 0 0,0 1 0 0 0,0 0 0 0 0,0-1 0 0 0,1 0 0 0 0,-1 1 0 0 0,1-1 1 0 0,-1 0-1 0 0,1 0 0 0 0,0-1 0 0 0,0 1 0 0 0,0-1 0 0 0,0 1 0 0 0,0-1 0 0 0,0 0 1 0 0,0 0-1 0 0,0 0 0 0 0,0 0 0 0 0,1-1 0 0 0,-1 1 0 0 0,0-1 0 0 0,1 0 0 0 0,-1 0 1 0 0,0 0-1 0 0,1-1 0 0 0,-1 1 0 0 0,0-1 0 0 0,0 1 0 0 0,6-3 0 0 0,1 0 112 0 0,-1-1 1 0 0,0 0-1 0 0,0 0 0 0 0,0-1 0 0 0,-1 0 0 0 0,0 0 0 0 0,0-1 0 0 0,0 0 0 0 0,0-1 0 0 0,-1 0 0 0 0,0 0 1 0 0,-1 0-1 0 0,1-1 0 0 0,-1 0 0 0 0,-1 0 0 0 0,5-9 0 0 0,-4 8-10 0 0,-2 0-1 0 0,1 1 1 0 0,-1-1-1 0 0,-1-1 1 0 0,0 1-1 0 0,0 0 1 0 0,-1-1-1 0 0,0 0 1 0 0,0 1 0 0 0,-1-1-1 0 0,-1 0 1 0 0,0 0-1 0 0,0 0 1 0 0,-1 0-1 0 0,0 1 1 0 0,-3-12-1 0 0,4 19-66 0 0,0 0 0 0 0,-1 0 1 0 0,1 0-1 0 0,-1 0 0 0 0,0 0 0 0 0,1 1 0 0 0,-1-1 0 0 0,0 0 0 0 0,0 0 0 0 0,0 1 0 0 0,0-1 0 0 0,-1 1 0 0 0,1-1 0 0 0,0 1 1 0 0,-1 0-1 0 0,1-1 0 0 0,-1 1 0 0 0,1 0 0 0 0,-1 0 0 0 0,1 0 0 0 0,-3-1 0 0 0,2 2-5 0 0,1 0 1 0 0,-1 0-1 0 0,0 0 1 0 0,1 0-1 0 0,-1 0 0 0 0,0 0 1 0 0,1 0-1 0 0,-1 1 1 0 0,0-1-1 0 0,1 1 0 0 0,-1-1 1 0 0,1 1-1 0 0,-1 0 1 0 0,1 0-1 0 0,-1-1 0 0 0,1 1 1 0 0,0 0-1 0 0,-1 0 1 0 0,0 2-1 0 0,-7 5-11 0 0,0 1-1 0 0,1 0 1 0 0,0 0 0 0 0,1 1 0 0 0,-6 11-1 0 0,1-2-223 0 0,-15 33 0 0 0,25-46 146 0 0,0-1-1 0 0,0 1 1 0 0,0 0 0 0 0,0 0 0 0 0,1 0 0 0 0,0 0-1 0 0,0 0 1 0 0,1 0 0 0 0,0 0 0 0 0,0 0 0 0 0,1 7-1 0 0,-1-12 51 0 0,0 0 0 0 0,0 0-1 0 0,0 0 1 0 0,0 0-1 0 0,0 0 1 0 0,1 0 0 0 0,-1-1-1 0 0,0 1 1 0 0,1 0-1 0 0,-1 0 1 0 0,0 0 0 0 0,1 0-1 0 0,-1 0 1 0 0,1 0-1 0 0,0-1 1 0 0,-1 1 0 0 0,1 0-1 0 0,0 0 1 0 0,-1-1-1 0 0,1 1 1 0 0,0 0 0 0 0,0-1-1 0 0,0 1 1 0 0,-1-1-1 0 0,1 1 1 0 0,0-1 0 0 0,0 0-1 0 0,1 1 1 0 0,0-1 2 0 0,0 0 0 0 0,-1 0 0 0 0,1-1 1 0 0,-1 1-1 0 0,1-1 0 0 0,0 1 0 0 0,-1-1 1 0 0,1 1-1 0 0,-1-1 0 0 0,1 0 0 0 0,-1 0 1 0 0,1 0-1 0 0,-1 0 0 0 0,3-2 0 0 0,2-3 84 0 0,1 0 0 0 0,-1-1 0 0 0,0 0 0 0 0,-1 0 0 0 0,6-9 0 0 0,-4 5 151 0 0,-1-1-1 0 0,0 0 1 0 0,-1 0 0 0 0,-1-1 0 0 0,0 1 0 0 0,0-1 0 0 0,-1 0 0 0 0,-1 0 0 0 0,0 0 0 0 0,-1 0 0 0 0,0-15 0 0 0,-1 27-204 0 0,0 0 0 0 0,0 0 1 0 0,0 1-1 0 0,0-1 0 0 0,0 0 1 0 0,0 0-1 0 0,0 0 0 0 0,0 0 1 0 0,-1 1-1 0 0,1-1 0 0 0,0 0 1 0 0,0 0-1 0 0,-1 0 0 0 0,1 1 1 0 0,-1-1-1 0 0,1 0 0 0 0,-1 1 1 0 0,1-1-1 0 0,-1 0 0 0 0,1 1 1 0 0,-1-1-1 0 0,1 0 0 0 0,-1 1 1 0 0,0-1-1 0 0,1 1 0 0 0,-1-1 0 0 0,-1 0 1 0 0,1 1-3 0 0,0 0 1 0 0,-1 0 0 0 0,1 1-1 0 0,0-1 1 0 0,0 0-1 0 0,-1 0 1 0 0,1 1 0 0 0,0-1-1 0 0,0 1 1 0 0,0-1-1 0 0,0 1 1 0 0,0-1 0 0 0,0 1-1 0 0,0 0 1 0 0,0-1 0 0 0,-1 2-1 0 0,-34 35-104 0 0,18-15-83 0 0,5-6-52 0 0,0 0 0 0 0,-16 30 0 0 0,55-90 959 0 0,-11 29-6857 0 0</inkml:trace>
</inkml:ink>
</file>

<file path=ppt/ink/ink1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8:12.65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 20 8754 0 0,'-19'-20'10135'0'0,"28"34"-8684"0"0,31 59 20 0 0,40 101 0 0 0,-64-130-3432 0 0,20 88 0 0 0,-32-108-5116 0 0</inkml:trace>
</inkml:ink>
</file>

<file path=ppt/ink/ink1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8:13.50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326 582 456 0 0,'11'-43'755'0'0,"-2"0"1"0"0,-2 0-1 0 0,-2-1 1 0 0,0-61-1 0 0,-5 100-574 0 0,-1 0 1 0 0,0 0 0 0 0,0 1-1 0 0,-1-1 1 0 0,1 0-1 0 0,-1 1 1 0 0,0-1-1 0 0,0 1 1 0 0,-1 0-1 0 0,1-1 1 0 0,-1 1-1 0 0,0 0 1 0 0,0 1-1 0 0,-1-1 1 0 0,1 0-1 0 0,-1 1 1 0 0,1 0 0 0 0,-1 0-1 0 0,0 0 1 0 0,-8-4-1 0 0,6 3 146 0 0,-1 1 1 0 0,1 0-1 0 0,-1 1 0 0 0,0-1 0 0 0,0 1 1 0 0,0 0-1 0 0,0 1 0 0 0,0 0 0 0 0,0 0 1 0 0,0 0-1 0 0,0 1 0 0 0,-1 0 0 0 0,-12 2 1 0 0,12 1-162 0 0,1-1 1 0 0,0 1-1 0 0,0 0 1 0 0,0 1-1 0 0,0-1 1 0 0,0 2 0 0 0,1-1-1 0 0,-1 1 1 0 0,1-1-1 0 0,0 2 1 0 0,1-1-1 0 0,-1 1 1 0 0,1 0 0 0 0,0 0-1 0 0,1 0 1 0 0,0 0-1 0 0,-1 1 1 0 0,-5 14-1 0 0,-3 7-87 0 0,2 1 0 0 0,1 0 0 0 0,-9 41 0 0 0,11-32-115 0 0,3-1 0 0 0,1 1-1 0 0,2 0 1 0 0,1 0-1 0 0,2 0 1 0 0,2 0 0 0 0,1-1-1 0 0,2 1 1 0 0,1-1-1 0 0,3 0 1 0 0,0-1 0 0 0,3 0-1 0 0,1-1 1 0 0,1 0-1 0 0,2-1 1 0 0,31 46 0 0 0,-35-61-231 0 0,2-1 1 0 0,0 0 0 0 0,1-2 0 0 0,1 1-1 0 0,0-2 1 0 0,1-1 0 0 0,1 0 0 0 0,0-1-1 0 0,0-1 1 0 0,2 0 0 0 0,-1-2 0 0 0,2-1-1 0 0,-1 0 1 0 0,1-1 0 0 0,39 7 0 0 0,-40-11 266 0 0,0 0 0 0 0,1-2 1 0 0,0-1-1 0 0,-1 0 0 0 0,1-2 1 0 0,0 0-1 0 0,-1-2 0 0 0,1 0 1 0 0,-1-1-1 0 0,0-1 0 0 0,0-1 1 0 0,0-1-1 0 0,-1-1 0 0 0,0-1 1 0 0,-1-1-1 0 0,34-22 0 0 0,-12-2 700 0 0,0-1 0 0 0,-3-3-1 0 0,-1-1 1 0 0,48-67-1 0 0,-75 92-579 0 0,0-1 0 0 0,0 0 0 0 0,-1 0 0 0 0,-1-1 0 0 0,-1 0 0 0 0,0-1 0 0 0,-1 1 0 0 0,-1-1-1 0 0,0 0 1 0 0,-2-1 0 0 0,0 1 0 0 0,0-1 0 0 0,-2 0 0 0 0,0 1 0 0 0,-1-1 0 0 0,-1 0 0 0 0,-1 0-1 0 0,-6-28 1 0 0,-9-20 721 0 0,-2 1 0 0 0,-4 1-1 0 0,-2 0 1 0 0,-3 2-1 0 0,-54-88 1 0 0,71 131-763 0 0,-1 0 1 0 0,-1 1-1 0 0,-1 0 0 0 0,0 1 0 0 0,-1 0 0 0 0,-26-21 1 0 0,34 32-79 0 0,-1 0 0 0 0,-1 1 1 0 0,1 0-1 0 0,-1 0 1 0 0,0 1-1 0 0,0 0 0 0 0,0 1 1 0 0,0 0-1 0 0,-1 0 1 0 0,1 1-1 0 0,-1 0 0 0 0,0 0 1 0 0,0 1-1 0 0,1 1 1 0 0,-1 0-1 0 0,0 0 0 0 0,-11 2 1 0 0,3 1-573 0 0,1 1 0 0 0,-33 12-1 0 0,5 2-6916 0 0</inkml:trace>
</inkml:ink>
</file>

<file path=ppt/ink/ink1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8:11.86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152 115 3225 0 0,'-6'0'458'0'0,"0"0"-1"0"0,0 1 1 0 0,0-1 0 0 0,0 1 0 0 0,0 1 0 0 0,0-1 0 0 0,0 1 0 0 0,1 0 0 0 0,-1 1 0 0 0,1-1 0 0 0,-1 1 0 0 0,-5 4-1 0 0,9-5-348 0 0,0-1-1 0 0,0 1 0 0 0,1-1 0 0 0,-1 1 0 0 0,1 0 0 0 0,0 0 0 0 0,-1-1 0 0 0,1 1 0 0 0,0 0 0 0 0,0 0 0 0 0,0 0 0 0 0,0 0 0 0 0,0 1 0 0 0,1-1 1 0 0,-1 0-1 0 0,1 0 0 0 0,-1 0 0 0 0,1 0 0 0 0,0 1 0 0 0,0-1 0 0 0,0 0 0 0 0,0 0 0 0 0,0 1 0 0 0,0-1 0 0 0,1 0 0 0 0,-1 0 0 0 0,1 0 0 0 0,0 1 1 0 0,-1-1-1 0 0,1 0 0 0 0,0 0 0 0 0,0 0 0 0 0,0 0 0 0 0,1 0 0 0 0,-1-1 0 0 0,2 3 0 0 0,2 3-8 0 0,1-1 0 0 0,-1 1 0 0 0,2-1 0 0 0,-1-1 1 0 0,0 1-1 0 0,1-1 0 0 0,0 0 0 0 0,1-1 0 0 0,-1 1 0 0 0,1-1 0 0 0,-1-1 0 0 0,12 4 0 0 0,-8-3 196 0 0,-1-1 0 0 0,1 0 0 0 0,0 0 0 0 0,1-1-1 0 0,-1-1 1 0 0,0 0 0 0 0,0-1 0 0 0,22-1 0 0 0,-29 0-176 0 0,1 1 1 0 0,-1-1-1 0 0,0 0 1 0 0,1 0-1 0 0,-1-1 1 0 0,0 1-1 0 0,0-1 1 0 0,0 0-1 0 0,0 0 1 0 0,0-1-1 0 0,0 1 1 0 0,-1-1-1 0 0,1 1 1 0 0,-1-1-1 0 0,0-1 1 0 0,0 1-1 0 0,0 0 0 0 0,0-1 1 0 0,0 1-1 0 0,-1-1 1 0 0,1 0-1 0 0,-1 0 1 0 0,0 0-1 0 0,-1 0 1 0 0,1 0-1 0 0,0 0 1 0 0,1-8-1 0 0,-3 6-56 0 0,1-1 0 0 0,-1 1-1 0 0,1-1 1 0 0,-2 1 0 0 0,1 0-1 0 0,-1-1 1 0 0,0 1 0 0 0,0-1 0 0 0,-1 1-1 0 0,0 0 1 0 0,0 0 0 0 0,0 0-1 0 0,-1 0 1 0 0,0 0 0 0 0,0 0-1 0 0,-1 1 1 0 0,1-1 0 0 0,-7-6-1 0 0,1 1-6 0 0,-1 1-1 0 0,0 1 1 0 0,0 0-1 0 0,-1 0 1 0 0,0 1-1 0 0,0 0 0 0 0,-22-10 1 0 0,29 16-48 0 0,-1 0 1 0 0,1 0-1 0 0,0 1 1 0 0,0-1-1 0 0,-1 1 1 0 0,1 0-1 0 0,-1 1 1 0 0,1-1-1 0 0,-1 1 1 0 0,1 0-1 0 0,-1 0 1 0 0,1 0-1 0 0,-1 1 1 0 0,1-1-1 0 0,-1 1 1 0 0,1 0-1 0 0,-1 1 1 0 0,1-1-1 0 0,0 1 1 0 0,0-1-1 0 0,0 1 1 0 0,0 1-1 0 0,0-1 1 0 0,0 0-1 0 0,0 1 1 0 0,-6 6-1 0 0,-2 5-168 0 0,1 0 0 0 0,0 1 0 0 0,1 0 0 0 0,0 1 0 0 0,1 0-1 0 0,1 1 1 0 0,1 0 0 0 0,0 0 0 0 0,1 1 0 0 0,1-1 0 0 0,1 1-1 0 0,0 1 1 0 0,1-1 0 0 0,1 0 0 0 0,1 1 0 0 0,1 20 0 0 0,0-34 79 0 0,1-1 0 0 0,0 1 0 0 0,0 0 0 0 0,0-1 0 0 0,0 1 0 0 0,1-1 0 0 0,-1 1 0 0 0,1-1 0 0 0,0 0 0 0 0,1 0 0 0 0,-1 1 0 0 0,1-2 0 0 0,-1 1 0 0 0,1 0 0 0 0,0 0 0 0 0,1-1 0 0 0,-1 0 0 0 0,1 0 0 0 0,5 4 0 0 0,-6-5 70 0 0,1 0-1 0 0,0 0 1 0 0,0-1-1 0 0,0 0 1 0 0,0 1-1 0 0,0-1 0 0 0,0-1 1 0 0,0 1-1 0 0,0-1 1 0 0,1 1-1 0 0,-1-1 1 0 0,0 0-1 0 0,0-1 1 0 0,0 1-1 0 0,1-1 1 0 0,-1 0-1 0 0,0 0 1 0 0,0 0-1 0 0,0 0 1 0 0,0-1-1 0 0,6-3 0 0 0,3-2 194 0 0,-2-1-1 0 0,1 0 1 0 0,-1 0-1 0 0,0-1 0 0 0,-1-1 1 0 0,0 0-1 0 0,-1 0 0 0 0,0-1 1 0 0,0 0-1 0 0,-1-1 1 0 0,-1 1-1 0 0,11-23 0 0 0,-14 26-43 0 0,-1 0-1 0 0,0-1 0 0 0,-1 0 0 0 0,1 1 0 0 0,-2-1 1 0 0,1 0-1 0 0,-1 0 0 0 0,0 0 0 0 0,-1-11 0 0 0,-1 14-73 0 0,0 0 0 0 0,0 0 0 0 0,0 0 0 0 0,-1 0 0 0 0,1 1 0 0 0,-2-1 0 0 0,1 0 0 0 0,0 1-1 0 0,-1 0 1 0 0,0-1 0 0 0,0 1 0 0 0,-1 0 0 0 0,0 1 0 0 0,-7-8 0 0 0,9 9-40 0 0,0 1-1 0 0,0 0 1 0 0,-1 1 0 0 0,1-1 0 0 0,-1 0 0 0 0,0 1-1 0 0,1-1 1 0 0,-1 1 0 0 0,0 0 0 0 0,0 0 0 0 0,0 0-1 0 0,0 0 1 0 0,0 0 0 0 0,0 1 0 0 0,0-1 0 0 0,0 1-1 0 0,-6 0 1 0 0,4 1-1 0 0,0-1-1 0 0,-1 1 1 0 0,1 1-1 0 0,0-1 1 0 0,0 1-1 0 0,0 0 1 0 0,0 0-1 0 0,0 0 1 0 0,-8 6-1 0 0,6-3-42 0 0,-1 1 0 0 0,1-1 0 0 0,0 2 0 0 0,0-1 0 0 0,0 1 0 0 0,1 0 0 0 0,0 0-1 0 0,1 1 1 0 0,0-1 0 0 0,0 1 0 0 0,-6 13 0 0 0,10-19-144 0 0,1 1-1 0 0,-1-1 1 0 0,0 0 0 0 0,1 0-1 0 0,0 1 1 0 0,-1-1 0 0 0,1 0-1 0 0,0 1 1 0 0,0-1 0 0 0,1 4 0 0 0</inkml:trace>
</inkml:ink>
</file>

<file path=ppt/ink/ink1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8:14.37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59 162 2304 0 0,'-5'-4'514'0'0,"0"-1"-1"0"0,0 1 0 0 0,1-1 0 0 0,-1 0 0 0 0,1 0 0 0 0,0 0 0 0 0,1 0 0 0 0,-1-1 0 0 0,1 1 0 0 0,0-1 0 0 0,0 0 0 0 0,1 0 0 0 0,-3-10 0 0 0,4 13-302 0 0,0 1 0 0 0,1-1 0 0 0,-1 1-1 0 0,1-1 1 0 0,-1 1 0 0 0,1-1 0 0 0,0 1 0 0 0,0-1 0 0 0,0 1 0 0 0,1-1 0 0 0,-1 1-1 0 0,0-1 1 0 0,1 1 0 0 0,0-1 0 0 0,-1 1 0 0 0,1-1 0 0 0,0 1 0 0 0,0 0-1 0 0,1-1 1 0 0,-1 1 0 0 0,0 0 0 0 0,1 0 0 0 0,-1 0 0 0 0,1 0 0 0 0,0 0 0 0 0,0 0-1 0 0,0 1 1 0 0,0-1 0 0 0,0 0 0 0 0,0 1 0 0 0,0 0 0 0 0,0-1 0 0 0,0 1-1 0 0,1 0 1 0 0,-1 0 0 0 0,5-1 0 0 0,-4 2-126 0 0,-1 0 1 0 0,1 0-1 0 0,0 0 1 0 0,0 0-1 0 0,-1 0 0 0 0,1 0 1 0 0,0 1-1 0 0,-1-1 0 0 0,1 1 1 0 0,0 0-1 0 0,-1 0 1 0 0,1 0-1 0 0,-1 0 0 0 0,1 0 1 0 0,-1 1-1 0 0,0-1 0 0 0,0 1 1 0 0,1-1-1 0 0,-1 1 1 0 0,0 0-1 0 0,0 0 0 0 0,-1 0 1 0 0,1 0-1 0 0,0 0 0 0 0,2 4 1 0 0,1 1-58 0 0,0 1-1 0 0,0 0 1 0 0,-1 0 0 0 0,0 0-1 0 0,0 0 1 0 0,4 13 0 0 0,-6-7-129 0 0,0-1-1 0 0,0 1 1 0 0,-2-1 0 0 0,0 1-1 0 0,0-1 1 0 0,-4 22 0 0 0,2-18 158 0 0,1 0 0 0 0,0 0 0 0 0,3 21-1 0 0,-2-37-16 0 0,0 1-1 0 0,0-1 1 0 0,0 1-1 0 0,1 0 1 0 0,-1-1-1 0 0,0 1 1 0 0,1-1-1 0 0,-1 1 1 0 0,1-1-1 0 0,0 1 1 0 0,0-1-1 0 0,-1 0 1 0 0,1 1-1 0 0,0-1 1 0 0,0 0-1 0 0,0 0 0 0 0,0 1 1 0 0,0-1-1 0 0,0 0 1 0 0,1 0-1 0 0,-1 0 1 0 0,0 0-1 0 0,1-1 1 0 0,-1 1-1 0 0,2 1 1 0 0,0-2 10 0 0,0 1 1 0 0,0-1-1 0 0,0 0 1 0 0,0 1-1 0 0,0-2 1 0 0,-1 1-1 0 0,1 0 1 0 0,0 0 0 0 0,0-1-1 0 0,0 0 1 0 0,-1 1-1 0 0,6-3 1 0 0,6-4 37 0 0,-1 1 1 0 0,0-2-1 0 0,0 0 1 0 0,13-11-1 0 0,80-69-2019 0 0,-94 75 332 0 0,0-1 0 0 0,0 0 0 0 0,10-17 0 0 0,-15 18-3347 0 0</inkml:trace>
</inkml:ink>
</file>

<file path=ppt/ink/ink1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8:14.80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474 113 6449 0 0,'-13'-13'538'0'0,"-1"0"0"0"0,0 1-1 0 0,-1 0 1 0 0,0 1 0 0 0,-1 1 0 0 0,0 1-1 0 0,-20-9 1 0 0,29 15-293 0 0,0 0-1 0 0,0 1 1 0 0,0 0 0 0 0,0 1 0 0 0,-1-1-1 0 0,1 1 1 0 0,-1 1 0 0 0,1-1-1 0 0,-1 1 1 0 0,1 0 0 0 0,0 1 0 0 0,-1 0-1 0 0,1 0 1 0 0,-1 1 0 0 0,1 0-1 0 0,0 0 1 0 0,0 1 0 0 0,0 0 0 0 0,0 0-1 0 0,-10 6 1 0 0,6 0-98 0 0,0-1-1 0 0,1 2 1 0 0,0-1-1 0 0,0 2 1 0 0,1-1 0 0 0,1 1-1 0 0,-1 0 1 0 0,2 1-1 0 0,0 0 1 0 0,0 0-1 0 0,1 1 1 0 0,1-1 0 0 0,-8 27-1 0 0,0 9-25 0 0,2-1 0 0 0,-6 78 0 0 0,12-91-163 0 0,3 0 1 0 0,1 0-1 0 0,1 0 0 0 0,2 1 0 0 0,1-1 1 0 0,13 52-1 0 0,-13-74-45 0 0,0 0 0 0 0,1 0-1 0 0,1-1 1 0 0,0 1 0 0 0,1-1 0 0 0,0 0 0 0 0,0-1 0 0 0,1 0-1 0 0,0 0 1 0 0,1 0 0 0 0,1-1 0 0 0,-1 0 0 0 0,1 0 0 0 0,1-1 0 0 0,-1-1-1 0 0,1 1 1 0 0,1-2 0 0 0,-1 1 0 0 0,1-1 0 0 0,0-1 0 0 0,18 6-1 0 0,-8-5-87 0 0,-1-2 0 0 0,1 0 0 0 0,0-1 0 0 0,0-1 0 0 0,0-1 0 0 0,0-1 0 0 0,0-1 0 0 0,0-1 0 0 0,0 0-1 0 0,0-2 1 0 0,22-6 0 0 0,-12 1 365 0 0,0-2-1 0 0,-1 0 0 0 0,-1-2 0 0 0,0-1 1 0 0,0-2-1 0 0,41-30 0 0 0,-44 27 398 0 0,0-2-1 0 0,-2-1 0 0 0,0 0 0 0 0,-1-2 1 0 0,27-38-1 0 0,-43 52-429 0 0,0 0 1 0 0,-1-1-1 0 0,0 0 0 0 0,0 0 0 0 0,-2 0 1 0 0,1 0-1 0 0,-1-1 0 0 0,-1 0 1 0 0,0 0-1 0 0,-1 0 0 0 0,0 0 1 0 0,-1 0-1 0 0,0 0 0 0 0,-1 0 1 0 0,0-1-1 0 0,-1 1 0 0 0,-4-21 1 0 0,-4 1 54 0 0,-1 1 1 0 0,-1-1 0 0 0,-2 2 0 0 0,-21-40-1 0 0,24 53-172 0 0,0 0 0 0 0,-2 1 1 0 0,1 0-1 0 0,-2 1 0 0 0,0 0 0 0 0,-1 1 0 0 0,0 1 0 0 0,-28-20 0 0 0,30 26-84 0 0,0 1 0 0 0,-1 1 1 0 0,0 0-1 0 0,0 0 0 0 0,-1 2 0 0 0,1-1 0 0 0,-1 2 1 0 0,0 0-1 0 0,1 0 0 0 0,-1 2 0 0 0,0-1 0 0 0,0 2 1 0 0,0 0-1 0 0,0 0 0 0 0,1 2 0 0 0,-1-1 1 0 0,-14 6-1 0 0,-21 8-736 0 0</inkml:trace>
</inkml:ink>
</file>

<file path=ppt/ink/ink1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8:34.46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0 159 7202 0 0,'26'-33'2219'0'0,"-8"16"-1151"0"0,1 1 1 0 0,0 1 0 0 0,1 1-1 0 0,0 0 1 0 0,43-20 0 0 0,-59 32-933 0 0,1-1 0 0 0,-1 1 0 0 0,1 0 0 0 0,-1 1 1 0 0,1-1-1 0 0,0 1 0 0 0,0 0 0 0 0,-1 0 0 0 0,7 0 1 0 0,-10 1-172 0 0,1 1 1 0 0,-1-1 0 0 0,1 0 0 0 0,-1 0 0 0 0,0 1 0 0 0,1-1 0 0 0,-1 1-1 0 0,1-1 1 0 0,-1 1 0 0 0,0 0 0 0 0,1-1 0 0 0,-1 1 0 0 0,0 0 0 0 0,0 0 0 0 0,0 0-1 0 0,0 0 1 0 0,0 0 0 0 0,0 0 0 0 0,0 0 0 0 0,0 0 0 0 0,0 1 0 0 0,0-1 0 0 0,0 0-1 0 0,-1 0 1 0 0,1 1 0 0 0,-1-1 0 0 0,1 1 0 0 0,-1-1 0 0 0,1 0 0 0 0,-1 1-1 0 0,0-1 1 0 0,0 1 0 0 0,1 2 0 0 0,1 31-1187 0 0,-2-26 1034 0 0,1-1 0 0 0,-1 0 0 0 0,1 1-1 0 0,1-1 1 0 0,0 0 0 0 0,2 8 0 0 0,-3-14 185 0 0,0 0 0 0 0,0 0 1 0 0,0-1-1 0 0,0 1 0 0 0,1 0 0 0 0,-1-1 1 0 0,0 1-1 0 0,1-1 0 0 0,-1 1 0 0 0,1-1 1 0 0,-1 1-1 0 0,1-1 0 0 0,0 0 1 0 0,0 0-1 0 0,-1 0 0 0 0,1 0 0 0 0,0 0 1 0 0,0 0-1 0 0,0-1 0 0 0,0 1 0 0 0,0-1 1 0 0,0 1-1 0 0,0-1 0 0 0,0 0 1 0 0,0 0-1 0 0,0 0 0 0 0,0 0 0 0 0,1 0 1 0 0,1 0-1 0 0,38-6 105 0 0,-34 4 101 0 0,1 0 0 0 0,0 1 1 0 0,0 0-1 0 0,0 1 0 0 0,0 0 0 0 0,14 1 0 0 0,-20 0-157 0 0,-1 0-1 0 0,0-1 1 0 0,1 1-1 0 0,-1 0 1 0 0,0 1-1 0 0,1-1 1 0 0,-1 0-1 0 0,0 1 1 0 0,0-1-1 0 0,0 1 1 0 0,0-1-1 0 0,-1 1 1 0 0,1 0-1 0 0,0 0 1 0 0,-1 0-1 0 0,1 0 1 0 0,-1 0-1 0 0,0 0 1 0 0,1 1-1 0 0,-1-1 1 0 0,0 0-1 0 0,0 1 1 0 0,-1-1-1 0 0,1 0 1 0 0,0 1-1 0 0,-1-1 1 0 0,0 1-1 0 0,1 3 0 0 0,0 5 57 0 0,0 0 0 0 0,-1 1 0 0 0,0-1 0 0 0,0 0 0 0 0,-2 0 0 0 0,1 1 0 0 0,-5 13-1 0 0,-3 5-648 0 0,-16 37-1 0 0,6-20-2995 0 0,18-42 1707 0 0</inkml:trace>
</inkml:ink>
</file>

<file path=ppt/ink/ink1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8:35.04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577 298 1840 0 0,'-6'-10'442'0'0,"0"1"0"0"0,-1 0-1 0 0,-1 0 1 0 0,1 1 0 0 0,-1 0-1 0 0,-1 0 1 0 0,0 0-1 0 0,0 1 1 0 0,0 1 0 0 0,-1 0-1 0 0,1 0 1 0 0,-2 1 0 0 0,1 0-1 0 0,0 0 1 0 0,-1 1-1 0 0,0 1 1 0 0,0 0 0 0 0,0 0-1 0 0,-22-1 1 0 0,22 4-243 0 0,-1 1 1 0 0,0 0-1 0 0,1 1 0 0 0,-1 0 1 0 0,1 1-1 0 0,-1 0 0 0 0,1 1 1 0 0,0 0-1 0 0,0 1 0 0 0,1 0 1 0 0,0 1-1 0 0,0 0 0 0 0,0 1 1 0 0,0 0-1 0 0,1 0 0 0 0,0 1 0 0 0,1 0 1 0 0,0 0-1 0 0,-12 16 0 0 0,3-1 303 0 0,1 1 0 0 0,1 0 0 0 0,2 1 0 0 0,0 1-1 0 0,1 0 1 0 0,-15 52 0 0 0,15-34-600 0 0,3 0 0 0 0,1 0 0 0 0,2 1 1 0 0,3 0-1 0 0,1 0 0 0 0,2 0 0 0 0,2 0 1 0 0,9 48-1 0 0,-6-60 13 0 0,2-1 0 0 0,1 1 1 0 0,2-1-1 0 0,1-1 0 0 0,1 0 1 0 0,2 0-1 0 0,1-2 0 0 0,1 1 1 0 0,2-2-1 0 0,1-1 0 0 0,35 41 0 0 0,-43-57 112 0 0,0 0-1 0 0,1-1 1 0 0,0 0-1 0 0,1 0 0 0 0,0-2 1 0 0,1 1-1 0 0,-1-2 1 0 0,2 0-1 0 0,-1 0 0 0 0,1-2 1 0 0,0 0-1 0 0,0 0 1 0 0,0-1-1 0 0,1-1 0 0 0,-1-1 1 0 0,1 0-1 0 0,0-1 1 0 0,0-1-1 0 0,-1 0 0 0 0,1-1 1 0 0,0-1-1 0 0,-1 0 1 0 0,28-9-1 0 0,-22 4 193 0 0,0 0 1 0 0,-1-2-1 0 0,-1-1 0 0 0,1 0 0 0 0,-2-2 1 0 0,1 0-1 0 0,-2-1 0 0 0,0 0 0 0 0,0-2 1 0 0,20-23-1 0 0,4-8 137 0 0,-3-2 0 0 0,48-76-1 0 0,-58 79-12 0 0,-2-2 0 0 0,-2 0 0 0 0,-2-2 0 0 0,-2 0 0 0 0,-3-2 0 0 0,18-78 0 0 0,-32 103-246 0 0,0 1 0 0 0,-1-1 0 0 0,-2 0 1 0 0,-1 1-1 0 0,0-1 0 0 0,-2 0 0 0 0,-1 1 1 0 0,-2 0-1 0 0,0-1 0 0 0,-1 2 0 0 0,-2-1 0 0 0,0 1 1 0 0,-1 1-1 0 0,-2 0 0 0 0,-27-41 0 0 0,26 45-68 0 0,-2 0 0 0 0,0 1-1 0 0,-1 0 1 0 0,0 1 0 0 0,-2 1 0 0 0,0 1-1 0 0,0 0 1 0 0,-2 2 0 0 0,0 0-1 0 0,0 1 1 0 0,-1 1 0 0 0,0 1 0 0 0,-1 1-1 0 0,0 1 1 0 0,-1 0 0 0 0,0 2 0 0 0,-33-5-1 0 0,41 8-186 0 0,-1 2 0 0 0,1-1 0 0 0,0 2-1 0 0,-1 0 1 0 0,1 1 0 0 0,0 0 0 0 0,0 1-1 0 0,-16 5 1 0 0,12 1-362 0 0</inkml:trace>
</inkml:ink>
</file>

<file path=ppt/ink/ink1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1:35.11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63 134 9674 0 0,'-28'-62'5169'0'0,"23"47"-3923"0"0,0 1 0 0 0,-2 1 0 0 0,-9-16 0 0 0,15 37 601 0 0,3 19-1419 0 0,7 32-405 0 0,16 45 115 0 0,65 174 0 0 0,-66-219-91 0 0,2-2 0 0 0,3-1 0 0 0,3-1 1 0 0,50 67-1 0 0,-73-111-40 0 0,0 0-1 0 0,1 0 1 0 0,0-1 0 0 0,0 0-1 0 0,1 0 1 0 0,1-2 0 0 0,13 9-1 0 0,-22-15-2 0 0,1 0 0 0 0,-1 0 0 0 0,1 0-1 0 0,0-1 1 0 0,-1 0 0 0 0,1 1 0 0 0,0-1-1 0 0,0-1 1 0 0,-1 1 0 0 0,1-1 0 0 0,0 1 0 0 0,0-1-1 0 0,0 0 1 0 0,0 0 0 0 0,0-1 0 0 0,0 1 0 0 0,0-1-1 0 0,-1 0 1 0 0,1 0 0 0 0,0 0 0 0 0,-1-1-1 0 0,1 1 1 0 0,0-1 0 0 0,-1 0 0 0 0,0 0 0 0 0,1 0-1 0 0,-1 0 1 0 0,0-1 0 0 0,0 1 0 0 0,5-6 0 0 0,0-2 73 0 0,-1 0 0 0 0,0 0 0 0 0,0-1 1 0 0,-1 1-1 0 0,0-2 0 0 0,-1 1 0 0 0,0-1 1 0 0,5-20-1 0 0,18-102 467 0 0,-26 122-490 0 0,21-245 331 0 0,-1 11-1258 0 0,-9 191-1503 0 0,-7 37-5306 0 0</inkml:trace>
</inkml:ink>
</file>

<file path=ppt/ink/ink1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1:35.47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67 6337 0 0,'2'-6'282'0'0,"0"7"153"0"0,1 15 694 0 0,-1 24 739 0 0,-6 23 49 0 0,1 49 457 0 0,3-97-2038 0 0,1-1 1 0 0,1 1-1 0 0,1-1 1 0 0,-1 0-1 0 0,8 20 1 0 0,-9-31-238 0 0,0 0 1 0 0,0 0-1 0 0,1 0 1 0 0,-1 0-1 0 0,1-1 0 0 0,-1 1 1 0 0,1-1-1 0 0,0 1 1 0 0,0-1-1 0 0,0 1 1 0 0,0-1-1 0 0,0 0 1 0 0,0 0-1 0 0,1 0 0 0 0,-1 0 1 0 0,1-1-1 0 0,-1 1 1 0 0,1-1-1 0 0,0 1 1 0 0,0-1-1 0 0,-1 0 1 0 0,5 1-1 0 0,-4-2-13 0 0,0 0-1 0 0,0 0 1 0 0,1 0 0 0 0,-1 0-1 0 0,0-1 1 0 0,0 1 0 0 0,0-1-1 0 0,0 0 1 0 0,0 0 0 0 0,0 0-1 0 0,0 0 1 0 0,0-1 0 0 0,-1 1-1 0 0,1-1 1 0 0,0 1-1 0 0,-1-1 1 0 0,1 0 0 0 0,-1 0-1 0 0,0 0 1 0 0,1-1 0 0 0,1-2-1 0 0,3-4 35 0 0,0 0 0 0 0,-1 0 1 0 0,0-1-1 0 0,-1 0 0 0 0,0 0 0 0 0,-1 0 0 0 0,0-1 0 0 0,0 1 0 0 0,-1-1 0 0 0,0 0 0 0 0,-1 0 0 0 0,-1 0 0 0 0,1-1 0 0 0,-2 1 0 0 0,0 0 0 0 0,-2-22 0 0 0,0 16-178 0 0,0 1 0 0 0,-2-1 0 0 0,0 1-1 0 0,0 0 1 0 0,-2 0 0 0 0,0 0 0 0 0,0 1-1 0 0,-2 0 1 0 0,0 0 0 0 0,-18-24 0 0 0,25 37-48 0 0,0 0 1 0 0,0 1-1 0 0,-1-1 1 0 0,1 0-1 0 0,0 1 1 0 0,-1 0-1 0 0,1-1 1 0 0,-1 1-1 0 0,0 0 0 0 0,1 0 1 0 0,-1-1-1 0 0,0 1 1 0 0,0 1-1 0 0,0-1 1 0 0,1 0-1 0 0,-1 0 1 0 0,0 1-1 0 0,0-1 1 0 0,0 1-1 0 0,0-1 1 0 0,0 1-1 0 0,-1 0 1 0 0,1 0-1 0 0,0 0 1 0 0,0 0-1 0 0,-2 1 1 0 0,2 0-152 0 0,0 0 0 0 0,0 0 0 0 0,0 0 1 0 0,0 1-1 0 0,0-1 0 0 0,1 1 0 0 0,-1-1 1 0 0,0 1-1 0 0,1 0 0 0 0,-1-1 0 0 0,1 1 1 0 0,0 0-1 0 0,-1 0 0 0 0,1 0 0 0 0,0 0 0 0 0,0 0 1 0 0,0 0-1 0 0,1 1 0 0 0,-1-1 0 0 0,1 0 1 0 0,-1 0-1 0 0,1 0 0 0 0,-1 3 0 0 0,-4 45-2052 0 0,3-26 2139 0 0</inkml:trace>
</inkml:ink>
</file>

<file path=ppt/ink/ink1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1:35.83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71 10594 0 0,'0'-1'46'0'0,"0"0"0"0"0,0 1 0 0 0,0-1 0 0 0,0 0-1 0 0,1 1 1 0 0,-1-1 0 0 0,0 0 0 0 0,0 1 0 0 0,1-1 0 0 0,-1 0 0 0 0,0 1-1 0 0,1-1 1 0 0,-1 0 0 0 0,0 1 0 0 0,1-1 0 0 0,-1 1 0 0 0,1-1-1 0 0,-1 1 1 0 0,1-1 0 0 0,-1 1 0 0 0,1 0 0 0 0,0-1 0 0 0,-1 1-1 0 0,1-1 1 0 0,-1 1 0 0 0,1 0 0 0 0,0 0 0 0 0,1-1 0 0 0,-1 2 48 0 0,-1 0 1 0 0,1 0 0 0 0,0 0-1 0 0,-1-1 1 0 0,1 1 0 0 0,-1 0-1 0 0,1 0 1 0 0,-1 1 0 0 0,1-1-1 0 0,-1 0 1 0 0,1 0 0 0 0,-1 0-1 0 0,0 0 1 0 0,0 2 0 0 0,6 49 2526 0 0,-6-23-1814 0 0,0-9-549 0 0,0-1 0 0 0,1 1 0 0 0,1 0 0 0 0,9 33 0 0 0,-10-49-301 0 0,0-1 0 0 0,0 1 0 0 0,0-1 0 0 0,0 1 0 0 0,1-1 0 0 0,0 0 1 0 0,-1 0-1 0 0,1 0 0 0 0,0 0 0 0 0,1 0 0 0 0,-1-1 0 0 0,0 1 1 0 0,1 0-1 0 0,0-1 0 0 0,-1 0 0 0 0,1 0 0 0 0,0 1 0 0 0,0-2 0 0 0,0 1 1 0 0,1 0-1 0 0,-1-1 0 0 0,0 1 0 0 0,1-1 0 0 0,-1 0 0 0 0,0 0 1 0 0,1 0-1 0 0,0-1 0 0 0,-1 1 0 0 0,1-1 0 0 0,-1 0 0 0 0,1 0 0 0 0,6-1 1 0 0,-5 0-198 0 0,-1 0 0 0 0,1 0 0 0 0,0-1 0 0 0,-1 0 1 0 0,1 0-1 0 0,-1 0 0 0 0,0 0 0 0 0,0-1 0 0 0,0 1 1 0 0,0-1-1 0 0,0 0 0 0 0,0-1 0 0 0,-1 1 0 0 0,1 0 1 0 0,-1-1-1 0 0,0 0 0 0 0,0 0 0 0 0,-1 0 1 0 0,1 0-1 0 0,-1 0 0 0 0,4-9 0 0 0,2-7-120 0 0,-1 1 0 0 0,0-1 1 0 0,5-33-1 0 0,-5 11 694 0 0,4-23 923 0 0,-10 60-858 0 0,0 0 0 0 0,1 0 1 0 0,0 1-1 0 0,0-1 0 0 0,0 0 0 0 0,0 1 0 0 0,1-1 0 0 0,0 1 0 0 0,6-7 0 0 0,-8 10-289 0 0,-1 1-1 0 0,1-1 0 0 0,-1 1 0 0 0,1-1 1 0 0,-1 1-1 0 0,1-1 0 0 0,-1 1 1 0 0,1 0-1 0 0,0-1 0 0 0,-1 1 1 0 0,1 0-1 0 0,0-1 0 0 0,-1 1 0 0 0,1 0 1 0 0,0 0-1 0 0,0 0 0 0 0,-1 0 1 0 0,1 0-1 0 0,0 0 0 0 0,-1 0 0 0 0,1 0 1 0 0,0 0-1 0 0,0 0 0 0 0,-1 0 1 0 0,1 0-1 0 0,0 0 0 0 0,-1 1 0 0 0,1-1 1 0 0,1 1-1 0 0,0 0 79 0 0,0 1 0 0 0,0-1 0 0 0,0 1 0 0 0,0 0 0 0 0,0 0 0 0 0,0-1 0 0 0,-1 1 1 0 0,3 4-1 0 0,22 43 888 0 0,28 67-616 0 0,-45-100-1742 0 0,1-1 1 0 0,21 24 0 0 0,-14-22-5408 0 0</inkml:trace>
</inkml:ink>
</file>

<file path=ppt/ink/ink1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1:36.25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16 16 10138 0 0,'-13'-15'6043'0'0,"10"26"-1732"0"0,3 3-4355 0 0,4 85 668 0 0,5 0 0 0 0,3-1 0 0 0,48 178 0 0 0,-19-167-2326 0 0,-24-66-1540 0 0,-8-21-3444 0 0</inkml:trace>
</inkml:ink>
</file>

<file path=ppt/ink/ink1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1:36.41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0 232 12443 0 0,'3'-6'204'0'0,"0"1"1"0"0,0 0 0 0 0,1 0-1 0 0,-1 0 1 0 0,1 0 0 0 0,0 1 0 0 0,1 0-1 0 0,-1-1 1 0 0,1 1 0 0 0,8-5-1 0 0,58-31 1466 0 0,-42 25-1354 0 0,5-5-231 0 0,1 2 0 0 0,1 2 0 0 0,0 1 0 0 0,1 2 0 0 0,51-12 0 0 0,-61 20-95 0 0,-3-2 10 0 0</inkml:trace>
</inkml:ink>
</file>

<file path=ppt/ink/ink1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1:37.07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89 416 456 0 0,'-19'3'614'0'0,"-51"-2"9844"0"0,70-2-10407 0 0,0 0 1 0 0,0 1-1 0 0,0-1 1 0 0,0 1-1 0 0,1-1 1 0 0,-1 0-1 0 0,0 1 1 0 0,0-1 0 0 0,0 0-1 0 0,0 1 1 0 0,1-1-1 0 0,-1 1 1 0 0,0-1-1 0 0,1 1 1 0 0,-1-1-1 0 0,0 1 1 0 0,1-1-1 0 0,-1 1 1 0 0,1-1-1 0 0,-1 1 1 0 0,1-1-1 0 0,-1 1 1 0 0,1 0-1 0 0,-1-1 1 0 0,1 1-1 0 0,-1 0 1 0 0,1-1-1 0 0,-1 1 1 0 0,1 0 0 0 0,-1 0-1 0 0,1 0 1 0 0,1-1-1 0 0,21-12 577 0 0,35-11 453 0 0,1 2 0 0 0,107-23 0 0 0,-101 29-648 0 0,67-14 783 0 0,191-18 1 0 0,138 14 525 0 0,-371 29-1454 0 0,214-10 149 0 0,217-15-239 0 0,-4-35-207 0 0,-409 37 78 0 0,-5 2-2973 0 0,-86 24-4263 0 0</inkml:trace>
</inkml:ink>
</file>

<file path=ppt/ink/ink1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1:37.39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 19 16131 0 0,'-11'-10'1260'0'0,"13"3"-335"0"0,-1 7-841 0 0,0-1 0 0 0,0 1 0 0 0,0 0-1 0 0,-1 0 1 0 0,1 0 0 0 0,0-1 0 0 0,0 1 0 0 0,0 0 0 0 0,0 0-1 0 0,-1 0 1 0 0,1 0 0 0 0,0 1 0 0 0,0-1 0 0 0,0 0 0 0 0,0 0-1 0 0,-1 0 1 0 0,1 1 0 0 0,0-1 0 0 0,0 0 0 0 0,-1 1 0 0 0,1-1-1 0 0,0 1 1 0 0,0-1 0 0 0,-1 1 0 0 0,1-1 0 0 0,0 1 0 0 0,-1-1-1 0 0,1 1 1 0 0,0 0 0 0 0,7 9 157 0 0,0 1 0 0 0,-1 0 0 0 0,0 0 0 0 0,0 0 0 0 0,-2 1-1 0 0,1 0 1 0 0,-1 0 0 0 0,4 17 0 0 0,22 113 63 0 0,-17-69-3 0 0,48 167-71 0 0,-30-139-3144 0 0</inkml:trace>
</inkml:ink>
</file>

<file path=ppt/ink/ink1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1:37.67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1 156 2304 0 0,'3'-8'426'0'0,"2"1"0"0"0,-1-1 0 0 0,1 1 0 0 0,0 0 0 0 0,1 0 0 0 0,0 1 0 0 0,0 0 0 0 0,0 0 0 0 0,10-7 0 0 0,-2 2 1128 0 0,1 2 0 0 0,1 0 0 0 0,24-10 0 0 0,-35 17-1197 0 0,11-5 854 0 0,1 0 1 0 0,22-5 0 0 0,-36 11-1066 0 0,0 0 1 0 0,1 0 0 0 0,-1 1-1 0 0,0-1 1 0 0,0 1 0 0 0,1 0-1 0 0,-1 0 1 0 0,0 0-1 0 0,1 0 1 0 0,-1 1 0 0 0,0-1-1 0 0,1 1 1 0 0,-1 0 0 0 0,0 0-1 0 0,0 0 1 0 0,0 0-1 0 0,0 0 1 0 0,0 1 0 0 0,5 3-1 0 0,-6-3-114 0 0,-1 0 0 0 0,1 0 0 0 0,-1 0-1 0 0,0 0 1 0 0,1 0 0 0 0,-1 1 0 0 0,0-1 0 0 0,0 1 0 0 0,-1-1-1 0 0,1 0 1 0 0,-1 1 0 0 0,1-1 0 0 0,-1 1 0 0 0,0 0-1 0 0,1-1 1 0 0,-2 1 0 0 0,1-1 0 0 0,0 1 0 0 0,0-1 0 0 0,-1 1-1 0 0,1-1 1 0 0,-1 1 0 0 0,-1 2 0 0 0,-3 10 100 0 0,0 0 1 0 0,-13 22-1 0 0,11-22 161 0 0,-36 57 639 0 0,0 2-153 0 0,39-66-686 0 0,0 0 0 0 0,1 0 0 0 0,0 1 0 0 0,0-1 0 0 0,1 1 0 0 0,1 0 0 0 0,-2 9 0 0 0,3-15-86 0 0,0 0 0 0 0,0-1 0 0 0,0 1 0 0 0,0 0 0 0 0,0 0 0 0 0,1 0 0 0 0,-1 0-1 0 0,1-1 1 0 0,0 1 0 0 0,0 0 0 0 0,0-1 0 0 0,0 1 0 0 0,0-1 0 0 0,1 1 0 0 0,-1-1 0 0 0,1 1 0 0 0,0-1 0 0 0,0 0 0 0 0,3 4 0 0 0,-1-3 11 0 0,1 0-1 0 0,-1 0 1 0 0,1-1 0 0 0,-1 1 0 0 0,1-1 0 0 0,0 0 0 0 0,0 0 0 0 0,0-1 0 0 0,0 1 0 0 0,6 0 0 0 0,10 0-89 0 0,0-1 0 0 0,0 0 0 0 0,0-2 0 0 0,26-3 0 0 0,7-2-2110 0 0,-25 2-5541 0 0</inkml:trace>
</inkml:ink>
</file>

<file path=ppt/ink/ink1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1:37.93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115 43 11058 0 0,'-2'-3'334'0'0,"-1"-1"0"0"0,1 1 0 0 0,-1 0 0 0 0,1 1-1 0 0,-1-1 1 0 0,0 0 0 0 0,0 1 0 0 0,0-1-1 0 0,0 1 1 0 0,-1 0 0 0 0,1 0 0 0 0,0 0 0 0 0,-5-1-1 0 0,7 2-139 0 0,-1 1-1 0 0,0-1 1 0 0,0 0-1 0 0,0 1 0 0 0,0-1 1 0 0,1 1-1 0 0,-1-1 1 0 0,0 1-1 0 0,0 0 1 0 0,0 0-1 0 0,0 0 0 0 0,0 0 1 0 0,0 0-1 0 0,0 0 1 0 0,0 1-1 0 0,0-1 1 0 0,0 1-1 0 0,0-1 0 0 0,1 1 1 0 0,-1-1-1 0 0,0 1 1 0 0,0 0-1 0 0,1 0 0 0 0,-1 0 1 0 0,0 0-1 0 0,1 0 1 0 0,-1 1-1 0 0,-1 1 1 0 0,1 0-91 0 0,0 1 1 0 0,0 0-1 0 0,0 0 1 0 0,1 0-1 0 0,-1 1 1 0 0,1-1-1 0 0,0 0 1 0 0,0 0 0 0 0,1 1-1 0 0,-1-1 1 0 0,1 0-1 0 0,0 1 1 0 0,0-1-1 0 0,1 5 1 0 0,10 66 179 0 0,-8-63-168 0 0,5 16-68 0 0,1 0 0 0 0,1-1 0 0 0,2 0 0 0 0,0-1 0 0 0,2 0 0 0 0,31 43 0 0 0,11 21-1155 0 0,-35-41-1918 0 0,-15-26-4114 0 0</inkml:trace>
</inkml:ink>
</file>

<file path=ppt/ink/ink1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1:38.08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20 268 10138 0 0,'-2'-2'193'0'0,"1"0"1"0"0,-1-1-1 0 0,0 1 0 0 0,0 0 1 0 0,1-1-1 0 0,-1 1 0 0 0,1-1 1 0 0,0 1-1 0 0,0-1 0 0 0,0 1 1 0 0,0-1-1 0 0,0 0 0 0 0,1 0 1 0 0,-1 1-1 0 0,1-4 0 0 0,0 2 152 0 0,1 0-1 0 0,-1 0 0 0 0,1 0 0 0 0,0 0 1 0 0,1 1-1 0 0,-1-1 0 0 0,1 0 0 0 0,-1 1 1 0 0,1-1-1 0 0,4-4 0 0 0,1-2-75 0 0,0 0-1 0 0,1 1 1 0 0,0 0-1 0 0,0 0 1 0 0,1 0-1 0 0,0 2 1 0 0,20-14-1 0 0,4 1-618 0 0,40-17 0 0 0,-35 19 492 0 0,-1-1-154 0 0</inkml:trace>
</inkml:ink>
</file>

<file path=ppt/ink/ink1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1:38.33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22 159 11979 0 0,'-18'-4'932'0'0,"14"-3"300"0"0,6 4-1053 0 0,-1 1 0 0 0,0 0 0 0 0,1-1 0 0 0,0 1-1 0 0,-1 0 1 0 0,1 0 0 0 0,0 0 0 0 0,3-3 0 0 0,-2 3-179 0 0,3-4 558 0 0,68-63-2241 0 0,-66 63 1174 0 0,0 0 0 0 0,0 0 0 0 0,1 1 0 0 0,0 0 0 0 0,0 1 0 0 0,0-1 0 0 0,17-4 0 0 0,-12 7 491 0 0</inkml:trace>
</inkml:ink>
</file>

<file path=ppt/ink/ink1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1:38.47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 1 8290 0 0,'-2'4'650'0'0,"-1"0"-1"0"0,1 0 1 0 0,-1 0 0 0 0,1 0-1 0 0,0 1 1 0 0,1-1 0 0 0,-1 1 0 0 0,1 0-1 0 0,0-1 1 0 0,0 1 0 0 0,0 0 0 0 0,1 0-1 0 0,0 0 1 0 0,0 7 0 0 0,0-11-575 0 0,1-1 0 0 0,-1 1 0 0 0,1-1 0 0 0,-1 1 0 0 0,1 0 0 0 0,-1-1 0 0 0,1 1 0 0 0,-1-1 0 0 0,1 1 0 0 0,0-1 0 0 0,-1 0 0 0 0,1 1 0 0 0,0-1 0 0 0,-1 0 1 0 0,1 1-1 0 0,0-1 0 0 0,-1 0 0 0 0,1 0 0 0 0,0 1 0 0 0,0-1 0 0 0,-1 0 0 0 0,1 0 0 0 0,0 0 0 0 0,0 0 0 0 0,-1 0 0 0 0,1 0 0 0 0,0 0 0 0 0,0 0 0 0 0,-1-1 0 0 0,1 1 0 0 0,0 0 0 0 0,0 0 0 0 0,-1 0 0 0 0,1-1 0 0 0,1 0 0 0 0,29-13-314 0 0,-27 11 45 0 0,11-4-1495 0 0,0-2-5051 0 0</inkml:trace>
</inkml:ink>
</file>

<file path=ppt/ink/ink1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1:38.86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1 236 8290 0 0,'3'-2'467'0'0,"-1"0"0"0"0,1 0 1 0 0,0 1-1 0 0,0 0 0 0 0,0 0 0 0 0,1 0 1 0 0,-1 0-1 0 0,0 0 0 0 0,0 0 1 0 0,0 1-1 0 0,1-1 0 0 0,2 1 0 0 0,43 1 3269 0 0,-39 1-3438 0 0,1 0 1 0 0,-1 1-1 0 0,0 1 1 0 0,-1-1-1 0 0,1 1 1 0 0,-1 1-1 0 0,1 0 1 0 0,-1 0-1 0 0,-1 1 1 0 0,1 0 0 0 0,-1 0-1 0 0,0 1 1 0 0,0 0-1 0 0,-1 1 1 0 0,11 13-1 0 0,5 12-152 0 0,-1 0-1 0 0,32 65 0 0 0,-27-46 132 0 0,-17-34-233 0 0,0 2-20 0 0,0-1 0 0 0,1 0 0 0 0,1-1 1 0 0,1 0-1 0 0,1-1 0 0 0,29 29 0 0 0,-42-45-23 0 0,0 0 0 0 0,0 0 0 0 0,0 0 0 0 0,0 0 0 0 0,0 0 0 0 0,0-1 0 0 0,0 1 0 0 0,0 0 0 0 0,1-1 0 0 0,-1 1 0 0 0,0-1 0 0 0,0 1 0 0 0,1-1 0 0 0,-1 0 0 0 0,0 1 0 0 0,1-1 0 0 0,-1 0 0 0 0,2 0 0 0 0,-2 0 7 0 0,0-1 0 0 0,-1 1 0 0 0,1-1-1 0 0,0 1 1 0 0,-1-1 0 0 0,1 1 0 0 0,-1-1 0 0 0,1 1-1 0 0,-1-1 1 0 0,1 1 0 0 0,-1-1 0 0 0,0 1 0 0 0,1-1-1 0 0,-1 0 1 0 0,0 1 0 0 0,1-1 0 0 0,-1 0 0 0 0,0 1-1 0 0,0-1 1 0 0,1 0 0 0 0,-1 0 0 0 0,0 1 0 0 0,0-1 0 0 0,0-1-1 0 0,0-7 103 0 0,0-1-1 0 0,0 0 0 0 0,-4-18 1 0 0,2 17-79 0 0,-6-54-14 0 0,3 0-1 0 0,7-120 1 0 0,1 152-678 0 0,2 0-1 0 0,16-56 1 0 0,-14 65-803 0 0,2 1 0 0 0,1 0 0 0 0,0 0 0 0 0,20-28 0 0 0,-16 30-5093 0 0</inkml:trace>
</inkml:ink>
</file>

<file path=ppt/ink/ink1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1:39.13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21 6913 0 0,'0'-1'284'0'0,"1"0"-1"0"0,-1-1 0 0 0,1 1 1 0 0,0 0-1 0 0,0 0 0 0 0,0 0 1 0 0,0-1-1 0 0,0 1 0 0 0,0 0 0 0 0,0 0 1 0 0,0 0-1 0 0,0 0 0 0 0,0 1 1 0 0,1-1-1 0 0,-1 0 0 0 0,0 1 1 0 0,1-1-1 0 0,-1 0 0 0 0,0 1 0 0 0,1-1 1 0 0,-1 1-1 0 0,1 0 0 0 0,-1 0 1 0 0,0-1-1 0 0,1 1 0 0 0,-1 0 1 0 0,1 0-1 0 0,-1 0 0 0 0,1 0 0 0 0,-1 1 1 0 0,1-1-1 0 0,-1 0 0 0 0,1 1 1 0 0,-1-1-1 0 0,0 1 0 0 0,3 0 1 0 0,-2 0 135 0 0,0 1 0 0 0,0 0 0 0 0,0-1 0 0 0,-1 1-1 0 0,1 0 1 0 0,0 0 0 0 0,-1 0 0 0 0,1 0 0 0 0,-1 0 0 0 0,1 0 0 0 0,0 3 0 0 0,5 18-45 0 0,27 142 627 0 0,-16-96-3793 0 0</inkml:trace>
</inkml:ink>
</file>

<file path=ppt/ink/ink1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1:39.32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 25 14747 0 0,'-14'-20'1866'0'0,"12"16"-493"0"0,10 14-739 0 0,67 83-6921 0 0,-56-69 6149 0 0</inkml:trace>
</inkml:ink>
</file>

<file path=ppt/ink/ink1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1:39.63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26 8290 0 0,'0'0'59'0'0,"0"0"1"0"0,0-1 0 0 0,0 1 0 0 0,0 0-1 0 0,0-1 1 0 0,0 1 0 0 0,0 0-1 0 0,1 0 1 0 0,-1-1 0 0 0,0 1 0 0 0,0 0-1 0 0,0 0 1 0 0,1-1 0 0 0,-1 1-1 0 0,0 0 1 0 0,0 0 0 0 0,1 0 0 0 0,-1-1-1 0 0,0 1 1 0 0,0 0 0 0 0,1 0-1 0 0,-1 0 1 0 0,0 0 0 0 0,0 0 0 0 0,1 0-1 0 0,-1-1 1 0 0,0 1 0 0 0,1 0-1 0 0,-1 0 1 0 0,0 0 0 0 0,1 0 0 0 0,-1 0-1 0 0,0 0 1 0 0,1 0 0 0 0,-1 0-1 0 0,0 0 1 0 0,0 0 0 0 0,1 1 0 0 0,-1-1-1 0 0,0 0 1 0 0,1 0 0 0 0,10 13 2019 0 0,2 22 437 0 0,3 53-845 0 0,-14-68-1588 0 0,1-1-1 0 0,0 0 1 0 0,2 1-1 0 0,0-2 0 0 0,1 1 1 0 0,12 26-1 0 0,-17-45-79 0 0,-1 1 1 0 0,0-1-1 0 0,0 1 1 0 0,0 0-1 0 0,0-1 0 0 0,1 1 1 0 0,-1-1-1 0 0,0 1 0 0 0,0-1 1 0 0,1 1-1 0 0,-1-1 1 0 0,1 1-1 0 0,-1-1 0 0 0,0 1 1 0 0,1-1-1 0 0,-1 0 0 0 0,1 1 1 0 0,-1-1-1 0 0,1 1 0 0 0,-1-1 1 0 0,1 0-1 0 0,-1 0 1 0 0,1 1-1 0 0,-1-1 0 0 0,1 0 1 0 0,0 0-1 0 0,-1 0 0 0 0,1 1 1 0 0,-1-1-1 0 0,1 0 1 0 0,0 0-1 0 0,-1 0 0 0 0,1 0 1 0 0,-1 0-1 0 0,1 0 0 0 0,0 0 1 0 0,-1-1-1 0 0,1 1 0 0 0,-1 0 1 0 0,1 0-1 0 0,0 0 1 0 0,-1 0-1 0 0,1-1 0 0 0,-1 1 1 0 0,1 0-1 0 0,-1-1 0 0 0,1 1 1 0 0,-1 0-1 0 0,1-1 1 0 0,-1 1-1 0 0,1-1 0 0 0,-1 1 1 0 0,0-1-1 0 0,1 1 0 0 0,-1-1 1 0 0,0 1-1 0 0,1-1 1 0 0,-1 1-1 0 0,0-1 0 0 0,0 1 1 0 0,1-1-1 0 0,-1 1 0 0 0,0-1 1 0 0,0 0-1 0 0,0 0 0 0 0,18-52 125 0 0,-14 38-326 0 0,6-16-114 0 0,2-5-297 0 0,20-43-1 0 0,-28 70 780 0 0,1 0-1 0 0,0 1 0 0 0,0-1 0 0 0,1 1 0 0 0,0 0 1 0 0,1 1-1 0 0,-1 0 0 0 0,1 0 0 0 0,15-12 1 0 0,-20 18-65 0 0,-1 0 0 0 0,1-1 1 0 0,0 1-1 0 0,-1 1 1 0 0,1-1-1 0 0,0 0 1 0 0,-1 0-1 0 0,1 0 1 0 0,0 1-1 0 0,0-1 0 0 0,0 1 1 0 0,0 0-1 0 0,0-1 1 0 0,-1 1-1 0 0,1 0 1 0 0,0 0-1 0 0,0 0 1 0 0,0 0-1 0 0,0 1 1 0 0,0-1-1 0 0,0 0 0 0 0,0 1 1 0 0,-1-1-1 0 0,1 1 1 0 0,0 0-1 0 0,0 0 1 0 0,-1 0-1 0 0,1-1 1 0 0,0 2-1 0 0,-1-1 0 0 0,1 0 1 0 0,-1 0-1 0 0,1 0 1 0 0,-1 1-1 0 0,0-1 1 0 0,0 1-1 0 0,2 1 1 0 0,17 31 515 0 0,-6 3-3800 0 0,-8-23 26 0 0,2 5-3824 0 0</inkml:trace>
</inkml:ink>
</file>

<file path=ppt/ink/ink1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1:40.11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335 41 14283 0 0,'2'-8'1040'0'0,"4"-19"-674"0"0,-8 22 216 0 0,-6 15 1296 0 0,-28 55-1016 0 0,2 1-1 0 0,4 2 1 0 0,-22 74-1 0 0,42-113-839 0 0,-104 315 64 0 0,98-282-46 0 0,2-1 1 0 0,3 1-1 0 0,-5 109 1 0 0,17-140 17 0 0,0-1 1 0 0,3 1 0 0 0,0-1-1 0 0,2 0 1 0 0,1 0-1 0 0,1-1 1 0 0,17 41 0 0 0,-9-35 61 0 0,1 0-1 0 0,2-2 1 0 0,1 0 0 0 0,2-1 0 0 0,41 46 0 0 0,-36-48-75 0 0,2-1 1 0 0,1-2-1 0 0,1-1 0 0 0,1-1 1 0 0,2-2-1 0 0,0-1 0 0 0,1-2 1 0 0,1-1-1 0 0,1-2 0 0 0,1-1 1 0 0,0-3-1 0 0,52 13 0 0 0,-46-19-1138 0 0,0-4-4426 0 0,-5-3-1797 0 0</inkml:trace>
</inkml:ink>
</file>

<file path=ppt/ink/ink1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0:38.55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213 356 7370 0 0,'-7'-29'1009'0'0,"5"16"256"0"0,-1 0 0 0 0,0 1 0 0 0,-9-19 0 0 0,12 29-1082 0 0,-1 0-1 0 0,0 0 1 0 0,0 0-1 0 0,0 0 0 0 0,0 0 1 0 0,-1 0-1 0 0,1 0 1 0 0,0 1-1 0 0,-1-1 0 0 0,1 1 1 0 0,-1-1-1 0 0,1 1 1 0 0,-1-1-1 0 0,0 1 0 0 0,0 0 1 0 0,0 0-1 0 0,0 0 1 0 0,0 0-1 0 0,0 0 0 0 0,0 0 1 0 0,0 1-1 0 0,0-1 1 0 0,0 1-1 0 0,0-1 0 0 0,0 1 1 0 0,0 0-1 0 0,-3 0 1 0 0,2 0-69 0 0,0 1 0 0 0,0 0 1 0 0,0 0-1 0 0,0 1 0 0 0,0-1 1 0 0,0 1-1 0 0,1-1 0 0 0,-1 1 1 0 0,0 0-1 0 0,1 0 1 0 0,-1 0-1 0 0,1 0 0 0 0,0 0 1 0 0,0 1-1 0 0,0-1 0 0 0,0 1 1 0 0,0-1-1 0 0,0 1 0 0 0,-1 3 1 0 0,-6 10 53 0 0,1 0 1 0 0,-6 19 0 0 0,11-28-98 0 0,-9 24-45 0 0,3-1 0 0 0,0 2-1 0 0,2 0 1 0 0,1 0 0 0 0,2 0-1 0 0,-1 45 1 0 0,5-57-18 0 0,0 1 0 0 0,2-1-1 0 0,0 0 1 0 0,1 1 0 0 0,1-1 0 0 0,1-1 0 0 0,1 1-1 0 0,1-1 1 0 0,0 0 0 0 0,2 0 0 0 0,12 21 0 0 0,-17-33-42 0 0,1-1 1 0 0,0 1-1 0 0,0-1 1 0 0,1 0-1 0 0,-1 0 1 0 0,1-1-1 0 0,1 0 1 0 0,-1 0-1 0 0,1 0 1 0 0,0-1-1 0 0,0 1 1 0 0,0-2-1 0 0,0 1 1 0 0,1-1-1 0 0,-1 0 1 0 0,1-1-1 0 0,0 0 1 0 0,0 0-1 0 0,0-1 1 0 0,0 0-1 0 0,0 0 0 0 0,0-1 1 0 0,9 0-1 0 0,-5-1-22 0 0,1-1-1 0 0,-1 0 0 0 0,1-1 0 0 0,-1-1 0 0 0,0 0 1 0 0,0 0-1 0 0,-1-1 0 0 0,0-1 0 0 0,1 0 0 0 0,-2-1 1 0 0,1 1-1 0 0,-1-2 0 0 0,0 0 0 0 0,10-10 0 0 0,1-4 137 0 0,-1-1-1 0 0,-2 0 0 0 0,0-1 0 0 0,-1-1 0 0 0,-2-1 1 0 0,20-43-1 0 0,-25 45 124 0 0,-1 0 0 0 0,-1 0 0 0 0,-1 0 1 0 0,-1-1-1 0 0,-1 0 0 0 0,-1-1 0 0 0,-2 1 0 0 0,0-27 0 0 0,-4 32-77 0 0,0 1 1 0 0,-1 0-1 0 0,-1 1 0 0 0,-1-1 0 0 0,-1 1 0 0 0,0 0 0 0 0,-2 0 0 0 0,-14-26 0 0 0,9 22-47 0 0,0 0-1 0 0,-2 1 1 0 0,-1 1 0 0 0,0 1 0 0 0,-1 0-1 0 0,-20-17 1 0 0,28 29-60 0 0,0 1-1 0 0,0-1 0 0 0,-1 1 1 0 0,0 1-1 0 0,0 0 1 0 0,-15-6-1 0 0,22 10-47 0 0,0 0 1 0 0,0 0-1 0 0,0 0 0 0 0,0 0 0 0 0,1 1 1 0 0,-2-1-1 0 0,1 1 0 0 0,0-1 0 0 0,0 1 0 0 0,0 0 1 0 0,0 0-1 0 0,0 1 0 0 0,0-1 0 0 0,0 1 1 0 0,0-1-1 0 0,0 1 0 0 0,0 0 0 0 0,0 0 0 0 0,1 0 1 0 0,-1 1-1 0 0,0-1 0 0 0,0 0 0 0 0,1 1 1 0 0,-1 0-1 0 0,1 0 0 0 0,0 0 0 0 0,-1 0 0 0 0,-2 4 1 0 0,4-5-139 0 0,0 1 1 0 0,0-1 0 0 0,1 1 0 0 0,-1-1 0 0 0,0 1 0 0 0,1 0-1 0 0,-1-1 1 0 0,1 1 0 0 0,-1 0 0 0 0,1 0 0 0 0,0-1-1 0 0,0 3 1 0 0</inkml:trace>
</inkml:ink>
</file>

<file path=ppt/ink/ink1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0:38.91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87 104 7546 0 0,'-46'-1'1657'0'0,"5"-4"9783"0"0,68-11-10304 0 0,30-6-857 0 0,75-19 0 0 0,-86 28-1729 0 0,-24 7-6042 0 0</inkml:trace>
</inkml:ink>
</file>

<file path=ppt/ink/ink1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0:39.31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54 133 6449 0 0,'-35'-24'2899'0'0,"33"23"-2483"0"0,0-1 1 0 0,1 0-1 0 0,-1 1 0 0 0,1-1 1 0 0,0 0-1 0 0,-1 0 0 0 0,1 0 1 0 0,0 0-1 0 0,0 0 1 0 0,0 0-1 0 0,0 0 0 0 0,1 0 1 0 0,-1-1-1 0 0,0 1 0 0 0,1 0 1 0 0,-1-4-1 0 0,1 5-360 0 0,0 1-1 0 0,1 0 1 0 0,-1 0 0 0 0,0 0-1 0 0,0-1 1 0 0,0 1 0 0 0,0 0-1 0 0,0 0 1 0 0,0 0 0 0 0,1 0-1 0 0,-1-1 1 0 0,0 1-1 0 0,0 0 1 0 0,0 0 0 0 0,1 0-1 0 0,-1 0 1 0 0,0 0 0 0 0,0 0-1 0 0,0 0 1 0 0,1-1 0 0 0,-1 1-1 0 0,0 0 1 0 0,0 0-1 0 0,0 0 1 0 0,1 0 0 0 0,-1 0-1 0 0,0 0 1 0 0,0 0 0 0 0,0 0-1 0 0,1 0 1 0 0,-1 0 0 0 0,0 0-1 0 0,0 0 1 0 0,1 0-1 0 0,-1 1 1 0 0,0-1 0 0 0,0 0-1 0 0,0 0 1 0 0,1 0 0 0 0,-1 0-1 0 0,0 0 1 0 0,0 0 0 0 0,0 0-1 0 0,0 1 1 0 0,1-1-1 0 0,-1 0 1 0 0,0 0 0 0 0,0 0-1 0 0,0 0 1 0 0,0 1 0 0 0,0-1-1 0 0,1 0 1 0 0,-1 0 0 0 0,0 0-1 0 0,0 1 1 0 0,0-1-1 0 0,0 0 1 0 0,0 0 0 0 0,12 12 605 0 0,3 9-383 0 0,0 2 0 0 0,-2 0 0 0 0,15 34 0 0 0,-15-27 72 0 0,32 48-1 0 0,-30-57-359 0 0,1 0 0 0 0,1-2 0 0 0,29 28 0 0 0,-39-40 7 0 0,0-1 0 0 0,0 0 0 0 0,1-1 0 0 0,0 0 0 0 0,0 0 1 0 0,0-1-1 0 0,0 0 0 0 0,1 0 0 0 0,-1-1 0 0 0,1 0 0 0 0,0-1 0 0 0,0 0 1 0 0,12 2-1 0 0,-16-4 14 0 0,-1 0 0 0 0,1-1-1 0 0,-1 1 1 0 0,1-1 0 0 0,-1 0 0 0 0,1 0 0 0 0,-1 0 0 0 0,0-1 0 0 0,1 1 0 0 0,-1-1 0 0 0,0 0 0 0 0,0 0-1 0 0,0-1 1 0 0,3-2 0 0 0,-1 0 36 0 0,0 0-1 0 0,0-1 0 0 0,-1 0 0 0 0,0 0 1 0 0,0 0-1 0 0,-1 0 0 0 0,7-12 1 0 0,-4 2 90 0 0,0 0 1 0 0,-1-1 0 0 0,0 0-1 0 0,-1 0 1 0 0,-1 0 0 0 0,3-28-1 0 0,-5 12-148 0 0,-1-1 0 0 0,-2 1-1 0 0,-1 0 1 0 0,-1 0 0 0 0,-13-54-1 0 0,16 87-6 0 0,0 0 0 0 0,0 0 0 0 0,0 0 1 0 0,0 0-1 0 0,0 0 0 0 0,0 0 0 0 0,1 0 0 0 0,-1 0 0 0 0,0 0 0 0 0,0 0 0 0 0,0 0 0 0 0,0 0 0 0 0,0 0 0 0 0,0 0 0 0 0,1 0 0 0 0,-1 0 0 0 0,0 0 0 0 0,0 0 0 0 0,0 0 0 0 0,0 0 0 0 0,0 0 0 0 0,0 0 0 0 0,0-1 0 0 0,0 1 0 0 0,1 0 0 0 0,-1 0 1 0 0,0 0-1 0 0,0 0 0 0 0,0 0 0 0 0,0 0 0 0 0,0 0 0 0 0,0 0 0 0 0,0 0 0 0 0,0-1 0 0 0,0 1 0 0 0,0 0 0 0 0,0 0 0 0 0,0 0 0 0 0,0 0 0 0 0,0 0 0 0 0,0 0 0 0 0,0 0 0 0 0,0-1 0 0 0,0 1 0 0 0,0 0 0 0 0,0 0 0 0 0,0 0 0 0 0,0 0 0 0 0,0 0 1 0 0,0 0-1 0 0,0-1 0 0 0,0 1 0 0 0,0 0 0 0 0,0 0 0 0 0,0 0 0 0 0,0 0 0 0 0,0 0 0 0 0,0 0 0 0 0,0 0 0 0 0,0 0 0 0 0,0-1 0 0 0,0 1 0 0 0,0 0 0 0 0,0 0 0 0 0,-1 0 0 0 0,10 7-2014 0 0</inkml:trace>
</inkml:ink>
</file>

<file path=ppt/ink/ink1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0:39.50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5985 0 0,'23'34'5435'0'0,"-14"-15"-4292"0"0,0 1 0 0 0,-2-1 0 0 0,0 1 0 0 0,-2 1 1 0 0,6 31-1 0 0,5 107-499 0 0,-16-150-1011 0 0</inkml:trace>
</inkml:ink>
</file>

<file path=ppt/ink/ink1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0:39.69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42 9218 0 0,'-1'-4'816'0'0,"1"-2"-656"0"0,3-1 2233 0 0,-3 2-1065 0 0,1 0 8 0 0,-1-2-560 0 0,3-1 1177 0 0,-2 11-2137 0 0,1 6-168 0 0,1 4-32 0 0,0 1 0 0 0,-1 5 288 0 0,3-5 96 0 0</inkml:trace>
</inkml:ink>
</file>

<file path=ppt/ink/ink1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0:40.01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1 138 2761 0 0,'5'3'154'0'0,"-1"-1"0"0"0,1 0 1 0 0,0 1-1 0 0,-1 0 1 0 0,1 0-1 0 0,-1 0 1 0 0,0 0-1 0 0,0 1 0 0 0,0 0 1 0 0,-1 0-1 0 0,1 0 1 0 0,-1 0-1 0 0,0 0 1 0 0,0 1-1 0 0,0-1 0 0 0,2 8 1 0 0,-1-6 122 0 0,-1 0 0 0 0,1 1 0 0 0,1-1 0 0 0,-1-1 0 0 0,1 1 0 0 0,0-1 0 0 0,8 8 0 0 0,-12-13-277 0 0,-1 0 0 0 0,1 0 0 0 0,-1 0 0 0 0,1 1 0 0 0,-1-1 0 0 0,1 0 0 0 0,-1 0 0 0 0,1 0 0 0 0,-1 0 1 0 0,1 0-1 0 0,-1 0 0 0 0,1 0 0 0 0,-1 0 0 0 0,1 0 0 0 0,-1 0 0 0 0,1-1 0 0 0,-1 1 0 0 0,1 0 0 0 0,-1 0 0 0 0,1 0 0 0 0,-1-1 1 0 0,1 1-1 0 0,-1 0 0 0 0,1 0 0 0 0,-1-1 0 0 0,0 1 0 0 0,1-1 0 0 0,-1 1 0 0 0,0 0 0 0 0,1-1 0 0 0,-1 1 0 0 0,0-1 1 0 0,1 1-1 0 0,-1 0 0 0 0,0-1 0 0 0,0 1 0 0 0,0-1 0 0 0,1 1 0 0 0,-1-1 0 0 0,0 1 0 0 0,0-1 0 0 0,0 1 0 0 0,0-1 1 0 0,0 1-1 0 0,0-1 0 0 0,0 1 0 0 0,0-2 0 0 0,6-31 1120 0 0,-5 29-701 0 0,3-29 1163 0 0,-3 12-704 0 0,2 0-1 0 0,0 1 1 0 0,2 0 0 0 0,0 0-1 0 0,1 0 1 0 0,14-30-1 0 0,-20 50-799 0 0,0 0-1 0 0,0 0 1 0 0,0-1 0 0 0,0 1-1 0 0,0 0 1 0 0,0 0-1 0 0,0 0 1 0 0,1-1-1 0 0,-1 1 1 0 0,0 0 0 0 0,0 0 77 0 0,0-1-78 0 0,1 1 1 0 0,-1 0-1 0 0,0 0 1 0 0,0 0 0 0 0,0 0-1 0 0,1 0 1 0 0,-1-1-1 0 0,0 1 1 0 0,0 0-1 0 0,1 0 1 0 0,-1 0 0 0 0,0 0-1 0 0,0 0 1 0 0,1 0-1 0 0,-1 0 1 0 0,0 0-1 0 0,0 0 1 0 0,1 0 0 0 0,-1 0-1 0 0,0 0 1 0 0,0 0-1 0 0,1 0 1 0 0,-1 0-1 0 0,0 0 1 0 0,0 0 0 0 0,0 1-1 0 0,1-1 1 0 0,8 11 1208 0 0,5 20-697 0 0,-13-28-365 0 0,29 84 192 0 0,22 51 134 0 0,-43-119-2701 0 0,1-1 1 0 0,22 31 0 0 0,-12-25-5009 0 0</inkml:trace>
</inkml:ink>
</file>

<file path=ppt/ink/ink1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0:40.51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0 870 12899 0 0,'11'-2'932'0'0,"-1"-1"0"0"0,0 0-1 0 0,13-5 1 0 0,15-5-386 0 0,289-65 2688 0 0,-165 43-2597 0 0,407-74 526 0 0,-420 83-943 0 0,1289-252 416 0 0,-1266 243-549 0 0,490-98 368 0 0,-166 34-385 0 0,-396 81-201 0 0,190-9-1 0 0,-124 24-3787 0 0,-138 3-3210 0 0</inkml:trace>
</inkml:ink>
</file>

<file path=ppt/ink/ink1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0:40.92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34 70 9218 0 0,'-17'-36'2033'0'0,"1"3"5665"0"0,19 66-3820 0 0,-1 0-3711 0 0,3 4-39 0 0,34 182 314 0 0,-32-189-413 0 0,1-1 1 0 0,2 0-1 0 0,0-1 1 0 0,3 0 0 0 0,19 33-1 0 0,-28-52-436 0 0,2-1 0 0 0,-1 0 0 0 0,1 0 0 0 0,0-1-1 0 0,1 0 1 0 0,12 11 0 0 0</inkml:trace>
</inkml:ink>
</file>

<file path=ppt/ink/ink1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0:41.22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1 115 1376 0 0,'4'-7'526'0'0,"1"0"-1"0"0,0 0 1 0 0,0 1-1 0 0,1-1 1 0 0,-1 1-1 0 0,2 1 1 0 0,-1-1-1 0 0,0 1 1 0 0,10-6-1 0 0,-3 3 178 0 0,0 1 0 0 0,0 0 0 0 0,0 1 0 0 0,19-6 0 0 0,-27 10-403 0 0,1 0 0 0 0,-1 1-1 0 0,1 0 1 0 0,0 0 0 0 0,0 0-1 0 0,-1 1 1 0 0,1 0 0 0 0,0 0-1 0 0,0 1 1 0 0,0-1 0 0 0,-1 1 0 0 0,1 0-1 0 0,0 1 1 0 0,-1 0 0 0 0,10 4-1 0 0,-12-5-166 0 0,0 1-1 0 0,0 0 1 0 0,0 0-1 0 0,-1 1 1 0 0,1-1-1 0 0,-1 1 1 0 0,1-1-1 0 0,-1 1 1 0 0,0 0-1 0 0,0 0 1 0 0,0-1-1 0 0,-1 1 1 0 0,1 1-1 0 0,-1-1 0 0 0,1 0 1 0 0,-1 0-1 0 0,0 1 1 0 0,0-1-1 0 0,-1 0 1 0 0,1 1-1 0 0,-1-1 1 0 0,1 1-1 0 0,-1-1 1 0 0,0 1-1 0 0,-1-1 1 0 0,1 1-1 0 0,-1 4 1 0 0,-3 12 172 0 0,0-1 0 0 0,-1 1 0 0 0,-1-1 0 0 0,-16 35 0 0 0,-45 73 314 0 0,24-49-273 0 0,36-68-260 0 0,5-7-32 0 0,0-1 1 0 0,1 1 0 0 0,-1 0 0 0 0,0-1 0 0 0,1 1 0 0 0,0 0 0 0 0,0 0 0 0 0,0 0 0 0 0,0 0 0 0 0,0 0 0 0 0,0 1 0 0 0,0 3 0 0 0,2-7-25 0 0,0 0 1 0 0,-1 1-1 0 0,1-1 0 0 0,0 0 1 0 0,-1 1-1 0 0,1-1 1 0 0,0 0-1 0 0,0 0 0 0 0,-1 1 1 0 0,1-1-1 0 0,0 0 1 0 0,0 0-1 0 0,0 0 1 0 0,-1 0-1 0 0,1 0 0 0 0,0 0 1 0 0,0 0-1 0 0,-1 0 1 0 0,1-1-1 0 0,0 1 0 0 0,1-1 1 0 0,19-4 117 0 0,-20 4-136 0 0,59-19 122 0 0,-4 0-260 0 0,0 2 1 0 0,1 3 0 0 0,66-9-1 0 0,-92 20-1068 0 0,5 0-4129 0 0,-1 1-1512 0 0</inkml:trace>
</inkml:ink>
</file>

<file path=ppt/ink/ink1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0:41.43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7834 0 0,'12'14'1413'0'0,"-1"0"1"0"0,0 0 0 0 0,0 1 0 0 0,-2 0-1 0 0,9 19 1 0 0,33 84 1683 0 0,-40-84-5618 0 0,-10-28 1528 0 0</inkml:trace>
</inkml:ink>
</file>

<file path=ppt/ink/ink1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0:41.59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 6913 0 0,'6'4'6002'0'0,"-3"2"-4098"0"0,1 4-952 0 0,2 3-191 0 0,0 2-41 0 0,1 1-8 0 0,0 0-1448 0 0,2-2-289 0 0,1 1-55 0 0,3-2-8 0 0,1 1 888 0 0</inkml:trace>
</inkml:ink>
</file>

<file path=ppt/ink/ink1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0:42.00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16 112 14283 0 0,'-15'10'1804'0'0,"21"-12"229"0"0,27-13-325 0 0,19-19-1016 0 0,-33 21-1697 0 0,0 1-1 0 0,1 0 1 0 0,41-16-1 0 0,-58 26 975 0 0,0 1 0 0 0,0 1 0 0 0,0-1 0 0 0,0 0-1 0 0,0 1 1 0 0,1-1 0 0 0,-1 1 0 0 0,0 0 0 0 0,0 0 0 0 0,4 1-1 0 0,-1 3 32 0 0</inkml:trace>
</inkml:ink>
</file>

<file path=ppt/ink/ink1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0:42.15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1 129 10594 0 0,'24'-16'6502'0'0,"14"-9"-4071"0"0,99-53-8126 0 0,-114 68 3946 0 0</inkml:trace>
</inkml:ink>
</file>

<file path=ppt/ink/ink1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0:42.72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1 355 15203 0 0,'0'-1'114'0'0,"0"0"0"0"0,-1 0 0 0 0,1 1 1 0 0,0-1-1 0 0,0 0 0 0 0,0 0 0 0 0,0 0 0 0 0,1 0 0 0 0,-1 0 0 0 0,0 0 0 0 0,0 0 0 0 0,0 0 0 0 0,1 0 0 0 0,-1 1 0 0 0,1-1 0 0 0,-1 0 0 0 0,0 0 0 0 0,1 0 1 0 0,-1 1-1 0 0,1-1 0 0 0,0 0 0 0 0,-1 1 0 0 0,1-1 0 0 0,0 0 0 0 0,-1 1 0 0 0,2-2 0 0 0,-1 2-33 0 0,0 0 0 0 0,1 0 0 0 0,-1 0 0 0 0,0 0 0 0 0,0 0 0 0 0,1 1 0 0 0,-1-1 0 0 0,0 0 0 0 0,0 0 0 0 0,0 1 0 0 0,1-1 0 0 0,-1 1 0 0 0,0-1 1 0 0,0 1-1 0 0,0-1 0 0 0,0 1 0 0 0,1 1 0 0 0,9 6 185 0 0,0 1 0 0 0,17 18 0 0 0,-20-19 6 0 0,29 28 157 0 0,4 5 130 0 0,73 57 1 0 0,-101-89-474 0 0,1 0 1 0 0,0 0-1 0 0,0-1 1 0 0,1-1-1 0 0,0 0 0 0 0,0-1 1 0 0,0-1-1 0 0,1 0 1 0 0,0-1-1 0 0,23 3 0 0 0,-36-7-54 0 0,0 0 0 0 0,-1 0 0 0 0,1 0 0 0 0,0 0 0 0 0,-1 0-1 0 0,1-1 1 0 0,0 1 0 0 0,-1-1 0 0 0,1 0 0 0 0,-1 0 0 0 0,1 0 0 0 0,-1 0 0 0 0,1 0-1 0 0,-1 0 1 0 0,1-1 0 0 0,-1 1 0 0 0,0-1 0 0 0,2-1 0 0 0,-1-1 20 0 0,0 1 0 0 0,0-1 0 0 0,0 1 0 0 0,-1-1 0 0 0,0 0 0 0 0,0 0 1 0 0,0 0-1 0 0,0 0 0 0 0,-1 0 0 0 0,2-5 0 0 0,1-10 134 0 0,-1-1-1 0 0,-1 1 1 0 0,0 0 0 0 0,-2-21-1 0 0,0 34-135 0 0,-8-140 93 0 0,3 93-622 0 0,5-105 0 0 0,8 110-829 0 0,4 18-4940 0 0,1 10-1110 0 0</inkml:trace>
</inkml:ink>
</file>

<file path=ppt/ink/ink1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0:42.89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6913 0 0,'35'77'7762'0'0,"-7"-2"-4075"0"0,-21-52-3179 0 0,-2 0-1 0 0,0 0 1 0 0,-1 0 0 0 0,0 47-1 0 0,-5-26-862 0 0,0-16-5024 0 0,-1-9-1129 0 0</inkml:trace>
</inkml:ink>
</file>

<file path=ppt/ink/ink1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0:43.05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22 10594 0 0,'-2'-5'944'0'0,"2"0"1105"0"0,2-7 2848 0 0,15 41-6441 0 0,-10-15 919 0 0,3 5 497 0 0</inkml:trace>
</inkml:ink>
</file>

<file path=ppt/ink/ink1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0:43.44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21 23 10594 0 0,'-1'-1'56'0'0,"0"1"-1"0"0,0 0 0 0 0,1 0 1 0 0,-1-1-1 0 0,0 1 0 0 0,0 0 1 0 0,0 0-1 0 0,1 0 0 0 0,-1 0 1 0 0,0 0-1 0 0,0 0 0 0 0,0 0 1 0 0,0 0-1 0 0,1 0 0 0 0,-1 0 1 0 0,0 0-1 0 0,0 1 0 0 0,0-1 1 0 0,1 0-1 0 0,-1 1 1 0 0,0-1-1 0 0,0 0 0 0 0,0 2 1 0 0,9 15 1810 0 0,-3-9-1228 0 0,20 38 1845 0 0,-19-33-2051 0 0,2 1-1 0 0,-1-1 0 0 0,2 0 1 0 0,0 0-1 0 0,0-1 0 0 0,12 11 1 0 0,-21-22-426 0 0,1-1 1 0 0,-1 0 0 0 0,0 0-1 0 0,0 1 1 0 0,1-1 0 0 0,-1 0-1 0 0,0 0 1 0 0,1 0 0 0 0,-1 1 0 0 0,0-1-1 0 0,1 0 1 0 0,-1 0 0 0 0,0 0-1 0 0,1 0 1 0 0,-1 0 0 0 0,0 0-1 0 0,1 1 1 0 0,-1-1 0 0 0,1 0 0 0 0,-1 0-1 0 0,0 0 1 0 0,1 0 0 0 0,-1-1-1 0 0,0 1 1 0 0,1 0 0 0 0,-1 0-1 0 0,1 0 1 0 0,-1 0 0 0 0,0 0 0 0 0,1 0-1 0 0,-1 0 1 0 0,0-1 0 0 0,1 1-1 0 0,-1 0 1 0 0,9-16 313 0 0,2-30 382 0 0,-8 34-462 0 0,1-5-17 0 0,11-40 298 0 0,-13 53-460 0 0,0-1-1 0 0,0 1 1 0 0,0-1-1 0 0,0 1 0 0 0,1 0 1 0 0,0 0-1 0 0,-1 0 0 0 0,1 0 1 0 0,5-4-1 0 0,-7 7-42 0 0,-1 1 1 0 0,1-1-1 0 0,-1 1 0 0 0,0 0 0 0 0,1-1 0 0 0,-1 1 0 0 0,1 0 1 0 0,-1 0-1 0 0,1 0 0 0 0,0-1 0 0 0,-1 1 0 0 0,1 0 0 0 0,-1 0 1 0 0,1 0-1 0 0,-1 0 0 0 0,1 0 0 0 0,-1 0 0 0 0,1 0 0 0 0,0 0 1 0 0,-1 0-1 0 0,1 0 0 0 0,-1 0 0 0 0,1 0 0 0 0,-1 0 0 0 0,1 0 1 0 0,-1 1-1 0 0,1-1 0 0 0,0 0 0 0 0,13 16 166 0 0,4 24-173 0 0,-17-37 6 0 0,4 11 37 0 0,1 2-185 0 0,0 0-1 0 0,0 0 0 0 0,2-1 1 0 0,16 26-1 0 0,-8-21-124 0 0</inkml:trace>
</inkml:ink>
</file>

<file path=ppt/ink/ink1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0:44.03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294 0 5985 0 0,'-87'30'1624'0'0,"-105"60"8715"0"0,191-89-10229 0 0,0-1 0 0 0,1 0 0 0 0,-1 0 0 0 0,0 0 0 0 0,1 0 0 0 0,-1 1 0 0 0,0-1 0 0 0,1 0 0 0 0,-1 1 0 0 0,1-1 0 0 0,-1 0 0 0 0,0 1 0 0 0,1-1 0 0 0,-1 1 0 0 0,1-1 0 0 0,-1 1 0 0 0,1-1 0 0 0,0 1 0 0 0,-1-1 0 0 0,1 1 0 0 0,-1-1 0 0 0,1 1 0 0 0,0 0 0 0 0,0-1 0 0 0,-1 1 1 0 0,1 0-1 0 0,0-1 0 0 0,0 2 0 0 0,19 1 1033 0 0,40-11-762 0 0,-56 8-251 0 0,399-77-384 0 0,-383 74-7818 0 0</inkml:trace>
</inkml:ink>
</file>

<file path=ppt/ink/ink1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0:44.43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17 307 9218 0 0,'-1'0'57'0'0,"0"1"0"0"0,0-1 0 0 0,0 0 0 0 0,0 0-1 0 0,1 0 1 0 0,-1 1 0 0 0,0-1 0 0 0,0 1 0 0 0,0-1 0 0 0,0 1 0 0 0,0-1 0 0 0,0 1 0 0 0,0-1-1 0 0,1 1 1 0 0,-1 0 0 0 0,0-1 0 0 0,1 1 0 0 0,-2 1 0 0 0,8 15 727 0 0,0-4-459 0 0,18 36 2745 0 0,55 83 0 0 0,-54-97-2268 0 0,1-1 1 0 0,56 56 0 0 0,-73-82-677 0 0,-1-1-1 0 0,1 0 0 0 0,1 0 0 0 0,-1-1 0 0 0,1 0 1 0 0,1 0-1 0 0,-1-1 0 0 0,1-1 0 0 0,-1 0 1 0 0,1 0-1 0 0,0-1 0 0 0,12 2 0 0 0,-17-5-61 0 0,-1 1-1 0 0,1-1 0 0 0,-1 0 1 0 0,1 0-1 0 0,0 0 0 0 0,-1-1 1 0 0,1 0-1 0 0,-1 0 0 0 0,1-1 1 0 0,-1 1-1 0 0,0-1 0 0 0,0 0 1 0 0,0-1-1 0 0,0 1 0 0 0,0-1 1 0 0,0 0-1 0 0,0 0 0 0 0,-1 0 1 0 0,0-1-1 0 0,1 0 0 0 0,-1 0 1 0 0,-1 0-1 0 0,1 0 0 0 0,-1 0 1 0 0,1-1-1 0 0,3-6 0 0 0,2-7 103 0 0,-1-1-1 0 0,0 1 1 0 0,-1-1 0 0 0,-1 0-1 0 0,-1-1 1 0 0,-1 0-1 0 0,2-27 1 0 0,2-143 476 0 0,-11 98-700 0 0,-19-111 0 0 0,17 179-567 0 0,3 21-515 0 0,2 15-1205 0 0</inkml:trace>
</inkml:ink>
</file>

<file path=ppt/ink/ink1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0:45.08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16 71 4145 0 0,'-14'7'9335'0'0,"14"-5"-8989"0"0,-2 20 3547 0 0,15 31-3242 0 0,-10-42 190 0 0,1 4-686 0 0,0-1 1 0 0,2 0 0 0 0,-1 1-1 0 0,2-2 1 0 0,0 1-1 0 0,0-1 1 0 0,16 21 0 0 0,-20-30-122 0 0,0 0 0 0 0,0-1 0 0 0,1 1 1 0 0,-1-1-1 0 0,1 0 0 0 0,0 0 1 0 0,0-1-1 0 0,0 1 0 0 0,0-1 1 0 0,0 0-1 0 0,0 0 0 0 0,0 0 0 0 0,1 0 1 0 0,-1-1-1 0 0,1 0 0 0 0,0 0 1 0 0,-1 0-1 0 0,1 0 0 0 0,0-1 1 0 0,-1 0-1 0 0,1 0 0 0 0,0 0 0 0 0,-1 0 1 0 0,1-1-1 0 0,0 0 0 0 0,-1 0 1 0 0,1 0-1 0 0,-1-1 0 0 0,6-1 1 0 0,-5 0 33 0 0,1 1 1 0 0,-1-1 0 0 0,0 0 0 0 0,0-1-1 0 0,-1 1 1 0 0,1-1 0 0 0,-1 0-1 0 0,0 0 1 0 0,1 0 0 0 0,-2-1 0 0 0,1 1-1 0 0,-1-1 1 0 0,1 0 0 0 0,-1 0 0 0 0,-1 0-1 0 0,1-1 1 0 0,-1 1 0 0 0,0-1 0 0 0,0 1-1 0 0,0-1 1 0 0,-1 0 0 0 0,0 1-1 0 0,0-1 1 0 0,0-10 0 0 0,-1 8-30 0 0,0-1 0 0 0,0 1 0 0 0,-1-1-1 0 0,0 1 1 0 0,0-1 0 0 0,-1 1 0 0 0,0 0 0 0 0,-1 0 0 0 0,1 0 0 0 0,-2 0 0 0 0,1 0-1 0 0,-1 0 1 0 0,0 1 0 0 0,-1 0 0 0 0,0 0 0 0 0,-7-9 0 0 0,4 9-34 0 0,1 0-1 0 0,-1 0 1 0 0,-1 1 0 0 0,1 0 0 0 0,-1 1-1 0 0,0 0 1 0 0,0 0 0 0 0,-12-3 0 0 0,17 6-87 0 0,1 1 1 0 0,-1-1 0 0 0,0 1-1 0 0,0 0 1 0 0,0 1 0 0 0,0-1 0 0 0,1 1-1 0 0,-1 0 1 0 0,0 0 0 0 0,0 0-1 0 0,0 0 1 0 0,0 0 0 0 0,0 1-1 0 0,0 0 1 0 0,0 0 0 0 0,1 0-1 0 0,-1 0 1 0 0,0 1 0 0 0,1-1 0 0 0,-1 1-1 0 0,1 0 1 0 0,-1 0 0 0 0,1 0-1 0 0,-5 5 1 0 0,1 2-877 0 0</inkml:trace>
</inkml:ink>
</file>

<file path=ppt/ink/ink1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0:45.38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93 3225 0 0,'1'-1'211'0'0,"0"0"0"0"0,-1 1 0 0 0,1-1 0 0 0,0 1 0 0 0,0-1 0 0 0,0 1 0 0 0,0-1 0 0 0,0 1 0 0 0,0 0 0 0 0,0 0 0 0 0,0-1 0 0 0,-1 1 0 0 0,1 0 0 0 0,0 0 0 0 0,0 0 0 0 0,0 0 0 0 0,0 0 0 0 0,0 0 0 0 0,0 0 0 0 0,0 0 0 0 0,0 0 0 0 0,0 1 0 0 0,0-1 0 0 0,0 0 0 0 0,0 1 0 0 0,0-1 0 0 0,0 1 0 0 0,0-1 0 0 0,0 1 0 0 0,-1-1 0 0 0,1 1 0 0 0,0-1 0 0 0,0 1 0 0 0,-1 0-1 0 0,1-1 1 0 0,0 1 0 0 0,-1 0 0 0 0,1 0 0 0 0,-1 0 0 0 0,2 1 0 0 0,1 2 180 0 0,-1 0 0 0 0,1 0 0 0 0,-1 0 0 0 0,1 0-1 0 0,-1 0 1 0 0,0 0 0 0 0,1 7 0 0 0,0 9 641 0 0,-3-16-1030 0 0,1 0 0 0 0,-1 0-1 0 0,1 0 1 0 0,0 0 0 0 0,0 0 0 0 0,0 0-1 0 0,0 0 1 0 0,1 0 0 0 0,-1-1 0 0 0,1 1-1 0 0,0 0 1 0 0,0-1 0 0 0,0 1 0 0 0,1-1-1 0 0,3 4 1 0 0,-6-7-41 0 0,1 1 1 0 0,-1-1-1 0 0,1 0 1 0 0,-1 0-1 0 0,1 1 0 0 0,-1-1 1 0 0,1 0-1 0 0,-1 0 1 0 0,1 0-1 0 0,-1 0 0 0 0,1 1 1 0 0,0-1-1 0 0,-1 0 1 0 0,1 0-1 0 0,-1 0 0 0 0,1 0 1 0 0,-1 0-1 0 0,1-1 1 0 0,-1 1-1 0 0,1 0 0 0 0,-1 0 1 0 0,1 0-1 0 0,0 0 1 0 0,-1 0-1 0 0,1-1 0 0 0,-1 1 1 0 0,1 0-1 0 0,-1-1 1 0 0,0 1-1 0 0,1 0 0 0 0,0-1 1 0 0,13-19-526 0 0,0-23 480 0 0,-7-18 565 0 0,-6 46 381 0 0,1-1 1 0 0,0 1-1 0 0,1-1 1 0 0,5-16-1 0 0,-8 32-816 0 0,0 0-1 0 0,0 0 1 0 0,0 0-1 0 0,0-1 1 0 0,0 1-1 0 0,0 0 1 0 0,0 0 0 0 0,0 0-1 0 0,1 0 1 0 0,-1 0-1 0 0,0 0 1 0 0,0-1 0 0 0,0 1-1 0 0,0 0 1 0 0,0 0-1 0 0,0-1 183 0 0,0 1-182 0 0,1 0-1 0 0,-1 0 1 0 0,0 0-1 0 0,0 0 1 0 0,0 0 0 0 0,0 0-1 0 0,0 0 1 0 0,0 0-1 0 0,1 0 1 0 0,-1 0-1 0 0,0 0 1 0 0,0 0 0 0 0,0 0-1 0 0,0 0 1 0 0,0 0-1 0 0,1 0 1 0 0,-1 0-1 0 0,0 0 1 0 0,0 0 0 0 0,0 0-1 0 0,0 0 1 0 0,0 0-1 0 0,1 0 1 0 0,-1 0-1 0 0,0 0 1 0 0,0 0 0 0 0,0 0-1 0 0,0 0 1 0 0,0 0-1 0 0,0 0 1 0 0,1 1 182 0 0,-1-1-183 0 0,0 0 1 0 0,0 0-1 0 0,0 0 1 0 0,0 0 0 0 0,0 1-1 0 0,8 13 795 0 0,3 21-846 0 0,-11-34 110 0 0,3 9-48 0 0,0 1 0 0 0,1-1 0 0 0,0 0 1 0 0,0 0-1 0 0,1 0 0 0 0,1-1 0 0 0,0 1 0 0 0,12 14 0 0 0,-15-20-172 0 0,1-1-1 0 0,-1 0 0 0 0,1 0 1 0 0,-1-1-1 0 0,1 1 0 0 0,0-1 1 0 0,0 0-1 0 0,0 0 0 0 0,0 0 0 0 0,5 1 1 0 0,-4-2-314 0 0,0 0-1 0 0,-1 0 1 0 0,1 0 0 0 0,0-1 0 0 0,0 0-1 0 0,0 0 1 0 0,0 0 0 0 0,0-1 0 0 0,0 0 0 0 0,8-2-1 0 0,14-6-6037 0 0</inkml:trace>
</inkml:ink>
</file>

<file path=ppt/ink/ink1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0:45.52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7 141 5529 0 0,'-5'-103'2871'0'0,"3"66"9525"0"0,6 62-12182 0 0,2-1-1 0 0,0 1 1 0 0,2-1-1 0 0,0 0 0 0 0,2 0 1 0 0,1-1-1 0 0,0-1 0 0 0,20 29 1 0 0,-13-25-1728 0 0,-1-2-6054 0 0</inkml:trace>
</inkml:ink>
</file>

<file path=ppt/ink/ink1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0:45.73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1 179 12443 0 0,'0'-1'73'0'0,"0"-1"1"0"0,0 0 0 0 0,1 1-1 0 0,-1-1 1 0 0,0 0 0 0 0,1 1-1 0 0,0-1 1 0 0,-1 0 0 0 0,1 1-1 0 0,0-1 1 0 0,0 1-1 0 0,0-1 1 0 0,0 1 0 0 0,0 0-1 0 0,0-1 1 0 0,0 1 0 0 0,0 0-1 0 0,1 0 1 0 0,-1 0 0 0 0,0 0-1 0 0,1 0 1 0 0,-1 0 0 0 0,1 0-1 0 0,-1 0 1 0 0,1 1 0 0 0,1-2-1 0 0,53-22 784 0 0,-45 20-658 0 0,47-16 627 0 0,1 3-1 0 0,94-15 0 0 0,9-2-7959 0 0,-119 22 3226 0 0</inkml:trace>
</inkml:ink>
</file>

<file path=ppt/ink/ink1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0:46.17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6 903 19356 0 0,'0'0'36'0'0,"0"0"-1"0"0,0 0 1 0 0,-1 0-1 0 0,1 0 1 0 0,0 0-1 0 0,0 0 1 0 0,0 0 0 0 0,-1 0-1 0 0,1 0 1 0 0,0 0-1 0 0,0 0 1 0 0,0 0-1 0 0,-1 0 1 0 0,1 0-1 0 0,0-1 1 0 0,0 1 0 0 0,0 0-1 0 0,-1 0 1 0 0,1 0-1 0 0,0 0 1 0 0,0 0-1 0 0,0 0 1 0 0,0 0-1 0 0,-1-1 1 0 0,1 1 0 0 0,0 0-1 0 0,0 0 1 0 0,0 0-1 0 0,0 0 1 0 0,0-1-1 0 0,0 1 1 0 0,-1 0-1 0 0,1 0 1 0 0,0 0 0 0 0,0-1-1 0 0,0 1 1 0 0,0 0-1 0 0,0 0 1 0 0,0 0-1 0 0,0-1 1 0 0,0 1-1 0 0,0 0 1 0 0,0 0 0 0 0,0 0-1 0 0,0-1 1 0 0,0 1-1 0 0,0 0 1 0 0,0 0-1 0 0,0 0 1 0 0,0-1-1 0 0,0 1 1 0 0,0 0 0 0 0,1 0-1 0 0,-1-1 1 0 0,15-11 531 0 0,28-10-623 0 0,-39 21 182 0 0,44-20-21 0 0,1 3 1 0 0,67-16 0 0 0,107-13 67 0 0,-102 23-135 0 0,681-83-77 0 0,-421 66 144 0 0,1943-337 1853 0 0,-1974 296-1932 0 0,-77 18-237 0 0,-197 48-127 0 0,111-10 1 0 0,-74 25-6663 0 0,-76 4-159 0 0</inkml:trace>
</inkml:ink>
</file>

<file path=ppt/ink/ink1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0:46.50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134 48 14283 0 0,'-8'1'298'0'0,"0"-2"0"0"0,1 1-1 0 0,-1-1 1 0 0,0 0 0 0 0,1-1 0 0 0,0 0 0 0 0,-1 0 0 0 0,1-1-1 0 0,0 1 1 0 0,0-1 0 0 0,0-1 0 0 0,-9-6 0 0 0,9 5-58 0 0,-14-7 4203 0 0,28 22-3885 0 0,32 39-463 0 0,-2 2-1 0 0,-3 1 1 0 0,-2 2 0 0 0,-2 2 0 0 0,-3 0 0 0 0,-2 2 0 0 0,34 119 0 0 0,-49-143-1336 0 0,0-2-4477 0 0,-1-5-1676 0 0</inkml:trace>
</inkml:ink>
</file>

<file path=ppt/ink/ink1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0:46.82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55 2761 0 0,'45'-19'1954'0'0,"-23"11"1777"0"0,1 1 1 0 0,0 0-1 0 0,24-3 1 0 0,-7 7-3917 0 0,-39 3 190 0 0,0 0 0 0 0,0 0-1 0 0,-1 0 1 0 0,1 0 0 0 0,0 0 0 0 0,0 0-1 0 0,0 0 1 0 0,0 1 0 0 0,0-1-1 0 0,-1 0 1 0 0,1 0 0 0 0,0 1 0 0 0,0-1-1 0 0,0 0 1 0 0,-1 1 0 0 0,1-1 0 0 0,0 1-1 0 0,0-1 1 0 0,-1 1 0 0 0,1-1-1 0 0,-1 1 1 0 0,1 0 0 0 0,0-1 0 0 0,-1 1-1 0 0,1 0 1 0 0,-1 0 0 0 0,1-1 0 0 0,-1 1-1 0 0,0 0 1 0 0,1 0 0 0 0,-1-1-1 0 0,0 1 1 0 0,0 0 0 0 0,1 0 0 0 0,-1 0-1 0 0,0 0 1 0 0,0 0 0 0 0,0-1 0 0 0,0 1-1 0 0,0 0 1 0 0,0 0 0 0 0,0 0-1 0 0,0 0 1 0 0,0 0 0 0 0,-1-1 0 0 0,1 1-1 0 0,0 0 1 0 0,-1 0 0 0 0,1 0 0 0 0,-1 0-1 0 0,-2 9-222 0 0,-1-1 0 0 0,0 0 0 0 0,-9 13 0 0 0,8-13-20 0 0,-127 231-4178 0 0,129-234 4569 0 0,0-1 0 0 0,0 1 0 0 0,1 0 0 0 0,0 0 1 0 0,0 0-1 0 0,1 0 0 0 0,-1 0 0 0 0,1 1 0 0 0,1-1 0 0 0,-1 0 0 0 0,1 0 0 0 0,1 11 0 0 0,-1-14 39 0 0,1 0 0 0 0,0 0-1 0 0,0 0 1 0 0,0 0 0 0 0,0-1-1 0 0,1 1 1 0 0,-1 0 0 0 0,1-1 0 0 0,-1 1-1 0 0,1 0 1 0 0,0-1 0 0 0,0 0-1 0 0,0 1 1 0 0,0-1 0 0 0,1 0-1 0 0,-1 0 1 0 0,1-1 0 0 0,-1 1-1 0 0,1 0 1 0 0,0-1 0 0 0,-1 1-1 0 0,1-1 1 0 0,0 0 0 0 0,0 0 0 0 0,0 0-1 0 0,0 0 1 0 0,3 0 0 0 0,10 1-79 0 0,-1-1 0 0 0,1 0 0 0 0,0-2 0 0 0,-1 1 0 0 0,1-2 0 0 0,0 0 1 0 0,-1-1-1 0 0,18-6 0 0 0,15-1-1713 0 0,-24 6-5912 0 0</inkml:trace>
</inkml:ink>
</file>

<file path=ppt/ink/ink1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0:47.06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134 20 12899 0 0,'0'-1'91'0'0,"-1"-1"0"0"0,0 1 1 0 0,0 0-1 0 0,0 0 1 0 0,0-1-1 0 0,0 1 0 0 0,0 0 1 0 0,0 0-1 0 0,0 0 0 0 0,0 0 1 0 0,-1 0-1 0 0,1 1 1 0 0,0-1-1 0 0,0 0 0 0 0,-1 1 1 0 0,1-1-1 0 0,-1 0 0 0 0,1 1 1 0 0,-1 0-1 0 0,1-1 1 0 0,0 1-1 0 0,-1 0 0 0 0,1 0 1 0 0,-1 0-1 0 0,1 0 0 0 0,-1 0 1 0 0,1 0-1 0 0,-1 0 0 0 0,1 0 1 0 0,-3 1-1 0 0,0 1 180 0 0,0 0 0 0 0,0 0 0 0 0,1 0 0 0 0,-1 0 0 0 0,1 1 0 0 0,0-1 0 0 0,0 1 0 0 0,0 0 0 0 0,0 0 0 0 0,-4 4 0 0 0,1 1-49 0 0,0 0 1 0 0,1 1-1 0 0,0 0 0 0 0,0-1 1 0 0,1 2-1 0 0,0-1 0 0 0,0 0 1 0 0,1 1-1 0 0,1-1 0 0 0,-1 1 1 0 0,2 0-1 0 0,-1 0 0 0 0,1 0 1 0 0,1 0-1 0 0,0 0 0 0 0,0 0 1 0 0,1 0-1 0 0,0 0 0 0 0,1 0 1 0 0,0 0-1 0 0,0 0 0 0 0,6 11 1 0 0,-1-2-426 0 0,0 0 0 0 0,2 0 0 0 0,1-1 0 0 0,12 19 1 0 0,-6-13-1886 0 0,1-1 0 0 0,25 24 0 0 0,-25-28-5018 0 0</inkml:trace>
</inkml:ink>
</file>

<file path=ppt/ink/ink1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0:47.21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0 308 7834 0 0,'1'-2'236'0'0,"-1"0"-1"0"0,0 0 1 0 0,1 0 0 0 0,0 0 0 0 0,-1 0 0 0 0,1 1 0 0 0,0-1-1 0 0,0 0 1 0 0,0 0 0 0 0,0 1 0 0 0,0-1 0 0 0,0 1 0 0 0,0-1-1 0 0,3-2 1 0 0,26-21 5633 0 0,-14 12-5520 0 0,25-24 803 0 0,1 2 1 0 0,84-51-1 0 0,-95 68-2538 0 0,1 2 1 0 0,65-23-1 0 0,-65 30-68 0 0</inkml:trace>
</inkml:ink>
</file>

<file path=ppt/ink/ink1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0:48.52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77 138 7834 0 0,'-2'1'248'0'0,"0"0"0"0"0,0 1 1 0 0,0-1-1 0 0,0 0 0 0 0,0 0 1 0 0,0 0-1 0 0,0 0 1 0 0,0-1-1 0 0,-1 1 0 0 0,1-1 1 0 0,0 1-1 0 0,0-1 0 0 0,-1 0 1 0 0,-2 0-1 0 0,-36-5 7080 0 0,48-2-6198 0 0,16-7-722 0 0,-20 12-22 0 0,33-19 5 0 0,1 2-1 0 0,0 1 1 0 0,58-20-1 0 0,-74 32-249 0 0,1 0 1 0 0,0 2-1 0 0,0 0 0 0 0,0 2 1 0 0,0 0-1 0 0,1 1 0 0 0,-1 1 1 0 0,26 4-1 0 0,38 13-1498 0 0,18 2-4029 0 0,-82-17-1882 0 0</inkml:trace>
</inkml:ink>
</file>

<file path=ppt/ink/ink1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0:48.85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9 243 13363 0 0,'0'-1'99'0'0,"-1"1"-1"0"0,1 0 1 0 0,-1 0 0 0 0,1 0 0 0 0,0 0 0 0 0,-1-1-1 0 0,1 1 1 0 0,-1 0 0 0 0,1 0 0 0 0,0-1 0 0 0,-1 1 0 0 0,1 0-1 0 0,-1-1 1 0 0,1 1 0 0 0,0 0 0 0 0,0-1 0 0 0,-1 1-1 0 0,1 0 1 0 0,0-1 0 0 0,-1 1 0 0 0,1-1 0 0 0,0 1-1 0 0,0-1 1 0 0,0 1 0 0 0,0 0 0 0 0,0-1 0 0 0,-1 1-1 0 0,1-1 1 0 0,0 1 0 0 0,0-1 0 0 0,0 1 0 0 0,0-1-1 0 0,0 1 1 0 0,0-1 0 0 0,0 1 0 0 0,1-1 0 0 0,-1 1-1 0 0,0-1 1 0 0,0 1 0 0 0,0-1 0 0 0,0 1 0 0 0,1 0-1 0 0,-1-1 1 0 0,0 1 0 0 0,0-1 0 0 0,1 1 0 0 0,-1 0-1 0 0,0-1 1 0 0,1 0 0 0 0,0 1 26 0 0,0 0 0 0 0,0-1 0 0 0,0 1 0 0 0,0 0 0 0 0,0 0 0 0 0,1-1 0 0 0,-1 1 0 0 0,0 0-1 0 0,0 0 1 0 0,0 0 0 0 0,0 0 0 0 0,0 1 0 0 0,0-1 0 0 0,0 0 0 0 0,1 0 0 0 0,-1 1 0 0 0,0-1 0 0 0,0 0 0 0 0,0 1 0 0 0,0-1 0 0 0,0 1 0 0 0,1 0 0 0 0,7 6 55 0 0,-1 0 1 0 0,1 1-1 0 0,-1-1 1 0 0,-1 2-1 0 0,1-1 1 0 0,9 15-1 0 0,34 63-67 0 0,-29-46-58 0 0,-18-33-54 0 0,20 35 35 0 0,37 48 0 0 0,-53-80-31 0 0,1 1 0 0 0,0-1 0 0 0,1 0 0 0 0,0-1 1 0 0,0 0-1 0 0,1-1 0 0 0,0 0 0 0 0,0-1 1 0 0,18 9-1 0 0,-26-15 26 0 0,0 1 0 0 0,0-1-1 0 0,0 0 1 0 0,0 0 0 0 0,0-1 0 0 0,0 1 0 0 0,1-1 0 0 0,-1 1 0 0 0,0-1-1 0 0,0 0 1 0 0,1 0 0 0 0,3-1 0 0 0,-5 1-13 0 0,-1-1 0 0 0,0 0 0 0 0,1 1 1 0 0,-1-1-1 0 0,0 0 0 0 0,0 1 0 0 0,0-1 0 0 0,0 0 0 0 0,0 0 1 0 0,0 0-1 0 0,0 0 0 0 0,0 0 0 0 0,0 0 0 0 0,0-1 0 0 0,-1 1 1 0 0,1 0-1 0 0,0 0 0 0 0,-1-1 0 0 0,1 1 0 0 0,-1 0 0 0 0,1-1 1 0 0,-1 1-1 0 0,0 0 0 0 0,0-1 0 0 0,1 1 0 0 0,-1 0 0 0 0,0-1 1 0 0,0 1-1 0 0,0-1 0 0 0,-1-1 0 0 0,-1-47 745 0 0,-19-95 0 0 0,0-5-645 0 0,21 144-115 0 0,-4-127-373 0 0,4 120 50 0 0,1-1-1 0 0,1 0 1 0 0,0 0 0 0 0,1 1-1 0 0,1-1 1 0 0,0 1 0 0 0,9-19-1 0 0,-3 14-821 0 0</inkml:trace>
</inkml:ink>
</file>

<file path=ppt/ink/ink1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0:49.12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9 5985 0 0,'0'-1'101'0'0,"0"1"0"0"0,1-1 0 0 0,-1 1 0 0 0,0-1 0 0 0,0 1-1 0 0,1-1 1 0 0,-1 1 0 0 0,0 0 0 0 0,0-1 0 0 0,1 1 0 0 0,-1 0 0 0 0,1-1 0 0 0,-1 1-1 0 0,0-1 1 0 0,1 1 0 0 0,-1 0 0 0 0,1 0 0 0 0,-1-1 0 0 0,1 1 0 0 0,-1 0-1 0 0,1 0 1 0 0,-1 0 0 0 0,1-1 0 0 0,-1 1 0 0 0,1 0 0 0 0,-1 0 0 0 0,1 0-1 0 0,-1 0 1 0 0,1 0 0 0 0,-1 0 0 0 0,1 0 0 0 0,-1 0 0 0 0,1 0 0 0 0,-1 0 0 0 0,1 1-1 0 0,-1-1 1 0 0,1 0 0 0 0,0 0 0 0 0,19 19 2775 0 0,11 30 239 0 0,-21-29-1795 0 0,27 60 2187 0 0,-35-74-3385 0 0,0 0 1 0 0,0 0-1 0 0,0 0 0 0 0,-1 0 0 0 0,0 0 1 0 0,0 1-1 0 0,-1-1 0 0 0,1 0 1 0 0,-2 0-1 0 0,1 1 0 0 0,-1 5 1 0 0,-2-8-154 0 0,2-4-106 0 0</inkml:trace>
</inkml:ink>
</file>

<file path=ppt/ink/ink1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0:49.31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 6 10594 0 0,'-3'-2'472'0'0,"2"0"96"0"0,-1 1-455 0 0,1 1-113 0 0,-1 0 528 0 0,1 1 80 0 0,-2 3 24 0 0,0 2 0 0 0,2 3-1016 0 0,1-1-208 0 0,3 2-40 0 0,1 0-8 0 0</inkml:trace>
</inkml:ink>
</file>

<file path=ppt/ink/ink1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0:49.63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69 2761 0 0,'3'-1'458'0'0,"0"1"0"0"0,0 0 1 0 0,0 0-1 0 0,0 0 1 0 0,-1 0-1 0 0,1 0 1 0 0,0 1-1 0 0,0-1 0 0 0,0 1 1 0 0,0-1-1 0 0,0 1 1 0 0,-1 0-1 0 0,1 1 1 0 0,0-1-1 0 0,3 2 0 0 0,-1 1 105 0 0,0-1-1 0 0,0 1 1 0 0,-1 0 0 0 0,1 1-1 0 0,-1-1 1 0 0,7 11-1 0 0,-1-1-37 0 0,-2 0 0 0 0,0 1 0 0 0,0 1 0 0 0,7 23 0 0 0,-8-13-180 0 0,-6-20-325 0 0,0 0 0 0 0,1 0 1 0 0,-1 0-1 0 0,1 0 0 0 0,0-1 0 0 0,1 1 1 0 0,-1-1-1 0 0,6 9 0 0 0,-7-17 6 0 0,0 0 0 0 0,0 1 1 0 0,0-1-1 0 0,0 0 0 0 0,-1 0 0 0 0,1 0 1 0 0,-1 0-1 0 0,0-4 0 0 0,0-18 170 0 0,1 1 1 0 0,2 0-1 0 0,0 0 0 0 0,12-43 0 0 0,-13 59-103 0 0,1 0 0 0 0,0 0 0 0 0,1 1 0 0 0,0-1 0 0 0,0 1 0 0 0,0 0 0 0 0,11-12 1 0 0,-12 16-11 0 0,1-1 1 0 0,-1 1-1 0 0,1 0 1 0 0,-1 1 0 0 0,1-1-1 0 0,0 1 1 0 0,0-1-1 0 0,0 1 1 0 0,0 0 0 0 0,1 1-1 0 0,-1-1 1 0 0,0 1 0 0 0,1 0-1 0 0,-1 0 1 0 0,7 0-1 0 0,-7 1-6 0 0,1 0 1 0 0,-1 0-1 0 0,1 1 0 0 0,-1-1 0 0 0,1 1 0 0 0,-1 0 0 0 0,0 1 0 0 0,0-1 0 0 0,1 1 0 0 0,-1 0 0 0 0,0 0 0 0 0,0 0 0 0 0,-1 0 0 0 0,1 1 1 0 0,0 0-1 0 0,3 3 0 0 0,8 8 12 0 0,0 1 1 0 0,16 22 0 0 0,3 3-904 0 0,-16-23 263 0 0,0 2-8 0 0</inkml:trace>
</inkml:ink>
</file>

<file path=ppt/ink/ink1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0:49.97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41 525 14283 0 0,'-41'27'1552'0'0,"75"-28"-530"0"0,258-75 1885 0 0,-158 38-1578 0 0,554-112 1082 0 0,-54 61-1819 0 0,43-7-1072 0 0,-242 6-3614 0 0,-389 78-3017 0 0</inkml:trace>
</inkml:ink>
</file>

<file path=ppt/ink/ink1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0:50.24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 12899 0 0,'10'5'715'0'0,"0"0"1"0"0,0 0-1 0 0,17 4 1 0 0,15 8 920 0 0,-14-2-1001 0 0,-2 2-1 0 0,0 0 1 0 0,0 2-1 0 0,-2 1 1 0 0,-1 0-1 0 0,29 34 1 0 0,111 154 89 0 0,-159-202-957 0 0,-1-3-85 0 0,0 0 0 0 0,-1 1 0 0 0,0-1 1 0 0,0 1-1 0 0,0 0 0 0 0,0-1 0 0 0,0 1 0 0 0,1 5 0 0 0</inkml:trace>
</inkml:ink>
</file>

<file path=ppt/ink/ink1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0:50.53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5 373 6913 0 0,'-2'-9'168'0'0,"1"0"0"0"0,0 0 0 0 0,1 1-1 0 0,0-1 1 0 0,0 0 0 0 0,1 0 0 0 0,0 0-1 0 0,1 0 1 0 0,-1 1 0 0 0,2-1-1 0 0,-1 1 1 0 0,1-1 0 0 0,1 1 0 0 0,-1 0-1 0 0,1 0 1 0 0,6-8 0 0 0,7-12 1313 0 0,2 1-1 0 0,0 0 1 0 0,38-38 0 0 0,-50 58-1206 0 0,0 1 1 0 0,0-1-1 0 0,0 1 1 0 0,1 1-1 0 0,-1-1 1 0 0,2 1-1 0 0,-1 1 0 0 0,0-1 1 0 0,1 2-1 0 0,0-1 1 0 0,0 1-1 0 0,0 0 1 0 0,0 1-1 0 0,0 0 0 0 0,0 1 1 0 0,1-1-1 0 0,15 2 1 0 0,-21 0-211 0 0,1 0 1 0 0,-1 1 0 0 0,1 0 0 0 0,-1 0-1 0 0,1 0 1 0 0,-1 1 0 0 0,0-1 0 0 0,0 1-1 0 0,1 0 1 0 0,-1 0 0 0 0,-1 1 0 0 0,1-1-1 0 0,0 1 1 0 0,-1 0 0 0 0,1 0 0 0 0,-1 0-1 0 0,4 4 1 0 0,-3-1-17 0 0,0 0 0 0 0,0 1 0 0 0,-1-1 0 0 0,0 1 0 0 0,0-1 0 0 0,0 1 0 0 0,-1 0 0 0 0,0 0 0 0 0,2 14 0 0 0,-2 0 9 0 0,-1 1 0 0 0,0 0 0 0 0,-2-1 0 0 0,-1 1 0 0 0,0-1 0 0 0,-7 27 0 0 0,-1-13 7 0 0,-29 66 1 0 0,25-68 125 0 0,1 0 0 0 0,-8 36 0 0 0,21-67-173 0 0,-1 0 1 0 0,1 0-1 0 0,-1 0 0 0 0,1 0 1 0 0,0 0-1 0 0,0 0 0 0 0,0 0 1 0 0,0 0-1 0 0,0 0 0 0 0,0 0 1 0 0,0 0-1 0 0,1 0 0 0 0,-1 0 1 0 0,1-1-1 0 0,0 1 0 0 0,1 4 1 0 0,-1-5-7 0 0,0 0-1 0 0,0 0 1 0 0,0 0 0 0 0,0 0 0 0 0,0-1-1 0 0,0 1 1 0 0,0 0 0 0 0,1 0 0 0 0,-1-1 0 0 0,0 1-1 0 0,0-1 1 0 0,1 1 0 0 0,-1-1 0 0 0,0 1 0 0 0,1-1-1 0 0,-1 0 1 0 0,0 0 0 0 0,3 1 0 0 0,6-2 33 0 0,1 0 1 0 0,-1 0-1 0 0,0-1 1 0 0,0 0-1 0 0,13-5 1 0 0,0 1 25 0 0,74-23-378 0 0,-61 17-319 0 0,0 0-201 0 0</inkml:trace>
</inkml:ink>
</file>

<file path=ppt/ink/ink1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0:50.72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0 12443 0 0,'9'29'5444'0'0,"-2"-10"-4240"0"0,3 38-61 0 0,-8-42-791 0 0,0-1 1 0 0,1 1-1 0 0,0-1 1 0 0,1 0-1 0 0,1 0 0 0 0,9 20 1 0 0,-12-31-714 0 0,1 0 0 0 0,-1 0 0 0 0,1 0 0 0 0,0 0-1 0 0,0-1 1 0 0,-1 1 0 0 0,6 2 0 0 0</inkml:trace>
</inkml:ink>
</file>

<file path=ppt/ink/ink1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0:50.86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53 126 10594 0 0,'-4'-7'-308'0'0,"-21"-38"2721"0"0,21 36-808 0 0,0 0-1 0 0,0-1 0 0 0,0 0 0 0 0,1 1 1 0 0,-2-16-1 0 0,5 25-1593 0 0,1 0 0 0 0,-1-1 1 0 0,1 1-1 0 0,-1 0 0 0 0,0 0 0 0 0,1 0 1 0 0,-1 0-1 0 0,1 0 0 0 0,-1 0 0 0 0,1-1 1 0 0,-1 1-1 0 0,0 0 0 0 0,1 0 0 0 0,-1 1 1 0 0,1-1-1 0 0,-1 0 0 0 0,1 0 1 0 0,-1 0-1 0 0,0 0 0 0 0,1 0 0 0 0,-1 0 1 0 0,1 1-1 0 0,-1-1 0 0 0,0 0 0 0 0,1 0 1 0 0,-1 0-1 0 0,1 1 0 0 0,-1-1 0 0 0,0 0 1 0 0,1 1-1 0 0,-1-1 0 0 0,0 0 0 0 0,0 1 1 0 0,1 0-1 0 0,24 15-1063 0 0,-19-12 512 0 0,10 6-439 0 0</inkml:trace>
</inkml:ink>
</file>

<file path=ppt/ink/ink1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0:51.29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0 132 14283 0 0,'64'-34'6120'0'0,"59"-28"-4612"0"0,-106 55-1687 0 0,1 1 0 0 0,-1 0 0 0 0,1 2 0 0 0,0 0 0 0 0,30-3-1 0 0,-15 5 164 0 0</inkml:trace>
</inkml:ink>
</file>

<file path=ppt/ink/ink1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0:51.45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0 131 5529 0 0,'3'22'7039'0'0,"13"-22"-1289"0"0,-1-3-6119 0 0,0-3 626 0 0,0 0-1 0 0,-1-1 1 0 0,1 0-1 0 0,-1-2 1 0 0,-1 1 0 0 0,1-2-1 0 0,-2 1 1 0 0,18-18-1 0 0,25-17-3350 0 0,-33 28 1653 0 0</inkml:trace>
</inkml:ink>
</file>

<file path=ppt/ink/ink1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0:51.88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1 424 12443 0 0,'0'-1'196'0'0,"1"1"1"0"0,-1-1 0 0 0,1 1-1 0 0,0-1 1 0 0,-1 1-1 0 0,1 0 1 0 0,0-1 0 0 0,-1 1-1 0 0,1 0 1 0 0,0-1 0 0 0,0 1-1 0 0,-1 0 1 0 0,1 0 0 0 0,0 0-1 0 0,0 0 1 0 0,-1-1-1 0 0,1 1 1 0 0,0 0 0 0 0,0 0-1 0 0,-1 1 1 0 0,1-1 0 0 0,0 0-1 0 0,1 0 1 0 0,26 1 1309 0 0,-17 2-1190 0 0,0 0 1 0 0,0 1-1 0 0,-1 0 1 0 0,1 1-1 0 0,-1 0 0 0 0,0 1 1 0 0,-1 0-1 0 0,13 9 1 0 0,6 9 169 0 0,31 35-1 0 0,-42-41-374 0 0,0 0-1 0 0,2-1 0 0 0,0-1 0 0 0,35 22 0 0 0,-51-36-97 0 0,0 0 0 0 0,1 0 0 0 0,-1-1 0 0 0,1 1 0 0 0,-1-1 0 0 0,1 0 0 0 0,-1 0 0 0 0,1-1 0 0 0,6 2 0 0 0,-9-2-4 0 0,-1 0 0 0 0,1 0 1 0 0,0-1-1 0 0,-1 1 0 0 0,1 0 1 0 0,-1 0-1 0 0,1 0 0 0 0,0 0 1 0 0,-1-1-1 0 0,1 1 0 0 0,-1 0 1 0 0,1-1-1 0 0,-1 1 0 0 0,1 0 1 0 0,-1-1-1 0 0,1 1 0 0 0,-1-1 1 0 0,1 1-1 0 0,-1-1 1 0 0,1 1-1 0 0,-1-1 0 0 0,1 0 1 0 0,-1-1 8 0 0,1 1 0 0 0,-1-1 1 0 0,1 1-1 0 0,-1-1 0 0 0,0 0 1 0 0,0 1-1 0 0,0-1 1 0 0,0 0-1 0 0,0 1 0 0 0,0-1 1 0 0,0 1-1 0 0,-1-1 0 0 0,0-1 1 0 0,-31-128 972 0 0,-15-79-471 0 0,42 178-751 0 0,1 0 0 0 0,2-1 1 0 0,1 1-1 0 0,4-49 0 0 0,-1 70-150 0 0,0-1 0 0 0,0 1 0 0 0,1 0 0 0 0,4-12-1 0 0,5 0-600 0 0</inkml:trace>
</inkml:ink>
</file>

<file path=ppt/ink/ink1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0:52.11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 26 6449 0 0,'-17'-7'2617'0'0,"16"6"-2352"0"0,1 0 1 0 0,-1 1-1 0 0,1-1 0 0 0,0 0 0 0 0,-1 1 0 0 0,1-1 0 0 0,0 0 1 0 0,-1 0-1 0 0,1 1 0 0 0,0-1 0 0 0,0 0 0 0 0,0 0 1 0 0,0 1-1 0 0,0-1 0 0 0,0 0 0 0 0,0 0 0 0 0,0 1 1 0 0,0-1-1 0 0,0 0 0 0 0,1-1 0 0 0,-1 2-167 0 0,0-1 0 0 0,1 1 1 0 0,-1 0-1 0 0,0 0 0 0 0,1 0 0 0 0,-1 0 0 0 0,0 0 1 0 0,0 0-1 0 0,1 0 0 0 0,-1 0 0 0 0,0 0 0 0 0,1 0 1 0 0,-1 0-1 0 0,0 0 0 0 0,1 0 0 0 0,-1 0 0 0 0,0 0 0 0 0,1 0 1 0 0,-1 1-1 0 0,0-1 0 0 0,1 0 0 0 0,-1 0 0 0 0,0 0 1 0 0,0 0-1 0 0,1 1 0 0 0,-1-1 0 0 0,0 0 0 0 0,0 0 1 0 0,1 0-1 0 0,-1 1 0 0 0,0-1 0 0 0,0 0 0 0 0,0 1 1 0 0,1-1-1 0 0,-1 0 0 0 0,0 0 0 0 0,0 1 0 0 0,0-1 0 0 0,0 1 1 0 0,11 13 1232 0 0,-1 8-718 0 0,-1 1 1 0 0,-1 1-1 0 0,8 41 1 0 0,0-1-1115 0 0,-9-36-2114 0 0</inkml:trace>
</inkml:ink>
</file>

<file path=ppt/ink/ink1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0:52.25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 65 14283 0 0,'-2'-17'632'0'0,"0"7"136"0"0,2 1-616 0 0,0 4-152 0 0,0 0 0 0 0,0 4 0 0 0,0-2 504 0 0,0-1 73 0 0,2 0 7 0 0,-1-1 8 0 0,2 4-496 0 0,0 2-96 0 0,0 5 0 0 0,2 4 0 0 0,1 3 0 0 0,3 0 0 0 0,-1 0 0 0 0</inkml:trace>
</inkml:ink>
</file>

<file path=ppt/ink/ink1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0:52.57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0 113 9674 0 0,'4'0'98'0'0,"0"1"-1"0"0,0-1 1 0 0,1 1-1 0 0,-1 0 0 0 0,0 0 1 0 0,-1 1-1 0 0,1-1 1 0 0,0 1-1 0 0,0 0 1 0 0,-1 0-1 0 0,1 0 1 0 0,-1 1-1 0 0,1-1 1 0 0,-1 1-1 0 0,0 0 1 0 0,0 0-1 0 0,0 0 1 0 0,0 0-1 0 0,4 6 1 0 0,10 11-3699 0 0,-13-34-1470 0 0,4-15 6505 0 0,-4 16-271 0 0,1-1 0 0 0,0 1 0 0 0,1 0 0 0 0,0 0 0 0 0,16-23 0 0 0,-20 34-881 0 0,1-1 1 0 0,-1 1 0 0 0,0-1-1 0 0,1 1 1 0 0,-1 0 0 0 0,1 0-1 0 0,-1 0 1 0 0,1 0 0 0 0,0 0-1 0 0,0 1 1 0 0,0-1 0 0 0,0 1 0 0 0,0 0-1 0 0,0 0 1 0 0,1 0 0 0 0,-1 0-1 0 0,0 1 1 0 0,0-1 0 0 0,1 1-1 0 0,-1 0 1 0 0,0 0 0 0 0,1 0-1 0 0,-1 0 1 0 0,0 1 0 0 0,1-1 0 0 0,-1 1-1 0 0,0 0 1 0 0,0 0 0 0 0,1 0-1 0 0,4 3 1 0 0,0-1-8 0 0,-1 1 0 0 0,1 1 0 0 0,-1-1 0 0 0,0 1 1 0 0,-1 0-1 0 0,1 1 0 0 0,-1-1 0 0 0,0 1 0 0 0,9 13 0 0 0,0 2 14 0 0,23 43 1 0 0,-27-41-1096 0 0,2-2 0 0 0,16 23 0 0 0</inkml:trace>
</inkml:ink>
</file>

<file path=ppt/ink/ink1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0:53.01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90 441 9218 0 0,'-24'13'1203'0'0,"16"-9"-422"0"0,0 0-1 0 0,0 0 1 0 0,0 1-1 0 0,0 0 1 0 0,1 1-1 0 0,-12 11 1 0 0,54-24 2033 0 0,130-51-1044 0 0,514-150 1381 0 0,236 14-2526 0 0,-914 194-630 0 0,49-11-1105 0 0,1 3 0 0 0,92-4 0 0 0,-113 14-6485 0 0</inkml:trace>
</inkml:ink>
</file>

<file path=ppt/ink/ink1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0:53.27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 37 17972 0 0,'-1'-1'78'0'0,"1"0"1"0"0,-1 0-1 0 0,1 0 1 0 0,0 0-1 0 0,0 0 1 0 0,0 0-1 0 0,0-1 1 0 0,0 1-1 0 0,0 0 1 0 0,0 0-1 0 0,0 0 1 0 0,0 0-1 0 0,0 0 1 0 0,0-1-1 0 0,1 1 1 0 0,-1 0-1 0 0,1 0 1 0 0,-1 0-1 0 0,1 0 1 0 0,-1 0-1 0 0,1 0 1 0 0,-1 0 0 0 0,1 0-1 0 0,0 0 1 0 0,-1 0-1 0 0,1 0 1 0 0,0 1-1 0 0,0-1 1 0 0,0 0-1 0 0,0 0 1 0 0,0 1-1 0 0,0-1 1 0 0,0 1-1 0 0,0-1 1 0 0,0 1-1 0 0,0-1 1 0 0,0 1-1 0 0,0 0 1 0 0,0-1-1 0 0,0 1 1 0 0,1 0-1 0 0,-1 0 1 0 0,0 0-1 0 0,0 0 1 0 0,2 0-1 0 0,2 0 17 0 0,-1 0 0 0 0,0 0 1 0 0,0 1-1 0 0,1-1 0 0 0,-1 1 0 0 0,0 0 0 0 0,0 0 0 0 0,0 1 0 0 0,0-1 1 0 0,0 1-1 0 0,6 4 0 0 0,3 4 47 0 0,0 2 0 0 0,-1-1 0 0 0,-1 2 0 0 0,1 0 1 0 0,-2 0-1 0 0,0 1 0 0 0,-1 0 0 0 0,15 30 0 0 0,1 12 58 0 0,19 66 1 0 0,-29-80-107 0 0,63 163-657 0 0,-66-177 56 0 0</inkml:trace>
</inkml:ink>
</file>

<file path=ppt/ink/ink1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0:53.58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72 10594 0 0,'6'-7'322'0'0,"1"1"0"0"0,-1 0 1 0 0,1 0-1 0 0,0 1 0 0 0,1 0 0 0 0,-1 1 0 0 0,1-1 0 0 0,0 1 0 0 0,0 1 0 0 0,0-1 0 0 0,0 1 0 0 0,1 1 1 0 0,13-3-1 0 0,-9 2 241 0 0,1 2 0 0 0,0-1 0 0 0,-1 1 0 0 0,1 1 1 0 0,-1 1-1 0 0,1 0 0 0 0,0 0 0 0 0,14 5 0 0 0,-23-5-453 0 0,0 0-1 0 0,-1 1 0 0 0,1 0 1 0 0,-1-1-1 0 0,1 2 0 0 0,-1-1 1 0 0,0 0-1 0 0,0 1 0 0 0,0 0 1 0 0,0 0-1 0 0,-1 0 1 0 0,1 0-1 0 0,-1 1 0 0 0,1-1 1 0 0,-1 1-1 0 0,3 5 0 0 0,-3-4-52 0 0,-1 1 0 0 0,1 0 0 0 0,-1 0-1 0 0,0 0 1 0 0,0 0 0 0 0,-1 0 0 0 0,0 1 0 0 0,0-1-1 0 0,0 0 1 0 0,-1 12 0 0 0,-2 7-54 0 0,-2-1 0 0 0,0 0-1 0 0,-2 0 1 0 0,0 0 0 0 0,-11 24 0 0 0,-5 11-71 0 0,8-25 147 0 0,2 1 0 0 0,-14 63 0 0 0,25-95-59 0 0,1 0 1 0 0,0 0-1 0 0,-1-1 0 0 0,1 1 0 0 0,0 0 0 0 0,0 0 1 0 0,1-1-1 0 0,-1 1 0 0 0,0 0 0 0 0,1-1 0 0 0,0 1 1 0 0,0 0-1 0 0,0-1 0 0 0,0 1 0 0 0,0-1 0 0 0,0 1 1 0 0,1-1-1 0 0,-1 0 0 0 0,1 1 0 0 0,-1-1 0 0 0,1 0 1 0 0,0 0-1 0 0,0 0 0 0 0,0 0 0 0 0,0-1 0 0 0,0 1 1 0 0,0 0-1 0 0,1-1 0 0 0,-1 0 0 0 0,1 1 0 0 0,-1-1 1 0 0,1 0-1 0 0,-1 0 0 0 0,1 0 0 0 0,0-1 0 0 0,-1 1 0 0 0,6 0 1 0 0,3 0 56 0 0,-1 1-1 0 0,1-2 1 0 0,0 0 0 0 0,-1 0 0 0 0,1-1 0 0 0,0 0 0 0 0,-1-1-1 0 0,17-5 1 0 0,7-5-1328 0 0,0-1 0 0 0,-1-2-1 0 0,54-33 1 0 0,85-71-4437 0 0,-160 109 5623 0 0,9-5-131 0 0</inkml:trace>
</inkml:ink>
</file>

<file path=ppt/ink/ink1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0:53.78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100 0 10594 0 0,'-4'1'607'0'0,"-1"1"0"0"0,0 0 0 0 0,0-1 0 0 0,1 2-1 0 0,-1-1 1 0 0,1 0 0 0 0,0 1 0 0 0,0 0 0 0 0,0 0 0 0 0,0 0-1 0 0,0 0 1 0 0,1 1 0 0 0,-1-1 0 0 0,-4 8 0 0 0,3-4-203 0 0,1 0 0 0 0,1 0 0 0 0,-1 1 0 0 0,1-1 0 0 0,0 1 0 0 0,1 0 0 0 0,0 0 0 0 0,-2 11-1 0 0,3 1-242 0 0,-1-1-1 0 0,2 0 0 0 0,1 0 0 0 0,0 1 0 0 0,1-1 0 0 0,10 37 0 0 0,-5-31-208 0 0,1-1-1 0 0,1 0 0 0 0,1-1 1 0 0,1 0-1 0 0,1 0 1 0 0,1-1-1 0 0,1-1 1 0 0,1 0-1 0 0,1-1 0 0 0,0-1 1 0 0,2 0-1 0 0,0-2 1 0 0,41 31-1 0 0,-36-30-2201 0 0</inkml:trace>
</inkml:ink>
</file>

<file path=ppt/ink/ink1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0:53.94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22 276 12443 0 0,'-12'-8'544'0'0,"6"2"128"0"0,3-1-544 0 0,2 0-128 0 0,1 1 0 0 0,1 2 0 0 0,2-2 824 0 0,3-6 136 0 0,6-6 25 0 0,5-5 7 0 0,6-2-408 0 0,4 2-72 0 0,6 0-24 0 0,1-1 0 0 0,5 3-1184 0 0,3-2-232 0 0,-3 2-56 0 0,1 3-9 0 0</inkml:trace>
</inkml:ink>
</file>

<file path=ppt/ink/ink1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0:54.64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49 14283 0 0,'3'2'339'0'0,"0"-1"0"0"0,-1 0-1 0 0,1 0 1 0 0,0 0 0 0 0,-1 0 0 0 0,1 0 0 0 0,0 0-1 0 0,0-1 1 0 0,0 0 0 0 0,0 1 0 0 0,5-1-1 0 0,-4 0-142 0 0,34 3 669 0 0,0-2 1 0 0,0-1-1 0 0,64-10 0 0 0,111-34-2224 0 0,-182 36 1341 0 0</inkml:trace>
</inkml:ink>
</file>

<file path=ppt/ink/ink1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0:55.02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29 241 19356 0 0,'-17'-2'881'0'0,"5"2"1004"0"0,29 12-1150 0 0,15 10-554 0 0,-2 1-1 0 0,-1 2 1 0 0,-1 1-1 0 0,-1 2 1 0 0,34 45 0 0 0,-26-31-77 0 0,68 63 0 0 0,-90-94-102 0 0,1 0-1 0 0,0-1 1 0 0,1 0 0 0 0,0-1-1 0 0,1-1 1 0 0,0 0-1 0 0,0-1 1 0 0,0-1 0 0 0,24 6-1 0 0,-35-11 6 0 0,1 0 0 0 0,0 0-1 0 0,0 0 1 0 0,-1 0 0 0 0,1-1 0 0 0,0 0-1 0 0,0 0 1 0 0,0-1 0 0 0,-1 0-1 0 0,1 0 1 0 0,11-3 0 0 0,-15 2 9 0 0,1 1 1 0 0,-1 0-1 0 0,1-1 0 0 0,-1 0 1 0 0,0 1-1 0 0,0-1 1 0 0,0 0-1 0 0,0 0 0 0 0,0 0 1 0 0,0 0-1 0 0,0-1 0 0 0,-1 1 1 0 0,1 0-1 0 0,-1-1 1 0 0,0 1-1 0 0,0-1 0 0 0,0 0 1 0 0,0 1-1 0 0,0-1 1 0 0,0 0-1 0 0,-1 0 0 0 0,1 1 1 0 0,-1-1-1 0 0,0 0 1 0 0,0-5-1 0 0,-1-29 127 0 0,-3 0-1 0 0,-1 0 1 0 0,-1 1 0 0 0,-17-53-1 0 0,-10-57-574 0 0,30 127 177 0 0,1 0 0 0 0,1 0 0 0 0,1-1 1 0 0,0 1-1 0 0,5-31 0 0 0,-3 43-110 0 0,-1-1 1 0 0,1 1-1 0 0,1-1 0 0 0,-1 1 1 0 0,1 0-1 0 0,0 0 1 0 0,7-10-1 0 0,11-8-7123 0 0</inkml:trace>
</inkml:ink>
</file>

<file path=ppt/ink/ink1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0:55.36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43 270 9674 0 0,'-28'-24'7322'0'0,"27"24"-7209"0"0,1 0 1 0 0,0-1 0 0 0,0 1-1 0 0,-1 0 1 0 0,1-1 0 0 0,0 1-1 0 0,0 0 1 0 0,-1 0 0 0 0,1-1 0 0 0,-1 1-1 0 0,1 0 1 0 0,0 0 0 0 0,-1 0-1 0 0,1-1 1 0 0,0 1 0 0 0,-1 0-1 0 0,1 0 1 0 0,-1 0 0 0 0,1 0 0 0 0,0 0-1 0 0,-1 0 1 0 0,1 0 0 0 0,-1 0-1 0 0,1 0 1 0 0,0 0 0 0 0,-1 0-1 0 0,1 0 1 0 0,-1 0 0 0 0,1 0-1 0 0,-1 0 1 0 0,1 0 0 0 0,0 1 0 0 0,-1-1-1 0 0,1 0 1 0 0,0 0 0 0 0,-1 0-1 0 0,0 1 1 0 0,5 16 1076 0 0,17 23-1003 0 0,-17-36-179 0 0,1 1 0 0 0,-1-1 0 0 0,0-1 1 0 0,1 1-1 0 0,0 0 0 0 0,0-1 0 0 0,0 0 0 0 0,0 0 1 0 0,0-1-1 0 0,1 0 0 0 0,-1 1 0 0 0,1-2 0 0 0,0 1 1 0 0,-1-1-1 0 0,1 0 0 0 0,0 0 0 0 0,9 0 0 0 0,-12-1 12 0 0,1 1 0 0 0,-1-2-1 0 0,0 1 1 0 0,1 0 0 0 0,-1-1-1 0 0,0 0 1 0 0,1 1 0 0 0,-1-1 0 0 0,0 0-1 0 0,0-1 1 0 0,0 1 0 0 0,0-1-1 0 0,0 1 1 0 0,0-1 0 0 0,0 0-1 0 0,-1 0 1 0 0,1 0 0 0 0,0 0-1 0 0,-1-1 1 0 0,0 1 0 0 0,0-1-1 0 0,0 1 1 0 0,0-1 0 0 0,0 0 0 0 0,0 0-1 0 0,0 0 1 0 0,-1 0 0 0 0,0 0-1 0 0,0 0 1 0 0,1 0 0 0 0,0-6-1 0 0,0-5 40 0 0,-1 0 0 0 0,0 0-1 0 0,-1 0 1 0 0,0-1-1 0 0,-1 1 1 0 0,-1 0 0 0 0,0 0-1 0 0,-1 0 1 0 0,-1 1-1 0 0,0-1 1 0 0,0 1 0 0 0,-2 0-1 0 0,0 0 1 0 0,0 0-1 0 0,-1 1 1 0 0,0 0 0 0 0,-17-20-1 0 0,23 30-61 0 0,-1 0-1 0 0,1 0 1 0 0,-1 1-1 0 0,0-1 0 0 0,1 1 1 0 0,-1-1-1 0 0,0 1 1 0 0,0 0-1 0 0,0-1 1 0 0,0 1-1 0 0,0 0 1 0 0,0 0-1 0 0,0 1 1 0 0,0-1-1 0 0,0 0 0 0 0,0 1 1 0 0,-1-1-1 0 0,1 1 1 0 0,0 0-1 0 0,0-1 1 0 0,-1 1-1 0 0,1 0 1 0 0,0 0-1 0 0,-1 1 0 0 0,1-1 1 0 0,0 0-1 0 0,0 1 1 0 0,0 0-1 0 0,-1-1 1 0 0,1 1-1 0 0,0 0 1 0 0,0 0-1 0 0,0 0 0 0 0,-3 2 1 0 0,2 1-149 0 0,-1-1 0 0 0,1 0 1 0 0,0 1-1 0 0,0-1 0 0 0,0 1 1 0 0,1 0-1 0 0,-1 0 0 0 0,1 0 1 0 0,0 0-1 0 0,0 0 0 0 0,0 1 0 0 0,1-1 1 0 0,-1 1-1 0 0,1-1 0 0 0,0 1 1 0 0,0 5-1 0 0,-1 11-7731 0 0</inkml:trace>
</inkml:ink>
</file>

<file path=ppt/ink/ink1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0:55.77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92 7 5529 0 0,'-4'-1'745'0'0,"0"1"0"0"0,0-1 0 0 0,0 1 0 0 0,0 0 0 0 0,0 0 0 0 0,-1 1 0 0 0,1-1 0 0 0,0 1 0 0 0,0 0 0 0 0,0 0 0 0 0,1 0 0 0 0,-1 0 0 0 0,0 1 0 0 0,-6 3 0 0 0,8-4-542 0 0,0 1-1 0 0,0 0 0 0 0,0-1 0 0 0,0 1 0 0 0,0 0 1 0 0,1 0-1 0 0,-1 0 0 0 0,1 0 0 0 0,-1 0 0 0 0,1 0 1 0 0,0 1-1 0 0,0-1 0 0 0,0 0 0 0 0,0 1 0 0 0,0-1 1 0 0,1 1-1 0 0,-1-1 0 0 0,1 1 0 0 0,-1-1 0 0 0,1 1 1 0 0,0-1-1 0 0,0 1 0 0 0,0-1 0 0 0,1 5 0 0 0,2 14 28 0 0,1 1-1 0 0,1 0 0 0 0,1-1 0 0 0,1 0 1 0 0,16 34-1 0 0,-16-42-202 0 0,0 0 0 0 0,0 0 0 0 0,1-1 0 0 0,0 0 0 0 0,1 0 0 0 0,1-1 0 0 0,0 0 0 0 0,0-1 0 0 0,19 14 0 0 0,-26-21-45 0 0,0-1 0 0 0,0 0-1 0 0,0 0 1 0 0,0 0 0 0 0,0 0 0 0 0,1-1-1 0 0,-1 0 1 0 0,1 1 0 0 0,-1-1 0 0 0,1 0 0 0 0,0-1-1 0 0,-1 1 1 0 0,1-1 0 0 0,0 1 0 0 0,-1-1 0 0 0,1 0-1 0 0,0 0 1 0 0,0-1 0 0 0,-1 1 0 0 0,1-1-1 0 0,0 0 1 0 0,-1 0 0 0 0,1 0 0 0 0,-1 0 0 0 0,1-1-1 0 0,-1 1 1 0 0,0-1 0 0 0,0 0 0 0 0,1 0 0 0 0,-1 0-1 0 0,-1-1 1 0 0,1 1 0 0 0,0-1 0 0 0,0 1-1 0 0,-1-1 1 0 0,0 0 0 0 0,1 0 0 0 0,-1 0 0 0 0,0 0-1 0 0,0 0 1 0 0,-1-1 0 0 0,1 1 0 0 0,1-7-1 0 0,5-13-94 0 0,-2 0 0 0 0,-1-1 0 0 0,0 0 0 0 0,-2 0 0 0 0,-1 0 0 0 0,-1-37 0 0 0,7-56 930 0 0,-8 117-802 0 0,0 0 1 0 0,0 0 0 0 0,-1-1-1 0 0,1 1 1 0 0,0 0 0 0 0,0-1-1 0 0,0 1 1 0 0,0 0 0 0 0,1-1-1 0 0,-1 1 1 0 0,0 0 0 0 0,0-1-1 0 0,0 1 1 0 0,0 0 0 0 0,0-1-1 0 0,0 1 1 0 0,0 0 0 0 0,0 0-1 0 0,1-1 1 0 0,-1 1-1 0 0,0 0 1 0 0,0 0 0 0 0,0-1-1 0 0,1 1 1 0 0,-1 0 0 0 0,0 0-1 0 0,0 0 1 0 0,1-1 0 0 0,-1 1-1 0 0,0 0 1 0 0,0 0 0 0 0,1 0-1 0 0,-1 0 1 0 0,0-1 0 0 0,1 1-1 0 0,-1 0 1 0 0,0 0 0 0 0,1 0-1 0 0,-1 0 1 0 0,0 0-1 0 0,1 0 1 0 0,11 11 282 0 0,6 21-77 0 0,-10-12-629 0 0,0 4 985 0 0,23 42-1 0 0,-2-27-2156 0 0,-25-34 563 0 0,1-1 0 0 0,0 1 0 0 0,1-1 0 0 0,-1 0 0 0 0,8 4 0 0 0,11 4-6241 0 0</inkml:trace>
</inkml:ink>
</file>

<file path=ppt/ink/ink1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0:55.97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 69 3225 0 0,'-7'-68'14582'0'0,"1"81"-12446"0"0,4 7-1768 0 0,1 1 0 0 0,1-1 0 0 0,1 1-1 0 0,1-1 1 0 0,6 33 0 0 0,1-14 304 0 0,27 71-1 0 0,-19-71-686 0 0,1 0-1 0 0,2-2 1 0 0,2-1-1 0 0,43 56 1 0 0,-41-63-372 0 0</inkml:trace>
</inkml:ink>
</file>

<file path=ppt/ink/ink1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0:56.15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7 145 14283 0 0,'0'0'83'0'0,"0"0"1"0"0,-1 0-1 0 0,1 0 0 0 0,0 0 1 0 0,-1 0-1 0 0,1 0 0 0 0,0 0 1 0 0,0-1-1 0 0,-1 1 0 0 0,1 0 1 0 0,0 0-1 0 0,0 0 0 0 0,-1 0 1 0 0,1-1-1 0 0,0 1 0 0 0,0 0 1 0 0,0 0-1 0 0,-1-1 0 0 0,1 1 1 0 0,0 0-1 0 0,0 0 0 0 0,0-1 1 0 0,0 1-1 0 0,-1 0 0 0 0,1 0 1 0 0,0-1-1 0 0,0 1 0 0 0,0 0 1 0 0,0-1-1 0 0,0 1 1 0 0,0 0-1 0 0,0-1 0 0 0,0 1 1 0 0,0 0-1 0 0,0 0 0 0 0,0-1 1 0 0,0 1-1 0 0,0 0 0 0 0,0-1 1 0 0,0 1-1 0 0,0 0 0 0 0,1-1 1 0 0,-1 1-1 0 0,0 0 0 0 0,0 0 1 0 0,0-1-1 0 0,18-14 2092 0 0,32-12-984 0 0,-45 24-1178 0 0,36-16-87 0 0,82-26 0 0 0,-97 38-1181 0 0,0 1 0 0 0,37-4 0 0 0,-32 8-208 0 0</inkml:trace>
</inkml:ink>
</file>

<file path=ppt/ink/ink1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0:56.59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252 575 14283 0 0,'-37'10'622'0'0,"1"2"0"0"0,0 2 0 0 0,0 1 0 0 0,-55 34 0 0 0,90-49-560 0 0,0 1 1 0 0,-1-1-1 0 0,1 1 1 0 0,0 0-1 0 0,0 0 0 0 0,0-1 1 0 0,0 1-1 0 0,1 0 1 0 0,-1 0-1 0 0,0 0 0 0 0,0 0 1 0 0,0 0-1 0 0,1 0 0 0 0,-1 0 1 0 0,0 0-1 0 0,0 3 1 0 0,1-4-29 0 0,0 0 0 0 0,1 1 0 0 0,-1-1 0 0 0,0 1 0 0 0,0-1 0 0 0,1 0 0 0 0,-1 1-1 0 0,0-1 1 0 0,1 1 0 0 0,-1-1 0 0 0,0 0 0 0 0,1 0 0 0 0,-1 1 0 0 0,0-1 0 0 0,1 0 0 0 0,-1 0 0 0 0,1 1 0 0 0,-1-1 0 0 0,0 0 0 0 0,1 0 0 0 0,-1 0 0 0 0,1 0 0 0 0,-1 1 0 0 0,1-1 0 0 0,-1 0 0 0 0,1 0 0 0 0,-1 0 0 0 0,1 0 0 0 0,46-1 785 0 0,479-102 1532 0 0,-300 51-2003 0 0,-186 44-261 0 0,673-150 845 0 0,-10-31-705 0 0,-542 140-189 0 0,261-88-1219 0 0,-416 135-632 0 0</inkml:trace>
</inkml:ink>
</file>

<file path=ppt/ink/ink1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0:56.88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12 14283 0 0,'28'-8'2337'0'0,"-13"6"-1945"0"0,0 1 0 0 0,0 0 1 0 0,0 1-1 0 0,0 1 0 0 0,0 1 1 0 0,-1 0-1 0 0,1 1 0 0 0,0 0 1 0 0,-1 1-1 0 0,1 1 0 0 0,-1 0 1 0 0,18 10-1 0 0,-13-4-254 0 0,-1 0 1 0 0,-1 1-1 0 0,0 1 0 0 0,0 0 1 0 0,-1 2-1 0 0,-1 0 0 0 0,-1 0 1 0 0,16 21-1 0 0,23 42 162 0 0,-28-41-1418 0 0,30 36-1 0 0</inkml:trace>
</inkml:ink>
</file>

<file path=ppt/ink/ink1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0:57.18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0 164 10594 0 0,'2'-5'172'0'0,"0"0"1"0"0,1 1-1 0 0,-1 0 0 0 0,1-1 0 0 0,0 1 0 0 0,0 0 1 0 0,0 1-1 0 0,1-1 0 0 0,-1 0 0 0 0,1 1 0 0 0,0 0 0 0 0,0 0 1 0 0,5-3-1 0 0,9-5 1134 0 0,36-15 1 0 0,-38 19-951 0 0,14-7 848 0 0,2 2 0 0 0,58-16 0 0 0,-80 26-993 0 0,1 0 0 0 0,-1 0-1 0 0,1 1 1 0 0,-1 0 0 0 0,1 1 0 0 0,-1 0-1 0 0,1 1 1 0 0,-1 0 0 0 0,0 0 0 0 0,1 1 0 0 0,-1 1-1 0 0,0 0 1 0 0,13 5 0 0 0,-20-7-204 0 0,0 1-1 0 0,-1-1 1 0 0,1 1 0 0 0,-1 0 0 0 0,0-1 0 0 0,0 1 0 0 0,1 0-1 0 0,-1 0 1 0 0,-1 0 0 0 0,1 1 0 0 0,0-1 0 0 0,0 0-1 0 0,-1 1 1 0 0,1-1 0 0 0,-1 1 0 0 0,2 5 0 0 0,-2-3-1 0 0,0 0 0 0 0,0-1 0 0 0,0 1 0 0 0,-1 0 0 0 0,0 0 0 0 0,0-1 0 0 0,0 1 0 0 0,-1 0 0 0 0,-1 7 0 0 0,-4 8 27 0 0,0 0 0 0 0,-1-1-1 0 0,-19 35 1 0 0,16-35 24 0 0,-1 3-45 0 0,-21 48 22 0 0,30-65 3 0 0,0 0 0 0 0,0 0 0 0 0,1 0 0 0 0,0 0-1 0 0,0 1 1 0 0,0-1 0 0 0,1 0 0 0 0,0 0 0 0 0,0 1-1 0 0,0-1 1 0 0,2 8 0 0 0,-2-12-26 0 0,1 1 0 0 0,-1-1 0 0 0,1 0 0 0 0,-1 1 0 0 0,1-1 0 0 0,0 0 1 0 0,-1 0-1 0 0,1 1 0 0 0,0-1 0 0 0,0 0 0 0 0,0 0 0 0 0,0 0 0 0 0,0 0 0 0 0,0 0 0 0 0,0 0 0 0 0,1 0 0 0 0,-1-1 0 0 0,0 1 1 0 0,0 0-1 0 0,1-1 0 0 0,0 2 0 0 0,2-2 6 0 0,-1 1 0 0 0,0 0 0 0 0,1-1 0 0 0,-1 1 1 0 0,0-1-1 0 0,1 0 0 0 0,-1 0 0 0 0,7-1 0 0 0,2-2 29 0 0,1 0 0 0 0,-1 0 0 0 0,21-10-1 0 0,-3-2-512 0 0,30-19 0 0 0,-19 10-5281 0 0,-2 3-1690 0 0</inkml:trace>
</inkml:ink>
</file>

<file path=ppt/ink/ink1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0:57.45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235 37 10594 0 0,'-5'-4'391'0'0,"-1"0"0"0"0,1 0 0 0 0,-1 0 0 0 0,0 1 0 0 0,-1 0-1 0 0,1 0 1 0 0,0 1 0 0 0,-1-1 0 0 0,1 1 0 0 0,-1 1 0 0 0,0 0-1 0 0,0-1 1 0 0,0 2 0 0 0,0-1 0 0 0,1 1 0 0 0,-1 0 0 0 0,0 1 0 0 0,0-1-1 0 0,0 1 1 0 0,0 1 0 0 0,1-1 0 0 0,-1 1 0 0 0,0 1 0 0 0,1-1 0 0 0,-9 5-1 0 0,11-4-209 0 0,0 0 0 0 0,0 0 0 0 0,1 0 0 0 0,-1 1 0 0 0,1-1 0 0 0,0 1 0 0 0,0 0 0 0 0,0 0 0 0 0,0 0 0 0 0,0 0 0 0 0,1 0 0 0 0,-4 9 0 0 0,3-4-53 0 0,1 0-1 0 0,0 0 1 0 0,0 1-1 0 0,0-1 1 0 0,1 0 0 0 0,1 12-1 0 0,1 7-32 0 0,2 0 0 0 0,1 0-1 0 0,10 39 1 0 0,-7-40-278 0 0,0 0 0 0 0,2-1-1 0 0,1 0 1 0 0,0-1 0 0 0,2 0-1 0 0,2-1 1 0 0,0 0 0 0 0,1-1-1 0 0,1-1 1 0 0,38 40 0 0 0,-31-41-7851 0 0</inkml:trace>
</inkml:ink>
</file>

<file path=ppt/ink/ink1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0:57.64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1 208 13363 0 0,'16'-12'5586'0'0,"26"-18"-4387"0"0,108-46-230 0 0,-19 12-1363 0 0,-87 38 227 0 0</inkml:trace>
</inkml:ink>
</file>

<file path=ppt/ink/ink1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0:59.46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1 232 7370 0 0,'-1'-3'3036'0'0,"8"4"-2039"0"0,10 7-501 0 0,11 21 829 0 0,-2 1 1 0 0,32 48-1 0 0,29 34-12 0 0,-85-110-1274 0 0,71 70 576 0 0,-65-65-383 0 0,0-1 0 0 0,0 0 1 0 0,0 0-1 0 0,1-1 0 0 0,0 0 1 0 0,0 0-1 0 0,19 6 0 0 0,-27-11-168 0 0,0 0-1 0 0,0 0 1 0 0,0 0 0 0 0,0 0-1 0 0,0 0 1 0 0,0 0-1 0 0,0 0 1 0 0,0 0 0 0 0,0 0-1 0 0,0-1 1 0 0,0 1-1 0 0,0 0 1 0 0,0-1-1 0 0,0 1 1 0 0,0-1 0 0 0,0 1-1 0 0,0-1 1 0 0,0 1-1 0 0,0-1 1 0 0,0 0 0 0 0,-1 1-1 0 0,1-1 1 0 0,0 0-1 0 0,0 0 1 0 0,-1 1 0 0 0,1-1-1 0 0,-1 0 1 0 0,1 0-1 0 0,-1 0 1 0 0,1 0-1 0 0,-1 0 1 0 0,1 0 0 0 0,-1 0-1 0 0,0 0 1 0 0,1 0-1 0 0,-1 0 1 0 0,0 0 0 0 0,0 0-1 0 0,0-2 1 0 0,4-52 653 0 0,-4 41-584 0 0,3-232 548 0 0,-1 39-3089 0 0,-2 203 2235 0 0,-1 1-96 0 0,1 0 0 0 0,0-1 0 0 0,0 1 0 0 0,1 0-1 0 0,-1 0 1 0 0,0-1 0 0 0,1 1 0 0 0,0 0 0 0 0,0 0 0 0 0,0 0 0 0 0,0 0 0 0 0,1 0 0 0 0,-1 0 0 0 0,1 0 0 0 0,3-5 0 0 0,2 3 152 0 0</inkml:trace>
</inkml:ink>
</file>

<file path=ppt/ink/ink1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0:59.79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4 180 2761 0 0,'1'7'279'0'0,"1"-1"1"0"0,0-1-1 0 0,0 1 0 0 0,1 0 1 0 0,-1 0-1 0 0,1-1 1 0 0,0 0-1 0 0,1 1 1 0 0,0-1-1 0 0,-1 0 1 0 0,2-1-1 0 0,-1 1 1 0 0,0-1-1 0 0,1 0 1 0 0,0 0-1 0 0,0 0 1 0 0,0-1-1 0 0,0 1 1 0 0,1-1-1 0 0,-1 0 1 0 0,1-1-1 0 0,0 0 0 0 0,0 0 1 0 0,7 2-1 0 0,-9-3-33 0 0,0 0-1 0 0,0 0 1 0 0,0 0-1 0 0,0 0 1 0 0,0-1-1 0 0,0 0 0 0 0,0 0 1 0 0,0 0-1 0 0,0 0 1 0 0,0-1-1 0 0,0 1 1 0 0,0-1-1 0 0,0 0 0 0 0,0 0 1 0 0,0 0-1 0 0,0-1 1 0 0,-1 0-1 0 0,1 0 1 0 0,-1 1-1 0 0,1-2 0 0 0,-1 1 1 0 0,1 0-1 0 0,-1-1 1 0 0,0 0-1 0 0,0 0 1 0 0,3-4-1 0 0,-3 3-14 0 0,0-1 0 0 0,0 0-1 0 0,0-1 1 0 0,-1 1 0 0 0,0 0 0 0 0,0-1 0 0 0,0 1-1 0 0,-1-1 1 0 0,1 1 0 0 0,-2-1 0 0 0,1 0 0 0 0,0 1-1 0 0,-1-1 1 0 0,0 0 0 0 0,-1 0 0 0 0,1 1 0 0 0,-1-1-1 0 0,-2-7 1 0 0,0 3-18 0 0,0 1 0 0 0,-1 0 0 0 0,0 0 0 0 0,-1 0 0 0 0,1 0 0 0 0,-2 1 1 0 0,1-1-1 0 0,-1 2 0 0 0,-13-14 0 0 0,15 16-186 0 0,0 1 1 0 0,-1 0-1 0 0,0 0 1 0 0,0 0-1 0 0,0 0 1 0 0,0 1-1 0 0,0 0 1 0 0,-1 0-1 0 0,1 0 1 0 0,-1 1-1 0 0,0 0 1 0 0,0 0-1 0 0,0 0 1 0 0,0 1-1 0 0,0 0 1 0 0,-11-1-1 0 0,14 3-10 0 0,0-1 0 0 0,0 0 1 0 0,1 1-1 0 0,-1 0 0 0 0,0 0 0 0 0,1 0 1 0 0,-1 0-1 0 0,0 0 0 0 0,1 0 0 0 0,-1 1 1 0 0,1-1-1 0 0,0 1 0 0 0,-1-1 0 0 0,1 1 0 0 0,0 0 1 0 0,0 0-1 0 0,0 0 0 0 0,-2 4 0 0 0,-11 20-1380 0 0,7 2-4353 0 0,5-4-1423 0 0</inkml:trace>
</inkml:ink>
</file>

<file path=ppt/ink/ink1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1:00.16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83 6913 0 0,'5'-3'3248'0'0,"-5"3"-3185"0"0,8 11 2037 0 0,9 28-98 0 0,-7-17-1093 0 0,-2-8-521 0 0,-1-1-1 0 0,2-1 0 0 0,0 1 0 0 0,11 11 1 0 0,-17-20-301 0 0,0-1 1 0 0,0 0-1 0 0,0 0 1 0 0,1 0 0 0 0,-1 0-1 0 0,1 0 1 0 0,0-1-1 0 0,0 0 1 0 0,0 1 0 0 0,0-1-1 0 0,0-1 1 0 0,0 1-1 0 0,0-1 1 0 0,1 1 0 0 0,-1-1-1 0 0,0-1 1 0 0,1 1-1 0 0,6 0 1 0 0,-9-2-94 0 0,0 1-1 0 0,0-1 1 0 0,0 0-1 0 0,0 0 1 0 0,0 0-1 0 0,-1 0 1 0 0,1 0-1 0 0,0 0 1 0 0,0 0 0 0 0,-1 0-1 0 0,1-1 1 0 0,-1 1-1 0 0,0-1 1 0 0,1 1-1 0 0,-1-1 1 0 0,0 0-1 0 0,0 1 1 0 0,0-1-1 0 0,0 0 1 0 0,0 0 0 0 0,0 0-1 0 0,0 0 1 0 0,-1 0-1 0 0,1 0 1 0 0,-1 0-1 0 0,1 0 1 0 0,-1 0-1 0 0,0-3 1 0 0,2-8-66 0 0,-1 0 1 0 0,-1-27-1 0 0,0 39 70 0 0,-3-42-9 0 0,2 25 429 0 0,0 1 0 0 0,0-1 1 0 0,4-26-1 0 0,-3 43-366 0 0,0 0 0 0 0,0 1 0 0 0,0-1 0 0 0,0 1 0 0 0,0-1 0 0 0,1 1 0 0 0,-1-1 0 0 0,0 0 1 0 0,0 1-1 0 0,0-1 0 0 0,1 1 0 0 0,-1-1 0 0 0,0 1 0 0 0,1-1 0 0 0,-1 1 0 0 0,0-1 0 0 0,1 1 1 0 0,-1 0-1 0 0,1-1 0 0 0,-1 1 0 0 0,1-1 0 0 0,-1 1 0 0 0,1 0 0 0 0,-1 0 0 0 0,1-1 0 0 0,-1 1 1 0 0,1 0-1 0 0,-1 0 0 0 0,1-1 0 0 0,-1 1 0 0 0,1 0 0 0 0,-1 0 0 0 0,2 0 0 0 0,0 0 15 0 0,0 0-1 0 0,0 1 1 0 0,0-1-1 0 0,0 1 1 0 0,0 0-1 0 0,0-1 1 0 0,0 1-1 0 0,0 0 1 0 0,-1 0-1 0 0,3 2 1 0 0,39 31 163 0 0,-42-32-196 0 0,2 1-34 0 0,4 4-185 0 0,0 0 0 0 0,0 0-1 0 0,0-1 1 0 0,1 0-1 0 0,0 0 1 0 0,0-1 0 0 0,1 0-1 0 0,-1 0 1 0 0,1-1-1 0 0,0 0 1 0 0,0-1-1 0 0,12 3 1 0 0,-3-3-742 0 0</inkml:trace>
</inkml:ink>
</file>

<file path=ppt/ink/ink1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1:00.35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0 13827 0 0,'30'70'6887'0'0,"0"11"-5046"0"0,26 65-1599 0 0,13 0-71 0 0,-37-84-6498 0 0,-16-32-816 0 0</inkml:trace>
</inkml:ink>
</file>

<file path=ppt/ink/ink1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1:00.54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14 211 17972 0 0,'-1'0'42'0'0,"0"0"0"0"0,0 0 0 0 0,1-1 0 0 0,-1 1 0 0 0,0 0 0 0 0,1-1 0 0 0,-1 1 0 0 0,0-1 0 0 0,1 1 0 0 0,-1-1 0 0 0,1 1 0 0 0,-1-1 0 0 0,1 1 0 0 0,-1-1 0 0 0,1 0 0 0 0,-1 1 0 0 0,1-1 0 0 0,0 0 0 0 0,-1 1 0 0 0,1-1 0 0 0,0 0 1 0 0,-1 1-1 0 0,1-1 0 0 0,0 0 0 0 0,0 0 0 0 0,0 1 0 0 0,0-1 0 0 0,0 0 0 0 0,0 0 0 0 0,0 0 0 0 0,0 1 0 0 0,0-1 0 0 0,0 0 0 0 0,0 0 0 0 0,0 1 0 0 0,0-1 0 0 0,1 0 0 0 0,-1 1 0 0 0,0-1 0 0 0,1 0 0 0 0,-1 0 0 0 0,0 1 0 0 0,1-1 0 0 0,-1 1 0 0 0,1-1 0 0 0,-1 0 0 0 0,1 1 0 0 0,-1-1 0 0 0,1 1 0 0 0,0-1 0 0 0,0 0 0 0 0,39-33-289 0 0,-29 27 448 0 0,12-10-94 0 0,1 0 0 0 0,0 2 0 0 0,2 1 0 0 0,-1 1-1 0 0,2 2 1 0 0,0 0 0 0 0,0 2 0 0 0,37-9 0 0 0,-41 14-861 0 0,1 0 1 0 0,-1 2-1 0 0,1 0 1 0 0,0 2-1 0 0,-1 0 1 0 0,32 5-1 0 0,-29-1 711 0 0</inkml:trace>
</inkml:ink>
</file>

<file path=ppt/ink/ink1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1:00.90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1 276 12443 0 0,'43'-18'1203'0'0,"1"2"0"0"0,1 2 0 0 0,1 1 0 0 0,82-10 0 0 0,-107 20-837 0 0,66-10 791 0 0,104 0 1 0 0,88 13 127 0 0,34-1-736 0 0,7-27-461 0 0,-243 16-972 0 0,-1-4-1 0 0,86-29 0 0 0,-40-2-4636 0 0,-95 33-131 0 0</inkml:trace>
</inkml:ink>
</file>

<file path=ppt/ink/ink1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1:01.50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36 2761 0 0,'2'-3'56'0'0,"1"1"1"0"0,-1-1 0 0 0,1 0-1 0 0,-1 1 1 0 0,1 0 0 0 0,0-1-1 0 0,0 1 1 0 0,0 0 0 0 0,0 1-1 0 0,1-1 1 0 0,-1 0 0 0 0,5-1-1 0 0,-6 2-49 0 0,-1 1 0 0 0,1-1-1 0 0,-1 0 1 0 0,1 1-1 0 0,-1-1 1 0 0,1 1 0 0 0,0-1-1 0 0,-1 1 1 0 0,1 0-1 0 0,0 0 1 0 0,-1 0 0 0 0,1 0-1 0 0,-1 0 1 0 0,1 0-1 0 0,0 0 1 0 0,41 20 18687 0 0,-44-17-18509 0 0,0 8-64 0 0,0 0 0 0 0,0-1 0 0 0,1 1 0 0 0,1 0-1 0 0,0 0 1 0 0,4 17 0 0 0,21 70-14 0 0,-7-35-41 0 0,3 33-120 0 0,21 71-39 0 0,-41-161 30 0 0,0 1-64 0 0,0-1-1 0 0,1 1 1 0 0,0 0 0 0 0,0-1 0 0 0,0 0 0 0 0,1 0 0 0 0,5 8 0 0 0</inkml:trace>
</inkml:ink>
</file>

<file path=ppt/ink/ink1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1:01.81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56 5985 0 0,'-1'0'112'0'0,"1"-1"1"0"0,0 0-1 0 0,0 0 0 0 0,0 0 0 0 0,0 1 0 0 0,0-1 0 0 0,0 0 0 0 0,0 0 1 0 0,0 0-1 0 0,1 0 0 0 0,-1 1 0 0 0,0-1 0 0 0,0 0 0 0 0,1 0 0 0 0,-1 1 1 0 0,0-1-1 0 0,1 0 0 0 0,-1 0 0 0 0,1 1 0 0 0,-1-1 0 0 0,1 1 1 0 0,-1-1-1 0 0,1 0 0 0 0,-1 1 0 0 0,1-1 0 0 0,0 1 0 0 0,-1-1 0 0 0,1 1 1 0 0,0-1-1 0 0,0 1 0 0 0,-1 0 0 0 0,1-1 0 0 0,1 1 0 0 0,26-18 1997 0 0,-22 15-1904 0 0,0 1 0 0 0,0 0 0 0 0,0 0 0 0 0,1 0 0 0 0,-1 0 0 0 0,0 1 0 0 0,1 0 0 0 0,-1 1 0 0 0,1-1 0 0 0,-1 1 1 0 0,1 0-1 0 0,-1 1 0 0 0,1 0 0 0 0,-1 0 0 0 0,1 0 0 0 0,-1 1 0 0 0,0-1 0 0 0,0 2 0 0 0,0-1 0 0 0,0 1 0 0 0,0 0 0 0 0,8 5 1 0 0,-9-5-35 0 0,-1 1 0 0 0,1-1 0 0 0,-1 1 0 0 0,1 0 0 0 0,-1 0 0 0 0,0 1 0 0 0,0-1 0 0 0,-1 1 0 0 0,0 0 0 0 0,1 0 0 0 0,-2 0 0 0 0,1 0 1 0 0,0 1-1 0 0,-1-1 0 0 0,0 1 0 0 0,-1 0 0 0 0,1-1 0 0 0,-1 1 0 0 0,0 0 0 0 0,0 0 0 0 0,-1 0 0 0 0,0 0 0 0 0,0-1 0 0 0,-1 12 0 0 0,-5 6-81 0 0,0 1 0 0 0,-1-1-1 0 0,-11 23 1 0 0,7-19 87 0 0,-11 43 0 0 0,22-69-148 0 0,-1 0 0 0 0,1 0 0 0 0,0 1 0 0 0,0-1 0 0 0,0 0 0 0 0,0 1 0 0 0,0-1 0 0 0,0 0 0 0 0,0 0 0 0 0,0 1 0 0 0,1-1 0 0 0,-1 0 0 0 0,0 0 0 0 0,1 0 0 0 0,-1 1 0 0 0,1-1 0 0 0,0 0 0 0 0,-1 0 0 0 0,1 0 0 0 0,0 0 0 0 0,-1 0 0 0 0,1 0 0 0 0,0 0 0 0 0,0 0 0 0 0,0 0 0 0 0,0 0 0 0 0,0-1 0 0 0,0 1 0 0 0,0 0 0 0 0,0-1 0 0 0,0 1 0 0 0,0 0 0 0 0,1-1 0 0 0,-1 0 0 0 0,0 1 0 0 0,0-1 0 0 0,1 0 0 0 0,-1 1 0 0 0,0-1 0 0 0,0 0 0 0 0,3 0 0 0 0,8 1 34 0 0,-1 0-1 0 0,1-1 0 0 0,21-3 0 0 0,-15 2 39 0 0,9-1-104 0 0,0-1 0 0 0,39-10 0 0 0,12-10-2989 0 0,-54 13-4337 0 0</inkml:trace>
</inkml:ink>
</file>

<file path=ppt/ink/ink1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1:02.06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62 1 17596 0 0,'-2'0'211'0'0,"0"0"0"0"0,1 0 0 0 0,-1 1 0 0 0,0-1 0 0 0,1 1 1 0 0,-1-1-1 0 0,0 1 0 0 0,1-1 0 0 0,-1 1 0 0 0,0 0 0 0 0,1 0 0 0 0,-1 0 1 0 0,1 0-1 0 0,0 0 0 0 0,-1 0 0 0 0,1 0 0 0 0,0 0 0 0 0,-2 2 0 0 0,0 1-32 0 0,0 0 0 0 0,1 0 0 0 0,-1 0 0 0 0,1 1 0 0 0,0-1 0 0 0,-2 9 0 0 0,1-4-145 0 0,0 1 1 0 0,1 0-1 0 0,1 0 1 0 0,0 0-1 0 0,0 0 1 0 0,1 13-1 0 0,1-9 0 0 0,1 1 1 0 0,0-1 0 0 0,1 0-1 0 0,1 0 1 0 0,0-1-1 0 0,0 1 1 0 0,2-1-1 0 0,0 0 1 0 0,0 0-1 0 0,1-1 1 0 0,1 0-1 0 0,0 0 1 0 0,0-1-1 0 0,1 0 1 0 0,1 0-1 0 0,0-1 1 0 0,0 0 0 0 0,13 9-1 0 0,-15-14-296 0 0,0 1-1 0 0,-1 0 1 0 0,0 0-1 0 0,0 1 1 0 0,0 0-1 0 0,-1 0 0 0 0,8 12 1 0 0,-12-15-22 0 0,0 0 0 0 0,0 0 0 0 0,0 0-1 0 0,-1 0 1 0 0,0 0 0 0 0,0 0 0 0 0,0 0 0 0 0,0 1 0 0 0,0-1-1 0 0,-1 0 1 0 0,0 1 0 0 0,0-1 0 0 0,0 1 0 0 0,-1-1 0 0 0,1 0 0 0 0,-1 0-1 0 0,0 1 1 0 0,-2 6 0 0 0,-4 7-6700 0 0</inkml:trace>
</inkml:ink>
</file>

<file path=ppt/ink/ink1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1:02.24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1 214 2745 0 0,'0'-4'577'0'0,"1"0"0"0"0,0-1 1 0 0,0 1-1 0 0,0 0 1 0 0,0 0-1 0 0,1 0 1 0 0,0 0-1 0 0,0 1 0 0 0,0-1 1 0 0,0 0-1 0 0,0 1 1 0 0,1-1-1 0 0,-1 1 0 0 0,1 0 1 0 0,5-4-1 0 0,8-8 2446 0 0,32-23 0 0 0,-25 20-3214 0 0,46-39-525 0 0,-46 35 358 0 0</inkml:trace>
</inkml:ink>
</file>

<file path=ppt/ink/ink1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1:02.57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46 13827 0 0,'0'1'163'0'0,"1"-1"1"0"0,-1 1-1 0 0,1-1 0 0 0,-1 0 1 0 0,1 1-1 0 0,0-1 0 0 0,-1 1 0 0 0,1-1 1 0 0,0 0-1 0 0,-1 0 0 0 0,1 1 1 0 0,0-1-1 0 0,-1 0 0 0 0,1 0 1 0 0,0 0-1 0 0,0 0 0 0 0,-1 0 1 0 0,1 0-1 0 0,0 0 0 0 0,0 0 1 0 0,-1 0-1 0 0,1 0 0 0 0,0 0 1 0 0,-1 0-1 0 0,1-1 0 0 0,0 1 0 0 0,-1 0 1 0 0,1 0-1 0 0,1-1 0 0 0,24-7 834 0 0,2-3 133 0 0,-15 5-1753 0 0,-1 0 0 0 0,1 2 0 0 0,1-1 0 0 0,13-1 0 0 0,-25 5 275 0 0,1 0 0 0 0,0 1 0 0 0,-1 0 0 0 0,1 0 0 0 0,0 0 0 0 0,-1 0 0 0 0,1 0 0 0 0,0 0 0 0 0,-1 1 0 0 0,1-1 0 0 0,-1 1 0 0 0,1 0 0 0 0,-1 0 0 0 0,1 0 0 0 0,-1 0 0 0 0,1 0 1 0 0,-1 0-1 0 0,0 1 0 0 0,0-1 0 0 0,1 1 0 0 0,-1 0 0 0 0,0 0 0 0 0,-1-1 0 0 0,1 1 0 0 0,0 0 0 0 0,2 4 0 0 0,2 5 111 0 0</inkml:trace>
</inkml:ink>
</file>

<file path=ppt/ink/ink1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1:02.70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29 94 8754 0 0,'-8'10'476'0'0,"-9"13"-67"0"0,14-9 3380 0 0,3-14-3676 0 0,1 0 0 0 0,-1 0 0 0 0,1 1 0 0 0,0-1 0 0 0,-1 0 0 0 0,1 0 0 0 0,-1 0 0 0 0,1 0 0 0 0,0 0 0 0 0,-1 0 0 0 0,1 0 0 0 0,0 0 0 0 0,-1 0 0 0 0,1-1 0 0 0,-1 1 0 0 0,1 0 0 0 0,-1 0 0 0 0,1 0 0 0 0,0-1 0 0 0,-1 1 0 0 0,1 0 0 0 0,-1-1-1 0 0,1 1 1 0 0,-1 0 0 0 0,1-1 0 0 0,-1 1 0 0 0,0-1 0 0 0,1 1 0 0 0,-1-1 0 0 0,1 0 0 0 0,19-15 681 0 0,84-82-2453 0 0,-85 78 1645 0 0</inkml:trace>
</inkml:ink>
</file>

<file path=ppt/ink/ink1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1:04.09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138 405 5985 0 0,'-22'-14'2354'0'0,"0"-2"0"0"0,1-1 0 0 0,0 0 0 0 0,-23-27-1 0 0,43 43-2245 0 0,0 1 0 0 0,1-1 0 0 0,-1 0 0 0 0,1 1 0 0 0,-1-1 0 0 0,1 0-1 0 0,-1 0 1 0 0,1 1 0 0 0,-1-1 0 0 0,1 0 0 0 0,-1 0 0 0 0,1 0 0 0 0,0 0-1 0 0,0 0 1 0 0,-1 1 0 0 0,1-1 0 0 0,0-2 0 0 0,0 3-62 0 0,0 0 0 0 0,1-1 0 0 0,-1 1 0 0 0,0 0 0 0 0,0-1 0 0 0,0 1 1 0 0,1 0-1 0 0,-1-1 0 0 0,0 1 0 0 0,0 0 0 0 0,1-1 0 0 0,-1 1 0 0 0,0 0 0 0 0,1 0 0 0 0,-1-1 0 0 0,0 1 0 0 0,1 0 1 0 0,-1 0-1 0 0,0 0 0 0 0,1 0 0 0 0,-1-1 0 0 0,1 1 0 0 0,-1 0 0 0 0,0 0 0 0 0,1 0 0 0 0,0 0 0 0 0,1 0 25 0 0,0 0-1 0 0,0 0 0 0 0,0 0 1 0 0,0 0-1 0 0,0 0 0 0 0,1 1 1 0 0,-1-1-1 0 0,0 1 0 0 0,0-1 0 0 0,0 1 1 0 0,0 0-1 0 0,0 0 0 0 0,2 1 1 0 0,18 16 145 0 0,-1 1 1 0 0,-1 0-1 0 0,30 39 1 0 0,11 11-83 0 0,-40-48-122 0 0,1-1 0 0 0,1-2 0 0 0,30 20 0 0 0,-40-30-10 0 0,-1-1-1 0 0,1 0 1 0 0,0-1 0 0 0,1-1 0 0 0,0 0 0 0 0,0-1-1 0 0,0 0 1 0 0,22 2 0 0 0,-34-5 7 0 0,0-1 1 0 0,-1 0 0 0 0,1 0-1 0 0,-1 0 1 0 0,1 0-1 0 0,-1-1 1 0 0,1 1-1 0 0,-1 0 1 0 0,1-1-1 0 0,-1 1 1 0 0,1-1-1 0 0,-1 1 1 0 0,1-1 0 0 0,-1 0-1 0 0,1 0 1 0 0,-1 1-1 0 0,0-1 1 0 0,0 0-1 0 0,1 0 1 0 0,-1 0-1 0 0,0-1 1 0 0,0 1-1 0 0,0 0 1 0 0,0 0 0 0 0,0-1-1 0 0,0 1 1 0 0,-1 0-1 0 0,1-1 1 0 0,0 1-1 0 0,-1 0 1 0 0,1-1-1 0 0,-1 1 1 0 0,1-1-1 0 0,-1 0 1 0 0,1-1 0 0 0,0-8 94 0 0,0 0 0 0 0,0 1 1 0 0,-1-1-1 0 0,-2-14 0 0 0,1 10-32 0 0,-23-197 705 0 0,1 4-1228 0 0,23 203-17 0 0,0-45 556 0 0,8 28-2524 0 0,21 21-10086 0 0</inkml:trace>
</inkml:ink>
</file>

<file path=ppt/ink/ink1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1:04.38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16 0 13363 0 0,'0'0'209'0'0,"-1"0"1"0"0,0 0 0 0 0,1 0-1 0 0,-1 0 1 0 0,1 0-1 0 0,-1 0 1 0 0,0 0-1 0 0,1 0 1 0 0,-8 6 3353 0 0,7-6-3354 0 0,1 1 1 0 0,0-1-1 0 0,-1 1 1 0 0,1-1-1 0 0,0 2 1 0 0,3 20 1782 0 0,21 17-1814 0 0,47 45-2249 0 0,-55-66-5190 0 0</inkml:trace>
</inkml:ink>
</file>

<file path=ppt/ink/ink1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1:04.54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 91 10594 0 0,'-6'-7'944'0'0,"2"-1"-751"0"0,3 4-193 0 0,1 1 0 0 0,0 0 544 0 0,-2-1 64 0 0,-1-6 24 0 0,1-3 0 0 0,-1-4-56 0 0,3 4-16 0 0,3 6 0 0 0,4 5 1 0 0,4 10-2122 0 0,2 9-423 0 0,0 11-81 0 0</inkml:trace>
</inkml:ink>
</file>

<file path=ppt/ink/ink1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1:04.88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24 8290 0 0,'1'-3'135'0'0,"0"1"1"0"0,1 0-1 0 0,-1 0 1 0 0,1 0-1 0 0,-1 0 1 0 0,1 0 0 0 0,-1 0-1 0 0,1 1 1 0 0,0-1-1 0 0,2-1 1 0 0,-2 3 17 0 0,-1-1 0 0 0,0 1 1 0 0,0 0-1 0 0,1 0 0 0 0,-1 0 1 0 0,0 0-1 0 0,0 0 0 0 0,1 0 1 0 0,-1 1-1 0 0,0-1 0 0 0,0 0 0 0 0,0 1 1 0 0,1-1-1 0 0,-1 1 0 0 0,0-1 1 0 0,0 1-1 0 0,0-1 0 0 0,0 1 1 0 0,0 0-1 0 0,0 0 0 0 0,0-1 1 0 0,0 1-1 0 0,1 2 0 0 0,10 8 323 0 0,-1 0 0 0 0,0 1 0 0 0,-1 1 0 0 0,0 0-1 0 0,-1 0 1 0 0,0 1 0 0 0,10 23 0 0 0,-8-16-503 0 0,1 0 0 0 0,21 27 0 0 0,-33-47 22 0 0,0-1-1 0 0,0 0 0 0 0,0 0 0 0 0,0 1 1 0 0,0-1-1 0 0,1 0 0 0 0,-1 0 0 0 0,0 1 1 0 0,0-1-1 0 0,0 0 0 0 0,0 0 1 0 0,1 0-1 0 0,-1 1 0 0 0,0-1 0 0 0,0 0 1 0 0,0 0-1 0 0,1 0 0 0 0,-1 0 0 0 0,0 1 1 0 0,0-1-1 0 0,1 0 0 0 0,-1 0 1 0 0,0 0-1 0 0,0 0 0 0 0,1 0 0 0 0,-1 0 1 0 0,0 0-1 0 0,0 0 0 0 0,1 0 0 0 0,-1 0 1 0 0,0 0-1 0 0,1 0 0 0 0,-1 0 0 0 0,0 0 1 0 0,0 0-1 0 0,1 0 0 0 0,-1 0 1 0 0,0 0-1 0 0,0 0 0 0 0,1 0 0 0 0,-1 0 1 0 0,1-1-1 0 0,1-14 104 0 0,-5-34 677 0 0,1 37-424 0 0,2 3-150 0 0,0 1 0 0 0,0 0 0 0 0,1-1 0 0 0,0 1-1 0 0,0 0 1 0 0,1 0 0 0 0,0 0 0 0 0,0 0 0 0 0,1 0 0 0 0,0 0 0 0 0,5-7 0 0 0,-7 12-146 0 0,1 0 0 0 0,-1 1 1 0 0,1 0-1 0 0,0-1 0 0 0,0 1 1 0 0,0 0-1 0 0,0 0 0 0 0,0 0 1 0 0,0 0-1 0 0,0 0 0 0 0,1 1 1 0 0,-1-1-1 0 0,1 1 0 0 0,0-1 1 0 0,-1 1-1 0 0,1 0 0 0 0,0 0 1 0 0,-1 0-1 0 0,1 0 0 0 0,0 1 1 0 0,0-1-1 0 0,0 1 1 0 0,0 0-1 0 0,0-1 0 0 0,0 1 1 0 0,0 1-1 0 0,0-1 0 0 0,0 0 1 0 0,-1 1-1 0 0,1-1 0 0 0,0 1 1 0 0,0 0-1 0 0,0 0 0 0 0,4 2 0 0 0,-2 0-16 0 0,0 0-1 0 0,0 0 0 0 0,0 0 0 0 0,-1 0 0 0 0,1 1 0 0 0,-1 0 1 0 0,0 0-1 0 0,0 0 0 0 0,-1 0 0 0 0,5 6 0 0 0,30 54-1995 0 0,-24-39-2818 0 0,0-1-2190 0 0</inkml:trace>
</inkml:ink>
</file>

<file path=ppt/ink/ink1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1:05.30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126 287 8754 0 0,'-8'3'340'0'0,"1"-1"0"0"0,-1 1 0 0 0,1 0 1 0 0,0 0-1 0 0,0 1 0 0 0,0 0 0 0 0,1 0 0 0 0,-1 1 1 0 0,1 0-1 0 0,0 0 0 0 0,1 0 0 0 0,-1 1 0 0 0,1-1 1 0 0,0 1-1 0 0,0 1 0 0 0,1-1 0 0 0,0 1 0 0 0,0 0 1 0 0,0 0-1 0 0,-2 8 0 0 0,5-14-274 0 0,1 1-1 0 0,0-1 1 0 0,0 0 0 0 0,0 1-1 0 0,0-1 1 0 0,0 0 0 0 0,0 1 0 0 0,0-1-1 0 0,0 0 1 0 0,0 1 0 0 0,1-1-1 0 0,-1 0 1 0 0,0 1 0 0 0,1-1-1 0 0,-1 0 1 0 0,1 0 0 0 0,0 1-1 0 0,-1-1 1 0 0,1 0 0 0 0,0 0-1 0 0,0 0 1 0 0,0 0 0 0 0,0 0 0 0 0,0 0-1 0 0,0 0 1 0 0,0 0 0 0 0,0 0-1 0 0,0-1 1 0 0,0 1 0 0 0,0 0-1 0 0,0-1 1 0 0,1 1 0 0 0,-1 0-1 0 0,0-1 1 0 0,1 0 0 0 0,-1 1-1 0 0,0-1 1 0 0,2 0 0 0 0,7 3 83 0 0,0-2 0 0 0,0 1 1 0 0,20-1-1 0 0,-28-1-95 0 0,59-1 859 0 0,107-15-1 0 0,62-26 607 0 0,-25 4-956 0 0,466-111-55 0 0,-236 0-3680 0 0,-341 113-508 0 0,-55 23-2552 0 0</inkml:trace>
</inkml:ink>
</file>

<file path=ppt/ink/ink1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1:05.55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 0 16131 0 0,'-11'2'1754'0'0,"16"-2"-166"0"0,23 2-166 0 0,-13 2-1228 0 0,-1 1-1 0 0,1 1 0 0 0,-1 0 1 0 0,-1 1-1 0 0,1 0 1 0 0,-1 2-1 0 0,0-1 1 0 0,-1 1-1 0 0,0 1 1 0 0,-1 0-1 0 0,15 16 0 0 0,-6-2-595 0 0,-1 0 0 0 0,-1 1-1 0 0,-2 1 1 0 0,24 47 0 0 0,-28-49-7200 0 0</inkml:trace>
</inkml:ink>
</file>

<file path=ppt/ink/ink1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1:05.85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12 263 3681 0 0,'-1'-5'-35'0'0,"-9"-49"961"0"0,10 50-532 0 0,0-1-1 0 0,0 0 1 0 0,1 1 0 0 0,0-1 0 0 0,0 0 0 0 0,0 1 0 0 0,0-1 0 0 0,1 1 0 0 0,0 0 0 0 0,3-7 0 0 0,2-2 417 0 0,1-1 1 0 0,0 1-1 0 0,1 1 1 0 0,1-1-1 0 0,0 1 1 0 0,0 1-1 0 0,24-20 1 0 0,-30 28-659 0 0,1-1 1 0 0,0 1 0 0 0,-1 1 0 0 0,1-1-1 0 0,0 1 1 0 0,1-1 0 0 0,-1 1 0 0 0,0 1-1 0 0,1-1 1 0 0,-1 1 0 0 0,1 0-1 0 0,-1 0 1 0 0,1 1 0 0 0,-1-1 0 0 0,1 1-1 0 0,-1 1 1 0 0,1-1 0 0 0,0 1-1 0 0,-1 0 1 0 0,1 0 0 0 0,-1 0 0 0 0,0 1-1 0 0,1 0 1 0 0,-1 0 0 0 0,7 4-1 0 0,-6-3-98 0 0,1 1 0 0 0,-1 0 0 0 0,0 0-1 0 0,-1 1 1 0 0,1-1 0 0 0,-1 1-1 0 0,0 1 1 0 0,0-1 0 0 0,0 1 0 0 0,-1-1-1 0 0,0 1 1 0 0,0 0 0 0 0,0 1-1 0 0,-1-1 1 0 0,0 1 0 0 0,0 0 0 0 0,-1-1-1 0 0,0 1 1 0 0,0 0 0 0 0,0 1-1 0 0,0 12 1 0 0,-1 0 81 0 0,-1 0 0 0 0,-1 1 0 0 0,-1-1 0 0 0,-1 0 0 0 0,-1 0 0 0 0,-9 30 0 0 0,7-32-107 0 0,-9 40 249 0 0,14-54-254 0 0,1 0-1 0 0,-1 0 1 0 0,1-1-1 0 0,0 1 0 0 0,0 0 1 0 0,0 0-1 0 0,1-1 1 0 0,-1 1-1 0 0,1 0 1 0 0,0 0-1 0 0,0-1 0 0 0,2 6 1 0 0,-1-7 20 0 0,0 1 1 0 0,-1-1 0 0 0,1 0 0 0 0,0-1-1 0 0,0 1 1 0 0,1 0 0 0 0,-1 0-1 0 0,0-1 1 0 0,1 1 0 0 0,-1-1-1 0 0,0 0 1 0 0,1 0 0 0 0,0 0 0 0 0,-1 0-1 0 0,1 0 1 0 0,0-1 0 0 0,-1 1-1 0 0,1-1 1 0 0,0 1 0 0 0,5-1 0 0 0,0 0-12 0 0,0 0 1 0 0,0-1-1 0 0,1 1 1 0 0,-1-2-1 0 0,14-2 1 0 0,6-7-191 0 0,0-2-1 0 0,-1 0 1 0 0,45-30 0 0 0,-18 11-2380 0 0,-30 19-4779 0 0</inkml:trace>
</inkml:ink>
</file>

<file path=ppt/ink/ink1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1:06.11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147 105 9218 0 0,'-3'-11'860'0'0,"-1"0"0"0"0,0 0 1 0 0,0 1-1 0 0,-9-16 0 0 0,12 24-676 0 0,0-1 0 0 0,0 1-1 0 0,-1 0 1 0 0,1 0 0 0 0,0 0 0 0 0,-1 0 0 0 0,0 0-1 0 0,1 1 1 0 0,-1-1 0 0 0,0 0 0 0 0,0 1 0 0 0,0-1-1 0 0,0 1 1 0 0,0-1 0 0 0,0 1 0 0 0,0 0 0 0 0,0 0-1 0 0,-1 0 1 0 0,1 0 0 0 0,0 1 0 0 0,-1-1 0 0 0,1 1-1 0 0,0-1 1 0 0,-1 1 0 0 0,1 0 0 0 0,-1 0 0 0 0,-3 0-1 0 0,3 1-29 0 0,0 1 0 0 0,0-1 1 0 0,0 1-1 0 0,0-1 0 0 0,1 1 0 0 0,-1 0 0 0 0,1 0 0 0 0,-1 0 0 0 0,1 1 0 0 0,0-1 0 0 0,0 1 0 0 0,0-1 0 0 0,0 1 0 0 0,0 0 0 0 0,0-1 0 0 0,1 1 0 0 0,0 0 0 0 0,-1 0 0 0 0,0 6 0 0 0,-2 2 33 0 0,1 1-1 0 0,0-1 0 0 0,1 1 0 0 0,-1 12 0 0 0,2-9-93 0 0,1 0 1 0 0,1 0-1 0 0,1 0 1 0 0,0 0-1 0 0,1-1 1 0 0,0 1-1 0 0,1-1 1 0 0,1 0-1 0 0,1 0 1 0 0,13 26-1 0 0,-1-8-646 0 0,2-1 0 0 0,1 0 0 0 0,33 35 0 0 0</inkml:trace>
</inkml:ink>
</file>

<file path=ppt/ink/ink1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1:06.27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2 243 17108 0 0,'-1'-5'376'0'0,"1"0"72"0"0,0-3 24 0 0,0 1 8 0 0,1 3-384 0 0,1 0-96 0 0,0-2 0 0 0,6-7 0 0 0,3-9 352 0 0,6-5 56 0 0,6-2 8 0 0,3 2 0 0 0,3 3-1384 0 0,2 1-280 0 0,1 4-48 0 0,-3-1-17 0 0</inkml:trace>
</inkml:ink>
</file>

<file path=ppt/ink/ink1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1:07.84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1 142 13251 0 0,'27'-1'2263'0'0,"1"-2"1"0"0,36-8 0 0 0,151-26 381 0 0,-49 12-2719 0 0,-128 17-1078 0 0,-2-1 0 0 0,50-20 0 0 0,-66 19-412 0 0,-3 1-18 0 0</inkml:trace>
</inkml:ink>
</file>

<file path=ppt/ink/ink1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1:08.05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19 1 13827 0 0,'-1'0'130'0'0,"0"0"0"0"0,1 0 0 0 0,-1 0 0 0 0,0 0 0 0 0,0 0 1 0 0,1 0-1 0 0,-1 0 0 0 0,0 0 0 0 0,1 0 0 0 0,-1 0 0 0 0,0 0 0 0 0,0 0 0 0 0,1 1 0 0 0,-1-1 1 0 0,0 0-1 0 0,1 1 0 0 0,-1-1 0 0 0,0 0 0 0 0,1 1 0 0 0,-1-1 0 0 0,1 1 0 0 0,-1-1 0 0 0,1 1 1 0 0,-1-1-1 0 0,1 1 0 0 0,-1-1 0 0 0,0 2 0 0 0,3 19 2830 0 0,-1-16-3088 0 0,21 100 2302 0 0,-11-46-1990 0 0,2-1 1 0 0,2 0-1 0 0,37 87 0 0 0,-36-115-1326 0 0,2-1-4089 0 0,1-2-1991 0 0</inkml:trace>
</inkml:ink>
</file>

<file path=ppt/ink/ink1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1:08.40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11 284 10594 0 0,'-1'0'212'0'0,"0"-1"0"0"0,0 0-1 0 0,1 0 1 0 0,-1 0 0 0 0,0 0 0 0 0,0 0-1 0 0,1 0 1 0 0,-1 0 0 0 0,1 0 0 0 0,-1 0-1 0 0,1 0 1 0 0,-1 0 0 0 0,1 0-1 0 0,0 0 1 0 0,-1 0 0 0 0,1 0 0 0 0,0-1-1 0 0,0 1 1 0 0,0 0 0 0 0,0 0 0 0 0,0 0-1 0 0,0 0 1 0 0,0-2 0 0 0,8-2 2721 0 0,9 13-1603 0 0,16 19-732 0 0,0 2 1 0 0,-2 2-1 0 0,34 42 1 0 0,-30-32-447 0 0,57 51 1 0 0,-71-75-75 0 0,39 26 1 0 0,-52-38-66 0 0,0-1 0 0 0,0 0 0 0 0,0 0 0 0 0,1-1 0 0 0,-1 0 0 0 0,1 0 0 0 0,0-1 0 0 0,0 0 0 0 0,9 1 0 0 0,-16-3-5 0 0,0 0 1 0 0,0 0-1 0 0,0 0 0 0 0,0-1 1 0 0,0 1-1 0 0,0-1 1 0 0,0 1-1 0 0,1-1 0 0 0,-2 1 1 0 0,1-1-1 0 0,0 0 1 0 0,0 0-1 0 0,0 0 0 0 0,0 0 1 0 0,0 0-1 0 0,-1-1 1 0 0,1 1-1 0 0,-1 0 0 0 0,3-3 1 0 0,-1 1 33 0 0,-1-1 0 0 0,1 0 0 0 0,-1 0 1 0 0,0 0-1 0 0,0 0 0 0 0,0 0 0 0 0,-1 0 1 0 0,2-8-1 0 0,1-6 122 0 0,-2 1 0 0 0,0-1 0 0 0,-1-27 0 0 0,-1 43-159 0 0,-11-164 507 0 0,1-26-1304 0 0,10 180 227 0 0,1 0-1 0 0,1 0 0 0 0,0 1 0 0 0,0-1 0 0 0,1 1 0 0 0,8-22 1 0 0,2 7-6742 0 0</inkml:trace>
</inkml:ink>
</file>

<file path=ppt/ink/ink1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1:08.65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16 2761 0 0,'0'0'175'0'0,"-1"-1"1"0"0,1 1 0 0 0,0-1-1 0 0,0 1 1 0 0,0-1 0 0 0,0 1-1 0 0,0-1 1 0 0,0 1 0 0 0,0-1-1 0 0,0 1 1 0 0,0-1 0 0 0,0 1-1 0 0,0-1 1 0 0,0 1 0 0 0,0-1-1 0 0,1 1 1 0 0,2-6 2108 0 0,-2 6-2109 0 0,-1 0 1 0 0,1 0 0 0 0,-1-1 0 0 0,0 1-1 0 0,1 0 1 0 0,-1 0 0 0 0,1 0-1 0 0,-1-1 1 0 0,1 1 0 0 0,-1 0-1 0 0,1 0 1 0 0,-1 0 0 0 0,1 0-1 0 0,-1 0 1 0 0,1 0 0 0 0,-1 0-1 0 0,1 0 1 0 0,-1 0 0 0 0,1 0-1 0 0,-1 0 1 0 0,1 1 0 0 0,-1-1-1 0 0,1 0 1 0 0,-1 0 0 0 0,1 0-1 0 0,-1 1 1 0 0,1-1 0 0 0,0 1 526 0 0,0 0-526 0 0,2 1 366 0 0,-1 0 0 0 0,1 0 1 0 0,-1 0-1 0 0,1 0 0 0 0,-1 0 0 0 0,0 1 1 0 0,0-1-1 0 0,3 5 0 0 0,2 10 384 0 0,-1-1 1 0 0,0 1-1 0 0,5 33 0 0 0,4 57-955 0 0,-7-45-1441 0 0,-5-39-6025 0 0</inkml:trace>
</inkml:ink>
</file>

<file path=ppt/ink/ink1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1:08.83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43 14747 0 0,'0'-12'648'0'0,"1"3"144"0"0,1 1-632 0 0,-1 2-160 0 0,0 5 0 0 0,1-1 0 0 0,1 2 225 0 0,0-3 23 0 0,1 2 0 0 0,2 1 0 0 0,1 4-1032 0 0,0 6-209 0 0,-1 9-31 0 0,1 2-16 0 0,-1 4 792 0 0,2 1 160 0 0</inkml:trace>
</inkml:ink>
</file>

<file path=ppt/ink/ink1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1:09.14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66 9218 0 0,'1'-1'59'0'0,"0"0"1"0"0,0 0-1 0 0,0 0 1 0 0,0 0-1 0 0,0 0 0 0 0,0 1 1 0 0,0-1-1 0 0,1 0 1 0 0,-1 1-1 0 0,0-1 0 0 0,1 0 1 0 0,-1 1-1 0 0,0 0 1 0 0,1-1-1 0 0,-1 1 1 0 0,1 0-1 0 0,-1 0 0 0 0,1 0 1 0 0,-1 0-1 0 0,0 0 1 0 0,1 0-1 0 0,-1 0 0 0 0,1 0 1 0 0,1 1-1 0 0,0 0 16 0 0,-1 0 0 0 0,1 1 0 0 0,0-1 0 0 0,0 1-1 0 0,0 0 1 0 0,-1 0 0 0 0,1 0 0 0 0,-1 0 0 0 0,0 0-1 0 0,4 4 1 0 0,1 2 6 0 0,-1 1 0 0 0,0 0-1 0 0,-1 0 1 0 0,1 0 0 0 0,6 21 0 0 0,0 21-565 0 0,-10-41 324 0 0,-1 0 0 0 0,2 0 0 0 0,-1 0 0 0 0,1 0 0 0 0,1 0-1 0 0,4 8 1 0 0,-7-18 234 0 0,0 0 0 0 0,-1-1-1 0 0,1 1 1 0 0,0-1-1 0 0,-1 1 1 0 0,1-1 0 0 0,-1 1-1 0 0,1-1 1 0 0,-1 1 0 0 0,1-1-1 0 0,-1 0 1 0 0,0 1 0 0 0,1-1-1 0 0,-1 1 1 0 0,0-1-1 0 0,1 0 1 0 0,-1 0 0 0 0,0 1-1 0 0,0-1 1 0 0,1 0 0 0 0,-1 0-1 0 0,0 1 1 0 0,0-1 0 0 0,0 0-1 0 0,0-1 1 0 0,7-25 921 0 0,-6 23-883 0 0,7-30 1128 0 0,21-59 0 0 0,-27 85-1004 0 0,1 0-1 0 0,1 1 1 0 0,-1 0 0 0 0,1 0 0 0 0,0 0-1 0 0,1 0 1 0 0,0 1 0 0 0,0 0 0 0 0,0 0-1 0 0,1 0 1 0 0,0 0 0 0 0,0 1 0 0 0,0 0-1 0 0,9-4 1 0 0,-12 7-127 0 0,0 1-1 0 0,0 0 1 0 0,0 0-1 0 0,0 1 1 0 0,0-1-1 0 0,0 1 1 0 0,1 0-1 0 0,-1 0 1 0 0,0 0-1 0 0,0 0 1 0 0,1 0 0 0 0,-1 1-1 0 0,0-1 1 0 0,0 1-1 0 0,0 0 1 0 0,0 0-1 0 0,0 0 1 0 0,0 0-1 0 0,0 1 1 0 0,0-1-1 0 0,0 1 1 0 0,0-1-1 0 0,4 5 1 0 0,7 5 34 0 0,-1 1-1 0 0,-1 0 1 0 0,15 18-1 0 0,-8-9-163 0 0,14 12-1767 0 0,-16-19-5683 0 0</inkml:trace>
</inkml:ink>
</file>

<file path=ppt/ink/ink1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1:09.49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7 563 13827 0 0,'-6'4'957'0'0,"7"-6"-301"0"0,20-11 8 0 0,34-21-140 0 0,70-29 1754 0 0,256-88 0 0 0,150-5-108 0 0,-469 139-2064 0 0,440-90 5 0 0,-284 85-3526 0 0,-184 20-3914 0 0</inkml:trace>
</inkml:ink>
</file>

<file path=ppt/ink/ink1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1:09.77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 17508 0 0,'32'29'4515'0'0,"46"40"-3652"0"0,-60-48-701 0 0,-1 1-1 0 0,-1 0 1 0 0,-1 1 0 0 0,13 28-1 0 0,41 103 367 0 0,-48-102-515 0 0,2-1-1 0 0,44 71 1 0 0,-62-113-166 0 0,10 12-6513 0 0</inkml:trace>
</inkml:ink>
</file>

<file path=ppt/ink/ink1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1:10.09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0 192 9674 0 0,'0'-4'148'0'0,"0"0"0"0"0,1 1 0 0 0,-1-1-1 0 0,1 0 1 0 0,0 0 0 0 0,0 0 0 0 0,0 1 0 0 0,1-1 0 0 0,-1 0 0 0 0,1 1-1 0 0,0-1 1 0 0,0 1 0 0 0,0 0 0 0 0,0 0 0 0 0,0 0 0 0 0,1 0 0 0 0,0 0-1 0 0,-1 0 1 0 0,6-3 0 0 0,7-7 902 0 0,1 1 0 0 0,25-15-1 0 0,-34 22-903 0 0,9-4 574 0 0,0 0 1 0 0,0 0-1 0 0,1 1 0 0 0,0 2 0 0 0,36-10 1 0 0,-47 14-639 0 0,-1 1 0 0 0,0 0 1 0 0,0 0-1 0 0,0 1 0 0 0,0-1 0 0 0,1 1 0 0 0,-1 0 1 0 0,0 1-1 0 0,0-1 0 0 0,1 1 0 0 0,-1 0 1 0 0,0 0-1 0 0,0 1 0 0 0,0 0 0 0 0,0-1 1 0 0,0 2-1 0 0,-1-1 0 0 0,1 0 0 0 0,-1 1 1 0 0,1 0-1 0 0,-1 0 0 0 0,0 1 0 0 0,0-1 1 0 0,0 1-1 0 0,5 6 0 0 0,-6-5-79 0 0,0 1 1 0 0,-1-1-1 0 0,1 1 0 0 0,-1-1 1 0 0,0 1-1 0 0,-1 0 0 0 0,1 0 1 0 0,-1 0-1 0 0,-1-1 0 0 0,1 1 1 0 0,-1 0-1 0 0,0 0 0 0 0,0 0 1 0 0,-2 10-1 0 0,-2 10 7 0 0,-1-1 1 0 0,-10 27-1 0 0,9-30-8 0 0,-9 24 32 0 0,10-32-4 0 0,-1 1-1 0 0,2 0 1 0 0,0 0 0 0 0,1 0 0 0 0,1 1-1 0 0,0-1 1 0 0,0 23 0 0 0,2-36-7 0 0,1 0 1 0 0,-1 0 0 0 0,1 0-1 0 0,-1 0 1 0 0,1 0-1 0 0,0 0 1 0 0,-1-1 0 0 0,1 1-1 0 0,0 0 1 0 0,0 0-1 0 0,0-1 1 0 0,1 1 0 0 0,-1 0-1 0 0,0-1 1 0 0,1 1-1 0 0,-1-1 1 0 0,1 0 0 0 0,-1 1-1 0 0,1-1 1 0 0,0 0-1 0 0,-1 0 1 0 0,1 0 0 0 0,0 0-1 0 0,0 0 1 0 0,0-1-1 0 0,0 1 1 0 0,-1 0 0 0 0,1-1-1 0 0,0 0 1 0 0,0 1-1 0 0,0-1 1 0 0,0 0 0 0 0,0 0-1 0 0,0 0 1 0 0,1 0-1 0 0,1-1 1 0 0,10 0 54 0 0,-1-1-1 0 0,0 0 1 0 0,1-1 0 0 0,15-6 0 0 0,-19 6-76 0 0,32-11-1126 0 0,65-32 0 0 0,-80 34-6694 0 0</inkml:trace>
</inkml:ink>
</file>

<file path=ppt/ink/ink1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1:54.87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21 0 6449 0 0,'-20'3'8204'0'0,"25"11"-5219"0"0,128 258 361 0 0,-100-219-3966 0 0,-30-49 34 0 0,1 0 1 0 0,-1 0-1 0 0,1 0 1 0 0,0 0-1 0 0,7 4 0 0 0</inkml:trace>
</inkml:ink>
</file>

<file path=ppt/ink/ink1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1:55.08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49 50 8754 0 0,'-5'-9'-366'0'0,"-15"-26"4883"0"0,20 34-4362 0 0,0 1 1 0 0,-1 0-1 0 0,1-1 0 0 0,0 1 0 0 0,-1-1 1 0 0,1 1-1 0 0,-1 0 0 0 0,1-1 0 0 0,-1 1 1 0 0,1 0-1 0 0,0 0 0 0 0,-1-1 0 0 0,0 1 1 0 0,1 0-1 0 0,-1 0 0 0 0,1 0 0 0 0,-1 0 0 0 0,1 0 1 0 0,-1-1-1 0 0,1 1 0 0 0,-1 0 0 0 0,0 0 1 0 0,0 1 5 0 0,0-1 0 0 0,1 1 0 0 0,-1-1 0 0 0,0 1-1 0 0,1-1 1 0 0,-1 1 0 0 0,0-1 0 0 0,1 1 0 0 0,-1 0 0 0 0,1-1 0 0 0,-1 1 0 0 0,1 0 0 0 0,-1 0 0 0 0,1-1 0 0 0,-1 1 0 0 0,1 0 0 0 0,0 0 0 0 0,-1 0 0 0 0,1 1 0 0 0,0-1-278 0 0,-1 1 0 0 0,1 0 0 0 0,0-1 1 0 0,0 1-1 0 0,0 0 0 0 0,0-1 0 0 0,0 1 0 0 0,0 0 0 0 0,1 0 0 0 0,-1-1 1 0 0,0 1-1 0 0,1 0 0 0 0,0-1 0 0 0,-1 1 0 0 0,1-1 0 0 0,0 1 1 0 0,0-1-1 0 0,-1 1 0 0 0,1-1 0 0 0,0 1 0 0 0,1-1 0 0 0,-1 0 0 0 0,0 0 1 0 0,0 0-1 0 0,2 2 0 0 0,6 7-1153 0 0</inkml:trace>
</inkml:ink>
</file>

<file path=ppt/ink/ink1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1:59.56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1 122 7834 0 0,'5'-26'1929'0'0,"0"7"874"0"0,-2-1 0 0 0,3-37 0 0 0,12 86-316 0 0,-5 3-2353 0 0,-2 1 0 0 0,-1 1-1 0 0,4 34 1 0 0,11 106 554 0 0,-12-72-525 0 0,34 229-6387 0 0,-35-265-571 0 0</inkml:trace>
</inkml:ink>
</file>

<file path=ppt/ink/ink1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1:59.93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265 289 5529 0 0,'-34'-2'915'0'0,"0"3"0"0"0,0 0 0 0 0,1 3 0 0 0,-1 0-1 0 0,-50 15 1 0 0,73-13 556 0 0,19-1-423 0 0,21-1 58 0 0,30-7 677 0 0,113-21 0 0 0,-81 8-895 0 0,344-66 1443 0 0,-164 27-1682 0 0,288-41-172 0 0,-437 75-468 0 0,-51 7-92 0 0,108-5 0 0 0,-175 18-78 0 0,-1 1 0 0 0,1 1 0 0 0,0-1 1 0 0,-1 0-1 0 0,1 1 0 0 0,-1 0 0 0 0,1 0 0 0 0,-1 0 0 0 0,5 2 1 0 0,-8-3 69 0 0,1 1 1 0 0,0-1 0 0 0,0 1-1 0 0,-1-1 1 0 0,1 1 0 0 0,0-1 0 0 0,-1 1-1 0 0,1 0 1 0 0,0-1 0 0 0,-1 1-1 0 0,1 0 1 0 0,-1 0 0 0 0,1-1-1 0 0,-1 1 1 0 0,0 0 0 0 0,1 0 0 0 0,-1 0-1 0 0,0 0 1 0 0,1 0 0 0 0,-1-1-1 0 0,0 1 1 0 0,0 0 0 0 0,0 0-1 0 0,0 0 1 0 0,0 0 0 0 0,0 0 0 0 0,0 0-1 0 0,0 0 1 0 0,0 0 0 0 0,0 0-1 0 0,-1-1 1 0 0,1 1 0 0 0,0 0-1 0 0,-1 0 1 0 0,1 0 0 0 0,0 0 0 0 0,-1-1-1 0 0,1 1 1 0 0,-1 0 0 0 0,-1 1-1 0 0,-10 16-415 0 0</inkml:trace>
</inkml:ink>
</file>

<file path=ppt/ink/ink1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00.58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6 137 6913 0 0,'-2'-6'513'0'0,"1"0"-1"0"0,0-1 0 0 0,0 1 0 0 0,1 0 0 0 0,-1 0 0 0 0,1-1 0 0 0,1 1 0 0 0,-1 0 0 0 0,2-8 0 0 0,-1 3 301 0 0,0 6-234 0 0,-1 0 0 0 0,1 0 0 0 0,0 1 1 0 0,0-1-1 0 0,1 0 0 0 0,-1 1 0 0 0,5-9 1 0 0,-6 13-458 0 0,1-1 1 0 0,-1 0-1 0 0,1 0 1 0 0,-1 1 0 0 0,1-1-1 0 0,-1 1 1 0 0,1-1-1 0 0,0 1 1 0 0,-1-1 0 0 0,1 1-1 0 0,0-1 1 0 0,-1 1-1 0 0,1-1 1 0 0,0 1 0 0 0,-1 0-1 0 0,1-1 1 0 0,0 1-1 0 0,0 0 1 0 0,0 0 0 0 0,1-1-1 0 0,-1 1-56 0 0,0 1-1 0 0,1-1 0 0 0,-1 0 1 0 0,0 1-1 0 0,0-1 0 0 0,1 1 1 0 0,-1-1-1 0 0,0 1 0 0 0,0-1 1 0 0,0 1-1 0 0,0 0 0 0 0,0 0 1 0 0,1-1-1 0 0,-1 1 0 0 0,-1 0 1 0 0,1 0-1 0 0,1 2 0 0 0,7 7 116 0 0,0 1 1 0 0,-2 1-1 0 0,1 0 0 0 0,-1 0 0 0 0,7 19 0 0 0,23 69 113 0 0,-28-75-242 0 0,32 111 0 0 0,-21-67-162 0 0,3-1 1 0 0,33 70-1 0 0,-34-95-1147 0 0,-11-24-4832 0 0</inkml:trace>
</inkml:ink>
</file>

<file path=ppt/ink/ink1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00.90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2 268 6449 0 0,'-1'-4'107'0'0,"1"-1"0"0"0,0 0-1 0 0,0 0 1 0 0,1 0 0 0 0,-1 1 0 0 0,1-1-1 0 0,0 0 1 0 0,0 1 0 0 0,1-1-1 0 0,-1 1 1 0 0,1-1 0 0 0,0 1-1 0 0,0 0 1 0 0,0-1 0 0 0,1 1-1 0 0,0 0 1 0 0,0 1 0 0 0,4-5-1 0 0,8-10 478 0 0,2 2 0 0 0,0 0 0 0 0,1 1 0 0 0,1 1 0 0 0,0 1 0 0 0,1 1 0 0 0,0 0-1 0 0,1 1 1 0 0,0 2 0 0 0,1 0 0 0 0,0 1 0 0 0,0 1 0 0 0,0 1 0 0 0,1 1 0 0 0,42-3-1 0 0,-62 7-502 0 0,1 1 0 0 0,-1 0 0 0 0,1 0 0 0 0,0 1 0 0 0,-1-1 0 0 0,1 1 0 0 0,-1 0 0 0 0,1-1 0 0 0,-1 2 0 0 0,1-1 0 0 0,-1 0 0 0 0,0 1 0 0 0,0-1 0 0 0,1 1 0 0 0,-1 0 0 0 0,0 0 0 0 0,3 3 0 0 0,-4-2-50 0 0,-1-1 0 0 0,1 0 0 0 0,-1 1 0 0 0,1-1 0 0 0,-1 1 0 0 0,0-1 0 0 0,0 1 0 0 0,0-1 0 0 0,0 1 0 0 0,-1 0 0 0 0,1 0 0 0 0,-1-1 0 0 0,0 1 0 0 0,1 0 0 0 0,-1 0 0 0 0,-1 0-1 0 0,1-1 1 0 0,0 1 0 0 0,-1 0 0 0 0,1 0 0 0 0,-1-1 0 0 0,-1 5 0 0 0,-5 14 129 0 0,-2-1 0 0 0,0 0 0 0 0,-1-1 0 0 0,-15 22 0 0 0,13-22 42 0 0,1 0 0 0 0,1 1 0 0 0,-15 39 1 0 0,24-57-164 0 0,0 0 0 0 0,1 0 1 0 0,-1 1-1 0 0,1-1 0 0 0,-1 0 1 0 0,1 0-1 0 0,0 0 0 0 0,0 0 1 0 0,0 1-1 0 0,0-1 0 0 0,0 0 1 0 0,0 0-1 0 0,1 0 0 0 0,-1 0 1 0 0,1 1-1 0 0,-1-1 0 0 0,1 0 1 0 0,0 0-1 0 0,0 0 0 0 0,0 0 1 0 0,0 0-1 0 0,0-1 0 0 0,3 4 1 0 0,-1-3 10 0 0,-1 1 1 0 0,1-1 0 0 0,1 0-1 0 0,-1-1 1 0 0,0 1-1 0 0,0 0 1 0 0,1-1-1 0 0,-1 0 1 0 0,1 0 0 0 0,-1 0-1 0 0,1 0 1 0 0,6 1-1 0 0,9-1 2 0 0,-1-1 0 0 0,0 0 0 0 0,1-1-1 0 0,25-6 1 0 0,58-8-3093 0 0,-81 13-4356 0 0</inkml:trace>
</inkml:ink>
</file>

<file path=ppt/ink/ink1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01.15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145 17 4145 0 0,'0'-1'239'0'0,"0"0"-1"0"0,0 0 1 0 0,-1 0-1 0 0,1 0 1 0 0,-1 0 0 0 0,1 1-1 0 0,-1-1 1 0 0,1 0-1 0 0,-1 0 1 0 0,0 0 0 0 0,1 1-1 0 0,-1-1 1 0 0,0 0 0 0 0,0 1-1 0 0,1-1 1 0 0,-1 1-1 0 0,0-1 1 0 0,0 1 0 0 0,0-1-1 0 0,0 1 1 0 0,0-1 0 0 0,0 1-1 0 0,1 0 1 0 0,-1 0-1 0 0,0-1 1 0 0,0 1 0 0 0,0 0-1 0 0,0 0 1 0 0,0 0 0 0 0,0 0-1 0 0,0 0 1 0 0,0 0-1 0 0,0 0 1 0 0,0 1 0 0 0,0-1-1 0 0,0 0 1 0 0,-1 1-1 0 0,-39 9 4424 0 0,36-7-4462 0 0,0 0-1 0 0,0 0 0 0 0,0 1 1 0 0,0 0-1 0 0,1 0 0 0 0,0 1 1 0 0,0-1-1 0 0,0 1 0 0 0,0 0 0 0 0,1 0 1 0 0,0 0-1 0 0,0 0 0 0 0,0 0 1 0 0,0 1-1 0 0,1-1 0 0 0,0 1 0 0 0,0 0 1 0 0,1 0-1 0 0,-1 0 0 0 0,1 0 1 0 0,0 10-1 0 0,-1 8-82 0 0,2 1 0 0 0,0-1 0 0 0,2 0 1 0 0,4 26-1 0 0,1-12-173 0 0,0-1 1 0 0,3 1 0 0 0,1-1-1 0 0,1-1 1 0 0,3 0-1 0 0,35 65 1 0 0,-22-50-2011 0 0,-21-37 471 0 0</inkml:trace>
</inkml:ink>
</file>

<file path=ppt/ink/ink1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01.30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106 259 6449 0 0,'-12'-5'696'0'0,"1"0"0"0"0,0-1 0 0 0,0 0-1 0 0,0 0 1 0 0,-13-11 0 0 0,22 15-459 0 0,0 1 0 0 0,1-1 0 0 0,-1 1 0 0 0,0-1 0 0 0,1 1 0 0 0,-1-1 0 0 0,0 0 0 0 0,1 0 0 0 0,0 1 0 0 0,0-1 0 0 0,-1 0 0 0 0,1-1 0 0 0,0 1 0 0 0,0 0 1 0 0,1 0-1 0 0,-1 0 0 0 0,0 0 0 0 0,1-1 0 0 0,0 1 0 0 0,-1 0 0 0 0,1-1 0 0 0,0 1 0 0 0,0 0 0 0 0,0-1 0 0 0,0 1 0 0 0,1 0 0 0 0,-1 0 0 0 0,1-1 0 0 0,-1 1 0 0 0,1 0 0 0 0,0 0 1 0 0,0 0-1 0 0,0-1 0 0 0,0 1 0 0 0,0 0 0 0 0,2-3 0 0 0,10-7-13 0 0,0 0 0 0 0,0 0 0 0 0,1 2 0 0 0,1-1 0 0 0,0 2 0 0 0,0 0 0 0 0,21-9 0 0 0,-14 7-875 0 0,7-5-4320 0 0,0 2-1720 0 0</inkml:trace>
</inkml:ink>
</file>

<file path=ppt/ink/ink1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03.05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92 9674 0 0,'3'1'258'0'0,"1"0"0"0"0,-1 0-1 0 0,0 0 1 0 0,1-1 0 0 0,-1 1-1 0 0,0-1 1 0 0,1 0 0 0 0,-1 0 0 0 0,1 0-1 0 0,5-2 1 0 0,-2 2 158 0 0,197-28 4478 0 0,0-15-5726 0 0,-193 41 586 0 0,59-14-2871 0 0,-51 10 1808 0 0</inkml:trace>
</inkml:ink>
</file>

<file path=ppt/ink/ink1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03.25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0 5985 0 0,'2'1'3063'0'0,"13"6"2685"0"0,-12-5-5401 0 0,-1-1 0 0 0,1 1 0 0 0,0 0 0 0 0,-1 0 0 0 0,1 0 0 0 0,-1 1 0 0 0,0-1 0 0 0,0 1 1 0 0,3 2-1 0 0,2 10 93 0 0,0 1 1 0 0,-1 0 0 0 0,-1 0 0 0 0,-1 1 0 0 0,0-1-1 0 0,-1 1 1 0 0,2 27 0 0 0,7 31-993 0 0,-6-49-1162 0 0,1 0-5338 0 0</inkml:trace>
</inkml:ink>
</file>

<file path=ppt/ink/ink1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03.77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1 105 8434 0 0,'10'-65'2004'0'0,"-9"59"-932"0"0,1 1 0 0 0,0-1 1 0 0,1 1-1 0 0,-1 0 0 0 0,5-7 1 0 0,-5 14-720 0 0,0 1 0 0 0,-1 0 0 0 0,1 0 0 0 0,-1 0 0 0 0,1 1 0 0 0,-1-1 1 0 0,0 0-1 0 0,0 0 0 0 0,0 5 0 0 0,19 108 281 0 0,-6 0 1 0 0,0 124-1 0 0,-1-5-1519 0 0,-8-177-68 0 0</inkml:trace>
</inkml:ink>
</file>

<file path=ppt/ink/ink1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04.09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1 307 6913 0 0,'26'-11'8923'0'0,"48"-15"-5751"0"0,-17 6-2000 0 0,613-192 1810 0 0,-634 202-3220 0 0,1 1-1 0 0,0 2 1 0 0,0 1-1 0 0,1 3 1 0 0,41 0-1 0 0,-51 4-792 0 0</inkml:trace>
</inkml:ink>
</file>

<file path=ppt/ink/ink1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04.39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5 9674 0 0,'2'-1'118'0'0,"-1"0"-1"0"0,1 1 1 0 0,0-1-1 0 0,-1 1 1 0 0,1-1 0 0 0,0 1-1 0 0,-1 0 1 0 0,1 0-1 0 0,0-1 1 0 0,0 1 0 0 0,-1 1-1 0 0,1-1 1 0 0,0 0-1 0 0,0 0 1 0 0,-1 1 0 0 0,1-1-1 0 0,0 1 1 0 0,-1-1-1 0 0,1 1 1 0 0,0 0 0 0 0,-1-1-1 0 0,1 1 1 0 0,-1 0-1 0 0,1 0 1 0 0,-1 0 0 0 0,0 0-1 0 0,1 1 1 0 0,-1-1-1 0 0,0 0 1 0 0,0 1 0 0 0,1 0-1 0 0,8 8 1011 0 0,-1 1 0 0 0,13 18 0 0 0,-13-13-615 0 0,0 0 0 0 0,-1 0 0 0 0,0 1-1 0 0,-1 0 1 0 0,-1 0 0 0 0,-1 1 0 0 0,4 24 0 0 0,11 134 76 0 0,-8-50-635 0 0,-6-93-1546 0 0,12 39 0 0 0</inkml:trace>
</inkml:ink>
</file>

<file path=ppt/ink/ink1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04.69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1 175 4145 0 0,'2'-5'306'0'0,"1"-1"0"0"0,0 0 0 0 0,0 1-1 0 0,0 0 1 0 0,1 0 0 0 0,0 0 0 0 0,0 0 0 0 0,0 0 0 0 0,1 1 0 0 0,9-8 0 0 0,56-36 3612 0 0,-63 44-3838 0 0,14-10 1607 0 0,41-17 1 0 0,-57 28-1458 0 0,0 1 0 0 0,0 0-1 0 0,1 0 1 0 0,-1 1 0 0 0,0-1 0 0 0,1 1 0 0 0,-1 1 0 0 0,1-1 0 0 0,-1 1-1 0 0,1 0 1 0 0,-1 0 0 0 0,1 0 0 0 0,-1 1 0 0 0,10 2 0 0 0,-14-3-189 0 0,0 1 0 0 0,0 0 1 0 0,0 0-1 0 0,0-1 1 0 0,0 1-1 0 0,0 0 0 0 0,0 0 1 0 0,0 0-1 0 0,0 0 0 0 0,0 0 1 0 0,-1 0-1 0 0,1 0 1 0 0,0 1-1 0 0,-1-1 0 0 0,1 0 1 0 0,-1 0-1 0 0,0 0 1 0 0,1 1-1 0 0,-1-1 0 0 0,0 0 1 0 0,0 0-1 0 0,1 1 0 0 0,-1-1 1 0 0,0 0-1 0 0,0 1 1 0 0,0-1-1 0 0,-1 0 0 0 0,1 0 1 0 0,0 1-1 0 0,0-1 1 0 0,-1 0-1 0 0,1 0 0 0 0,-2 3 1 0 0,-18 42 549 0 0,20-45-557 0 0,-43 68 661 0 0,31-51-527 0 0,1-1 1 0 0,0 1-1 0 0,1 1 1 0 0,2 0-1 0 0,-1 0 0 0 0,-4 21 1 0 0,12-37-142 0 0,0 0 1 0 0,1 1-1 0 0,-1-1 1 0 0,1 0-1 0 0,0 0 1 0 0,0 1-1 0 0,0-1 1 0 0,0 0-1 0 0,0 0 1 0 0,1 1-1 0 0,0-1 1 0 0,0 0-1 0 0,-1 0 1 0 0,2 0-1 0 0,-1 0 1 0 0,0 0-1 0 0,1 0 0 0 0,-1 0 1 0 0,4 3-1 0 0,-2-2 19 0 0,1 0-1 0 0,0-1 1 0 0,-1 0-1 0 0,2 0 0 0 0,-1 0 1 0 0,0 0-1 0 0,0-1 0 0 0,1 1 1 0 0,-1-1-1 0 0,1 0 0 0 0,6 1 1 0 0,10 2-312 0 0,0-1 1 0 0,1-1 0 0 0,-1 0 0 0 0,35-2 0 0 0,-14-1-2977 0 0,-21 1-3670 0 0</inkml:trace>
</inkml:ink>
</file>

<file path=ppt/ink/ink1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04.93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38 86 3425 0 0,'1'-2'108'0'0,"1"-1"1"0"0,-1 1 0 0 0,1-1-1 0 0,-1 1 1 0 0,0-1 0 0 0,0 0 0 0 0,0 0-1 0 0,0 1 1 0 0,0-1 0 0 0,-1 0-1 0 0,1-5 1 0 0,-1 5 282 0 0,0 1 0 0 0,0 0 0 0 0,-1 0 0 0 0,1-1 0 0 0,-1 1-1 0 0,1 0 1 0 0,-1 0 0 0 0,0 0 0 0 0,0 0 0 0 0,0 0 0 0 0,0 0 0 0 0,0 0 0 0 0,0 0 0 0 0,-1 0 0 0 0,1 1 0 0 0,-1-1-1 0 0,1 0 1 0 0,-1 1 0 0 0,0-1 0 0 0,1 1 0 0 0,-1 0 0 0 0,0 0 0 0 0,0-1 0 0 0,-4 0 0 0 0,6 1-289 0 0,-1 1 0 0 0,1 0 1 0 0,0 0-1 0 0,-1 0 0 0 0,1 0 0 0 0,0 0 1 0 0,-1 0-1 0 0,1 0 0 0 0,0-1 0 0 0,-1 1 1 0 0,1 0-1 0 0,0 0 0 0 0,-1 0 0 0 0,1 0 1 0 0,0 0-1 0 0,-1 1 0 0 0,1-1 0 0 0,0 0 1 0 0,-1 0-1 0 0,1 0 0 0 0,0 0 1 0 0,-1 0-1 0 0,1 0 0 0 0,0 1 0 0 0,-1-1 1 0 0,1 0-1 0 0,0 0 0 0 0,-1 0 0 0 0,1 1 1 0 0,0-1-1 0 0,0 0 0 0 0,-1 0 0 0 0,1 1 1 0 0,0-1-1 0 0,0 0 0 0 0,0 1 0 0 0,-6 17 1659 0 0,4 27-777 0 0,2-39-687 0 0,0 69-152 0 0,3-1 0 0 0,22 130 0 0 0,-21-188-2027 0 0</inkml:trace>
</inkml:ink>
</file>

<file path=ppt/ink/ink1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05.10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 71 9218 0 0,'-1'-3'215'0'0,"-1"-39"504"0"0,2 40-378 0 0,0 0-1 0 0,1 0 1 0 0,-1 0 0 0 0,1 0-1 0 0,-1 0 1 0 0,1 0 0 0 0,0 0-1 0 0,0 0 1 0 0,0 0-1 0 0,1-3 1 0 0,-2 5-329 0 0,1 0 0 0 0,-1 0 0 0 0,0 0 0 0 0,0 0 0 0 0,0 0 0 0 0,0 0 0 0 0,0 0 0 0 0,0 0 0 0 0,0 0 0 0 0,0 0 0 0 0,0-1 0 0 0,1 1 1 0 0,-1 0-1 0 0,0 0 0 0 0,0 0 0 0 0,0 0 0 0 0,0 0 0 0 0,0 0 0 0 0,0 0 0 0 0,0 0 0 0 0,0 0 0 0 0,1 0 0 0 0,-1 0 0 0 0,0 0 0 0 0,0 0 0 0 0,0 0 0 0 0,0 0 0 0 0,0 0 0 0 0,0 0 0 0 0,0 0 0 0 0,1 0 0 0 0,-1 0 0 0 0,0 1 0 0 0,0-1 0 0 0,0 0 1 0 0,0 0-1 0 0,0 0 0 0 0,0 0 0 0 0,0 0 0 0 0,0 0 0 0 0,0 0 0 0 0,1 0 0 0 0,-1 0 0 0 0,0 0 0 0 0,0 0 0 0 0,0 1 0 0 0,0-1 0 0 0,0 0 0 0 0,0 0 0 0 0,0 0 0 0 0,0 0 0 0 0,0 0 0 0 0,0 0 0 0 0,0 0 0 0 0,0 1 0 0 0,4 10-708 0 0,1 12-1365 0 0,7 30 629 0 0,-6-33 1418 0 0</inkml:trace>
</inkml:ink>
</file>

<file path=ppt/ink/ink1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05.92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71 10138 0 0,'2'-4'269'0'0,"1"-1"0"0"0,-1 1 0 0 0,1 0 0 0 0,0 0 0 0 0,0 0 0 0 0,0 0-1 0 0,0 1 1 0 0,1-1 0 0 0,-1 1 0 0 0,1 0 0 0 0,0 0 0 0 0,0 0 0 0 0,0 0 0 0 0,0 1 0 0 0,1 0 0 0 0,-1-1-1 0 0,0 2 1 0 0,1-1 0 0 0,0 0 0 0 0,7 0 0 0 0,-3 0-54 0 0,0 0 1 0 0,0 1-1 0 0,0 1 1 0 0,1 0-1 0 0,-1 0 1 0 0,0 0-1 0 0,1 1 1 0 0,-1 1-1 0 0,17 4 1 0 0,-11-1-9 0 0,0 1 0 0 0,0 1 1 0 0,0 0-1 0 0,-1 1 0 0 0,0 1 0 0 0,0 0 0 0 0,-1 1 1 0 0,15 14-1 0 0,-11-6-33 0 0,0 0 1 0 0,-1 1-1 0 0,-1 1 1 0 0,23 39-1 0 0,-12-10-62 0 0,-4 2 0 0 0,-1 0 0 0 0,-3 0 0 0 0,15 67 0 0 0,-17-45-62 0 0,-4 0 0 0 0,-3 1 0 0 0,-3 1 0 0 0,-4 82 0 0 0,-42 296-821 0 0,20-256 442 0 0,-15 94 1873 0 0,26-254-2933 0 0</inkml:trace>
</inkml:ink>
</file>

<file path=ppt/ink/ink1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18.52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47 8290 0 0,'7'4'4829'0'0,"9"-5"-3579"0"0,13-5-1317 0 0,-3 0-1184 0 0,0-2 0 0 0,32-14 0 0 0,-42 14 888 0 0</inkml:trace>
</inkml:ink>
</file>

<file path=ppt/ink/ink1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18.70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 22 9674 0 0,'0'0'69'0'0,"0"0"0"0"0,-4 2 1869 0 0,4-2-1869 0 0,-1 0 0 0 0,1 1 1 0 0,0-1-1 0 0,0 0 0 0 0,0 0 0 0 0,0 0 0 0 0,0 0 0 0 0,0 1 1 0 0,0-1-1 0 0,0 0 0 0 0,0 0 0 0 0,0 0 0 0 0,0 1 1 0 0,0-1-1 0 0,0 0 0 0 0,0 0 0 0 0,0 1 0 0 0,16-3 1590 0 0,42-10-3027 0 0,8 0-5025 0 0,-51 11 5717 0 0</inkml:trace>
</inkml:ink>
</file>

<file path=ppt/ink/ink1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19.08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23 242 6449 0 0,'-22'1'2954'0'0,"34"23"1405"0"0,-6-16-4235 0 0,127 174 4945 0 0,-106-150-4820 0 0,2-1 0 0 0,1-2 1 0 0,44 35-1 0 0,-68-60-182 0 0,-1 0 0 0 0,0-1-1 0 0,1 0 1 0 0,-1 0-1 0 0,1 0 1 0 0,0 0 0 0 0,0-1-1 0 0,0 0 1 0 0,0 0 0 0 0,11 1-1 0 0,-14-3-5 0 0,0 0 0 0 0,0 0 0 0 0,0 0 0 0 0,0 0 0 0 0,0-1 0 0 0,0 0 1 0 0,0 1-1 0 0,0-1 0 0 0,0 0 0 0 0,-1 0 0 0 0,1-1 0 0 0,0 1 0 0 0,-1-1 0 0 0,1 1 0 0 0,-1-1 0 0 0,1 0 0 0 0,-1 0 0 0 0,0 0 0 0 0,0 0 0 0 0,0 0 0 0 0,0 0 0 0 0,0-1 0 0 0,0 1 0 0 0,2-5 0 0 0,4-7 102 0 0,0-1 0 0 0,-2 0 0 0 0,1-1 0 0 0,-2 1 0 0 0,0-1 0 0 0,-1 0 0 0 0,3-27 0 0 0,3-121 273 0 0,-2 13-655 0 0,-5 127-194 0 0,11-41 1 0 0,-11 56-290 0 0,0 1 1 0 0,1-1 0 0 0,0 0-1 0 0,6-9 1 0 0</inkml:trace>
</inkml:ink>
</file>

<file path=ppt/ink/ink1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19.25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 7834 0 0,'36'110'7863'0'0,"-24"-67"-6488"0"0,12 81 0 0 0,-23-119-1854 0 0,4 26-232 0 0,1-20-1644 0 0</inkml:trace>
</inkml:ink>
</file>

<file path=ppt/ink/ink1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19.41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33 41 10594 0 0,'-10'-7'472'0'0,"3"1"96"0"0,3 0-455 0 0,1 2-113 0 0,2 2 0 0 0,1 1 0 0 0,0-1 232 0 0,-2 1 24 0 0,1-3 8 0 0,-1 1 0 0 0,1 0-520 0 0,-1 2-112 0 0,2 2-16 0 0,2 3-9 0 0,-2 5 393 0 0,1 1 0 0 0,2 4 96 0 0,0 3 0 0 0</inkml:trace>
</inkml:ink>
</file>

<file path=ppt/ink/ink1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19.74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0 159 9218 0 0,'3'-1'106'0'0,"0"0"-1"0"0,0 0 1 0 0,0 0-1 0 0,0 1 1 0 0,0-1 0 0 0,0 1-1 0 0,0 0 1 0 0,0 0-1 0 0,0 0 1 0 0,0 0-1 0 0,0 0 1 0 0,0 1 0 0 0,0-1-1 0 0,0 1 1 0 0,0 0-1 0 0,0 0 1 0 0,-1 0 0 0 0,1 0-1 0 0,0 1 1 0 0,0-1-1 0 0,-1 1 1 0 0,1-1 0 0 0,-1 1-1 0 0,4 3 1 0 0,-2 0 79 0 0,0 0 0 0 0,0 0-1 0 0,-1 0 1 0 0,0 0 0 0 0,0 0 0 0 0,0 1 0 0 0,0 0 0 0 0,-1-1 0 0 0,0 1 0 0 0,0 0-1 0 0,1 8 1 0 0,1 13 683 0 0,-2-18-574 0 0,-1 1 0 0 0,1-1 1 0 0,0 0-1 0 0,1 0 0 0 0,0 0 0 0 0,7 14 1 0 0,-10-23-287 0 0,0 0 0 0 0,0 1 0 0 0,0-1 0 0 0,1 0 0 0 0,-1 0 0 0 0,0 1 0 0 0,0-1 1 0 0,0 0-1 0 0,0 0 0 0 0,1 1 0 0 0,-1-1 0 0 0,0 0 0 0 0,0 0 0 0 0,1 1 0 0 0,-1-1 0 0 0,0 0 0 0 0,1 0 1 0 0,-1 0-1 0 0,0 0 0 0 0,0 0 0 0 0,1 0 0 0 0,-1 1 0 0 0,0-1 0 0 0,1 0 0 0 0,-1 0 0 0 0,0 0 1 0 0,1 0-1 0 0,-1 0 0 0 0,0 0 0 0 0,1 0 0 0 0,-1 0 0 0 0,0 0 0 0 0,1 0 0 0 0,-1-1 0 0 0,10-8 71 0 0,1-18-29 0 0,-11 27-50 0 0,30-111-476 0 0,-23 77 67 0 0,1 1 0 0 0,18-42 0 0 0,-24 69 575 0 0,1 0 0 0 0,0 0 0 0 0,1 1 1 0 0,-1-1-1 0 0,1 1 0 0 0,0 0 1 0 0,1 0-1 0 0,7-8 0 0 0,-11 12-67 0 0,1 0 1 0 0,-1 1-1 0 0,0-1 1 0 0,1 0-1 0 0,-1 0 0 0 0,0 1 1 0 0,1-1-1 0 0,-1 1 0 0 0,1-1 1 0 0,-1 1-1 0 0,1-1 0 0 0,-1 1 1 0 0,1 0-1 0 0,-1 0 1 0 0,1 0-1 0 0,-1 0 0 0 0,3 0 1 0 0,-2 1-23 0 0,0-1 0 0 0,-1 1 0 0 0,1 0 0 0 0,0 0 1 0 0,0 0-1 0 0,-1 0 0 0 0,1 0 0 0 0,-1 0 0 0 0,1 0 1 0 0,-1 1-1 0 0,1-1 0 0 0,-1 1 0 0 0,0-1 0 0 0,0 1 0 0 0,0-1 1 0 0,0 1-1 0 0,2 2 0 0 0,10 21 226 0 0,-2 0-1 0 0,16 49 1 0 0,-1-2-2681 0 0,-13-42-4472 0 0</inkml:trace>
</inkml:ink>
</file>

<file path=ppt/ink/ink1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29.81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90 531 5529 0 0,'-8'-12'1406'0'0,"0"0"-1"0"0,-1 0 0 0 0,0 0 1 0 0,-1 1-1 0 0,-18-16 1 0 0,11 10 1490 0 0,46 56 32 0 0,1 1-2854 0 0,157 158 273 0 0,4 3-211 0 0,-172-178-135 0 0,1-1 0 0 0,2-1 0 0 0,30 24 0 0 0,-47-40 33 0 0,1-1 0 0 0,0 0 0 0 0,-1-1 0 0 0,1 1 0 0 0,1-1 0 0 0,-1 0 0 0 0,0-1 1 0 0,1 1-1 0 0,-1-1 0 0 0,1 0 0 0 0,0-1 0 0 0,0 0 0 0 0,0 0 0 0 0,-1 0 0 0 0,1-1 0 0 0,0 0 0 0 0,0-1 0 0 0,0 1 0 0 0,0-1 0 0 0,9-3 0 0 0,-11 2 40 0 0,0 0 1 0 0,0-1 0 0 0,-1 0-1 0 0,1 0 1 0 0,-1-1 0 0 0,1 1-1 0 0,-1-1 1 0 0,-1 0-1 0 0,1 0 1 0 0,0 0 0 0 0,-1 0-1 0 0,0-1 1 0 0,0 1 0 0 0,0-1-1 0 0,-1 0 1 0 0,1 0 0 0 0,2-10-1 0 0,2-5 64 0 0,-1 0 0 0 0,-2 0 0 0 0,4-27 0 0 0,0-44 151 0 0,-9-176 0 0 0,-3 177-571 0 0,15-173 1 0 0,3 188-881 0 0,-13 69 764 0 0,1 0 1 0 0,0 0-1 0 0,1 0 0 0 0,-1 1 1 0 0,1-1-1 0 0,0 1 0 0 0,1-1 1 0 0,-1 1-1 0 0,8-8 0 0 0,8 0-1376 0 0</inkml:trace>
</inkml:ink>
</file>

<file path=ppt/ink/ink1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30.22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47 106 8498 0 0,'-2'0'52'0'0,"1"1"-1"0"0,0-1 1 0 0,-1 1 0 0 0,1 0 0 0 0,0 0-1 0 0,0-1 1 0 0,0 1 0 0 0,0 0 0 0 0,0 0 0 0 0,0 0-1 0 0,0 0 1 0 0,0 0 0 0 0,0 0 0 0 0,0 1-1 0 0,0-1 1 0 0,1 0 0 0 0,-1 0 0 0 0,0 1-1 0 0,1-1 1 0 0,-1 2 0 0 0,-12 32 437 0 0,12-32-335 0 0,-2 11-40 0 0,0 0 1 0 0,1 0-1 0 0,0 0 1 0 0,1 0-1 0 0,1 0 1 0 0,0 0-1 0 0,1 0 1 0 0,1 0-1 0 0,0-1 1 0 0,0 1-1 0 0,8 20 1 0 0,-8-28-49 0 0,0 1 1 0 0,1-1-1 0 0,0 1 0 0 0,1-1 1 0 0,-1 0-1 0 0,1 0 0 0 0,1 0 1 0 0,-1-1-1 0 0,1 0 0 0 0,9 9 1 0 0,-10-11 55 0 0,0 0 0 0 0,0 0 0 0 0,1-1 1 0 0,-1 0-1 0 0,1 0 0 0 0,-1 0 0 0 0,1 0 0 0 0,-1-1 0 0 0,1 0 1 0 0,0 0-1 0 0,0 0 0 0 0,0-1 0 0 0,0 1 0 0 0,0-1 1 0 0,-1 0-1 0 0,1-1 0 0 0,5 0 0 0 0,-3 0-3 0 0,-1-1-1 0 0,0 0 1 0 0,0 0-1 0 0,-1-1 1 0 0,1 0-1 0 0,0 0 1 0 0,-1 0-1 0 0,1-1 1 0 0,-1 1-1 0 0,0-1 1 0 0,-1-1 0 0 0,1 1-1 0 0,-1-1 1 0 0,1 1-1 0 0,-1-1 1 0 0,-1 0-1 0 0,1-1 1 0 0,-1 1-1 0 0,5-12 1 0 0,0 2 93 0 0,-2 0 0 0 0,0-1 1 0 0,0-1-1 0 0,-2 1 0 0 0,0 0 1 0 0,2-23-1 0 0,-4 21 39 0 0,-1 0 1 0 0,-1 0 0 0 0,-1 0-1 0 0,-6-35 1 0 0,6 47-217 0 0,0 0 1 0 0,-1 0 0 0 0,1 1 0 0 0,-1-1-1 0 0,0 0 1 0 0,-1 0 0 0 0,1 1-1 0 0,-1 0 1 0 0,0-1 0 0 0,-1 1 0 0 0,1 0-1 0 0,-1 1 1 0 0,0-1 0 0 0,0 1-1 0 0,-1-1 1 0 0,1 1 0 0 0,-1 0 0 0 0,-6-4-1 0 0,10 8-108 0 0,-1-1-1 0 0,1 1 0 0 0,0 0 1 0 0,0-1-1 0 0,-1 1 0 0 0,1 0 1 0 0,0 0-1 0 0,-1 0 0 0 0,1 0 1 0 0,0 0-1 0 0,-1 0 0 0 0,1 0 1 0 0,0 0-1 0 0,0 0 0 0 0,-1 1 1 0 0,-1 0-1 0 0,-12 6-4598 0 0</inkml:trace>
</inkml:ink>
</file>

<file path=ppt/ink/ink1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30.62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0 142 6913 0 0,'3'-4'1826'0'0,"-3"4"-1730"0"0,0-1 0 0 0,0 1 0 0 0,1 0 0 0 0,-1 0 1 0 0,0 0-1 0 0,0 0 0 0 0,1 0 0 0 0,-1 0 0 0 0,0 0 0 0 0,0 0 0 0 0,1 0 0 0 0,-1 0 0 0 0,0 0 0 0 0,0 0 0 0 0,1 0 0 0 0,6 9 1360 0 0,3 26-912 0 0,-7-25-137 0 0,2 7 45 0 0,0 1 1 0 0,1-1-1 0 0,1 0 1 0 0,10 17 0 0 0,-15-31-382 0 0,-1 0-1 0 0,1 1 1 0 0,0-1 0 0 0,0-1 0 0 0,0 1 0 0 0,1 0 0 0 0,-1 0 0 0 0,0-1 0 0 0,1 0 0 0 0,0 1 0 0 0,0-1 0 0 0,0 0 0 0 0,0 0-1 0 0,0-1 1 0 0,0 1 0 0 0,0 0 0 0 0,0-1 0 0 0,1 0 0 0 0,-1 0 0 0 0,1 0 0 0 0,-1 0 0 0 0,1-1 0 0 0,-1 1 0 0 0,1-1 0 0 0,-1 0 0 0 0,1 0-1 0 0,-1 0 1 0 0,6-1 0 0 0,-4-1-80 0 0,-1 0-1 0 0,0 0 0 0 0,0 0 0 0 0,0 0 0 0 0,0-1 1 0 0,0 0-1 0 0,0 1 0 0 0,-1-1 0 0 0,1-1 0 0 0,-1 1 1 0 0,0 0-1 0 0,0-1 0 0 0,0 0 0 0 0,0 0 0 0 0,-1 0 1 0 0,0 0-1 0 0,4-8 0 0 0,0-2-139 0 0,0 0 1 0 0,-1 0-1 0 0,-1-1 1 0 0,4-17-1 0 0,-5 7-5 0 0,0-44 0 0 0,2-13 1567 0 0,-5 82-1349 0 0,0-1 1 0 0,0 1 0 0 0,0-1-1 0 0,0 1 1 0 0,0-1-1 0 0,0 1 1 0 0,0-1 0 0 0,0 1-1 0 0,0-1 1 0 0,0 1-1 0 0,0-1 1 0 0,1 1 0 0 0,-1-1-1 0 0,0 1 1 0 0,0-1 0 0 0,0 1-1 0 0,1 0 1 0 0,-1-1-1 0 0,0 1 1 0 0,1-1 0 0 0,-1 1-1 0 0,0 0 1 0 0,1-1-1 0 0,-1 1 1 0 0,0 0 0 0 0,1-1-1 0 0,-1 1 1 0 0,1 0 0 0 0,-1 0-1 0 0,1-1 1 0 0,10 12 1020 0 0,7 31-364 0 0,-16-38-637 0 0,4 12-32 0 0,1-1 0 0 0,1 0 1 0 0,0-1-1 0 0,1 1 1 0 0,1-2-1 0 0,21 25 1 0 0,-23-30-535 0 0,1 0-1 0 0,0-1 1 0 0,0 0 0 0 0,0 0-1 0 0,1-1 1 0 0,17 8 0 0 0,-1-3-6124 0 0</inkml:trace>
</inkml:ink>
</file>

<file path=ppt/ink/ink1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30.81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 16 5529 0 0,'-22'-16'10545'0'0,"25"35"-9861"0"0,49 155 1548 0 0,15-5-3781 0 0,-49-130-4706 0 0</inkml:trace>
</inkml:ink>
</file>

<file path=ppt/ink/ink1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30.95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 47 6913 0 0,'-5'-2'609'0'0,"3"1"-481"0"0,2-1-128 0 0,1 2 568 0 0,2-2 88 0 0,0-1 16 0 0,10-6-2264 0 0,2-4-457 0 0,6-1-87 0 0</inkml:trace>
</inkml:ink>
</file>

<file path=ppt/ink/ink1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20.85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562 244 1064 0 0,'10'-5'177'0'0,"-16"1"218"0"0,-14 1 249 0 0,-17 5 1446 0 0,0 2-1 0 0,1 2 1 0 0,-70 19-1 0 0,59-13-788 0 0,-30 6 497 0 0,37-10-559 0 0,0 2 0 0 0,-70 26-1 0 0,109-36-1201 0 0,0 0 1 0 0,1 1-1 0 0,-1-1 0 0 0,0 0 1 0 0,0 0-1 0 0,0 1 0 0 0,1-1 0 0 0,-1 1 1 0 0,0-1-1 0 0,1 0 0 0 0,-1 1 1 0 0,0-1-1 0 0,1 1 0 0 0,-1 0 1 0 0,1-1-1 0 0,-1 1 0 0 0,1-1 0 0 0,-1 1 1 0 0,1 0-1 0 0,-1-1 0 0 0,1 1 1 0 0,0 0-1 0 0,-1 1 0 0 0,1-2-25 0 0,1 1-1 0 0,-1 0 0 0 0,1-1 1 0 0,-1 1-1 0 0,1-1 0 0 0,-1 1 1 0 0,1-1-1 0 0,-1 0 1 0 0,1 1-1 0 0,0-1 0 0 0,-1 1 1 0 0,1-1-1 0 0,0 0 0 0 0,-1 0 1 0 0,1 1-1 0 0,0-1 0 0 0,-1 0 1 0 0,1 0-1 0 0,1 0 0 0 0,42 5-35 0 0,56-7 336 0 0,-1-4 0 0 0,150-28 0 0 0,-67 7 29 0 0,815-110 980 0 0,-978 134-1283 0 0,801-106 1080 0 0,7 50-658 0 0,-113 100-276 0 0,-555-26-399 0 0,-129-13-114 0 0</inkml:trace>
</inkml:ink>
</file>

<file path=ppt/ink/ink1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21.41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 11058 0 0,'2'0'531'0'0,"-1"1"-1"0"0,1 0 1 0 0,-1 0-1 0 0,1 0 0 0 0,-1 0 1 0 0,0 1-1 0 0,0-1 1 0 0,0 0-1 0 0,1 0 1 0 0,-1 1-1 0 0,1 2 0 0 0,15 26 1869 0 0,7 36-728 0 0,-8 13-1044 0 0,-2 0 1 0 0,3 96 0 0 0,-7-59-615 0 0,-9-109-108 0 0,-1 1-198 0 0,1-1 0 0 0,0 1-1 0 0,0 0 1 0 0,1-1 0 0 0,0 0 0 0 0,0 1 0 0 0,6 10-1 0 0</inkml:trace>
</inkml:ink>
</file>

<file path=ppt/ink/ink1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21.77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0 152 1840 0 0,'4'-8'166'0'0,"0"1"0"0"0,0-1 0 0 0,1 1 0 0 0,0 0 0 0 0,0 0 0 0 0,1 0 0 0 0,0 1 0 0 0,0 0 0 0 0,1 0 0 0 0,-1 1 0 0 0,12-7 0 0 0,0 0 1137 0 0,1 2 0 0 0,0 0 0 0 0,29-11-1 0 0,-41 19-820 0 0,0-1 0 0 0,0 1-1 0 0,1 0 1 0 0,-1 1 0 0 0,0 0-1 0 0,12-1 1 0 0,-18 2-412 0 0,1 0 0 0 0,-1 0-1 0 0,0 0 1 0 0,0 0 0 0 0,1 1 0 0 0,-1-1 0 0 0,0 0 0 0 0,0 1-1 0 0,0-1 1 0 0,0 1 0 0 0,1-1 0 0 0,-1 1 0 0 0,0-1 0 0 0,0 1-1 0 0,0 0 1 0 0,0-1 0 0 0,0 1 0 0 0,0 0 0 0 0,0 0 0 0 0,-1 0-1 0 0,1 0 1 0 0,0 0 0 0 0,0 0 0 0 0,-1 0 0 0 0,1 0 0 0 0,0 0-1 0 0,-1 0 1 0 0,1 0 0 0 0,-1 1 0 0 0,0-1 0 0 0,1 0 0 0 0,-1 0 0 0 0,0 0-1 0 0,0 1 1 0 0,0-1 0 0 0,0 0 0 0 0,0 0 0 0 0,0 1 0 0 0,0-1-1 0 0,0 0 1 0 0,0 0 0 0 0,0 1 0 0 0,-1-1 0 0 0,1 0 0 0 0,-1 2-1 0 0,-5 15 261 0 0,-1 1 0 0 0,0-2 0 0 0,-1 1 0 0 0,-1-1 0 0 0,-1 0 0 0 0,-17 23 0 0 0,6-9 1 0 0,-17 25 290 0 0,24-38-185 0 0,1 0-1 0 0,1 2 1 0 0,0-1-1 0 0,2 2 1 0 0,0-1 0 0 0,1 1-1 0 0,-7 28 1 0 0,15-47-423 0 0,1 1 1 0 0,-1-1-1 0 0,1 1 0 0 0,0-1 0 0 0,0 0 0 0 0,0 1 1 0 0,0-1-1 0 0,1 0 0 0 0,-1 1 0 0 0,1-1 1 0 0,-1 0-1 0 0,1 1 0 0 0,0-1 0 0 0,0 0 0 0 0,0 0 1 0 0,0 0-1 0 0,0 1 0 0 0,2 1 0 0 0,0-1 30 0 0,0 0-1 0 0,0 0 0 0 0,0 0 0 0 0,0 0 0 0 0,1-1 0 0 0,-1 0 1 0 0,1 1-1 0 0,-1-1 0 0 0,8 2 0 0 0,7 2 133 0 0,0-1-1 0 0,1 0 1 0 0,33 2 0 0 0,-36-5-148 0 0,56 9-447 0 0,115 12-4073 0 0,-158-22-2452 0 0</inkml:trace>
</inkml:ink>
</file>

<file path=ppt/ink/ink1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21.99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33 57 4609 0 0,'-29'-22'10613'0'0,"28"7"-11723"0"0,1 7 497 0 0,-3-3 413 0 0</inkml:trace>
</inkml:ink>
</file>

<file path=ppt/ink/ink1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22.29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172 10 4145 0 0,'-1'-1'213'0'0,"-1"0"-1"0"0,1 0 1 0 0,-1 0 0 0 0,1 0 0 0 0,-1 0 0 0 0,0 1-1 0 0,1-1 1 0 0,-1 1 0 0 0,0-1 0 0 0,0 1 0 0 0,0-1-1 0 0,1 1 1 0 0,-1 0 0 0 0,0 0 0 0 0,0 0 0 0 0,0 0-1 0 0,1 0 1 0 0,-1 0 0 0 0,0 1 0 0 0,-2 0 0 0 0,1 0 306 0 0,-1 1 1 0 0,1 0-1 0 0,0 0 1 0 0,0 0-1 0 0,-1 0 0 0 0,1 1 1 0 0,1-1-1 0 0,-1 1 1 0 0,-3 3-1 0 0,-3 6 205 0 0,-1 0-1 0 0,1 0 0 0 0,1 1 0 0 0,1 1 1 0 0,-1-1-1 0 0,2 1 0 0 0,0 1 1 0 0,-6 22-1 0 0,5-11-213 0 0,1 1 1 0 0,2 0-1 0 0,-3 53 0 0 0,6-44-430 0 0,3 0-1 0 0,1 0 0 0 0,1 0 0 0 0,12 40 0 0 0,-11-54-145 0 0,2-1 0 0 0,0 0 1 0 0,1 0-1 0 0,1-1 0 0 0,1 0 0 0 0,1-1 1 0 0,26 35-1 0 0,-32-49-582 0 0,-1 0 0 0 0,1 0 1 0 0,0-1-1 0 0,0 0 0 0 0,5 4 1 0 0</inkml:trace>
</inkml:ink>
</file>

<file path=ppt/ink/ink1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22.49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90 246 456 0 0,'-27'-16'101'0'0,"19"11"1429"0"0,1 0 0 0 0,0-1 0 0 0,0 0 0 0 0,-7-8 0 0 0,12 12-1019 0 0,0 0 1 0 0,0-1 0 0 0,0 1 0 0 0,1-1 0 0 0,-1 0 0 0 0,1 1 0 0 0,-1-1 0 0 0,1 0-1 0 0,0 0 1 0 0,0 0 0 0 0,0 0 0 0 0,0 0 0 0 0,1 0 0 0 0,-1-4 0 0 0,1 5-502 0 0,0 0 0 0 0,1 0 0 0 0,-1-1 0 0 0,1 1 0 0 0,-1 0 0 0 0,1 0 0 0 0,0 0 0 0 0,-1 0 0 0 0,1 0 0 0 0,0 0 0 0 0,0 1 0 0 0,1-1 0 0 0,-1 0 0 0 0,2-2 0 0 0,3-1 77 0 0,-1-1 0 0 0,1 1 0 0 0,1 0 0 0 0,-1 1 0 0 0,1 0 0 0 0,0 0-1 0 0,0 0 1 0 0,0 1 0 0 0,9-4 0 0 0,74-19-965 0 0,-71 21 186 0 0,74-22-1098 0 0,-58 16 1769 0 0</inkml:trace>
</inkml:ink>
</file>

<file path=ppt/ink/ink1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22.95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 36 9218 0 0,'2'-9'1800'0'0,"-1"-9"5395"0"0,-1 18-7073 0 0,0-1 1 0 0,0 1 0 0 0,0-1-1 0 0,0 1 1 0 0,0 0-1 0 0,0-1 1 0 0,-1 1-1 0 0,1-1 1 0 0,0 1-1 0 0,0 0 1 0 0,0-1 0 0 0,-1 1-1 0 0,1 0 1 0 0,0-1-1 0 0,-1 1 1 0 0,1 0-1 0 0,0-1 1 0 0,-1 1-1 0 0,1 0 1 0 0,0 0 0 0 0,-1-1-1 0 0,1 1 1 0 0,-1 0-1 0 0,1 0 1 0 0,0 0-1 0 0,-1-1 1 0 0,1 1-1 0 0,-1 0 1 0 0,1 0 0 0 0,0 0-1 0 0,-1 0 1 0 0,1 0-1 0 0,-1 0 1 0 0,1 0-1 0 0,-2 0 417 0 0</inkml:trace>
</inkml:ink>
</file>

<file path=ppt/ink/ink1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23.28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104 176 4609 0 0,'-7'-40'693'0'0,"5"28"448"0"0,0-1 0 0 0,0 1-1 0 0,-1-1 1 0 0,-1 1 0 0 0,0 0-1 0 0,-1 0 1 0 0,0 1 0 0 0,-12-22 0 0 0,16 33-1061 0 0,1 0 0 0 0,0-1 0 0 0,0 1 0 0 0,-1 0 0 0 0,1-1 0 0 0,0 1 0 0 0,0 0 0 0 0,-1-1 0 0 0,1 1 0 0 0,0 0 0 0 0,-1-1 0 0 0,1 1 0 0 0,-1 0 0 0 0,1 0 0 0 0,0 0 0 0 0,-1-1 0 0 0,1 1 0 0 0,-1 0 0 0 0,1 0 0 0 0,0 0 0 0 0,-1 0 0 0 0,1 0 0 0 0,-1 0 0 0 0,1 0 0 0 0,-1 0 0 0 0,1 0 0 0 0,-1 0 0 0 0,1 0 0 0 0,0 0 0 0 0,-1 0 0 0 0,0 1 0 0 0,-9 11 1432 0 0,-2 22-117 0 0,5 2-984 0 0,2 1-1 0 0,2-1 0 0 0,1 1 0 0 0,3 41 0 0 0,23 146-16 0 0,-21-202-595 0 0,17 90 562 0 0,-17-96-1110 0 0,2 0 0 0 0,0 0-1 0 0,1 0 1 0 0,13 24 0 0 0</inkml:trace>
</inkml:ink>
</file>

<file path=ppt/ink/ink1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23.55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0 383 3225 0 0,'5'-37'1228'0'0,"2"1"1"0"0,1 0-1 0 0,2 0 1 0 0,19-45-1 0 0,-21 57-1201 0 0,-3 9 407 0 0,1-3 391 0 0,17-34 0 0 0,-22 48-614 0 0,1 1 0 0 0,0 0-1 0 0,0 0 1 0 0,0 0 0 0 0,0 0 0 0 0,0 0 0 0 0,1 0 0 0 0,-1 1 0 0 0,1-1 0 0 0,0 1 0 0 0,0 0 0 0 0,0-1 0 0 0,0 1 0 0 0,0 1 0 0 0,0-1 0 0 0,0 0 0 0 0,4-1 0 0 0,-6 3-137 0 0,-1 0-1 0 0,1 0 0 0 0,0 0 0 0 0,-1 0 1 0 0,1 0-1 0 0,-1 0 0 0 0,1 0 1 0 0,-1 0-1 0 0,1 0 0 0 0,-1 0 0 0 0,1 0 1 0 0,-1 0-1 0 0,1 0 0 0 0,-1 1 1 0 0,1-1-1 0 0,-1 0 0 0 0,1 0 1 0 0,-1 1-1 0 0,1-1 0 0 0,-1 0 0 0 0,1 0 1 0 0,-1 1-1 0 0,1-1 0 0 0,-1 0 1 0 0,0 1-1 0 0,1-1 0 0 0,-1 1 0 0 0,0-1 1 0 0,1 1-1 0 0,4 20 1003 0 0,-10 25-98 0 0,5-43-830 0 0,-7 27 621 0 0,-15 42 0 0 0,11-39-239 0 0,-7 37-1 0 0,16-61-415 0 0,1 1 1 0 0,0 0-1 0 0,0 0 0 0 0,1-1 0 0 0,0 1 0 0 0,1 0 1 0 0,0-1-1 0 0,3 15 0 0 0,-2-19-74 0 0,0 0 0 0 0,0 1 0 0 0,0-1 1 0 0,1 0-1 0 0,0 0 0 0 0,0-1 0 0 0,0 1 0 0 0,0 0 1 0 0,1-1-1 0 0,0 0 0 0 0,0 0 0 0 0,0 0 0 0 0,6 4 0 0 0,5 3-241 0 0,1-2-1 0 0,29 14 0 0 0,-14-7-741 0 0,-17-9 97 0 0</inkml:trace>
</inkml:ink>
</file>

<file path=ppt/ink/ink1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23.77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51 1 14747 0 0,'-3'7'5775'0'0,"-6"25"-4377"0"0,-8 43-1241 0 0,17-71-163 0 0,-8 34 218 0 0,2 1 1 0 0,-1 60-1 0 0,6-89-335 0 0,1 0 0 0 0,1 0-1 0 0,0-1 1 0 0,0 1 0 0 0,1 0-1 0 0,0-1 1 0 0,1 1 0 0 0,0-1-1 0 0,0 0 1 0 0,1 0 0 0 0,1 0-1 0 0,-1 0 1 0 0,1-1 0 0 0,1 0-1 0 0,11 15 1 0 0,-10-16-1312 0 0</inkml:trace>
</inkml:ink>
</file>

<file path=ppt/ink/ink1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23.93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28 92 2761 0 0,'-1'0'460'0'0,"-1"1"0"0"0,1-1 0 0 0,0 0 0 0 0,0 0 0 0 0,-1 0 0 0 0,1 0 0 0 0,0 0 0 0 0,-1 0 0 0 0,1-1 0 0 0,0 1 1 0 0,-1 0-1 0 0,1-1 0 0 0,0 1 0 0 0,0-1 0 0 0,0 1 0 0 0,-1-1 0 0 0,1 0 0 0 0,0 1 0 0 0,0-1 0 0 0,-1-1 0 0 0,2 1-228 0 0,0 0-1 0 0,0 1 0 0 0,0-1 0 0 0,0 0 1 0 0,0 0-1 0 0,0 1 0 0 0,1-1 1 0 0,-1 0-1 0 0,0 0 0 0 0,1 1 0 0 0,-1-1 1 0 0,0 0-1 0 0,1 1 0 0 0,-1-1 0 0 0,1 0 1 0 0,-1 1-1 0 0,1-1 0 0 0,-1 1 1 0 0,1-1-1 0 0,0 1 0 0 0,-1-1 0 0 0,1 1 1 0 0,1-1-1 0 0,47-29 2310 0 0,-18 13-2844 0 0,-11 5-4767 0 0,-3 2-1429 0 0</inkml:trace>
</inkml:ink>
</file>

<file path=ppt/ink/ink1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24.60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141 83 2761 0 0,'-2'-5'611'0'0,"0"0"0"0"0,0 0 1 0 0,0 0-1 0 0,-1 1 1 0 0,1-1-1 0 0,-1 1 1 0 0,0-1-1 0 0,-1 1 0 0 0,1 0 1 0 0,-1 0-1 0 0,0 1 1 0 0,-7-7-1 0 0,8 8-242 0 0,0 0 0 0 0,0 0 0 0 0,0 0 1 0 0,0 0-1 0 0,0 0 0 0 0,-1 1 0 0 0,1 0 0 0 0,0-1 0 0 0,-1 1 0 0 0,1 0 1 0 0,-1 1-1 0 0,1-1 0 0 0,-1 1 0 0 0,1-1 0 0 0,-1 1 0 0 0,0 0 0 0 0,1 0 1 0 0,-1 1-1 0 0,-6 1 0 0 0,8-1-175 0 0,1 0 1 0 0,0 0-1 0 0,-1 0 0 0 0,1 0 1 0 0,0 0-1 0 0,0 0 0 0 0,-1 1 1 0 0,1-1-1 0 0,0 0 1 0 0,0 1-1 0 0,1-1 0 0 0,-1 1 1 0 0,0-1-1 0 0,0 1 0 0 0,1-1 1 0 0,-1 1-1 0 0,1 0 1 0 0,-1-1-1 0 0,1 1 0 0 0,0 0 1 0 0,-1 3-1 0 0,-1 42 97 0 0,2-39-58 0 0,1 21-59 0 0,0 0 1 0 0,2 0 0 0 0,1 0 0 0 0,11 37-1 0 0,-11-51-92 0 0,1 0 0 0 0,1 0-1 0 0,0-1 1 0 0,1 1-1 0 0,0-1 1 0 0,2-1 0 0 0,-1 0-1 0 0,1 0 1 0 0,18 18-1 0 0,-24-28-120 0 0,0-1 1 0 0,-1 1-1 0 0,1-1 0 0 0,1 0 0 0 0,-1-1 0 0 0,0 1 1 0 0,0 0-1 0 0,1-1 0 0 0,-1 0 0 0 0,1 0 0 0 0,-1 0 1 0 0,1 0-1 0 0,0 0 0 0 0,-1-1 0 0 0,1 1 0 0 0,0-1 1 0 0,-1 0-1 0 0,1 0 0 0 0,0-1 0 0 0,-1 1 0 0 0,1-1 1 0 0,-1 0-1 0 0,1 0 0 0 0,0 0 0 0 0,-1 0 0 0 0,0 0 1 0 0,1-1-1 0 0,-1 0 0 0 0,0 1 0 0 0,4-4 0 0 0,12-7-790 0 0</inkml:trace>
</inkml:ink>
</file>

<file path=ppt/ink/ink1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24.84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49 32 14283 0 0,'-3'-12'1370'0'0,"-5"-7"5009"0"0,7 19-6375 0 0,0-1 0 0 0,1 1-1 0 0,-1 0 1 0 0,0 0 0 0 0,0 0 0 0 0,0 0 0 0 0,0 0-1 0 0,0 0 1 0 0,1 0 0 0 0,-1 1 0 0 0,0-1-1 0 0,0 0 1 0 0,0 0 0 0 0,1 0 0 0 0,-1 1 0 0 0,0-1-1 0 0,0 1 1 0 0,0-1 0 0 0,1 0 0 0 0,-1 1 0 0 0,0-1-1 0 0,1 1 1 0 0,-1 0 0 0 0,0-1 0 0 0,1 1-1 0 0,-1 0 1 0 0,0 0 0 0 0,-11 13-2735 0 0,9-11 2368 0 0</inkml:trace>
</inkml:ink>
</file>

<file path=ppt/ink/ink1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25.77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 43 7834 0 0,'-1'-2'256'0'0,"0"0"1"0"0,1 0 0 0 0,0 0 0 0 0,-1 0 0 0 0,1 0-1 0 0,0 0 1 0 0,0 0 0 0 0,0 0 0 0 0,0 0-1 0 0,0 0 1 0 0,1 0 0 0 0,-1 0 0 0 0,1 0-1 0 0,-1 0 1 0 0,2-3 0 0 0,-1 4-119 0 0,-1 1 0 0 0,0-1-1 0 0,0 1 1 0 0,1-1 0 0 0,-1 1 0 0 0,0 0 0 0 0,1-1 0 0 0,-1 1-1 0 0,0 0 1 0 0,1-1 0 0 0,-1 1 0 0 0,0 0 0 0 0,1-1 0 0 0,-1 1-1 0 0,1 0 1 0 0,-1 0 0 0 0,1 0 0 0 0,-1-1 0 0 0,1 1 0 0 0,-1 0-1 0 0,0 0 1 0 0,1 0 0 0 0,-1 0 0 0 0,1 0 0 0 0,0 0 0 0 0,0 0-13 0 0,0 0 0 0 0,0 1 1 0 0,0-1-1 0 0,0 1 1 0 0,0-1-1 0 0,0 1 1 0 0,0-1-1 0 0,0 1 1 0 0,0 0-1 0 0,0 0 1 0 0,0-1-1 0 0,0 1 1 0 0,-1 0-1 0 0,1 0 1 0 0,0 0-1 0 0,0 1 0 0 0,11 18 639 0 0,0 1-1 0 0,-2 0 0 0 0,0 1 1 0 0,-2 0-1 0 0,12 45 0 0 0,-10-32-400 0 0,17 73-3 0 0,17 143 0 0 0,-19-96-411 0 0,-21-135-1210 0 0,12 37-1 0 0</inkml:trace>
</inkml:ink>
</file>

<file path=ppt/ink/ink1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26.07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5 175 6913 0 0,'-1'-3'47'0'0,"0"1"-1"0"0,0-1 0 0 0,1 0 0 0 0,-1 0 0 0 0,1 1 0 0 0,0-1 0 0 0,0 0 0 0 0,0 0 0 0 0,0 0 0 0 0,0 1 1 0 0,0-1-1 0 0,1 0 0 0 0,0 0 0 0 0,-1 1 0 0 0,1-1 0 0 0,0 0 0 0 0,0 1 0 0 0,1-1 0 0 0,-1 1 0 0 0,0-1 0 0 0,1 1 1 0 0,-1 0-1 0 0,1-1 0 0 0,0 1 0 0 0,0 0 0 0 0,3-2 0 0 0,6-6 265 0 0,0 1 0 0 0,0 1 0 0 0,25-14 0 0 0,-28 17-68 0 0,7-3 292 0 0,-1 0 1 0 0,1 2 0 0 0,0 0-1 0 0,1 0 1 0 0,17-3 0 0 0,-27 7-262 0 0,0 1 1 0 0,0 0 0 0 0,1 0 0 0 0,-1 1 0 0 0,0-1 0 0 0,0 1 0 0 0,0 1 0 0 0,0-1 0 0 0,0 1 0 0 0,0 0-1 0 0,0 1 1 0 0,0-1 0 0 0,0 1 0 0 0,0 0 0 0 0,-1 1 0 0 0,11 5 0 0 0,-13-6-187 0 0,0 0 1 0 0,-1 0-1 0 0,1 1 1 0 0,-1-1-1 0 0,1 1 1 0 0,-1 0 0 0 0,0 0-1 0 0,0 0 1 0 0,0 0-1 0 0,0 0 1 0 0,-1 0-1 0 0,1 0 1 0 0,-1 1-1 0 0,0-1 1 0 0,2 7 0 0 0,-2-3-26 0 0,-1 0 0 0 0,1 0 0 0 0,-1 0 1 0 0,-1 0-1 0 0,1 0 0 0 0,-1 0 0 0 0,-3 11 0 0 0,-2 4 25 0 0,-2-1-1 0 0,0 0 1 0 0,-22 39-1 0 0,-10 2 132 0 0,29-48-56 0 0,1 1 0 0 0,1 0-1 0 0,0 0 1 0 0,1 1 0 0 0,0 0-1 0 0,-9 32 1 0 0,17-46-121 0 0,-1 1 1 0 0,1-1 0 0 0,0 0-1 0 0,0 1 1 0 0,0-1-1 0 0,0 1 1 0 0,0-1 0 0 0,0 1-1 0 0,0-1 1 0 0,1 1-1 0 0,0-1 1 0 0,-1 0 0 0 0,1 1-1 0 0,0-1 1 0 0,0 0-1 0 0,0 1 1 0 0,0-1 0 0 0,1 0-1 0 0,1 3 1 0 0,0-2-2 0 0,0-1 0 0 0,0 1 0 0 0,0 0 0 0 0,1-1 0 0 0,-1 0 0 0 0,0 0 0 0 0,1 0 0 0 0,0 0 0 0 0,0 0 1 0 0,6 1-1 0 0,8 1-277 0 0,0 0 1 0 0,0-1 0 0 0,0-2 0 0 0,21 1-1 0 0,-36-2 113 0 0,25 0-999 0 0</inkml:trace>
</inkml:ink>
</file>

<file path=ppt/ink/ink1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26.22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43 1 10594 0 0,'-2'13'4803'0'0,"-8"13"-2234"0"0,-1 5-1171 0 0,5 1-579 0 0,-5 52 0 0 0,9-7-3148 0 0,2-52-4421 0 0</inkml:trace>
</inkml:ink>
</file>

<file path=ppt/ink/ink1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26.40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12 6449 0 0,'4'-1'288'0'0,"0"-2"57"0"0,2 0-281 0 0,-2 1-64 0 0,-1 2 0 0 0,0-1 0 0 0,3 1 0 0 0,1-1 0 0 0,6 1-96 0 0,6 0 96 0 0,1 2-81 0 0,0 4 81 0 0,-2 1 0 0 0,1 3 0 0 0</inkml:trace>
</inkml:ink>
</file>

<file path=ppt/ink/ink1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26.70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91 9674 0 0,'27'-9'1355'0'0,"1"1"0"0"0,39-6-1 0 0,-7 2 105 0 0,92-21 598 0 0,-51 20-4660 0 0,-81 12-2758 0 0</inkml:trace>
</inkml:ink>
</file>

<file path=ppt/ink/ink1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26.86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32 25 10594 0 0,'-5'-5'396'0'0,"3"3"-111"0"0,0 0 1 0 0,0 0-1 0 0,0 0 1 0 0,0 0-1 0 0,-1 0 1 0 0,1 0-1 0 0,-1 1 0 0 0,1-1 1 0 0,-4-1-1 0 0,12 35 3551 0 0,9 39-1385 0 0,8 74 0 0 0,-16-73-3875 0 0,-2 1-3655 0 0,-3-35-1830 0 0</inkml:trace>
</inkml:ink>
</file>

<file path=ppt/ink/ink1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27.10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3 2761 0 0,'0'0'244'0'0,"1"0"0"0"0,0-1 0 0 0,0 1 0 0 0,-1 0 0 0 0,1 0 1 0 0,0-1-1 0 0,0 1 0 0 0,0 0 0 0 0,-1 0 0 0 0,1 0 0 0 0,0 0 1 0 0,0 0-1 0 0,0 0 0 0 0,0 0 0 0 0,-1 0 0 0 0,1 1 0 0 0,0-1 1 0 0,0 0-1 0 0,0 0 0 0 0,-1 1 0 0 0,1-1 0 0 0,0 0 0 0 0,0 1 1 0 0,-1-1-1 0 0,1 1 0 0 0,0-1 0 0 0,-1 1 0 0 0,1-1 0 0 0,-1 1 1 0 0,1-1-1 0 0,0 1 0 0 0,-1 0 0 0 0,1-1 0 0 0,-1 1 0 0 0,0 0 1 0 0,1-1-1 0 0,-1 1 0 0 0,1 1 0 0 0,21 33 4007 0 0,-21-33-4017 0 0,8 18 496 0 0,0 0 1 0 0,-1 1-1 0 0,-1 0 1 0 0,-1 1-1 0 0,4 22 1 0 0,9 113-1369 0 0,-17-130-167 0 0,1 4-6284 0 0</inkml:trace>
</inkml:ink>
</file>

<file path=ppt/ink/ink1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27.42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35 252 5065 0 0,'-7'-11'218'0'0,"-15"-26"-70"0"0,21 35-81 0 0,0 0 0 0 0,0 0 0 0 0,0-1 0 0 0,1 1 0 0 0,-1 0 0 0 0,1 0 0 0 0,-1 0 0 0 0,1-1 0 0 0,0 1 0 0 0,0 0 0 0 0,0-1 0 0 0,0 1 0 0 0,1 0 0 0 0,-1 0 0 0 0,2-5 0 0 0,2-5 476 0 0,2 0 1 0 0,-1 1-1 0 0,2 0 1 0 0,-1 0-1 0 0,1 0 0 0 0,1 1 1 0 0,0 0-1 0 0,1 0 1 0 0,0 1-1 0 0,16-13 1 0 0,-20 18-370 0 0,1 0 0 0 0,0 0 0 0 0,0 1 0 0 0,0 0 0 0 0,0 0 0 0 0,1 0 0 0 0,-1 1 0 0 0,1 0 0 0 0,-1 0 0 0 0,1 0 0 0 0,0 1 1 0 0,0 0-1 0 0,0 1 0 0 0,0 0 0 0 0,0 0 0 0 0,-1 0 0 0 0,1 1 0 0 0,0 0 0 0 0,0 0 0 0 0,0 0 0 0 0,9 4 0 0 0,-12-3-44 0 0,-1-1 0 0 0,1 0 0 0 0,-1 1 0 0 0,0-1 0 0 0,0 1 0 0 0,0 0 0 0 0,0 0 0 0 0,0 0-1 0 0,0 1 1 0 0,0-1 0 0 0,-1 1 0 0 0,1 0 0 0 0,-1-1 0 0 0,0 1 0 0 0,0 0 0 0 0,0 0 0 0 0,0 0 0 0 0,2 6 0 0 0,-2-3-35 0 0,-1-1-1 0 0,0 1 1 0 0,0-1 0 0 0,0 1 0 0 0,-1 0 0 0 0,0-1 0 0 0,0 1 0 0 0,0 0-1 0 0,-1-1 1 0 0,-2 12 0 0 0,-4 6-92 0 0,-1-1 0 0 0,-1 1 0 0 0,0-1-1 0 0,-19 29 1 0 0,2-8-230 0 0,17-31 126 0 0,1 0 0 0 0,0 1-1 0 0,1 0 1 0 0,1 1 0 0 0,0-1-1 0 0,-4 18 1 0 0,9-30 120 0 0,1 0-1 0 0,0 1 1 0 0,0-1 0 0 0,0 0-1 0 0,0 0 1 0 0,0 0 0 0 0,0 0-1 0 0,0 1 1 0 0,0-1 0 0 0,0 0-1 0 0,1 0 1 0 0,-1 0 0 0 0,0 0-1 0 0,1 0 1 0 0,-1 0 0 0 0,1 0-1 0 0,-1 0 1 0 0,1 0 0 0 0,0 0 0 0 0,-1 0-1 0 0,1 0 1 0 0,0 0 0 0 0,0 0-1 0 0,-1 0 1 0 0,1 0 0 0 0,0-1-1 0 0,0 1 1 0 0,0 0 0 0 0,0-1-1 0 0,0 1 1 0 0,0-1 0 0 0,0 1-1 0 0,0-1 1 0 0,0 1 0 0 0,0-1-1 0 0,1 0 1 0 0,-1 1 0 0 0,0-1-1 0 0,0 0 1 0 0,0 0 0 0 0,0 0-1 0 0,1 0 1 0 0,-1 0 0 0 0,0 0-1 0 0,1-1 1 0 0,11 1 269 0 0,-1-1 0 0 0,0 0 1 0 0,18-6-1 0 0,-16 5-204 0 0,82-14-1118 0 0,-69 12-28 0 0</inkml:trace>
</inkml:ink>
</file>

<file path=ppt/ink/ink1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27.93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112 40 5841 0 0,'-2'-4'403'0'0,"0"0"-1"0"0,0 1 0 0 0,0-1 1 0 0,0 0-1 0 0,-1 1 0 0 0,1-1 1 0 0,-5-4-1 0 0,6 8-217 0 0,1-1 1 0 0,-1 1-1 0 0,1-1 0 0 0,-1 1 1 0 0,0-1-1 0 0,1 1 1 0 0,-1-1-1 0 0,1 1 0 0 0,-1 0 1 0 0,0-1-1 0 0,1 1 0 0 0,-1 0 1 0 0,0 0-1 0 0,1-1 0 0 0,-1 1 1 0 0,0 0-1 0 0,0 0 0 0 0,1 0 1 0 0,-1 0-1 0 0,0 0 1 0 0,1 0-1 0 0,-1 0 0 0 0,0 0 1 0 0,0 0-1 0 0,1 0 0 0 0,-1 1 1 0 0,0-1-1 0 0,1 0 0 0 0,-1 0 1 0 0,0 1-1 0 0,1-1 1 0 0,-1 0-1 0 0,0 1 0 0 0,1-1 1 0 0,-1 1-1 0 0,1-1 0 0 0,-1 1 1 0 0,1-1-1 0 0,-1 1 0 0 0,1-1 1 0 0,-1 1-1 0 0,1-1 0 0 0,0 1 1 0 0,-1 0-1 0 0,1-1 1 0 0,-1 1-1 0 0,1-1 0 0 0,0 1 1 0 0,0 0-1 0 0,0 0 0 0 0,-1-1 1 0 0,1 1-1 0 0,0 0 0 0 0,0 0 1 0 0,0 0-140 0 0,0-1 1 0 0,-1 0 0 0 0,1 1-1 0 0,0-1 1 0 0,0 1-1 0 0,0-1 1 0 0,-1 1-1 0 0,1-1 1 0 0,0 0 0 0 0,0 1-1 0 0,0-1 1 0 0,0 1-1 0 0,0-1 1 0 0,0 1-1 0 0,0-1 1 0 0,0 1 0 0 0,0-1-1 0 0,0 1 1 0 0,0-1-1 0 0,1 1 1 0 0,-1-1-1 0 0,0 0 1 0 0,0 1 0 0 0,0-1-1 0 0,0 1 1 0 0,1-1-1 0 0,-1 0 1 0 0,0 1-1 0 0,1-1 1 0 0,-1 1 0 0 0,0-1-1 0 0,0 0 1 0 0,1 1-1 0 0,-1-1 1 0 0,1 0-1 0 0,-1 0 1 0 0,0 1 0 0 0,1-1-1 0 0,-1 0 1 0 0,1 1-1 0 0,19 1 1137 0 0,-16-2-621 0 0,-4-1-553 0 0,0 0-1 0 0,0 0 1 0 0,0 0-1 0 0,0 0 1 0 0,0 0 0 0 0,0 0-1 0 0,0 0 1 0 0,0 0 0 0 0,0 0-1 0 0,0 0 1 0 0,0 1 0 0 0,-1-1-1 0 0,1 0 1 0 0,0 0 0 0 0,-1 0-1 0 0,1 0 1 0 0,0 0-1 0 0,-1 1 1 0 0,1-1 0 0 0,-1 0-1 0 0,0 0 1 0 0,1 1 0 0 0,-1-1-1 0 0,0 0 1 0 0,1 1 0 0 0,-1-1-1 0 0,0 1 1 0 0,1-1-1 0 0,-1 1 1 0 0,0-1 0 0 0,0 1-1 0 0,0 0 1 0 0,0-1 0 0 0,1 1-1 0 0,-1 0 1 0 0,0-1 0 0 0,-2 1-1 0 0,2 0-2 0 0,-1 1 1 0 0,1-1-1 0 0,-1 1 0 0 0,1-1 0 0 0,-1 1 0 0 0,1-1 0 0 0,-1 1 1 0 0,1 0-1 0 0,-1 0 0 0 0,1 0 0 0 0,0 0 0 0 0,0 0 0 0 0,-1 0 1 0 0,1 0-1 0 0,0 0 0 0 0,0 0 0 0 0,0 0 0 0 0,0 1 0 0 0,0-1 1 0 0,0 1-1 0 0,-1 2 0 0 0,-5 13-6 0 0,0 0 0 0 0,2 1 0 0 0,0-1 0 0 0,0 1 0 0 0,2 1 0 0 0,-2 20 0 0 0,1 112 0 0 0,5-128-25 0 0,0 0 0 0 0,2 0-1 0 0,0-1 1 0 0,2 1 0 0 0,0-1 0 0 0,2 0-1 0 0,0 0 1 0 0,1-1 0 0 0,2 0 0 0 0,0 0-1 0 0,1-1 1 0 0,24 33 0 0 0,-34-51-52 0 0,1 0-205 0 0,0 0 0 0 0,0 0 1 0 0,-1 0-1 0 0,1 1 0 0 0,-1-1 0 0 0,0 0 1 0 0,1 1-1 0 0,-1 0 0 0 0,0-1 0 0 0,-1 1 1 0 0,2 5-1 0 0</inkml:trace>
</inkml:ink>
</file>

<file path=ppt/ink/ink1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28.11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 69 3225 0 0,'-8'-7'-728'0'0,"-6"-11"3824"0"0,14 17-2928 0 0,0 1 0 0 0,0-1 0 0 0,0 0 0 0 0,1 1 0 0 0,-1-1 0 0 0,0 1 0 0 0,1-1 0 0 0,-1 0 0 0 0,0 1 0 0 0,1-1 0 0 0,-1 1 0 0 0,1-1 0 0 0,-1 1 0 0 0,1-1 1 0 0,-1 1-1 0 0,1-1 0 0 0,-1 1 0 0 0,1 0 0 0 0,-1-1 0 0 0,1 1 0 0 0,-1 0 0 0 0,1-1 0 0 0,0 1 0 0 0,-1 0 0 0 0,1 0 0 0 0,0-1 0 0 0,-1 1 0 0 0,1 0 0 0 0,0 0 0 0 0,-1 0 0 0 0,1 0 0 0 0,0 0 0 0 0,-1 0 0 0 0,2 0 0 0 0,117-20 6304 0 0,-75 13-7517 0 0,-17 3-4974 0 0</inkml:trace>
</inkml:ink>
</file>

<file path=ppt/ink/ink1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28.26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35 8 13827 0 0,'-4'0'608'0'0,"1"0"128"0"0,2 0-584 0 0,-1 0-152 0 0,-7-2-2816 0 0,2 1 2648 0 0,-1-4 168 0 0</inkml:trace>
</inkml:ink>
</file>

<file path=ppt/ink/ink1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32.19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 46 4145 0 0,'-8'-16'353'0'0,"7"15"109"0"0,1 0 1 0 0,0-1 0 0 0,-1 1-1 0 0,1 0 1 0 0,0-1 0 0 0,9-19 8821 0 0,-7 20-9018 0 0,22 3 1141 0 0,-17 0-1040 0 0,0 1 1 0 0,0 1 0 0 0,0-1 0 0 0,0 1 0 0 0,-1 0 0 0 0,1 0 0 0 0,-1 1 0 0 0,0 0-1 0 0,0 0 1 0 0,-1 0 0 0 0,8 10 0 0 0,6 9 2 0 0,24 40 1 0 0,-34-50-169 0 0,45 75 80 0 0,66 96-25 0 0,-98-156-440 0 0,1 0 1 0 0,1-2-1 0 0,55 49 1 0 0,-50-56-753 0 0,-17-14 174 0 0</inkml:trace>
</inkml:ink>
</file>

<file path=ppt/ink/ink1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32.44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489 22 2304 0 0,'-17'-22'7366'0'0,"15"22"-7061"0"0,-15 7 6885 0 0,3 3-7046 0 0,-6 9 608 0 0,0 2 1 0 0,2 0-1 0 0,0 1 1 0 0,2 1-1 0 0,-22 38 0 0 0,11-19-290 0 0,-43 68-832 0 0,5 2 0 0 0,-75 178 0 0 0,134-274-1065 0 0</inkml:trace>
</inkml:ink>
</file>

<file path=ppt/ink/ink1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33.29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51 9674 0 0,'0'-5'1342'0'0,"0"-1"1"0"0,0 0-1 0 0,0 1 0 0 0,1-1 1 0 0,0 1-1 0 0,0-1 0 0 0,2-5 0 0 0,1 44 868 0 0,-1-17-2084 0 0,4 209 125 0 0,-8-162-385 0 0,3 0-1 0 0,13 95 0 0 0,-12-147-49 0 0,-1 1-1 0 0,1-1 0 0 0,1 0 0 0 0,0 0 0 0 0,7 11 1 0 0,-9-17-253 0 0,1 0 1 0 0,0-1 0 0 0,0 1-1 0 0,1-1 1 0 0,0 0 0 0 0,-1 0-1 0 0,1 0 1 0 0,5 3 0 0 0,7 2-6090 0 0</inkml:trace>
</inkml:ink>
</file>

<file path=ppt/ink/ink1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33.68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1 283 1376 0 0,'2'-16'419'0'0,"0"0"0"0"0,1 0 0 0 0,1 0 0 0 0,1 1 0 0 0,12-29 0 0 0,-16 43-363 0 0,40-81 4022 0 0,-37 75-3319 0 0,0 0 1 0 0,1 0 0 0 0,0 0 0 0 0,0 1 0 0 0,1-1 0 0 0,-1 1 0 0 0,1 1 0 0 0,14-10 0 0 0,-16 13-494 0 0,0 0 1 0 0,0 1-1 0 0,0 0 0 0 0,1 0 1 0 0,-1 0-1 0 0,1 1 0 0 0,-1-1 0 0 0,0 1 1 0 0,1 0-1 0 0,-1 0 0 0 0,1 1 1 0 0,-1-1-1 0 0,0 1 0 0 0,7 2 1 0 0,-1-1-134 0 0,-1 1 1 0 0,1 0 0 0 0,-1 1 0 0 0,0 0-1 0 0,12 7 1 0 0,-19-9-127 0 0,0-1-1 0 0,0 1 1 0 0,0 0-1 0 0,0-1 1 0 0,0 1-1 0 0,0 0 1 0 0,0 0-1 0 0,-1 0 1 0 0,1 0-1 0 0,-1 1 0 0 0,0-1 1 0 0,1 0-1 0 0,-1 1 1 0 0,0-1-1 0 0,0 1 1 0 0,0-1-1 0 0,0 6 1 0 0,0-4-5 0 0,-1 1-1 0 0,0 0 1 0 0,0 0 0 0 0,-1-1 0 0 0,1 1 0 0 0,-1 0 0 0 0,0-1 0 0 0,0 1-1 0 0,-3 5 1 0 0,-3 7 82 0 0,-1-1-1 0 0,0 0 0 0 0,-2 0 1 0 0,-11 15-1 0 0,-39 45 586 0 0,-16 23 895 0 0,75-99-1543 0 0,1 1 0 0 0,-1 0 1 0 0,0 0-1 0 0,1 0 0 0 0,-1 0 0 0 0,1-1 0 0 0,0 1 1 0 0,-1 0-1 0 0,1 0 0 0 0,0 0 0 0 0,-1 0 1 0 0,1 0-1 0 0,0 0 0 0 0,0 0 0 0 0,0 0 1 0 0,0 0-1 0 0,0 0 0 0 0,0 0 0 0 0,0 0 1 0 0,0 0-1 0 0,0 0 0 0 0,1 0 0 0 0,-1 0 1 0 0,0 0-1 0 0,0 0 0 0 0,1 0 0 0 0,-1 0 1 0 0,1 0-1 0 0,-1 0 0 0 0,1-1 0 0 0,-1 1 0 0 0,1 0 1 0 0,0 0-1 0 0,-1-1 0 0 0,1 1 0 0 0,0 0 1 0 0,0-1-1 0 0,0 1 0 0 0,-1 0 0 0 0,1-1 1 0 0,0 1-1 0 0,0-1 0 0 0,0 0 0 0 0,0 1 1 0 0,0-1-1 0 0,0 0 0 0 0,0 1 0 0 0,0-1 1 0 0,0 0-1 0 0,0 0 0 0 0,1 0 0 0 0,10 3 22 0 0,0-1 0 0 0,0-1 0 0 0,18 0-1 0 0,-14 0 12 0 0,88 4-605 0 0,63 6-5772 0 0,-138-7-7 0 0</inkml:trace>
</inkml:ink>
</file>

<file path=ppt/ink/ink1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34.00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26 55 10138 0 0,'6'-21'722'0'0,"3"-13"4864"0"0,-26 59-2166 0 0,11-10-3276 0 0,2 0 0 0 0,0 1 0 0 0,1-1 0 0 0,0 1 0 0 0,1 0 0 0 0,1 25 0 0 0,1-12 14 0 0,2-1 0 0 0,10 52 1 0 0,-7-57-58 0 0,2-1 0 0 0,0 1 0 0 0,18 36 0 0 0,-18-46-190 0 0,0 0 1 0 0,0-1-1 0 0,1 0 0 0 0,1 0 0 0 0,0-1 0 0 0,1 0 0 0 0,14 13 0 0 0,-22-22-215 0 0,0 0 0 0 0,1 0 0 0 0,-1-1 0 0 0,1 1 0 0 0,-1 0 0 0 0,1-1 0 0 0,0 0 0 0 0,0 1 0 0 0,-1-1 0 0 0,1 0 0 0 0,0-1 0 0 0,0 1 0 0 0,0 0 0 0 0,0-1 0 0 0,0 0 0 0 0,6 0 0 0 0,-4-2-839 0 0</inkml:trace>
</inkml:ink>
</file>

<file path=ppt/ink/ink1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34.14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58 169 3425 0 0,'-4'-3'104'0'0,"-1"-1"0"0"0,1 1 0 0 0,0-1 0 0 0,0 1 0 0 0,0-1 0 0 0,1 0 0 0 0,-1-1 0 0 0,1 1 0 0 0,0 0 0 0 0,0-1 0 0 0,0 0 0 0 0,1 0 0 0 0,0 0 0 0 0,0 0 0 0 0,-2-6 0 0 0,3 8 272 0 0,0 0 0 0 0,1 1 0 0 0,-1-1-1 0 0,1 0 1 0 0,-1 0 0 0 0,1 0 0 0 0,0 0 0 0 0,0 0 0 0 0,1 0 0 0 0,-1 0-1 0 0,0 0 1 0 0,1 0 0 0 0,0 0 0 0 0,0 0 0 0 0,0 0 0 0 0,0 1 0 0 0,0-1-1 0 0,0 0 1 0 0,1 1 0 0 0,2-5 0 0 0,-1 4-69 0 0,1 0 0 0 0,-1 1 0 0 0,0-1 0 0 0,1 1 0 0 0,-1 0 0 0 0,1 0 0 0 0,0 1 0 0 0,0-1 0 0 0,-1 1 0 0 0,1-1 0 0 0,0 1 0 0 0,1 0-1 0 0,-1 1 1 0 0,6-1 0 0 0,49-3-253 0 0,-39 4-378 0 0</inkml:trace>
</inkml:ink>
</file>

<file path=ppt/ink/ink1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34.60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1389 92 14979 0 0,'2'-5'188'0'0,"-1"1"0"0"0,1 0-1 0 0,0 0 1 0 0,0-1 0 0 0,0 1 0 0 0,1 0 0 0 0,0 1-1 0 0,4-6 1 0 0,-5 6-31 0 0,1 0 1 0 0,0 0-1 0 0,-1 0 1 0 0,0-1-1 0 0,0 1 1 0 0,0-1-1 0 0,0 1 1 0 0,-1-1-1 0 0,1 0 1 0 0,-1 0-1 0 0,0 1 1 0 0,0-5-1 0 0,-29 34 2220 0 0,1 4-2199 0 0,2 1 0 0 0,2 1 0 0 0,-34 58 0 0 0,-44 116 694 0 0,23-43-560 0 0,-131 211-312 0 0,95-174 0 0 0,-66 112 0 0 0,-98 183 0 0 0,191-316-430 0 0,-109 326 1 0 0,178-449-1426 0 0,2-1-5481 0 0</inkml:trace>
</inkml:ink>
</file>

<file path=ppt/ink/ink1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35.30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1700 16 13827 0 0,'8'-15'922'0'0,"-17"16"-466"0"0,-21 20 197 0 0,-94 101 581 0 0,6 6-1 0 0,-113 159 1 0 0,-279 357-283 0 0,253-328-719 0 0,203-249-289 0 0,-130 169 584 0 0,132-162-1338 0 0,-56 104 1 0 0,78-119-6202 0 0</inkml:trace>
</inkml:ink>
</file>

<file path=ppt/ink/ink1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36.51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72 10138 0 0,'2'-5'7534'0'0,"15"-6"-4882"0"0,22-10-1654 0 0,-37 20-1099 0 0,61-26 822 0 0,-28 21-2087 0 0,-2 9-4543 0 0,-17 3-404 0 0</inkml:trace>
</inkml:ink>
</file>

<file path=ppt/ink/ink1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36.66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20 85 1840 0 0,'-19'18'6579'0'0,"28"-26"-3049"0"0,3-2-2459 0 0,0 0 0 0 0,20-11-1 0 0,-8 8-2070 0 0,47-18-1 0 0,-47 22 124 0 0</inkml:trace>
</inkml:ink>
</file>

<file path=ppt/ink/ink1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36.99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14 35 14283 0 0,'-14'-18'4059'0'0,"21"27"-2539"0"0,187 316 1748 0 0,-58-87-2958 0 0,-131-231-294 0 0,0 1 1 0 0,0-2 0 0 0,1 1 0 0 0,10 10 0 0 0,-15-16-9 0 0,-1-1 1 0 0,1 1 0 0 0,-1 0 0 0 0,1 0 0 0 0,0-1 0 0 0,0 1 0 0 0,-1-1-1 0 0,1 1 1 0 0,0-1 0 0 0,0 1 0 0 0,0-1 0 0 0,0 1 0 0 0,0-1 0 0 0,0 0-1 0 0,0 1 1 0 0,-1-1 0 0 0,1 0 0 0 0,0 0 0 0 0,0 0 0 0 0,0 0 0 0 0,0 0-1 0 0,0 0 1 0 0,0 0 0 0 0,0 0 0 0 0,0 0 0 0 0,0 0 0 0 0,0-1 0 0 0,0 1-1 0 0,0 0 1 0 0,0 0 0 0 0,0-1 0 0 0,0 1 0 0 0,0-1 0 0 0,-1 1 0 0 0,1-1-1 0 0,0 1 1 0 0,0-1 0 0 0,-1 0 0 0 0,1 1 0 0 0,0-1 0 0 0,-1 0 0 0 0,1 0 0 0 0,0 1-1 0 0,-1-1 1 0 0,1 0 0 0 0,-1 0 0 0 0,1 0 0 0 0,-1 0 0 0 0,0 0 0 0 0,1 0-1 0 0,-1 1 1 0 0,0-3 0 0 0,6-19 109 0 0,-1 0 0 0 0,-1-1 0 0 0,-1 1 0 0 0,-1-1 0 0 0,-1 1 0 0 0,-2-30 0 0 0,2-22 68 0 0,32-233-3066 0 0,-32 301 2692 0 0,6-45-7746 0 0</inkml:trace>
</inkml:ink>
</file>

<file path=ppt/ink/ink2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37.19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5065 0 0,'1'10'1506'0'0,"1"1"0"0"0,0-1 0 0 0,0 0 0 0 0,1 0 1 0 0,0-1-1 0 0,1 1 0 0 0,0-1 0 0 0,9 14 0 0 0,11 31 217 0 0,-13-16-962 0 0,10 66 0 0 0,-5-21-1618 0 0,-13-76-915 0 0</inkml:trace>
</inkml:ink>
</file>

<file path=ppt/ink/ink2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37.35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19 2 8754 0 0,'-10'0'776'0'0,"6"0"-616"0"0,-1-1 1568 0 0,8 2-775 0 0,0 1 7 0 0,3 0-608 0 0,3 3-112 0 0,2 2-24 0 0,2-1-8 0 0,4 1-1616 0 0,2-1-321 0 0,2-2-63 0 0,4-4-8 0 0</inkml:trace>
</inkml:ink>
</file>

<file path=ppt/ink/ink2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37.64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24 7834 0 0,'4'3'157'0'0,"-1"-1"0"0"0,0 1 0 0 0,0-1 1 0 0,0 1-1 0 0,0 0 0 0 0,0 0 0 0 0,-1 1 0 0 0,1-1 1 0 0,-1 0-1 0 0,3 6 0 0 0,18 40 656 0 0,-19-41-723 0 0,43 133 1494 0 0,-23-61-453 0 0,-23-78-1160 0 0,-1 0-1 0 0,0-1 1 0 0,1 1-1 0 0,-1-1 1 0 0,1 1-1 0 0,0-1 1 0 0,-1 1-1 0 0,1-1 0 0 0,0 0 1 0 0,0 1-1 0 0,0-1 1 0 0,0 0-1 0 0,0 0 1 0 0,0 0-1 0 0,0 1 0 0 0,2 0 1 0 0,-2-2 17 0 0,-1 0 0 0 0,1 0 0 0 0,-1 0 0 0 0,1 0 0 0 0,-1-1 0 0 0,1 1-1 0 0,-1 0 1 0 0,1 0 0 0 0,-1 0 0 0 0,1 0 0 0 0,-1-1 0 0 0,1 1 0 0 0,-1 0 0 0 0,1-1 0 0 0,-1 1 0 0 0,1 0 0 0 0,-1-1 0 0 0,0 1 0 0 0,1 0 0 0 0,-1-1 0 0 0,0 1 0 0 0,1-1 0 0 0,-1 1 0 0 0,0-1 0 0 0,1 1 0 0 0,-1-1 0 0 0,0 1-1 0 0,0-1 1 0 0,1 0 0 0 0,2-8-98 0 0,1 0 0 0 0,-1 0 0 0 0,2-16 0 0 0,7-43-725 0 0,10-47-246 0 0,-18 103 1206 0 0,-1-1 1 0 0,2 1-1 0 0,0 0 0 0 0,0 0 1 0 0,1 0-1 0 0,11-16 0 0 0,-16 27 7 0 0,0-1-1 0 0,0 1 0 0 0,0 0 0 0 0,0 0 0 0 0,0-1 1 0 0,0 1-1 0 0,0 0 0 0 0,1 0 0 0 0,-1 0 1 0 0,0 0-1 0 0,1 0 0 0 0,-1 0 0 0 0,1 0 1 0 0,-1 1-1 0 0,1-1 0 0 0,-1 0 0 0 0,3 0 0 0 0,-3 1-12 0 0,0 0-1 0 0,0 1 0 0 0,0-1 0 0 0,0 0 0 0 0,0 0 0 0 0,-1 1 0 0 0,1-1 0 0 0,0 0 0 0 0,0 1 0 0 0,0-1 0 0 0,-1 1 1 0 0,1-1-1 0 0,0 1 0 0 0,0-1 0 0 0,-1 1 0 0 0,1 0 0 0 0,0-1 0 0 0,-1 1 0 0 0,1 0 0 0 0,-1 0 0 0 0,1-1 0 0 0,0 3 0 0 0,3 5 633 0 0,0 1-1 0 0,-1 1 0 0 0,0-1 1 0 0,3 17-1 0 0,-3-12-688 0 0,18 50 826 0 0,0-25-3130 0 0,-7-22-4419 0 0</inkml:trace>
</inkml:ink>
</file>

<file path=ppt/ink/ink2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38.21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 68 10138 0 0,'-2'-4'649'0'0,"1"0"0"0"0,0 0-1 0 0,0 0 1 0 0,0 0 0 0 0,1 0-1 0 0,-1 0 1 0 0,1 0 0 0 0,0 0-1 0 0,0 0 1 0 0,1 0 0 0 0,-1 0-1 0 0,1 0 1 0 0,0 0 0 0 0,2-6-1 0 0,-3 10-610 0 0,0 0 0 0 0,0 0 0 0 0,1-1 378 0 0,-1 1-379 0 0,0 0 1 0 0,0 0 0 0 0,0 0 0 0 0,0-1 0 0 0,0 1-1 0 0,0 0 1 0 0,0 0 0 0 0,0 0 0 0 0,1 0 0 0 0,-1 0-1 0 0,0 0 1 0 0,0 0 0 0 0,0 0 0 0 0,0 0 0 0 0,0 0 0 0 0,0 0-1 0 0,0 0 1 0 0,1 0 0 0 0,-1 0 0 0 0,0 0 0 0 0,0 0-1 0 0,0 0 1 0 0,0 0 0 0 0,0 0 0 0 0,1 1 378 0 0,-1-1-378 0 0,0 0-1 0 0,0 0 1 0 0,0 1 0 0 0,0-1 0 0 0,0 0 0 0 0,1 0-1 0 0,-1 0 1 0 0,5 11 640 0 0,3 13-285 0 0,1 22 161 0 0,-3 0 0 0 0,2 90 0 0 0,3 31-441 0 0,-8-146-229 0 0,1 0 0 0 0,1 0 0 0 0,0-1 0 0 0,2 0 0 0 0,17 36 0 0 0,-23-53-313 0 0,15 22 182 0 0</inkml:trace>
</inkml:ink>
</file>

<file path=ppt/ink/ink2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38.49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27 352 5065 0 0,'-2'-5'104'0'0,"-5"-20"73"0"0,1-1 0 0 0,-4-27 0 0 0,9 41 681 0 0,1 0 0 0 0,0 1-1 0 0,0-1 1 0 0,3-15 0 0 0,-1 18-418 0 0,-1 0 1 0 0,2 0-1 0 0,-1 0 1 0 0,1 1 0 0 0,0-1-1 0 0,1 1 1 0 0,0 0-1 0 0,0 0 1 0 0,1 0-1 0 0,0 0 1 0 0,1 1 0 0 0,5-7-1 0 0,-5 8-133 0 0,0 1 0 0 0,1 0 0 0 0,-1 0 0 0 0,1 1 0 0 0,0 0 0 0 0,0 0 0 0 0,1 0 0 0 0,-1 1 0 0 0,1 0 0 0 0,-1 1 0 0 0,1 0 0 0 0,0 0 0 0 0,16-1 0 0 0,-15 2-48 0 0,0 0-1 0 0,1 1 1 0 0,-1 0 0 0 0,0 0 0 0 0,0 1 0 0 0,14 3 0 0 0,-21-3-232 0 0,0-1 0 0 0,1 1 1 0 0,-1-1-1 0 0,0 1 0 0 0,0 0 0 0 0,0 0 0 0 0,-1 0 0 0 0,1 0 0 0 0,0 0 1 0 0,0 1-1 0 0,0-1 0 0 0,-1 0 0 0 0,1 1 0 0 0,-1-1 0 0 0,1 1 0 0 0,-1 0 0 0 0,0 0 1 0 0,1-1-1 0 0,-1 1 0 0 0,0 0 0 0 0,0 0 0 0 0,0 0 0 0 0,-1 0 0 0 0,1 0 1 0 0,0 0-1 0 0,-1 0 0 0 0,1 0 0 0 0,-1 1 0 0 0,0-1 0 0 0,0 0 0 0 0,0 0 1 0 0,0 0-1 0 0,0 2 0 0 0,-2 9 19 0 0,0-1 0 0 0,0 0 0 0 0,-1 0 1 0 0,-1 0-1 0 0,0 0 0 0 0,-1-1 0 0 0,-6 12 0 0 0,-49 74-54 0 0,43-74 42 0 0,2 1 0 0 0,1 0 0 0 0,-17 38 0 0 0,30-59-20 0 0,-1 1 0 0 0,1 0-1 0 0,0-1 1 0 0,0 1 0 0 0,0 0 0 0 0,1 0-1 0 0,-1 0 1 0 0,1 0 0 0 0,0 0-1 0 0,0-1 1 0 0,0 1 0 0 0,0 0 0 0 0,1 0-1 0 0,0 0 1 0 0,0 0 0 0 0,0 0 0 0 0,0-1-1 0 0,0 1 1 0 0,3 4 0 0 0,0-3 4 0 0,-1-1 0 0 0,1 1 0 0 0,0-1 0 0 0,0 0 1 0 0,0 0-1 0 0,1-1 0 0 0,-1 0 0 0 0,1 1 0 0 0,0-1 1 0 0,0-1-1 0 0,0 1 0 0 0,8 2 0 0 0,7 2-421 0 0,-1 0 0 0 0,1-2-1 0 0,0 0 1 0 0,0-2 0 0 0,33 3 0 0 0,-26-6-7276 0 0</inkml:trace>
</inkml:ink>
</file>

<file path=ppt/ink/ink2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38.62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43 6913 0 0,'5'-9'520'0'0,"4"-10"-450"0"0,-4 4 4816 0 0,-11 45 3653 0 0,4 9-5706 0 0,5 0-4668 0 0,6-6-3630 0 0</inkml:trace>
</inkml:ink>
</file>

<file path=ppt/ink/ink2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38.81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38 34 11058 0 0,'-10'-12'1104'0'0,"-11"-9"4861"0"0,20 21-5928 0 0,1 0-1 0 0,0 0 0 0 0,0 0 0 0 0,0 0 0 0 0,0-1 1 0 0,-1 1-1 0 0,1 0 0 0 0,0 0 0 0 0,0 0 0 0 0,0 0 1 0 0,-1 0-1 0 0,1 0 0 0 0,0 0 0 0 0,0 0 1 0 0,0 0-1 0 0,0 0 0 0 0,-1 0 0 0 0,1 0 0 0 0,0 1 1 0 0,0-1-1 0 0,0 0 0 0 0,0 0 0 0 0,-1 0 0 0 0,1 0 1 0 0,0 0-1 0 0,0 0 0 0 0,0 0 0 0 0,0 0 1 0 0,-1 0-1 0 0,1 1 0 0 0,0-1 0 0 0,0 0 0 0 0,0 0 1 0 0,0 0-1 0 0,0 0 0 0 0,0 1 0 0 0,0-1 0 0 0,0 0 1 0 0,-1 0-1 0 0,1 0 0 0 0,0 0 0 0 0,0 1 1 0 0,0 19-1631 0 0,2-9-155 0 0,0-1 0 0 0,1 1 0 0 0,8 19 1 0 0,-4-15-578 0 0</inkml:trace>
</inkml:ink>
</file>

<file path=ppt/ink/ink2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39.05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69 5065 0 0,'22'-6'1904'0'0,"0"1"1"0"0,1 0-1 0 0,0 2 1 0 0,0 1-1 0 0,43 0 1 0 0,-15 1-386 0 0,-20 0-1178 0 0,-3 0-373 0 0,44-7 0 0 0,-63 7-1362 0 0,1-2 0 0 0,-1 0 0 0 0,0 0-1 0 0,16-8 1 0 0,-2-2-2681 0 0</inkml:trace>
</inkml:ink>
</file>

<file path=ppt/ink/ink2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39.24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 0 10138 0 0,'0'1'143'0'0,"-1"-1"1"0"0,1 1-1 0 0,-1-1 0 0 0,1 0 0 0 0,-1 1 1 0 0,1-1-1 0 0,-1 1 0 0 0,1-1 0 0 0,-1 1 1 0 0,1-1-1 0 0,-1 1 0 0 0,1 0 0 0 0,0-1 1 0 0,-1 1-1 0 0,1 0 0 0 0,0-1 0 0 0,0 1 1 0 0,0 0-1 0 0,-1-1 0 0 0,1 1 0 0 0,0 0 1 0 0,0-1-1 0 0,0 1 0 0 0,0 0 0 0 0,0-1 1 0 0,0 1-1 0 0,0 0 0 0 0,0-1 0 0 0,0 1 1 0 0,1 1-1 0 0,2 36 2310 0 0,0-16-1224 0 0,-6 159 2978 0 0,-1-105-4067 0 0,13 145 1 0 0,-4-190-1809 0 0,1-6-5906 0 0</inkml:trace>
</inkml:ink>
</file>

<file path=ppt/ink/ink2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39.48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28 12443 0 0,'8'-27'5482'0'0,"-4"41"-4074"0"0,-2 10-467 0 0,16 141 2018 0 0,13 81-3307 0 0,-30-238 235 0 0,0 3-708 0 0,1-1 1 0 0,0 0-1 0 0,0-1 1 0 0,6 14-1 0 0</inkml:trace>
</inkml:ink>
</file>

<file path=ppt/ink/ink2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39.75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1 127 2304 0 0,'0'-6'34'0'0,"0"0"0"0"0,0 0-1 0 0,0 0 1 0 0,1 0-1 0 0,0 0 1 0 0,1 0-1 0 0,2-8 1 0 0,-2 10 135 0 0,0 1 1 0 0,0-1 0 0 0,0 1-1 0 0,1 0 1 0 0,0-1 0 0 0,-1 1-1 0 0,1 1 1 0 0,0-1 0 0 0,0 0-1 0 0,0 1 1 0 0,1-1 0 0 0,4-2-1 0 0,-1 1 235 0 0,0 0 0 0 0,0 1 0 0 0,0 0 0 0 0,0 0 0 0 0,1 0 0 0 0,-1 1 0 0 0,1 0 0 0 0,0 0 0 0 0,-1 1 0 0 0,1 0-1 0 0,0 1 1 0 0,0-1 0 0 0,12 2 0 0 0,-16 0-188 0 0,0 0 1 0 0,0 0-1 0 0,0 0 0 0 0,0 1 0 0 0,0-1 0 0 0,0 1 0 0 0,0 0 1 0 0,-1 0-1 0 0,1 0 0 0 0,-1 0 0 0 0,1 1 0 0 0,-1 0 1 0 0,0-1-1 0 0,0 1 0 0 0,0 0 0 0 0,0 1 0 0 0,-1-1 0 0 0,1 0 1 0 0,-1 1-1 0 0,0-1 0 0 0,0 1 0 0 0,0 0 0 0 0,-1 0 0 0 0,1 0 1 0 0,-1 0-1 0 0,0 0 0 0 0,1 6 0 0 0,1 3-99 0 0,-2 0-1 0 0,0-1 1 0 0,0 1 0 0 0,-1 0-1 0 0,-1 0 1 0 0,0 0-1 0 0,-1-1 1 0 0,-3 14 0 0 0,-6 15 102 0 0,-18 43 0 0 0,-3 12 1653 0 0,31-93-1798 0 0,0 0 0 0 0,0-1 0 0 0,0 1 0 0 0,1 0 0 0 0,0 0 0 0 0,-1-1 0 0 0,1 1 1 0 0,0 0-1 0 0,0 0 0 0 0,0 0 0 0 0,1-1 0 0 0,-1 1 0 0 0,1 0 0 0 0,-1 0 0 0 0,1-1 0 0 0,0 1 1 0 0,0 0-1 0 0,0-1 0 0 0,1 1 0 0 0,-1-1 0 0 0,0 0 0 0 0,3 4 0 0 0,-2-5-12 0 0,1 1-1 0 0,-1-1 1 0 0,0 1-1 0 0,1-1 1 0 0,-1 0-1 0 0,1 0 1 0 0,-1 0-1 0 0,1 0 1 0 0,0-1-1 0 0,-1 1 1 0 0,1-1-1 0 0,0 0 1 0 0,0 1-1 0 0,-1-1 1 0 0,1 0-1 0 0,0 0 1 0 0,0-1-1 0 0,-1 1 1 0 0,1-1-1 0 0,0 1 1 0 0,-1-1-1 0 0,6-2 1 0 0,21-8-548 0 0,37-18-1 0 0,-38 15-1145 0 0,3 0-5725 0 0</inkml:trace>
</inkml:ink>
</file>

<file path=ppt/ink/ink2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39.97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170 28 3225 0 0,'-31'-15'2018'0'0,"25"12"-688"0"0,-1 1 0 0 0,1 0 1 0 0,0 0-1 0 0,0 1 1 0 0,-14-2-1 0 0,18 3-880 0 0,-1 0 0 0 0,0 0-1 0 0,0 1 1 0 0,1-1 0 0 0,-1 0 0 0 0,0 1 0 0 0,0 0 0 0 0,1-1 0 0 0,-1 1 0 0 0,1 0-1 0 0,-1 1 1 0 0,1-1 0 0 0,-1 0 0 0 0,1 1 0 0 0,-3 1 0 0 0,2 0-388 0 0,1-1 0 0 0,0 1 1 0 0,-1-1-1 0 0,1 1 0 0 0,1 0 1 0 0,-1 0-1 0 0,0 0 0 0 0,1 0 1 0 0,-3 4-1 0 0,-1 9 127 0 0,1-1 0 0 0,0 1 1 0 0,1 0-1 0 0,0 0 0 0 0,2 0 1 0 0,-1 1-1 0 0,2-1 0 0 0,1 0 0 0 0,0 0 1 0 0,0 1-1 0 0,2-1 0 0 0,0 0 0 0 0,6 17 1 0 0,-4-18-308 0 0,0 0 1 0 0,1-1 0 0 0,1 1-1 0 0,0-1 1 0 0,1-1 0 0 0,0 1-1 0 0,1-1 1 0 0,0-1 0 0 0,1 0-1 0 0,1 0 1 0 0,0-1-1 0 0,1 0 1 0 0,18 13 0 0 0,-13-14-5267 0 0</inkml:trace>
</inkml:ink>
</file>

<file path=ppt/ink/ink2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40.13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56 169 11522 0 0,'-5'-3'348'0'0,"0"0"-1"0"0,1 0 0 0 0,-1-1 0 0 0,0 1 0 0 0,1-1 0 0 0,0 0 0 0 0,0-1 0 0 0,1 1 0 0 0,-1-1 0 0 0,-4-6 0 0 0,7 9-157 0 0,1 0 1 0 0,-1-1-1 0 0,0 1 0 0 0,1 0 1 0 0,-1 0-1 0 0,1-1 1 0 0,-1 1-1 0 0,1 0 0 0 0,0-1 1 0 0,0 1-1 0 0,0 0 0 0 0,1-1 1 0 0,-1 1-1 0 0,0 0 1 0 0,1-1-1 0 0,0 1 0 0 0,-1 0 1 0 0,1 0-1 0 0,0 0 0 0 0,0 0 1 0 0,0 0-1 0 0,0 0 1 0 0,1 0-1 0 0,-1 0 0 0 0,1 0 1 0 0,-1 0-1 0 0,1 0 0 0 0,-1 1 1 0 0,3-2-1 0 0,2-3-51 0 0,1 2-1 0 0,-1-1 1 0 0,1 0 0 0 0,0 1-1 0 0,0 1 1 0 0,0-1 0 0 0,1 1-1 0 0,-1 0 1 0 0,15-3 0 0 0,-6 2-340 0 0,1 1 1 0 0,0 1 0 0 0,27-1 0 0 0,9 9-3403 0 0,-50-5 2989 0 0,1-1-1 0 0,-1 1 1 0 0,0 1 0 0 0,0-1-1 0 0,0 0 1 0 0,0 1-1 0 0,0-1 1 0 0,0 1 0 0 0,-1 0-1 0 0,1 0 1 0 0,-1 0-1 0 0,1 0 1 0 0,3 5 0 0 0,2 7-497 0 0</inkml:trace>
</inkml:ink>
</file>

<file path=ppt/ink/ink2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40.59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81 338 6913 0 0,'-6'1'286'0'0,"0"0"0"0"0,0 1 0 0 0,0 0 0 0 0,0 0 0 0 0,1 1 0 0 0,-1 0 0 0 0,-8 5 0 0 0,12-6-53 0 0,0-1 0 0 0,0 1 0 0 0,0-1 0 0 0,1 1 0 0 0,-1 0 0 0 0,0 0 0 0 0,1 0 0 0 0,-1 0 0 0 0,1 0-1 0 0,0 0 1 0 0,0 0 0 0 0,-1 0 0 0 0,1 1 0 0 0,1-1 0 0 0,-1 0 0 0 0,0 1 0 0 0,1-1 0 0 0,-1 0 0 0 0,1 1 0 0 0,0-1 0 0 0,-1 1 0 0 0,1 3 0 0 0,1-5-94 0 0,-1 1 1 0 0,1-1-1 0 0,-1 1 0 0 0,1-1 0 0 0,-1 0 1 0 0,1 1-1 0 0,0-1 0 0 0,-1 0 0 0 0,1 0 1 0 0,0 1-1 0 0,0-1 0 0 0,0 0 0 0 0,0 0 1 0 0,0 0-1 0 0,0 0 0 0 0,0 0 0 0 0,1 0 1 0 0,-1-1-1 0 0,0 1 0 0 0,0 0 0 0 0,1-1 1 0 0,-1 1-1 0 0,1-1 0 0 0,-1 1 0 0 0,0-1 0 0 0,1 1 1 0 0,-1-1-1 0 0,1 0 0 0 0,-1 0 0 0 0,3 0 1 0 0,7 1 166 0 0,-1-1 0 0 0,0 0 1 0 0,13-2-1 0 0,-17 2-129 0 0,255-49 1710 0 0,-96 15-1567 0 0,615-57 621 0 0,20-3-535 0 0,-177-33-300 0 0,-414 89 116 0 0,-202 36-92 0 0,-14-1-1863 0 0</inkml:trace>
</inkml:ink>
</file>

<file path=ppt/ink/ink2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41.30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19 40 8290 0 0,'-19'-39'10902'0'0,"21"58"-8496"0"0,4 46-1348 0 0,-2 102 0 0 0,3 52-776 0 0,-4-197-289 0 0,0 1-1 0 0,2-1 0 0 0,1 0 0 0 0,0 0 0 0 0,2 0 0 0 0,0-1 0 0 0,16 28 0 0 0,-20-43-291 0 0,-1 1 0 0 0,2-1 0 0 0,-1 1 0 0 0,0-1 0 0 0,1-1 0 0 0,0 1 0 0 0,1-1 0 0 0,7 7 0 0 0</inkml:trace>
</inkml:ink>
</file>

<file path=ppt/ink/ink2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41.62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10 177 11522 0 0,'-2'-4'196'0'0,"0"0"0"0"0,1 0 0 0 0,0-1 0 0 0,0 1 0 0 0,0 0 0 0 0,0-1 0 0 0,1 1 0 0 0,-1 0 0 0 0,1-1 0 0 0,0 1 0 0 0,1-1 0 0 0,-1 1-1 0 0,1 0 1 0 0,0-1 0 0 0,0 1 0 0 0,0 0 0 0 0,0 0 0 0 0,1-1 0 0 0,0 1 0 0 0,0 0 0 0 0,2-3 0 0 0,-1 1 57 0 0,-1 0 0 0 0,1 1 0 0 0,1 0 0 0 0,-1-1 0 0 0,1 1 0 0 0,0 1 0 0 0,0-1 0 0 0,0 0 0 0 0,1 1 0 0 0,0 0 0 0 0,-1 0 0 0 0,1 0 0 0 0,1 1 0 0 0,9-6 0 0 0,-12 8-158 0 0,-1 1 0 0 0,1-1 0 0 0,-1 0-1 0 0,1 1 1 0 0,0-1 0 0 0,-1 1 0 0 0,1 0 0 0 0,0 0-1 0 0,-1 0 1 0 0,1 0 0 0 0,0 0 0 0 0,-1 1 0 0 0,1-1 0 0 0,-1 1-1 0 0,1 0 1 0 0,3 1 0 0 0,-4-1-58 0 0,0 0 0 0 0,-1 1 0 0 0,1-1 0 0 0,0 0 0 0 0,-1 1 0 0 0,1-1 0 0 0,-1 1 0 0 0,0 0 0 0 0,0-1 0 0 0,1 1 0 0 0,-1 0 0 0 0,0 0 0 0 0,0 0 0 0 0,-1 0 0 0 0,1 0 0 0 0,1 3 0 0 0,-1 2-6 0 0,0-1 0 0 0,0 1-1 0 0,-1 0 1 0 0,0 0 0 0 0,0 0 0 0 0,0 0-1 0 0,-1 0 1 0 0,0 0 0 0 0,-1 0 0 0 0,-3 12-1 0 0,-7 10-42 0 0,-1-1-1 0 0,-24 37 0 0 0,20-38 284 0 0,2 1-1 0 0,-13 31 1 0 0,28-57-233 0 0,-1 0 0 0 0,1-1 1 0 0,-1 1-1 0 0,1 0 0 0 0,-1-1 0 0 0,1 1 0 0 0,0 0 1 0 0,0-1-1 0 0,0 1 0 0 0,0 0 0 0 0,0 0 0 0 0,0-1 1 0 0,1 1-1 0 0,-1 0 0 0 0,0-1 0 0 0,1 1 0 0 0,-1 0 1 0 0,1-1-1 0 0,0 1 0 0 0,0-1 0 0 0,-1 1 0 0 0,3 2 1 0 0,0-1-10 0 0,0 0 1 0 0,-1-1 0 0 0,1 1 0 0 0,0-1 0 0 0,0 0-1 0 0,1 0 1 0 0,-1 0 0 0 0,0 0 0 0 0,1-1 0 0 0,3 2-1 0 0,7 1 8 0 0,-1 0-1 0 0,0-1 0 0 0,1-1 1 0 0,24 1-1 0 0,-2-3-505 0 0,66-8-1 0 0,-72 2-155 0 0</inkml:trace>
</inkml:ink>
</file>

<file path=ppt/ink/ink2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41.79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91 1 13827 0 0,'-5'4'557'0'0,"-1"0"-1"0"0,1 1 1 0 0,0 0-1 0 0,0 0 1 0 0,1 1-1 0 0,0-1 1 0 0,0 1 0 0 0,0 0-1 0 0,0 0 1 0 0,1 0-1 0 0,0 1 1 0 0,0-1-1 0 0,-2 12 1 0 0,-2 5-63 0 0,1 1 0 0 0,-4 39 0 0 0,9-60-526 0 0,-1 13-197 0 0,0 1 1 0 0,0-1 0 0 0,2 0-1 0 0,0 1 1 0 0,0-1 0 0 0,2 0-1 0 0,0 0 1 0 0,5 20 0 0 0</inkml:trace>
</inkml:ink>
</file>

<file path=ppt/ink/ink2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41.95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 10 13363 0 0,'-2'-3'592'0'0,"0"0"120"0"0,2 2-568 0 0,0 0-144 0 0,2-1 0 0 0,0 2 0 0 0,1 0 320 0 0,2 0 32 0 0,2 2 0 0 0,6 8-3104 0 0,-2 2-633 0 0,1 6-120 0 0</inkml:trace>
</inkml:ink>
</file>

<file path=ppt/ink/ink2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42.48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47 1 13827 0 0,'-3'3'143'0'0,"0"0"-1"0"0,0 0 1 0 0,0 0-1 0 0,1 1 1 0 0,-1-1 0 0 0,1 1-1 0 0,0-1 1 0 0,0 1-1 0 0,0 0 1 0 0,1 0 0 0 0,-2 5-1 0 0,-5 47 999 0 0,6-29-544 0 0,-3 38-268 0 0,2 1 1 0 0,4-1-1 0 0,2 1 1 0 0,4-1 0 0 0,2 0-1 0 0,3 0 1 0 0,28 89-1 0 0,-23-102-231 0 0,3-2-1 0 0,2 0 0 0 0,2-1 0 0 0,2-1 0 0 0,2-2 1 0 0,2-1-1 0 0,2-1 0 0 0,2-2 0 0 0,58 57 0 0 0,-66-76-215 0 0,1-1-1 0 0,1-1 0 0 0,0-2 1 0 0,2-1-1 0 0,0-1 0 0 0,1-1 1 0 0,1-2-1 0 0,0-1 0 0 0,1-2 1 0 0,48 11-1 0 0,42-2-6889 0 0</inkml:trace>
</inkml:ink>
</file>

<file path=ppt/ink/ink2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42.84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19 5 20276 0 0,'-19'-4'2173'0'0,"43"19"-1553"0"0,-14-5-560 0 0,-2 0 1 0 0,0 0-1 0 0,0 1 0 0 0,-1 0 1 0 0,0 0-1 0 0,-1 1 0 0 0,0 0 1 0 0,-1 0-1 0 0,0 0 0 0 0,4 19 1 0 0,1 9 62 0 0,-2-1-1 0 0,3 47 1 0 0,-7-28-275 0 0,-2 0 0 0 0,-3 1 0 0 0,-14 91 0 0 0,7-100-1949 0 0,-2-1 0 0 0,-21 58 0 0 0,-27 39-5287 0 0</inkml:trace>
</inkml:ink>
</file>

<file path=ppt/ink/ink2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44.01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42 339 14283 0 0,'-8'-3'1018'0'0,"-25"-17"4037"0"0,43 20-4674 0 0,11 4-210 0 0,-5 4-80 0 0,0 0 0 0 0,-1 1 0 0 0,-1 1-1 0 0,0 0 1 0 0,16 15 0 0 0,61 67 138 0 0,-54-52-130 0 0,19 23-10 0 0,-4 3 0 0 0,69 111 0 0 0,-102-147-84 0 0,-15-25 0 0 0,2 6 77 0 0,2 0 0 0 0,0-1 0 0 0,0 0 0 0 0,12 11 0 0 0,-20-20-74 0 0,1 1 1 0 0,0-1 0 0 0,0 0-1 0 0,0 0 1 0 0,1 0 0 0 0,-1 0-1 0 0,0-1 1 0 0,0 1 0 0 0,0 0-1 0 0,1 0 1 0 0,-1-1 0 0 0,0 1-1 0 0,1-1 1 0 0,-1 1 0 0 0,1-1-1 0 0,-1 1 1 0 0,1-1 0 0 0,-1 0-1 0 0,1 0 1 0 0,-1 0 0 0 0,0 0 0 0 0,1 0-1 0 0,-1 0 1 0 0,1 0 0 0 0,-1 0-1 0 0,1-1 1 0 0,-1 1 0 0 0,1 0-1 0 0,-1-1 1 0 0,0 0 0 0 0,1 1-1 0 0,-1-1 1 0 0,0 0 0 0 0,1 1-1 0 0,-1-1 1 0 0,0 0 0 0 0,0 0-1 0 0,0 0 1 0 0,0 0 0 0 0,0 0-1 0 0,0 0 1 0 0,0 0 0 0 0,0-1-1 0 0,0 1 1 0 0,0 0 0 0 0,-1 0 0 0 0,1-1-1 0 0,0-1 1 0 0,8-16 126 0 0,0 0 1 0 0,-2 0-1 0 0,10-41 0 0 0,7-68 67 0 0,-14 66-172 0 0,23-190-249 0 0,-7 37-1523 0 0,-21 188 491 0 0,14-47 1 0 0,-3 32-30 0 0</inkml:trace>
</inkml:ink>
</file>

<file path=ppt/ink/ink2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44.47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30 51 11522 0 0,'-1'0'54'0'0,"-1"0"-1"0"0,1 0 0 0 0,0 1 0 0 0,0-1 0 0 0,0 0 0 0 0,-1 0 0 0 0,1 1 0 0 0,0-1 0 0 0,0 1 0 0 0,0-1 0 0 0,0 1 0 0 0,0-1 0 0 0,0 1 0 0 0,0 0 0 0 0,0 0 0 0 0,0-1 0 0 0,0 1 0 0 0,0 0 0 0 0,0 0 0 0 0,0 0 0 0 0,1 0 0 0 0,-2 1 0 0 0,-2 28-652 0 0,4-19 573 0 0,-1 13-123 0 0,1 117-1674 0 0,1-122 1435 0 0,1 0 0 0 0,1 0 0 0 0,1 0 0 0 0,0-1 0 0 0,9 24 1 0 0,-11-38 450 0 0,-1 0 0 0 0,1-1 0 0 0,-1 1 0 0 0,1-1 1 0 0,0 1-1 0 0,1-1 0 0 0,-1 0 0 0 0,0 0 0 0 0,1 0 1 0 0,0 0-1 0 0,0 0 0 0 0,0-1 0 0 0,0 1 0 0 0,0-1 1 0 0,0 0-1 0 0,1 0 0 0 0,-1 0 0 0 0,1 0 0 0 0,-1 0 1 0 0,1-1-1 0 0,7 2 0 0 0,-6-2 134 0 0,-1-1 1 0 0,0 0-1 0 0,0 0 0 0 0,1-1 0 0 0,-1 1 1 0 0,0-1-1 0 0,0 0 0 0 0,1 0 0 0 0,-1 0 1 0 0,0-1-1 0 0,0 0 0 0 0,0 1 1 0 0,-1-1-1 0 0,1 0 0 0 0,0-1 0 0 0,-1 1 1 0 0,1-1-1 0 0,-1 0 0 0 0,6-6 0 0 0,2-3 79 0 0,-1 0 0 0 0,0-1 0 0 0,-1 0-1 0 0,0-1 1 0 0,-1 0 0 0 0,-1 0-1 0 0,0-1 1 0 0,-1 0 0 0 0,-1 0 0 0 0,6-25-1 0 0,-7 23-207 0 0,-1-1-1 0 0,0 0 0 0 0,-2 0 1 0 0,0 0-1 0 0,-1 0 0 0 0,-1 0 1 0 0,-1 0-1 0 0,0 1 0 0 0,-6-23 1 0 0,7 36-99 0 0,0 1 0 0 0,0 0 1 0 0,0 0-1 0 0,0 0 1 0 0,0 0-1 0 0,0 1 1 0 0,-1-1-1 0 0,0 0 0 0 0,1 1 1 0 0,-1-1-1 0 0,0 1 1 0 0,0-1-1 0 0,-1 1 0 0 0,1 0 1 0 0,0 0-1 0 0,-1 0 1 0 0,1 0-1 0 0,-1 0 0 0 0,0 0 1 0 0,-3-1-1 0 0,4 3-448 0 0,-1-1 0 0 0,0 0-1 0 0,1 1 1 0 0,-1-1 0 0 0,0 1-1 0 0,0 0 1 0 0,0 0-1 0 0,0 0 1 0 0,-3 1 0 0 0,-9 2-4448 0 0</inkml:trace>
</inkml:ink>
</file>

<file path=ppt/ink/ink2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44.85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0 164 10594 0 0,'34'21'71'0'0,"-26"-11"-159"0"0,-1 0-1 0 0,0 0 1 0 0,-1 1-1 0 0,0 0 1 0 0,-1 1 0 0 0,0-1-1 0 0,0 1 1 0 0,-1 0 0 0 0,-1 0-1 0 0,2 15 1 0 0,1-5 2179 0 0,12 36 0 0 0,-17-57-1954 0 0,-1 0-1 0 0,1 0 1 0 0,-1 1 0 0 0,1-1-1 0 0,-1 0 1 0 0,1 0 0 0 0,-1 0-1 0 0,1 0 1 0 0,0 0 0 0 0,0 0-1 0 0,0 0 1 0 0,0 0 0 0 0,0 0-1 0 0,0 0 1 0 0,0 0 0 0 0,0 0-1 0 0,0-1 1 0 0,0 1 0 0 0,0 0-1 0 0,0-1 1 0 0,0 1 0 0 0,1-1 0 0 0,-1 1-1 0 0,2 0 1 0 0,-1-2-70 0 0,-1 1-1 0 0,1 0 1 0 0,0-1 0 0 0,-1 1 0 0 0,1-1-1 0 0,0 1 1 0 0,-1-1 0 0 0,1 0-1 0 0,-1 1 1 0 0,1-1 0 0 0,-1 0 0 0 0,1 0-1 0 0,-1 0 1 0 0,0 0 0 0 0,3-3 0 0 0,4-6-297 0 0,0 1 1 0 0,0-2 0 0 0,11-19-1 0 0,-18 28 180 0 0,21-40-2347 0 0,30-82 1 0 0,10-20-2377 0 0,-60 141 4781 0 0,-1 0 1 0 0,1 0-1 0 0,0 0 1 0 0,0 0-1 0 0,0 1 1 0 0,0-1 0 0 0,0 1-1 0 0,0-1 1 0 0,1 1-1 0 0,0 0 1 0 0,-1 0-1 0 0,1 0 1 0 0,0 0-1 0 0,3-2 1 0 0,-4 4 94 0 0,-1 0 0 0 0,1 0 0 0 0,-1 0 0 0 0,1 0 0 0 0,-1 0 0 0 0,1 0 0 0 0,-1 0 0 0 0,1 0 0 0 0,-1 0 0 0 0,1 1 0 0 0,-1-1 0 0 0,1 1 0 0 0,-1-1 0 0 0,0 1 1 0 0,1 0-1 0 0,-1-1 0 0 0,0 1 0 0 0,0 0 0 0 0,1 0 0 0 0,-1 0 0 0 0,0 0 0 0 0,0 0 0 0 0,0 0 0 0 0,0 0 0 0 0,0 0 0 0 0,0 0 0 0 0,0 1 0 0 0,-1-1 0 0 0,1 0 0 0 0,0 0 0 0 0,-1 1 0 0 0,1-1 0 0 0,0 2 0 0 0,24 47 2426 0 0,-13-24-1567 0 0,1-1-1 0 0,1 0 1 0 0,24 32-1 0 0,-32-51-1128 0 0,-1 1 1 0 0,1-1-1 0 0,1 0 0 0 0,-1 0 0 0 0,1-1 0 0 0,0 0 1 0 0,0 0-1 0 0,1-1 0 0 0,-1 1 0 0 0,1-2 0 0 0,0 1 0 0 0,0-1 1 0 0,0 0-1 0 0,0-1 0 0 0,15 3 0 0 0,1-3-5378 0 0</inkml:trace>
</inkml:ink>
</file>

<file path=ppt/ink/ink2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45.04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53 30 17972 0 0,'-4'-4'302'0'0,"2"1"-191"0"0,1 1 1 0 0,-1 0 0 0 0,0 0-1 0 0,0 0 1 0 0,-1 0 0 0 0,1 1-1 0 0,0-1 1 0 0,0 0-1 0 0,-1 1 1 0 0,1 0 0 0 0,-1-1-1 0 0,0 1 1 0 0,1 0 0 0 0,-4-1-1 0 0,5 3-89 0 0,0-1 0 0 0,1 0 0 0 0,-1 0 0 0 0,1 1 0 0 0,-1-1 1 0 0,0 0-1 0 0,1 1 0 0 0,-1-1 0 0 0,1 1 0 0 0,-1-1 0 0 0,1 1 0 0 0,-1-1 0 0 0,1 1 0 0 0,-1-1 0 0 0,1 1 0 0 0,0-1 0 0 0,-1 1 0 0 0,1 0 0 0 0,0-1 0 0 0,-1 1 0 0 0,1-1 0 0 0,0 1 0 0 0,0 0 0 0 0,0-1 0 0 0,0 1 1 0 0,-1 0-1 0 0,1-1 0 0 0,0 1 0 0 0,0 0 0 0 0,0 0 0 0 0,0-1 0 0 0,1 1 0 0 0,-1 1 0 0 0,2 23 551 0 0,12 46-123 0 0,3-2 0 0 0,36 93 0 0 0,-41-131-538 0 0,3 0 1 0 0,0 0 0 0 0,22 30-1 0 0,6-2-6318 0 0,-20-31-417 0 0</inkml:trace>
</inkml:ink>
</file>

<file path=ppt/ink/ink2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45.20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40 190 21661 0 0,'-20'10'960'0'0,"9"-6"192"0"0,4 0-920 0 0,5-2-232 0 0,4-2 0 0 0,3-2 0 0 0,4 0-128 0 0,4-6-80 0 0,8-2-16 0 0,11-7 0 0 0,10-7 48 0 0,9-6 8 0 0,5-3 0 0 0,0-6 0 0 0,3-6 168 0 0</inkml:trace>
</inkml:ink>
</file>

<file path=ppt/ink/ink2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0:24.05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85 145 6913 0 0,'-35'-79'973'0'0,"14"28"1573"0"0,21 50-2423 0 0,0 0 0 0 0,0 1 1 0 0,0-1-1 0 0,0 0 1 0 0,-1 1-1 0 0,1-1 1 0 0,0 1-1 0 0,0-1 1 0 0,-1 0-1 0 0,1 1 1 0 0,-1-1-1 0 0,1 1 1 0 0,0-1-1 0 0,-1 1 1 0 0,1-1-1 0 0,-1 1 0 0 0,1-1 1 0 0,-1 1-1 0 0,1-1 1 0 0,-1 1-1 0 0,0 0 1 0 0,1-1-1 0 0,-1 1 1 0 0,0 0-1 0 0,1 0 1 0 0,-1-1-1 0 0,1 1 1 0 0,-2 0-1 0 0,1 0 17 0 0,1 1 0 0 0,-1 0 0 0 0,0-1 0 0 0,1 1 0 0 0,-1 0 0 0 0,0-1 0 0 0,1 1 0 0 0,-1 0 0 0 0,1 0 0 0 0,-1 0 0 0 0,1-1 0 0 0,0 1 0 0 0,-1 0 0 0 0,1 0 0 0 0,0 0 0 0 0,-1 2 0 0 0,-6 42 1517 0 0,20 140 196 0 0,-1-38-1295 0 0,41 669 1075 0 0,-29-494-1777 0 0,52 1228 800 0 0,-70-1322-495 0 0,-13 527 683 0 0,-3-611-524 0 0,18 274-1 0 0,-6-405-345 0 0,5 138 31 0 0,-7-135-45 0 0,-1 0-1 0 0,-1 1 0 0 0,0-1 0 0 0,-2 0 1 0 0,0 0-1 0 0,0 0 0 0 0,-8 16 0 0 0,2-20-342 0 0,9-12 332 0 0,1 0-1 0 0,0 0 1 0 0,-1 0 0 0 0,1 0 0 0 0,0 1-1 0 0,-1-1 1 0 0,1 0 0 0 0,0 0-1 0 0,-1 0 1 0 0,1 0 0 0 0,-1 0-1 0 0,1 0 1 0 0,0 0 0 0 0,-1 0 0 0 0,1-1-1 0 0,0 1 1 0 0,-1 0 0 0 0,1 0-1 0 0,0 0 1 0 0,-1 0 0 0 0,1 0-1 0 0,0-1 1 0 0,-1 1 0 0 0,1 0 0 0 0,0 0-1 0 0,-1 0 1 0 0,1-1 0 0 0,0 1-1 0 0,0 0 1 0 0,-1 0 0 0 0,1-1-1 0 0,0 1 1 0 0,0 0 0 0 0,0-1 0 0 0,0 1-1 0 0,-1 0 1 0 0,1-1 0 0 0,0 1-1 0 0,0 0 1 0 0,0-1 0 0 0,0 1-1 0 0,0 0 1 0 0,0-1 0 0 0</inkml:trace>
</inkml:ink>
</file>

<file path=ppt/ink/ink2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0:25.30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37 36 4609 0 0,'-7'-5'1104'0'0,"0"-1"0"0"0,1 0 0 0 0,-11-12 0 0 0,20 21-799 0 0,0 0 0 0 0,0 0 1 0 0,1 0-1 0 0,-1 0 1 0 0,0-1-1 0 0,1 1 0 0 0,0-1 1 0 0,0 0-1 0 0,0 0 1 0 0,4 1-1 0 0,48 17 117 0 0,-42-15-25 0 0,319 124 3133 0 0,99 40-1779 0 0,-97-42-744 0 0,-16 3-190 0 0,406 184 592 0 0,-109-29-983 0 0,-78-39-358 0 0,-44-23 264 0 0,-317-146-251 0 0,-38-16-32 0 0,520 245 438 0 0,-602-275-408 0 0,-2 2 0 0 0,-1 3 1 0 0,59 51-1 0 0,-103-79-31 0 0,-5-3-2 0 0,1 0 1 0 0,0 0-1 0 0,-1 0 1 0 0,8 10-1 0 0,-13-14-46 0 0,-1 0 0 0 0,1 0 0 0 0,0 0 0 0 0,0 0 0 0 0,-1 0 0 0 0,1-1 0 0 0,-1 1 0 0 0,1 0 0 0 0,-1 0 0 0 0,1 0 0 0 0,-1-1 0 0 0,1 1 0 0 0,-1 0 0 0 0,0 0 0 0 0,1-1 0 0 0,-1 1 0 0 0,0-1 0 0 0,1 1 0 0 0,-1-1 0 0 0,0 1 0 0 0,0-1 0 0 0,-1 1 0 0 0,-22 14 0 0 0,-211 121-55 0 0,-99 50-98 0 0,-139 51-701 0 0,380-189 716 0 0,-262 157-377 0 0,111-59 316 0 0,79-51 51 0 0,-148 80-621 0 0,91-56-568 0 0,-183 92-1272 0 0,-156 110 1016 0 0,318-135 2591 0 0,18-12 913 0 0,124-100-1089 0 0,-108 101-1 0 0,-78 101 1842 0 0,186-170-2199 0 0,93-100-664 0 0,1-3-93 0 0</inkml:trace>
</inkml:ink>
</file>

<file path=ppt/ink/ink2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0:25.88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229 1 5985 0 0,'-38'7'949'0'0,"0"1"-1"0"0,0 2 1 0 0,1 2-1 0 0,-39 18 1 0 0,76-30-922 0 0,0 0 0 0 0,0 0 0 0 0,0 0 0 0 0,0 0 1 0 0,0 0-1 0 0,0 0 0 0 0,1 0 0 0 0,-1 0 0 0 0,0 0 0 0 0,0 0 1 0 0,0 1-1 0 0,0-1 0 0 0,0 0 0 0 0,0 0 0 0 0,0 0 1 0 0,0 0-1 0 0,0 0 0 0 0,0 0 0 0 0,0 0 0 0 0,0 0 0 0 0,0 0 1 0 0,0 0-1 0 0,0 1 0 0 0,0-1 0 0 0,0 0 0 0 0,0 0 1 0 0,0 0-1 0 0,0 0 0 0 0,0 0 0 0 0,0 0 0 0 0,0 0 1 0 0,0 0-1 0 0,0 0 0 0 0,0 0 0 0 0,0 1 0 0 0,0-1 0 0 0,0 0 1 0 0,0 0-1 0 0,0 0 0 0 0,0 0 0 0 0,0 0 0 0 0,0 0 1 0 0,0 0-1 0 0,0 0 0 0 0,0 0 0 0 0,0 0 0 0 0,-1 0 0 0 0,1 0 1 0 0,0 1-1 0 0,0-1 0 0 0,0 0 0 0 0,0 0 0 0 0,0 0 1 0 0,0 0-1 0 0,0 0 0 0 0,0 0 0 0 0,0 0 0 0 0,0 0 0 0 0,-1 0 1 0 0,1 0-1 0 0,0 0 0 0 0,0 0 0 0 0,0 0 0 0 0,13 2 732 0 0,17-1-54 0 0,322-25 3822 0 0,-36-1-2357 0 0,-254 22-2184 0 0,-43 0-74 0 0,1 2 1 0 0,0 0-1 0 0,-1 2 0 0 0,1 0 0 0 0,21 4 0 0 0,-37-4-91 0 0,-1 0 1 0 0,0 0-1 0 0,0 0 1 0 0,-1 0-1 0 0,1 1 1 0 0,0-1-1 0 0,5 5 1 0 0,4 5-565 0 0</inkml:trace>
</inkml:ink>
</file>

<file path=ppt/ink/ink2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0:26.29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87 10250 0 0,'23'-5'1267'0'0,"151"-21"4795"0"0,91 10-3209 0 0,-235 15-3051 0 0,80-4 447 0 0,-57-7-2245 0 0,-46 10 923 0 0,-1-1 0 0 0,1 1 0 0 0,0-2 1 0 0,11-6-1 0 0</inkml:trace>
</inkml:ink>
</file>

<file path=ppt/ink/ink2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0:26.60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21 6 6913 0 0,'-1'0'227'0'0,"1"-1"0"0"0,-1 1 0 0 0,0-1 0 0 0,1 1 0 0 0,-1-1 0 0 0,0 1 0 0 0,1-1 0 0 0,-1 1 0 0 0,0 0-1 0 0,1-1 1 0 0,-1 1 0 0 0,0 0 0 0 0,0 0 0 0 0,0 0 0 0 0,1 0 0 0 0,-1-1 0 0 0,0 1 0 0 0,0 0-1 0 0,0 0 1 0 0,1 1 0 0 0,-1-1 0 0 0,0 0 0 0 0,0 0 0 0 0,1 0 0 0 0,-2 1 0 0 0,6 16 5576 0 0,2 0-5839 0 0,17 79 1914 0 0,14 138 1 0 0,-3-10-1251 0 0,-33-216-742 0 0,4 15-1979 0 0</inkml:trace>
</inkml:ink>
</file>

<file path=ppt/ink/ink2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0:27.52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175 43 2304 0 0,'-64'24'1729'0'0,"-46"13"3693"0"0,119-30-2598 0 0,9 0-2240 0 0,2-2 99 0 0,1-1 1 0 0,0-1-1 0 0,0-1 1 0 0,41-1-1 0 0,88-14 1106 0 0,-87 6-1246 0 0,363-31 1928 0 0,-138 17-1765 0 0,-1-1-520 0 0,-42 1 342 0 0,1 11 1 0 0,334 28-1 0 0,-509-8-1511 0 0,-41-3-4980 0 0,-9-1-1177 0 0</inkml:trace>
</inkml:ink>
</file>

<file path=ppt/ink/ink2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0:29.61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2349 233 3625 0 0,'0'-4'99'0'0,"-1"0"0"0"0,0 0 1 0 0,0 0-1 0 0,0 0 0 0 0,0 0 0 0 0,-1 0 1 0 0,0 1-1 0 0,1-1 0 0 0,-2 1 0 0 0,1-1 0 0 0,0 1 1 0 0,0 0-1 0 0,-1 0 0 0 0,0 0 0 0 0,0 0 1 0 0,0 0-1 0 0,0 0 0 0 0,0 1 0 0 0,0 0 1 0 0,-5-3-1 0 0,-1-1 323 0 0,0 1 1 0 0,0 0-1 0 0,-1 1 1 0 0,0 0-1 0 0,0 0 0 0 0,-17-3 1 0 0,-13 2 942 0 0,-1 2 1 0 0,1 2-1 0 0,-1 2 0 0 0,-67 10 1 0 0,46-5-584 0 0,-237 17 1167 0 0,211-21-1099 0 0,-124-12 0 0 0,-587-68 1055 0 0,717 68-1896 0 0,-103-26 1 0 0,106 19 107 0 0,65 14-267 0 0,0 1 1 0 0,-1 0-1 0 0,1 1 0 0 0,-1 0 1 0 0,0 1-1 0 0,-28 5 1 0 0,43-5-6 0 0,-1 0 1 0 0,1 0-1 0 0,-1 0 1 0 0,1 0-1 0 0,-1 0 1 0 0,1 0-1 0 0,-1 0 1 0 0,1 1-1 0 0,-1-1 0 0 0,1 0 1 0 0,-1 0-1 0 0,1 1 1 0 0,0-1-1 0 0,-1 0 1 0 0,1 1-1 0 0,-1-1 1 0 0,1 0-1 0 0,0 1 1 0 0,-1-1-1 0 0,1 1 1 0 0,0-1-1 0 0,-1 1 1 0 0,1 0-1 0 0</inkml:trace>
</inkml:ink>
</file>

<file path=ppt/ink/ink2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0:29.96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289 0 6913 0 0,'-10'2'156'0'0,"0"1"0"0"0,0 0-1 0 0,0 0 1 0 0,0 1-1 0 0,0 1 1 0 0,1-1-1 0 0,-1 1 1 0 0,2 1-1 0 0,-10 7 1 0 0,9-7 84 0 0,-4 3-103 0 0,0 0 1 0 0,1 1 0 0 0,1 1 0 0 0,0 0-1 0 0,0 1 1 0 0,1 0 0 0 0,1 1-1 0 0,0 0 1 0 0,-10 18 0 0 0,10-12-108 0 0,0 0 1 0 0,1 0-1 0 0,1 1 0 0 0,0 0 1 0 0,2 0-1 0 0,-5 32 0 0 0,10-47 1 0 0,-1 0 0 0 0,1-1-1 0 0,0 1 1 0 0,0 0 0 0 0,0-1 0 0 0,1 1 0 0 0,0 0-1 0 0,-1-1 1 0 0,2 1 0 0 0,-1-1 0 0 0,1 1-1 0 0,-1-1 1 0 0,1 0 0 0 0,0 1 0 0 0,1-1-1 0 0,-1 0 1 0 0,1 0 0 0 0,0-1 0 0 0,-1 1-1 0 0,8 6 1 0 0,-4-6 63 0 0,-1 0 1 0 0,1 0-1 0 0,0 0 0 0 0,0-1 1 0 0,0 0-1 0 0,1-1 0 0 0,-1 1 0 0 0,1-1 1 0 0,-1 0-1 0 0,1-1 0 0 0,0 1 0 0 0,0-1 1 0 0,12 0-1 0 0,-7-1 94 0 0,-1-1 1 0 0,1 0-1 0 0,-1-1 0 0 0,0 0 1 0 0,1-1-1 0 0,-1 0 0 0 0,-1 0 1 0 0,1-1-1 0 0,0-1 0 0 0,-1 0 1 0 0,0 0-1 0 0,0-1 0 0 0,0 0 1 0 0,-1-1-1 0 0,0 0 0 0 0,12-12 1 0 0,-10 8 111 0 0,-1-1 1 0 0,0 0 0 0 0,-1 0 0 0 0,0-1 0 0 0,-1 0 0 0 0,-1 0 0 0 0,0-1 0 0 0,0 0-1 0 0,-2 0 1 0 0,0-1 0 0 0,7-28 0 0 0,-11 34-170 0 0,0 1-1 0 0,-1 0 1 0 0,0 0-1 0 0,0 0 1 0 0,0 0-1 0 0,-1-1 1 0 0,-1 1-1 0 0,1 0 0 0 0,-1 0 1 0 0,0 0-1 0 0,-1 1 1 0 0,0-1-1 0 0,0 1 1 0 0,-1-1-1 0 0,-7-9 1 0 0,8 11-157 0 0,-1 1-1 0 0,0 0 1 0 0,0 1 0 0 0,0-1 0 0 0,-1 1-1 0 0,1 0 1 0 0,-1 0 0 0 0,0 0 0 0 0,-1 1-1 0 0,1-1 1 0 0,0 1 0 0 0,-1 1 0 0 0,0-1-1 0 0,0 1 1 0 0,1 0 0 0 0,-1 0-1 0 0,-1 1 1 0 0,1-1 0 0 0,0 2 0 0 0,-11-2-1 0 0,-9 4-4979 0 0,0 0-1702 0 0</inkml:trace>
</inkml:ink>
</file>

<file path=ppt/ink/ink2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0:51.10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173 366 3225 0 0,'-58'-46'1629'0'0,"47"35"-474"0"0,-1 1 0 0 0,-1 0 0 0 0,1 1 0 0 0,-2 0 0 0 0,-18-9 0 0 0,31 18-919 0 0,1-1 0 0 0,-1 1-1 0 0,0-1 1 0 0,0 1 0 0 0,0-1 0 0 0,0 1 0 0 0,0 0 0 0 0,0-1 0 0 0,0 1 0 0 0,0 0-1 0 0,0 0 1 0 0,0 0 0 0 0,0 0 0 0 0,0 0 0 0 0,0 0 0 0 0,1 0 0 0 0,-1 0 0 0 0,0 0-1 0 0,0 0 1 0 0,-2 1 0 0 0,3-1-164 0 0,0 1-1 0 0,0 0 1 0 0,0 0-1 0 0,1 0 1 0 0,-1 0-1 0 0,0-1 1 0 0,0 1-1 0 0,0 0 1 0 0,1 0-1 0 0,-1-1 1 0 0,0 1-1 0 0,1 0 1 0 0,-1-1-1 0 0,1 1 1 0 0,-1 0-1 0 0,1-1 1 0 0,-1 1-1 0 0,1 0 1 0 0,0 0-1 0 0,44 47-307 0 0,-36-40 902 0 0,26 24 10 0 0,64 44-1 0 0,-59-47-601 0 0,45 41-1 0 0,-62-47-28 0 0,-2-2-30 0 0,36 28 0 0 0,-51-44 27 0 0,-1-1 0 0 0,1 0 0 0 0,0-1 0 0 0,0 0 0 0 0,0 0 0 0 0,1 0 0 0 0,-1-1 0 0 0,0 1 0 0 0,1-2 0 0 0,0 1 0 0 0,0-1 0 0 0,8 1 0 0 0,-13-2-1 0 0,-1 0-1 0 0,0-1 0 0 0,0 1 1 0 0,0 0-1 0 0,0-1 0 0 0,1 1 0 0 0,-1-1 1 0 0,0 0-1 0 0,0 1 0 0 0,0-1 1 0 0,0 0-1 0 0,0 1 0 0 0,0-1 1 0 0,0 0-1 0 0,0 0 0 0 0,-1 0 0 0 0,1 0 1 0 0,0 0-1 0 0,-1 0 0 0 0,1 0 1 0 0,0 0-1 0 0,-1 0 0 0 0,1-1 0 0 0,-1 1 1 0 0,1 0-1 0 0,-1 0 0 0 0,0 0 1 0 0,0-1-1 0 0,1 1 0 0 0,-1 0 1 0 0,0 0-1 0 0,0-1 0 0 0,-1-1 0 0 0,0-51 525 0 0,0 42-476 0 0,-8-55 143 0 0,-2-1 0 0 0,-35-109 0 0 0,-6-34-214 0 0,49 188 468 0 0,2 11-1643 0 0</inkml:trace>
</inkml:ink>
</file>

<file path=ppt/ink/ink2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0:51.42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0 2304 0 0,'4'0'495'0'0,"-1"1"-1"0"0,0-1 0 0 0,1 1 0 0 0,-1-1 0 0 0,0 1 0 0 0,1 0 0 0 0,-1 1 0 0 0,0-1 0 0 0,0 0 0 0 0,0 1 0 0 0,0 0 0 0 0,0-1 0 0 0,0 1 0 0 0,3 4 0 0 0,0-1 79 0 0,0 1-1 0 0,-1 0 1 0 0,1 1 0 0 0,-2-1 0 0 0,8 13 0 0 0,0 3 66 0 0,-2 0 1 0 0,-1 1-1 0 0,8 27 1 0 0,1 19 25 0 0,5 17-475 0 0,-1-32-4168 0 0</inkml:trace>
</inkml:ink>
</file>

<file path=ppt/ink/ink2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0:51.62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26 20 4609 0 0,'-3'-1'274'0'0,"1"-1"-1"0"0,0 1 1 0 0,0-1-1 0 0,-1 1 1 0 0,1-1-1 0 0,0 1 1 0 0,0-1-1 0 0,-2-3 1 0 0,0 2-254 0 0,11 19-576 0 0,5 9 454 0 0,-5-12 102 0 0</inkml:trace>
</inkml:ink>
</file>

<file path=ppt/ink/ink2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0:52.31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33 207 2761 0 0,'-6'-13'344'0'0,"1"0"1"0"0,0-1 0 0 0,1 0 0 0 0,0 0-1 0 0,1 0 1 0 0,1 0 0 0 0,0-1 0 0 0,1 1-1 0 0,1-1 1 0 0,0 1 0 0 0,2-16-1 0 0,-2 29-183 0 0,0 0-1 0 0,0 0 0 0 0,0 0 1 0 0,0 0-1 0 0,0 0 0 0 0,0 0 1 0 0,0 0-1 0 0,1 0 0 0 0,-1 1 1 0 0,0-1-1 0 0,1 0 0 0 0,-1 0 1 0 0,0 0-1 0 0,1 0 0 0 0,-1 0 1 0 0,1 1-1 0 0,-1-1 0 0 0,1 0 1 0 0,-1 1-1 0 0,1-1 0 0 0,0 0 1 0 0,-1 1-1 0 0,1-1 0 0 0,0 0 0 0 0,0 1 1 0 0,-1-1-1 0 0,1 1 0 0 0,1-1 1 0 0,-1 1-7 0 0,1 0 1 0 0,-1 1-1 0 0,1-1 1 0 0,-1 0-1 0 0,0 1 1 0 0,1-1-1 0 0,-1 1 0 0 0,0-1 1 0 0,1 1-1 0 0,-1-1 1 0 0,0 1-1 0 0,0 0 1 0 0,0 0-1 0 0,0 0 1 0 0,1 0-1 0 0,0 1 1 0 0,7 7 330 0 0,0 0 0 0 0,13 21 1 0 0,8 15-155 0 0,30 65 0 0 0,18 29 408 0 0,-61-116-509 0 0,-17-73 783 0 0,-1-9-270 0 0,-1 23-587 0 0,6-65 0 0 0,-3 92-134 0 0,0 0 0 0 0,1-1-1 0 0,0 1 1 0 0,0 0 0 0 0,1 0 0 0 0,1 1 0 0 0,-1-1 0 0 0,1 1 0 0 0,1 0 0 0 0,0 0 0 0 0,11-15 0 0 0,-15 22-15 0 0,0 0 0 0 0,0 0 1 0 0,0 0-1 0 0,0 1 0 0 0,0-1 1 0 0,1 0-1 0 0,-1 0 0 0 0,0 1 0 0 0,0-1 1 0 0,1 1-1 0 0,-1-1 0 0 0,0 1 1 0 0,1 0-1 0 0,-1-1 0 0 0,1 1 0 0 0,-1 0 1 0 0,0 0-1 0 0,1 0 0 0 0,-1 0 1 0 0,1 0-1 0 0,-1 1 0 0 0,0-1 0 0 0,1 0 1 0 0,-1 0-1 0 0,1 1 0 0 0,-1-1 1 0 0,0 1-1 0 0,0-1 0 0 0,1 1 0 0 0,-1 0 1 0 0,0 0-1 0 0,0-1 0 0 0,0 1 1 0 0,0 0-1 0 0,2 2 0 0 0,5 4 165 0 0,1 0-1 0 0,-1 2 0 0 0,10 12 0 0 0,-6-8 74 0 0,1 1-7 0 0,2-2-1 0 0,17 13 1 0 0,-23-19-196 0 0,0 0 1 0 0,-1 1 0 0 0,1 0-1 0 0,-1 0 1 0 0,-1 1-1 0 0,0 0 1 0 0,0 0 0 0 0,0 1-1 0 0,-1 0 1 0 0,6 12 0 0 0,-7-11-564 0 0,0-1 1 0 0,1 1 0 0 0,0-1-1 0 0,11 14 1 0 0</inkml:trace>
</inkml:ink>
</file>

<file path=ppt/ink/ink2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21.6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67 52 3681 0 0,'-10'-13'3158'0'0,"8"12"-2764"0"0,1 0 1 0 0,0 0-1 0 0,0-1 0 0 0,0 1 1 0 0,0 0-1 0 0,0 0 0 0 0,0-1 1 0 0,1 1-1 0 0,-1 0 0 0 0,0-1 0 0 0,0 1 1 0 0,1-1-1 0 0,-1 1 0 0 0,1-1 1 0 0,0 1-1 0 0,-1-1 0 0 0,1 1 1 0 0,0-4-1 0 0,0 5-300 0 0,0 0 0 0 0,0-1 1 0 0,0 1-1 0 0,0-1 0 0 0,0 1 0 0 0,0 0 0 0 0,0-1 1 0 0,0 1-1 0 0,0 0 0 0 0,0-1 0 0 0,0 1 0 0 0,0 0 1 0 0,0-1-1 0 0,0 1 0 0 0,-1 0 0 0 0,1-1 0 0 0,0 1 1 0 0,0 0-1 0 0,0 0 0 0 0,-1-1 0 0 0,1 1 1 0 0,0 0-1 0 0,0 0 0 0 0,0-1 0 0 0,-1 1 0 0 0,1 0 1 0 0,0 0-1 0 0,-1-1 0 0 0,1 1 0 0 0,0 0 0 0 0,0 0 1 0 0,-1 0-1 0 0,1 0 0 0 0,0 0 0 0 0,-1 0 0 0 0,1-1 1 0 0,0 1-1 0 0,-1 0 0 0 0,1 0 0 0 0,-1 0 0 0 0,1 0 1 0 0,0 0-1 0 0,-1 0 0 0 0,1 0 0 0 0,0 0 0 0 0,-1 0 1 0 0,1 1-1 0 0,0-1 0 0 0,-1 0 0 0 0,1 0 0 0 0,0 0 1 0 0,-1 0-1 0 0,1 0 0 0 0,0 1 0 0 0,0-1 0 0 0,-1 0 1 0 0,1 0-1 0 0,0 0 0 0 0,0 1 0 0 0,-1-1 0 0 0,1 0 1 0 0,0 0-1 0 0,-1 1 0 0 0,-17 18 759 0 0,16-13-843 0 0,0 0 1 0 0,0 1 0 0 0,1-1 0 0 0,0 0 0 0 0,0 0 0 0 0,1 1 0 0 0,0-1 0 0 0,0 1 0 0 0,0-1 0 0 0,1 0 0 0 0,0 1 0 0 0,2 8 0 0 0,4 13 38 0 0,13 35-1 0 0,-19-60-47 0 0,2 4-12 0 0,0 0 1 0 0,0 1 0 0 0,0-2-1 0 0,1 1 1 0 0,0 0-1 0 0,0-1 1 0 0,0 1 0 0 0,1-1-1 0 0,0-1 1 0 0,1 1 0 0 0,-1-1-1 0 0,1 0 1 0 0,8 6 0 0 0,-9-8 1 0 0,0-1 0 0 0,0 1 1 0 0,0-1-1 0 0,0 0 1 0 0,1 0-1 0 0,-1-1 0 0 0,1 0 1 0 0,-1 0-1 0 0,1 0 1 0 0,0-1-1 0 0,-1 1 1 0 0,1-1-1 0 0,0-1 0 0 0,-1 1 1 0 0,1-1-1 0 0,-1 0 1 0 0,1 0-1 0 0,8-3 1 0 0,-9 2-3 0 0,0 0 0 0 0,0 1 0 0 0,0-1 1 0 0,-1-1-1 0 0,1 1 0 0 0,-1-1 1 0 0,1 0-1 0 0,-1 0 0 0 0,0 0 1 0 0,0 0-1 0 0,0-1 0 0 0,-1 0 0 0 0,1 0 1 0 0,-1 0-1 0 0,0 0 0 0 0,0 0 1 0 0,0-1-1 0 0,-1 1 0 0 0,1-1 1 0 0,-1 0-1 0 0,2-5 0 0 0,-3 5 41 0 0,0-1 0 0 0,0 1 0 0 0,-1 0 0 0 0,0-1 1 0 0,0 1-1 0 0,0-1 0 0 0,-1 1 0 0 0,1 0 0 0 0,-1-1 0 0 0,-1 1 0 0 0,1 0 0 0 0,-1 0 0 0 0,0 0 0 0 0,0 0 0 0 0,0 0 0 0 0,0 0 0 0 0,-1 1 0 0 0,0-1 0 0 0,0 1 1 0 0,-6-7-1 0 0,1 1 50 0 0,-2 0 0 0 0,0 1 0 0 0,0 0 1 0 0,0 0-1 0 0,-1 1 0 0 0,0 0 0 0 0,-19-9 1 0 0,25 15-55 0 0,0-1 0 0 0,0 1 0 0 0,0 0 1 0 0,0 0-1 0 0,-1 1 0 0 0,1 0 0 0 0,-1 0 0 0 0,0 0 1 0 0,1 0-1 0 0,-1 1 0 0 0,1 0 0 0 0,-1 0 0 0 0,0 1 0 0 0,1-1 1 0 0,-1 1-1 0 0,1 0 0 0 0,-1 1 0 0 0,1-1 0 0 0,-1 1 1 0 0,-8 5-1 0 0,13-7-115 0 0,1 1 0 0 0,-1-1 1 0 0,1 1-1 0 0,-1 0 0 0 0,1-1 1 0 0,0 1-1 0 0,-1 0 0 0 0,1-1 1 0 0,-1 1-1 0 0,1 0 0 0 0,0-1 0 0 0,0 1 1 0 0,0 0-1 0 0,-1 0 0 0 0,1-1 1 0 0,0 1-1 0 0,0 0 0 0 0,0 0 1 0 0,0 0-1 0 0,0-1 0 0 0,0 1 0 0 0,0 0 1 0 0,0 0-1 0 0,1-1 0 0 0,-1 1 1 0 0,0 0-1 0 0,0 0 0 0 0,1-1 1 0 0,-1 1-1 0 0,0 0 0 0 0,1-1 1 0 0,-1 1-1 0 0,1 0 0 0 0,-1-1 0 0 0,1 1 1 0 0,-1 0-1 0 0,1-1 0 0 0,-1 1 1 0 0,2 0-1 0 0,0 3-888 0 0</inkml:trace>
</inkml:ink>
</file>

<file path=ppt/ink/ink2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21.9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38 3681 0 0,'-6'-8'232'0'0,"15"6"1877"0"0,15 5 1510 0 0,-24-3-3646 0 0,2 1 318 0 0,0-1-1 0 0,0 0 1 0 0,0 0 0 0 0,0 1 0 0 0,0-1-1 0 0,0-1 1 0 0,0 1 0 0 0,0 0 0 0 0,0 0-1 0 0,0-1 1 0 0,0 1 0 0 0,3-2-1 0 0,-5 2-242 0 0,1-1-1 0 0,-1 1 0 0 0,1-1 0 0 0,-1 1 0 0 0,1-1 0 0 0,-1 1 1 0 0,1-1-1 0 0,-1 0 0 0 0,0 1 0 0 0,1-1 0 0 0,-1 1 0 0 0,0-1 1 0 0,1 0-1 0 0,-1 1 0 0 0,0-1 0 0 0,0 0 0 0 0,0 1 0 0 0,1-1 1 0 0,-1 0-1 0 0,0 0 0 0 0,0 1 0 0 0,0-1 0 0 0,0 0 0 0 0,0 1 1 0 0,-1-1-1 0 0,1 0 0 0 0,0 0 0 0 0,0 1 0 0 0,0-1 0 0 0,-1 0 1 0 0,1 1-1 0 0,-1-2 0 0 0,0-5-258 0 0</inkml:trace>
</inkml:ink>
</file>

<file path=ppt/ink/ink2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2.1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495 185 1840 0 0,'0'-18'1125'0'0,"-2"-1"0"0"0,-5-33 1 0 0,5 46-641 0 0,1-1 0 0 0,-1 1 0 0 0,0 0 0 0 0,0-1 0 0 0,-1 1 0 0 0,0 0 0 0 0,0 0 0 0 0,0 1 0 0 0,-1-1 0 0 0,0 1 0 0 0,-6-7 0 0 0,7 10-271 0 0,0 0 0 0 0,0 0 0 0 0,0 0 1 0 0,0 0-1 0 0,0 1 0 0 0,-1 0 0 0 0,1-1 1 0 0,0 1-1 0 0,-1 0 0 0 0,1 1 0 0 0,-1-1 1 0 0,0 1-1 0 0,1-1 0 0 0,-1 1 0 0 0,1 0 1 0 0,-1 1-1 0 0,0-1 0 0 0,1 1 0 0 0,-1-1 1 0 0,1 1-1 0 0,-1 0 0 0 0,1 0 0 0 0,0 0 1 0 0,-1 1-1 0 0,-4 2 0 0 0,-2 1 73 0 0,0 1-1 0 0,1 0 1 0 0,-1 0-1 0 0,1 1 1 0 0,0 0-1 0 0,-15 16 1 0 0,0 6-109 0 0,1 1-1 0 0,2 2 1 0 0,1 0-1 0 0,1 1 1 0 0,2 1 0 0 0,1 1-1 0 0,2 0 1 0 0,-16 59-1 0 0,4 16 80 0 0,-20 179 0 0 0,29-21-26 0 0,18-215-145 0 0,3 1-1 0 0,1-1 1 0 0,15 58 0 0 0,-13-81-14 0 0,1-1-1 0 0,2 0 1 0 0,1 0 0 0 0,1-1 0 0 0,2-1 0 0 0,26 42 0 0 0,-26-50 0 0 0,1 0-1 0 0,1-1 0 0 0,0-1 1 0 0,1-1-1 0 0,1 0 1 0 0,0-1-1 0 0,1-1 1 0 0,1 0-1 0 0,31 15 0 0 0,-21-14-21 0 0,1-2 0 0 0,64 20 0 0 0,-82-29-134 0 0,0-1 1 0 0,0-1-1 0 0,1 0 1 0 0,-1-1 0 0 0,1 0-1 0 0,-1-1 1 0 0,1 0 0 0 0,-1-2-1 0 0,0 1 1 0 0,19-6-1 0 0,-16 2-594 0 0</inkml:trace>
</inkml:ink>
</file>

<file path=ppt/ink/ink2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3.5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280 163 1840 0 0,'0'-16'1090'0'0,"-1"1"0"0"0,-1 0-1 0 0,0 0 1 0 0,-5-20 0 0 0,6 31-776 0 0,0 1 1 0 0,0-1 0 0 0,0 1 0 0 0,0 0 0 0 0,0-1 0 0 0,-1 1 0 0 0,1 0 0 0 0,-1 0-1 0 0,0 0 1 0 0,0 0 0 0 0,0 0 0 0 0,-1 1 0 0 0,1-1 0 0 0,-1 1 0 0 0,1-1 0 0 0,-1 1 0 0 0,0 0-1 0 0,0 0 1 0 0,0 0 0 0 0,0 0 0 0 0,0 0 0 0 0,0 1 0 0 0,0 0 0 0 0,-6-2 0 0 0,5 3-158 0 0,1 0 0 0 0,-1 0 0 0 0,0 0 0 0 0,0 1 0 0 0,1 0 0 0 0,-1-1 1 0 0,0 1-1 0 0,1 1 0 0 0,-1-1 0 0 0,1 0 0 0 0,-1 1 0 0 0,1 0 0 0 0,0 0 1 0 0,-1 0-1 0 0,1 0 0 0 0,0 0 0 0 0,0 1 0 0 0,1-1 0 0 0,-1 1 0 0 0,-2 3 1 0 0,-6 6 99 0 0,2 0 1 0 0,0 1 0 0 0,-11 19 0 0 0,7-9-119 0 0,1 1 0 0 0,1 0 1 0 0,1 0-1 0 0,1 2 0 0 0,1-1 0 0 0,2 1 0 0 0,0 0 0 0 0,2 0 1 0 0,-2 29-1 0 0,6-43-121 0 0,0-1 0 0 0,0 1 0 0 0,1 0 0 0 0,0-1 0 0 0,1 0 0 0 0,1 1 0 0 0,0-1 0 0 0,0 0 0 0 0,1 0 0 0 0,0 0 0 0 0,1-1 0 0 0,0 1 0 0 0,1-1 0 0 0,0 0 0 0 0,1-1 0 0 0,0 1 0 0 0,0-2 0 0 0,1 1 0 0 0,0-1 0 0 0,1 0 0 0 0,0 0 0 0 0,0-1 1 0 0,11 7-1 0 0,-5-6-192 0 0,1-1 1 0 0,-1 0-1 0 0,1-1 0 0 0,0-1 1 0 0,1 0-1 0 0,-1-1 1 0 0,1-1-1 0 0,0-1 1 0 0,0 0-1 0 0,-1-1 1 0 0,1-1-1 0 0,0-1 1 0 0,0 0-1 0 0,0-1 1 0 0,0-1-1 0 0,16-4 1 0 0,5-3-6504 0 0</inkml:trace>
</inkml:ink>
</file>

<file path=ppt/ink/ink2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3.8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55 5 6449 0 0,'-1'0'131'0'0,"0"-1"-1"0"0,0 0 0 0 0,0 1 0 0 0,0 0 0 0 0,1-1 0 0 0,-1 1 1 0 0,0-1-1 0 0,0 1 0 0 0,0 0 0 0 0,0 0 0 0 0,0-1 0 0 0,0 1 1 0 0,0 0-1 0 0,0 0 0 0 0,0 0 0 0 0,0 0 0 0 0,0 0 0 0 0,0 0 1 0 0,0 1-1 0 0,0-1 0 0 0,0 0 0 0 0,1 0 0 0 0,-1 1 1 0 0,0-1-1 0 0,0 0 0 0 0,0 1 0 0 0,0-1 0 0 0,0 1 0 0 0,1-1 1 0 0,-1 1-1 0 0,0 0 0 0 0,0-1 0 0 0,1 1 0 0 0,-1 0 0 0 0,0-1 1 0 0,1 1-1 0 0,-1 0 0 0 0,1 0 0 0 0,-1 0 0 0 0,1-1 0 0 0,-1 1 1 0 0,1 0-1 0 0,0 0 0 0 0,-1 0 0 0 0,1 0 0 0 0,0 0 0 0 0,0 1 1 0 0,-4 8 749 0 0,2-1 0 0 0,0 1 0 0 0,-2 16 0 0 0,3-18-725 0 0,-2 19 138 0 0,1 0-1 0 0,2 1 1 0 0,1 0 0 0 0,0-1 0 0 0,3 0 0 0 0,8 38 0 0 0,57 153 1671 0 0,-61-195-1939 0 0,3 11-1077 0 0,-7-21 146 0 0,0 1 0 0 0,1-1-1 0 0,1 0 1 0 0,10 18 0 0 0,-12-25 784 0 0</inkml:trace>
</inkml:ink>
</file>

<file path=ppt/ink/ink2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4.1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108 52 3225 0 0,'-15'-6'8847'0'0,"9"21"-4411"0"0,5-9-5679 0 0,0 6 1549 0 0,0 1 0 0 0,0-1 0 0 0,2 1 0 0 0,0-1 0 0 0,0 0 1 0 0,1 1-1 0 0,0-1 0 0 0,1 0 0 0 0,1 0 0 0 0,0 0 0 0 0,0-1 0 0 0,12 21 1 0 0,-12-26-248 0 0,-1 0 0 0 0,1 0 0 0 0,1 0 0 0 0,-1-1 0 0 0,1 0 0 0 0,0 0 0 0 0,0 0 1 0 0,0 0-1 0 0,1-1 0 0 0,9 6 0 0 0,-10-8-34 0 0,-1 0 0 0 0,1 0 1 0 0,-1 0-1 0 0,1-1 0 0 0,0 0 0 0 0,0 0 1 0 0,0 0-1 0 0,0 0 0 0 0,-1-1 1 0 0,1 0-1 0 0,0 0 0 0 0,0 0 0 0 0,0-1 1 0 0,0 0-1 0 0,0 1 0 0 0,6-3 0 0 0,-6 1 8 0 0,1 0 0 0 0,-1 0 0 0 0,0 0 0 0 0,0-1 0 0 0,0 0 0 0 0,0 0 0 0 0,0 0 0 0 0,-1 0 0 0 0,1-1 0 0 0,-1 1 0 0 0,0-1 0 0 0,0 0 0 0 0,0-1 0 0 0,-1 1 0 0 0,0-1 0 0 0,1 1 0 0 0,-2-1 0 0 0,1 0 0 0 0,0 0 0 0 0,-1-1 0 0 0,0 1 0 0 0,0 0 0 0 0,2-12-1 0 0,-3 10 19 0 0,0-1-1 0 0,-1 0 0 0 0,1 1 1 0 0,-2-1-1 0 0,1 0 0 0 0,-1 1 1 0 0,0-1-1 0 0,0 1 0 0 0,-1-1 0 0 0,0 1 1 0 0,-1-1-1 0 0,1 1 0 0 0,-1 0 1 0 0,-1 0-1 0 0,1 0 0 0 0,-1 1 0 0 0,-5-7 1 0 0,3 6-21 0 0,1 1 0 0 0,-1 0 0 0 0,0 1 0 0 0,0-1 0 0 0,-1 1 0 0 0,0 0 0 0 0,0 1 0 0 0,0-1 1 0 0,0 1-1 0 0,-1 1 0 0 0,1 0 0 0 0,-1 0 0 0 0,0 0 0 0 0,0 1 0 0 0,0 0 0 0 0,0 0 0 0 0,-1 1 0 0 0,-14 0 1 0 0,13 1-259 0 0,0 0 1 0 0,0 1 0 0 0,0 1 0 0 0,0 0 0 0 0,0 0 0 0 0,0 0 0 0 0,1 1 0 0 0,-1 1 0 0 0,1 0-1 0 0,0 0 1 0 0,0 1 0 0 0,0 0 0 0 0,1 0 0 0 0,0 1 0 0 0,-10 9 0 0 0,-3 6-6697 0 0</inkml:trace>
</inkml:ink>
</file>

<file path=ppt/ink/ink2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4.4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248 13 3681 0 0,'0'0'29'0'0,"0"0"1"0"0,0-1-1 0 0,0 1 0 0 0,1 0 1 0 0,-1-1-1 0 0,0 1 1 0 0,0 0-1 0 0,0-1 0 0 0,0 1 1 0 0,0-1-1 0 0,0 1 1 0 0,0 0-1 0 0,0-1 0 0 0,0 1 1 0 0,0 0-1 0 0,0-1 1 0 0,0 1-1 0 0,0-1 0 0 0,0 1 1 0 0,0 0-1 0 0,0-1 1 0 0,-1 1-1 0 0,1 0 0 0 0,0-1 1 0 0,0 1-1 0 0,0 0 1 0 0,0-1-1 0 0,-1 1 0 0 0,1 0 1 0 0,0-1-1 0 0,0 1 1 0 0,-1 0-1 0 0,1 0 0 0 0,0-1 1 0 0,-1 1-1 0 0,1 0 1 0 0,0 0-1 0 0,-1-1 0 0 0,-18 2 1378 0 0,-19 13 834 0 0,23-6-1902 0 0,1 0 0 0 0,1 0 0 0 0,-1 1-1 0 0,1 1 1 0 0,1 0 0 0 0,0 1 0 0 0,0 0 0 0 0,1 1 0 0 0,1 0-1 0 0,0 1 1 0 0,1 0 0 0 0,0 0 0 0 0,0 1 0 0 0,-9 24 0 0 0,17-35-317 0 0,0-1 1 0 0,0 1 0 0 0,0-1 0 0 0,1 1-1 0 0,0-1 1 0 0,-1 1 0 0 0,1-1 0 0 0,0 1-1 0 0,0 0 1 0 0,0-1 0 0 0,0 1 0 0 0,1-1-1 0 0,-1 1 1 0 0,1 0 0 0 0,0-1-1 0 0,-1 1 1 0 0,1-1 0 0 0,0 0 0 0 0,1 1-1 0 0,-1-1 1 0 0,0 0 0 0 0,1 0 0 0 0,-1 1-1 0 0,1-1 1 0 0,-1 0 0 0 0,1-1 0 0 0,0 1-1 0 0,0 0 1 0 0,0 0 0 0 0,0-1 0 0 0,0 1-1 0 0,1-1 1 0 0,-1 0 0 0 0,0 0 0 0 0,3 2-1 0 0,11 3 90 0 0,0 0-1 0 0,0-1 1 0 0,0-1-1 0 0,26 4 1 0 0,-5 0-83 0 0,-30-6-29 0 0,0 0 0 0 0,0 0-1 0 0,0 0 1 0 0,0 1-1 0 0,-1 1 1 0 0,0-1 0 0 0,1 1-1 0 0,8 7 1 0 0,-13-10-6 0 0,0 1 0 0 0,-1 0-1 0 0,1 0 1 0 0,-1 0 0 0 0,1 0-1 0 0,-1 0 1 0 0,0 0 0 0 0,0 0-1 0 0,0 0 1 0 0,0 1 0 0 0,0-1 0 0 0,0 0-1 0 0,0 1 1 0 0,-1-1 0 0 0,0 0-1 0 0,1 1 1 0 0,-1-1 0 0 0,0 1-1 0 0,0-1 1 0 0,0 1 0 0 0,0-1 0 0 0,-1 1-1 0 0,1-1 1 0 0,-1 0 0 0 0,1 1-1 0 0,-1-1 1 0 0,0 0 0 0 0,0 1-1 0 0,-1 1 1 0 0,-7 13-73 0 0,-1-1-1 0 0,-1 0 0 0 0,0-1 1 0 0,-1 0-1 0 0,-1 0 1 0 0,0-2-1 0 0,-1 1 0 0 0,-21 14 1 0 0,-1 3-605 0 0,13-9 252 0 0</inkml:trace>
</inkml:ink>
</file>

<file path=ppt/ink/ink2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4.7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1 347 3209 0 0,'22'-15'489'0'0,"-1"0"1"0"0,-1-2-1 0 0,0-1 1 0 0,-1-1 0 0 0,-1 0-1 0 0,-1-1 1 0 0,-1-1-1 0 0,-1-1 1 0 0,15-26-1 0 0,-25 40-133 0 0,-1 1-1 0 0,-1-1 0 0 0,1 0 0 0 0,-1 0 1 0 0,0-1-1 0 0,-1 1 0 0 0,2-14 0 0 0,-4 20-235 0 0,1 0 1 0 0,-1 0-1 0 0,0 0 0 0 0,0 0 0 0 0,0 0 0 0 0,-1 0 0 0 0,1 0 0 0 0,0 0 0 0 0,-1 0 1 0 0,1 0-1 0 0,-1 0 0 0 0,0 1 0 0 0,0-1 0 0 0,1 0 0 0 0,-1 0 0 0 0,0 1 1 0 0,-1-1-1 0 0,1 0 0 0 0,0 1 0 0 0,0-1 0 0 0,-1 1 0 0 0,1-1 0 0 0,-1 1 0 0 0,1 0 1 0 0,-1 0-1 0 0,0 0 0 0 0,1 0 0 0 0,-1 0 0 0 0,0 0 0 0 0,0 0 0 0 0,1 0 0 0 0,-1 1 1 0 0,0-1-1 0 0,0 1 0 0 0,0-1 0 0 0,0 1 0 0 0,0 0 0 0 0,-2 0 0 0 0,-2-1-45 0 0,1 1 1 0 0,0 0-1 0 0,0 0 0 0 0,-1 0 0 0 0,1 1 0 0 0,0 0 0 0 0,0 0 0 0 0,0 0 0 0 0,0 1 0 0 0,0-1 0 0 0,0 1 1 0 0,0 0-1 0 0,0 1 0 0 0,-8 5 0 0 0,7-3 135 0 0,-1 0 0 0 0,1 0 0 0 0,1 1 0 0 0,-1 0 0 0 0,1 0 1 0 0,0 1-1 0 0,0-1 0 0 0,0 1 0 0 0,-4 9 0 0 0,5-8-55 0 0,1 0-1 0 0,-1 0 1 0 0,1 1-1 0 0,0-1 1 0 0,1 0 0 0 0,0 1-1 0 0,0 0 1 0 0,1-1 0 0 0,0 1-1 0 0,1 0 1 0 0,0 0-1 0 0,0 0 1 0 0,1 0 0 0 0,0-1-1 0 0,0 1 1 0 0,1 0-1 0 0,0-1 1 0 0,7 15 0 0 0,-7-19-250 0 0,0 0 1 0 0,0-1-1 0 0,1 0 1 0 0,-1 1-1 0 0,1-1 1 0 0,0 0-1 0 0,0 0 1 0 0,0-1-1 0 0,1 1 1 0 0,-1 0-1 0 0,1-1 1 0 0,-1 0-1 0 0,1 0 1 0 0,0 0 0 0 0,-1 0-1 0 0,1-1 1 0 0,0 0-1 0 0,6 2 1 0 0,-2-2-188 0 0,1 1 1 0 0,-1-2 0 0 0,1 1 0 0 0,-1-1-1 0 0,0-1 1 0 0,1 1 0 0 0,-1-1 0 0 0,11-3-1 0 0,13-4-1233 0 0</inkml:trace>
</inkml:ink>
</file>

<file path=ppt/ink/ink2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5.2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0 487 968 0 0,'66'-50'142'0'0,"37"-30"2590"0"0,-151 131 4846 0 0,-3 20-4298 0 0,43-58-2929 0 0,-1 1-1 0 0,2 1 1 0 0,0 0 0 0 0,1 0-1 0 0,0 0 1 0 0,2 0 0 0 0,-1 1-1 0 0,-3 28 1 0 0,8-43-325 0 0,0 1 0 0 0,0 0 0 0 0,0 0 0 0 0,0-1 0 0 0,0 1 0 0 0,0 0 0 0 0,0 0 0 0 0,0 0 0 0 0,1-1 0 0 0,-1 1 0 0 0,1 0 0 0 0,-1-1 0 0 0,1 1-1 0 0,0 0 1 0 0,0-1 0 0 0,0 1 0 0 0,0-1 0 0 0,0 1 0 0 0,2 1 0 0 0,-2-2-24 0 0,0 0 0 0 0,0-1 0 0 0,1 1-1 0 0,-1 0 1 0 0,1-1 0 0 0,-1 1-1 0 0,0-1 1 0 0,1 0 0 0 0,-1 1 0 0 0,1-1-1 0 0,-1 0 1 0 0,1 0 0 0 0,-1 0-1 0 0,1 0 1 0 0,-1 0 0 0 0,1 0 0 0 0,-1-1-1 0 0,3 0 1 0 0,3-1-91 0 0,-1 0-1 0 0,1-1 1 0 0,0 0-1 0 0,-1 0 0 0 0,1-1 1 0 0,-1 1-1 0 0,0-2 1 0 0,6-4-1 0 0,0-2-164 0 0,-1-1-1 0 0,0 0 0 0 0,-1 0 0 0 0,0-1 1 0 0,-1-1-1 0 0,0 0 0 0 0,-1 0 0 0 0,-1 0 0 0 0,0-1 1 0 0,-1 0-1 0 0,0-1 0 0 0,-2 1 0 0 0,0-1 0 0 0,4-32 1 0 0,-4 9 199 0 0,-3 0 1 0 0,0 0 0 0 0,-3 0-1 0 0,-2 0 1 0 0,-8-42 0 0 0,7 47 582 0 0,3 20 193 0 0,0-1 1 0 0,-1 1-1 0 0,0 0 0 0 0,-1 0 0 0 0,-9-9 2998 0 0,8 58-2760 0 0,4-5-847 0 0,2 0 0 0 0,1-1-1 0 0,1 1 1 0 0,2-1-1 0 0,1 0 1 0 0,1 0-1 0 0,1 0 1 0 0,2-1 0 0 0,23 47-1 0 0,-17-46-641 0 0,1 0-1 0 0,1-1 1 0 0,2-1-1 0 0,1 0 1 0 0,24 23-1 0 0,-11-16-6794 0 0</inkml:trace>
</inkml:ink>
</file>

<file path=ppt/ink/ink2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5.5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150 0 9218 0 0,'-6'1'329'0'0,"0"1"0"0"0,0 0 0 0 0,0 0 0 0 0,0 0 0 0 0,0 1 0 0 0,1 0 0 0 0,-1 0 0 0 0,1 0 0 0 0,-1 1 0 0 0,1 0 0 0 0,0 0 0 0 0,1 0 0 0 0,-6 6 0 0 0,3-2 89 0 0,2 0 1 0 0,-1 0-1 0 0,1 1 1 0 0,0 0-1 0 0,1-1 1 0 0,0 1-1 0 0,-5 18 1 0 0,2 4 161 0 0,1 1-1 0 0,1 0 1 0 0,2 0-1 0 0,1 39 1 0 0,2-45-360 0 0,2 1 0 0 0,0 0-1 0 0,2 0 1 0 0,1-1 0 0 0,1 0 0 0 0,11 32 0 0 0,-1-19-183 0 0,1 0 0 0 0,2-1 0 0 0,29 44 0 0 0,-11-23-1182 0 0,-19-33-55 0 0</inkml:trace>
</inkml:ink>
</file>

<file path=ppt/ink/ink2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6.0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3 400 2761 0 0,'-1'-1'48'0'0,"1"-1"0"0"0,0 1 1 0 0,-1 0-1 0 0,1 0 1 0 0,0 0-1 0 0,0 0 1 0 0,-1 0-1 0 0,1-1 1 0 0,0 1-1 0 0,0 0 0 0 0,0 0 1 0 0,0 0-1 0 0,1-1 1 0 0,-1 1-1 0 0,0 0 1 0 0,0 0-1 0 0,1 0 1 0 0,-1 0-1 0 0,1 0 0 0 0,-1 0 1 0 0,1 0-1 0 0,-1-1 1 0 0,1 1-1 0 0,0 1 1 0 0,-1-1-1 0 0,1 0 0 0 0,0 0 1 0 0,0 0-1 0 0,0 0 1 0 0,0 0-1 0 0,0 1 1 0 0,1-2-1 0 0,40-28 2375 0 0,-34 25-2218 0 0,152-89 4521 0 0,-14 8-2949 0 0,-107 61-1375 0 0,-6 2 165 0 0,1 2-1 0 0,2 1 1 0 0,0 1-1 0 0,44-15 1 0 0,-77 33-456 0 0,0 0 0 0 0,0 0 0 0 0,-1 0 0 0 0,1 0 0 0 0,0 1 0 0 0,0-1 0 0 0,0 1 0 0 0,0 0 0 0 0,0 0 0 0 0,0 0 0 0 0,0 0 0 0 0,0 0 0 0 0,0 1 0 0 0,0-1 0 0 0,-1 1 0 0 0,1 0 0 0 0,0 0 0 0 0,0 0 0 0 0,0 0 0 0 0,-1 1 0 0 0,1-1 0 0 0,-1 1 0 0 0,1-1-1 0 0,-1 1 1 0 0,0 0 0 0 0,1 0 0 0 0,-1 0 0 0 0,0 0 0 0 0,2 4 0 0 0,0 0 19 0 0,-1 1-1 0 0,1-1 0 0 0,-2 1 1 0 0,1 0-1 0 0,-1 0 0 0 0,0 0 0 0 0,0 0 1 0 0,-1 0-1 0 0,0 1 0 0 0,0 13 1 0 0,-1 15 268 0 0,2 44 85 0 0,-2-75-464 0 0,1-1 0 0 0,0 1 0 0 0,0 0 0 0 0,0 0 0 0 0,1-1 0 0 0,-1 1 0 0 0,1 0 0 0 0,0-1 0 0 0,1 0 0 0 0,-1 1 0 0 0,1-1 0 0 0,5 6 0 0 0,-7-9-22 0 0,0 0 1 0 0,0 0-1 0 0,0 0 1 0 0,-1-1 0 0 0,1 1-1 0 0,0 0 1 0 0,1-1-1 0 0,-1 1 1 0 0,0-1-1 0 0,0 1 1 0 0,0-1-1 0 0,0 1 1 0 0,0-1-1 0 0,0 0 1 0 0,1 0-1 0 0,-1 0 1 0 0,0 1 0 0 0,0-1-1 0 0,0 0 1 0 0,0 0-1 0 0,1-1 1 0 0,1 1-1 0 0,-1-1-23 0 0,1 0 0 0 0,-1 0 0 0 0,1 0-1 0 0,-1 0 1 0 0,1-1 0 0 0,-1 1 0 0 0,0-1-1 0 0,0 1 1 0 0,4-4 0 0 0,2-5-111 0 0,1 1 0 0 0,-1-1-1 0 0,8-15 1 0 0,-13 22 117 0 0,36-72-314 0 0,-33 60 412 0 0,1 0-1 0 0,1 1 1 0 0,0-1 0 0 0,0 2 0 0 0,2-1 0 0 0,18-20-1 0 0,-27 33-63 0 0,-1 0-1 0 0,1 0 0 0 0,0 1 0 0 0,-1-1 1 0 0,1 0-1 0 0,0 0 0 0 0,0 1 0 0 0,0-1 1 0 0,0 0-1 0 0,-1 1 0 0 0,1-1 0 0 0,0 0 0 0 0,0 1 1 0 0,0 0-1 0 0,0-1 0 0 0,0 1 0 0 0,1 0 1 0 0,-1-1-1 0 0,0 1 0 0 0,0 0 0 0 0,0 0 1 0 0,0 0-1 0 0,0 0 0 0 0,0 0 0 0 0,0 0 1 0 0,0 0-1 0 0,0 0 0 0 0,0 0 0 0 0,1 1 1 0 0,-1-1-1 0 0,0 0 0 0 0,0 1 0 0 0,0-1 1 0 0,0 1-1 0 0,0-1 0 0 0,0 1 0 0 0,-1-1 0 0 0,1 1 1 0 0,0 0-1 0 0,0-1 0 0 0,0 1 0 0 0,0 0 1 0 0,-1 0-1 0 0,1 0 0 0 0,0 0 0 0 0,-1-1 1 0 0,1 1-1 0 0,-1 0 0 0 0,1 0 0 0 0,-1 0 1 0 0,1 0-1 0 0,-1 0 0 0 0,0 0 0 0 0,1 2 1 0 0,3 10 46 0 0,-1-1 1 0 0,0 1 0 0 0,1 23 0 0 0,-1-18 21 0 0,-1-4-92 0 0,1-1 1 0 0,0 1-1 0 0,1-1 0 0 0,1 1 1 0 0,0-1-1 0 0,11 18 0 0 0,15 11-6497 0 0,-12-23-545 0 0</inkml:trace>
</inkml:ink>
</file>

<file path=ppt/ink/ink2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6.3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0 324 6913 0 0,'128'-112'6791'0'0,"-112"97"-6721"0"0,0 0-1 0 0,-1-1 0 0 0,16-23 0 0 0,-28 35-16 0 0,0 0 0 0 0,0 0 0 0 0,0-1-1 0 0,-1 1 1 0 0,0-1 0 0 0,1 0-1 0 0,-2 0 1 0 0,1 0 0 0 0,-1 0-1 0 0,1 0 1 0 0,-1 0 0 0 0,0 0-1 0 0,-1 0 1 0 0,0 0 0 0 0,0 0-1 0 0,0-1 1 0 0,0 1 0 0 0,-1 0 0 0 0,-1-9-1 0 0,2 13 22 0 0,-1 0 0 0 0,1 0 0 0 0,-1 0 0 0 0,1 0 0 0 0,-1 0 0 0 0,1 0-1 0 0,-1 0 1 0 0,1 0 0 0 0,-1 0 0 0 0,0 0 0 0 0,1 0 0 0 0,-1 0 0 0 0,0 1 0 0 0,0-1-1 0 0,0 0 1 0 0,0 0 0 0 0,0 1 0 0 0,0-1 0 0 0,0 1 0 0 0,0-1 0 0 0,0 1 0 0 0,0-1 0 0 0,0 1-1 0 0,0 0 1 0 0,0-1 0 0 0,-2 1 0 0 0,1 0 76 0 0,0 0-1 0 0,-1 0 0 0 0,1 1 1 0 0,0-1-1 0 0,0 1 1 0 0,-1 0-1 0 0,1-1 1 0 0,0 1-1 0 0,0 0 0 0 0,0 0 1 0 0,0 0-1 0 0,-3 2 1 0 0,-2 2 200 0 0,0 0 1 0 0,1 1-1 0 0,-1 0 0 0 0,1 0 1 0 0,-10 13-1 0 0,10-11-266 0 0,1-1-1 0 0,1 1 1 0 0,-1 0 0 0 0,1 1-1 0 0,1-1 1 0 0,0 1-1 0 0,0-1 1 0 0,0 1 0 0 0,1 0-1 0 0,0 0 1 0 0,1 0-1 0 0,0 10 1 0 0,1-13-130 0 0,1 0 1 0 0,-1 0-1 0 0,1 0 1 0 0,1 0-1 0 0,-1 0 1 0 0,1 0-1 0 0,0 0 1 0 0,1-1-1 0 0,-1 1 1 0 0,1-1-1 0 0,0 0 1 0 0,0 1-1 0 0,1-1 0 0 0,-1-1 1 0 0,1 1-1 0 0,1 0 1 0 0,-1-1-1 0 0,0 0 1 0 0,6 4-1 0 0,-1-1-369 0 0,1-1 0 0 0,-1 0 0 0 0,16 7 0 0 0,7 1-1004 0 0</inkml:trace>
</inkml:ink>
</file>

<file path=ppt/ink/ink2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6.72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160 226 456 0 0,'-50'-112'1624'0'0,"13"38"2726"0"0,8 35 10035 0 0,25 77-14110 0 0,4-32 286 0 0,-17 128 226 0 0,6-69-879 0 0,4 1 1 0 0,2 117-1 0 0,10-145-1089 0 0,3 0-3983 0 0,2-3-1636 0 0</inkml:trace>
</inkml:ink>
</file>

<file path=ppt/ink/ink2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7.0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1 148 3225 0 0,'4'-40'5911'0'0,"-6"61"-1136"0"0,2-13-4518 0 0,0 0 1 0 0,0-1-1 0 0,0 1 1 0 0,1 0-1 0 0,1 0 0 0 0,-1 0 1 0 0,1-1-1 0 0,1 1 1 0 0,-1-1-1 0 0,1 1 0 0 0,1-1 1 0 0,-1 0-1 0 0,1 0 1 0 0,0-1-1 0 0,1 1 0 0 0,0-1 1 0 0,0 0-1 0 0,7 7 1 0 0,-8-9-221 0 0,0 0 1 0 0,0-1 0 0 0,0 0-1 0 0,1 0 1 0 0,-1 0 0 0 0,1-1-1 0 0,-1 0 1 0 0,1 1 0 0 0,0-2-1 0 0,0 1 1 0 0,0 0 0 0 0,0-1 0 0 0,0 0-1 0 0,1 0 1 0 0,-1-1 0 0 0,0 1-1 0 0,0-1 1 0 0,1 0 0 0 0,-1-1-1 0 0,0 1 1 0 0,0-1 0 0 0,1 0-1 0 0,-1-1 1 0 0,0 1 0 0 0,0-1-1 0 0,0 0 1 0 0,-1 0 0 0 0,1 0 0 0 0,6-4-1 0 0,-7 3 10 0 0,1-1 0 0 0,-1 1 0 0 0,0-1 0 0 0,0 0 0 0 0,0 0 0 0 0,0 0 0 0 0,0 0-1 0 0,-1-1 1 0 0,0 0 0 0 0,0 1 0 0 0,0-1 0 0 0,-1 0 0 0 0,3-7 0 0 0,-2 3 36 0 0,-1 1-1 0 0,1-1 1 0 0,-1 0 0 0 0,-1 0 0 0 0,0 0-1 0 0,0 0 1 0 0,-1 0 0 0 0,-1-11 0 0 0,0 12-38 0 0,0 1 1 0 0,0-1 0 0 0,0 1-1 0 0,-1 0 1 0 0,-1-1 0 0 0,1 1-1 0 0,-1 0 1 0 0,0 1 0 0 0,-1-1 0 0 0,-4-6-1 0 0,5 9-49 0 0,0 0 0 0 0,0 1 0 0 0,0-1 0 0 0,0 1 0 0 0,-1 0-1 0 0,1 0 1 0 0,-1 0 0 0 0,0 0 0 0 0,0 1 0 0 0,0-1 0 0 0,0 1 0 0 0,-1 0 0 0 0,1 1-1 0 0,-1-1 1 0 0,1 1 0 0 0,-8-2 0 0 0,8 3-103 0 0,0-1 0 0 0,0 1 1 0 0,0 0-1 0 0,0 1 0 0 0,-1-1 0 0 0,1 1 1 0 0,0 0-1 0 0,0-1 0 0 0,0 2 0 0 0,0-1 1 0 0,1 0-1 0 0,-6 3 0 0 0,-23 17-6071 0 0,17-8 52 0 0</inkml:trace>
</inkml:ink>
</file>

<file path=ppt/ink/ink2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7.3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59 177 2761 0 0,'2'-6'204'0'0,"0"0"1"0"0,0 0-1 0 0,0 0 1 0 0,0 0-1 0 0,-1 0 0 0 0,0-9 1 0 0,0 15-115 0 0,-1-1 0 0 0,0 0 0 0 0,0 0 0 0 0,0 0 0 0 0,0 1 1 0 0,0-1-1 0 0,0 0 0 0 0,0 0 0 0 0,0 0 0 0 0,0 1 0 0 0,0-1 0 0 0,0 0 0 0 0,0 0 0 0 0,0 1 0 0 0,-1-1 0 0 0,1 0 1 0 0,0 0-1 0 0,-1 1 0 0 0,1-1 0 0 0,0 0 0 0 0,-1 1 0 0 0,1-1 0 0 0,-1 0 0 0 0,1 1 0 0 0,-1-1 0 0 0,0 1 0 0 0,1-1 1 0 0,-1 0-1 0 0,1 1 0 0 0,-1 0 0 0 0,0-1 0 0 0,0 1 0 0 0,1-1 0 0 0,-1 1 0 0 0,0 0 0 0 0,1 0 0 0 0,-1-1 0 0 0,0 1 1 0 0,0 0-1 0 0,0 0 0 0 0,1 0 0 0 0,-1 0 0 0 0,0 0 0 0 0,0 0 0 0 0,0 0 0 0 0,1 0 0 0 0,-1 0 0 0 0,0 0 0 0 0,0 0 1 0 0,0 1-1 0 0,1-1 0 0 0,-1 0 0 0 0,0 0 0 0 0,0 1 0 0 0,1-1 0 0 0,-1 1 0 0 0,0-1 0 0 0,0 2 0 0 0,-2-2 82 0 0,1 1 0 0 0,-1 0-1 0 0,1 0 1 0 0,0 1 0 0 0,0-1-1 0 0,0 0 1 0 0,0 1 0 0 0,0-1-1 0 0,0 1 1 0 0,0 0 0 0 0,0 0 0 0 0,0 0-1 0 0,1 0 1 0 0,-1 0 0 0 0,1 0-1 0 0,-1 0 1 0 0,1 0 0 0 0,0 0-1 0 0,0 1 1 0 0,0-1 0 0 0,0 1-1 0 0,1-1 1 0 0,-1 1 0 0 0,0-1-1 0 0,1 1 1 0 0,0-1 0 0 0,0 1-1 0 0,0-1 1 0 0,0 1 0 0 0,0-1-1 0 0,0 3 1 0 0,2 0 0 0 0,-1-1 1 0 0,1 1-1 0 0,-1-1 0 0 0,1 0 0 0 0,1 0 1 0 0,-1 0-1 0 0,0 0 0 0 0,1 0 0 0 0,0 0 0 0 0,0-1 1 0 0,0 1-1 0 0,0-1 0 0 0,1 0 0 0 0,-1 0 1 0 0,1 0-1 0 0,4 2 0 0 0,-1-1-99 0 0,0-1 0 0 0,-1 1 0 0 0,1-2-1 0 0,1 1 1 0 0,-1-1 0 0 0,0 0 0 0 0,1 0 0 0 0,-1-1-1 0 0,1 0 1 0 0,-1-1 0 0 0,1 1 0 0 0,-1-1 0 0 0,1-1-1 0 0,-1 0 1 0 0,1 0 0 0 0,-1 0 0 0 0,1-1 0 0 0,-1 0-1 0 0,0 0 1 0 0,14-7 0 0 0,-16 7-36 0 0,0-1 0 0 0,0 0 0 0 0,-1 0 0 0 0,1 0 0 0 0,-1 0 1 0 0,1-1-1 0 0,-1 0 0 0 0,0 0 0 0 0,-1 0 0 0 0,1 0 0 0 0,-1-1 0 0 0,1 1 0 0 0,-1-1 0 0 0,-1 0 0 0 0,1 0 0 0 0,-1 0 1 0 0,0 0-1 0 0,0-1 0 0 0,0 1 0 0 0,-1 0 0 0 0,1-1 0 0 0,-1 1 0 0 0,-1-1 0 0 0,1 0 0 0 0,-1 1 0 0 0,0-1 1 0 0,0 1-1 0 0,-2-11 0 0 0,0 11 53 0 0,1-1 1 0 0,0 1-1 0 0,-1-1 1 0 0,0 1-1 0 0,0 0 1 0 0,-1-1-1 0 0,0 1 1 0 0,0 1-1 0 0,0-1 1 0 0,0 0 0 0 0,-1 1-1 0 0,1-1 1 0 0,-1 1-1 0 0,0 0 1 0 0,-1 0-1 0 0,-6-4 1 0 0,7 5-272 0 0,1 2-1 0 0,0-1 1 0 0,-1 0 0 0 0,1 1 0 0 0,-1-1 0 0 0,1 1 0 0 0,-1 0-1 0 0,0 0 1 0 0,0 1 0 0 0,1-1 0 0 0,-1 1 0 0 0,0-1 0 0 0,0 1-1 0 0,0 1 1 0 0,1-1 0 0 0,-1 0 0 0 0,0 1 0 0 0,0 0 0 0 0,1 0 0 0 0,-1 0-1 0 0,0 0 1 0 0,1 1 0 0 0,-1-1 0 0 0,-5 5 0 0 0,-9 5-6289 0 0</inkml:trace>
</inkml:ink>
</file>

<file path=ppt/ink/ink2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7.6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0 6449 0 0,'0'10'6490'0'0,"-1"18"-4056"0"0,0-22-1582 0 0,0 241 5051 0 0,4-200-6080 0 0,2 1 0 0 0,2-1 0 0 0,16 55 1 0 0,-22-100-1 0 0,0 2-465 0 0,0-1 0 0 0,0 1-1 0 0,0-1 1 0 0,-1 1-1 0 0,1-1 1 0 0,-1 8 0 0 0</inkml:trace>
</inkml:ink>
</file>

<file path=ppt/ink/ink2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7.8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25 2304 0 0,'4'-3'117'0'0,"-1"1"0"0"0,0-1-1 0 0,1 1 1 0 0,-1 0-1 0 0,1 0 1 0 0,0 0 0 0 0,0 0-1 0 0,0 1 1 0 0,0-1-1 0 0,0 1 1 0 0,0 0-1 0 0,0 1 1 0 0,0-1 0 0 0,0 1-1 0 0,7-1 1 0 0,-1 2 538 0 0,-1 0 0 0 0,1 1-1 0 0,-1 0 1 0 0,1 0 0 0 0,14 7 0 0 0,-16-7-216 0 0,-2 1 0 0 0,1 0 0 0 0,0 1 0 0 0,0 0 0 0 0,-1 0 0 0 0,0 0 0 0 0,0 0 0 0 0,0 1 0 0 0,-1 0 0 0 0,1 1 0 0 0,-1-1 0 0 0,0 1 0 0 0,-1 0 0 0 0,1 0 0 0 0,-1 0 0 0 0,6 13 0 0 0,-8-14-266 0 0,-1 0 0 0 0,1 1 0 0 0,-1-1 0 0 0,0 1 0 0 0,0-1 0 0 0,-1 1 0 0 0,1-1 0 0 0,-1 1 0 0 0,0-1 0 0 0,-1 1 0 0 0,1-1 1 0 0,-1 1-1 0 0,0-1 0 0 0,-1 0 0 0 0,1 1 0 0 0,-1-1 0 0 0,0 0 0 0 0,-1 0 0 0 0,1 0 0 0 0,-1 0 0 0 0,0-1 0 0 0,0 1 0 0 0,-4 5 0 0 0,-2 0-60 0 0,-1 0 0 0 0,0 0 0 0 0,-17 12 0 0 0,-15 7-2994 0 0,27-19-3443 0 0</inkml:trace>
</inkml:ink>
</file>

<file path=ppt/ink/ink2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48.1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0 6913 0 0,'2'1'98'0'0,"0"0"0"0"0,-1 1 0 0 0,1-1-1 0 0,-1 0 1 0 0,1 1 0 0 0,-1-1 0 0 0,1 1-1 0 0,-1-1 1 0 0,0 1 0 0 0,0-1 0 0 0,0 1-1 0 0,0 0 1 0 0,0 0 0 0 0,1 2-1 0 0,13 34 1174 0 0,-12-28-380 0 0,20 59 3541 0 0,18 88 1 0 0,-26-77-3669 0 0,-3 1 1 0 0,1 110-1 0 0,-13-164-843 0 0,-2 0-1 0 0,0 0 1 0 0,-2 0 0 0 0,-1-1-1 0 0,-2 1 1 0 0,0-2-1 0 0,-1 1 1 0 0,-2-1 0 0 0,-1 0-1 0 0,-1-1 1 0 0,0 0-1 0 0,-28 37 1 0 0,7-14-376 0 0</inkml:trace>
</inkml:ink>
</file>

<file path=ppt/ink/ink2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11.0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36 227 456 0 0,'4'-13'303'0'0,"0"0"0"0"0,-1 1 0 0 0,-1-1 0 0 0,0 0-1 0 0,0-1 1 0 0,-1 1 0 0 0,-1 0 0 0 0,-2-18 0 0 0,2 22 316 0 0,-2 0 1 0 0,1 0-1 0 0,-1 0 1 0 0,-1 1-1 0 0,1-1 1 0 0,-1 1-1 0 0,-9-16 1 0 0,12 24-533 0 0,0 0 1 0 0,0-1 0 0 0,0 1 0 0 0,0 0-1 0 0,0-1 1 0 0,0 1 0 0 0,-1 0 0 0 0,1-1-1 0 0,0 1 1 0 0,0 0 0 0 0,0 0-1 0 0,-1-1 1 0 0,1 1 0 0 0,0 0 0 0 0,0 0-1 0 0,-1 0 1 0 0,1-1 0 0 0,0 1-1 0 0,0 0 1 0 0,-1 0 0 0 0,1 0 0 0 0,0 0-1 0 0,-1-1 1 0 0,1 1 0 0 0,0 0 0 0 0,-1 0-1 0 0,1 0 1 0 0,0 0 0 0 0,-1 0-1 0 0,1 0 1 0 0,0 0 0 0 0,-1 0 0 0 0,1 0-1 0 0,0 0 1 0 0,-1 0 0 0 0,1 0 0 0 0,0 0-1 0 0,-1 0 1 0 0,1 1 0 0 0,-9 13 1417 0 0,1 21-510 0 0,8 31-95 0 0,12 96 1 0 0,0-13-710 0 0,-9 214 216 0 0,-1-20-35 0 0,0-272-142 0 0,2 0-19 0 0,-3 0-1 0 0,-11 87 1 0 0,11-147-2778 0 0</inkml:trace>
</inkml:ink>
</file>

<file path=ppt/ink/ink2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11.48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1 3225 0 0,'-2'2'157'0'0,"1"0"1"0"0,-1 0 0 0 0,1 0 0 0 0,0 0 0 0 0,0 1-1 0 0,0-1 1 0 0,0 0 0 0 0,0 1 0 0 0,1-1 0 0 0,-1 0-1 0 0,1 1 1 0 0,-1-1 0 0 0,1 1 0 0 0,0-1 0 0 0,0 1-1 0 0,0-1 1 0 0,0 1 0 0 0,1-1 0 0 0,0 5 0 0 0,-1-6-66 0 0,1 1 1 0 0,-1-1 0 0 0,0 1 0 0 0,1-1-1 0 0,-1 1 1 0 0,1-1 0 0 0,-1 1 0 0 0,1-1 0 0 0,0 0-1 0 0,0 1 1 0 0,0-1 0 0 0,-1 0 0 0 0,1 0-1 0 0,0 1 1 0 0,1-1 0 0 0,-1 0 0 0 0,0 0 0 0 0,0 0-1 0 0,0 0 1 0 0,1-1 0 0 0,-1 1 0 0 0,0 0-1 0 0,1 0 1 0 0,-1-1 0 0 0,0 1 0 0 0,1-1 0 0 0,-1 1-1 0 0,1-1 1 0 0,-1 0 0 0 0,4 1 0 0 0,-1-2 97 0 0,1 1 0 0 0,-1-1 1 0 0,1 0-1 0 0,-1 0 1 0 0,0 0-1 0 0,0-1 1 0 0,0 0-1 0 0,0 0 0 0 0,0 0 1 0 0,0 0-1 0 0,0 0 1 0 0,-1-1-1 0 0,6-4 0 0 0,21-13 696 0 0,-22 16-664 0 0,0 1 0 0 0,0 0-1 0 0,0 0 1 0 0,1 1 0 0 0,0 0-1 0 0,-1 0 1 0 0,14 0 0 0 0,66 2 1005 0 0,-47 1-737 0 0,97 1-357 0 0,144 20-1 0 0,-261-15-3613 0 0</inkml:trace>
</inkml:ink>
</file>

<file path=ppt/ink/ink2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11.81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8 3225 0 0,'-10'-7'5049'0'0,"14"7"-4809"0"0,0 1 0 0 0,0 0 0 0 0,0 1 0 0 0,-1-1 0 0 0,1 1 0 0 0,-1 0 0 0 0,5 2 0 0 0,13 6 928 0 0,61 14 1247 0 0,15 6-1029 0 0,-59-13-1023 0 0,-1 1 1 0 0,-1 2-1 0 0,65 47 0 0 0,26 38-3942 0 0,-120-100 2497 0 0</inkml:trace>
</inkml:ink>
</file>

<file path=ppt/ink/ink2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12.0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149 77 1376 0 0,'3'-76'6772'0'0,"-3"75"-6725"0"0,-7 11 1749 0 0,-5 13 54 0 0,-64 214 1283 0 0,65-208-3093 0 0,1-3-196 0 0,1 0 0 0 0,1 0 0 0 0,1 0 0 0 0,-5 40 0 0 0,14-50-1901 0 0,2-13 994 0 0</inkml:trace>
</inkml:ink>
</file>

<file path=ppt/ink/ink2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12.5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 10 2761 0 0,'-27'-10'6821'0'0,"40"14"-5698"0"0,12 0-1037 0 0,1-2-1 0 0,-1 0 1 0 0,1-1-1 0 0,35-4 1 0 0,-23 1 231 0 0,39 3 0 0 0,-61 0-183 0 0,559 23 2902 0 0,-449-29-2570 0 0,259 1 218 0 0,-378 5-857 0 0,119 4 308 0 0,-72-7-4930 0 0,-42 1-50 0 0</inkml:trace>
</inkml:ink>
</file>

<file path=ppt/ink/ink2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14.1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39 288 1376 0 0,'-6'-32'5880'0'0,"-1"46"-4111"0"0,4-8-1634 0 0,1 0 0 0 0,0 0 0 0 0,0 0 0 0 0,0 0 0 0 0,0 0 1 0 0,1 0-1 0 0,0 1 0 0 0,1-1 0 0 0,-1 0 0 0 0,1 1 0 0 0,0-1 1 0 0,1 0-1 0 0,-1 1 0 0 0,1-1 0 0 0,1 0 0 0 0,-1 0 0 0 0,1 1 1 0 0,0-1-1 0 0,4 6 0 0 0,-4-6 7 0 0,0 0 1 0 0,0 1 0 0 0,0-1-1 0 0,0 0 1 0 0,-1 1-1 0 0,0-1 1 0 0,-1 1 0 0 0,1-1-1 0 0,-1 1 1 0 0,0-1 0 0 0,-1 1-1 0 0,0-1 1 0 0,0 0-1 0 0,-3 13 1 0 0,-3-6 910 0 0,0-20 928 0 0,-4-25-1934 0 0,11 30-116 0 0,-1 0 0 0 0,1 0 0 0 0,0 0 0 0 0,0 1 0 0 0,0-1 0 0 0,1 0 0 0 0,-1 0 0 0 0,0 0 0 0 0,1 0 0 0 0,-1 1 1 0 0,1-1-1 0 0,-1 0 0 0 0,1 0 0 0 0,0 1 0 0 0,1-4 0 0 0,0 3-593 0 0,-1 1 0 0 0,0-1 0 0 0,1 0 0 0 0,-1 0 0 0 0,1 1 0 0 0,0-1 0 0 0,0 1 0 0 0,-1 0 1 0 0,1-1-1 0 0,0 1 0 0 0,0 0 0 0 0,0 0 0 0 0,0 0 0 0 0,0 0 0 0 0,9 2 4492 0 0,-44 30-2057 0 0,17-14 1765 0 0,71-6-1343 0 0,-35-10-1939 0 0,-1 1 1 0 0,30 7-1 0 0,-2-1-1 0 0,-47-8-248 0 0,0 0 1 0 0,1 1-1 0 0,-1-1 1 0 0,1 0-1 0 0,-1 0 1 0 0,1 0-1 0 0,-1 0 0 0 0,1 0 1 0 0,-1 0-1 0 0,0 0 1 0 0,1 0-1 0 0,-1 0 1 0 0,1 0-1 0 0,-1 0 1 0 0,1-1-1 0 0,-1 1 0 0 0,0 0 1 0 0,1 0-1 0 0,-1 0 1 0 0,1 0-1 0 0,-1-1 1 0 0,0 1-1 0 0,1 0 1 0 0,-1 0-1 0 0,0-1 0 0 0,1 1 1 0 0,-1 0-1 0 0,0-1 1 0 0,1 1-1 0 0,-1 0 1 0 0,0-1-1 0 0,0 1 1 0 0,1-1-1 0 0,-1 1 0 0 0,0-1 1 0 0,0-19 520 0 0,0-8-132 0 0,15-15-416 0 0,1 1 0 0 0,3 1 0 0 0,24-42 0 0 0,-13 27-71 0 0,-23 41 104 0 0,6-12-46 0 0,2 0 1 0 0,0 1 0 0 0,1 1-1 0 0,38-45 1 0 0,-53 70 31 0 0,-1 0 0 0 0,1 0 0 0 0,-1 0-1 0 0,1 0 1 0 0,-1 0 0 0 0,0 1 0 0 0,1-1 0 0 0,-1 0 0 0 0,1 0 0 0 0,-1 0-1 0 0,1 0 1 0 0,-1 1 0 0 0,0-1 0 0 0,1 0 0 0 0,-1 0 0 0 0,0 1-1 0 0,1-1 1 0 0,-1 0 0 0 0,0 0 0 0 0,1 1 0 0 0,-1-1 0 0 0,0 0-1 0 0,1 1 1 0 0,-1-1 0 0 0,0 1 0 0 0,0-1 0 0 0,0 0 0 0 0,1 1 0 0 0,-1-1-1 0 0,0 1 1 0 0,0-1 0 0 0,0 0 0 0 0,0 1 0 0 0,0-1 0 0 0,0 1-1 0 0,0-1 1 0 0,0 1 0 0 0,7 19-43 0 0,4 36 103 0 0,6 81 0 0 0,-14-97-26 0 0,1-1 1 0 0,2 0 0 0 0,1 0 0 0 0,3 0-1 0 0,15 40 1 0 0,-24-76-33 0 0,0 0 0 0 0,1 0 0 0 0,-1 1-1 0 0,1-1 1 0 0,0 0 0 0 0,0-1 0 0 0,0 1 0 0 0,0 0 0 0 0,1 0-1 0 0,-1-1 1 0 0,1 0 0 0 0,5 5 0 0 0,-7-7-5 0 0,0 1-1 0 0,1-1 1 0 0,-1 0 0 0 0,1 1-1 0 0,-1-1 1 0 0,1 0 0 0 0,-1 0-1 0 0,1 0 1 0 0,0 0 0 0 0,-1 0 0 0 0,1-1-1 0 0,-1 1 1 0 0,1 0 0 0 0,-1-1-1 0 0,0 1 1 0 0,1-1 0 0 0,-1 1-1 0 0,1-1 1 0 0,-1 0 0 0 0,0 1 0 0 0,1-1-1 0 0,-1 0 1 0 0,0 0 0 0 0,0 0-1 0 0,0 0 1 0 0,0 0 0 0 0,0 0-1 0 0,0-1 1 0 0,0 1 0 0 0,1-2-1 0 0,13-18-87 0 0,-2 1 0 0 0,-1-1 0 0 0,0-1 0 0 0,-2 0 0 0 0,0-1 0 0 0,-2 0 0 0 0,7-26 0 0 0,3-29 151 0 0,-14 53-13 0 0,2 0 0 0 0,1 1 0 0 0,17-42 0 0 0,-24 66-43 0 0,0 0 0 0 0,0-1 1 0 0,0 1-1 0 0,0 0 0 0 0,0 0 0 0 0,0-1 0 0 0,0 1 1 0 0,0 0-1 0 0,1-1 0 0 0,-1 1 0 0 0,0 0 1 0 0,0 0-1 0 0,0-1 0 0 0,0 1 0 0 0,1 0 0 0 0,-1 0 1 0 0,0-1-1 0 0,0 1 0 0 0,1 0 0 0 0,-1 0 0 0 0,0 0 1 0 0,0 0-1 0 0,1-1 0 0 0,-1 1 0 0 0,0 0 0 0 0,0 0 1 0 0,1 0-1 0 0,-1 0 0 0 0,0 0 0 0 0,1 0 1 0 0,-1 0-1 0 0,0 0 0 0 0,1 0 0 0 0,-1 0 0 0 0,0 0 1 0 0,0 0-1 0 0,1 0 0 0 0,-1 0 0 0 0,0 0 0 0 0,1 0 1 0 0,-1 0-1 0 0,0 0 0 0 0,0 0 0 0 0,1 1 0 0 0,9 14 332 0 0,2 29 315 0 0,-11-41-611 0 0,12 78 489 0 0,4 13-237 0 0,-15-84-281 0 0,1-1 1 0 0,0 1-1 0 0,1-1 0 0 0,0 0 0 0 0,0 0 0 0 0,1-1 0 0 0,7 11 0 0 0,-11-18-17 0 0,0 0 0 0 0,-1 1 0 0 0,1-1 0 0 0,0 0-1 0 0,0 0 1 0 0,0 0 0 0 0,0 0 0 0 0,0 0-1 0 0,1 0 1 0 0,-1 0 0 0 0,0 0 0 0 0,0 0 0 0 0,1 0-1 0 0,-1 0 1 0 0,0-1 0 0 0,1 1 0 0 0,-1-1 0 0 0,1 1-1 0 0,-1-1 1 0 0,0 0 0 0 0,1 1 0 0 0,-1-1-1 0 0,1 0 1 0 0,-1 0 0 0 0,1 0 0 0 0,2 0 0 0 0,-2-1-22 0 0,0 0 1 0 0,0 0-1 0 0,0-1 1 0 0,-1 1-1 0 0,1 0 1 0 0,0-1 0 0 0,0 1-1 0 0,-1-1 1 0 0,1 0-1 0 0,-1 1 1 0 0,1-1-1 0 0,-1 0 1 0 0,0 0 0 0 0,0 0-1 0 0,2-3 1 0 0,3-10-147 0 0,1-1 1 0 0,-2 0 0 0 0,6-24-1 0 0,-11 38 174 0 0,17-84-34 0 0,-12 52 10 0 0,2 1 0 0 0,1-1-1 0 0,16-37 1 0 0,-24 68 25 0 0,1 1 0 0 0,1-1 0 0 0,-1 1 0 0 0,0-1 0 0 0,1 1 0 0 0,-1 0 0 0 0,1 0 0 0 0,0 0 0 0 0,0 0 0 0 0,0 0 0 0 0,0 0 0 0 0,0 0 0 0 0,0 0 0 0 0,0 1 0 0 0,4-3 0 0 0,-4 4 7 0 0,-1-1 0 0 0,0 1 0 0 0,1 0 0 0 0,-1 0 0 0 0,0 0 0 0 0,1 0 0 0 0,-1 0 0 0 0,0 1 0 0 0,1-1 0 0 0,-1 0 0 0 0,0 0 1 0 0,0 1-1 0 0,1-1 0 0 0,-1 1 0 0 0,0-1 0 0 0,0 1 0 0 0,0 0 0 0 0,1-1 0 0 0,-1 1 0 0 0,0 0 0 0 0,0 0 0 0 0,0 0 0 0 0,0 0 0 0 0,-1 0 0 0 0,1 0 0 0 0,0 0 0 0 0,0 0 0 0 0,0 0 0 0 0,-1 0 0 0 0,1 0 0 0 0,-1 1 0 0 0,2 1 0 0 0,8 20 140 0 0,-1-1 0 0 0,-1 1 0 0 0,-1 1 0 0 0,-1-1 0 0 0,3 32 0 0 0,8 24-66 0 0,-10-51-185 0 0,2 0-1 0 0,1-1 1 0 0,1-1-1 0 0,2 0 1 0 0,0 0-1 0 0,2-1 1 0 0,0-1-1 0 0,32 37 1 0 0,-34-51-1539 0 0,-6-8 287 0 0</inkml:trace>
</inkml:ink>
</file>

<file path=ppt/ink/ink2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14.7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59 29 3225 0 0,'-25'15'326'0'0,"5"-2"1067"0"0,6-5 2338 0 0,31-18 2087 0 0,-1-1-3380 0 0,-10 6-2240 0 0,1 1 0 0 0,0 0 1 0 0,0 0-1 0 0,0 0 0 0 0,0 1 0 0 0,14-4 1 0 0,2 2 142 0 0,-1 1 1 0 0,1 2 0 0 0,0 0 0 0 0,34 3 0 0 0,95 13-255 0 0,-106-8-6 0 0,88 11-37 0 0,158 13 96 0 0,-225-27-133 0 0,27 3 44 0 0,-1-4 0 0 0,127-14 0 0 0,-77 3 227 0 0,-108 9-39 0 0,1-1 0 0 0,-1-2 0 0 0,65-14 0 0 0,-83 11-322 0 0,-1 0 0 0 0,26-13 0 0 0,-41 19-553 0 0,1-1 0 0 0,0 1 1 0 0,-1-1-1 0 0,1 1 1 0 0,-1 0-1 0 0,1 0 0 0 0,0 0 1 0 0,-1 0-1 0 0,1 0 0 0 0,0 0 1 0 0,-1 0-1 0 0,1 0 1 0 0,1 1-1 0 0,3 0-1612 0 0</inkml:trace>
</inkml:ink>
</file>

<file path=ppt/ink/ink2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15.3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50 0 3225 0 0,'-9'4'163'0'0,"-17"9"-1231"0"0,25-12 1139 0 0,0-1 0 0 0,0 1 0 0 0,0-1 0 0 0,0 1 0 0 0,0 0 0 0 0,1 0 0 0 0,-1-1 0 0 0,0 1-1 0 0,0 0 1 0 0,1 0 0 0 0,-1 0 0 0 0,0 0 0 0 0,1 0 0 0 0,-1 0 0 0 0,1 0 0 0 0,-1 0 0 0 0,1 0 0 0 0,0 0 0 0 0,-1 0 0 0 0,1 1 0 0 0,2-1 245 0 0,0-1-1 0 0,0 1 0 0 0,0-1 1 0 0,1 1-1 0 0,-1-1 1 0 0,0 0-1 0 0,0 0 1 0 0,0 0-1 0 0,0-1 0 0 0,0 1 1 0 0,1 0-1 0 0,-1-1 1 0 0,0 1-1 0 0,4-2 0 0 0,1 0 858 0 0,6 2-526 0 0,0 0 0 0 0,0 1 0 0 0,0 0 1 0 0,0 1-1 0 0,22 6 0 0 0,-19-4-552 0 0,0-1 1 0 0,0 0-1 0 0,20 0 1 0 0,-42-5-1680 0 0</inkml:trace>
</inkml:ink>
</file>

<file path=ppt/ink/ink2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15.5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11 2745 0 0,'-1'-2'120'0'0,"1"1"32"0"0,0 0-152 0 0,0-2 0 0 0,0 0 0 0 0</inkml:trace>
</inkml:ink>
</file>

<file path=ppt/ink/ink2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17.3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2697 5065 0 0,'-1'-99'6438'0'0,"2"-148"-3230"0"0,15-138-390 0 0,27-289-483 0 0,-17 484-1853 0 0,35-380 1243 0 0,-65 316-1536 0 0,-3 70 28 0 0,7 178-438 0 0,3-45 620 0 0,-2 49-599 0 0,-1 0 0 0 0,0 0-1 0 0,0 1 1 0 0,1-1-1 0 0,-1 0 1 0 0,1 0 0 0 0,0 1-1 0 0,-1-1 1 0 0,1 0-1 0 0,0 1 1 0 0,0-1-1 0 0,0 1 1 0 0,0-1 0 0 0,0 1-1 0 0,0 0 1 0 0,1-1-1 0 0,-1 1 1 0 0,0 0 0 0 0,1 0-1 0 0,-1 0 1 0 0,1 0-1 0 0,-1 0 1 0 0,1 0 0 0 0,1 0-1 0 0</inkml:trace>
</inkml:ink>
</file>

<file path=ppt/ink/ink2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17.8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34 496 920 0 0,'-33'-15'7064'0'0,"45"9"-4878"0"0,-10 4-2125 0 0,0 1-1 0 0,0 0 1 0 0,-1 0-1 0 0,1 0 1 0 0,0 0 0 0 0,0 0-1 0 0,0 1 1 0 0,0-1-1 0 0,0 0 1 0 0,0 1-1 0 0,3-1 1 0 0,12-3 380 0 0,116-41 1561 0 0,176-56-451 0 0,-1 33-979 0 0,-138 36-112 0 0,666-135 1716 0 0,-734 149-1999 0 0,0 4 0 0 0,1 5 1 0 0,0 4-1 0 0,0 5 0 0 0,151 18 1 0 0,-149-5-124 0 0,1-4-1 0 0,168-9 1 0 0,-221-12-5604 0 0</inkml:trace>
</inkml:ink>
</file>

<file path=ppt/ink/ink2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18.8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38 435 2304 0 0,'-8'14'273'0'0,"7"-10"34"0"0,-1 0 0 0 0,-1-1-1 0 0,1 1 1 0 0,0 0 0 0 0,-1-1-1 0 0,0 1 1 0 0,0-1-1 0 0,-4 4 1 0 0,3-20 4375 0 0,5-13-3796 0 0,1-32-324 0 0,4 1 0 0 0,1 0 0 0 0,4 1 0 0 0,30-99 0 0 0,-40 153-518 0 0,-1-1 1 0 0,1 0-1 0 0,0 1 1 0 0,0-1-1 0 0,0 0 1 0 0,0 1-1 0 0,1-1 1 0 0,-1 1 0 0 0,1-1-1 0 0,-1 1 1 0 0,1 0-1 0 0,4-4 1 0 0,-1 30 336 0 0,-5-21-344 0 0,2 37 238 0 0,2 1 0 0 0,11 43 0 0 0,-13-74-292 0 0,1 1 0 0 0,0-1 0 0 0,0 0 0 0 0,1 0 0 0 0,1 0 0 0 0,0-1 0 0 0,0 1 0 0 0,1-1 0 0 0,0 0 0 0 0,0-1 0 0 0,1 1 0 0 0,0-1 0 0 0,11 9 0 0 0,-15-15-14 0 0,0 0 0 0 0,0 1 0 0 0,0-1 0 0 0,0-1 0 0 0,0 1 0 0 0,1 0 0 0 0,-1-1 0 0 0,0 1 0 0 0,1-1 0 0 0,-1 0 0 0 0,1 0 0 0 0,-1-1 0 0 0,1 1 0 0 0,0-1 0 0 0,-1 0 0 0 0,1 0 0 0 0,0 0 0 0 0,-1 0 0 0 0,5-1 0 0 0,-4-1-41 0 0,1 1 0 0 0,0-1 0 0 0,0 0 0 0 0,-1-1 0 0 0,1 1 0 0 0,-1-1 0 0 0,0 0 0 0 0,0 0 0 0 0,0 0-1 0 0,0 0 1 0 0,-1-1 0 0 0,4-4 0 0 0,7-10 9 0 0,-1 0 0 0 0,-2 0 0 0 0,0-2 0 0 0,17-39 0 0 0,-7 1 1 0 0,-17 44 46 0 0,1-1-1 0 0,0 1 1 0 0,1 0 0 0 0,0 1 0 0 0,1-1-1 0 0,1 1 1 0 0,18-23 0 0 0,-25 34 21 0 0,0 1 0 0 0,0 0 0 0 0,0 0 0 0 0,1 0 1 0 0,-1-1-1 0 0,0 1 0 0 0,1 0 0 0 0,-1 1 0 0 0,0-1 0 0 0,1 0 0 0 0,0 0 1 0 0,-1 1-1 0 0,1-1 0 0 0,-1 1 0 0 0,1-1 0 0 0,0 1 0 0 0,-1 0 1 0 0,1-1-1 0 0,0 1 0 0 0,-1 0 0 0 0,1 0 0 0 0,3 1 0 0 0,-3-1 12 0 0,0 1 0 0 0,0 0 0 0 0,-1 0 0 0 0,1 1-1 0 0,0-1 1 0 0,0 0 0 0 0,-1 0 0 0 0,1 1 0 0 0,0-1-1 0 0,-1 1 1 0 0,0 0 0 0 0,1-1 0 0 0,-1 1 0 0 0,0 0 0 0 0,1 2-1 0 0,5 9 299 0 0,-2 1-1 0 0,0-1 0 0 0,0 1 0 0 0,2 15 1 0 0,-6-24-114 0 0,12 50 217 0 0,-4-10-592 0 0,3 0 0 0 0,1-1 1 0 0,25 54-1 0 0,-38-95 165 0 0,1-1-1 0 0,0 0 1 0 0,0 0 0 0 0,0 0-1 0 0,0 0 1 0 0,1 0 0 0 0,-1 0 0 0 0,0 0-1 0 0,1-1 1 0 0,-1 1 0 0 0,1 0-1 0 0,0-1 1 0 0,0 1 0 0 0,-1-1-1 0 0,1 0 1 0 0,0 0 0 0 0,0 0 0 0 0,0 0-1 0 0,1 0 1 0 0,2 1 0 0 0,-3-2 51 0 0,0 0 0 0 0,0-1 0 0 0,1 1 0 0 0,-1-1 0 0 0,0 0-1 0 0,0 1 1 0 0,0-1 0 0 0,0 0 0 0 0,0 0 0 0 0,0-1 0 0 0,0 1 0 0 0,-1 0 0 0 0,1-1 0 0 0,0 1 0 0 0,0-1 0 0 0,-1 1 0 0 0,1-1 0 0 0,-1 0 0 0 0,0 0 0 0 0,1 1 0 0 0,0-3 0 0 0,87-134 1111 0 0,-10 14-1458 0 0,-64 103 288 0 0,0 2 1 0 0,2 0-1 0 0,34-31 1 0 0,-48 47 30 0 0,-1 1 0 0 0,1 0 0 0 0,0 0 0 0 0,0 0 0 0 0,0 0 0 0 0,-1 1 0 0 0,2-1 0 0 0,-1 1 0 0 0,0 0 0 0 0,0 0 0 0 0,0 0 0 0 0,1 0 0 0 0,4-1 0 0 0,-6 3 24 0 0,0-1-1 0 0,0 0 0 0 0,0 1 1 0 0,0 0-1 0 0,0-1 1 0 0,0 1-1 0 0,0 0 0 0 0,0 0 1 0 0,0 0-1 0 0,-1 0 0 0 0,1 0 1 0 0,0 0-1 0 0,0 1 0 0 0,-1-1 1 0 0,1 0-1 0 0,-1 1 1 0 0,1 0-1 0 0,-1-1 0 0 0,0 1 1 0 0,0 0-1 0 0,0 0 0 0 0,2 2 1 0 0,8 18 401 0 0,0 1 1 0 0,-1 0-1 0 0,-2 1 1 0 0,8 32 0 0 0,0-2-54 0 0,32 72-765 0 0,-5-46-5996 0 0,-36-70 4624 0 0</inkml:trace>
</inkml:ink>
</file>

<file path=ppt/ink/ink2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19.6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0 1376 0 0,'-8'14'13082'0'0,"9"-13"-12746"0"0,7 11 1304 0 0,-7-11-1474 0 0,1 0 0 0 0,-1 1-1 0 0,0-1 1 0 0,1 0 0 0 0,-1 1 0 0 0,0-1-1 0 0,0 1 1 0 0,0-1 0 0 0,0 1 0 0 0,0-1 0 0 0,0 3-1 0 0,0-2-686 0 0,0 1-1 0 0,1-1 0 0 0,-1 0 0 0 0,0 0 0 0 0,1 0 1 0 0,0 0-1 0 0,-1 0 0 0 0,1 0 0 0 0,2 2 0 0 0,-3-3 565 0 0,-1 0 0 0 0,1 1-1 0 0,-1-1 1 0 0,1 0-1 0 0,-1 1 1 0 0,0-1-1 0 0,0 0 1 0 0,0 1-1 0 0,0-1 1 0 0,0 0-1 0 0,0 1 1 0 0,0-1-1 0 0,0 0 1 0 0,0 1-1 0 0,-1-1 1 0 0,1 0-1 0 0,-7 15 6619 0 0,17-14-4743 0 0,12 2-2356 0 0,162 10 1123 0 0,-119-7-689 0 0,-12-5 59 0 0,0-2-1 0 0,105-15 1 0 0,-54 3-60 0 0,69 5 32 0 0,216 18 0 0 0,-39 2-1 0 0,-184-15-26 0 0,-29-1 0 0 0,157 17 0 0 0,-254-10-67 0 0,-5-1-295 0 0,-1 2 1 0 0,1 1-1 0 0,51 16 0 0 0,-77-19 271 0 0,0 1-1 0 0,0 0 1 0 0,0 0 0 0 0,0 1 0 0 0,-1 0-1 0 0,0 0 1 0 0,0 1 0 0 0,-1 0 0 0 0,1 1-1 0 0,-1 0 1 0 0,0 0 0 0 0,-1 0 0 0 0,0 1-1 0 0,0-1 1 0 0,-1 2 0 0 0,0-1 0 0 0,6 14-1 0 0,-7-13-2092 0 0</inkml:trace>
</inkml:ink>
</file>

<file path=ppt/ink/ink2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1:20.3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63 0 3225 0 0,'-9'5'3969'0'0,"9"-5"-3816"0"0,0 0-1 0 0,-1 1 1 0 0,1-1 0 0 0,0 0-1 0 0,0 1 1 0 0,0-1 0 0 0,0 1 0 0 0,0-1-1 0 0,0 0 1 0 0,0 1 0 0 0,0-1-1 0 0,0 1 1 0 0,0-1 0 0 0,0 0-1 0 0,0 1 1 0 0,0 0 0 0 0,-4 15 1849 0 0,-15 102 3655 0 0,10 55-3086 0 0,-1 189-435 0 0,9-334-2085 0 0,0 236 102 0 0,0-30-44 0 0,4 136-109 0 0,2-118 0 0 0,-13-6-38 0 0,1 43 6 0 0,9 422 86 0 0,-2-659-54 0 0,3 0 0 0 0,1 0 0 0 0,14 59 0 0 0,-12-72 82 0 0,-2 0 1 0 0,-1 53 0 0 0,-1-6 34 0 0,8-12-1 0 0,-9-81-2344 0 0</inkml:trace>
</inkml:ink>
</file>

<file path=ppt/ink/ink2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2.1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 59 4145 0 0,'-18'-28'2940'0'0,"-1"-2"3354"0"0,24 36-5117 0 0,0 0 0 0 0,0 1 0 0 0,0-1 0 0 0,6 15 0 0 0,26 67-752 0 0,-21-45 178 0 0,55 107 13 0 0,6 12-285 0 0,-65-123-311 0 0,-1 0 0 0 0,-2 0 0 0 0,-2 1 0 0 0,3 62 1 0 0,-3-40-381 0 0,-7-62 401 0 0,1 9-1526 0 0</inkml:trace>
</inkml:ink>
</file>

<file path=ppt/ink/ink2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2.7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3 215 1376 0 0,'-1'-4'242'0'0,"0"-1"0"0"0,1 0 0 0 0,-1 0-1 0 0,1 0 1 0 0,0 0 0 0 0,1-1 0 0 0,-1 1 0 0 0,1 1-1 0 0,0-1 1 0 0,0 0 0 0 0,0 0 0 0 0,1 0 0 0 0,0 0-1 0 0,0 1 1 0 0,3-6 0 0 0,1-1 491 0 0,0 0 0 0 0,0 1 0 0 0,2 0-1 0 0,-1 0 1 0 0,10-9 0 0 0,-10 13-321 0 0,0 0-1 0 0,0 0 1 0 0,1 1-1 0 0,-1 0 0 0 0,1 0 1 0 0,0 1-1 0 0,0 0 1 0 0,1 0-1 0 0,-1 1 1 0 0,1 0-1 0 0,0 1 1 0 0,0 0-1 0 0,0 0 1 0 0,0 1-1 0 0,9-1 1 0 0,-13 2-349 0 0,0 0 0 0 0,0 0 0 0 0,0 1 0 0 0,0-1 0 0 0,0 1 0 0 0,0 1 1 0 0,0-1-1 0 0,0 0 0 0 0,-1 1 0 0 0,1 0 0 0 0,-1 0 0 0 0,1 1 0 0 0,-1-1 0 0 0,0 1 0 0 0,0 0 1 0 0,0 0-1 0 0,0 0 0 0 0,0 1 0 0 0,-1-1 0 0 0,1 1 0 0 0,-1 0 0 0 0,0 0 0 0 0,0 0 0 0 0,-1 0 0 0 0,1 1 1 0 0,-1-1-1 0 0,0 1 0 0 0,3 8 0 0 0,-3-3-85 0 0,0 0-1 0 0,0 0 1 0 0,-1 0 0 0 0,0 0-1 0 0,-1 1 1 0 0,-1-1 0 0 0,1 0 0 0 0,-1 0-1 0 0,-1 0 1 0 0,-3 11 0 0 0,-5 18 306 0 0,-18 42 1 0 0,23-70-50 0 0,-1 0-1 0 0,-12 20 1 0 0,12-24-6 0 0,1 1-1 0 0,0 0 1 0 0,1 0 0 0 0,0 0-1 0 0,0 1 1 0 0,-3 12-1 0 0,7-20-214 0 0,0-1-1 0 0,0 1 1 0 0,0 0-1 0 0,0 0 1 0 0,0 0 0 0 0,0 0-1 0 0,1-1 1 0 0,-1 1-1 0 0,0 0 1 0 0,0 0-1 0 0,1 0 1 0 0,-1-1-1 0 0,1 1 1 0 0,-1 0-1 0 0,0 0 1 0 0,1-1-1 0 0,0 1 1 0 0,-1 0-1 0 0,1-1 1 0 0,-1 1-1 0 0,1-1 1 0 0,0 1-1 0 0,-1-1 1 0 0,1 1-1 0 0,0-1 1 0 0,-1 1-1 0 0,1-1 1 0 0,0 0-1 0 0,0 1 1 0 0,0-1-1 0 0,-1 0 1 0 0,1 0-1 0 0,0 1 1 0 0,0-1-1 0 0,0 0 1 0 0,0 0-1 0 0,0 0 1 0 0,-1 0-1 0 0,2 0 1 0 0,43 0 216 0 0,-33-1-48 0 0,15 3-108 0 0,0 1 0 0 0,0 1 0 0 0,36 11 0 0 0,-10-3-42 0 0,-38-8-54 0 0,0 1 1 0 0,0 1-1 0 0,-1 0 0 0 0,0 1 1 0 0,20 12-1 0 0,-14-7-3259 0 0,33 13 0 0 0</inkml:trace>
</inkml:ink>
</file>

<file path=ppt/ink/ink2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3.1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12 5985 0 0,'1'-1'258'0'0,"0"0"-1"0"0,0 0 0 0 0,0 0 0 0 0,0 0 0 0 0,0 0 1 0 0,0 1-1 0 0,1-1 0 0 0,-1 0 0 0 0,0 1 1 0 0,0-1-1 0 0,1 1 0 0 0,-1-1 0 0 0,0 1 0 0 0,1 0 1 0 0,-1-1-1 0 0,0 1 0 0 0,1 0 0 0 0,-1 0 1 0 0,0 0-1 0 0,1 0 0 0 0,-1 0 0 0 0,0 0 0 0 0,1 0 1 0 0,1 1-1 0 0,0 0 60 0 0,-1 0 0 0 0,1 1 0 0 0,0-1 1 0 0,-1 1-1 0 0,1 0 0 0 0,-1-1 0 0 0,1 1 0 0 0,-1 0 0 0 0,0 1 1 0 0,3 3-1 0 0,4 6 270 0 0,0 0-1 0 0,-1 1 1 0 0,9 21 0 0 0,6 20 193 0 0,26 96 0 0 0,-19-53-3642 0 0,-22-71-1385 0 0</inkml:trace>
</inkml:ink>
</file>

<file path=ppt/ink/ink2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3.5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9 3225 0 0,'-13'-9'11960'0'0</inkml:trace>
</inkml:ink>
</file>

<file path=ppt/ink/ink2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4.4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9218 0 0,'0'0'707'0'0,"5"20"2783"0"0,19 69 1318 0 0,3-2-3325 0 0,19 67-733 0 0,-12-38-431 0 0,24 107-1028 0 0,-58-218 253 0 0,1-1 1 0 0,-1 0 0 0 0,1 1 0 0 0,-1-1-1 0 0,-1 0 1 0 0,1 1 0 0 0,-1 3 0 0 0,-1-3-1022 0 0</inkml:trace>
</inkml:ink>
</file>

<file path=ppt/ink/ink2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4.9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4 337 920 0 0,'-2'-16'414'0'0,"1"0"0"0"0,1-1 0 0 0,0 1 0 0 0,2-1 0 0 0,-1 1 0 0 0,2 0 0 0 0,1-1 1 0 0,6-18-1 0 0,-6 22 103 0 0,0 0 0 0 0,2 0 0 0 0,-1 1 1 0 0,2 0-1 0 0,-1 0 0 0 0,2 0 1 0 0,0 1-1 0 0,0 0 0 0 0,1 0 1 0 0,12-11-1 0 0,-18 19-263 0 0,1 0 1 0 0,0 1-1 0 0,-1-1 1 0 0,1 0-1 0 0,0 1 1 0 0,0 0-1 0 0,1 0 1 0 0,-1 0-1 0 0,0 1 1 0 0,1-1-1 0 0,-1 1 0 0 0,1 0 1 0 0,-1 1-1 0 0,1-1 1 0 0,8 0-1 0 0,-10 2-154 0 0,0-1-1 0 0,0 1 1 0 0,0 0-1 0 0,-1 0 1 0 0,1 0-1 0 0,0 0 1 0 0,0 0-1 0 0,-1 1 1 0 0,1-1-1 0 0,-1 1 1 0 0,1-1-1 0 0,-1 1 1 0 0,0 0-1 0 0,0 0 1 0 0,0 0 0 0 0,0 1-1 0 0,0-1 1 0 0,0 0-1 0 0,0 1 1 0 0,-1-1-1 0 0,1 1 1 0 0,-1-1-1 0 0,0 1 1 0 0,1 0-1 0 0,0 4 1 0 0,2 6-118 0 0,-1 0 0 0 0,-1 1 0 0 0,0 0 0 0 0,0-1 0 0 0,-1 1 0 0 0,-1 0 0 0 0,-1-1 0 0 0,0 1 0 0 0,-4 20 0 0 0,-5 15-403 0 0,-19 56 1 0 0,28-103 411 0 0,-10 28 37 0 0,-1-1-1 0 0,-16 29 1 0 0,-7 13 2758 0 0,35-71-2744 0 0,0 1 0 0 0,0-1 0 0 0,0 0 0 0 0,0 1 0 0 0,-1-1 0 0 0,1 0 0 0 0,0 1 0 0 0,0-1 0 0 0,0 1 0 0 0,0-1 0 0 0,0 0 0 0 0,0 1 0 0 0,0-1 0 0 0,0 1 0 0 0,0-1 1 0 0,0 0-1 0 0,0 1 0 0 0,0-1 0 0 0,0 0 0 0 0,1 1 0 0 0,-1-1 0 0 0,0 1 0 0 0,0-1 0 0 0,0 0 0 0 0,0 1 0 0 0,1-1 0 0 0,-1 0 0 0 0,0 0 0 0 0,0 1 0 0 0,1-1 0 0 0,-1 0 0 0 0,0 1 0 0 0,1-1 1 0 0,-1 0-1 0 0,19 5 452 0 0,29-9-565 0 0,-37 3 244 0 0,33 0-65 0 0,0 2-1 0 0,0 2 1 0 0,76 15 0 0 0,-28-3-213 0 0,-39-5-1694 0 0,-30-3-3583 0 0,-6 0-672 0 0</inkml:trace>
</inkml:ink>
</file>

<file path=ppt/ink/ink2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5.4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145 83 9218 0 0,'-1'-6'297'0'0,"-1"-1"0"0"0,1 1 0 0 0,-1-1 0 0 0,0 1 1 0 0,0 0-1 0 0,-1 0 0 0 0,0 0 0 0 0,-5-8 0 0 0,7 12-205 0 0,1 1-1 0 0,-1 0 1 0 0,0-1-1 0 0,0 1 1 0 0,0 0 0 0 0,-1 0-1 0 0,1 0 1 0 0,0 0-1 0 0,0 0 1 0 0,-1 0-1 0 0,1 0 1 0 0,0 0 0 0 0,-1 1-1 0 0,1-1 1 0 0,-1 1-1 0 0,1-1 1 0 0,0 1-1 0 0,-1-1 1 0 0,0 1 0 0 0,1 0-1 0 0,-1-1 1 0 0,1 1-1 0 0,-1 0 1 0 0,1 0-1 0 0,-1 0 1 0 0,0 0 0 0 0,1 1-1 0 0,-1-1 1 0 0,1 0-1 0 0,-1 1 1 0 0,1-1-1 0 0,-1 1 1 0 0,1-1-1 0 0,-1 1 1 0 0,1 0 0 0 0,0 0-1 0 0,-1-1 1 0 0,1 1-1 0 0,0 0 1 0 0,0 0-1 0 0,-2 2 1 0 0,-2 2 106 0 0,-1 0-1 0 0,1 1 1 0 0,1 0 0 0 0,-1 0 0 0 0,1 0-1 0 0,0 1 1 0 0,0-1 0 0 0,1 1-1 0 0,0 0 1 0 0,0 0 0 0 0,1 0 0 0 0,0 1-1 0 0,0-1 1 0 0,-1 8 0 0 0,0 5 3 0 0,1 0 0 0 0,0 0-1 0 0,2 0 1 0 0,2 23 0 0 0,1-13-154 0 0,1 0 0 0 0,2 0 0 0 0,1 0 0 0 0,1 0 0 0 0,22 50 0 0 0,-20-59-27 0 0,1-1 1 0 0,1 1-1 0 0,0-2 0 0 0,2 0 0 0 0,0 0 1 0 0,1-1-1 0 0,1-1 0 0 0,21 17 0 0 0,-24-23-187 0 0,0 0-1 0 0,-1 1 1 0 0,0 0-1 0 0,-1 1 0 0 0,11 14 1 0 0,-19-22 101 0 0,-1 0 1 0 0,1 0-1 0 0,-1 0 1 0 0,0 0-1 0 0,0 1 1 0 0,0-1-1 0 0,-1 1 1 0 0,0-1-1 0 0,0 1 1 0 0,-1-1-1 0 0,1 1 1 0 0,-1-1 0 0 0,0 1-1 0 0,-1 0 1 0 0,1-1-1 0 0,-1 1 1 0 0,0-1-1 0 0,-1 1 1 0 0,-2 6-1 0 0,-9 17-2214 0 0,5-16-3415 0 0</inkml:trace>
</inkml:ink>
</file>

<file path=ppt/ink/ink2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5.6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8 279 1376 0 0,'-2'-4'491'0'0,"1"-1"0"0"0,0 1 0 0 0,0-1-1 0 0,0 0 1 0 0,0 0 0 0 0,1 0 0 0 0,-1 1 0 0 0,1-1-1 0 0,0 0 1 0 0,1 0 0 0 0,-1 0 0 0 0,1 1-1 0 0,2-8 1 0 0,0 4 254 0 0,0 0-1 0 0,0 0 0 0 0,1 0 1 0 0,0 0-1 0 0,1 1 1 0 0,10-14-1 0 0,1 3 95 0 0,1 0 0 0 0,1 1-1 0 0,0 1 1 0 0,28-19 0 0 0,-10 12-1297 0 0,-19 13-260 0 0</inkml:trace>
</inkml:ink>
</file>

<file path=ppt/ink/ink2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7.4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60 6913 0 0,'1'-6'915'0'0,"0"0"0"0"0,0-1 1 0 0,1 1-1 0 0,0 0 0 0 0,0 0 0 0 0,0 0 0 0 0,1 1 0 0 0,3-7 870 0 0,-3 38 1640 0 0,23 337-267 0 0,1 28-3147 0 0,-18-313-78 0 0,3-1 0 0 0,27 94-1 0 0,-36-156-23 0 0,-1-7-1348 0 0</inkml:trace>
</inkml:ink>
</file>

<file path=ppt/ink/ink2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7.8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10 199 4145 0 0,'-2'-5'237'0'0,"1"1"1"0"0,-1-1-1 0 0,1 0 0 0 0,0 0 0 0 0,0 0 1 0 0,0 0-1 0 0,1 0 0 0 0,-1 0 1 0 0,1 0-1 0 0,1 0 0 0 0,-1 1 1 0 0,1-1-1 0 0,0 0 0 0 0,0 0 1 0 0,0 0-1 0 0,0 0 0 0 0,1 1 0 0 0,3-8 1 0 0,-1 5 53 0 0,0 0 0 0 0,0 1 1 0 0,1-1-1 0 0,0 1 0 0 0,0 0 0 0 0,1 0 1 0 0,-1 1-1 0 0,1-1 0 0 0,1 1 1 0 0,-1 1-1 0 0,8-6 0 0 0,-7 7-66 0 0,-1-1-1 0 0,1 1 0 0 0,0 0 1 0 0,0 0-1 0 0,0 1 1 0 0,0 0-1 0 0,0 0 1 0 0,1 1-1 0 0,-1 0 1 0 0,0 0-1 0 0,15 1 1 0 0,-17 0-120 0 0,-1 1 0 0 0,1 0 0 0 0,-1 0 0 0 0,1 0 1 0 0,-1 0-1 0 0,1 1 0 0 0,-1 0 0 0 0,0 0 0 0 0,0 0 0 0 0,1 0 1 0 0,-2 1-1 0 0,1 0 0 0 0,0-1 0 0 0,0 1 0 0 0,-1 1 1 0 0,0-1-1 0 0,1 0 0 0 0,-1 1 0 0 0,4 6 0 0 0,-4-3-28 0 0,0-1-1 0 0,0 1 1 0 0,-1 0 0 0 0,1 0-1 0 0,-2 0 1 0 0,1 1-1 0 0,-1-1 1 0 0,0 0 0 0 0,0 1-1 0 0,-1-1 1 0 0,0 0-1 0 0,0 1 1 0 0,-1-1-1 0 0,0 0 1 0 0,-1 1 0 0 0,1-1-1 0 0,-1 0 1 0 0,-4 9-1 0 0,-4 10 175 0 0,0-1 0 0 0,-2 0-1 0 0,-23 36 1 0 0,13-26 229 0 0,0 0 0 0 0,-3-2 0 0 0,0-1 1 0 0,-2 0-1 0 0,-46 39 0 0 0,73-71-471 0 0,0 0 0 0 0,0 0-1 0 0,-1 1 1 0 0,1-1 0 0 0,0 0 0 0 0,0 0 0 0 0,0 0 0 0 0,-1 1 0 0 0,1-1 0 0 0,0 0-1 0 0,0 0 1 0 0,0 0 0 0 0,0 1 0 0 0,0-1 0 0 0,0 0 0 0 0,-1 0 0 0 0,1 1 0 0 0,0-1-1 0 0,0 0 1 0 0,0 1 0 0 0,0-1 0 0 0,0 0 0 0 0,0 0 0 0 0,0 1 0 0 0,0-1 0 0 0,0 0-1 0 0,0 0 1 0 0,0 1 0 0 0,0-1 0 0 0,0 0 0 0 0,1 0 0 0 0,-1 1 0 0 0,0-1 0 0 0,0 0-1 0 0,0 0 1 0 0,0 1 0 0 0,0-1 0 0 0,0 0 0 0 0,1 0 0 0 0,-1 0 0 0 0,0 1 0 0 0,0-1-1 0 0,0 0 1 0 0,1 0 0 0 0,-1 1 0 0 0,18 8 137 0 0,21 3-39 0 0,3-5 20 0 0,45 3 0 0 0,-61-9-182 0 0,0 2 0 0 0,-1 0-1 0 0,1 2 1 0 0,-1 1 0 0 0,0 0-1 0 0,29 14 1 0 0,-44-16-85 0 0,79 42-4129 0 0,-66-31-2525 0 0</inkml:trace>
</inkml:ink>
</file>

<file path=ppt/ink/ink2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8.2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47 70 920 0 0,'-47'-70'7090'0'0,"62"91"-184"0"0,4 7-5056 0 0,17 56 1214 0 0,-5-11-2443 0 0,-24-60-1658 0 0,0 0 0 0 0,0 0 0 0 0,12 13 0 0 0</inkml:trace>
</inkml:ink>
</file>

<file path=ppt/ink/ink2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8.4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52 137 8754 0 0,'-16'-31'4530'0'0,"-18"-58"0"0"0,32 73-3917 0 0,10 16-2199 0 0,-6 1 1343 0 0,1 1 0 0 0,-1-1 0 0 0,0 1 0 0 0,0 0 0 0 0,0 0 0 0 0,-1 0 0 0 0,1 0 0 0 0,3 4 0 0 0,8 22 152 0 0,-8-13 91 0 0</inkml:trace>
</inkml:ink>
</file>

<file path=ppt/ink/ink2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9.0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42 5985 0 0,'-1'-1'151'0'0,"0"0"0"0"0,1 0 0 0 0,-1 0 0 0 0,0 0 0 0 0,0 0 0 0 0,1 0 0 0 0,-1 0 0 0 0,1 0 0 0 0,-1-1 0 0 0,1 1 0 0 0,0 0 0 0 0,-1 0 0 0 0,1-1 0 0 0,0 1 0 0 0,0 0 0 0 0,0 0 0 0 0,0-1 0 0 0,0 1 0 0 0,0 0 0 0 0,0-1 0 0 0,0 1 0 0 0,0 0 0 0 0,1 0 0 0 0,0-2 0 0 0,-1 2 36 0 0,1 0 1 0 0,0 0-1 0 0,0 1 1 0 0,0-1-1 0 0,0 0 1 0 0,0 0-1 0 0,0 1 1 0 0,0-1-1 0 0,0 1 1 0 0,0-1-1 0 0,0 1 1 0 0,0-1 0 0 0,0 1-1 0 0,0-1 1 0 0,1 1-1 0 0,-1 0 1 0 0,0 0-1 0 0,0 0 1 0 0,0-1-1 0 0,0 1 1 0 0,1 0-1 0 0,-1 1 1 0 0,0-1 0 0 0,0 0-1 0 0,0 0 1 0 0,2 1-1 0 0,1 0-45 0 0,0 0 0 0 0,0 0 0 0 0,0 0 0 0 0,0 1-1 0 0,-1 0 1 0 0,1-1 0 0 0,-1 1 0 0 0,1 1 0 0 0,-1-1 0 0 0,0 0-1 0 0,0 1 1 0 0,0 0 0 0 0,0-1 0 0 0,0 1 0 0 0,0 0 0 0 0,-1 1 0 0 0,1-1-1 0 0,-1 0 1 0 0,0 1 0 0 0,0-1 0 0 0,2 8 0 0 0,3 7 124 0 0,-1 1-1 0 0,-1 0 1 0 0,4 28 0 0 0,6 22-224 0 0,-14-67-84 0 0,0 2-64 0 0,0-1-1 0 0,0 0 1 0 0,0 1 0 0 0,1-1 0 0 0,-1 0 0 0 0,1 0 0 0 0,0 0 0 0 0,4 5 0 0 0,6-44-810 0 0,-1 4 1037 0 0,19-42 0 0 0,-26 65 47 0 0,0 0 0 0 0,1 1 0 0 0,0 0 0 0 0,1 0 0 0 0,-1 0 0 0 0,2 1 0 0 0,-1 0 1 0 0,1 0-1 0 0,13-10 0 0 0,-19 16-125 0 0,0 0 0 0 0,1 0 0 0 0,-1 0 0 0 0,1 0 0 0 0,0 1 0 0 0,-1-1 1 0 0,1 1-1 0 0,-1-1 0 0 0,1 1 0 0 0,0-1 0 0 0,0 1 0 0 0,-1 0 0 0 0,1 0 0 0 0,0 0 1 0 0,-1 0-1 0 0,1 0 0 0 0,0 0 0 0 0,0 1 0 0 0,-1-1 0 0 0,1 1 0 0 0,0-1 0 0 0,-1 1 1 0 0,1-1-1 0 0,-1 1 0 0 0,1 0 0 0 0,-1 0 0 0 0,1 0 0 0 0,-1 0 0 0 0,1 0 0 0 0,-1 0 1 0 0,0 0-1 0 0,0 0 0 0 0,2 3 0 0 0,4 4 55 0 0,0 1 1 0 0,-1 0-1 0 0,0 0 0 0 0,6 14 1 0 0,0 0-338 0 0,-6-15-224 0 0,0 0 0 0 0,1 0 0 0 0,0 0 0 0 0,0-1-1 0 0,1 0 1 0 0,0 0 0 0 0,0-1 0 0 0,12 7 0 0 0,2 0-896 0 0</inkml:trace>
</inkml:ink>
</file>

<file path=ppt/ink/ink2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9.3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41 6913 0 0,'65'-26'7603'0'0,"-56"23"-7370"0"0,1 0-1 0 0,0 0 0 0 0,-1 1 0 0 0,1 1 0 0 0,13-1 0 0 0,-21 1-375 0 0,1 1-1 0 0,0 1 0 0 0,0-1 1 0 0,-1 0-1 0 0,1 1 0 0 0,0-1 1 0 0,0 1-1 0 0,-1 0 0 0 0,1 0 1 0 0,-1 0-1 0 0,1 0 0 0 0,-1 0 1 0 0,1 1-1 0 0,-1-1 0 0 0,0 1 1 0 0,0-1-1 0 0,1 1 0 0 0,-1 0 1 0 0,0 0-1 0 0,-1 0 0 0 0,1 0 1 0 0,0 0-1 0 0,2 4 0 0 0,3 10 54 0 0</inkml:trace>
</inkml:ink>
</file>

<file path=ppt/ink/ink2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9.5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69 6449 0 0,'34'-15'6303'0'0,"64"-30"-6775"0"0,-78 37-3942 0 0</inkml:trace>
</inkml:ink>
</file>

<file path=ppt/ink/ink2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19.9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11979 0 0,'0'3'4602'0'0,"1"15"-2803"0"0,-1 116 2166 0 0,-1-46-4134 0 0,7-1-6410 0 0,-3-68-128 0 0</inkml:trace>
</inkml:ink>
</file>

<file path=ppt/ink/ink2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0.1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11 14283 0 0,'-1'-1'66'0'0,"0"1"-1"0"0,0-1 1 0 0,0 0-1 0 0,0 0 1 0 0,0 0-1 0 0,0 1 1 0 0,0-1 0 0 0,0 0-1 0 0,0 1 1 0 0,0-1-1 0 0,0 1 1 0 0,0-1 0 0 0,0 1-1 0 0,-1-1 1 0 0,1 1-1 0 0,-1 0 1 0 0,7 14-486 0 0,22 25-3332 0 0,-16-26 3324 0 0,1 0 320 0 0</inkml:trace>
</inkml:ink>
</file>

<file path=ppt/ink/ink2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0.52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17 456 0 0,'11'55'2926'0'0,"-11"7"-150"0"0,-2-49-2406 0 0,2 0 0 0 0,0 0 1 0 0,0 0-1 0 0,5 23 1 0 0,13-73 678 0 0,-9 12-36 0 0,0 1 0 0 0,22-38 0 0 0,-29 57-844 0 0,1-1 0 0 0,1 1 0 0 0,-1 0 1 0 0,1 0-1 0 0,0 1 0 0 0,0-1 0 0 0,0 1 0 0 0,0 0 1 0 0,1 0-1 0 0,0 0 0 0 0,0 1 0 0 0,0-1 0 0 0,0 1 0 0 0,1 1 1 0 0,-1-1-1 0 0,1 1 0 0 0,9-3 0 0 0,-13 4-68 0 0,0 1 0 0 0,-1 0 0 0 0,1 1-1 0 0,0-1 1 0 0,0 0 0 0 0,0 0 0 0 0,-1 1-1 0 0,1-1 1 0 0,0 1 0 0 0,0-1 0 0 0,-1 1 0 0 0,1 0-1 0 0,-1 0 1 0 0,1 0 0 0 0,-1 0 0 0 0,1 0-1 0 0,-1 0 1 0 0,1 0 0 0 0,-1 0 0 0 0,0 0-1 0 0,0 1 1 0 0,1-1 0 0 0,-1 1 0 0 0,0-1 0 0 0,0 1-1 0 0,0-1 1 0 0,-1 1 0 0 0,1-1 0 0 0,1 4-1 0 0,3 8 226 0 0,-1-1 0 0 0,-1 0 0 0 0,3 17-1 0 0,0-4-334 0 0,-6-24-12 0 0,4 14-440 0 0,1-1 0 0 0,0 0 1 0 0,13 23-1 0 0,-7-18-852 0 0</inkml:trace>
</inkml:ink>
</file>

<file path=ppt/ink/ink2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0.7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0 6753 0 0,'-2'3'601'0'0,"0"-1"-481"0"0,1-1-120 0 0,-1-1 0 0 0,1 0 0 0 0</inkml:trace>
</inkml:ink>
</file>

<file path=ppt/ink/ink2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1.0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50 36 6913 0 0,'-12'-12'1421'0'0,"10"10"-604"0"0,0-1 1 0 0,0 1 0 0 0,-1 0-1 0 0,1 0 1 0 0,0 0-1 0 0,-1 0 1 0 0,1 0 0 0 0,-1 1-1 0 0,1-1 1 0 0,-6-1 0 0 0,8 3-688 0 0,-1 0 0 0 0,1 1 1 0 0,-1-1-1 0 0,1 0 0 0 0,-1 1 0 0 0,1-1 1 0 0,0 1-1 0 0,-1-1 0 0 0,1 1 1 0 0,-1-1-1 0 0,1 1 0 0 0,0-1 0 0 0,0 1 1 0 0,-1-1-1 0 0,1 1 0 0 0,0 0 1 0 0,0-1-1 0 0,0 1 0 0 0,-1-1 0 0 0,1 1 1 0 0,0-1-1 0 0,0 1 0 0 0,0 0 1 0 0,0-1-1 0 0,0 1 0 0 0,0 0 0 0 0,0-1 1 0 0,0 1-1 0 0,1-1 0 0 0,-1 1 1 0 0,0 1-1 0 0,5 24 611 0 0,-4-22-621 0 0,29 216 252 0 0,-8-52-145 0 0,-6-90-254 0 0,-10-56-504 0 0,-1 0-1 0 0,-1 1 0 0 0,-1-1 1 0 0,0 34-1 0 0</inkml:trace>
</inkml:ink>
</file>

<file path=ppt/ink/ink2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1.2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78 20 2304 0 0,'12'-4'1157'0'0,"0"1"-1"0"0,1 0 0 0 0,0 0 1 0 0,-1 1-1 0 0,21 0 0 0 0,-20 1-246 0 0,-4 0 80 0 0,0 1 0 0 0,0 0 0 0 0,0 0 0 0 0,16 3 1 0 0,-24-3-912 0 0,0 0 1 0 0,1 0 0 0 0,-1 1 0 0 0,0-1-1 0 0,0 0 1 0 0,0 0 0 0 0,0 1 0 0 0,0-1-1 0 0,0 1 1 0 0,0-1 0 0 0,0 1-1 0 0,0 0 1 0 0,0-1 0 0 0,0 1 0 0 0,0 0-1 0 0,0 0 1 0 0,-1-1 0 0 0,1 1 0 0 0,0 0-1 0 0,0 0 1 0 0,-1 0 0 0 0,1 0-1 0 0,-1 0 1 0 0,1 0 0 0 0,-1 0 0 0 0,1 0-1 0 0,-1 0 1 0 0,0 0 0 0 0,1 0 0 0 0,-1 1-1 0 0,0-1 1 0 0,0 0 0 0 0,0 0-1 0 0,0 0 1 0 0,0 0 0 0 0,0 0 0 0 0,0 1-1 0 0,0-1 1 0 0,0 0 0 0 0,-1 0 0 0 0,1 0-1 0 0,0 0 1 0 0,-1 0 0 0 0,1 0-1 0 0,-1 0 1 0 0,1 0 0 0 0,-1 0 0 0 0,0 2-1 0 0,-5 6 93 0 0,1-1 0 0 0,-1 1 0 0 0,-1-1 0 0 0,1 0 0 0 0,-2 0 0 0 0,1-1 0 0 0,-17 13 0 0 0,-67 41-540 0 0,49-35-261 0 0,-4 4-1105 0 0,27-18 291 0 0</inkml:trace>
</inkml:ink>
</file>

<file path=ppt/ink/ink2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1.6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 1840 0 0,'1'0'393'0'0,"0"-1"-1"0"0,1 1 1 0 0,-1-1-1 0 0,0 1 1 0 0,1 0-1 0 0,-1 0 1 0 0,0-1-1 0 0,1 1 1 0 0,-1 0-1 0 0,1 0 1 0 0,-1 0-1 0 0,0 0 1 0 0,1 1-1 0 0,-1-1 1 0 0,0 0-1 0 0,1 0 1 0 0,-1 1-1 0 0,0-1 1 0 0,3 2-1 0 0,-3-1-115 0 0,-1-1 0 0 0,1 1 0 0 0,0 0 0 0 0,0 0 0 0 0,-1 0 0 0 0,1 0 0 0 0,-1 0 0 0 0,1 0 1 0 0,-1 0-1 0 0,1 0 0 0 0,-1 0 0 0 0,1 0 0 0 0,-1 1 0 0 0,0-1 0 0 0,0 0 0 0 0,1 0 0 0 0,-1 0 0 0 0,0 2 0 0 0,-1 7 729 0 0,0 0 0 0 0,0 0-1 0 0,-1 0 1 0 0,-5 14 0 0 0,2-3-203 0 0,4-13-633 0 0,0 1 0 0 0,0-1-1 0 0,1 1 1 0 0,0-1 0 0 0,1 1 0 0 0,0-1 0 0 0,3 15 0 0 0,-4-21-179 0 0,1 0 0 0 0,0 0-1 0 0,-1-1 1 0 0,1 1 0 0 0,0 0 0 0 0,0-1 0 0 0,0 1-1 0 0,0-1 1 0 0,0 1 0 0 0,0-1 0 0 0,1 1 0 0 0,-1-1-1 0 0,0 0 1 0 0,1 0 0 0 0,-1 0 0 0 0,1 0 0 0 0,1 2 0 0 0,-1-3-63 0 0,0 1 0 0 0,0-1 0 0 0,0 1 0 0 0,0-1 0 0 0,1 0 0 0 0,-1 0 0 0 0,0 0 0 0 0,0 0 0 0 0,0 0 0 0 0,0-1 0 0 0,0 1 0 0 0,0 0 0 0 0,0-1 0 0 0,1 0 0 0 0,-1 1 0 0 0,0-1 0 0 0,-1 0 0 0 0,4-2 0 0 0,0 1-80 0 0,0-1 0 0 0,0 0 0 0 0,0-1 0 0 0,-1 1 0 0 0,1-1 0 0 0,-1 1 0 0 0,0-1 0 0 0,0-1 0 0 0,-1 1 0 0 0,6-8 0 0 0,-2-1-218 0 0,-1 1 0 0 0,9-24 0 0 0,-10 24 431 0 0,-1 0-1 0 0,1 0 0 0 0,1 1 1 0 0,12-18-1 0 0,-17 27 6 0 0,0 1 0 0 0,0 0 0 0 0,0 0 0 0 0,0-1 0 0 0,0 1 0 0 0,0 0 0 0 0,0 0 0 0 0,0 0 0 0 0,0 0 0 0 0,0 1 0 0 0,0-1 0 0 0,1 0 0 0 0,-1 0 1 0 0,0 1-1 0 0,1-1 0 0 0,-1 1 0 0 0,0-1 0 0 0,1 1 0 0 0,-1-1 0 0 0,3 1 0 0 0,-3 0-7 0 0,0 0 1 0 0,0 1-1 0 0,0-1 1 0 0,0 1-1 0 0,0-1 0 0 0,1 1 1 0 0,-2-1-1 0 0,1 1 1 0 0,0 0-1 0 0,0-1 1 0 0,0 1-1 0 0,0 0 1 0 0,0 0-1 0 0,0 0 0 0 0,-1 0 1 0 0,1 0-1 0 0,0 0 1 0 0,-1 0-1 0 0,1 0 1 0 0,0 1-1 0 0,3 8 240 0 0,0 0-1 0 0,0 1 1 0 0,-1 0-1 0 0,2 13 1 0 0,-3-13-242 0 0,-1-8-144 0 0,-1 0 0 0 0,1 1 0 0 0,0-1 1 0 0,0 0-1 0 0,0 0 0 0 0,0 0 0 0 0,0 0 0 0 0,1 0 0 0 0,-1-1 1 0 0,1 1-1 0 0,0 0 0 0 0,0-1 0 0 0,0 1 0 0 0,0-1 1 0 0,0 0-1 0 0,1 1 0 0 0,-1-1 0 0 0,1 0 0 0 0,-1-1 1 0 0,1 1-1 0 0,0 0 0 0 0,0-1 0 0 0,0 1 0 0 0,0-1 1 0 0,0 0-1 0 0,0 0 0 0 0,0 0 0 0 0,0-1 0 0 0,0 1 0 0 0,0-1 1 0 0,4 1-1 0 0,8-2-1472 0 0</inkml:trace>
</inkml:ink>
</file>

<file path=ppt/ink/ink2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1.8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30 120 1376 0 0,'7'-46'569'0'0,"-7"40"829"0"0,1 1 0 0 0,-1-1 0 0 0,-1 0-1 0 0,1 0 1 0 0,-1 0 0 0 0,0 0 0 0 0,0 1 0 0 0,-1-1 0 0 0,-3-9-1 0 0,5 15-1306 0 0,0 0 1 0 0,0 0-1 0 0,0-1 0 0 0,0 1 0 0 0,0 0 0 0 0,0-1 0 0 0,0 1 0 0 0,0 0 0 0 0,-1 0 0 0 0,1-1 0 0 0,0 1 0 0 0,-1-2 638 0 0,1 2-638 0 0,-1 0 0 0 0,1 0 0 0 0,0 0 1 0 0,0 0-1 0 0,-1 0 0 0 0,1-1 0 0 0,0 1 0 0 0,0 0 0 0 0,-1 0 0 0 0,1 0 0 0 0,0 0 0 0 0,0 0 0 0 0,-1 0 0 0 0,1 0 1 0 0,0 0-1 0 0,0 0 0 0 0,-1 0 0 0 0,1 0 0 0 0,0 0 0 0 0,-1 0 0 0 0,1 0 0 0 0,-8 12 1509 0 0,0 18-866 0 0,6-3-636 0 0,1-1-1 0 0,2 0 1 0 0,1 1-1 0 0,0-1 1 0 0,2 0-1 0 0,1 0 0 0 0,2 0 1 0 0,0-1-1 0 0,1 0 1 0 0,15 30-1 0 0,17 25-707 0 0,82 124 1 0 0,-95-163-26 0 0,-8-10-910 0 0</inkml:trace>
</inkml:ink>
</file>

<file path=ppt/ink/ink2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2.1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3 211 8290 0 0,'0'0'79'0'0,"0"0"0"0"0,-1 0 0 0 0,1 0 0 0 0,0-1 0 0 0,0 1 0 0 0,0 0 0 0 0,0 0 0 0 0,-1 0 1 0 0,1-1-1 0 0,0 1 0 0 0,0 0 0 0 0,0 0 0 0 0,0-1 0 0 0,0 1 0 0 0,0 0 0 0 0,0 0 0 0 0,0-1 0 0 0,-1 1 0 0 0,1 0 0 0 0,0-1 1 0 0,0 1-1 0 0,0 0 0 0 0,0 0 0 0 0,0-1 0 0 0,1 1 0 0 0,-1 0 0 0 0,0 0 0 0 0,0-1 0 0 0,0 1 0 0 0,0 0 0 0 0,0 0 0 0 0,0-1 0 0 0,0 1 1 0 0,0 0-1 0 0,1 0 0 0 0,-1-1 0 0 0,0 1 0 0 0,11-15 1713 0 0,14-8 471 0 0,-9 13-1382 0 0,0 0 0 0 0,0 1 0 0 0,1 1-1 0 0,31-11 1 0 0,76-14 702 0 0,1-2-809 0 0,-15 1-1432 0 0,-86 28-207 0 0</inkml:trace>
</inkml:ink>
</file>

<file path=ppt/ink/ink2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2.8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1 121 6913 0 0,'2'-17'260'0'0,"0"0"0"0"0,7-20 0 0 0,-2 8 1325 0 0,-7 27-1283 0 0,0 1 0 0 0,-4-16 7208 0 0,2 32-6637 0 0,5 41-412 0 0,3 0 0 0 0,25 103 0 0 0,-5-27 170 0 0,-8-11-354 0 0,-6-33-254 0 0,4 0 0 0 0,34 109 1 0 0,-31-152-2076 0 0,-9-27-3407 0 0</inkml:trace>
</inkml:ink>
</file>

<file path=ppt/ink/ink2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3.2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0 264 3225 0 0,'7'-16'182'0'0,"0"1"-1"0"0,1-1 1 0 0,1 1 0 0 0,1 1 0 0 0,0 0 0 0 0,0 0-1 0 0,2 1 1 0 0,13-13 0 0 0,-6 9 639 0 0,1 0 0 0 0,1 1-1 0 0,1 2 1 0 0,0 0 0 0 0,25-11-1 0 0,-41 22-577 0 0,0 0 0 0 0,0 1 0 0 0,0 0-1 0 0,0 0 1 0 0,1 0 0 0 0,-1 1 0 0 0,1 0-1 0 0,-1 0 1 0 0,1 1 0 0 0,-1 0 0 0 0,1 0-1 0 0,-1 0 1 0 0,1 1 0 0 0,-1 0 0 0 0,1 0-1 0 0,-1 1 1 0 0,1 0 0 0 0,-1 0 0 0 0,0 0-1 0 0,0 1 1 0 0,0 0 0 0 0,0 0 0 0 0,-1 0-1 0 0,1 1 1 0 0,9 8 0 0 0,-11-8-173 0 0,-1 1 0 0 0,1 0-1 0 0,-1 0 1 0 0,0 0 0 0 0,0 0 0 0 0,0 0 0 0 0,-1 1 0 0 0,1-1 0 0 0,-2 1 0 0 0,1 0 0 0 0,0 0-1 0 0,-1-1 1 0 0,0 1 0 0 0,-1 0 0 0 0,1 0 0 0 0,-1 0 0 0 0,0 0 0 0 0,-1 0 0 0 0,1 0 0 0 0,-1 0-1 0 0,-3 9 1 0 0,-2 10-3 0 0,0-1-1 0 0,-2 0 0 0 0,-19 39 1 0 0,5-23 308 0 0,-2-1 0 0 0,-1 0 1 0 0,-61 68-1 0 0,18-23 1569 0 0,68-84-1920 0 0,-1 1 0 0 0,0 0 0 0 0,0 0 1 0 0,1 0-1 0 0,-1-1 0 0 0,0 1 0 0 0,1 0 1 0 0,-1 0-1 0 0,1 0 0 0 0,-1 0 0 0 0,1 0 0 0 0,0 0 1 0 0,-1 0-1 0 0,1 0 0 0 0,0 0 0 0 0,0 1 1 0 0,0-1-1 0 0,0 0 0 0 0,0 0 0 0 0,0 0 1 0 0,0 0-1 0 0,0 0 0 0 0,0 0 0 0 0,1 2 1 0 0,-1-2 1 0 0,1 0 0 0 0,0 0 0 0 0,0 0 0 0 0,0 0 0 0 0,0-1 0 0 0,0 1 1 0 0,0 0-1 0 0,0-1 0 0 0,1 1 0 0 0,-1-1 0 0 0,0 1 0 0 0,0-1 0 0 0,0 1 0 0 0,1-1 0 0 0,-1 0 1 0 0,0 0-1 0 0,2 1 0 0 0,9-1 62 0 0,0 0 0 0 0,-1 0 0 0 0,18-3 0 0 0,-29 3-89 0 0,258-25 1095 0 0,-127 24-2177 0 0,-3 13-5284 0 0,-96-6-687 0 0</inkml:trace>
</inkml:ink>
</file>

<file path=ppt/ink/ink2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3.6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218 81 656 0 0,'-3'-6'1011'0'0,"-1"0"-1"0"0,1 0 0 0 0,-1 0 1 0 0,0 1-1 0 0,-1 0 1 0 0,1 0-1 0 0,-1 0 1 0 0,0 0-1 0 0,0 1 0 0 0,0-1 1 0 0,-1 1-1 0 0,0 1 1 0 0,-8-5-1 0 0,11 6-549 0 0,0 1-1 0 0,0 0 1 0 0,0 0 0 0 0,0 1-1 0 0,0-1 1 0 0,-1 0 0 0 0,1 1 0 0 0,0 0-1 0 0,0 0 1 0 0,0 0 0 0 0,-1 0-1 0 0,1 1 1 0 0,0-1 0 0 0,0 1-1 0 0,-6 1 1 0 0,5 0-484 0 0,1-1 0 0 0,-1 1 0 0 0,1 0 0 0 0,0 0 0 0 0,0 1 0 0 0,0-1 0 0 0,0 1 0 0 0,0-1 0 0 0,-4 6 0 0 0,1 0 39 0 0,0-1 0 0 0,1 1 0 0 0,0 1 0 0 0,0-1 0 0 0,1 1 0 0 0,0-1 0 0 0,1 1 0 0 0,0 0 0 0 0,0 0 0 0 0,-1 12 0 0 0,2-6 18 0 0,0 0 1 0 0,2 0-1 0 0,0 1 0 0 0,0-1 0 0 0,5 26 0 0 0,4 0 26 0 0,2-1 0 0 0,1-1 1 0 0,30 65-1 0 0,91 158-3090 0 0,-125-250 1603 0 0</inkml:trace>
</inkml:ink>
</file>

<file path=ppt/ink/ink2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3.8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107 349 1840 0 0,'-24'-25'374'0'0,"-27"-33"5274"0"0,47 53-4958 0 0,0-1 1 0 0,0 1-1 0 0,1-1 1 0 0,-1 0-1 0 0,1 0 1 0 0,1 0-1 0 0,-1 0 1 0 0,-2-11-1 0 0,5 15-508 0 0,0-1 0 0 0,0 0 0 0 0,1 0 0 0 0,-1 1 0 0 0,1-1 0 0 0,-1 0 0 0 0,1 1 0 0 0,0-1-1 0 0,0 1 1 0 0,0-1 0 0 0,0 1 0 0 0,0-1 0 0 0,0 1 0 0 0,1 0 0 0 0,-1-1 0 0 0,1 1 0 0 0,0 0 0 0 0,0 0-1 0 0,0 0 1 0 0,0 0 0 0 0,0 1 0 0 0,3-3 0 0 0,8-6 155 0 0,0 2 0 0 0,24-13 0 0 0,-24 14-269 0 0,164-80-726 0 0,-145 74-267 0 0</inkml:trace>
</inkml:ink>
</file>

<file path=ppt/ink/ink2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4.07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79 10594 0 0,'0'1'29'0'0,"-1"-1"0"0"0,1 0 1 0 0,0 0-1 0 0,-1 0 0 0 0,1 0 0 0 0,0 1 0 0 0,-1-1 0 0 0,1 0 0 0 0,0 0 0 0 0,0 0 0 0 0,-1 0 0 0 0,1 0 1 0 0,0 0-1 0 0,-1 0 0 0 0,1 0 0 0 0,0 0 0 0 0,-1 0 0 0 0,1 0 0 0 0,0 0 0 0 0,-1 0 0 0 0,1-1 1 0 0,0 1-1 0 0,-1 0 0 0 0,1 0 0 0 0,0 0 0 0 0,-1 0 0 0 0,1 0 0 0 0,0-1 0 0 0,0 1 0 0 0,-1 0 0 0 0,1 0 1 0 0,0-1-1 0 0,0 1 0 0 0,-1 0 0 0 0,1 0 0 0 0,0-1 0 0 0,0 1 0 0 0,0 0 0 0 0,0 0 0 0 0,-1-1 0 0 0,1 1 1 0 0,0-1-1 0 0,12-10-33 0 0,1 1 227 0 0,-6 4-587 0 0,0 0 0 0 0,0 1 0 0 0,1 0 0 0 0,-1 0 0 0 0,1 0 0 0 0,0 1 0 0 0,0 1 1 0 0,1-1-1 0 0,-1 1 0 0 0,1 1 0 0 0,12-3 0 0 0,-15 5 364 0 0</inkml:trace>
</inkml:ink>
</file>

<file path=ppt/ink/ink2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4.2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57 8754 0 0,'0'26'4262'0'0,"0"-26"-4136"0"0,1 0 1 0 0,-1 0-1 0 0,0 0 0 0 0,1 1 1 0 0,-1-1-1 0 0,0 0 1 0 0,1 0-1 0 0,0 0 1 0 0,2 0 250 0 0,1-1 1 0 0,-1 0-1 0 0,0 1 1 0 0,1-1 0 0 0,-1 0-1 0 0,0-1 1 0 0,1 1-1 0 0,2-2 1 0 0,20-11-1659 0 0,45-29 1 0 0,-48 27 1252 0 0</inkml:trace>
</inkml:ink>
</file>

<file path=ppt/ink/ink2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4.8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308 77 10594 0 0,'-4'-6'297'0'0,"0"1"-1"0"0,0 0 1 0 0,0 0-1 0 0,0 0 1 0 0,-1 0 0 0 0,0 0-1 0 0,0 1 1 0 0,0 0-1 0 0,0 0 1 0 0,-1 0-1 0 0,0 1 1 0 0,0 0-1 0 0,0 0 1 0 0,0 1 0 0 0,0-1-1 0 0,0 1 1 0 0,-1 0-1 0 0,-12-1 1 0 0,13 2-127 0 0,0 0 1 0 0,0 0 0 0 0,0 1-1 0 0,0-1 1 0 0,0 1 0 0 0,0 1-1 0 0,0 0 1 0 0,0-1 0 0 0,0 2-1 0 0,0-1 1 0 0,0 1-1 0 0,1 0 1 0 0,-1 0 0 0 0,0 0-1 0 0,1 1 1 0 0,0 0 0 0 0,-1 0-1 0 0,1 0 1 0 0,0 1 0 0 0,-8 8-1 0 0,5-2-81 0 0,0 1 1 0 0,1 1-1 0 0,1-1 0 0 0,0 1 0 0 0,0 1 0 0 0,1-1 0 0 0,1 1 0 0 0,0-1 1 0 0,1 1-1 0 0,0 0 0 0 0,1 1 0 0 0,-1 17 0 0 0,1 9-14 0 0,2 0 0 0 0,9 73 1 0 0,0-52 76 0 0,2 0 0 0 0,33 101 0 0 0,-29-123-329 0 0,1 0 0 0 0,1-1 0 0 0,3-1 0 0 0,46 67 0 0 0,-23-40-2783 0 0,-36-49 907 0 0</inkml:trace>
</inkml:ink>
</file>

<file path=ppt/ink/ink2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5.0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7 229 5529 0 0,'-1'-3'210'0'0,"0"0"0"0"0,0 0 1 0 0,0 0-1 0 0,0 0 0 0 0,0 0 0 0 0,1 0 0 0 0,-1-1 0 0 0,1 1 1 0 0,0 0-1 0 0,0 0 0 0 0,0 0 0 0 0,1 0 0 0 0,-1 0 0 0 0,1 0 0 0 0,-1 0 1 0 0,1 0-1 0 0,0 0 0 0 0,0 0 0 0 0,0 0 0 0 0,1 0 0 0 0,-1 0 0 0 0,1 0 1 0 0,0 1-1 0 0,-1-1 0 0 0,5-4 0 0 0,4-5 512 0 0,-1 1 1 0 0,2 0-1 0 0,-1 0 0 0 0,15-10 0 0 0,-12 11-600 0 0,2 0-1 0 0,-1 0 1 0 0,1 1-1 0 0,1 1 0 0 0,0 1 1 0 0,0 0-1 0 0,25-6 0 0 0,-14 6-5678 0 0</inkml:trace>
</inkml:ink>
</file>

<file path=ppt/ink/ink2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5.3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0 341 8290 0 0,'2'2'2870'0'0,"-2"-2"-2815"0"0,13-4 2281 0 0,14-9 782 0 0,-9-1-2399 0 0,0-2 0 0 0,-2 0 0 0 0,0-1 0 0 0,0 0 0 0 0,13-22 0 0 0,-21 28-789 0 0,-1-1 0 0 0,0-1 0 0 0,0 1 1 0 0,-1-1-1 0 0,0 0 0 0 0,-2-1 0 0 0,1 1 0 0 0,-2-1 0 0 0,4-21 0 0 0,-7 33 46 0 0,1 0-1 0 0,-1 0 1 0 0,0 0-1 0 0,0 0 1 0 0,0 0-1 0 0,0 0 1 0 0,-1 0-1 0 0,1 0 1 0 0,0 0 0 0 0,-1 0-1 0 0,1 0 1 0 0,-1 0-1 0 0,0 0 1 0 0,0 0-1 0 0,1 1 1 0 0,-1-1-1 0 0,-1 0 1 0 0,1 0-1 0 0,0 1 1 0 0,0-1-1 0 0,-1 1 1 0 0,1-1-1 0 0,0 1 1 0 0,-1-1-1 0 0,0 1 1 0 0,1 0-1 0 0,-1 0 1 0 0,0 0-1 0 0,1 0 1 0 0,-1 0-1 0 0,0 0 1 0 0,0 0-1 0 0,0 1 1 0 0,0-1 0 0 0,-4 0-1 0 0,3 1 1 0 0,0 0 0 0 0,-1 0 0 0 0,1 0 0 0 0,0 0 0 0 0,0 0 0 0 0,0 1 0 0 0,-1-1 0 0 0,1 1 0 0 0,0 0 0 0 0,0 0 1 0 0,0 0-1 0 0,0 1 0 0 0,0-1 0 0 0,1 1 0 0 0,-1-1 0 0 0,0 1 0 0 0,1 0 0 0 0,-1 0 0 0 0,1 0 0 0 0,-1 1 0 0 0,1-1 0 0 0,-3 4 0 0 0,0 2 39 0 0,1-1 1 0 0,-1 1-1 0 0,1 0 0 0 0,1 0 0 0 0,-1 0 1 0 0,1 1-1 0 0,1-1 0 0 0,0 1 1 0 0,0-1-1 0 0,1 1 0 0 0,0 0 0 0 0,0 0 1 0 0,1 0-1 0 0,0 10 0 0 0,1-14-122 0 0,0 0 0 0 0,0 0-1 0 0,0 0 1 0 0,0 0 0 0 0,1-1-1 0 0,0 1 1 0 0,-1 0 0 0 0,2-1-1 0 0,-1 1 1 0 0,1-1 0 0 0,-1 0-1 0 0,1 0 1 0 0,0 0 0 0 0,1 0-1 0 0,-1-1 1 0 0,1 1 0 0 0,-1-1-1 0 0,1 0 1 0 0,0 0 0 0 0,0 0-1 0 0,1-1 1 0 0,-1 1 0 0 0,0-1-1 0 0,1 0 1 0 0,0 0 0 0 0,7 2-1 0 0,9 0-5777 0 0</inkml:trace>
</inkml:ink>
</file>

<file path=ppt/ink/ink2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5.7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53 201 8290 0 0,'-2'4'920'0'0,"-1"-1"1"0"0,1 1-1 0 0,0-1 1 0 0,0 1-1 0 0,1-1 0 0 0,-1 15 4004 0 0,3-18-4810 0 0,15-6 1463 0 0,-3-1-1480 0 0,-1-2-1 0 0,0 1 1 0 0,-1-2-1 0 0,0 1 1 0 0,-1-2-1 0 0,19-21 1 0 0,-26 28-83 0 0,0 1-1 0 0,0-1 1 0 0,-1 0 0 0 0,1 0 0 0 0,-1 0-1 0 0,0 0 1 0 0,0-1 0 0 0,-1 1 0 0 0,1-1-1 0 0,-1 1 1 0 0,0-1 0 0 0,0 1 0 0 0,0-1-1 0 0,-1 0 1 0 0,1 1 0 0 0,-1-1 0 0 0,0 0 0 0 0,-1 1-1 0 0,1-1 1 0 0,-1 0 0 0 0,0 1 0 0 0,0-1-1 0 0,0 1 1 0 0,-1-1 0 0 0,-2-5 0 0 0,3 8-21 0 0,0 1 1 0 0,0-1-1 0 0,0 0 1 0 0,0 0 0 0 0,-1 1-1 0 0,1-1 1 0 0,0 1-1 0 0,-1-1 1 0 0,1 1-1 0 0,-1 0 1 0 0,0-1 0 0 0,1 1-1 0 0,-1 0 1 0 0,0 0-1 0 0,0 0 1 0 0,0 0 0 0 0,0 1-1 0 0,1-1 1 0 0,-1 0-1 0 0,0 1 1 0 0,0-1-1 0 0,-4 1 1 0 0,2 0-19 0 0,0 0 0 0 0,1 1 0 0 0,-1 0 0 0 0,1 0 0 0 0,-1 0 0 0 0,1 0 0 0 0,-1 0 0 0 0,1 1 0 0 0,0-1 0 0 0,0 1 0 0 0,0 0 0 0 0,-4 2 0 0 0,-1 3-27 0 0,0 0 0 0 0,0 0-1 0 0,0 0 1 0 0,1 1-1 0 0,1 0 1 0 0,-1 0-1 0 0,1 1 1 0 0,-6 10-1 0 0,10-15 14 0 0,0 0 0 0 0,1 0-1 0 0,-1 0 1 0 0,1 0-1 0 0,0 0 1 0 0,0 0-1 0 0,0 1 1 0 0,0-1 0 0 0,1 0-1 0 0,-1 0 1 0 0,1 1-1 0 0,0-1 1 0 0,1 0-1 0 0,-1 1 1 0 0,1-1 0 0 0,0 0-1 0 0,0 0 1 0 0,0 0-1 0 0,0 0 1 0 0,4 6 0 0 0,-3-6-29 0 0,1 0 0 0 0,1 0 1 0 0,-1 0-1 0 0,0 0 0 0 0,1 0 1 0 0,0-1-1 0 0,0 0 0 0 0,0 0 1 0 0,0 0-1 0 0,1 0 0 0 0,-1-1 1 0 0,1 1-1 0 0,0-1 1 0 0,-1 0-1 0 0,1 0 0 0 0,9 1 1 0 0,3 1-819 0 0,0-1 0 0 0,1-1 0 0 0,-1-1 0 0 0,24-1 1 0 0,-8-1-4351 0 0</inkml:trace>
</inkml:ink>
</file>

<file path=ppt/ink/ink2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6.2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223 376 456 0 0,'3'-19'149'0'0,"-3"17"254"0"0,-1 1-1 0 0,1-1 1 0 0,0 1-1 0 0,0 0 1 0 0,-1-1-1 0 0,1 1 1 0 0,-1-1-1 0 0,1 1 1 0 0,-1 0-1 0 0,1-1 1 0 0,-1 1-1 0 0,0 0 1 0 0,0 0-1 0 0,0 0 1 0 0,1 0-1 0 0,-1-1 1 0 0,0 1-1 0 0,0 0 1 0 0,-1 1-1 0 0,1-1 1 0 0,0 0-1 0 0,0 0 1 0 0,0 0-1 0 0,-1 1 1 0 0,1-1-1 0 0,0 0 1 0 0,-1 1-1 0 0,1 0 1 0 0,-2-1-1 0 0,-21 0 446 0 0,16 3-559 0 0,0 1 0 0 0,0 0-1 0 0,0 0 1 0 0,0 0 0 0 0,0 1 0 0 0,1 0-1 0 0,-1 1 1 0 0,1 0 0 0 0,1 0 0 0 0,-1 0 0 0 0,1 1-1 0 0,-9 9 1 0 0,6-6-76 0 0,1 2 1 0 0,-1-1-1 0 0,2 1 0 0 0,-1 0 0 0 0,2 1 1 0 0,-1 0-1 0 0,-5 15 0 0 0,11-25-197 0 0,1 1 0 0 0,-1-1 0 0 0,0 0 0 0 0,1 0 0 0 0,-1 0 1 0 0,1 1-1 0 0,0-1 0 0 0,0 0 0 0 0,0 1 0 0 0,0-1 0 0 0,0 0 0 0 0,1 0 0 0 0,-1 1 0 0 0,1-1 0 0 0,-1 0 0 0 0,3 4 0 0 0,-3-5-24 0 0,0-1-1 0 0,1 1 1 0 0,-1 0 0 0 0,1-1-1 0 0,-1 1 1 0 0,1-1-1 0 0,-1 1 1 0 0,1-1-1 0 0,-1 0 1 0 0,1 1-1 0 0,0-1 1 0 0,-1 1-1 0 0,1-1 1 0 0,-1 0-1 0 0,1 0 1 0 0,0 1-1 0 0,-1-1 1 0 0,1 0-1 0 0,0 0 1 0 0,0 0 0 0 0,0 0-1 0 0,1 0-38 0 0,0 0-1 0 0,-1 0 1 0 0,1 0 0 0 0,0-1-1 0 0,-1 1 1 0 0,1-1 0 0 0,-1 1 0 0 0,1-1-1 0 0,0 0 1 0 0,-1 0 0 0 0,1 0-1 0 0,1-1 1 0 0,7-5-353 0 0,0-1 0 0 0,-1 0-1 0 0,0 0 1 0 0,-1 0 0 0 0,0-1 0 0 0,0-1-1 0 0,-1 0 1 0 0,0 0 0 0 0,0 0 0 0 0,-1 0 0 0 0,-1-1-1 0 0,0 0 1 0 0,4-14 0 0 0,-4 10 527 0 0,-2 0 1 0 0,0 0 0 0 0,-1-1-1 0 0,0 1 1 0 0,-1-1-1 0 0,-1 1 1 0 0,0-1-1 0 0,-2 0 1 0 0,-4-26-1 0 0,3 26 471 0 0,-3-16 1246 0 0,-1 1 1 0 0,-1 0-1 0 0,-24-58 0 0 0,32 89-1829 0 0,0 0 0 0 0,0 0 0 0 0,0-1-1 0 0,0 1 1 0 0,0 0 0 0 0,0 0 0 0 0,0-1-1 0 0,0 1 1 0 0,0 0 0 0 0,0 0 0 0 0,0-1 0 0 0,0 1-1 0 0,0 0 1 0 0,0 0 0 0 0,-1-1 0 0 0,1 1-1 0 0,0 0 1 0 0,0 0 0 0 0,0-1 0 0 0,0 1-1 0 0,-1 0 1 0 0,1 0 0 0 0,0 0 0 0 0,0-1-1 0 0,0 1 1 0 0,-1 0 0 0 0,1 0 0 0 0,0 0-1 0 0,0 0 1 0 0,0 0 0 0 0,-1 0 0 0 0,1-1-1 0 0,0 1 1 0 0,0 0 0 0 0,-1 0 0 0 0,1 0-1 0 0,0 0 1 0 0,0 0 0 0 0,-1 0 0 0 0,1 0 0 0 0,0 0-1 0 0,-1 0 1 0 0,1 0 0 0 0,0 0 0 0 0,0 0-1 0 0,-1 0 1 0 0,1 0 0 0 0,0 0 0 0 0,0 1-1 0 0,-1-1 1 0 0,1 0 0 0 0,0 0 0 0 0,0 0-1 0 0,0 0 1 0 0,-1 0 0 0 0,1 0 0 0 0,0 1-1 0 0,-6 21 341 0 0,2 30-172 0 0,6-18-149 0 0,1-1-1 0 0,2 0 1 0 0,1 0-1 0 0,1 0 1 0 0,2 0-1 0 0,2-1 1 0 0,0-1 0 0 0,19 35-1 0 0,-11-30-1303 0 0,39 54 0 0 0,-41-68-6398 0 0</inkml:trace>
</inkml:ink>
</file>

<file path=ppt/ink/ink2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6.6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0 7834 0 0,'-6'6'10282'0'0,"6"-5"-10080"0"0,1 23 3033 0 0,13 40-4553 0 0,-11-49 2464 0 0,4 15-1002 0 0,1-1 1 0 0,1 1 0 0 0,2-2 0 0 0,1 1 0 0 0,29 49-1 0 0,-35-68-112 0 0,1 1-1 0 0,0-1 0 0 0,0-1 1 0 0,1 0-1 0 0,0 0 0 0 0,1 0 1 0 0,0-1-1 0 0,0 0 0 0 0,1-1 0 0 0,0 0 1 0 0,0 0-1 0 0,0-1 0 0 0,1-1 1 0 0,0 1-1 0 0,0-2 0 0 0,1 0 1 0 0,20 5-1 0 0,-29-8 2 0 0,1-1 1 0 0,-1 1-1 0 0,1-1 0 0 0,-1 0 1 0 0,1 0-1 0 0,0 0 0 0 0,-1-1 1 0 0,1 1-1 0 0,-1-1 0 0 0,1 0 1 0 0,-1 0-1 0 0,0 0 1 0 0,1 0-1 0 0,-1-1 0 0 0,0 1 1 0 0,0-1-1 0 0,0 0 0 0 0,0 0 1 0 0,0 0-1 0 0,4-4 0 0 0,-4 2-38 0 0,1 0-1 0 0,-1 0 1 0 0,-1 0-1 0 0,1-1 1 0 0,-1 1-1 0 0,1-1 1 0 0,-1 0-1 0 0,-1 1 0 0 0,1-1 1 0 0,-1 0-1 0 0,0 0 1 0 0,0 0-1 0 0,1-9 1 0 0,-1-2-1268 0 0,-1 1-4072 0 0</inkml:trace>
</inkml:ink>
</file>

<file path=ppt/ink/ink2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7.0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316 18 5985 0 0,'-6'-3'314'0'0,"1"1"0"0"0,-1-1-1 0 0,0 1 1 0 0,1 0-1 0 0,-1 1 1 0 0,0-1 0 0 0,0 1-1 0 0,0 0 1 0 0,0 1 0 0 0,0 0-1 0 0,0-1 1 0 0,-1 2-1 0 0,1-1 1 0 0,0 1 0 0 0,0 0-1 0 0,0 0 1 0 0,-11 4-1 0 0,5-1 597 0 0,0 1 0 0 0,0 0 0 0 0,0 1-1 0 0,1 0 1 0 0,0 0 0 0 0,0 1-1 0 0,-15 14 1 0 0,13-10-241 0 0,0 2 0 0 0,2-1 0 0 0,-18 24 0 0 0,26-32-649 0 0,0 1 1 0 0,1-1-1 0 0,-1 0 1 0 0,1 1-1 0 0,0-1 1 0 0,0 1-1 0 0,0 0 1 0 0,1 0-1 0 0,-1 0 1 0 0,1 0 0 0 0,1 0-1 0 0,-1 0 1 0 0,1 0-1 0 0,-1 0 1 0 0,1 0-1 0 0,2 10 1 0 0,-2-13-98 0 0,1 0 0 0 0,0 0 0 0 0,0 0-1 0 0,0 0 1 0 0,0 1 0 0 0,0-1 0 0 0,0 0 0 0 0,0-1 0 0 0,1 1 0 0 0,-1 0 0 0 0,0 0 0 0 0,1 0 0 0 0,0-1 0 0 0,-1 1 0 0 0,1-1 0 0 0,0 0 0 0 0,0 1 0 0 0,0-1 0 0 0,0 0 0 0 0,0 0 0 0 0,0 0 0 0 0,0 0 0 0 0,1 0 0 0 0,-1-1-1 0 0,0 1 1 0 0,0-1 0 0 0,1 1 0 0 0,-1-1 0 0 0,0 0 0 0 0,0 0 0 0 0,1 0 0 0 0,-1 0 0 0 0,0 0 0 0 0,1-1 0 0 0,-1 1 0 0 0,0-1 0 0 0,4-1 0 0 0,4 0-368 0 0,-1-1-1 0 0,0-1 1 0 0,0 1 0 0 0,0-1 0 0 0,0-1 0 0 0,-1 0 0 0 0,12-9-1 0 0,-12 8 363 0 0,0-1 0 0 0,-1 0 1 0 0,0 0-1 0 0,0-1 0 0 0,0 0 0 0 0,-1 0 0 0 0,5-11 0 0 0,15-32 6839 0 0,-21 82-6258 0 0,-4-18-431 0 0,0-1-1 0 0,0 1 1 0 0,6 21-1 0 0,-5-29-175 0 0,0 0 0 0 0,0 0 0 0 0,0 0 0 0 0,1-1 0 0 0,0 1 0 0 0,-1 0 0 0 0,2-1-1 0 0,-1 0 1 0 0,0 1 0 0 0,1-1 0 0 0,6 5 0 0 0,9 5-1022 0 0</inkml:trace>
</inkml:ink>
</file>

<file path=ppt/ink/ink2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7.3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158 48 3225 0 0,'-1'-2'396'0'0,"0"-1"0"0"0,0 1 0 0 0,0-1 0 0 0,0 1 0 0 0,0-1 0 0 0,0 1 0 0 0,-1 0 0 0 0,1-1 0 0 0,-1 1 1 0 0,0 0-1 0 0,0 0 0 0 0,0 0 0 0 0,0 0 0 0 0,0 1 0 0 0,0-1 0 0 0,0 0 0 0 0,0 1 0 0 0,-1 0 0 0 0,1-1 0 0 0,-1 1 1 0 0,1 0-1 0 0,-1 0 0 0 0,1 0 0 0 0,-1 1 0 0 0,0-1 0 0 0,1 1 0 0 0,-1-1 0 0 0,0 1 0 0 0,1 0 0 0 0,-6 0 0 0 0,4 0-59 0 0,0 1 1 0 0,0-1-1 0 0,1 1 0 0 0,-1 0 0 0 0,0 0 0 0 0,0 0 0 0 0,0 0 0 0 0,1 0 0 0 0,-1 1 0 0 0,0 0 0 0 0,1 0 0 0 0,0 0 1 0 0,-1 0-1 0 0,1 0 0 0 0,0 1 0 0 0,0 0 0 0 0,0-1 0 0 0,1 1 0 0 0,-1 0 0 0 0,-3 6 0 0 0,4-6-275 0 0,-1 1 0 0 0,2 0 0 0 0,-1 0 1 0 0,0 0-1 0 0,1 0 0 0 0,0 0 0 0 0,0 0 0 0 0,0 0 0 0 0,0 1 0 0 0,1-1 0 0 0,-1 0 0 0 0,1 1 0 0 0,0-1 0 0 0,0 0 1 0 0,1 0-1 0 0,0 1 0 0 0,-1-1 0 0 0,1 0 0 0 0,1 0 0 0 0,-1 0 0 0 0,0 0 0 0 0,4 6 0 0 0,-3-6-184 0 0,1 1 1 0 0,0-1-1 0 0,1 0 0 0 0,-1 0 1 0 0,0 0-1 0 0,1-1 0 0 0,7 6 0 0 0,-5-5-918 0 0,0 0-1 0 0,0 0 1 0 0,0-1-1 0 0,0 0 0 0 0,13 4 1 0 0,0-2-6183 0 0</inkml:trace>
</inkml:ink>
</file>

<file path=ppt/ink/ink2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8.0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102 81 5065 0 0,'-3'-2'730'0'0,"-1"1"-1"0"0,1 0 1 0 0,-1 0-1 0 0,1 0 1 0 0,-1 1 0 0 0,0-1-1 0 0,1 1 1 0 0,-1 0-1 0 0,1 0 1 0 0,-1 0 0 0 0,-4 1-1 0 0,-8-1 1694 0 0,-6 2 983 0 0,22-2-3351 0 0,0 0-1 0 0,0 0 1 0 0,0 0-1 0 0,1 0 1 0 0,-1 0-1 0 0,0 0 0 0 0,0 1 1 0 0,0-1-1 0 0,0 0 1 0 0,1 0-1 0 0,-1 0 1 0 0,0 0-1 0 0,0 1 1 0 0,0-1-1 0 0,0 0 1 0 0,0 0-1 0 0,0 1 1 0 0,0-1-1 0 0,0 0 1 0 0,0 0-1 0 0,0 0 0 0 0,0 1 1 0 0,1-1-1 0 0,-1 0 1 0 0,0 0-1 0 0,0 0 1 0 0,-1 1-1 0 0,1-1 1 0 0,0 0-1 0 0,0 0 1 0 0,0 1-1 0 0,0-1 1 0 0,0 0-1 0 0,0 0 1 0 0,0 0-1 0 0,0 1 0 0 0,0-1 1 0 0,0 0-1 0 0,0 0 1 0 0,-1 0-1 0 0,1 0 1 0 0,0 1-1 0 0,0-1 1 0 0,0 0-1 0 0,0 0 1 0 0,-1 0-1 0 0,0 1 598 0 0,18 12-535 0 0,-2 1-90 0 0,-13-12-884 0 0,-3-22-7970 0 0,2 18 8701 0 0,0 1-1 0 0,1-3 1 0 0,-1 3 118 0 0,0 0 0 0 0,-1 0 0 0 0,1 0 0 0 0,0 0 0 0 0,-1 0 0 0 0,1 0-1 0 0,-1 0 1 0 0,1 0 0 0 0,-1 0 0 0 0,0 0 0 0 0,1 0 0 0 0,-1 0 0 0 0,0 0 0 0 0,0 0 0 0 0,0-1 0 0 0,1 1 0 0 0,-1 0 0 0 0,-1 0 0 0 0,1 0 0 0 0,0 0 0 0 0,0 0 0 0 0,0 0 0 0 0,0 0 0 0 0,-1-1 0 0 0,1 1 0 0 0,-1 0-1 0 0,1 0 1 0 0,-1 0 0 0 0,1 0 0 0 0,-1 0 0 0 0,1 0 0 0 0,-1 1 0 0 0,0-1 0 0 0,0 0 0 0 0,0-1 0 0 0,-51-48 8682 0 0,64 190-6803 0 0,-9-92-1808 0 0,25 225 134 0 0,-22-242-217 0 0,1 1 0 0 0,2-1 0 0 0,1 0 0 0 0,2-1 0 0 0,1-1 0 0 0,24 43 0 0 0,-7-23-827 0 0,-18-27-26 0 0</inkml:trace>
</inkml:ink>
</file>

<file path=ppt/ink/ink2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8.2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286 52 920 0 0,'1'-3'-414'0'0,"1"0"698"0"0,0 0 0 0 0,0 0 0 0 0,-1 0 0 0 0,0 0-1 0 0,0-1 1 0 0,0 1 0 0 0,0 0 0 0 0,1-7 0 0 0,-2 9-101 0 0,0 1 1 0 0,0-1-1 0 0,-1 1 1 0 0,1-1-1 0 0,0 1 1 0 0,-4-6 2201 0 0,4 6-2201 0 0,-1 0-1 0 0,1-1 1 0 0,-1 1-1 0 0,0-1 1 0 0,-23-1 3975 0 0,12 3-3530 0 0,0 1 1 0 0,0 0 0 0 0,0 1-1 0 0,0 1 1 0 0,1-1 0 0 0,-1 2-1 0 0,1 0 1 0 0,0 0 0 0 0,-16 11-1 0 0,6-2 73 0 0,1 1 0 0 0,1 1 0 0 0,-30 30 0 0 0,47-44-626 0 0,-1 1 0 0 0,1-1-1 0 0,0 1 1 0 0,0-1 0 0 0,0 1-1 0 0,0 0 1 0 0,0 0 0 0 0,1 0-1 0 0,-1 0 1 0 0,1 0-1 0 0,0 0 1 0 0,0 0 0 0 0,0 0-1 0 0,0 1 1 0 0,0-1 0 0 0,1 0-1 0 0,0 1 1 0 0,-1-1 0 0 0,1 4-1 0 0,1-5-44 0 0,0 1 0 0 0,0 0-1 0 0,0-1 1 0 0,1 1 0 0 0,-1-1 0 0 0,0 1 0 0 0,1-1-1 0 0,0 0 1 0 0,-1 1 0 0 0,1-1 0 0 0,0 0-1 0 0,0 0 1 0 0,0 0 0 0 0,0-1 0 0 0,1 1 0 0 0,-1 0-1 0 0,1-1 1 0 0,-1 0 0 0 0,1 1 0 0 0,-1-1-1 0 0,1 0 1 0 0,4 1 0 0 0,11 4 33 0 0,0-1 1 0 0,0-1-1 0 0,1 0 1 0 0,-1-2-1 0 0,33 2 0 0 0,94-11-2117 0 0,-136 6 1679 0 0,18-1-7155 0 0</inkml:trace>
</inkml:ink>
</file>

<file path=ppt/ink/ink2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28.4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1 11522 0 0,'-1'3'513'0'0,"1"-2"95"0"0,0 1-480 0 0,0-1-128 0 0,1-1 0 0 0,1 0 0 0 0,-1 0 0 0 0,1 0-104 0 0,1 2 16 0 0,1-2 8 0 0,0 0 80 0 0</inkml:trace>
</inkml:ink>
</file>

<file path=ppt/ink/ink2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45.37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0 317 4145 0 0,'261'-165'5232'0'0,"-206"131"-3754"0"0,60-27 0 0 0,-90 50-1673 0 0,0 1 0 0 0,1 1 0 0 0,0 1 0 0 0,1 1 0 0 0,29-4-1 0 0,-39 10-2592 0 0,-1 2-825 0 0</inkml:trace>
</inkml:ink>
</file>

<file path=ppt/ink/ink2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46.48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32 7 1840 0 0,'-17'-7'12123'0'0,"14"13"-12034"0"0,1-1-1 0 0,0 0 1 0 0,0 0-1 0 0,1 1 1 0 0,-1-1-1 0 0,1 1 1 0 0,0 0-1 0 0,1-1 1 0 0,-1 1 0 0 0,1 0-1 0 0,0-1 1 0 0,1 1-1 0 0,-1 0 1 0 0,2 5-1 0 0,50 259 614 0 0,-39-209-644 0 0,21 65 14 0 0,5 31-16 0 0,5 28 62 0 0,-41-168-90 0 0,-2 0-1 0 0,0 0 1 0 0,-2 0 0 0 0,0 0-1 0 0,-3 19 1 0 0,2-19 12 0 0,0-1-1 0 0,1 1 0 0 0,1 0 1 0 0,0 0-1 0 0,4 18 1 0 0,-3-31-35 0 0,0 0 1 0 0,0-1 0 0 0,1 1-1 0 0,-1-1 1 0 0,1 0 0 0 0,0 1 0 0 0,0-1-1 0 0,0 0 1 0 0,4 3 0 0 0,-4-3 33 0 0,1 0 1 0 0,-1 1-1 0 0,0-1 0 0 0,0 0 1 0 0,0 1-1 0 0,0-1 1 0 0,-1 1-1 0 0,2 3 1 0 0,-3-4-18 0 0,1 0 0 0 0,-1 0 1 0 0,1 0-1 0 0,0-1 0 0 0,0 1 1 0 0,0 0-1 0 0,0-1 0 0 0,1 1 0 0 0,-1 0 1 0 0,1-1-1 0 0,0 0 0 0 0,-1 1 1 0 0,1-1-1 0 0,0 0 0 0 0,0 0 1 0 0,0 0-1 0 0,1 0 0 0 0,-1 0 1 0 0,0-1-1 0 0,1 1 0 0 0,-1-1 0 0 0,1 1 1 0 0,0-1-1 0 0,-1 0 0 0 0,1 0 1 0 0,0 0-1 0 0,0 0 0 0 0,-1-1 1 0 0,1 1-1 0 0,0-1 0 0 0,0 0 1 0 0,5 0-1 0 0,116 13 103 0 0,-63-5-5 0 0,0-3-1 0 0,85-3 1 0 0,-91-9 187 0 0,86-21 0 0 0,-57 9-124 0 0,-81 19-209 0 0,-1-1-1 0 0,1 1 1 0 0,-1 0-1 0 0,1 0 0 0 0,0 0 1 0 0,-1 0-1 0 0,1 0 1 0 0,-1 1-1 0 0,1-1 1 0 0,0 1-1 0 0,-1-1 0 0 0,1 1 1 0 0,-1 0-1 0 0,0 0 1 0 0,1 0-1 0 0,-1 0 0 0 0,0 1 1 0 0,1-1-1 0 0,-1 1 1 0 0,0-1-1 0 0,0 1 0 0 0,0 0 1 0 0,0 0-1 0 0,-1 0 1 0 0,1 0-1 0 0,1 2 1 0 0,4 3-794 0 0</inkml:trace>
</inkml:ink>
</file>

<file path=ppt/ink/ink2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48.90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297 31 2304 0 0,'-17'-5'1408'0'0,"-1"1"0"0"0,1 1 0 0 0,0 0 0 0 0,-37 0 1528 0 0,57 3-2027 0 0,14-1-355 0 0,11 0-590 0 0,17-3 447 0 0,1 2 1 0 0,0 1 0 0 0,47 7 0 0 0,-76-5-307 0 0,1-1 0 0 0,33-5 0 0 0,12-1 437 0 0,-67 8-380 0 0,1 0 0 0 0,-1-1 0 0 0,1 1 0 0 0,0 0 0 0 0,0 1 0 0 0,-1-1 0 0 0,1 0 0 0 0,1 1 0 0 0,-1 0 0 0 0,0 0 0 0 0,1 0 0 0 0,-3 3 0 0 0,-3 3 125 0 0,4-4-247 0 0,1-1 0 0 0,0 0-1 0 0,0 1 1 0 0,1-1 0 0 0,-1 1 0 0 0,1 0 0 0 0,0 0 0 0 0,0 0 0 0 0,1 0 0 0 0,-2 9 0 0 0,-6 58 512 0 0,8-62-530 0 0,-2 89 56 0 0,4-1 1 0 0,16 113-1 0 0,8-55-78 0 0,0-9 0 0 0,-17-76 0 0 0,-3 0 0 0 0,-2 0 0 0 0,-12 114 0 0 0,7-172 8 0 0,0-6 6 0 0,1 0 1 0 0,0 0-1 0 0,1 0 1 0 0,-1 0-1 0 0,1 0 0 0 0,1 0 1 0 0,-1 0-1 0 0,1 0 1 0 0,0 0-1 0 0,1 0 1 0 0,3 10-1 0 0,-103-1 2888 0 0,26 7-2504 0 0,-103 47-1 0 0,51-18-586 0 0,33-15-3212 0 0,64-27-3456 0 0</inkml:trace>
</inkml:ink>
</file>

<file path=ppt/ink/ink2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53.63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57 166 1376 0 0,'0'-1'5'0'0,"-1"0"-1"0"0,1 0 0 0 0,-1 0 1 0 0,0-1-1 0 0,1 1 1 0 0,-1 0-1 0 0,0 0 1 0 0,0 0-1 0 0,0 0 0 0 0,0 0 1 0 0,0 0-1 0 0,0 0 1 0 0,0 1-1 0 0,0-1 0 0 0,0 0 1 0 0,0 0-1 0 0,0 1 1 0 0,0-1-1 0 0,-2 0 0 0 0,-25-8 20 0 0,18 7 104 0 0,11-2 209 0 0,20-8 691 0 0,37-9 512 0 0,26 8-612 0 0,0 3 0 0 0,125 1 1 0 0,-42 20 76 0 0,-101-5-496 0 0,70-2 1 0 0,222-31 959 0 0,117-2-256 0 0,-108 13-1064 0 0,0 0-195 0 0,355 35 86 0 0,-298-4-20 0 0,-115-6 29 0 0,-68 15-37 0 0,6-1-13 0 0,-135-18 79 0 0,311 28-92 0 0,-331-19 3 0 0,-13-3-208 0 0,135 37 1 0 0,-199-42-672 0 0,-1 0 1 0 0,1 1 0 0 0,22 15 0 0 0,-26-14-670 0 0,8 3-1359 0 0</inkml:trace>
</inkml:ink>
</file>

<file path=ppt/ink/ink2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2:55.30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32 1840 0 0,'1'-2'170'0'0,"-1"0"-1"0"0,1 1 1 0 0,0-1-1 0 0,0 0 1 0 0,0 1-1 0 0,0-1 1 0 0,0 0-1 0 0,0 1 1 0 0,0-1-1 0 0,0 1 1 0 0,1 0-1 0 0,-1-1 0 0 0,0 1 1 0 0,1 0-1 0 0,-1 0 1 0 0,1 0-1 0 0,0 0 1 0 0,-1 0-1 0 0,1 0 1 0 0,0 1-1 0 0,-1-1 1 0 0,1 0-1 0 0,0 1 1 0 0,0-1-1 0 0,0 1 0 0 0,0 0 1 0 0,2 0-1 0 0,8 0 26 0 0,1 0 0 0 0,0 1 0 0 0,-1 1 0 0 0,1 0-1 0 0,0 1 1 0 0,-1 0 0 0 0,14 6 0 0 0,38 8 124 0 0,39-4-275 0 0,121 1 1 0 0,13 0 36 0 0,-190-8 13 0 0,1 1-1 0 0,88 28 1 0 0,-87-21-76 0 0,1-1 1 0 0,73 8 0 0 0,105-1 45 0 0,-44-5-40 0 0,-14 7 190 0 0,157 11 403 0 0,-260-28-538 0 0,-1 4 1 0 0,1 2 0 0 0,86 27-1 0 0,108 19 44 0 0,220-20 16 0 0,-402-35-72 0 0,-40 0 30 0 0,0-2 1 0 0,49-5 0 0 0,0-8 82 0 0,226-36 1334 0 0,-251 41-1508 0 0,0 2 0 0 0,0 3-1 0 0,113 10 1 0 0,-128-4 24 0 0,-12-3 152 0 0,-1-2 1 0 0,1-1-1 0 0,54-13 0 0 0,-19 4 391 0 0,-16 5-172 0 0,78 1 0 0 0,-132 6-390 0 0,0 0 0 0 0,1 1 0 0 0,-1-1 0 0 0,0 0-1 0 0,0 1 1 0 0,0-1 0 0 0,0 1 0 0 0,0-1 0 0 0,0 1-1 0 0,0-1 1 0 0,0 1 0 0 0,0 0 0 0 0,0 0 0 0 0,-1-1-1 0 0,1 1 1 0 0,0 0 0 0 0,0 0 0 0 0,-1 0 0 0 0,1 0-1 0 0,1 2 1 0 0,0 3-11 0 0</inkml:trace>
</inkml:ink>
</file>

<file path=ppt/ink/ink2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3:52.70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392 111 1840 0 0,'-14'-37'3076'0'0,"-18"-36"0"0"0,13 123-2536 0 0,-29 118-658 0 0,7 3-1 0 0,-22 201 0 0 0,1 354-303 0 0,-22 406-1475 0 0,70-960 1589 0 0,-1 525 2663 0 0,17-635-1984 0 0,6 328-7 0 0,-8-359-3490 0 0</inkml:trace>
</inkml:ink>
</file>

<file path=ppt/ink/ink2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3:55.25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142 711 4145 0 0,'1'-1'19'0'0,"-1"0"0"0"0,0 0 1 0 0,0 0-1 0 0,1 0 0 0 0,-1 1 0 0 0,1-1 1 0 0,-1 0-1 0 0,1 0 0 0 0,-1 0 0 0 0,1 1 1 0 0,0-1-1 0 0,-1 0 0 0 0,1 1 0 0 0,0-1 1 0 0,-1 0-1 0 0,1 1 0 0 0,0-1 0 0 0,0 1 1 0 0,0-1-1 0 0,0 1 0 0 0,-1-1 0 0 0,1 1 1 0 0,0 0-1 0 0,2-1 0 0 0,29-7-96 0 0,-20 5 113 0 0,372-114 1044 0 0,-193 55 120 0 0,339-64 1 0 0,-72 68-192 0 0,-24 4-790 0 0,12 11 81 0 0,-198 26-279 0 0,316-33 203 0 0,-188 20-213 0 0,-174 17-11 0 0,-3 0 89 0 0,131-12-23 0 0,585-31 44 0 0,-604 42-27 0 0,-63 10-53 0 0,357 38 0 0 0,99 14 31 0 0,-146-13 85 0 0,-460-22-156 0 0,156 42 1 0 0,-67-12 209 0 0,-94-24 147 0 0,0 5-1 0 0,-2 3 1 0 0,-1 4-1 0 0,101 51 1 0 0,-153-64 108 0 0,-26-14-361 0 0,0 1 0 0 0,0 1-1 0 0,-1 0 1 0 0,1 1 0 0 0,-1 0-1 0 0,-1 1 1 0 0,1 0 0 0 0,-1 1-1 0 0,11 12 1 0 0,-19-19-37 0 0,0-1-1 0 0,0 0 1 0 0,0 1-1 0 0,0-1 1 0 0,0 0-1 0 0,0 0 1 0 0,0 0-1 0 0,0 0 1 0 0,1 0 0 0 0,-1 0-1 0 0,0-1 1 0 0,1 1-1 0 0,-1-1 1 0 0,0 0-1 0 0,1 0 1 0 0,-1 0-1 0 0,1 0 1 0 0,2 0 0 0 0,-2 0 3 0 0,1 0 1 0 0,0 0-1 0 0,-1 0 1 0 0,1 1-1 0 0,-1-1 1 0 0,1 1 0 0 0,-1 0-1 0 0,0 0 1 0 0,6 3-1 0 0,-4 0-28 0 0,0 0 0 0 0,0 0 0 0 0,0 0 0 0 0,-1 1 0 0 0,1 0 0 0 0,-1 0 1 0 0,0 0-1 0 0,-1 1 0 0 0,5 6 0 0 0,24 59 98 0 0,-19-39 67 0 0,15 38-108 0 0,-3 1 0 0 0,-3 2 0 0 0,-3 0 0 0 0,-4 1 0 0 0,9 106-1 0 0,-8 384-387 0 0,-13-172 265 0 0,15 102 34 0 0,14 271 0 0 0,-13 110-5 0 0,-13-289 2 0 0,-2-462 10 0 0,2 292 60 0 0,-2-220 1120 0 0,0-41-359 0 0,-4-155-823 0 0,0 1 0 0 0,0-1 0 0 0,0 0 0 0 0,0 0 0 0 0,0 0 0 0 0,0 0 0 0 0,0 1 0 0 0,0-1-1 0 0,0 0 1 0 0,0 0 0 0 0,0 0 0 0 0,0 1 0 0 0,0-1 0 0 0,-1 0 0 0 0,1 0 0 0 0,0 0 0 0 0,0 0 0 0 0,0 0 0 0 0,0 1 0 0 0,0-1 0 0 0,-1 0 0 0 0,1 0 0 0 0,0 0 0 0 0,0 0 0 0 0,0 0 0 0 0,0 0-1 0 0,-1 0 1 0 0,1 0 0 0 0,0 0 0 0 0,0 0 0 0 0,0 1 0 0 0,-1-1 0 0 0,1 0 0 0 0,0 0 0 0 0,0 0 0 0 0,0 0 0 0 0,-1 0 0 0 0,1 0 0 0 0,0-1 0 0 0,0 1 0 0 0,-1 0 0 0 0,-13-4 468 0 0,-15-10 369 0 0,27 13-813 0 0,-29-16-8 0 0,-1 2 0 0 0,0 2 0 0 0,-1 0 0 0 0,-1 3 0 0 0,1 0 0 0 0,-56-7 0 0 0,3 6-260 0 0,-409-41 231 0 0,303 39-263 0 0,-150-3-262 0 0,-334-10 149 0 0,157-26-125 0 0,461 45 466 0 0,-740-106-1105 0 0,581 73 1392 0 0,-118-19-98 0 0,-239-63-96 0 0,438 89-46 0 0,-73-20-21 0 0,-259-53-38 0 0,-521-78 55 0 0,874 159 6 0 0,-200-33 241 0 0,-302 9-116 0 0,25-16 4 0 0,510 53-110 0 0,-128-26 99 0 0,-264-83 0 0 0,22-6-460 0 0,415 118 645 0 0,-65-8 0 0 0,67 12-77 0 0,0-1 1 0 0,-42-13-1 0 0,63 11-320 0 0,15 5-107 0 0</inkml:trace>
</inkml:ink>
</file>

<file path=ppt/ink/ink2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21.72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41 167 3681 0 0,'-3'-9'379'0'0,"0"1"1"0"0,1-1-1 0 0,-1 0 0 0 0,2 0 1 0 0,-1 0-1 0 0,1 0 1 0 0,1-11-1 0 0,-1 11 238 0 0,1 0 0 0 0,-1 0 0 0 0,0 0-1 0 0,-1 1 1 0 0,0-1 0 0 0,-1 0 0 0 0,-9-14 4721 0 0,11 24-5252 0 0,-2 13 1681 0 0,3 19-859 0 0,115 822 1461 0 0,-110-827-2247 0 0,-1 0 1 0 0,0 30-1 0 0,-4-48-575 0 0,0 0-1 0 0,0-1 1 0 0,-1 1-1 0 0,-1 0 1 0 0,0-1-1 0 0,0 1 1 0 0,-1-1-1 0 0,0 0 1 0 0,-7 16-1 0 0</inkml:trace>
</inkml:ink>
</file>

<file path=ppt/ink/ink2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22.04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32 138 9218 0 0,'-2'0'55'0'0,"0"-1"0"0"0,1 0 0 0 0,-1 1 0 0 0,0-1 0 0 0,1 0 0 0 0,-1 0 0 0 0,0 0 0 0 0,1-1 0 0 0,0 1 0 0 0,-1 0 0 0 0,1 0 0 0 0,0-1 0 0 0,-1 1 0 0 0,1-1 0 0 0,0 1 0 0 0,0-1 0 0 0,0 0 0 0 0,0 1 0 0 0,1-1 0 0 0,-1 0 0 0 0,0 0 0 0 0,1 1 0 0 0,-1-1 0 0 0,1 0 0 0 0,-1 0 0 0 0,1 0 0 0 0,0 0 0 0 0,0 1 0 0 0,0-1 0 0 0,0 0 0 0 0,0 0 0 0 0,0 0 0 0 0,1 0 0 0 0,-1 0 0 0 0,1 0 0 0 0,-1 1 0 0 0,1-1 0 0 0,0 0 0 0 0,-1 0 0 0 0,1 1 0 0 0,0-1 0 0 0,0 1 0 0 0,0-1 0 0 0,1 0 0 0 0,-1 1 0 0 0,0 0 0 0 0,0-1 0 0 0,1 1 0 0 0,-1 0 0 0 0,1 0 0 0 0,-1 0 0 0 0,1 0 0 0 0,1-1 0 0 0,8-5 212 0 0,-1 1 1 0 0,1 1-1 0 0,-1 0 0 0 0,2 1 1 0 0,-1 0-1 0 0,0 0 0 0 0,19-3 1 0 0,84-7 928 0 0,-90 13-1144 0 0,-1 0-1 0 0,0 2 1 0 0,0 0-1 0 0,0 1 1 0 0,0 2-1 0 0,0 0 1 0 0,31 11-1 0 0,-42-11-428 0 0,-1 1 0 0 0,1 0 0 0 0,-1 1 0 0 0,-1 0 0 0 0,1 0 0 0 0,-1 1 0 0 0,0 0 0 0 0,0 1 0 0 0,-1 0 0 0 0,0 1 0 0 0,-1 0 0 0 0,1 0 0 0 0,-2 1 0 0 0,1 0 0 0 0,8 17 0 0 0,-5-4-3357 0 0</inkml:trace>
</inkml:ink>
</file>

<file path=ppt/ink/ink2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22.27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68 6913 0 0,'0'0'67'0'0,"0"0"0"0"0,0 0 0 0 0,-1 0 0 0 0,1 0 0 0 0,0 0-1 0 0,0 1 1 0 0,-1-1 0 0 0,1 0 0 0 0,0 0 0 0 0,0 0 0 0 0,-1 1-1 0 0,1-1 1 0 0,0 0 0 0 0,0 0 0 0 0,0 1 0 0 0,-1-1 0 0 0,1 0 0 0 0,0 0-1 0 0,0 1 1 0 0,0-1 0 0 0,0 0 0 0 0,0 1 0 0 0,0-1 0 0 0,0 0-1 0 0,0 1 1 0 0,0-1 0 0 0,0 0 0 0 0,0 1 0 0 0,0-1 0 0 0,0 0-1 0 0,0 0 1 0 0,0 1 0 0 0,0-1 0 0 0,0 0 0 0 0,0 1 0 0 0,0-1-1 0 0,0 0 1 0 0,0 1 0 0 0,0-1 0 0 0,1 0 0 0 0,-1 0 0 0 0,0 1-1 0 0,0-1 1 0 0,0 0 0 0 0,1 0 0 0 0,-1 1 0 0 0,0-1 0 0 0,0 0-1 0 0,1 0 1 0 0,-1 0 0 0 0,0 1 0 0 0,0-1 0 0 0,1 0 0 0 0,-1 0-1 0 0,0 0 1 0 0,0 0 0 0 0,1 0 0 0 0,-1 0 0 0 0,0 0 0 0 0,1 1-1 0 0,19 6 2177 0 0,3-9-1452 0 0,0-1-1 0 0,-1-1 0 0 0,1-2 1 0 0,-1 0-1 0 0,27-11 0 0 0,14-4-670 0 0,22-3-1646 0 0,-62 18 232 0 0</inkml:trace>
</inkml:ink>
</file>

<file path=ppt/ink/ink2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22.56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37 7 9218 0 0,'-3'-7'9891'0'0,"-5"21"-7850"0"0,-4 25-1930 0 0,5 19 134 0 0,3 0 1 0 0,2 0 0 0 0,9 90 0 0 0,-4-101-193 0 0,-2-17-52 0 0,4 46 67 0 0,-4-70-71 0 0,0 1-1 0 0,1 0 0 0 0,-1-1 0 0 0,2 1 0 0 0,-1-1 0 0 0,1 0 0 0 0,-1 0 0 0 0,7 9 0 0 0,-1-6-252 0 0,1-4-86 0 0</inkml:trace>
</inkml:ink>
</file>

<file path=ppt/ink/ink2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24.20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102 214 2304 0 0,'-1'0'61'0'0,"-9"1"363"0"0,0-1 0 0 0,0 0-1 0 0,1-1 1 0 0,-1 0 0 0 0,0-1 0 0 0,0 0 0 0 0,1 0 0 0 0,-12-5 0 0 0,21 7-396 0 0,0 0 1 0 0,0 0-1 0 0,0 0 1 0 0,0 0-1 0 0,0 0 1 0 0,0 0-1 0 0,0-1 0 0 0,0 1 1 0 0,0 0-1 0 0,0 0 1 0 0,-1 0-1 0 0,1 0 1 0 0,0 0-1 0 0,0 0 1 0 0,0 0-1 0 0,0 0 0 0 0,0 0 1 0 0,0 0-1 0 0,0-1 1 0 0,0 1-1 0 0,0 0 1 0 0,0 0-1 0 0,0 0 0 0 0,0 0 1 0 0,0 0-1 0 0,0 0 1 0 0,0 0-1 0 0,0 0 1 0 0,0-1-1 0 0,0 1 1 0 0,0 0-1 0 0,0 0 0 0 0,0 0 1 0 0,0 0-1 0 0,0 0 1 0 0,0 0-1 0 0,0 0 1 0 0,0 0-1 0 0,0-1 0 0 0,0 1 1 0 0,0 0-1 0 0,0 0 1 0 0,0 0-1 0 0,1 0 1 0 0,-1 0-1 0 0,0 0 1 0 0,0 0-1 0 0,0 0 0 0 0,0 0 1 0 0,0 0-1 0 0,0 0 1 0 0,0 0-1 0 0,0-1 1 0 0,0 1-1 0 0,0 0 0 0 0,1 0 1 0 0,9-5 876 0 0,10-2 135 0 0,426-77 5081 0 0,-58 36-4937 0 0,-202 28-839 0 0,-109 10-238 0 0,-12 0 158 0 0,0 4-1 0 0,0 2 1 0 0,68 5-1 0 0,-119 3-127 0 0,-14-4-154 0 0,0 0 0 0 0,0 0 0 0 0,1 0 0 0 0,-1 1-1 0 0,0-1 1 0 0,0 0 0 0 0,0 0 0 0 0,0 0 0 0 0,1 0 0 0 0,-1 1 0 0 0,0-1 0 0 0,0 0 0 0 0,0 0-1 0 0,0 0 1 0 0,0 1 0 0 0,0-1 0 0 0,1 0 0 0 0,-1 0 0 0 0,0 1 0 0 0,0-1 0 0 0,0 0 0 0 0,0 0 0 0 0,0 1-1 0 0,0-1 1 0 0,0 0 0 0 0,0 0 0 0 0,0 0 0 0 0,0 1 0 0 0,0-1 0 0 0,0 0 0 0 0,0 0 0 0 0,-1 1 0 0 0,1-1-1 0 0,0 0 1 0 0,0 0 0 0 0,0 1 0 0 0,0-1 0 0 0,0 0 0 0 0,0 0 0 0 0,0 0 0 0 0,-1 1 0 0 0,1-1-1 0 0,0 0 1 0 0,0 0 0 0 0,0 0 0 0 0,-1 0 0 0 0,1 0 0 0 0,0 1 0 0 0</inkml:trace>
</inkml:ink>
</file>

<file path=ppt/ink/ink2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24.8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132 18 6913 0 0,'-6'-3'341'0'0,"0"1"0"0"0,0-1 0 0 0,-1 1-1 0 0,1 0 1 0 0,-8-1 0 0 0,2 1 2537 0 0,31 6-852 0 0,-17-4-1773 0 0,2 2 3 0 0,12 8-51 0 0,-1 0 1 0 0,0 1-1 0 0,0 1 0 0 0,-1 0 0 0 0,0 1 1 0 0,-1 0-1 0 0,15 21 0 0 0,-7-11-209 0 0,-10-12 33 0 0,0 0 0 0 0,2-1 0 0 0,-1-1 1 0 0,21 12-1 0 0,-16-10 50 0 0,29 23 0 0 0,-24-15-126 0 0,-4-3 35 0 0,1 0-1 0 0,-2 1 0 0 0,0 1 1 0 0,18 26-1 0 0,-32-40 40 0 0,0 1 0 0 0,0 0 0 0 0,0 0 0 0 0,-1 0 0 0 0,0 0-1 0 0,0 0 1 0 0,0 1 0 0 0,0-1 0 0 0,-1 1 0 0 0,0-1 0 0 0,0 1 0 0 0,-1-1 0 0 0,1 1 0 0 0,-1 0 0 0 0,0-1-1 0 0,-1 1 1 0 0,0-1 0 0 0,1 1 0 0 0,-2 0 0 0 0,1-1 0 0 0,-1 0 0 0 0,1 1 0 0 0,-2-1 0 0 0,-2 7 0 0 0,2-8 96 0 0,-1 1 1 0 0,1-1 0 0 0,-1 1 0 0 0,0-1 0 0 0,0 0 0 0 0,0 0 0 0 0,0-1 0 0 0,-1 0-1 0 0,1 1 1 0 0,-8 2 0 0 0,-56 26 935 0 0,33-17-486 0 0,-14 10 110 0 0,2 1 1 0 0,1 3 0 0 0,-50 39 0 0 0,77-51-643 0 0,0 1 0 0 0,-16 21 0 0 0,-6 6-55 0 0,20-20 200 0 0,21-24-301 0 0,-1 0 0 0 0,1 0 0 0 0,-1-1-1 0 0,1 1 1 0 0,-1 0 0 0 0,1 0 0 0 0,-1 0 0 0 0,1 0 0 0 0,0 0 0 0 0,0 0 0 0 0,0 0 0 0 0,-1 0 0 0 0,1 0-1 0 0,0 0 1 0 0,0 0 0 0 0,0 0 0 0 0,0 0 0 0 0,0 0 0 0 0,1 0 0 0 0,-1 0 0 0 0,0 0 0 0 0,0 0 0 0 0,1-1-1 0 0,-1 1 1 0 0,1 0 0 0 0,-1 0 0 0 0,0 0 0 0 0,1 0 0 0 0,0 1 0 0 0</inkml:trace>
</inkml:ink>
</file>

<file path=ppt/ink/ink2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26.50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248 82 6913 0 0,'-30'2'1186'0'0,"1"2"-1"0"0,-1 1 1 0 0,0 1-1 0 0,-28 10 1 0 0,41-11-415 0 0,-37 12 2341 0 0,106-43-656 0 0,-6 10-2403 0 0,2-1 102 0 0,2 1 0 0 0,0 3 0 0 0,81-11-1 0 0,395 2 22 0 0,-448 22 83 0 0,-14-2 91 0 0,0 3 0 0 0,82 12 0 0 0,-136-11-341 0 0,25 4-26 0 0,0-1 0 0 0,38 1 0 0 0,-66-4-1736 0 0</inkml:trace>
</inkml:ink>
</file>

<file path=ppt/ink/ink2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26.99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149 72 1376 0 0,'-18'-7'1816'0'0,"1"-1"0"0"0,-23-13-1 0 0,24 12 801 0 0,-1 0 0 0 0,-24-8 0 0 0,54 31 2133 0 0,13 8-4962 0 0,76 33 257 0 0,14 9 25 0 0,-104-56-64 0 0,-1 0-1 0 0,0 1 1 0 0,0 0-1 0 0,-1 1 1 0 0,0 0-1 0 0,-1 1 1 0 0,10 12-1 0 0,-18-21 17 0 0,-1 0 1 0 0,1 0-1 0 0,0 1 0 0 0,-1-1 1 0 0,1 0-1 0 0,-1 0 0 0 0,1 0 0 0 0,-1 0 1 0 0,0 1-1 0 0,0-1 0 0 0,0 0 0 0 0,0 0 1 0 0,-1 0-1 0 0,1 0 0 0 0,0 1 1 0 0,-1-1-1 0 0,0 0 0 0 0,1 0 0 0 0,-1 0 1 0 0,0 0-1 0 0,0 0 0 0 0,0 0 1 0 0,0 0-1 0 0,-1-1 0 0 0,1 1 0 0 0,-3 3 1 0 0,-6 6 265 0 0,0 1 0 0 0,-21 17 0 0 0,20-20-179 0 0,-218 201 1581 0 0,222-203-1768 0 0,3-4-218 0 0,-1 1-1 0 0,1 0 1 0 0,0 0-1 0 0,0 0 1 0 0,1 0 0 0 0,-1 1-1 0 0,1-1 1 0 0,0 1 0 0 0,-3 7-1 0 0</inkml:trace>
</inkml:ink>
</file>

<file path=ppt/ink/ink2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27.36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 8 6449 0 0,'-12'-8'3851'0'0,"18"32"788"0"0,-2-12-5126 0 0,38 182 4074 0 0,3 7-2509 0 0,-40-184-1238 0 0,41 128 697 0 0,-8-53-4064 0 0,-34-86 1576 0 0</inkml:trace>
</inkml:ink>
</file>

<file path=ppt/ink/ink2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27.60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1 293 6913 0 0,'0'-6'167'0'0,"1"0"0"0"0,0-1 0 0 0,1 1 0 0 0,0 0 0 0 0,0 0 0 0 0,0 0 0 0 0,0 1 0 0 0,1-1 0 0 0,0 1 0 0 0,0-1 0 0 0,1 1 0 0 0,-1 0 0 0 0,1 0 0 0 0,7-6 0 0 0,7-8 1062 0 0,42-33 0 0 0,-56 49-1118 0 0,18-14 60 0 0,1 1 0 0 0,0 1 0 0 0,2 1 0 0 0,-1 1 0 0 0,2 1 0 0 0,0 2 0 0 0,0 0 0 0 0,35-8 0 0 0,-27 15-1541 0 0,-17 3-3032 0 0</inkml:trace>
</inkml:ink>
</file>

<file path=ppt/ink/ink2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27.82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0 146 5065 0 0,'2'-3'89'0'0,"1"0"0"0"0,0 0 1 0 0,-1 1-1 0 0,1-1 0 0 0,0 0 0 0 0,0 1 0 0 0,0 0 0 0 0,1 0 0 0 0,-1 0 1 0 0,7-3-1 0 0,-1-1 90 0 0,40-25 1552 0 0,84-40 0 0 0,-116 63-1664 0 0</inkml:trace>
</inkml:ink>
</file>

<file path=ppt/ink/ink2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4:28.25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 80 6913 0 0,'-1'-1'210'0'0,"-1"-1"-1"0"0,1 1 0 0 0,-1-1 1 0 0,1 0-1 0 0,0 1 0 0 0,-1-1 1 0 0,1 0-1 0 0,0 0 0 0 0,0 0 1 0 0,1 0-1 0 0,-1 0 0 0 0,0 0 1 0 0,1 0-1 0 0,-1 0 0 0 0,1 0 1 0 0,0-1-1 0 0,-1 1 0 0 0,1 0 1 0 0,0 0-1 0 0,0 0 0 0 0,1 0 1 0 0,-1-1-1 0 0,0 1 0 0 0,1 0 1 0 0,-1 0-1 0 0,1 0 0 0 0,1-4 1 0 0,-1 5 30 0 0,0-1 1 0 0,0 1-1 0 0,0-1 1 0 0,0 1-1 0 0,0 0 1 0 0,1 0-1 0 0,-1 0 0 0 0,0-1 1 0 0,1 1-1 0 0,-1 0 1 0 0,0 1-1 0 0,1-1 1 0 0,-1 0-1 0 0,1 0 1 0 0,0 1-1 0 0,-1-1 1 0 0,1 0-1 0 0,2 0 1 0 0,-1 1-226 0 0,-1 0 1 0 0,1 0-1 0 0,0 0 1 0 0,-1 0-1 0 0,1 0 1 0 0,-1 1-1 0 0,1-1 0 0 0,-1 1 1 0 0,5 1-1 0 0,-3 0 50 0 0,0 0 0 0 0,-1 1 0 0 0,1-1 0 0 0,-1 1 0 0 0,1 0 0 0 0,-1 0 0 0 0,0 0 0 0 0,0 1 0 0 0,0-1-1 0 0,0 1 1 0 0,-1-1 0 0 0,0 1 0 0 0,1 0 0 0 0,-1 0 0 0 0,-1 0 0 0 0,3 7 0 0 0,3 9 70 0 0,9 41-1 0 0,-16-60-129 0 0,5 50 151 0 0,3 16-19 0 0,-7-63-120 0 0,0 0 0 0 0,0-1-1 0 0,0 1 1 0 0,0-1 0 0 0,1 1 0 0 0,-1-1 0 0 0,1 1-1 0 0,0-1 1 0 0,0 0 0 0 0,0 0 0 0 0,0 0 0 0 0,1 0-1 0 0,4 4 1 0 0,-5-6 24 0 0,0 0 1 0 0,0 0-1 0 0,0 0 1 0 0,0-1-1 0 0,0 1 0 0 0,0-1 1 0 0,0 1-1 0 0,0-1 0 0 0,0 0 1 0 0,0 0-1 0 0,0 0 0 0 0,0 0 1 0 0,0 0-1 0 0,0 0 0 0 0,0-1 1 0 0,0 1-1 0 0,0-1 0 0 0,0 1 1 0 0,0-1-1 0 0,0 0 0 0 0,0 0 1 0 0,0 0-1 0 0,0 0 0 0 0,3-2 1 0 0,44-34 1327 0 0,-45 34-1291 0 0,93-86 988 0 0,21-17-4263 0 0,-106 97 2063 0 0</inkml:trace>
</inkml:ink>
</file>

<file path=ppt/ink/ink2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5:41.64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208 186 7370 0 0,'-3'-4'290'0'0,"0"0"0"0"0,-1 0 0 0 0,1 0 0 0 0,-1 1 0 0 0,0-1 0 0 0,0 1 0 0 0,0 0 0 0 0,0 0 0 0 0,-1 1 0 0 0,1-1 0 0 0,-1 1 1 0 0,0 0-1 0 0,0 0 0 0 0,0 1 0 0 0,0-1 0 0 0,-9 0 0 0 0,11 1-119 0 0,0 1 0 0 0,-1-1 1 0 0,1 1-1 0 0,0 0 0 0 0,-1 0 0 0 0,1 1 1 0 0,-1-1-1 0 0,1 1 0 0 0,0-1 0 0 0,-1 1 0 0 0,1 0 1 0 0,0 0-1 0 0,0 1 0 0 0,0-1 0 0 0,0 1 1 0 0,0 0-1 0 0,0-1 0 0 0,0 1 0 0 0,1 0 1 0 0,-1 1-1 0 0,1-1 0 0 0,-1 0 0 0 0,1 1 0 0 0,0-1 1 0 0,-4 7-1 0 0,-2 6-96 0 0,1 0-1 0 0,1 1 1 0 0,1-1 0 0 0,0 2 0 0 0,1-1-1 0 0,0 0 1 0 0,2 1 0 0 0,0 0 0 0 0,0-1-1 0 0,2 1 1 0 0,0 0 0 0 0,1 0 0 0 0,4 21-1 0 0,-3-27-54 0 0,0 1 0 0 0,0 0 0 0 0,2 0 0 0 0,-1-1 0 0 0,2 1-1 0 0,-1-1 1 0 0,1 0 0 0 0,1-1 0 0 0,0 1 0 0 0,1-1 0 0 0,0 0-1 0 0,0-1 1 0 0,1 0 0 0 0,0 0 0 0 0,1 0 0 0 0,0-1-1 0 0,0 0 1 0 0,1-1 0 0 0,11 7 0 0 0,-15-11-21 0 0,1 0-1 0 0,-1 0 1 0 0,1-1-1 0 0,0 0 1 0 0,0 0 0 0 0,0-1-1 0 0,0 1 1 0 0,0-2 0 0 0,0 1-1 0 0,0-1 1 0 0,0 0 0 0 0,0 0-1 0 0,13-3 1 0 0,-10 1 37 0 0,0-1 1 0 0,0 0-1 0 0,-1-1 0 0 0,1 0 0 0 0,-1 0 1 0 0,0-1-1 0 0,0-1 0 0 0,15-11 1 0 0,-11 6 22 0 0,0-1 0 0 0,-1 0 0 0 0,0-1 0 0 0,-1 0 0 0 0,-1-1 0 0 0,0 0 0 0 0,-1-1 0 0 0,0 0 0 0 0,-1 0 0 0 0,-1-1 0 0 0,7-18 0 0 0,-11 19 23 0 0,0 0-1 0 0,0-1 0 0 0,-1 1 1 0 0,-1 0-1 0 0,-1-1 1 0 0,0 1-1 0 0,-1 0 1 0 0,0-1-1 0 0,-2 1 1 0 0,1 0-1 0 0,-2 0 1 0 0,0 0-1 0 0,-10-22 0 0 0,9 24-29 0 0,-1 1 1 0 0,0 0-1 0 0,-1 0 0 0 0,0 1 0 0 0,-1 0 0 0 0,0 0 0 0 0,-1 1 0 0 0,0 0 0 0 0,0 1 0 0 0,-1 0 0 0 0,-1 0 0 0 0,1 1 1 0 0,-1 0-1 0 0,-1 1 0 0 0,-21-11 0 0 0,30 17-77 0 0,0 0-1 0 0,-1-1 1 0 0,1 1 0 0 0,-1 0-1 0 0,1 1 1 0 0,-1-1 0 0 0,1 1-1 0 0,-1-1 1 0 0,0 1 0 0 0,1 0-1 0 0,-1 1 1 0 0,0-1 0 0 0,1 0-1 0 0,-1 1 1 0 0,1 0 0 0 0,-1 0-1 0 0,1 0 1 0 0,-1 0 0 0 0,-3 3-1 0 0,4-2-215 0 0,0 0 0 0 0,0 0 0 0 0,0 1 0 0 0,0-1 0 0 0,1 1 0 0 0,-1-1 0 0 0,1 1 0 0 0,0 0 0 0 0,0 0 0 0 0,0 0 0 0 0,0 0 0 0 0,-2 6 0 0 0,-3 9-6183 0 0</inkml:trace>
</inkml:ink>
</file>

<file path=ppt/ink/ink2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5:42.11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 87 4145 0 0,'-11'-11'5010'0'0,"9"34"-256"0"0,1-17-5319 0 0,1 14 870 0 0,1-1 0 0 0,0 1 0 0 0,2-1 0 0 0,0 1-1 0 0,1-1 1 0 0,1 0 0 0 0,1 0 0 0 0,1-1 0 0 0,0 0 0 0 0,1 0-1 0 0,20 32 1 0 0,-26-47-319 0 0,0-1-1 0 0,0 1 0 0 0,0 0 0 0 0,1-1 1 0 0,-1 1-1 0 0,0-1 0 0 0,1 0 0 0 0,0 0 1 0 0,0 0-1 0 0,-1 0 0 0 0,1 0 1 0 0,0 0-1 0 0,0-1 0 0 0,1 1 0 0 0,-1-1 1 0 0,0 0-1 0 0,0 0 0 0 0,1-1 0 0 0,-1 1 1 0 0,0 0-1 0 0,6-1 0 0 0,-4 0-52 0 0,-1-1 0 0 0,0 0 0 0 0,0 0 1 0 0,1-1-1 0 0,-1 1 0 0 0,0-1 0 0 0,0 0 0 0 0,-1 0 0 0 0,1 0 0 0 0,0 0 0 0 0,-1-1 0 0 0,1 1 0 0 0,-1-1 0 0 0,0 0 0 0 0,0 0 1 0 0,4-5-1 0 0,8-10-95 0 0,0-1 1 0 0,-2-1 0 0 0,-1 0-1 0 0,0-1 1 0 0,17-42 0 0 0,-12 15 501 0 0,18-84 0 0 0,-35 131-255 0 0,0 0 0 0 0,0 0 1 0 0,0 0-1 0 0,0 0 0 0 0,0 0 1 0 0,1 0-1 0 0,-1 0 1 0 0,0 0-1 0 0,1 0 0 0 0,-1 0 1 0 0,1 0-1 0 0,-1 0 0 0 0,1 0 1 0 0,-1 1-1 0 0,1-1 1 0 0,0 0-1 0 0,-1 0 0 0 0,1 0 1 0 0,0 1-1 0 0,0-1 0 0 0,0 0 1 0 0,-1 1-1 0 0,1-1 1 0 0,0 1-1 0 0,1-1 0 0 0,0 1-1 0 0,-1 0 0 0 0,0 0-1 0 0,0 1 1 0 0,0-1 0 0 0,0 0 0 0 0,0 1-1 0 0,0-1 1 0 0,0 1 0 0 0,0-1-1 0 0,0 1 1 0 0,0 0 0 0 0,0-1-1 0 0,0 1 1 0 0,0 0 0 0 0,0 0 0 0 0,0-1-1 0 0,-1 1 1 0 0,2 2 0 0 0,5 6 324 0 0,0 2 0 0 0,12 21 0 0 0,-19-31-415 0 0,36 82 598 0 0,-24-53-715 0 0,24 45-1 0 0,-30-65-494 0 0,0-1 0 0 0,1 1-1 0 0,0-2 1 0 0,14 15-1 0 0,-3-7-5799 0 0</inkml:trace>
</inkml:ink>
</file>

<file path=ppt/ink/ink2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5:42.34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25 57 8290 0 0,'-6'-19'689'0'0,"-13"-19"6526"0"0,21 70-5559 0 0,3 0-1121 0 0,3 1 0 0 0,1-2 0 0 0,1 1 0 0 0,1-1 0 0 0,16 29 0 0 0,87 139-550 0 0,-27-51-2383 0 0,-69-114-4350 0 0</inkml:trace>
</inkml:ink>
</file>

<file path=ppt/ink/ink2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5:42.54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6 363 9674 0 0,'-1'-2'321'0'0,"0"-1"0"0"0,0 1-1 0 0,0-1 1 0 0,1 0 0 0 0,-1 1-1 0 0,1-1 1 0 0,0 0 0 0 0,-1 1 0 0 0,1-1-1 0 0,0 0 1 0 0,1 0 0 0 0,-1 1-1 0 0,0-1 1 0 0,1 0 0 0 0,-1 1 0 0 0,1-1-1 0 0,0 1 1 0 0,0-1 0 0 0,0 1 0 0 0,2-4-1 0 0,28-52 2379 0 0,-31 58-2703 0 0,11-16 269 0 0,1 2 0 0 0,0-1 0 0 0,1 2 0 0 0,0 0 0 0 0,1 0-1 0 0,1 1 1 0 0,0 1 0 0 0,0 0 0 0 0,1 1 0 0 0,20-9 0 0 0,72-29-1269 0 0,-3 11-4672 0 0,-59 22-916 0 0</inkml:trace>
</inkml:ink>
</file>

<file path=ppt/ink/ink2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6:24.16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124 171 6913 0 0,'6'20'-596'0'0,"-4"-12"821"0"0,0 1 1 0 0,1-1-1 0 0,0 1 0 0 0,1-1 1 0 0,-1 0-1 0 0,8 9 0 0 0,-10-16-121 0 0,0 1-1 0 0,0-1 1 0 0,0 0-1 0 0,1 0 0 0 0,-1 1 1 0 0,1-1-1 0 0,-1 0 1 0 0,1 0-1 0 0,-1-1 1 0 0,1 1-1 0 0,0 0 1 0 0,-1 0-1 0 0,1-1 0 0 0,0 1 1 0 0,-1-1-1 0 0,1 0 1 0 0,0 1-1 0 0,0-1 1 0 0,-1 0-1 0 0,1 0 1 0 0,0 0-1 0 0,0 0 1 0 0,0 0-1 0 0,-1-1 0 0 0,1 1 1 0 0,0-1-1 0 0,0 1 1 0 0,-1-1-1 0 0,1 1 1 0 0,0-1-1 0 0,-1 0 1 0 0,1 0-1 0 0,-1 0 0 0 0,1 0 1 0 0,-1 0-1 0 0,1 0 1 0 0,1-2-1 0 0,-2 3-40 0 0,1-1 0 0 0,-1 0 0 0 0,1 0 0 0 0,-1 0 0 0 0,0 0 0 0 0,1-1 0 0 0,-1 1 0 0 0,0 0 0 0 0,0 0 0 0 0,0-1 0 0 0,0 1 0 0 0,0-1 0 0 0,0 1 1 0 0,0-1-1 0 0,0 1 0 0 0,-1-1 0 0 0,1 1 0 0 0,0-1 0 0 0,-1 0 0 0 0,0 0 0 0 0,1 1 0 0 0,-1-1 0 0 0,0 0 0 0 0,0 1 0 0 0,0-1 0 0 0,0-2 0 0 0,-1 1 23 0 0,0 1 1 0 0,0-1 0 0 0,0 0 0 0 0,0 0-1 0 0,-1 1 1 0 0,1-1 0 0 0,-1 1-1 0 0,0-1 1 0 0,0 1 0 0 0,0 0-1 0 0,0-1 1 0 0,0 1 0 0 0,0 0-1 0 0,-3-1 1 0 0,0-1 33 0 0,0 0 0 0 0,-1 0 1 0 0,1 1-1 0 0,-1 0 0 0 0,0 0 0 0 0,0 0 0 0 0,0 1 0 0 0,0 0 0 0 0,0 0 0 0 0,-1 0 0 0 0,1 1 1 0 0,0 0-1 0 0,-1 1 0 0 0,-7-1 0 0 0,12 2-72 0 0,-1 0-1 0 0,1 0 1 0 0,0 1-1 0 0,-1-1 1 0 0,1 1 0 0 0,0-1-1 0 0,0 1 1 0 0,0 0 0 0 0,0-1-1 0 0,1 1 1 0 0,-1 0 0 0 0,0 0-1 0 0,1 1 1 0 0,-1-1-1 0 0,1 0 1 0 0,0 0 0 0 0,0 1-1 0 0,0-1 1 0 0,0 1 0 0 0,0-1-1 0 0,0 1 1 0 0,0 3 0 0 0,-1 1-138 0 0,1-1 1 0 0,0 1 0 0 0,0-1-1 0 0,0 1 1 0 0,1 0 0 0 0,0 0 0 0 0,1 11-1 0 0,0-16 71 0 0,0 1 0 0 0,-1-1 1 0 0,1 0-1 0 0,0 0 0 0 0,0 0 0 0 0,0 0 0 0 0,0-1 0 0 0,0 1 0 0 0,0 0 0 0 0,1 0 0 0 0,-1-1 0 0 0,1 1 0 0 0,-1-1 0 0 0,1 1 0 0 0,0-1 1 0 0,-1 1-1 0 0,1-1 0 0 0,0 0 0 0 0,0 0 0 0 0,0 0 0 0 0,2 1 0 0 0,0-1 10 0 0,0 0 0 0 0,0 0 0 0 0,1 0 0 0 0,-1 0 1 0 0,0-1-1 0 0,0 1 0 0 0,0-1 0 0 0,1 0 0 0 0,-1 0 0 0 0,8-2 0 0 0,-8 1 44 0 0,0 0 0 0 0,0 0 0 0 0,0-1 0 0 0,0 1-1 0 0,0-1 1 0 0,0 0 0 0 0,-1 0 0 0 0,1 0 0 0 0,-1 0 0 0 0,1-1 0 0 0,2-2-1 0 0,-4 3 18 0 0,0 1-1 0 0,-1-1 1 0 0,0 0-1 0 0,1 1 1 0 0,-1-1-1 0 0,0 0 1 0 0,0 0-1 0 0,0 0 1 0 0,0 0-1 0 0,0 0 0 0 0,-1 0 1 0 0,1 0-1 0 0,0 0 1 0 0,-1-1-1 0 0,0 1 1 0 0,1 0-1 0 0,-1 0 1 0 0,0 0-1 0 0,0-1 1 0 0,0 1-1 0 0,-1-3 1 0 0,0 3-15 0 0,0-1 1 0 0,-1 0 0 0 0,1 0 0 0 0,-1 0-1 0 0,0 1 1 0 0,0-1 0 0 0,0 1 0 0 0,0-1-1 0 0,0 1 1 0 0,0 0 0 0 0,0 0 0 0 0,-1 0-1 0 0,1 0 1 0 0,-1 0 0 0 0,0 0 0 0 0,1 1 0 0 0,-1-1-1 0 0,0 1 1 0 0,0 0 0 0 0,0 0 0 0 0,-5-1-1 0 0,4 0 51 0 0,-1 1 0 0 0,0 0 0 0 0,0 0 0 0 0,0 0-1 0 0,0 0 1 0 0,0 1 0 0 0,1 0 0 0 0,-1 0 0 0 0,0 0 0 0 0,0 0-1 0 0,0 1 1 0 0,0 0 0 0 0,-5 2 0 0 0,8-2-95 0 0,-1 1 0 0 0,1-1 0 0 0,0 1 0 0 0,0 0 1 0 0,0-1-1 0 0,0 1 0 0 0,1 0 0 0 0,-1 1 0 0 0,0-1 0 0 0,1 0 0 0 0,0 0 1 0 0,-1 1-1 0 0,1-1 0 0 0,0 0 0 0 0,0 1 0 0 0,0-1 0 0 0,0 1 0 0 0,1 0 0 0 0,-1-1 1 0 0,1 1-1 0 0,0 0 0 0 0,0-1 0 0 0,-1 1 0 0 0,2 0 0 0 0,-1-1 0 0 0,0 1 0 0 0,1 3 1 0 0,-1-4-2 0 0,1 1 1 0 0,-1-1-1 0 0,1 0 1 0 0,-1 0-1 0 0,1 0 1 0 0,-1 0-1 0 0,1 0 1 0 0,0 0-1 0 0,0 0 0 0 0,0-1 1 0 0,0 1-1 0 0,1 0 1 0 0,-1 0-1 0 0,0-1 1 0 0,1 1-1 0 0,-1-1 1 0 0,1 1-1 0 0,-1-1 1 0 0,1 0-1 0 0,0 1 1 0 0,0-1-1 0 0,-1 0 1 0 0,1 0-1 0 0,0 0 1 0 0,0-1-1 0 0,0 1 1 0 0,0 0-1 0 0,0-1 1 0 0,0 1-1 0 0,0-1 1 0 0,1 0-1 0 0,-1 1 1 0 0,0-1-1 0 0,0 0 1 0 0,3-1-1 0 0,-2 1 26 0 0,1-1 1 0 0,0 1-1 0 0,-1-1 0 0 0,1 0 1 0 0,-1 0-1 0 0,1-1 0 0 0,-1 1 1 0 0,0-1-1 0 0,1 1 0 0 0,-1-1 0 0 0,0 0 1 0 0,0 0-1 0 0,0-1 0 0 0,-1 1 1 0 0,1 0-1 0 0,0-1 0 0 0,-1 0 0 0 0,1 0 1 0 0,-1 0-1 0 0,0 0 0 0 0,0 0 1 0 0,0 0-1 0 0,-1 0 0 0 0,1-1 0 0 0,-1 1 1 0 0,0 0-1 0 0,0-1 0 0 0,0 1 1 0 0,0-1-1 0 0,0 0 0 0 0,-1 1 0 0 0,0-1 1 0 0,0 0-1 0 0,0 1 0 0 0,0-1 1 0 0,0 0-1 0 0,-1 1 0 0 0,1-1 1 0 0,-1 1-1 0 0,0-1 0 0 0,0 0 0 0 0,-1 1 1 0 0,1 0-1 0 0,-1-1 0 0 0,1 1 1 0 0,-1 0-1 0 0,0 0 0 0 0,0 0 0 0 0,-1 0 1 0 0,1 0-1 0 0,-1 1 0 0 0,1-1 1 0 0,-1 1-1 0 0,0-1 0 0 0,-5-3 0 0 0,4 3 6 0 0,-1 0-1 0 0,1 1 1 0 0,-1-1-1 0 0,1 1 1 0 0,-1 0-1 0 0,0 0 0 0 0,0 0 1 0 0,0 1-1 0 0,0-1 1 0 0,-8 0-1 0 0,12 2-17 0 0,-1 0-1 0 0,0 0 1 0 0,1 0-1 0 0,-1 1 1 0 0,0-1-1 0 0,1 0 1 0 0,-1 1 0 0 0,0-1-1 0 0,1 1 1 0 0,-1 0-1 0 0,1-1 1 0 0,-1 1-1 0 0,1 0 1 0 0,-1 0-1 0 0,1 0 1 0 0,0 0-1 0 0,-1 0 1 0 0,1 0 0 0 0,0 0-1 0 0,0 1 1 0 0,0-1-1 0 0,0 0 1 0 0,0 1-1 0 0,0-1 1 0 0,0 1-1 0 0,0-1 1 0 0,1 1-1 0 0,-1-1 1 0 0,0 1 0 0 0,1 0-1 0 0,0-1 1 0 0,-1 1-1 0 0,1 0 1 0 0,0-1-1 0 0,0 3 1 0 0,-3 11-277 0 0,1 0-1 0 0,1 27 1 0 0,1-37 213 0 0,0 0 0 0 0,1-1 0 0 0,0 1-1 0 0,-1 0 1 0 0,2 0 0 0 0,-1 0 0 0 0,0-1 0 0 0,1 1 0 0 0,0-1 0 0 0,0 1-1 0 0,0-1 1 0 0,5 7 0 0 0,-6-10 61 0 0,-1-1 0 0 0,1 1-1 0 0,-1-1 1 0 0,1 1 0 0 0,-1-1 0 0 0,1 1-1 0 0,-1-1 1 0 0,1 1 0 0 0,0-1-1 0 0,-1 1 1 0 0,1-1 0 0 0,0 0 0 0 0,-1 1-1 0 0,1-1 1 0 0,0 0 0 0 0,0 0 0 0 0,-1 0-1 0 0,1 1 1 0 0,0-1 0 0 0,-1 0-1 0 0,1 0 1 0 0,0 0 0 0 0,0 0 0 0 0,-1 0-1 0 0,1 0 1 0 0,0 0 0 0 0,0-1 0 0 0,-1 1-1 0 0,2 0 1 0 0,0-1 14 0 0,0 0-1 0 0,0-1 1 0 0,0 1 0 0 0,-1 0-1 0 0,1-1 1 0 0,0 1-1 0 0,-1-1 1 0 0,1 1 0 0 0,-1-1-1 0 0,2-2 1 0 0,2-3 41 0 0,-1-1 1 0 0,1 0 0 0 0,-1 0-1 0 0,3-9 1 0 0,-5 8-41 0 0,1-1 1 0 0,-2 1 0 0 0,1 0 0 0 0,-2-1-1 0 0,1 1 1 0 0,-1-1 0 0 0,0 1 0 0 0,-1-1-1 0 0,-2-11 1 0 0,2 16-1 0 0,0 0 0 0 0,0 1 1 0 0,0-1-1 0 0,-1 0 0 0 0,0 1 0 0 0,0 0 0 0 0,0-1 0 0 0,0 1 0 0 0,0 0 0 0 0,-1 0 1 0 0,0 0-1 0 0,0 0 0 0 0,0 1 0 0 0,0-1 0 0 0,-1 1 0 0 0,1 0 0 0 0,-1 0 0 0 0,0 0 1 0 0,0 0-1 0 0,-5-3 0 0 0,7 6 2 0 0,0-1 1 0 0,1 0 0 0 0,-1 1 0 0 0,0-1-1 0 0,1 1 1 0 0,-1-1 0 0 0,0 1 0 0 0,0 0-1 0 0,0-1 1 0 0,1 1 0 0 0,-1 0 0 0 0,0 0-1 0 0,0 0 1 0 0,0 1 0 0 0,1-1 0 0 0,-1 0-1 0 0,0 1 1 0 0,0-1 0 0 0,1 1 0 0 0,-1 0-1 0 0,0-1 1 0 0,1 1 0 0 0,-4 2-1 0 0,3-1-9 0 0,0 1-1 0 0,0-1 0 0 0,0 0 0 0 0,0 1 1 0 0,0 0-1 0 0,1-1 0 0 0,-1 1 0 0 0,1 0 1 0 0,0 0-1 0 0,0 0 0 0 0,0 0 1 0 0,-1 5-1 0 0,0 4-76 0 0,0 0 0 0 0,1 0 1 0 0,0 0-1 0 0,1 1 0 0 0,0-1 0 0 0,3 12 0 0 0,-3-20 23 0 0,1 1-1 0 0,0-1 0 0 0,0 0 1 0 0,0 0-1 0 0,1 0 0 0 0,-1 0 0 0 0,1 0 1 0 0,0 0-1 0 0,0 0 0 0 0,0-1 1 0 0,1 1-1 0 0,-1 0 0 0 0,1-1 0 0 0,0 0 1 0 0,0 0-1 0 0,0 0 0 0 0,0 0 0 0 0,1 0 1 0 0,-1-1-1 0 0,7 4 0 0 0,-6-4 7 0 0,0-1 0 0 0,0 0-1 0 0,0 0 1 0 0,0 0 0 0 0,0-1-1 0 0,0 1 1 0 0,0-1 0 0 0,0 0-1 0 0,0 0 1 0 0,0 0 0 0 0,0-1-1 0 0,0 1 1 0 0,0-1 0 0 0,0 0 0 0 0,0 0-1 0 0,0-1 1 0 0,-1 1 0 0 0,1-1-1 0 0,0 0 1 0 0,-1 0 0 0 0,1 0-1 0 0,2-3 1 0 0,0 1 104 0 0,0 0 0 0 0,-1 0 1 0 0,0-1-1 0 0,0 0 0 0 0,0 0 0 0 0,-1 0 0 0 0,0-1 1 0 0,0 1-1 0 0,0-1 0 0 0,-1 0 0 0 0,1 0 0 0 0,-1-1 1 0 0,-1 1-1 0 0,1 0 0 0 0,-1-1 0 0 0,-1 0 0 0 0,1 1 0 0 0,1-14 1 0 0,-3 14-15 0 0,0 1 1 0 0,-1 0-1 0 0,1-1 1 0 0,-1 1-1 0 0,0 0 1 0 0,0-1-1 0 0,-1 1 1 0 0,1 0 0 0 0,-1 0-1 0 0,0 0 1 0 0,-1 0-1 0 0,1 1 1 0 0,-1-1-1 0 0,0 1 1 0 0,0-1-1 0 0,0 1 1 0 0,-1 0-1 0 0,1 0 1 0 0,-1 0 0 0 0,0 1-1 0 0,0-1 1 0 0,-1 1-1 0 0,1 0 1 0 0,-10-5-1 0 0,11 7-22 0 0,1 0-1 0 0,-1-1 1 0 0,0 1 0 0 0,0 0-1 0 0,0 0 1 0 0,0 0-1 0 0,0 1 1 0 0,0-1-1 0 0,0 1 1 0 0,0 0 0 0 0,0-1-1 0 0,0 1 1 0 0,0 1-1 0 0,0-1 1 0 0,0 0-1 0 0,0 1 1 0 0,0-1 0 0 0,0 1-1 0 0,-5 2 1 0 0,3 0 5 0 0,1-1 0 0 0,0 1 0 0 0,-1 0 0 0 0,1 1 0 0 0,0-1 0 0 0,0 1 0 0 0,1-1 0 0 0,-1 1 0 0 0,1 0 0 0 0,-5 8 0 0 0,0 2-156 0 0,0 0 0 0 0,2 1 0 0 0,-1 0 0 0 0,2 0 0 0 0,0 0 0 0 0,-5 25 0 0 0,8-15-1649 0 0,3-2-5486 0 0</inkml:trace>
</inkml:ink>
</file>

<file path=ppt/ink/ink2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8:07.0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117 42 1840 0 0,'-3'-3'387'0'0,"-1"0"0"0"0,1 0 0 0 0,-1 0 0 0 0,0 0 0 0 0,0 0 0 0 0,0 1 0 0 0,0 0 0 0 0,0 0 0 0 0,-1 0 0 0 0,1 0 0 0 0,-1 1 0 0 0,-6-2 0 0 0,9 3-274 0 0,0 0 1 0 0,0 0-1 0 0,0 0 1 0 0,1 0-1 0 0,-1 0 0 0 0,0 1 1 0 0,0-1-1 0 0,1 0 0 0 0,-1 1 1 0 0,0-1-1 0 0,1 1 1 0 0,-1 0-1 0 0,0 0 0 0 0,1-1 1 0 0,-1 1-1 0 0,1 0 1 0 0,-1 0-1 0 0,1 0 0 0 0,0 1 1 0 0,-1-1-1 0 0,1 0 1 0 0,0 0-1 0 0,0 1 0 0 0,0-1 1 0 0,0 1-1 0 0,0-1 0 0 0,0 1 1 0 0,0-1-1 0 0,0 1 1 0 0,1 0-1 0 0,-1-1 0 0 0,1 1 1 0 0,-1 0-1 0 0,1 0 1 0 0,-1 3-1 0 0,-3 26 246 0 0,0 1 0 0 0,2 1 0 0 0,1-1 1 0 0,2 0-1 0 0,1 0 0 0 0,12 58 0 0 0,-12-80-227 0 0,1 0 1 0 0,0-1-1 0 0,0 0 1 0 0,1 0-1 0 0,0 0 0 0 0,1 0 1 0 0,-1 0-1 0 0,2-1 1 0 0,-1 0-1 0 0,1 0 0 0 0,1 0 1 0 0,-1-1-1 0 0,1 0 1 0 0,0 0-1 0 0,1-1 0 0 0,0 0 1 0 0,8 5-1 0 0,-9-7-34 0 0,-1-1-1 0 0,1 1 1 0 0,0-1-1 0 0,1-1 1 0 0,-1 1-1 0 0,0-1 1 0 0,1-1-1 0 0,-1 1 0 0 0,1-1 1 0 0,0-1-1 0 0,-1 1 1 0 0,1-1-1 0 0,0-1 1 0 0,-1 1-1 0 0,1-1 1 0 0,-1-1-1 0 0,1 1 1 0 0,-1-1-1 0 0,0-1 1 0 0,1 1-1 0 0,-1-1 0 0 0,9-5 1 0 0,-7 2-14 0 0,0 1 0 0 0,-1-1 0 0 0,1 0 0 0 0,-2-1 0 0 0,1 0 0 0 0,-1 0 0 0 0,0-1 0 0 0,0 0 0 0 0,-1 0 0 0 0,0 0 0 0 0,0-1 0 0 0,-1 0 0 0 0,0 0 0 0 0,-1 0 0 0 0,0-1 0 0 0,-1 0 0 0 0,1 1 0 0 0,-2-1 0 0 0,0 0 0 0 0,0-1 0 0 0,0 1 0 0 0,-1 0 0 0 0,-1 0 0 0 0,0-1 0 0 0,0 1 0 0 0,-1 0 0 0 0,-1 0 0 0 0,1-1 0 0 0,-2 1 0 0 0,1 0 0 0 0,-1 1 0 0 0,-1-1 0 0 0,0 0 0 0 0,0 1 0 0 0,-1 0 0 0 0,0 0 0 0 0,-1 0 0 0 0,0 1 0 0 0,0 0 0 0 0,0 0 0 0 0,-1 0 0 0 0,-1 1 0 0 0,1 0 0 0 0,-1 0-1 0 0,0 1 1 0 0,-1 0 0 0 0,1 0 0 0 0,-14-5 0 0 0,15 8-84 0 0,1 0-1 0 0,0 0 1 0 0,-1 1 0 0 0,0 0-1 0 0,1 0 1 0 0,-1 1-1 0 0,0 0 1 0 0,0 0-1 0 0,0 1 1 0 0,0 0-1 0 0,1 0 1 0 0,-1 0-1 0 0,0 1 1 0 0,0 0 0 0 0,0 0-1 0 0,0 1 1 0 0,1 0-1 0 0,-1 0 1 0 0,1 0-1 0 0,0 1 1 0 0,-12 7-1 0 0,10-4-33 0 0,0 0-1 0 0,1 0 1 0 0,0 1-1 0 0,0 0 1 0 0,0 0-1 0 0,1 0 0 0 0,0 1 1 0 0,1 0-1 0 0,0 0 1 0 0,0 1-1 0 0,1 0 1 0 0,0-1-1 0 0,0 1 1 0 0,1 1-1 0 0,-3 10 1 0 0,4-8-28 0 0,-1 0 1 0 0,2 0-1 0 0,-1 0 0 0 0,2 1 1 0 0,-1-1-1 0 0,2 0 1 0 0,0 0-1 0 0,0 0 1 0 0,1 0-1 0 0,1 0 1 0 0,0 0-1 0 0,0 0 1 0 0,7 14-1 0 0,-7-20 31 0 0,0 0 1 0 0,0 0-1 0 0,1-1 1 0 0,-1 1-1 0 0,2-1 0 0 0,-1 0 1 0 0,0 0-1 0 0,1 0 0 0 0,0 0 1 0 0,0-1-1 0 0,1 0 1 0 0,-1 0-1 0 0,1 0 0 0 0,-1-1 1 0 0,1 0-1 0 0,1 0 1 0 0,-1 0-1 0 0,0-1 0 0 0,0 0 1 0 0,1 0-1 0 0,0-1 0 0 0,-1 0 1 0 0,1 0-1 0 0,0 0 1 0 0,8-1-1 0 0,-6 0 43 0 0,0 0-1 0 0,0-1 1 0 0,1-1 0 0 0,-1 1-1 0 0,-1-1 1 0 0,1-1-1 0 0,0 0 1 0 0,-1 0 0 0 0,1 0-1 0 0,-1-1 1 0 0,0-1 0 0 0,0 1-1 0 0,0-1 1 0 0,-1-1 0 0 0,0 1-1 0 0,0-1 1 0 0,0 0 0 0 0,-1-1-1 0 0,0 0 1 0 0,0 0-1 0 0,0 0 1 0 0,-1-1 0 0 0,6-11-1 0 0,-6 9 48 0 0,0 0 0 0 0,-1 0 0 0 0,-1-1-1 0 0,0 1 1 0 0,0-1 0 0 0,-1 0 0 0 0,0 0 0 0 0,-1 0-1 0 0,0 0 1 0 0,-1 0 0 0 0,0 0 0 0 0,-1 1-1 0 0,0-1 1 0 0,-1 0 0 0 0,0 0 0 0 0,-1 0 0 0 0,0 1-1 0 0,0-1 1 0 0,-7-13 0 0 0,4 13-24 0 0,0 0 1 0 0,0 0-1 0 0,-1 1 1 0 0,0-1-1 0 0,-1 2 1 0 0,0-1-1 0 0,-1 1 0 0 0,0 0 1 0 0,-17-13-1 0 0,21 19-24 0 0,1 0 1 0 0,-1 0-1 0 0,0 1 0 0 0,0-1 0 0 0,0 1 0 0 0,-1 0 0 0 0,1 1 0 0 0,0-1 0 0 0,-1 1 1 0 0,1 0-1 0 0,-1 1 0 0 0,1-1 0 0 0,-1 1 0 0 0,0 0 0 0 0,1 0 0 0 0,-1 1 0 0 0,1-1 1 0 0,-1 1-1 0 0,1 1 0 0 0,-1-1 0 0 0,1 1 0 0 0,0 0 0 0 0,-10 5 0 0 0,4-1-71 0 0,1 1-1 0 0,0 0 0 0 0,0 1 0 0 0,1 0 0 0 0,0 1 1 0 0,1 0-1 0 0,-1 0 0 0 0,2 1 0 0 0,-1 0 0 0 0,1 0 1 0 0,1 1-1 0 0,0 0 0 0 0,-7 17 0 0 0,8-15-31 0 0,0-1 0 0 0,1 2-1 0 0,0-1 1 0 0,1 0 0 0 0,1 1-1 0 0,0-1 1 0 0,0 1 0 0 0,2 0-1 0 0,-1 0 1 0 0,2-1 0 0 0,0 1 0 0 0,3 14-1 0 0,-3-24 49 0 0,0 1 0 0 0,0 0 0 0 0,1-1 0 0 0,0 1 0 0 0,0-1 0 0 0,0 0 0 0 0,0 1 0 0 0,1-1 0 0 0,-1 0 0 0 0,1 0 0 0 0,0-1 0 0 0,0 1 0 0 0,1-1 0 0 0,-1 1 0 0 0,1-1 0 0 0,-1 0 0 0 0,9 5 0 0 0,-6-5-1 0 0,0-1-1 0 0,0 0 1 0 0,0 0-1 0 0,0 0 1 0 0,0-1 0 0 0,0 0-1 0 0,0 0 1 0 0,0-1-1 0 0,1 1 1 0 0,-1-1-1 0 0,0-1 1 0 0,9-1-1 0 0,-2 0 57 0 0,0-1-1 0 0,0 0 1 0 0,-1-1 0 0 0,0 0-1 0 0,1-1 1 0 0,-1-1-1 0 0,-1 0 1 0 0,1-1-1 0 0,-1 0 1 0 0,0 0 0 0 0,-1-1-1 0 0,15-15 1 0 0,-21 18 83 0 0,0 0 0 0 0,0 0 0 0 0,0-1 0 0 0,-1 0 0 0 0,0 0 1 0 0,0 1-1 0 0,-1-2 0 0 0,0 1 0 0 0,0 0 0 0 0,0 0 0 0 0,-1-1 0 0 0,0 1 1 0 0,0-1-1 0 0,0 1 0 0 0,-1-1 0 0 0,-1-12 0 0 0,1 13-55 0 0,-1 1-1 0 0,0-1 0 0 0,0 1 1 0 0,-1 0-1 0 0,1-1 0 0 0,-1 1 1 0 0,0 0-1 0 0,-1 0 0 0 0,1 0 1 0 0,-1 0-1 0 0,0 1 0 0 0,0-1 1 0 0,-1 1-1 0 0,1-1 0 0 0,-1 1 1 0 0,0 0-1 0 0,0 1 0 0 0,0-1 1 0 0,-1 1-1 0 0,-6-4 1 0 0,10 6-31 0 0,-1 0 0 0 0,0 0 0 0 0,1 0 0 0 0,-1 0 0 0 0,0 1 1 0 0,0-1-1 0 0,0 1 0 0 0,0-1 0 0 0,0 1 0 0 0,0 0 0 0 0,0 0 1 0 0,0 0-1 0 0,0 0 0 0 0,0 0 0 0 0,0 0 0 0 0,0 0 0 0 0,0 1 1 0 0,0-1-1 0 0,1 1 0 0 0,-1-1 0 0 0,-3 2 0 0 0,2 0-9 0 0,0 0-1 0 0,-1 1 0 0 0,2-1 0 0 0,-1 0 1 0 0,0 1-1 0 0,0 0 0 0 0,1 0 0 0 0,0 0 1 0 0,-1 0-1 0 0,-2 5 0 0 0,-2 6-115 0 0,1-1 0 0 0,0 1-1 0 0,1 1 1 0 0,-5 22 0 0 0,8-27 14 0 0,0 1-1 0 0,0-1 1 0 0,1 0-1 0 0,1 0 1 0 0,0 1-1 0 0,0-1 1 0 0,1 0-1 0 0,0 1 1 0 0,1-1-1 0 0,4 13 1 0 0,-5-20 82 0 0,0 0 0 0 0,0 0 0 0 0,1 0 0 0 0,-1 0 0 0 0,1 0 1 0 0,0 0-1 0 0,0-1 0 0 0,0 1 0 0 0,0 0 0 0 0,0-1 0 0 0,1 0 0 0 0,-1 1 0 0 0,1-1 1 0 0,-1 0-1 0 0,1 0 0 0 0,0-1 0 0 0,0 1 0 0 0,0-1 0 0 0,0 1 0 0 0,0-1 0 0 0,0 0 1 0 0,0 0-1 0 0,0 0 0 0 0,0 0 0 0 0,1-1 0 0 0,-1 1 0 0 0,0-1 0 0 0,1 0 0 0 0,-1 0 1 0 0,0 0-1 0 0,1-1 0 0 0,-1 1 0 0 0,0-1 0 0 0,0 1 0 0 0,6-3 0 0 0,1 0 112 0 0,-1-1 1 0 0,0 0-1 0 0,0 0 0 0 0,0-1 0 0 0,-1 0 0 0 0,0 0 0 0 0,0-1 0 0 0,0 0 0 0 0,0-1 0 0 0,-1 0 0 0 0,0 0 1 0 0,-1 0-1 0 0,1-1 0 0 0,-1 0 0 0 0,-1 0 0 0 0,5-9 0 0 0,-4 8-10 0 0,-2 0-1 0 0,1 1 1 0 0,-1-1-1 0 0,-1-1 1 0 0,0 1-1 0 0,0 0 1 0 0,-1-1-1 0 0,0 0 1 0 0,0 1 0 0 0,-1-1-1 0 0,-1 0 1 0 0,0 0-1 0 0,0 0 1 0 0,-1 0-1 0 0,0 1 1 0 0,-3-12-1 0 0,4 19-66 0 0,0 0 0 0 0,-1 0 1 0 0,1 0-1 0 0,-1 0 0 0 0,0 0 0 0 0,1 1 0 0 0,-1-1 0 0 0,0 0 0 0 0,0 0 0 0 0,0 1 0 0 0,0-1 0 0 0,-1 1 0 0 0,1-1 0 0 0,0 1 1 0 0,-1 0-1 0 0,1-1 0 0 0,-1 1 0 0 0,1 0 0 0 0,-1 0 0 0 0,1 0 0 0 0,-3-1 0 0 0,2 2-5 0 0,1 0 1 0 0,-1 0-1 0 0,0 0 1 0 0,1 0-1 0 0,-1 0 0 0 0,0 0 1 0 0,1 0-1 0 0,-1 1 1 0 0,0-1-1 0 0,1 1 0 0 0,-1-1 1 0 0,1 1-1 0 0,-1 0 1 0 0,1 0-1 0 0,-1-1 0 0 0,1 1 1 0 0,0 0-1 0 0,-1 0 1 0 0,0 2-1 0 0,-7 5-11 0 0,0 1-1 0 0,1 0 1 0 0,0 0 0 0 0,1 1 0 0 0,-6 11-1 0 0,1-2-223 0 0,-15 33 0 0 0,25-46 146 0 0,0-1-1 0 0,0 1 1 0 0,0 0 0 0 0,0 0 0 0 0,1 0 0 0 0,0 0-1 0 0,0 0 1 0 0,1 0 0 0 0,0 0 0 0 0,0 0 0 0 0,1 7-1 0 0,-1-12 51 0 0,0 0 0 0 0,0 0-1 0 0,0 0 1 0 0,0 0-1 0 0,0 0 1 0 0,1 0 0 0 0,-1-1-1 0 0,0 1 1 0 0,1 0-1 0 0,-1 0 1 0 0,0 0 0 0 0,1 0-1 0 0,-1 0 1 0 0,1 0-1 0 0,0-1 1 0 0,-1 1 0 0 0,1 0-1 0 0,0 0 1 0 0,-1-1-1 0 0,1 1 1 0 0,0 0 0 0 0,0-1-1 0 0,0 1 1 0 0,-1-1-1 0 0,1 1 1 0 0,0-1 0 0 0,0 0-1 0 0,1 1 1 0 0,0-1 2 0 0,0 0 0 0 0,-1 0 0 0 0,1-1 1 0 0,-1 1-1 0 0,1-1 0 0 0,0 1 0 0 0,-1-1 1 0 0,1 1-1 0 0,-1-1 0 0 0,1 0 0 0 0,-1 0 1 0 0,1 0-1 0 0,-1 0 0 0 0,3-2 0 0 0,2-3 84 0 0,1 0 0 0 0,-1-1 0 0 0,0 0 0 0 0,-1 0 0 0 0,6-9 0 0 0,-4 5 151 0 0,-1-1-1 0 0,0 0 1 0 0,-1 0 0 0 0,-1-1 0 0 0,0 1 0 0 0,0-1 0 0 0,-1 0 0 0 0,-1 0 0 0 0,0 0 0 0 0,-1 0 0 0 0,0-15 0 0 0,-1 27-204 0 0,0 0 0 0 0,0 0 1 0 0,0 1-1 0 0,0-1 0 0 0,0 0 1 0 0,0 0-1 0 0,0 0 0 0 0,0 0 1 0 0,-1 1-1 0 0,1-1 0 0 0,0 0 1 0 0,0 0-1 0 0,-1 0 0 0 0,1 1 1 0 0,-1-1-1 0 0,1 0 0 0 0,-1 1 1 0 0,1-1-1 0 0,-1 0 0 0 0,1 1 1 0 0,-1-1-1 0 0,1 0 0 0 0,-1 1 1 0 0,0-1-1 0 0,1 1 0 0 0,-1-1 0 0 0,-1 0 1 0 0,1 1-3 0 0,0 0 1 0 0,-1 0 0 0 0,1 1-1 0 0,0-1 1 0 0,0 0-1 0 0,-1 0 1 0 0,1 1 0 0 0,0-1-1 0 0,0 1 1 0 0,0-1-1 0 0,0 1 1 0 0,0-1 0 0 0,0 1-1 0 0,0 0 1 0 0,0-1 0 0 0,-1 2-1 0 0,-34 35-104 0 0,18-15-83 0 0,5-6-52 0 0,0 0 0 0 0,-16 30 0 0 0,55-90 959 0 0,-11 29-6857 0 0</inkml:trace>
</inkml:ink>
</file>

<file path=ppt/ink/ink2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8:12.65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 20 8754 0 0,'-19'-20'10135'0'0,"28"34"-8684"0"0,31 59 20 0 0,40 101 0 0 0,-64-130-3432 0 0,20 88 0 0 0,-32-108-5116 0 0</inkml:trace>
</inkml:ink>
</file>

<file path=ppt/ink/ink2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8:13.50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326 582 456 0 0,'11'-43'755'0'0,"-2"0"1"0"0,-2 0-1 0 0,-2-1 1 0 0,0-61-1 0 0,-5 100-574 0 0,-1 0 1 0 0,0 0 0 0 0,0 1-1 0 0,-1-1 1 0 0,1 0-1 0 0,-1 1 1 0 0,0-1-1 0 0,0 1 1 0 0,-1 0-1 0 0,1-1 1 0 0,-1 1-1 0 0,0 0 1 0 0,0 1-1 0 0,-1-1 1 0 0,1 0-1 0 0,-1 1 1 0 0,1 0 0 0 0,-1 0-1 0 0,0 0 1 0 0,-8-4-1 0 0,6 3 146 0 0,-1 1 1 0 0,1 0-1 0 0,-1 1 0 0 0,0-1 0 0 0,0 1 1 0 0,0 0-1 0 0,0 1 0 0 0,0 0 0 0 0,0 0 1 0 0,0 0-1 0 0,0 1 0 0 0,-1 0 0 0 0,-12 2 1 0 0,12 1-162 0 0,1-1 1 0 0,0 1-1 0 0,0 0 1 0 0,0 1-1 0 0,0-1 1 0 0,0 2 0 0 0,1-1-1 0 0,-1 1 1 0 0,1-1-1 0 0,0 2 1 0 0,1-1-1 0 0,-1 1 1 0 0,1 0 0 0 0,0 0-1 0 0,1 0 1 0 0,0 0-1 0 0,-1 1 1 0 0,-5 14-1 0 0,-3 7-87 0 0,2 1 0 0 0,1 0 0 0 0,-9 41 0 0 0,11-32-115 0 0,3-1 0 0 0,1 1-1 0 0,2 0 1 0 0,1 0-1 0 0,2 0 1 0 0,2 0 0 0 0,1-1-1 0 0,2 1 1 0 0,1-1-1 0 0,3 0 1 0 0,0-1 0 0 0,3 0-1 0 0,1-1 1 0 0,1 0-1 0 0,2-1 1 0 0,31 46 0 0 0,-35-61-231 0 0,2-1 1 0 0,0 0 0 0 0,1-2 0 0 0,1 1-1 0 0,0-2 1 0 0,1-1 0 0 0,1 0 0 0 0,0-1-1 0 0,0-1 1 0 0,2 0 0 0 0,-1-2 0 0 0,2-1-1 0 0,-1 0 1 0 0,1-1 0 0 0,39 7 0 0 0,-40-11 266 0 0,0 0 0 0 0,1-2 1 0 0,0-1-1 0 0,-1 0 0 0 0,1-2 1 0 0,0 0-1 0 0,-1-2 0 0 0,1 0 1 0 0,-1-1-1 0 0,0-1 0 0 0,0-1 1 0 0,0-1-1 0 0,-1-1 0 0 0,0-1 1 0 0,-1-1-1 0 0,34-22 0 0 0,-12-2 700 0 0,0-1 0 0 0,-3-3-1 0 0,-1-1 1 0 0,48-67-1 0 0,-75 92-579 0 0,0-1 0 0 0,0 0 0 0 0,-1 0 0 0 0,-1-1 0 0 0,-1 0 0 0 0,0-1 0 0 0,-1 1 0 0 0,-1-1-1 0 0,0 0 1 0 0,-2-1 0 0 0,0 1 0 0 0,0-1 0 0 0,-2 0 0 0 0,0 1 0 0 0,-1-1 0 0 0,-1 0 0 0 0,-1 0-1 0 0,-6-28 1 0 0,-9-20 721 0 0,-2 1 0 0 0,-4 1-1 0 0,-2 0 1 0 0,-3 2-1 0 0,-54-88 1 0 0,71 131-763 0 0,-1 0 1 0 0,-1 1-1 0 0,-1 0 0 0 0,0 1 0 0 0,-1 0 0 0 0,-26-21 1 0 0,34 32-79 0 0,-1 0 0 0 0,-1 1 1 0 0,1 0-1 0 0,-1 0 1 0 0,0 1-1 0 0,0 0 0 0 0,0 1 1 0 0,0 0-1 0 0,-1 0 1 0 0,1 1-1 0 0,-1 0 0 0 0,0 0 1 0 0,0 1-1 0 0,1 1 1 0 0,-1 0-1 0 0,0 0 0 0 0,-11 2 1 0 0,3 1-573 0 0,1 1 0 0 0,-33 12-1 0 0,5 2-6916 0 0</inkml:trace>
</inkml:ink>
</file>

<file path=ppt/ink/ink2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8:11.86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152 115 3225 0 0,'-6'0'458'0'0,"0"0"-1"0"0,0 1 1 0 0,0-1 0 0 0,0 1 0 0 0,0 1 0 0 0,0-1 0 0 0,0 1 0 0 0,1 0 0 0 0,-1 1 0 0 0,1-1 0 0 0,-1 1 0 0 0,-5 4-1 0 0,9-5-348 0 0,0-1-1 0 0,0 1 0 0 0,1-1 0 0 0,-1 1 0 0 0,1 0 0 0 0,0 0 0 0 0,-1-1 0 0 0,1 1 0 0 0,0 0 0 0 0,0 0 0 0 0,0 0 0 0 0,0 0 0 0 0,0 1 0 0 0,1-1 1 0 0,-1 0-1 0 0,1 0 0 0 0,-1 0 0 0 0,1 0 0 0 0,0 1 0 0 0,0-1 0 0 0,0 0 0 0 0,0 0 0 0 0,0 1 0 0 0,0-1 0 0 0,1 0 0 0 0,-1 0 0 0 0,1 0 0 0 0,0 1 1 0 0,-1-1-1 0 0,1 0 0 0 0,0 0 0 0 0,0 0 0 0 0,0 0 0 0 0,1 0 0 0 0,-1-1 0 0 0,2 3 0 0 0,2 3-8 0 0,1-1 0 0 0,-1 1 0 0 0,2-1 0 0 0,-1-1 1 0 0,0 1-1 0 0,1-1 0 0 0,0 0 0 0 0,1-1 0 0 0,-1 1 0 0 0,1-1 0 0 0,-1-1 0 0 0,12 4 0 0 0,-8-3 196 0 0,-1-1 0 0 0,1 0 0 0 0,0 0 0 0 0,1-1-1 0 0,-1-1 1 0 0,0 0 0 0 0,0-1 0 0 0,22-1 0 0 0,-29 0-176 0 0,1 1 1 0 0,-1-1-1 0 0,0 0 1 0 0,1 0-1 0 0,-1-1 1 0 0,0 1-1 0 0,0-1 1 0 0,0 0-1 0 0,0 0 1 0 0,0-1-1 0 0,0 1 1 0 0,-1-1-1 0 0,1 1 1 0 0,-1-1-1 0 0,0-1 1 0 0,0 1-1 0 0,0 0 0 0 0,0-1 1 0 0,0 1-1 0 0,-1-1 1 0 0,1 0-1 0 0,-1 0 1 0 0,0 0-1 0 0,-1 0 1 0 0,1 0-1 0 0,0 0 1 0 0,1-8-1 0 0,-3 6-56 0 0,1-1 0 0 0,-1 1-1 0 0,1-1 1 0 0,-2 1 0 0 0,1 0-1 0 0,-1-1 1 0 0,0 1 0 0 0,0-1 0 0 0,-1 1-1 0 0,0 0 1 0 0,0 0 0 0 0,0 0-1 0 0,-1 0 1 0 0,0 0 0 0 0,0 0-1 0 0,-1 1 1 0 0,1-1 0 0 0,-7-6-1 0 0,1 1-6 0 0,-1 1-1 0 0,0 1 1 0 0,0 0-1 0 0,-1 0 1 0 0,0 1-1 0 0,0 0 0 0 0,-22-10 1 0 0,29 16-48 0 0,-1 0 1 0 0,1 0-1 0 0,0 1 1 0 0,0-1-1 0 0,-1 1 1 0 0,1 0-1 0 0,-1 1 1 0 0,1-1-1 0 0,-1 1 1 0 0,1 0-1 0 0,-1 0 1 0 0,1 0-1 0 0,-1 1 1 0 0,1-1-1 0 0,-1 1 1 0 0,1 0-1 0 0,-1 1 1 0 0,1-1-1 0 0,0 1 1 0 0,0-1-1 0 0,0 1 1 0 0,0 1-1 0 0,0-1 1 0 0,0 0-1 0 0,0 1 1 0 0,-6 6-1 0 0,-2 5-168 0 0,1 0 0 0 0,0 1 0 0 0,1 0 0 0 0,0 1 0 0 0,1 0-1 0 0,1 1 1 0 0,1 0 0 0 0,0 0 0 0 0,1 1 0 0 0,1-1 0 0 0,1 1-1 0 0,0 1 1 0 0,1-1 0 0 0,1 0 0 0 0,1 1 0 0 0,1 20 0 0 0,0-34 79 0 0,1-1 0 0 0,0 1 0 0 0,0 0 0 0 0,0-1 0 0 0,0 1 0 0 0,1-1 0 0 0,-1 1 0 0 0,1-1 0 0 0,0 0 0 0 0,1 0 0 0 0,-1 1 0 0 0,1-2 0 0 0,-1 1 0 0 0,1 0 0 0 0,0 0 0 0 0,1-1 0 0 0,-1 0 0 0 0,1 0 0 0 0,5 4 0 0 0,-6-5 70 0 0,1 0-1 0 0,0 0 1 0 0,0-1-1 0 0,0 0 1 0 0,0 1-1 0 0,0-1 0 0 0,0-1 1 0 0,0 1-1 0 0,0-1 1 0 0,1 1-1 0 0,-1-1 1 0 0,0 0-1 0 0,0-1 1 0 0,0 1-1 0 0,1-1 1 0 0,-1 0-1 0 0,0 0 1 0 0,0 0-1 0 0,0 0 1 0 0,0-1-1 0 0,6-3 0 0 0,3-2 194 0 0,-2-1-1 0 0,1 0 1 0 0,-1 0-1 0 0,0-1 0 0 0,-1-1 1 0 0,0 0-1 0 0,-1 0 0 0 0,0-1 1 0 0,0 0-1 0 0,-1-1 1 0 0,-1 1-1 0 0,11-23 0 0 0,-14 26-43 0 0,-1 0-1 0 0,0-1 0 0 0,-1 0 0 0 0,1 1 0 0 0,-2-1 1 0 0,1 0-1 0 0,-1 0 0 0 0,0 0 0 0 0,-1-11 0 0 0,-1 14-73 0 0,0 0 0 0 0,0 0 0 0 0,0 0 0 0 0,-1 0 0 0 0,1 1 0 0 0,-2-1 0 0 0,1 0 0 0 0,0 1-1 0 0,-1 0 1 0 0,0-1 0 0 0,0 1 0 0 0,-1 0 0 0 0,0 1 0 0 0,-7-8 0 0 0,9 9-40 0 0,0 1-1 0 0,0 0 1 0 0,-1 1 0 0 0,1-1 0 0 0,-1 0 0 0 0,0 1-1 0 0,1-1 1 0 0,-1 1 0 0 0,0 0 0 0 0,0 0 0 0 0,0 0-1 0 0,0 0 1 0 0,0 0 0 0 0,0 1 0 0 0,0-1 0 0 0,0 1-1 0 0,-6 0 1 0 0,4 1-1 0 0,0-1-1 0 0,-1 1 1 0 0,1 1-1 0 0,0-1 1 0 0,0 1-1 0 0,0 0 1 0 0,0 0-1 0 0,0 0 1 0 0,-8 6-1 0 0,6-3-42 0 0,-1 1 0 0 0,1-1 0 0 0,0 2 0 0 0,0-1 0 0 0,0 1 0 0 0,1 0 0 0 0,0 0-1 0 0,1 1 1 0 0,0-1 0 0 0,0 1 0 0 0,-6 13 0 0 0,10-19-144 0 0,1 1-1 0 0,-1-1 1 0 0,0 0 0 0 0,1 0-1 0 0,0 1 1 0 0,-1-1 0 0 0,1 0-1 0 0,0 1 1 0 0,0-1 0 0 0,1 4 0 0 0</inkml:trace>
</inkml:ink>
</file>

<file path=ppt/ink/ink2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8:14.37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59 162 2304 0 0,'-5'-4'514'0'0,"0"-1"-1"0"0,0 1 0 0 0,1-1 0 0 0,-1 0 0 0 0,1 0 0 0 0,0 0 0 0 0,1 0 0 0 0,-1-1 0 0 0,1 1 0 0 0,0-1 0 0 0,0 0 0 0 0,1 0 0 0 0,-3-10 0 0 0,4 13-302 0 0,0 1 0 0 0,1-1 0 0 0,-1 1-1 0 0,1-1 1 0 0,-1 1 0 0 0,1-1 0 0 0,0 1 0 0 0,0-1 0 0 0,0 1 0 0 0,1-1 0 0 0,-1 1-1 0 0,0-1 1 0 0,1 1 0 0 0,0-1 0 0 0,-1 1 0 0 0,1-1 0 0 0,0 1 0 0 0,0 0-1 0 0,1-1 1 0 0,-1 1 0 0 0,0 0 0 0 0,1 0 0 0 0,-1 0 0 0 0,1 0 0 0 0,0 0 0 0 0,0 0-1 0 0,0 1 1 0 0,0-1 0 0 0,0 0 0 0 0,0 1 0 0 0,0 0 0 0 0,0-1 0 0 0,0 1-1 0 0,1 0 1 0 0,-1 0 0 0 0,5-1 0 0 0,-4 2-126 0 0,-1 0 1 0 0,1 0-1 0 0,0 0 1 0 0,0 0-1 0 0,-1 0 0 0 0,1 0 1 0 0,0 1-1 0 0,-1-1 0 0 0,1 1 1 0 0,0 0-1 0 0,-1 0 1 0 0,1 0-1 0 0,-1 0 0 0 0,1 0 1 0 0,-1 1-1 0 0,0-1 0 0 0,0 1 1 0 0,1-1-1 0 0,-1 1 1 0 0,0 0-1 0 0,0 0 0 0 0,-1 0 1 0 0,1 0-1 0 0,0 0 0 0 0,2 4 1 0 0,1 1-58 0 0,0 1-1 0 0,0 0 1 0 0,-1 0 0 0 0,0 0-1 0 0,0 0 1 0 0,4 13 0 0 0,-6-7-129 0 0,0-1-1 0 0,0 1 1 0 0,-2-1 0 0 0,0 1-1 0 0,0-1 1 0 0,-4 22 0 0 0,2-18 158 0 0,1 0 0 0 0,0 0 0 0 0,3 21-1 0 0,-2-37-16 0 0,0 1-1 0 0,0-1 1 0 0,0 1-1 0 0,1 0 1 0 0,-1-1-1 0 0,0 1 1 0 0,1-1-1 0 0,-1 1 1 0 0,1-1-1 0 0,0 1 1 0 0,0-1-1 0 0,-1 0 1 0 0,1 1-1 0 0,0-1 1 0 0,0 0-1 0 0,0 0 0 0 0,0 1 1 0 0,0-1-1 0 0,0 0 1 0 0,1 0-1 0 0,-1 0 1 0 0,0 0-1 0 0,1-1 1 0 0,-1 1-1 0 0,2 1 1 0 0,0-2 10 0 0,0 1 1 0 0,0-1-1 0 0,0 0 1 0 0,0 1-1 0 0,0-2 1 0 0,-1 1-1 0 0,1 0 1 0 0,0 0 0 0 0,0-1-1 0 0,0 0 1 0 0,-1 1-1 0 0,6-3 1 0 0,6-4 37 0 0,-1 1 1 0 0,0-2-1 0 0,0 0 1 0 0,13-11-1 0 0,80-69-2019 0 0,-94 75 332 0 0,0-1 0 0 0,0 0 0 0 0,10-17 0 0 0,-15 18-3347 0 0</inkml:trace>
</inkml:ink>
</file>

<file path=ppt/ink/ink2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8:14.80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474 113 6449 0 0,'-13'-13'538'0'0,"-1"0"0"0"0,0 1-1 0 0,-1 0 1 0 0,0 1 0 0 0,-1 1 0 0 0,0 1-1 0 0,-20-9 1 0 0,29 15-293 0 0,0 0-1 0 0,0 1 1 0 0,0 0 0 0 0,0 1 0 0 0,-1-1-1 0 0,1 1 1 0 0,-1 1 0 0 0,1-1-1 0 0,-1 1 1 0 0,1 0 0 0 0,0 1 0 0 0,-1 0-1 0 0,1 0 1 0 0,-1 1 0 0 0,1 0-1 0 0,0 0 1 0 0,0 1 0 0 0,0 0 0 0 0,0 0-1 0 0,-10 6 1 0 0,6 0-98 0 0,0-1-1 0 0,1 2 1 0 0,0-1-1 0 0,0 2 1 0 0,1-1 0 0 0,1 1-1 0 0,-1 0 1 0 0,2 1-1 0 0,0 0 1 0 0,0 0-1 0 0,1 1 1 0 0,1-1 0 0 0,-8 27-1 0 0,0 9-25 0 0,2-1 0 0 0,-6 78 0 0 0,12-91-163 0 0,3 0 1 0 0,1 0-1 0 0,1 0 0 0 0,2 1 0 0 0,1-1 1 0 0,13 52-1 0 0,-13-74-45 0 0,0 0 0 0 0,1 0-1 0 0,1-1 1 0 0,0 1 0 0 0,1-1 0 0 0,0 0 0 0 0,0-1 0 0 0,1 0-1 0 0,0 0 1 0 0,1 0 0 0 0,1-1 0 0 0,-1 0 0 0 0,1 0 0 0 0,1-1 0 0 0,-1-1-1 0 0,1 1 1 0 0,1-2 0 0 0,-1 1 0 0 0,1-1 0 0 0,0-1 0 0 0,18 6-1 0 0,-8-5-87 0 0,-1-2 0 0 0,1 0 0 0 0,0-1 0 0 0,0-1 0 0 0,0-1 0 0 0,0-1 0 0 0,0-1 0 0 0,0-1 0 0 0,0 0-1 0 0,0-2 1 0 0,22-6 0 0 0,-12 1 365 0 0,0-2-1 0 0,-1 0 0 0 0,-1-2 0 0 0,0-1 1 0 0,0-2-1 0 0,41-30 0 0 0,-44 27 398 0 0,0-2-1 0 0,-2-1 0 0 0,0 0 0 0 0,-1-2 1 0 0,27-38-1 0 0,-43 52-429 0 0,0 0 1 0 0,-1-1-1 0 0,0 0 0 0 0,0 0 0 0 0,-2 0 1 0 0,1 0-1 0 0,-1-1 0 0 0,-1 0 1 0 0,0 0-1 0 0,-1 0 0 0 0,0 0 1 0 0,-1 0-1 0 0,0 0 0 0 0,-1 0 1 0 0,0-1-1 0 0,-1 1 0 0 0,-4-21 1 0 0,-4 1 54 0 0,-1 1 1 0 0,-1-1 0 0 0,-2 2 0 0 0,-21-40-1 0 0,24 53-172 0 0,0 0 0 0 0,-2 1 1 0 0,1 0-1 0 0,-2 1 0 0 0,0 0 0 0 0,-1 1 0 0 0,0 1 0 0 0,-28-20 0 0 0,30 26-84 0 0,0 1 0 0 0,-1 1 1 0 0,0 0-1 0 0,0 0 0 0 0,-1 2 0 0 0,1-1 0 0 0,-1 2 1 0 0,0 0-1 0 0,1 0 0 0 0,-1 2 0 0 0,0-1 0 0 0,0 2 1 0 0,0 0-1 0 0,0 0 0 0 0,1 2 0 0 0,-1-1 1 0 0,-14 6-1 0 0,-21 8-736 0 0</inkml:trace>
</inkml:ink>
</file>

<file path=ppt/ink/ink2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8:34.46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0 159 7202 0 0,'26'-33'2219'0'0,"-8"16"-1151"0"0,1 1 1 0 0,0 1 0 0 0,1 1-1 0 0,0 0 1 0 0,43-20 0 0 0,-59 32-933 0 0,1-1 0 0 0,-1 1 0 0 0,1 0 0 0 0,-1 1 1 0 0,1-1-1 0 0,0 1 0 0 0,0 0 0 0 0,-1 0 0 0 0,7 0 1 0 0,-10 1-172 0 0,1 1 1 0 0,-1-1 0 0 0,1 0 0 0 0,-1 0 0 0 0,0 1 0 0 0,1-1 0 0 0,-1 1-1 0 0,1-1 1 0 0,-1 1 0 0 0,0 0 0 0 0,1-1 0 0 0,-1 1 0 0 0,0 0 0 0 0,0 0 0 0 0,0 0-1 0 0,0 0 1 0 0,0 0 0 0 0,0 0 0 0 0,0 0 0 0 0,0 0 0 0 0,0 1 0 0 0,0-1 0 0 0,0 0-1 0 0,-1 0 1 0 0,1 1 0 0 0,-1-1 0 0 0,1 1 0 0 0,-1-1 0 0 0,1 0 0 0 0,-1 1-1 0 0,0-1 1 0 0,0 1 0 0 0,1 2 0 0 0,1 31-1187 0 0,-2-26 1034 0 0,1-1 0 0 0,-1 0 0 0 0,1 1-1 0 0,1-1 1 0 0,0 0 0 0 0,2 8 0 0 0,-3-14 185 0 0,0 0 0 0 0,0 0 1 0 0,0-1-1 0 0,0 1 0 0 0,1 0 0 0 0,-1-1 1 0 0,0 1-1 0 0,1-1 0 0 0,-1 1 0 0 0,1-1 1 0 0,-1 1-1 0 0,1-1 0 0 0,0 0 1 0 0,0 0-1 0 0,-1 0 0 0 0,1 0 0 0 0,0 0 1 0 0,0 0-1 0 0,0-1 0 0 0,0 1 0 0 0,0-1 1 0 0,0 1-1 0 0,0-1 0 0 0,0 0 1 0 0,0 0-1 0 0,0 0 0 0 0,0 0 0 0 0,1 0 1 0 0,1 0-1 0 0,38-6 105 0 0,-34 4 101 0 0,1 0 0 0 0,0 1 1 0 0,0 0-1 0 0,0 1 0 0 0,0 0 0 0 0,14 1 0 0 0,-20 0-157 0 0,-1 0-1 0 0,0-1 1 0 0,1 1-1 0 0,-1 0 1 0 0,0 1-1 0 0,1-1 1 0 0,-1 0-1 0 0,0 1 1 0 0,0-1-1 0 0,0 1 1 0 0,0-1-1 0 0,-1 1 1 0 0,1 0-1 0 0,0 0 1 0 0,-1 0-1 0 0,1 0 1 0 0,-1 0-1 0 0,0 0 1 0 0,1 1-1 0 0,-1-1 1 0 0,0 0-1 0 0,0 1 1 0 0,-1-1-1 0 0,1 0 1 0 0,0 1-1 0 0,-1-1 1 0 0,0 1-1 0 0,1 3 0 0 0,0 5 57 0 0,0 0 0 0 0,-1 1 0 0 0,0-1 0 0 0,0 0 0 0 0,-2 0 0 0 0,1 1 0 0 0,-5 13-1 0 0,-3 5-648 0 0,-16 37-1 0 0,6-20-2995 0 0,18-42 1707 0 0</inkml:trace>
</inkml:ink>
</file>

<file path=ppt/ink/ink2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1:58:35.04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577 298 1840 0 0,'-6'-10'442'0'0,"0"1"0"0"0,-1 0-1 0 0,-1 0 1 0 0,1 1 0 0 0,-1 0-1 0 0,-1 0 1 0 0,0 0-1 0 0,0 1 1 0 0,0 1 0 0 0,-1 0-1 0 0,1 0 1 0 0,-2 1 0 0 0,1 0-1 0 0,0 0 1 0 0,-1 1-1 0 0,0 1 1 0 0,0 0 0 0 0,0 0-1 0 0,-22-1 1 0 0,22 4-243 0 0,-1 1 1 0 0,0 0-1 0 0,1 1 0 0 0,-1 0 1 0 0,1 1-1 0 0,-1 0 0 0 0,1 1 1 0 0,0 0-1 0 0,0 1 0 0 0,1 0 1 0 0,0 1-1 0 0,0 0 0 0 0,0 1 1 0 0,0 0-1 0 0,1 0 0 0 0,0 1 0 0 0,1 0 1 0 0,0 0-1 0 0,-12 16 0 0 0,3-1 303 0 0,1 1 0 0 0,1 0 0 0 0,2 1 0 0 0,0 1-1 0 0,1 0 1 0 0,-15 52 0 0 0,15-34-600 0 0,3 0 0 0 0,1 0 0 0 0,2 1 1 0 0,3 0-1 0 0,1 0 0 0 0,2 0 0 0 0,2 0 1 0 0,9 48-1 0 0,-6-60 13 0 0,2-1 0 0 0,1 1 1 0 0,2-1-1 0 0,1-1 0 0 0,1 0 1 0 0,2 0-1 0 0,1-2 0 0 0,1 1 1 0 0,2-2-1 0 0,1-1 0 0 0,35 41 0 0 0,-43-57 112 0 0,0 0-1 0 0,1-1 1 0 0,0 0-1 0 0,1 0 0 0 0,0-2 1 0 0,1 1-1 0 0,-1-2 1 0 0,2 0-1 0 0,-1 0 0 0 0,1-2 1 0 0,0 0-1 0 0,0 0 1 0 0,0-1-1 0 0,1-1 0 0 0,-1-1 1 0 0,1 0-1 0 0,0-1 1 0 0,0-1-1 0 0,-1 0 0 0 0,1-1 1 0 0,0-1-1 0 0,-1 0 1 0 0,28-9-1 0 0,-22 4 193 0 0,0 0 1 0 0,-1-2-1 0 0,-1-1 0 0 0,1 0 0 0 0,-2-2 1 0 0,1 0-1 0 0,-2-1 0 0 0,0 0 0 0 0,0-2 1 0 0,20-23-1 0 0,4-8 137 0 0,-3-2 0 0 0,48-76-1 0 0,-58 79-12 0 0,-2-2 0 0 0,-2 0 0 0 0,-2-2 0 0 0,-2 0 0 0 0,-3-2 0 0 0,18-78 0 0 0,-32 103-246 0 0,0 1 0 0 0,-1-1 0 0 0,-2 0 1 0 0,-1 1-1 0 0,0-1 0 0 0,-2 0 0 0 0,-1 1 1 0 0,-2 0-1 0 0,0-1 0 0 0,-1 2 0 0 0,-2-1 0 0 0,0 1 1 0 0,-1 1-1 0 0,-2 0 0 0 0,-27-41 0 0 0,26 45-68 0 0,-2 0 0 0 0,0 1-1 0 0,-1 0 1 0 0,0 1 0 0 0,-2 1 0 0 0,0 1-1 0 0,0 0 1 0 0,-2 2 0 0 0,0 0-1 0 0,0 1 1 0 0,-1 1 0 0 0,0 1 0 0 0,-1 1-1 0 0,0 1 1 0 0,-1 0 0 0 0,0 2 0 0 0,-33-5-1 0 0,41 8-186 0 0,-1 2 0 0 0,1-1 0 0 0,0 2-1 0 0,-1 0 1 0 0,1 1 0 0 0,0 0 0 0 0,0 1-1 0 0,-16 5 1 0 0,12 1-362 0 0</inkml:trace>
</inkml:ink>
</file>

<file path=ppt/ink/ink2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1:35.11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63 134 9674 0 0,'-28'-62'5169'0'0,"23"47"-3923"0"0,0 1 0 0 0,-2 1 0 0 0,-9-16 0 0 0,15 37 601 0 0,3 19-1419 0 0,7 32-405 0 0,16 45 115 0 0,65 174 0 0 0,-66-219-91 0 0,2-2 0 0 0,3-1 0 0 0,3-1 1 0 0,50 67-1 0 0,-73-111-40 0 0,0 0-1 0 0,1 0 1 0 0,0-1 0 0 0,0 0-1 0 0,1 0 1 0 0,1-2 0 0 0,13 9-1 0 0,-22-15-2 0 0,1 0 0 0 0,-1 0 0 0 0,1 0-1 0 0,0-1 1 0 0,-1 0 0 0 0,1 1 0 0 0,0-1-1 0 0,0-1 1 0 0,-1 1 0 0 0,1-1 0 0 0,0 1 0 0 0,0-1-1 0 0,0 0 1 0 0,0 0 0 0 0,0-1 0 0 0,0 1 0 0 0,0-1-1 0 0,-1 0 1 0 0,1 0 0 0 0,0 0 0 0 0,-1-1-1 0 0,1 1 1 0 0,0-1 0 0 0,-1 0 0 0 0,0 0 0 0 0,1 0-1 0 0,-1 0 1 0 0,0-1 0 0 0,0 1 0 0 0,5-6 0 0 0,0-2 73 0 0,-1 0 0 0 0,0 0 0 0 0,0-1 1 0 0,-1 1-1 0 0,0-2 0 0 0,-1 1 0 0 0,0-1 1 0 0,5-20-1 0 0,18-102 467 0 0,-26 122-490 0 0,21-245 331 0 0,-1 11-1258 0 0,-9 191-1503 0 0,-7 37-5306 0 0</inkml:trace>
</inkml:ink>
</file>

<file path=ppt/ink/ink2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1:35.47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67 6337 0 0,'2'-6'282'0'0,"0"7"153"0"0,1 15 694 0 0,-1 24 739 0 0,-6 23 49 0 0,1 49 457 0 0,3-97-2038 0 0,1-1 1 0 0,1 1-1 0 0,1-1 1 0 0,-1 0-1 0 0,8 20 1 0 0,-9-31-238 0 0,0 0 1 0 0,0 0-1 0 0,1 0 1 0 0,-1 0-1 0 0,1-1 0 0 0,-1 1 1 0 0,1-1-1 0 0,0 1 1 0 0,0-1-1 0 0,0 1 1 0 0,0-1-1 0 0,0 0 1 0 0,0 0-1 0 0,1 0 0 0 0,-1 0 1 0 0,1-1-1 0 0,-1 1 1 0 0,1-1-1 0 0,0 1 1 0 0,0-1-1 0 0,-1 0 1 0 0,5 1-1 0 0,-4-2-13 0 0,0 0-1 0 0,0 0 1 0 0,1 0 0 0 0,-1 0-1 0 0,0-1 1 0 0,0 1 0 0 0,0-1-1 0 0,0 0 1 0 0,0 0 0 0 0,0 0-1 0 0,0 0 1 0 0,0-1 0 0 0,-1 1-1 0 0,1-1 1 0 0,0 1-1 0 0,-1-1 1 0 0,1 0 0 0 0,-1 0-1 0 0,0 0 1 0 0,1-1 0 0 0,1-2-1 0 0,3-4 35 0 0,0 0 0 0 0,-1 0 1 0 0,0-1-1 0 0,-1 0 0 0 0,0 0 0 0 0,-1 0 0 0 0,0-1 0 0 0,0 1 0 0 0,-1-1 0 0 0,0 0 0 0 0,-1 0 0 0 0,-1 0 0 0 0,1-1 0 0 0,-2 1 0 0 0,0 0 0 0 0,-2-22 0 0 0,0 16-178 0 0,0 1 0 0 0,-2-1 0 0 0,0 1-1 0 0,0 0 1 0 0,-2 0 0 0 0,0 0 0 0 0,0 1-1 0 0,-2 0 1 0 0,0 0 0 0 0,-18-24 0 0 0,25 37-48 0 0,0 0 1 0 0,0 1-1 0 0,-1-1 1 0 0,1 0-1 0 0,0 1 1 0 0,-1 0-1 0 0,1-1 1 0 0,-1 1-1 0 0,0 0 0 0 0,1 0 1 0 0,-1-1-1 0 0,0 1 1 0 0,0 1-1 0 0,0-1 1 0 0,1 0-1 0 0,-1 0 1 0 0,0 1-1 0 0,0-1 1 0 0,0 1-1 0 0,0-1 1 0 0,0 1-1 0 0,-1 0 1 0 0,1 0-1 0 0,0 0 1 0 0,0 0-1 0 0,-2 1 1 0 0,2 0-152 0 0,0 0 0 0 0,0 0 0 0 0,0 0 1 0 0,0 1-1 0 0,0-1 0 0 0,1 1 0 0 0,-1-1 1 0 0,0 1-1 0 0,1 0 0 0 0,-1-1 0 0 0,1 1 1 0 0,0 0-1 0 0,-1 0 0 0 0,1 0 0 0 0,0 0 0 0 0,0 0 1 0 0,0 0-1 0 0,1 1 0 0 0,-1-1 0 0 0,1 0 1 0 0,-1 0-1 0 0,1 0 0 0 0,-1 3 0 0 0,-4 45-2052 0 0,3-26 2139 0 0</inkml:trace>
</inkml:ink>
</file>

<file path=ppt/ink/ink2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1:35.83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71 10594 0 0,'0'-1'46'0'0,"0"0"0"0"0,0 1 0 0 0,0-1 0 0 0,0 0-1 0 0,1 1 1 0 0,-1-1 0 0 0,0 0 0 0 0,0 1 0 0 0,1-1 0 0 0,-1 0 0 0 0,0 1-1 0 0,1-1 1 0 0,-1 0 0 0 0,0 1 0 0 0,1-1 0 0 0,-1 1 0 0 0,1-1-1 0 0,-1 1 1 0 0,1-1 0 0 0,-1 1 0 0 0,1 0 0 0 0,0-1 0 0 0,-1 1-1 0 0,1-1 1 0 0,-1 1 0 0 0,1 0 0 0 0,0 0 0 0 0,1-1 0 0 0,-1 2 48 0 0,-1 0 1 0 0,1 0 0 0 0,0 0-1 0 0,-1-1 1 0 0,1 1 0 0 0,-1 0-1 0 0,1 0 1 0 0,-1 1 0 0 0,1-1-1 0 0,-1 0 1 0 0,1 0 0 0 0,-1 0-1 0 0,0 0 1 0 0,0 2 0 0 0,6 49 2526 0 0,-6-23-1814 0 0,0-9-549 0 0,0-1 0 0 0,1 1 0 0 0,1 0 0 0 0,9 33 0 0 0,-10-49-301 0 0,0-1 0 0 0,0 1 0 0 0,0-1 0 0 0,0 1 0 0 0,1-1 0 0 0,0 0 1 0 0,-1 0-1 0 0,1 0 0 0 0,0 0 0 0 0,1 0 0 0 0,-1-1 0 0 0,0 1 1 0 0,1 0-1 0 0,0-1 0 0 0,-1 0 0 0 0,1 0 0 0 0,0 1 0 0 0,0-2 0 0 0,0 1 1 0 0,1 0-1 0 0,-1-1 0 0 0,0 1 0 0 0,1-1 0 0 0,-1 0 0 0 0,0 0 1 0 0,1 0-1 0 0,0-1 0 0 0,-1 1 0 0 0,1-1 0 0 0,-1 0 0 0 0,1 0 0 0 0,6-1 1 0 0,-5 0-198 0 0,-1 0 0 0 0,1 0 0 0 0,0-1 0 0 0,-1 0 1 0 0,1 0-1 0 0,-1 0 0 0 0,0 0 0 0 0,0-1 0 0 0,0 1 1 0 0,0-1-1 0 0,0 0 0 0 0,0-1 0 0 0,-1 1 0 0 0,1 0 1 0 0,-1-1-1 0 0,0 0 0 0 0,0 0 0 0 0,-1 0 1 0 0,1 0-1 0 0,-1 0 0 0 0,4-9 0 0 0,2-7-120 0 0,-1 1 0 0 0,0-1 1 0 0,5-33-1 0 0,-5 11 694 0 0,4-23 923 0 0,-10 60-858 0 0,0 0 0 0 0,1 0 1 0 0,0 1-1 0 0,0-1 0 0 0,0 0 0 0 0,0 1 0 0 0,1-1 0 0 0,0 1 0 0 0,6-7 0 0 0,-8 10-289 0 0,-1 1-1 0 0,1-1 0 0 0,-1 1 0 0 0,1-1 1 0 0,-1 1-1 0 0,1-1 0 0 0,-1 1 1 0 0,1 0-1 0 0,0-1 0 0 0,-1 1 1 0 0,1 0-1 0 0,0-1 0 0 0,-1 1 0 0 0,1 0 1 0 0,0 0-1 0 0,0 0 0 0 0,-1 0 1 0 0,1 0-1 0 0,0 0 0 0 0,-1 0 0 0 0,1 0 1 0 0,0 0-1 0 0,0 0 0 0 0,-1 0 1 0 0,1 0-1 0 0,0 0 0 0 0,-1 1 0 0 0,1-1 1 0 0,1 1-1 0 0,0 0 79 0 0,0 1 0 0 0,0-1 0 0 0,0 1 0 0 0,0 0 0 0 0,0 0 0 0 0,0-1 0 0 0,-1 1 1 0 0,3 4-1 0 0,22 43 888 0 0,28 67-616 0 0,-45-100-1742 0 0,1-1 1 0 0,21 24 0 0 0,-14-22-5408 0 0</inkml:trace>
</inkml:ink>
</file>

<file path=ppt/ink/ink2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1:36.25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16 16 10138 0 0,'-13'-15'6043'0'0,"10"26"-1732"0"0,3 3-4355 0 0,4 85 668 0 0,5 0 0 0 0,3-1 0 0 0,48 178 0 0 0,-19-167-2326 0 0,-24-66-1540 0 0,-8-21-3444 0 0</inkml:trace>
</inkml:ink>
</file>

<file path=ppt/ink/ink2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1:36.41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0 232 12443 0 0,'3'-6'204'0'0,"0"1"1"0"0,0 0 0 0 0,1 0-1 0 0,-1 0 1 0 0,1 0 0 0 0,0 1 0 0 0,1 0-1 0 0,-1-1 1 0 0,1 1 0 0 0,8-5-1 0 0,58-31 1466 0 0,-42 25-1354 0 0,5-5-231 0 0,1 2 0 0 0,1 2 0 0 0,0 1 0 0 0,1 2 0 0 0,51-12 0 0 0,-61 20-95 0 0,-3-2 10 0 0</inkml:trace>
</inkml:ink>
</file>

<file path=ppt/ink/ink2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1:37.07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89 416 456 0 0,'-19'3'614'0'0,"-51"-2"9844"0"0,70-2-10407 0 0,0 0 1 0 0,0 1-1 0 0,0-1 1 0 0,0 1-1 0 0,1-1 1 0 0,-1 0-1 0 0,0 1 1 0 0,0-1 0 0 0,0 0-1 0 0,0 1 1 0 0,1-1-1 0 0,-1 1 1 0 0,0-1-1 0 0,1 1 1 0 0,-1-1-1 0 0,0 1 1 0 0,1-1-1 0 0,-1 1 1 0 0,1-1-1 0 0,-1 1 1 0 0,1-1-1 0 0,-1 1 1 0 0,1 0-1 0 0,-1-1 1 0 0,1 1-1 0 0,-1 0 1 0 0,1-1-1 0 0,-1 1 1 0 0,1 0 0 0 0,-1 0-1 0 0,1 0 1 0 0,1-1-1 0 0,21-12 577 0 0,35-11 453 0 0,1 2 0 0 0,107-23 0 0 0,-101 29-648 0 0,67-14 783 0 0,191-18 1 0 0,138 14 525 0 0,-371 29-1454 0 0,214-10 149 0 0,217-15-239 0 0,-4-35-207 0 0,-409 37 78 0 0,-5 2-2973 0 0,-86 24-4263 0 0</inkml:trace>
</inkml:ink>
</file>

<file path=ppt/ink/ink2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1:37.39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 19 16131 0 0,'-11'-10'1260'0'0,"13"3"-335"0"0,-1 7-841 0 0,0-1 0 0 0,0 1 0 0 0,0 0-1 0 0,-1 0 1 0 0,1 0 0 0 0,0-1 0 0 0,0 1 0 0 0,0 0 0 0 0,0 0-1 0 0,-1 0 1 0 0,1 0 0 0 0,0 1 0 0 0,0-1 0 0 0,0 0 0 0 0,0 0-1 0 0,-1 0 1 0 0,1 1 0 0 0,0-1 0 0 0,0 0 0 0 0,-1 1 0 0 0,1-1-1 0 0,0 1 1 0 0,0-1 0 0 0,-1 1 0 0 0,1-1 0 0 0,0 1 0 0 0,-1-1-1 0 0,1 1 1 0 0,0 0 0 0 0,7 9 157 0 0,0 1 0 0 0,-1 0 0 0 0,0 0 0 0 0,0 0 0 0 0,-2 1-1 0 0,1 0 1 0 0,-1 0 0 0 0,4 17 0 0 0,22 113 63 0 0,-17-69-3 0 0,48 167-71 0 0,-30-139-3144 0 0</inkml:trace>
</inkml:ink>
</file>

<file path=ppt/ink/ink2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1:37.67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1 156 2304 0 0,'3'-8'426'0'0,"2"1"0"0"0,-1-1 0 0 0,1 1 0 0 0,0 0 0 0 0,1 0 0 0 0,0 1 0 0 0,0 0 0 0 0,0 0 0 0 0,10-7 0 0 0,-2 2 1128 0 0,1 2 0 0 0,1 0 0 0 0,24-10 0 0 0,-35 17-1197 0 0,11-5 854 0 0,1 0 1 0 0,22-5 0 0 0,-36 11-1066 0 0,0 0 1 0 0,1 0 0 0 0,-1 1-1 0 0,0-1 1 0 0,0 1 0 0 0,1 0-1 0 0,-1 0 1 0 0,0 0-1 0 0,1 0 1 0 0,-1 1 0 0 0,0-1-1 0 0,1 1 1 0 0,-1 0 0 0 0,0 0-1 0 0,0 0 1 0 0,0 0-1 0 0,0 0 1 0 0,0 1 0 0 0,5 3-1 0 0,-6-3-114 0 0,-1 0 0 0 0,1 0 0 0 0,-1 0-1 0 0,0 0 1 0 0,1 0 0 0 0,-1 1 0 0 0,0-1 0 0 0,0 1 0 0 0,-1-1-1 0 0,1 0 1 0 0,-1 1 0 0 0,1-1 0 0 0,-1 1 0 0 0,0 0-1 0 0,1-1 1 0 0,-2 1 0 0 0,1-1 0 0 0,0 1 0 0 0,0-1 0 0 0,-1 1-1 0 0,1-1 1 0 0,-1 1 0 0 0,-1 2 0 0 0,-3 10 100 0 0,0 0 1 0 0,-13 22-1 0 0,11-22 161 0 0,-36 57 639 0 0,0 2-153 0 0,39-66-686 0 0,0 0 0 0 0,1 0 0 0 0,0 1 0 0 0,0-1 0 0 0,1 1 0 0 0,1 0 0 0 0,-2 9 0 0 0,3-15-86 0 0,0 0 0 0 0,0-1 0 0 0,0 1 0 0 0,0 0 0 0 0,0 0 0 0 0,1 0 0 0 0,-1 0-1 0 0,1-1 1 0 0,0 1 0 0 0,0 0 0 0 0,0-1 0 0 0,0 1 0 0 0,0-1 0 0 0,1 1 0 0 0,-1-1 0 0 0,1 1 0 0 0,0-1 0 0 0,0 0 0 0 0,3 4 0 0 0,-1-3 11 0 0,1 0-1 0 0,-1 0 1 0 0,1-1 0 0 0,-1 1 0 0 0,1-1 0 0 0,0 0 0 0 0,0 0 0 0 0,0-1 0 0 0,0 1 0 0 0,6 0 0 0 0,10 0-89 0 0,0-1 0 0 0,0 0 0 0 0,0-2 0 0 0,26-3 0 0 0,7-2-2110 0 0,-25 2-5541 0 0</inkml:trace>
</inkml:ink>
</file>

<file path=ppt/ink/ink2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1:37.93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115 43 11058 0 0,'-2'-3'334'0'0,"-1"-1"0"0"0,1 1 0 0 0,-1 0 0 0 0,1 1-1 0 0,-1-1 1 0 0,0 0 0 0 0,0 1 0 0 0,0-1-1 0 0,0 1 1 0 0,-1 0 0 0 0,1 0 0 0 0,0 0 0 0 0,-5-1-1 0 0,7 2-139 0 0,-1 1-1 0 0,0-1 1 0 0,0 0-1 0 0,0 1 0 0 0,0-1 1 0 0,1 1-1 0 0,-1-1 1 0 0,0 1-1 0 0,0 0 1 0 0,0 0-1 0 0,0 0 0 0 0,0 0 1 0 0,0 0-1 0 0,0 0 1 0 0,0 1-1 0 0,0-1 1 0 0,0 1-1 0 0,0-1 0 0 0,1 1 1 0 0,-1-1-1 0 0,0 1 1 0 0,0 0-1 0 0,1 0 0 0 0,-1 0 1 0 0,0 0-1 0 0,1 0 1 0 0,-1 1-1 0 0,-1 1 1 0 0,1 0-91 0 0,0 1 1 0 0,0 0-1 0 0,0 0 1 0 0,1 0-1 0 0,-1 1 1 0 0,1-1-1 0 0,0 0 1 0 0,0 0 0 0 0,1 1-1 0 0,-1-1 1 0 0,1 0-1 0 0,0 1 1 0 0,0-1-1 0 0,1 5 1 0 0,10 66 179 0 0,-8-63-168 0 0,5 16-68 0 0,1 0 0 0 0,1-1 0 0 0,2 0 0 0 0,0-1 0 0 0,2 0 0 0 0,31 43 0 0 0,11 21-1155 0 0,-35-41-1918 0 0,-15-26-4114 0 0</inkml:trace>
</inkml:ink>
</file>

<file path=ppt/ink/ink2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1:38.08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20 268 10138 0 0,'-2'-2'193'0'0,"1"0"1"0"0,-1-1-1 0 0,0 1 0 0 0,0 0 1 0 0,1-1-1 0 0,-1 1 0 0 0,1-1 1 0 0,0 1-1 0 0,0-1 0 0 0,0 1 1 0 0,0-1-1 0 0,0 0 0 0 0,1 0 1 0 0,-1 1-1 0 0,1-4 0 0 0,0 2 152 0 0,1 0-1 0 0,-1 0 0 0 0,1 0 0 0 0,0 0 1 0 0,1 1-1 0 0,-1-1 0 0 0,1 0 0 0 0,-1 1 1 0 0,1-1-1 0 0,4-4 0 0 0,1-2-75 0 0,0 0-1 0 0,1 1 1 0 0,0 0-1 0 0,0 0 1 0 0,1 0-1 0 0,0 2 1 0 0,20-14-1 0 0,4 1-618 0 0,40-17 0 0 0,-35 19 492 0 0,-1-1-154 0 0</inkml:trace>
</inkml:ink>
</file>

<file path=ppt/ink/ink2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1:38.33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22 159 11979 0 0,'-18'-4'932'0'0,"14"-3"300"0"0,6 4-1053 0 0,-1 1 0 0 0,0 0 0 0 0,1-1 0 0 0,0 1-1 0 0,-1 0 1 0 0,1 0 0 0 0,0 0 0 0 0,3-3 0 0 0,-2 3-179 0 0,3-4 558 0 0,68-63-2241 0 0,-66 63 1174 0 0,0 0 0 0 0,0 0 0 0 0,1 1 0 0 0,0 0 0 0 0,0 1 0 0 0,0-1 0 0 0,17-4 0 0 0,-12 7 491 0 0</inkml:trace>
</inkml:ink>
</file>

<file path=ppt/ink/ink2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1:38.47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 1 8290 0 0,'-2'4'650'0'0,"-1"0"-1"0"0,1 0 1 0 0,-1 0 0 0 0,1 0-1 0 0,0 1 1 0 0,1-1 0 0 0,-1 1 0 0 0,1 0-1 0 0,0-1 1 0 0,0 1 0 0 0,0 0 0 0 0,1 0-1 0 0,0 0 1 0 0,0 7 0 0 0,0-11-575 0 0,1-1 0 0 0,-1 1 0 0 0,1-1 0 0 0,-1 1 0 0 0,1 0 0 0 0,-1-1 0 0 0,1 1 0 0 0,-1-1 0 0 0,1 1 0 0 0,0-1 0 0 0,-1 0 0 0 0,1 1 0 0 0,0-1 0 0 0,-1 0 1 0 0,1 1-1 0 0,0-1 0 0 0,-1 0 0 0 0,1 0 0 0 0,0 1 0 0 0,0-1 0 0 0,-1 0 0 0 0,1 0 0 0 0,0 0 0 0 0,0 0 0 0 0,-1 0 0 0 0,1 0 0 0 0,0 0 0 0 0,0 0 0 0 0,-1-1 0 0 0,1 1 0 0 0,0 0 0 0 0,0 0 0 0 0,-1 0 0 0 0,1-1 0 0 0,1 0 0 0 0,29-13-314 0 0,-27 11 45 0 0,11-4-1495 0 0,0-2-5051 0 0</inkml:trace>
</inkml:ink>
</file>

<file path=ppt/ink/ink2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1:38.86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1 236 8290 0 0,'3'-2'467'0'0,"-1"0"0"0"0,1 0 1 0 0,0 1-1 0 0,0 0 0 0 0,0 0 0 0 0,1 0 1 0 0,-1 0-1 0 0,0 0 0 0 0,0 0 1 0 0,0 1-1 0 0,1-1 0 0 0,2 1 0 0 0,43 1 3269 0 0,-39 1-3438 0 0,1 0 1 0 0,-1 1-1 0 0,0 1 1 0 0,-1-1-1 0 0,1 1 1 0 0,-1 1-1 0 0,1 0 1 0 0,-1 0-1 0 0,-1 1 1 0 0,1 0 0 0 0,-1 0-1 0 0,0 1 1 0 0,0 0-1 0 0,-1 1 1 0 0,11 13-1 0 0,5 12-152 0 0,-1 0-1 0 0,32 65 0 0 0,-27-46 132 0 0,-17-34-233 0 0,0 2-20 0 0,0-1 0 0 0,1 0 0 0 0,1-1 1 0 0,1 0-1 0 0,1-1 0 0 0,29 29 0 0 0,-42-45-23 0 0,0 0 0 0 0,0 0 0 0 0,0 0 0 0 0,0 0 0 0 0,0 0 0 0 0,0-1 0 0 0,0 1 0 0 0,0 0 0 0 0,1-1 0 0 0,-1 1 0 0 0,0-1 0 0 0,0 1 0 0 0,1-1 0 0 0,-1 0 0 0 0,0 1 0 0 0,1-1 0 0 0,-1 0 0 0 0,2 0 0 0 0,-2 0 7 0 0,0-1 0 0 0,-1 1 0 0 0,1-1-1 0 0,0 1 1 0 0,-1-1 0 0 0,1 1 0 0 0,-1-1 0 0 0,1 1-1 0 0,-1-1 1 0 0,1 1 0 0 0,-1-1 0 0 0,0 1 0 0 0,1-1-1 0 0,-1 0 1 0 0,0 1 0 0 0,1-1 0 0 0,-1 0 0 0 0,0 1-1 0 0,0-1 1 0 0,1 0 0 0 0,-1 0 0 0 0,0 1 0 0 0,0-1 0 0 0,0-1-1 0 0,0-7 103 0 0,0-1-1 0 0,0 0 0 0 0,-4-18 1 0 0,2 17-79 0 0,-6-54-14 0 0,3 0-1 0 0,7-120 1 0 0,1 152-678 0 0,2 0-1 0 0,16-56 1 0 0,-14 65-803 0 0,2 1 0 0 0,1 0 0 0 0,0 0 0 0 0,20-28 0 0 0,-16 30-5093 0 0</inkml:trace>
</inkml:ink>
</file>

<file path=ppt/ink/ink2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1:39.13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21 6913 0 0,'0'-1'284'0'0,"1"0"-1"0"0,-1-1 0 0 0,1 1 1 0 0,0 0-1 0 0,0 0 0 0 0,0 0 1 0 0,0-1-1 0 0,0 1 0 0 0,0 0 0 0 0,0 0 1 0 0,0 0-1 0 0,0 0 0 0 0,0 1 1 0 0,1-1-1 0 0,-1 0 0 0 0,0 1 1 0 0,1-1-1 0 0,-1 0 0 0 0,0 1 0 0 0,1-1 1 0 0,-1 1-1 0 0,1 0 0 0 0,-1 0 1 0 0,0-1-1 0 0,1 1 0 0 0,-1 0 1 0 0,1 0-1 0 0,-1 0 0 0 0,1 0 0 0 0,-1 1 1 0 0,1-1-1 0 0,-1 0 0 0 0,1 1 1 0 0,-1-1-1 0 0,0 1 0 0 0,3 0 1 0 0,-2 0 135 0 0,0 1 0 0 0,0 0 0 0 0,0-1 0 0 0,-1 1-1 0 0,1 0 1 0 0,0 0 0 0 0,-1 0 0 0 0,1 0 0 0 0,-1 0 0 0 0,1 0 0 0 0,0 3 0 0 0,5 18-45 0 0,27 142 627 0 0,-16-96-3793 0 0</inkml:trace>
</inkml:ink>
</file>

<file path=ppt/ink/ink2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1:39.32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 25 14747 0 0,'-14'-20'1866'0'0,"12"16"-493"0"0,10 14-739 0 0,67 83-6921 0 0,-56-69 6149 0 0</inkml:trace>
</inkml:ink>
</file>

<file path=ppt/ink/ink2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1:39.63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26 8290 0 0,'0'0'59'0'0,"0"0"1"0"0,0-1 0 0 0,0 1 0 0 0,0 0-1 0 0,0-1 1 0 0,0 1 0 0 0,0 0-1 0 0,1 0 1 0 0,-1-1 0 0 0,0 1 0 0 0,0 0-1 0 0,0 0 1 0 0,1-1 0 0 0,-1 1-1 0 0,0 0 1 0 0,0 0 0 0 0,1 0 0 0 0,-1-1-1 0 0,0 1 1 0 0,0 0 0 0 0,1 0-1 0 0,-1 0 1 0 0,0 0 0 0 0,0 0 0 0 0,1 0-1 0 0,-1-1 1 0 0,0 1 0 0 0,1 0-1 0 0,-1 0 1 0 0,0 0 0 0 0,1 0 0 0 0,-1 0-1 0 0,0 0 1 0 0,1 0 0 0 0,-1 0-1 0 0,0 0 1 0 0,0 0 0 0 0,1 1 0 0 0,-1-1-1 0 0,0 0 1 0 0,1 0 0 0 0,10 13 2019 0 0,2 22 437 0 0,3 53-845 0 0,-14-68-1588 0 0,1-1-1 0 0,0 0 1 0 0,2 1-1 0 0,0-2 0 0 0,1 1 1 0 0,12 26-1 0 0,-17-45-79 0 0,-1 1 1 0 0,0-1-1 0 0,0 1 1 0 0,0 0-1 0 0,0-1 0 0 0,1 1 1 0 0,-1-1-1 0 0,0 1 0 0 0,0-1 1 0 0,1 1-1 0 0,-1-1 1 0 0,1 1-1 0 0,-1-1 0 0 0,0 1 1 0 0,1-1-1 0 0,-1 0 0 0 0,1 1 1 0 0,-1-1-1 0 0,1 1 0 0 0,-1-1 1 0 0,1 0-1 0 0,-1 0 1 0 0,1 1-1 0 0,-1-1 0 0 0,1 0 1 0 0,0 0-1 0 0,-1 0 0 0 0,1 1 1 0 0,-1-1-1 0 0,1 0 1 0 0,0 0-1 0 0,-1 0 0 0 0,1 0 1 0 0,-1 0-1 0 0,1 0 0 0 0,0 0 1 0 0,-1-1-1 0 0,1 1 0 0 0,-1 0 1 0 0,1 0-1 0 0,0 0 1 0 0,-1 0-1 0 0,1-1 0 0 0,-1 1 1 0 0,1 0-1 0 0,-1-1 0 0 0,1 1 1 0 0,-1 0-1 0 0,1-1 1 0 0,-1 1-1 0 0,1-1 0 0 0,-1 1 1 0 0,0-1-1 0 0,1 1 0 0 0,-1-1 1 0 0,0 1-1 0 0,1-1 1 0 0,-1 1-1 0 0,0-1 0 0 0,0 1 1 0 0,1-1-1 0 0,-1 1 0 0 0,0-1 1 0 0,0 0-1 0 0,0 0 0 0 0,18-52 125 0 0,-14 38-326 0 0,6-16-114 0 0,2-5-297 0 0,20-43-1 0 0,-28 70 780 0 0,1 0-1 0 0,0 1 0 0 0,0-1 0 0 0,1 1 0 0 0,0 0 1 0 0,1 1-1 0 0,-1 0 0 0 0,1 0 0 0 0,15-12 1 0 0,-20 18-65 0 0,-1 0 0 0 0,1-1 1 0 0,0 1-1 0 0,-1 1 1 0 0,1-1-1 0 0,0 0 1 0 0,-1 0-1 0 0,1 0 1 0 0,0 1-1 0 0,0-1 0 0 0,0 1 1 0 0,0 0-1 0 0,0-1 1 0 0,-1 1-1 0 0,1 0 1 0 0,0 0-1 0 0,0 0 1 0 0,0 0-1 0 0,0 1 1 0 0,0-1-1 0 0,0 0 0 0 0,0 1 1 0 0,-1-1-1 0 0,1 1 1 0 0,0 0-1 0 0,0 0 1 0 0,-1 0-1 0 0,1-1 1 0 0,0 2-1 0 0,-1-1 0 0 0,1 0 1 0 0,-1 0-1 0 0,1 0 1 0 0,-1 1-1 0 0,0-1 1 0 0,0 1-1 0 0,2 1 1 0 0,17 31 515 0 0,-6 3-3800 0 0,-8-23 26 0 0,2 5-3824 0 0</inkml:trace>
</inkml:ink>
</file>

<file path=ppt/ink/ink2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1:40.11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335 41 14283 0 0,'2'-8'1040'0'0,"4"-19"-674"0"0,-8 22 216 0 0,-6 15 1296 0 0,-28 55-1016 0 0,2 1-1 0 0,4 2 1 0 0,-22 74-1 0 0,42-113-839 0 0,-104 315 64 0 0,98-282-46 0 0,2-1 1 0 0,3 1-1 0 0,-5 109 1 0 0,17-140 17 0 0,0-1 1 0 0,3 1 0 0 0,0-1-1 0 0,2 0 1 0 0,1 0-1 0 0,1-1 1 0 0,17 41 0 0 0,-9-35 61 0 0,1 0-1 0 0,2-2 1 0 0,1 0 0 0 0,2-1 0 0 0,41 46 0 0 0,-36-48-75 0 0,2-1 1 0 0,1-2-1 0 0,1-1 0 0 0,1-1 1 0 0,2-2-1 0 0,0-1 0 0 0,1-2 1 0 0,1-1-1 0 0,1-2 0 0 0,1-1 1 0 0,0-3-1 0 0,52 13 0 0 0,-46-19-1138 0 0,0-4-4426 0 0,-5-3-1797 0 0</inkml:trace>
</inkml:ink>
</file>

<file path=ppt/ink/ink2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1:59.56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1 122 7834 0 0,'5'-26'1929'0'0,"0"7"874"0"0,-2-1 0 0 0,3-37 0 0 0,12 86-316 0 0,-5 3-2353 0 0,-2 1 0 0 0,-1 1-1 0 0,4 34 1 0 0,11 106 554 0 0,-12-72-525 0 0,34 229-6387 0 0,-35-265-571 0 0</inkml:trace>
</inkml:ink>
</file>

<file path=ppt/ink/ink2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1:59.93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265 289 5529 0 0,'-34'-2'915'0'0,"0"3"0"0"0,0 0 0 0 0,1 3 0 0 0,-1 0-1 0 0,-50 15 1 0 0,73-13 556 0 0,19-1-423 0 0,21-1 58 0 0,30-7 677 0 0,113-21 0 0 0,-81 8-895 0 0,344-66 1443 0 0,-164 27-1682 0 0,288-41-172 0 0,-437 75-468 0 0,-51 7-92 0 0,108-5 0 0 0,-175 18-78 0 0,-1 1 0 0 0,1 1 0 0 0,0-1 1 0 0,-1 0-1 0 0,1 1 0 0 0,-1 0 0 0 0,1 0 0 0 0,-1 0 0 0 0,5 2 1 0 0,-8-3 69 0 0,1 1 1 0 0,0-1 0 0 0,0 1-1 0 0,-1-1 1 0 0,1 1 0 0 0,0-1 0 0 0,-1 1-1 0 0,1 0 1 0 0,0-1 0 0 0,-1 1-1 0 0,1 0 1 0 0,-1 0 0 0 0,1-1-1 0 0,-1 1 1 0 0,0 0 0 0 0,1 0 0 0 0,-1 0-1 0 0,0 0 1 0 0,1 0 0 0 0,-1-1-1 0 0,0 1 1 0 0,0 0 0 0 0,0 0-1 0 0,0 0 1 0 0,0 0 0 0 0,0 0 0 0 0,0 0-1 0 0,0 0 1 0 0,0 0 0 0 0,0 0-1 0 0,-1-1 1 0 0,1 1 0 0 0,0 0-1 0 0,-1 0 1 0 0,1 0 0 0 0,0 0 0 0 0,-1-1-1 0 0,1 1 1 0 0,-1 0 0 0 0,-1 1-1 0 0,-10 16-415 0 0</inkml:trace>
</inkml:ink>
</file>

<file path=ppt/ink/ink2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00.58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6 137 6913 0 0,'-2'-6'513'0'0,"1"0"-1"0"0,0-1 0 0 0,0 1 0 0 0,1 0 0 0 0,-1 0 0 0 0,1-1 0 0 0,1 1 0 0 0,-1 0 0 0 0,2-8 0 0 0,-1 3 301 0 0,0 6-234 0 0,-1 0 0 0 0,1 0 0 0 0,0 1 1 0 0,0-1-1 0 0,1 0 0 0 0,-1 1 0 0 0,5-9 1 0 0,-6 13-458 0 0,1-1 1 0 0,-1 0-1 0 0,1 0 1 0 0,-1 1 0 0 0,1-1-1 0 0,-1 1 1 0 0,1-1-1 0 0,0 1 1 0 0,-1-1 0 0 0,1 1-1 0 0,0-1 1 0 0,-1 1-1 0 0,1-1 1 0 0,0 1 0 0 0,-1 0-1 0 0,1-1 1 0 0,0 1-1 0 0,0 0 1 0 0,0 0 0 0 0,1-1-1 0 0,-1 1-56 0 0,0 1-1 0 0,1-1 0 0 0,-1 0 1 0 0,0 1-1 0 0,0-1 0 0 0,1 1 1 0 0,-1-1-1 0 0,0 1 0 0 0,0-1 1 0 0,0 1-1 0 0,0 0 0 0 0,0 0 1 0 0,1-1-1 0 0,-1 1 0 0 0,-1 0 1 0 0,1 0-1 0 0,1 2 0 0 0,7 7 116 0 0,0 1 1 0 0,-2 1-1 0 0,1 0 0 0 0,-1 0 0 0 0,7 19 0 0 0,23 69 113 0 0,-28-75-242 0 0,32 111 0 0 0,-21-67-162 0 0,3-1 1 0 0,33 70-1 0 0,-34-95-1147 0 0,-11-24-4832 0 0</inkml:trace>
</inkml:ink>
</file>

<file path=ppt/ink/ink2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00.90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2 268 6449 0 0,'-1'-4'107'0'0,"1"-1"0"0"0,0 0-1 0 0,0 0 1 0 0,1 0 0 0 0,-1 1 0 0 0,1-1-1 0 0,0 0 1 0 0,0 1 0 0 0,1-1-1 0 0,-1 1 1 0 0,1-1 0 0 0,0 1-1 0 0,0 0 1 0 0,0-1 0 0 0,1 1-1 0 0,0 0 1 0 0,0 1 0 0 0,4-5-1 0 0,8-10 478 0 0,2 2 0 0 0,0 0 0 0 0,1 1 0 0 0,1 1 0 0 0,0 1 0 0 0,1 1 0 0 0,0 0-1 0 0,1 1 1 0 0,0 2 0 0 0,1 0 0 0 0,0 1 0 0 0,0 1 0 0 0,0 1 0 0 0,1 1 0 0 0,42-3-1 0 0,-62 7-502 0 0,1 1 0 0 0,-1 0 0 0 0,1 0 0 0 0,0 1 0 0 0,-1-1 0 0 0,1 1 0 0 0,-1 0 0 0 0,1-1 0 0 0,-1 2 0 0 0,1-1 0 0 0,-1 0 0 0 0,0 1 0 0 0,0-1 0 0 0,1 1 0 0 0,-1 0 0 0 0,0 0 0 0 0,3 3 0 0 0,-4-2-50 0 0,-1-1 0 0 0,1 0 0 0 0,-1 1 0 0 0,1-1 0 0 0,-1 1 0 0 0,0-1 0 0 0,0 1 0 0 0,0-1 0 0 0,0 1 0 0 0,-1 0 0 0 0,1 0 0 0 0,-1-1 0 0 0,0 1 0 0 0,1 0 0 0 0,-1 0 0 0 0,-1 0-1 0 0,1-1 1 0 0,0 1 0 0 0,-1 0 0 0 0,1 0 0 0 0,-1-1 0 0 0,-1 5 0 0 0,-5 14 129 0 0,-2-1 0 0 0,0 0 0 0 0,-1-1 0 0 0,-15 22 0 0 0,13-22 42 0 0,1 0 0 0 0,1 1 0 0 0,-15 39 1 0 0,24-57-164 0 0,0 0 0 0 0,1 0 1 0 0,-1 1-1 0 0,1-1 0 0 0,-1 0 1 0 0,1 0-1 0 0,0 0 0 0 0,0 0 1 0 0,0 1-1 0 0,0-1 0 0 0,0 0 1 0 0,0 0-1 0 0,1 0 0 0 0,-1 0 1 0 0,1 1-1 0 0,-1-1 0 0 0,1 0 1 0 0,0 0-1 0 0,0 0 0 0 0,0 0 1 0 0,0 0-1 0 0,0-1 0 0 0,3 4 1 0 0,-1-3 10 0 0,-1 1 1 0 0,1-1 0 0 0,1 0-1 0 0,-1-1 1 0 0,0 1-1 0 0,0 0 1 0 0,1-1-1 0 0,-1 0 1 0 0,1 0 0 0 0,-1 0-1 0 0,1 0 1 0 0,6 1-1 0 0,9-1 2 0 0,-1-1 0 0 0,0 0 0 0 0,1-1-1 0 0,25-6 1 0 0,58-8-3093 0 0,-81 13-4356 0 0</inkml:trace>
</inkml:ink>
</file>

<file path=ppt/ink/ink2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01.15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145 17 4145 0 0,'0'-1'239'0'0,"0"0"-1"0"0,0 0 1 0 0,-1 0-1 0 0,1 0 1 0 0,-1 0 0 0 0,1 1-1 0 0,-1-1 1 0 0,1 0-1 0 0,-1 0 1 0 0,0 0 0 0 0,1 1-1 0 0,-1-1 1 0 0,0 0 0 0 0,0 1-1 0 0,1-1 1 0 0,-1 1-1 0 0,0-1 1 0 0,0 1 0 0 0,0-1-1 0 0,0 1 1 0 0,0-1 0 0 0,0 1-1 0 0,1 0 1 0 0,-1 0-1 0 0,0-1 1 0 0,0 1 0 0 0,0 0-1 0 0,0 0 1 0 0,0 0 0 0 0,0 0-1 0 0,0 0 1 0 0,0 0-1 0 0,0 0 1 0 0,0 1 0 0 0,0-1-1 0 0,0 0 1 0 0,-1 1-1 0 0,-39 9 4424 0 0,36-7-4462 0 0,0 0-1 0 0,0 0 0 0 0,0 1 1 0 0,0 0-1 0 0,1 0 0 0 0,0 1 1 0 0,0-1-1 0 0,0 1 0 0 0,0 0 0 0 0,1 0 1 0 0,0 0-1 0 0,0 0 0 0 0,0 0 1 0 0,0 1-1 0 0,1-1 0 0 0,0 1 0 0 0,0 0 1 0 0,1 0-1 0 0,-1 0 0 0 0,1 0 1 0 0,0 10-1 0 0,-1 8-82 0 0,2 1 0 0 0,0-1 0 0 0,2 0 1 0 0,4 26-1 0 0,1-12-173 0 0,0-1 1 0 0,3 1 0 0 0,1-1-1 0 0,1-1 1 0 0,3 0-1 0 0,35 65 1 0 0,-22-50-2011 0 0,-21-37 471 0 0</inkml:trace>
</inkml:ink>
</file>

<file path=ppt/ink/ink2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01.30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106 259 6449 0 0,'-12'-5'696'0'0,"1"0"0"0"0,0-1 0 0 0,0 0-1 0 0,0 0 1 0 0,-13-11 0 0 0,22 15-459 0 0,0 1 0 0 0,1-1 0 0 0,-1 1 0 0 0,0-1 0 0 0,1 1 0 0 0,-1-1 0 0 0,0 0 0 0 0,1 0 0 0 0,0 1 0 0 0,0-1 0 0 0,-1 0 0 0 0,1-1 0 0 0,0 1 0 0 0,0 0 1 0 0,1 0-1 0 0,-1 0 0 0 0,0 0 0 0 0,1-1 0 0 0,0 1 0 0 0,-1 0 0 0 0,1-1 0 0 0,0 1 0 0 0,0 0 0 0 0,0-1 0 0 0,0 1 0 0 0,1 0 0 0 0,-1 0 0 0 0,1-1 0 0 0,-1 1 0 0 0,1 0 0 0 0,0 0 1 0 0,0 0-1 0 0,0-1 0 0 0,0 1 0 0 0,0 0 0 0 0,2-3 0 0 0,10-7-13 0 0,0 0 0 0 0,0 0 0 0 0,1 2 0 0 0,1-1 0 0 0,0 2 0 0 0,0 0 0 0 0,21-9 0 0 0,-14 7-875 0 0,7-5-4320 0 0,0 2-1720 0 0</inkml:trace>
</inkml:ink>
</file>

<file path=ppt/ink/ink2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03.05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92 9674 0 0,'3'1'258'0'0,"1"0"0"0"0,-1 0-1 0 0,0 0 1 0 0,1-1 0 0 0,-1 1-1 0 0,0-1 1 0 0,1 0 0 0 0,-1 0 0 0 0,1 0-1 0 0,5-2 1 0 0,-2 2 158 0 0,197-28 4478 0 0,0-15-5726 0 0,-193 41 586 0 0,59-14-2871 0 0,-51 10 1808 0 0</inkml:trace>
</inkml:ink>
</file>

<file path=ppt/ink/ink2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03.25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0 5985 0 0,'2'1'3063'0'0,"13"6"2685"0"0,-12-5-5401 0 0,-1-1 0 0 0,1 1 0 0 0,0 0 0 0 0,-1 0 0 0 0,1 0 0 0 0,-1 1 0 0 0,0-1 0 0 0,0 1 1 0 0,3 2-1 0 0,2 10 93 0 0,0 1 1 0 0,-1 0 0 0 0,-1 0 0 0 0,-1 1 0 0 0,0-1-1 0 0,-1 1 1 0 0,2 27 0 0 0,7 31-993 0 0,-6-49-1162 0 0,1 0-5338 0 0</inkml:trace>
</inkml:ink>
</file>

<file path=ppt/ink/ink2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03.77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1 105 8434 0 0,'10'-65'2004'0'0,"-9"59"-932"0"0,1 1 0 0 0,0-1 1 0 0,1 1-1 0 0,-1 0 0 0 0,5-7 1 0 0,-5 14-720 0 0,0 1 0 0 0,-1 0 0 0 0,1 0 0 0 0,-1 0 0 0 0,1 1 0 0 0,-1-1 1 0 0,0 0-1 0 0,0 0 0 0 0,0 5 0 0 0,19 108 281 0 0,-6 0 1 0 0,0 124-1 0 0,-1-5-1519 0 0,-8-177-68 0 0</inkml:trace>
</inkml:ink>
</file>

<file path=ppt/ink/ink2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04.09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1 307 6913 0 0,'26'-11'8923'0'0,"48"-15"-5751"0"0,-17 6-2000 0 0,613-192 1810 0 0,-634 202-3220 0 0,1 1-1 0 0,0 2 1 0 0,0 1-1 0 0,1 3 1 0 0,41 0-1 0 0,-51 4-792 0 0</inkml:trace>
</inkml:ink>
</file>

<file path=ppt/ink/ink2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04.39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5 9674 0 0,'2'-1'118'0'0,"-1"0"-1"0"0,1 1 1 0 0,0-1-1 0 0,-1 1 1 0 0,1-1 0 0 0,0 1-1 0 0,-1 0 1 0 0,1 0-1 0 0,0-1 1 0 0,0 1 0 0 0,-1 1-1 0 0,1-1 1 0 0,0 0-1 0 0,0 0 1 0 0,-1 1 0 0 0,1-1-1 0 0,0 1 1 0 0,-1-1-1 0 0,1 1 1 0 0,0 0 0 0 0,-1-1-1 0 0,1 1 1 0 0,-1 0-1 0 0,1 0 1 0 0,-1 0 0 0 0,0 0-1 0 0,1 1 1 0 0,-1-1-1 0 0,0 0 1 0 0,0 1 0 0 0,1 0-1 0 0,8 8 1011 0 0,-1 1 0 0 0,13 18 0 0 0,-13-13-615 0 0,0 0 0 0 0,-1 0 0 0 0,0 1-1 0 0,-1 0 1 0 0,-1 0 0 0 0,-1 1 0 0 0,4 24 0 0 0,11 134 76 0 0,-8-50-635 0 0,-6-93-1546 0 0,12 39 0 0 0</inkml:trace>
</inkml:ink>
</file>

<file path=ppt/ink/ink2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04.69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1 175 4145 0 0,'2'-5'306'0'0,"1"-1"0"0"0,0 0 0 0 0,0 1-1 0 0,0 0 1 0 0,1 0 0 0 0,0 0 0 0 0,0 0 0 0 0,0 0 0 0 0,1 1 0 0 0,9-8 0 0 0,56-36 3612 0 0,-63 44-3838 0 0,14-10 1607 0 0,41-17 1 0 0,-57 28-1458 0 0,0 1 0 0 0,0 0-1 0 0,1 0 1 0 0,-1 1 0 0 0,0-1 0 0 0,1 1 0 0 0,-1 1 0 0 0,1-1 0 0 0,-1 1-1 0 0,1 0 1 0 0,-1 0 0 0 0,1 0 0 0 0,-1 1 0 0 0,10 2 0 0 0,-14-3-189 0 0,0 1 0 0 0,0 0 1 0 0,0 0-1 0 0,0-1 1 0 0,0 1-1 0 0,0 0 0 0 0,0 0 1 0 0,0 0-1 0 0,0 0 0 0 0,0 0 1 0 0,-1 0-1 0 0,1 0 1 0 0,0 1-1 0 0,-1-1 0 0 0,1 0 1 0 0,-1 0-1 0 0,0 0 1 0 0,1 1-1 0 0,-1-1 0 0 0,0 0 1 0 0,0 0-1 0 0,1 1 0 0 0,-1-1 1 0 0,0 0-1 0 0,0 1 1 0 0,0-1-1 0 0,-1 0 0 0 0,1 0 1 0 0,0 1-1 0 0,0-1 1 0 0,-1 0-1 0 0,1 0 0 0 0,-2 3 1 0 0,-18 42 549 0 0,20-45-557 0 0,-43 68 661 0 0,31-51-527 0 0,1-1 1 0 0,0 1-1 0 0,1 1 1 0 0,2 0-1 0 0,-1 0 0 0 0,-4 21 1 0 0,12-37-142 0 0,0 0 1 0 0,1 1-1 0 0,-1-1 1 0 0,1 0-1 0 0,0 0 1 0 0,0 1-1 0 0,0-1 1 0 0,0 0-1 0 0,0 0 1 0 0,1 1-1 0 0,0-1 1 0 0,0 0-1 0 0,-1 0 1 0 0,2 0-1 0 0,-1 0 1 0 0,0 0-1 0 0,1 0 0 0 0,-1 0 1 0 0,4 3-1 0 0,-2-2 19 0 0,1 0-1 0 0,0-1 1 0 0,-1 0-1 0 0,2 0 0 0 0,-1 0 1 0 0,0 0-1 0 0,0-1 0 0 0,1 1 1 0 0,-1-1-1 0 0,1 0 0 0 0,6 1 1 0 0,10 2-312 0 0,0-1 1 0 0,1-1 0 0 0,-1 0 0 0 0,35-2 0 0 0,-14-1-2977 0 0,-21 1-3670 0 0</inkml:trace>
</inkml:ink>
</file>

<file path=ppt/ink/ink2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04.93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38 86 3425 0 0,'1'-2'108'0'0,"1"-1"1"0"0,-1 1 0 0 0,1-1-1 0 0,-1 1 1 0 0,0-1 0 0 0,0 0 0 0 0,0 0-1 0 0,0 1 1 0 0,0-1 0 0 0,-1 0-1 0 0,1-5 1 0 0,-1 5 282 0 0,0 1 0 0 0,0 0 0 0 0,-1 0 0 0 0,1-1 0 0 0,-1 1-1 0 0,1 0 1 0 0,-1 0 0 0 0,0 0 0 0 0,0 0 0 0 0,0 0 0 0 0,0 0 0 0 0,0 0 0 0 0,0 0 0 0 0,-1 0 0 0 0,1 1 0 0 0,-1-1-1 0 0,1 0 1 0 0,-1 1 0 0 0,0-1 0 0 0,1 1 0 0 0,-1 0 0 0 0,0 0 0 0 0,0-1 0 0 0,-4 0 0 0 0,6 1-289 0 0,-1 1 0 0 0,1 0 1 0 0,0 0-1 0 0,-1 0 0 0 0,1 0 0 0 0,0 0 1 0 0,-1 0-1 0 0,1 0 0 0 0,0-1 0 0 0,-1 1 1 0 0,1 0-1 0 0,0 0 0 0 0,-1 0 0 0 0,1 0 1 0 0,0 0-1 0 0,-1 1 0 0 0,1-1 0 0 0,0 0 1 0 0,-1 0-1 0 0,1 0 0 0 0,0 0 1 0 0,-1 0-1 0 0,1 0 0 0 0,0 1 0 0 0,-1-1 1 0 0,1 0-1 0 0,0 0 0 0 0,-1 0 0 0 0,1 1 1 0 0,0-1-1 0 0,0 0 0 0 0,-1 0 0 0 0,1 1 1 0 0,0-1-1 0 0,0 0 0 0 0,0 1 0 0 0,-6 17 1659 0 0,4 27-777 0 0,2-39-687 0 0,0 69-152 0 0,3-1 0 0 0,22 130 0 0 0,-21-188-2027 0 0</inkml:trace>
</inkml:ink>
</file>

<file path=ppt/ink/ink2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05.10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 71 9218 0 0,'-1'-3'215'0'0,"-1"-39"504"0"0,2 40-378 0 0,0 0-1 0 0,1 0 1 0 0,-1 0 0 0 0,1 0-1 0 0,-1 0 1 0 0,1 0 0 0 0,0 0-1 0 0,0 0 1 0 0,0 0-1 0 0,1-3 1 0 0,-2 5-329 0 0,1 0 0 0 0,-1 0 0 0 0,0 0 0 0 0,0 0 0 0 0,0 0 0 0 0,0 0 0 0 0,0 0 0 0 0,0 0 0 0 0,0 0 0 0 0,0 0 0 0 0,0-1 0 0 0,1 1 1 0 0,-1 0-1 0 0,0 0 0 0 0,0 0 0 0 0,0 0 0 0 0,0 0 0 0 0,0 0 0 0 0,0 0 0 0 0,0 0 0 0 0,0 0 0 0 0,1 0 0 0 0,-1 0 0 0 0,0 0 0 0 0,0 0 0 0 0,0 0 0 0 0,0 0 0 0 0,0 0 0 0 0,0 0 0 0 0,0 0 0 0 0,1 0 0 0 0,-1 0 0 0 0,0 1 0 0 0,0-1 0 0 0,0 0 1 0 0,0 0-1 0 0,0 0 0 0 0,0 0 0 0 0,0 0 0 0 0,0 0 0 0 0,0 0 0 0 0,1 0 0 0 0,-1 0 0 0 0,0 0 0 0 0,0 0 0 0 0,0 1 0 0 0,0-1 0 0 0,0 0 0 0 0,0 0 0 0 0,0 0 0 0 0,0 0 0 0 0,0 0 0 0 0,0 0 0 0 0,0 0 0 0 0,0 1 0 0 0,4 10-708 0 0,1 12-1365 0 0,7 30 629 0 0,-6-33 1418 0 0</inkml:trace>
</inkml:ink>
</file>

<file path=ppt/ink/ink2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05.92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71 10138 0 0,'2'-4'269'0'0,"1"-1"0"0"0,-1 1 0 0 0,1 0 0 0 0,0 0 0 0 0,0 0 0 0 0,0 0-1 0 0,0 1 1 0 0,1-1 0 0 0,-1 1 0 0 0,1 0 0 0 0,0 0 0 0 0,0 0 0 0 0,0 0 0 0 0,0 1 0 0 0,1 0 0 0 0,-1-1-1 0 0,0 2 1 0 0,1-1 0 0 0,0 0 0 0 0,7 0 0 0 0,-3 0-54 0 0,0 0 1 0 0,0 1-1 0 0,0 1 1 0 0,1 0-1 0 0,-1 0 1 0 0,0 0-1 0 0,1 1 1 0 0,-1 1-1 0 0,17 4 1 0 0,-11-1-9 0 0,0 1 0 0 0,0 1 1 0 0,0 0-1 0 0,-1 1 0 0 0,0 1 0 0 0,0 0 0 0 0,-1 1 1 0 0,15 14-1 0 0,-11-6-33 0 0,0 0 1 0 0,-1 1-1 0 0,-1 1 1 0 0,23 39-1 0 0,-12-10-62 0 0,-4 2 0 0 0,-1 0 0 0 0,-3 0 0 0 0,15 67 0 0 0,-17-45-62 0 0,-4 0 0 0 0,-3 1 0 0 0,-3 1 0 0 0,-4 82 0 0 0,-42 296-821 0 0,20-256 442 0 0,-15 94 1873 0 0,26-254-2933 0 0</inkml:trace>
</inkml:ink>
</file>

<file path=ppt/ink/ink2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18.52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47 8290 0 0,'7'4'4829'0'0,"9"-5"-3579"0"0,13-5-1317 0 0,-3 0-1184 0 0,0-2 0 0 0,32-14 0 0 0,-42 14 888 0 0</inkml:trace>
</inkml:ink>
</file>

<file path=ppt/ink/ink2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18.70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 22 9674 0 0,'0'0'69'0'0,"0"0"0"0"0,-4 2 1869 0 0,4-2-1869 0 0,-1 0 0 0 0,1 1 1 0 0,0-1-1 0 0,0 0 0 0 0,0 0 0 0 0,0 0 0 0 0,0 0 0 0 0,0 1 1 0 0,0-1-1 0 0,0 0 0 0 0,0 0 0 0 0,0 0 0 0 0,0 1 1 0 0,0-1-1 0 0,0 0 0 0 0,0 0 0 0 0,0 1 0 0 0,16-3 1590 0 0,42-10-3027 0 0,8 0-5025 0 0,-51 11 5717 0 0</inkml:trace>
</inkml:ink>
</file>

<file path=ppt/ink/ink2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19.08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23 242 6449 0 0,'-22'1'2954'0'0,"34"23"1405"0"0,-6-16-4235 0 0,127 174 4945 0 0,-106-150-4820 0 0,2-1 0 0 0,1-2 1 0 0,44 35-1 0 0,-68-60-182 0 0,-1 0 0 0 0,0-1-1 0 0,1 0 1 0 0,-1 0-1 0 0,1 0 1 0 0,0 0 0 0 0,0-1-1 0 0,0 0 1 0 0,0 0 0 0 0,11 1-1 0 0,-14-3-5 0 0,0 0 0 0 0,0 0 0 0 0,0 0 0 0 0,0 0 0 0 0,0-1 0 0 0,0 0 1 0 0,0 1-1 0 0,0-1 0 0 0,0 0 0 0 0,-1 0 0 0 0,1-1 0 0 0,0 1 0 0 0,-1-1 0 0 0,1 1 0 0 0,-1-1 0 0 0,1 0 0 0 0,-1 0 0 0 0,0 0 0 0 0,0 0 0 0 0,0 0 0 0 0,0 0 0 0 0,0-1 0 0 0,0 1 0 0 0,2-5 0 0 0,4-7 102 0 0,0-1 0 0 0,-2 0 0 0 0,1-1 0 0 0,-2 1 0 0 0,0-1 0 0 0,-1 0 0 0 0,3-27 0 0 0,3-121 273 0 0,-2 13-655 0 0,-5 127-194 0 0,11-41 1 0 0,-11 56-290 0 0,0 1 1 0 0,1-1 0 0 0,0 0-1 0 0,6-9 1 0 0</inkml:trace>
</inkml:ink>
</file>

<file path=ppt/ink/ink2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19.25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 7834 0 0,'36'110'7863'0'0,"-24"-67"-6488"0"0,12 81 0 0 0,-23-119-1854 0 0,4 26-232 0 0,1-20-1644 0 0</inkml:trace>
</inkml:ink>
</file>

<file path=ppt/ink/ink2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19.41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33 41 10594 0 0,'-10'-7'472'0'0,"3"1"96"0"0,3 0-455 0 0,1 2-113 0 0,2 2 0 0 0,1 1 0 0 0,0-1 232 0 0,-2 1 24 0 0,1-3 8 0 0,-1 1 0 0 0,1 0-520 0 0,-1 2-112 0 0,2 2-16 0 0,2 3-9 0 0,-2 5 393 0 0,1 1 0 0 0,2 4 96 0 0,0 3 0 0 0</inkml:trace>
</inkml:ink>
</file>

<file path=ppt/ink/ink2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19.74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0 159 9218 0 0,'3'-1'106'0'0,"0"0"-1"0"0,0 0 1 0 0,0 0-1 0 0,0 1 1 0 0,0-1 0 0 0,0 1-1 0 0,0 0 1 0 0,0 0-1 0 0,0 0 1 0 0,0 0-1 0 0,0 0 1 0 0,0 1 0 0 0,0-1-1 0 0,0 1 1 0 0,0 0-1 0 0,0 0 1 0 0,-1 0 0 0 0,1 0-1 0 0,0 1 1 0 0,0-1-1 0 0,-1 1 1 0 0,1-1 0 0 0,-1 1-1 0 0,4 3 1 0 0,-2 0 79 0 0,0 0 0 0 0,0 0-1 0 0,-1 0 1 0 0,0 0 0 0 0,0 0 0 0 0,0 1 0 0 0,0 0 0 0 0,-1-1 0 0 0,0 1 0 0 0,0 0-1 0 0,1 8 1 0 0,1 13 683 0 0,-2-18-574 0 0,-1 1 0 0 0,1-1 1 0 0,0 0-1 0 0,1 0 0 0 0,0 0 0 0 0,7 14 1 0 0,-10-23-287 0 0,0 0 0 0 0,0 1 0 0 0,0-1 0 0 0,1 0 0 0 0,-1 0 0 0 0,0 1 0 0 0,0-1 1 0 0,0 0-1 0 0,0 0 0 0 0,1 1 0 0 0,-1-1 0 0 0,0 0 0 0 0,0 0 0 0 0,1 1 0 0 0,-1-1 0 0 0,0 0 0 0 0,1 0 1 0 0,-1 0-1 0 0,0 0 0 0 0,0 0 0 0 0,1 0 0 0 0,-1 1 0 0 0,0-1 0 0 0,1 0 0 0 0,-1 0 0 0 0,0 0 1 0 0,1 0-1 0 0,-1 0 0 0 0,0 0 0 0 0,1 0 0 0 0,-1 0 0 0 0,0 0 0 0 0,1 0 0 0 0,-1-1 0 0 0,10-8 71 0 0,1-18-29 0 0,-11 27-50 0 0,30-111-476 0 0,-23 77 67 0 0,1 1 0 0 0,18-42 0 0 0,-24 69 575 0 0,1 0 0 0 0,0 0 0 0 0,1 1 1 0 0,-1-1-1 0 0,1 1 0 0 0,0 0 1 0 0,1 0-1 0 0,7-8 0 0 0,-11 12-67 0 0,1 0 1 0 0,-1 1-1 0 0,0-1 1 0 0,1 0-1 0 0,-1 0 0 0 0,0 1 1 0 0,1-1-1 0 0,-1 1 0 0 0,1-1 1 0 0,-1 1-1 0 0,1-1 0 0 0,-1 1 1 0 0,1 0-1 0 0,-1 0 1 0 0,1 0-1 0 0,-1 0 0 0 0,3 0 1 0 0,-2 1-23 0 0,0-1 0 0 0,-1 1 0 0 0,1 0 0 0 0,0 0 1 0 0,0 0-1 0 0,-1 0 0 0 0,1 0 0 0 0,-1 0 0 0 0,1 0 1 0 0,-1 1-1 0 0,1-1 0 0 0,-1 1 0 0 0,0-1 0 0 0,0 1 0 0 0,0-1 1 0 0,0 1-1 0 0,2 2 0 0 0,10 21 226 0 0,-2 0-1 0 0,16 49 1 0 0,-1-2-2681 0 0,-13-42-4472 0 0</inkml:trace>
</inkml:ink>
</file>

<file path=ppt/ink/ink2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29.81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90 531 5529 0 0,'-8'-12'1406'0'0,"0"0"-1"0"0,-1 0 0 0 0,0 0 1 0 0,-1 1-1 0 0,-18-16 1 0 0,11 10 1490 0 0,46 56 32 0 0,1 1-2854 0 0,157 158 273 0 0,4 3-211 0 0,-172-178-135 0 0,1-1 0 0 0,2-1 0 0 0,30 24 0 0 0,-47-40 33 0 0,1-1 0 0 0,0 0 0 0 0,-1-1 0 0 0,1 1 0 0 0,1-1 0 0 0,-1 0 0 0 0,0-1 1 0 0,1 1-1 0 0,-1-1 0 0 0,1 0 0 0 0,0-1 0 0 0,0 0 0 0 0,0 0 0 0 0,-1 0 0 0 0,1-1 0 0 0,0 0 0 0 0,0-1 0 0 0,0 1 0 0 0,0-1 0 0 0,9-3 0 0 0,-11 2 40 0 0,0 0 1 0 0,0-1 0 0 0,-1 0-1 0 0,1 0 1 0 0,-1-1 0 0 0,1 1-1 0 0,-1-1 1 0 0,-1 0-1 0 0,1 0 1 0 0,0 0 0 0 0,-1 0-1 0 0,0-1 1 0 0,0 1 0 0 0,0-1-1 0 0,-1 0 1 0 0,1 0 0 0 0,2-10-1 0 0,2-5 64 0 0,-1 0 0 0 0,-2 0 0 0 0,4-27 0 0 0,0-44 151 0 0,-9-176 0 0 0,-3 177-571 0 0,15-173 1 0 0,3 188-881 0 0,-13 69 764 0 0,1 0 1 0 0,0 0-1 0 0,1 0 0 0 0,-1 1 1 0 0,1-1-1 0 0,0 1 0 0 0,1-1 1 0 0,-1 1-1 0 0,8-8 0 0 0,8 0-1376 0 0</inkml:trace>
</inkml:ink>
</file>

<file path=ppt/ink/ink2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30.22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47 106 8498 0 0,'-2'0'52'0'0,"1"1"-1"0"0,0-1 1 0 0,-1 1 0 0 0,1 0 0 0 0,0 0-1 0 0,0-1 1 0 0,0 1 0 0 0,0 0 0 0 0,0 0 0 0 0,0 0-1 0 0,0 0 1 0 0,0 0 0 0 0,0 0 0 0 0,0 1-1 0 0,0-1 1 0 0,1 0 0 0 0,-1 0 0 0 0,0 1-1 0 0,1-1 1 0 0,-1 2 0 0 0,-12 32 437 0 0,12-32-335 0 0,-2 11-40 0 0,0 0 1 0 0,1 0-1 0 0,0 0 1 0 0,1 0-1 0 0,1 0 1 0 0,0 0-1 0 0,1 0 1 0 0,1 0-1 0 0,0-1 1 0 0,0 1-1 0 0,8 20 1 0 0,-8-28-49 0 0,0 1 1 0 0,1-1-1 0 0,0 1 0 0 0,1-1 1 0 0,-1 0-1 0 0,1 0 0 0 0,1 0 1 0 0,-1-1-1 0 0,1 0 0 0 0,9 9 1 0 0,-10-11 55 0 0,0 0 0 0 0,0 0 0 0 0,1-1 1 0 0,-1 0-1 0 0,1 0 0 0 0,-1 0 0 0 0,1 0 0 0 0,-1-1 0 0 0,1 0 1 0 0,0 0-1 0 0,0 0 0 0 0,0-1 0 0 0,0 1 0 0 0,0-1 1 0 0,-1 0-1 0 0,1-1 0 0 0,5 0 0 0 0,-3 0-3 0 0,-1-1-1 0 0,0 0 1 0 0,0 0-1 0 0,-1-1 1 0 0,1 0-1 0 0,0 0 1 0 0,-1 0-1 0 0,1-1 1 0 0,-1 1-1 0 0,0-1 1 0 0,-1-1 0 0 0,1 1-1 0 0,-1-1 1 0 0,1 1-1 0 0,-1-1 1 0 0,-1 0-1 0 0,1-1 1 0 0,-1 1-1 0 0,5-12 1 0 0,0 2 93 0 0,-2 0 0 0 0,0-1 1 0 0,0-1-1 0 0,-2 1 0 0 0,0 0 1 0 0,2-23-1 0 0,-4 21 39 0 0,-1 0 1 0 0,-1 0 0 0 0,-1 0-1 0 0,-6-35 1 0 0,6 47-217 0 0,0 0 1 0 0,-1 0 0 0 0,1 1 0 0 0,-1-1-1 0 0,0 0 1 0 0,-1 0 0 0 0,1 1-1 0 0,-1 0 1 0 0,0-1 0 0 0,-1 1 0 0 0,1 0-1 0 0,-1 1 1 0 0,0-1 0 0 0,0 1-1 0 0,-1-1 1 0 0,1 1 0 0 0,-1 0 0 0 0,-6-4-1 0 0,10 8-108 0 0,-1-1-1 0 0,1 1 0 0 0,0 0 1 0 0,0-1-1 0 0,-1 1 0 0 0,1 0 1 0 0,0 0-1 0 0,-1 0 0 0 0,1 0 1 0 0,0 0-1 0 0,-1 0 0 0 0,1 0 1 0 0,0 0-1 0 0,0 0 0 0 0,-1 1 1 0 0,-1 0-1 0 0,-12 6-4598 0 0</inkml:trace>
</inkml:ink>
</file>

<file path=ppt/ink/ink2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30.62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0 142 6913 0 0,'3'-4'1826'0'0,"-3"4"-1730"0"0,0-1 0 0 0,0 1 0 0 0,1 0 0 0 0,-1 0 1 0 0,0 0-1 0 0,0 0 0 0 0,1 0 0 0 0,-1 0 0 0 0,0 0 0 0 0,0 0 0 0 0,1 0 0 0 0,-1 0 0 0 0,0 0 0 0 0,0 0 0 0 0,1 0 0 0 0,6 9 1360 0 0,3 26-912 0 0,-7-25-137 0 0,2 7 45 0 0,0 1 1 0 0,1-1-1 0 0,1 0 1 0 0,10 17 0 0 0,-15-31-382 0 0,-1 0-1 0 0,1 1 1 0 0,0-1 0 0 0,0-1 0 0 0,0 1 0 0 0,1 0 0 0 0,-1 0 0 0 0,0-1 0 0 0,1 0 0 0 0,0 1 0 0 0,0-1 0 0 0,0 0 0 0 0,0 0-1 0 0,0-1 1 0 0,0 1 0 0 0,0 0 0 0 0,0-1 0 0 0,1 0 0 0 0,-1 0 0 0 0,1 0 0 0 0,-1 0 0 0 0,1-1 0 0 0,-1 1 0 0 0,1-1 0 0 0,-1 0 0 0 0,1 0-1 0 0,-1 0 1 0 0,6-1 0 0 0,-4-1-80 0 0,-1 0-1 0 0,0 0 0 0 0,0 0 0 0 0,0 0 0 0 0,0-1 1 0 0,0 0-1 0 0,0 1 0 0 0,-1-1 0 0 0,1-1 0 0 0,-1 1 1 0 0,0 0-1 0 0,0-1 0 0 0,0 0 0 0 0,0 0 0 0 0,-1 0 1 0 0,0 0-1 0 0,4-8 0 0 0,0-2-139 0 0,0 0 1 0 0,-1 0-1 0 0,-1-1 1 0 0,4-17-1 0 0,-5 7-5 0 0,0-44 0 0 0,2-13 1567 0 0,-5 82-1349 0 0,0-1 1 0 0,0 1 0 0 0,0-1-1 0 0,0 1 1 0 0,0-1-1 0 0,0 1 1 0 0,0-1 0 0 0,0 1-1 0 0,0-1 1 0 0,0 1-1 0 0,0-1 1 0 0,1 1 0 0 0,-1-1-1 0 0,0 1 1 0 0,0-1 0 0 0,0 1-1 0 0,1 0 1 0 0,-1-1-1 0 0,0 1 1 0 0,1-1 0 0 0,-1 1-1 0 0,0 0 1 0 0,1-1-1 0 0,-1 1 1 0 0,0 0 0 0 0,1-1-1 0 0,-1 1 1 0 0,1 0 0 0 0,-1 0-1 0 0,1-1 1 0 0,10 12 1020 0 0,7 31-364 0 0,-16-38-637 0 0,4 12-32 0 0,1-1 0 0 0,1 0 1 0 0,0-1-1 0 0,1 1 1 0 0,1-2-1 0 0,21 25 1 0 0,-23-30-535 0 0,1 0-1 0 0,0-1 1 0 0,0 0 0 0 0,0 0-1 0 0,1-1 1 0 0,17 8 0 0 0,-1-3-6124 0 0</inkml:trace>
</inkml:ink>
</file>

<file path=ppt/ink/ink2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30.81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 16 5529 0 0,'-22'-16'10545'0'0,"25"35"-9861"0"0,49 155 1548 0 0,15-5-3781 0 0,-49-130-4706 0 0</inkml:trace>
</inkml:ink>
</file>

<file path=ppt/ink/ink2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30.95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 47 6913 0 0,'-5'-2'609'0'0,"3"1"-481"0"0,2-1-128 0 0,1 2 568 0 0,2-2 88 0 0,0-1 16 0 0,10-6-2264 0 0,2-4-457 0 0,6-1-87 0 0</inkml:trace>
</inkml:ink>
</file>

<file path=ppt/ink/ink2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20.85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562 244 1064 0 0,'10'-5'177'0'0,"-16"1"218"0"0,-14 1 249 0 0,-17 5 1446 0 0,0 2-1 0 0,1 2 1 0 0,-70 19-1 0 0,59-13-788 0 0,-30 6 497 0 0,37-10-559 0 0,0 2 0 0 0,-70 26-1 0 0,109-36-1201 0 0,0 0 1 0 0,1 1-1 0 0,-1-1 0 0 0,0 0 1 0 0,0 0-1 0 0,0 1 0 0 0,1-1 0 0 0,-1 1 1 0 0,0-1-1 0 0,1 0 0 0 0,-1 1 1 0 0,0-1-1 0 0,1 1 0 0 0,-1 0 1 0 0,1-1-1 0 0,-1 1 0 0 0,1-1 0 0 0,-1 1 1 0 0,1 0-1 0 0,-1-1 0 0 0,1 1 1 0 0,0 0-1 0 0,-1 1 0 0 0,1-2-25 0 0,1 1-1 0 0,-1 0 0 0 0,1-1 1 0 0,-1 1-1 0 0,1-1 0 0 0,-1 1 1 0 0,1-1-1 0 0,-1 0 1 0 0,1 1-1 0 0,0-1 0 0 0,-1 1 1 0 0,1-1-1 0 0,0 0 0 0 0,-1 0 1 0 0,1 1-1 0 0,0-1 0 0 0,-1 0 1 0 0,1 0-1 0 0,1 0 0 0 0,42 5-35 0 0,56-7 336 0 0,-1-4 0 0 0,150-28 0 0 0,-67 7 29 0 0,815-110 980 0 0,-978 134-1283 0 0,801-106 1080 0 0,7 50-658 0 0,-113 100-276 0 0,-555-26-399 0 0,-129-13-114 0 0</inkml:trace>
</inkml:ink>
</file>

<file path=ppt/ink/ink2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21.41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 11058 0 0,'2'0'531'0'0,"-1"1"-1"0"0,1 0 1 0 0,-1 0-1 0 0,1 0 0 0 0,-1 0 1 0 0,0 1-1 0 0,0-1 1 0 0,0 0-1 0 0,1 0 1 0 0,-1 1-1 0 0,1 2 0 0 0,15 26 1869 0 0,7 36-728 0 0,-8 13-1044 0 0,-2 0 1 0 0,3 96 0 0 0,-7-59-615 0 0,-9-109-108 0 0,-1 1-198 0 0,1-1 0 0 0,0 1-1 0 0,0 0 1 0 0,1-1 0 0 0,0 0 0 0 0,0 1 0 0 0,6 10-1 0 0</inkml:trace>
</inkml:ink>
</file>

<file path=ppt/ink/ink2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21.77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0 152 1840 0 0,'4'-8'166'0'0,"0"1"0"0"0,0-1 0 0 0,1 1 0 0 0,0 0 0 0 0,0 0 0 0 0,1 0 0 0 0,0 1 0 0 0,0 0 0 0 0,1 0 0 0 0,-1 1 0 0 0,12-7 0 0 0,0 0 1137 0 0,1 2 0 0 0,0 0 0 0 0,29-11-1 0 0,-41 19-820 0 0,0-1 0 0 0,0 1-1 0 0,1 0 1 0 0,-1 1 0 0 0,0 0-1 0 0,12-1 1 0 0,-18 2-412 0 0,1 0 0 0 0,-1 0-1 0 0,0 0 1 0 0,0 0 0 0 0,1 1 0 0 0,-1-1 0 0 0,0 0 0 0 0,0 1-1 0 0,0-1 1 0 0,0 1 0 0 0,1-1 0 0 0,-1 1 0 0 0,0-1 0 0 0,0 1-1 0 0,0 0 1 0 0,0-1 0 0 0,0 1 0 0 0,0 0 0 0 0,0 0 0 0 0,-1 0-1 0 0,1 0 1 0 0,0 0 0 0 0,0 0 0 0 0,-1 0 0 0 0,1 0 0 0 0,0 0-1 0 0,-1 0 1 0 0,1 0 0 0 0,-1 1 0 0 0,0-1 0 0 0,1 0 0 0 0,-1 0 0 0 0,0 0-1 0 0,0 1 1 0 0,0-1 0 0 0,0 0 0 0 0,0 0 0 0 0,0 1 0 0 0,0-1-1 0 0,0 0 1 0 0,0 0 0 0 0,0 1 0 0 0,-1-1 0 0 0,1 0 0 0 0,-1 2-1 0 0,-5 15 261 0 0,-1 1 0 0 0,0-2 0 0 0,-1 1 0 0 0,-1-1 0 0 0,-1 0 0 0 0,-17 23 0 0 0,6-9 1 0 0,-17 25 290 0 0,24-38-185 0 0,1 0-1 0 0,1 2 1 0 0,0-1-1 0 0,2 2 1 0 0,0-1 0 0 0,1 1-1 0 0,-7 28 1 0 0,15-47-423 0 0,1 1 1 0 0,-1-1-1 0 0,1 1 0 0 0,0-1 0 0 0,0 0 0 0 0,0 1 1 0 0,0-1-1 0 0,1 0 0 0 0,-1 1 0 0 0,1-1 1 0 0,-1 0-1 0 0,1 1 0 0 0,0-1 0 0 0,0 0 0 0 0,0 0 1 0 0,0 0-1 0 0,0 1 0 0 0,2 1 0 0 0,0-1 30 0 0,0 0-1 0 0,0 0 0 0 0,0 0 0 0 0,0 0 0 0 0,1-1 0 0 0,-1 0 1 0 0,1 1-1 0 0,-1-1 0 0 0,8 2 0 0 0,7 2 133 0 0,0-1-1 0 0,1 0 1 0 0,33 2 0 0 0,-36-5-148 0 0,56 9-447 0 0,115 12-4073 0 0,-158-22-2452 0 0</inkml:trace>
</inkml:ink>
</file>

<file path=ppt/ink/ink2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21.99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33 57 4609 0 0,'-29'-22'10613'0'0,"28"7"-11723"0"0,1 7 497 0 0,-3-3 413 0 0</inkml:trace>
</inkml:ink>
</file>

<file path=ppt/ink/ink2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22.29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172 10 4145 0 0,'-1'-1'213'0'0,"-1"0"-1"0"0,1 0 1 0 0,-1 0 0 0 0,1 0 0 0 0,-1 0 0 0 0,0 1-1 0 0,1-1 1 0 0,-1 1 0 0 0,0-1 0 0 0,0 1 0 0 0,0-1-1 0 0,1 1 1 0 0,-1 0 0 0 0,0 0 0 0 0,0 0 0 0 0,0 0-1 0 0,1 0 1 0 0,-1 0 0 0 0,0 1 0 0 0,-2 0 0 0 0,1 0 306 0 0,-1 1 1 0 0,1 0-1 0 0,0 0 1 0 0,0 0-1 0 0,-1 0 0 0 0,1 1 1 0 0,1-1-1 0 0,-1 1 1 0 0,-3 3-1 0 0,-3 6 205 0 0,-1 0-1 0 0,1 0 0 0 0,1 1 0 0 0,1 1 1 0 0,-1-1-1 0 0,2 1 0 0 0,0 1 1 0 0,-6 22-1 0 0,5-11-213 0 0,1 1 1 0 0,2 0-1 0 0,-3 53 0 0 0,6-44-430 0 0,3 0-1 0 0,1 0 0 0 0,1 0 0 0 0,12 40 0 0 0,-11-54-145 0 0,2-1 0 0 0,0 0 1 0 0,1 0-1 0 0,1-1 0 0 0,1 0 0 0 0,1-1 1 0 0,26 35-1 0 0,-32-49-582 0 0,-1 0 0 0 0,1 0 1 0 0,0-1-1 0 0,0 0 0 0 0,5 4 1 0 0</inkml:trace>
</inkml:ink>
</file>

<file path=ppt/ink/ink2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22.49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90 246 456 0 0,'-27'-16'101'0'0,"19"11"1429"0"0,1 0 0 0 0,0-1 0 0 0,0 0 0 0 0,-7-8 0 0 0,12 12-1019 0 0,0 0 1 0 0,0-1 0 0 0,0 1 0 0 0,1-1 0 0 0,-1 0 0 0 0,1 1 0 0 0,-1-1 0 0 0,1 0-1 0 0,0 0 1 0 0,0 0 0 0 0,0 0 0 0 0,0 0 0 0 0,1 0 0 0 0,-1-4 0 0 0,1 5-502 0 0,0 0 0 0 0,1 0 0 0 0,-1-1 0 0 0,1 1 0 0 0,-1 0 0 0 0,1 0 0 0 0,0 0 0 0 0,-1 0 0 0 0,1 0 0 0 0,0 0 0 0 0,0 1 0 0 0,1-1 0 0 0,-1 0 0 0 0,2-2 0 0 0,3-1 77 0 0,-1-1 0 0 0,1 1 0 0 0,1 0 0 0 0,-1 1 0 0 0,1 0 0 0 0,0 0-1 0 0,0 0 1 0 0,0 1 0 0 0,9-4 0 0 0,74-19-965 0 0,-71 21 186 0 0,74-22-1098 0 0,-58 16 1769 0 0</inkml:trace>
</inkml:ink>
</file>

<file path=ppt/ink/ink2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22.95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 36 9218 0 0,'2'-9'1800'0'0,"-1"-9"5395"0"0,-1 18-7073 0 0,0-1 1 0 0,0 1 0 0 0,0-1-1 0 0,0 1 1 0 0,0 0-1 0 0,0-1 1 0 0,-1 1-1 0 0,1-1 1 0 0,0 1-1 0 0,0 0 1 0 0,0-1 0 0 0,-1 1-1 0 0,1 0 1 0 0,0-1-1 0 0,-1 1 1 0 0,1 0-1 0 0,0-1 1 0 0,-1 1-1 0 0,1 0 1 0 0,0 0 0 0 0,-1-1-1 0 0,1 1 1 0 0,-1 0-1 0 0,1 0 1 0 0,0 0-1 0 0,-1-1 1 0 0,1 1-1 0 0,-1 0 1 0 0,1 0 0 0 0,0 0-1 0 0,-1 0 1 0 0,1 0-1 0 0,-1 0 1 0 0,1 0-1 0 0,-2 0 417 0 0</inkml:trace>
</inkml:ink>
</file>

<file path=ppt/ink/ink2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23.28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104 176 4609 0 0,'-7'-40'693'0'0,"5"28"448"0"0,0-1 0 0 0,0 1-1 0 0,-1-1 1 0 0,-1 1 0 0 0,0 0-1 0 0,-1 0 1 0 0,0 1 0 0 0,-12-22 0 0 0,16 33-1061 0 0,1 0 0 0 0,0-1 0 0 0,0 1 0 0 0,-1 0 0 0 0,1-1 0 0 0,0 1 0 0 0,0 0 0 0 0,-1-1 0 0 0,1 1 0 0 0,0 0 0 0 0,-1-1 0 0 0,1 1 0 0 0,-1 0 0 0 0,1 0 0 0 0,0 0 0 0 0,-1-1 0 0 0,1 1 0 0 0,-1 0 0 0 0,1 0 0 0 0,0 0 0 0 0,-1 0 0 0 0,1 0 0 0 0,-1 0 0 0 0,1 0 0 0 0,-1 0 0 0 0,1 0 0 0 0,-1 0 0 0 0,1 0 0 0 0,0 0 0 0 0,-1 0 0 0 0,0 1 0 0 0,-9 11 1432 0 0,-2 22-117 0 0,5 2-984 0 0,2 1-1 0 0,2-1 0 0 0,1 1 0 0 0,3 41 0 0 0,23 146-16 0 0,-21-202-595 0 0,17 90 562 0 0,-17-96-1110 0 0,2 0 0 0 0,0 0-1 0 0,1 0 1 0 0,13 24 0 0 0</inkml:trace>
</inkml:ink>
</file>

<file path=ppt/ink/ink2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23.55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0 383 3225 0 0,'5'-37'1228'0'0,"2"1"1"0"0,1 0-1 0 0,2 0 1 0 0,19-45-1 0 0,-21 57-1201 0 0,-3 9 407 0 0,1-3 391 0 0,17-34 0 0 0,-22 48-614 0 0,1 1 0 0 0,0 0-1 0 0,0 0 1 0 0,0 0 0 0 0,0 0 0 0 0,0 0 0 0 0,1 0 0 0 0,-1 1 0 0 0,1-1 0 0 0,0 1 0 0 0,0 0 0 0 0,0-1 0 0 0,0 1 0 0 0,0 1 0 0 0,0-1 0 0 0,0 0 0 0 0,4-1 0 0 0,-6 3-137 0 0,-1 0-1 0 0,1 0 0 0 0,0 0 0 0 0,-1 0 1 0 0,1 0-1 0 0,-1 0 0 0 0,1 0 1 0 0,-1 0-1 0 0,1 0 0 0 0,-1 0 0 0 0,1 0 1 0 0,-1 0-1 0 0,1 0 0 0 0,-1 1 1 0 0,1-1-1 0 0,-1 0 0 0 0,1 0 1 0 0,-1 1-1 0 0,1-1 0 0 0,-1 0 0 0 0,1 0 1 0 0,-1 1-1 0 0,1-1 0 0 0,-1 0 1 0 0,0 1-1 0 0,1-1 0 0 0,-1 1 0 0 0,0-1 1 0 0,1 1-1 0 0,4 20 1003 0 0,-10 25-98 0 0,5-43-830 0 0,-7 27 621 0 0,-15 42 0 0 0,11-39-239 0 0,-7 37-1 0 0,16-61-415 0 0,1 1 1 0 0,0 0-1 0 0,0 0 0 0 0,1-1 0 0 0,0 1 0 0 0,1 0 1 0 0,0-1-1 0 0,3 15 0 0 0,-2-19-74 0 0,0 0 0 0 0,0 1 0 0 0,0-1 1 0 0,1 0-1 0 0,0 0 0 0 0,0-1 0 0 0,0 1 0 0 0,0 0 1 0 0,1-1-1 0 0,0 0 0 0 0,0 0 0 0 0,0 0 0 0 0,6 4 0 0 0,5 3-241 0 0,1-2-1 0 0,29 14 0 0 0,-14-7-741 0 0,-17-9 97 0 0</inkml:trace>
</inkml:ink>
</file>

<file path=ppt/ink/ink2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23.77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51 1 14747 0 0,'-3'7'5775'0'0,"-6"25"-4377"0"0,-8 43-1241 0 0,17-71-163 0 0,-8 34 218 0 0,2 1 1 0 0,-1 60-1 0 0,6-89-335 0 0,1 0 0 0 0,1 0-1 0 0,0-1 1 0 0,0 1 0 0 0,1 0-1 0 0,0-1 1 0 0,1 1 0 0 0,0-1-1 0 0,0 0 1 0 0,1 0 0 0 0,1 0-1 0 0,-1 0 1 0 0,1-1 0 0 0,1 0-1 0 0,11 15 1 0 0,-10-16-1312 0 0</inkml:trace>
</inkml:ink>
</file>

<file path=ppt/ink/ink2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23.93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28 92 2761 0 0,'-1'0'460'0'0,"-1"1"0"0"0,1-1 0 0 0,0 0 0 0 0,0 0 0 0 0,-1 0 0 0 0,1 0 0 0 0,0 0 0 0 0,-1 0 0 0 0,1-1 0 0 0,0 1 1 0 0,-1 0-1 0 0,1-1 0 0 0,0 1 0 0 0,0-1 0 0 0,0 1 0 0 0,-1-1 0 0 0,1 0 0 0 0,0 1 0 0 0,0-1 0 0 0,-1-1 0 0 0,2 1-228 0 0,0 0-1 0 0,0 1 0 0 0,0-1 0 0 0,0 0 1 0 0,0 0-1 0 0,0 1 0 0 0,1-1 1 0 0,-1 0-1 0 0,0 0 0 0 0,1 1 0 0 0,-1-1 1 0 0,0 0-1 0 0,1 1 0 0 0,-1-1 0 0 0,1 0 1 0 0,-1 1-1 0 0,1-1 0 0 0,-1 1 1 0 0,1-1-1 0 0,0 1 0 0 0,-1-1 0 0 0,1 1 1 0 0,1-1-1 0 0,47-29 2310 0 0,-18 13-2844 0 0,-11 5-4767 0 0,-3 2-1429 0 0</inkml:trace>
</inkml:ink>
</file>

<file path=ppt/ink/ink2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24.60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141 83 2761 0 0,'-2'-5'611'0'0,"0"0"0"0"0,0 0 1 0 0,0 0-1 0 0,-1 1 1 0 0,1-1-1 0 0,-1 1 1 0 0,0-1-1 0 0,-1 1 0 0 0,1 0 1 0 0,-1 0-1 0 0,0 1 1 0 0,-7-7-1 0 0,8 8-242 0 0,0 0 0 0 0,0 0 0 0 0,0 0 1 0 0,0 0-1 0 0,0 0 0 0 0,-1 1 0 0 0,1 0 0 0 0,0-1 0 0 0,-1 1 0 0 0,1 0 1 0 0,-1 1-1 0 0,1-1 0 0 0,-1 1 0 0 0,1-1 0 0 0,-1 1 0 0 0,0 0 0 0 0,1 0 1 0 0,-1 1-1 0 0,-6 1 0 0 0,8-1-175 0 0,1 0 1 0 0,0 0-1 0 0,-1 0 0 0 0,1 0 1 0 0,0 0-1 0 0,0 0 0 0 0,-1 1 1 0 0,1-1-1 0 0,0 0 1 0 0,0 1-1 0 0,1-1 0 0 0,-1 1 1 0 0,0-1-1 0 0,0 1 0 0 0,1-1 1 0 0,-1 1-1 0 0,1 0 1 0 0,-1-1-1 0 0,1 1 0 0 0,0 0 1 0 0,-1 3-1 0 0,-1 42 97 0 0,2-39-58 0 0,1 21-59 0 0,0 0 1 0 0,2 0 0 0 0,1 0 0 0 0,11 37-1 0 0,-11-51-92 0 0,1 0 0 0 0,1 0-1 0 0,0-1 1 0 0,1 1-1 0 0,0-1 1 0 0,2-1 0 0 0,-1 0-1 0 0,1 0 1 0 0,18 18-1 0 0,-24-28-120 0 0,0-1 1 0 0,-1 1-1 0 0,1-1 0 0 0,1 0 0 0 0,-1-1 0 0 0,0 1 1 0 0,0 0-1 0 0,1-1 0 0 0,-1 0 0 0 0,1 0 0 0 0,-1 0 1 0 0,1 0-1 0 0,0 0 0 0 0,-1-1 0 0 0,1 1 0 0 0,0-1 1 0 0,-1 0-1 0 0,1 0 0 0 0,0-1 0 0 0,-1 1 0 0 0,1-1 1 0 0,-1 0-1 0 0,1 0 0 0 0,0 0 0 0 0,-1 0 0 0 0,0 0 1 0 0,1-1-1 0 0,-1 0 0 0 0,0 1 0 0 0,4-4 0 0 0,12-7-790 0 0</inkml:trace>
</inkml:ink>
</file>

<file path=ppt/ink/ink2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24.84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49 32 14283 0 0,'-3'-12'1370'0'0,"-5"-7"5009"0"0,7 19-6375 0 0,0-1 0 0 0,1 1-1 0 0,-1 0 1 0 0,0 0 0 0 0,0 0 0 0 0,0 0 0 0 0,0 0-1 0 0,0 0 1 0 0,1 0 0 0 0,-1 1 0 0 0,0-1-1 0 0,0 0 1 0 0,0 0 0 0 0,1 0 0 0 0,-1 1 0 0 0,0-1-1 0 0,0 1 1 0 0,0-1 0 0 0,1 0 0 0 0,-1 1 0 0 0,0-1-1 0 0,1 1 1 0 0,-1 0 0 0 0,0-1 0 0 0,1 1-1 0 0,-1 0 1 0 0,0 0 0 0 0,-11 13-2735 0 0,9-11 2368 0 0</inkml:trace>
</inkml:ink>
</file>

<file path=ppt/ink/ink2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25.77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 43 7834 0 0,'-1'-2'256'0'0,"0"0"1"0"0,1 0 0 0 0,0 0 0 0 0,-1 0 0 0 0,1 0-1 0 0,0 0 1 0 0,0 0 0 0 0,0 0 0 0 0,0 0-1 0 0,0 0 1 0 0,1 0 0 0 0,-1 0 0 0 0,1 0-1 0 0,-1 0 1 0 0,2-3 0 0 0,-1 4-119 0 0,-1 1 0 0 0,0-1-1 0 0,0 1 1 0 0,1-1 0 0 0,-1 1 0 0 0,0 0 0 0 0,1-1 0 0 0,-1 1-1 0 0,0 0 1 0 0,1-1 0 0 0,-1 1 0 0 0,0 0 0 0 0,1-1 0 0 0,-1 1-1 0 0,1 0 1 0 0,-1 0 0 0 0,1 0 0 0 0,-1-1 0 0 0,1 1 0 0 0,-1 0-1 0 0,0 0 1 0 0,1 0 0 0 0,-1 0 0 0 0,1 0 0 0 0,0 0 0 0 0,0 0-13 0 0,0 0 0 0 0,0 1 1 0 0,0-1-1 0 0,0 1 1 0 0,0-1-1 0 0,0 1 1 0 0,0-1-1 0 0,0 1 1 0 0,0 0-1 0 0,0 0 1 0 0,0-1-1 0 0,0 1 1 0 0,-1 0-1 0 0,1 0 1 0 0,0 0-1 0 0,0 1 0 0 0,11 18 639 0 0,0 1-1 0 0,-2 0 0 0 0,0 1 1 0 0,-2 0-1 0 0,12 45 0 0 0,-10-32-400 0 0,17 73-3 0 0,17 143 0 0 0,-19-96-411 0 0,-21-135-1210 0 0,12 37-1 0 0</inkml:trace>
</inkml:ink>
</file>

<file path=ppt/ink/ink2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26.07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5 175 6913 0 0,'-1'-3'47'0'0,"0"1"-1"0"0,0-1 0 0 0,1 0 0 0 0,-1 0 0 0 0,1 1 0 0 0,0-1 0 0 0,0 0 0 0 0,0 0 0 0 0,0 0 0 0 0,0 1 1 0 0,0-1-1 0 0,1 0 0 0 0,0 0 0 0 0,-1 1 0 0 0,1-1 0 0 0,0 0 0 0 0,0 1 0 0 0,1-1 0 0 0,-1 1 0 0 0,0-1 0 0 0,1 1 1 0 0,-1 0-1 0 0,1-1 0 0 0,0 1 0 0 0,0 0 0 0 0,3-2 0 0 0,6-6 265 0 0,0 1 0 0 0,0 1 0 0 0,25-14 0 0 0,-28 17-68 0 0,7-3 292 0 0,-1 0 1 0 0,1 2 0 0 0,0 0-1 0 0,1 0 1 0 0,17-3 0 0 0,-27 7-262 0 0,0 1 1 0 0,0 0 0 0 0,1 0 0 0 0,-1 1 0 0 0,0-1 0 0 0,0 1 0 0 0,0 1 0 0 0,0-1 0 0 0,0 1 0 0 0,0 0-1 0 0,0 1 1 0 0,0-1 0 0 0,0 1 0 0 0,0 0 0 0 0,-1 1 0 0 0,11 5 0 0 0,-13-6-187 0 0,0 0 1 0 0,-1 0-1 0 0,1 1 1 0 0,-1-1-1 0 0,1 1 1 0 0,-1 0 0 0 0,0 0-1 0 0,0 0 1 0 0,0 0-1 0 0,0 0 1 0 0,-1 0-1 0 0,1 0 1 0 0,-1 1-1 0 0,0-1 1 0 0,2 7 0 0 0,-2-3-26 0 0,-1 0 0 0 0,1 0 0 0 0,-1 0 1 0 0,-1 0-1 0 0,1 0 0 0 0,-1 0 0 0 0,-3 11 0 0 0,-2 4 25 0 0,-2-1-1 0 0,0 0 1 0 0,-22 39-1 0 0,-10 2 132 0 0,29-48-56 0 0,1 1 0 0 0,1 0-1 0 0,0 0 1 0 0,1 1 0 0 0,0 0-1 0 0,-9 32 1 0 0,17-46-121 0 0,-1 1 1 0 0,1-1 0 0 0,0 0-1 0 0,0 1 1 0 0,0-1-1 0 0,0 1 1 0 0,0-1 0 0 0,0 1-1 0 0,0-1 1 0 0,1 1-1 0 0,0-1 1 0 0,-1 0 0 0 0,1 1-1 0 0,0-1 1 0 0,0 0-1 0 0,0 1 1 0 0,0-1 0 0 0,1 0-1 0 0,1 3 1 0 0,0-2-2 0 0,0-1 0 0 0,0 1 0 0 0,0 0 0 0 0,1-1 0 0 0,-1 0 0 0 0,0 0 0 0 0,1 0 0 0 0,0 0 0 0 0,0 0 1 0 0,6 1-1 0 0,8 1-277 0 0,0 0 1 0 0,0-1 0 0 0,0-2 0 0 0,21 1-1 0 0,-36-2 113 0 0,25 0-999 0 0</inkml:trace>
</inkml:ink>
</file>

<file path=ppt/ink/ink2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26.22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43 1 10594 0 0,'-2'13'4803'0'0,"-8"13"-2234"0"0,-1 5-1171 0 0,5 1-579 0 0,-5 52 0 0 0,9-7-3148 0 0,2-52-4421 0 0</inkml:trace>
</inkml:ink>
</file>

<file path=ppt/ink/ink2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26.40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12 6449 0 0,'4'-1'288'0'0,"0"-2"57"0"0,2 0-281 0 0,-2 1-64 0 0,-1 2 0 0 0,0-1 0 0 0,3 1 0 0 0,1-1 0 0 0,6 1-96 0 0,6 0 96 0 0,1 2-81 0 0,0 4 81 0 0,-2 1 0 0 0,1 3 0 0 0</inkml:trace>
</inkml:ink>
</file>

<file path=ppt/ink/ink2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26.70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91 9674 0 0,'27'-9'1355'0'0,"1"1"0"0"0,39-6-1 0 0,-7 2 105 0 0,92-21 598 0 0,-51 20-4660 0 0,-81 12-2758 0 0</inkml:trace>
</inkml:ink>
</file>

<file path=ppt/ink/ink2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26.86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32 25 10594 0 0,'-5'-5'396'0'0,"3"3"-111"0"0,0 0 1 0 0,0 0-1 0 0,0 0 1 0 0,0 0-1 0 0,-1 0 1 0 0,1 0-1 0 0,-1 1 0 0 0,1-1 1 0 0,-4-1-1 0 0,12 35 3551 0 0,9 39-1385 0 0,8 74 0 0 0,-16-73-3875 0 0,-2 1-3655 0 0,-3-35-1830 0 0</inkml:trace>
</inkml:ink>
</file>

<file path=ppt/ink/ink2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27.10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3 2761 0 0,'0'0'244'0'0,"1"0"0"0"0,0-1 0 0 0,0 1 0 0 0,-1 0 0 0 0,1 0 1 0 0,0-1-1 0 0,0 1 0 0 0,0 0 0 0 0,-1 0 0 0 0,1 0 0 0 0,0 0 1 0 0,0 0-1 0 0,0 0 0 0 0,0 0 0 0 0,-1 0 0 0 0,1 1 0 0 0,0-1 1 0 0,0 0-1 0 0,0 0 0 0 0,-1 1 0 0 0,1-1 0 0 0,0 0 0 0 0,0 1 1 0 0,-1-1-1 0 0,1 1 0 0 0,0-1 0 0 0,-1 1 0 0 0,1-1 0 0 0,-1 1 1 0 0,1-1-1 0 0,0 1 0 0 0,-1 0 0 0 0,1-1 0 0 0,-1 1 0 0 0,0 0 1 0 0,1-1-1 0 0,-1 1 0 0 0,1 1 0 0 0,21 33 4007 0 0,-21-33-4017 0 0,8 18 496 0 0,0 0 1 0 0,-1 1-1 0 0,-1 0 1 0 0,-1 1-1 0 0,4 22 1 0 0,9 113-1369 0 0,-17-130-167 0 0,1 4-6284 0 0</inkml:trace>
</inkml:ink>
</file>

<file path=ppt/ink/ink2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27.42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35 252 5065 0 0,'-7'-11'218'0'0,"-15"-26"-70"0"0,21 35-81 0 0,0 0 0 0 0,0 0 0 0 0,0-1 0 0 0,1 1 0 0 0,-1 0 0 0 0,1 0 0 0 0,-1 0 0 0 0,1-1 0 0 0,0 1 0 0 0,0 0 0 0 0,0-1 0 0 0,0 1 0 0 0,1 0 0 0 0,-1 0 0 0 0,2-5 0 0 0,2-5 476 0 0,2 0 1 0 0,-1 1-1 0 0,2 0 1 0 0,-1 0-1 0 0,1 0 0 0 0,1 1 1 0 0,0 0-1 0 0,1 0 1 0 0,0 1-1 0 0,16-13 1 0 0,-20 18-370 0 0,1 0 0 0 0,0 0 0 0 0,0 1 0 0 0,0 0 0 0 0,0 0 0 0 0,1 0 0 0 0,-1 1 0 0 0,1 0 0 0 0,-1 0 0 0 0,1 0 0 0 0,0 1 1 0 0,0 0-1 0 0,0 1 0 0 0,0 0 0 0 0,0 0 0 0 0,-1 0 0 0 0,1 1 0 0 0,0 0 0 0 0,0 0 0 0 0,0 0 0 0 0,9 4 0 0 0,-12-3-44 0 0,-1-1 0 0 0,1 0 0 0 0,-1 1 0 0 0,0-1 0 0 0,0 1 0 0 0,0 0 0 0 0,0 0 0 0 0,0 0-1 0 0,0 1 1 0 0,0-1 0 0 0,-1 1 0 0 0,1 0 0 0 0,-1-1 0 0 0,0 1 0 0 0,0 0 0 0 0,0 0 0 0 0,0 0 0 0 0,2 6 0 0 0,-2-3-35 0 0,-1-1-1 0 0,0 1 1 0 0,0-1 0 0 0,0 1 0 0 0,-1 0 0 0 0,0-1 0 0 0,0 1 0 0 0,0 0-1 0 0,-1-1 1 0 0,-2 12 0 0 0,-4 6-92 0 0,-1-1 0 0 0,-1 1 0 0 0,0-1-1 0 0,-19 29 1 0 0,2-8-230 0 0,17-31 126 0 0,1 0 0 0 0,0 1-1 0 0,1 0 1 0 0,1 1 0 0 0,0-1-1 0 0,-4 18 1 0 0,9-30 120 0 0,1 0-1 0 0,0 1 1 0 0,0-1 0 0 0,0 0-1 0 0,0 0 1 0 0,0 0 0 0 0,0 0-1 0 0,0 1 1 0 0,0-1 0 0 0,0 0-1 0 0,1 0 1 0 0,-1 0 0 0 0,0 0-1 0 0,1 0 1 0 0,-1 0 0 0 0,1 0-1 0 0,-1 0 1 0 0,1 0 0 0 0,0 0 0 0 0,-1 0-1 0 0,1 0 1 0 0,0 0 0 0 0,0 0-1 0 0,-1 0 1 0 0,1 0 0 0 0,0-1-1 0 0,0 1 1 0 0,0 0 0 0 0,0-1-1 0 0,0 1 1 0 0,0-1 0 0 0,0 1-1 0 0,0-1 1 0 0,0 1 0 0 0,0-1-1 0 0,1 0 1 0 0,-1 1 0 0 0,0-1-1 0 0,0 0 1 0 0,0 0 0 0 0,0 0-1 0 0,1 0 1 0 0,-1 0 0 0 0,0 0-1 0 0,1-1 1 0 0,11 1 269 0 0,-1-1 0 0 0,0 0 1 0 0,18-6-1 0 0,-16 5-204 0 0,82-14-1118 0 0,-69 12-28 0 0</inkml:trace>
</inkml:ink>
</file>

<file path=ppt/ink/ink2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27.93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112 40 5841 0 0,'-2'-4'403'0'0,"0"0"-1"0"0,0 1 0 0 0,0-1 1 0 0,0 0-1 0 0,-1 1 0 0 0,1-1 1 0 0,-5-4-1 0 0,6 8-217 0 0,1-1 1 0 0,-1 1-1 0 0,1-1 0 0 0,-1 1 1 0 0,0-1-1 0 0,1 1 1 0 0,-1-1-1 0 0,1 1 0 0 0,-1 0 1 0 0,0-1-1 0 0,1 1 0 0 0,-1 0 1 0 0,0 0-1 0 0,1-1 0 0 0,-1 1 1 0 0,0 0-1 0 0,0 0 0 0 0,1 0 1 0 0,-1 0-1 0 0,0 0 1 0 0,1 0-1 0 0,-1 0 0 0 0,0 0 1 0 0,0 0-1 0 0,1 0 0 0 0,-1 1 1 0 0,0-1-1 0 0,1 0 0 0 0,-1 0 1 0 0,0 1-1 0 0,1-1 1 0 0,-1 0-1 0 0,0 1 0 0 0,1-1 1 0 0,-1 1-1 0 0,1-1 0 0 0,-1 1 1 0 0,1-1-1 0 0,-1 1 0 0 0,1-1 1 0 0,-1 1-1 0 0,1-1 0 0 0,0 1 1 0 0,-1 0-1 0 0,1-1 1 0 0,-1 1-1 0 0,1-1 0 0 0,0 1 1 0 0,0 0-1 0 0,0 0 0 0 0,-1-1 1 0 0,1 1-1 0 0,0 0 0 0 0,0 0 1 0 0,0 0-140 0 0,0-1 1 0 0,-1 0 0 0 0,1 1-1 0 0,0-1 1 0 0,0 1-1 0 0,0-1 1 0 0,-1 1-1 0 0,1-1 1 0 0,0 0 0 0 0,0 1-1 0 0,0-1 1 0 0,0 1-1 0 0,0-1 1 0 0,0 1-1 0 0,0-1 1 0 0,0 1 0 0 0,0-1-1 0 0,0 1 1 0 0,0-1-1 0 0,1 1 1 0 0,-1-1-1 0 0,0 0 1 0 0,0 1 0 0 0,0-1-1 0 0,0 1 1 0 0,1-1-1 0 0,-1 0 1 0 0,0 1-1 0 0,1-1 1 0 0,-1 1 0 0 0,0-1-1 0 0,0 0 1 0 0,1 1-1 0 0,-1-1 1 0 0,1 0-1 0 0,-1 0 1 0 0,0 1 0 0 0,1-1-1 0 0,-1 0 1 0 0,1 1-1 0 0,19 1 1137 0 0,-16-2-621 0 0,-4-1-553 0 0,0 0-1 0 0,0 0 1 0 0,0 0-1 0 0,0 0 1 0 0,0 0 0 0 0,0 0-1 0 0,0 0 1 0 0,0 0 0 0 0,0 0-1 0 0,0 0 1 0 0,0 1 0 0 0,-1-1-1 0 0,1 0 1 0 0,0 0 0 0 0,-1 0-1 0 0,1 0 1 0 0,0 0-1 0 0,-1 1 1 0 0,1-1 0 0 0,-1 0-1 0 0,0 0 1 0 0,1 1 0 0 0,-1-1-1 0 0,0 0 1 0 0,1 1 0 0 0,-1-1-1 0 0,0 1 1 0 0,1-1-1 0 0,-1 1 1 0 0,0-1 0 0 0,0 1-1 0 0,0 0 1 0 0,0-1 0 0 0,1 1-1 0 0,-1 0 1 0 0,0-1 0 0 0,-2 1-1 0 0,2 0-2 0 0,-1 1 1 0 0,1-1-1 0 0,-1 1 0 0 0,1-1 0 0 0,-1 1 0 0 0,1-1 0 0 0,-1 1 1 0 0,1 0-1 0 0,-1 0 0 0 0,1 0 0 0 0,0 0 0 0 0,0 0 0 0 0,-1 0 1 0 0,1 0-1 0 0,0 0 0 0 0,0 0 0 0 0,0 0 0 0 0,0 1 0 0 0,0-1 1 0 0,0 1-1 0 0,-1 2 0 0 0,-5 13-6 0 0,0 0 0 0 0,2 1 0 0 0,0-1 0 0 0,0 1 0 0 0,2 1 0 0 0,-2 20 0 0 0,1 112 0 0 0,5-128-25 0 0,0 0 0 0 0,2 0-1 0 0,0-1 1 0 0,2 1 0 0 0,0-1 0 0 0,2 0-1 0 0,0 0 1 0 0,1-1 0 0 0,2 0 0 0 0,0 0-1 0 0,1-1 1 0 0,24 33 0 0 0,-34-51-52 0 0,1 0-205 0 0,0 0 0 0 0,0 0 1 0 0,-1 0-1 0 0,1 1 0 0 0,-1-1 0 0 0,0 0 1 0 0,1 1-1 0 0,-1 0 0 0 0,0-1 0 0 0,-1 1 1 0 0,2 5-1 0 0</inkml:trace>
</inkml:ink>
</file>

<file path=ppt/ink/ink2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28.11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 69 3225 0 0,'-8'-7'-728'0'0,"-6"-11"3824"0"0,14 17-2928 0 0,0 1 0 0 0,0-1 0 0 0,0 0 0 0 0,1 1 0 0 0,-1-1 0 0 0,0 1 0 0 0,1-1 0 0 0,-1 0 0 0 0,0 1 0 0 0,1-1 0 0 0,-1 1 0 0 0,1-1 0 0 0,-1 1 0 0 0,1-1 1 0 0,-1 1-1 0 0,1-1 0 0 0,-1 1 0 0 0,1 0 0 0 0,-1-1 0 0 0,1 1 0 0 0,-1 0 0 0 0,1-1 0 0 0,0 1 0 0 0,-1 0 0 0 0,1 0 0 0 0,0-1 0 0 0,-1 1 0 0 0,1 0 0 0 0,0 0 0 0 0,-1 0 0 0 0,1 0 0 0 0,0 0 0 0 0,-1 0 0 0 0,2 0 0 0 0,117-20 6304 0 0,-75 13-7517 0 0,-17 3-4974 0 0</inkml:trace>
</inkml:ink>
</file>

<file path=ppt/ink/ink2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28.26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35 8 13827 0 0,'-4'0'608'0'0,"1"0"128"0"0,2 0-584 0 0,-1 0-152 0 0,-7-2-2816 0 0,2 1 2648 0 0,-1-4 168 0 0</inkml:trace>
</inkml:ink>
</file>

<file path=ppt/ink/ink2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32.19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 46 4145 0 0,'-8'-16'353'0'0,"7"15"109"0"0,1 0 1 0 0,0-1 0 0 0,-1 1-1 0 0,1 0 1 0 0,0-1 0 0 0,9-19 8821 0 0,-7 20-9018 0 0,22 3 1141 0 0,-17 0-1040 0 0,0 1 1 0 0,0 1 0 0 0,0-1 0 0 0,0 1 0 0 0,-1 0 0 0 0,1 0 0 0 0,-1 1 0 0 0,0 0-1 0 0,0 0 1 0 0,-1 0 0 0 0,8 10 0 0 0,6 9 2 0 0,24 40 1 0 0,-34-50-169 0 0,45 75 80 0 0,66 96-25 0 0,-98-156-440 0 0,1 0 1 0 0,1-2-1 0 0,55 49 1 0 0,-50-56-753 0 0,-17-14 174 0 0</inkml:trace>
</inkml:ink>
</file>

<file path=ppt/ink/ink2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32.44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489 22 2304 0 0,'-17'-22'7366'0'0,"15"22"-7061"0"0,-15 7 6885 0 0,3 3-7046 0 0,-6 9 608 0 0,0 2 1 0 0,2 0-1 0 0,0 1 1 0 0,2 1-1 0 0,-22 38 0 0 0,11-19-290 0 0,-43 68-832 0 0,5 2 0 0 0,-75 178 0 0 0,134-274-1065 0 0</inkml:trace>
</inkml:ink>
</file>

<file path=ppt/ink/ink2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33.29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51 9674 0 0,'0'-5'1342'0'0,"0"-1"1"0"0,0 0-1 0 0,0 1 0 0 0,1-1 1 0 0,0 1-1 0 0,0-1 0 0 0,2-5 0 0 0,1 44 868 0 0,-1-17-2084 0 0,4 209 125 0 0,-8-162-385 0 0,3 0-1 0 0,13 95 0 0 0,-12-147-49 0 0,-1 1-1 0 0,1-1 0 0 0,1 0 0 0 0,0 0 0 0 0,7 11 1 0 0,-9-17-253 0 0,1 0 1 0 0,0-1 0 0 0,0 1-1 0 0,1-1 1 0 0,0 0 0 0 0,-1 0-1 0 0,1 0 1 0 0,5 3 0 0 0,7 2-6090 0 0</inkml:trace>
</inkml:ink>
</file>

<file path=ppt/ink/ink2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33.68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1 283 1376 0 0,'2'-16'419'0'0,"0"0"0"0"0,1 0 0 0 0,1 0 0 0 0,1 1 0 0 0,12-29 0 0 0,-16 43-363 0 0,40-81 4022 0 0,-37 75-3319 0 0,0 0 1 0 0,1 0 0 0 0,0 0 0 0 0,0 1 0 0 0,1-1 0 0 0,-1 1 0 0 0,1 1 0 0 0,14-10 0 0 0,-16 13-494 0 0,0 0 1 0 0,0 1-1 0 0,0 0 0 0 0,1 0 1 0 0,-1 0-1 0 0,1 1 0 0 0,-1-1 0 0 0,0 1 1 0 0,1 0-1 0 0,-1 0 0 0 0,1 1 1 0 0,-1-1-1 0 0,0 1 0 0 0,7 2 1 0 0,-1-1-134 0 0,-1 1 1 0 0,1 0 0 0 0,-1 1 0 0 0,0 0-1 0 0,12 7 1 0 0,-19-9-127 0 0,0-1-1 0 0,0 1 1 0 0,0 0-1 0 0,0-1 1 0 0,0 1-1 0 0,0 0 1 0 0,0 0-1 0 0,-1 0 1 0 0,1 0-1 0 0,-1 1 0 0 0,0-1 1 0 0,1 0-1 0 0,-1 1 1 0 0,0-1-1 0 0,0 1 1 0 0,0-1-1 0 0,0 6 1 0 0,0-4-5 0 0,-1 1-1 0 0,0 0 1 0 0,0 0 0 0 0,-1-1 0 0 0,1 1 0 0 0,-1 0 0 0 0,0-1 0 0 0,0 1-1 0 0,-3 5 1 0 0,-3 7 82 0 0,-1-1-1 0 0,0 0 0 0 0,-2 0 1 0 0,-11 15-1 0 0,-39 45 586 0 0,-16 23 895 0 0,75-99-1543 0 0,1 1 0 0 0,-1 0 1 0 0,0 0-1 0 0,1 0 0 0 0,-1 0 0 0 0,1-1 0 0 0,0 1 1 0 0,-1 0-1 0 0,1 0 0 0 0,0 0 0 0 0,-1 0 1 0 0,1 0-1 0 0,0 0 0 0 0,0 0 0 0 0,0 0 1 0 0,0 0-1 0 0,0 0 0 0 0,0 0 0 0 0,0 0 1 0 0,0 0-1 0 0,0 0 0 0 0,1 0 0 0 0,-1 0 1 0 0,0 0-1 0 0,0 0 0 0 0,1 0 0 0 0,-1 0 1 0 0,1 0-1 0 0,-1 0 0 0 0,1-1 0 0 0,-1 1 0 0 0,1 0 1 0 0,0 0-1 0 0,-1-1 0 0 0,1 1 0 0 0,0 0 1 0 0,0-1-1 0 0,0 1 0 0 0,-1 0 0 0 0,1-1 1 0 0,0 1-1 0 0,0-1 0 0 0,0 0 0 0 0,0 1 1 0 0,0-1-1 0 0,0 0 0 0 0,0 1 0 0 0,0-1 1 0 0,0 0-1 0 0,0 0 0 0 0,1 0 0 0 0,10 3 22 0 0,0-1 0 0 0,0-1 0 0 0,18 0-1 0 0,-14 0 12 0 0,88 4-605 0 0,63 6-5772 0 0,-138-7-7 0 0</inkml:trace>
</inkml:ink>
</file>

<file path=ppt/ink/ink2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34.00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26 55 10138 0 0,'6'-21'722'0'0,"3"-13"4864"0"0,-26 59-2166 0 0,11-10-3276 0 0,2 0 0 0 0,0 1 0 0 0,1-1 0 0 0,0 1 0 0 0,1 0 0 0 0,1 25 0 0 0,1-12 14 0 0,2-1 0 0 0,10 52 1 0 0,-7-57-58 0 0,2-1 0 0 0,0 1 0 0 0,18 36 0 0 0,-18-46-190 0 0,0 0 1 0 0,0-1-1 0 0,1 0 0 0 0,1 0 0 0 0,0-1 0 0 0,1 0 0 0 0,14 13 0 0 0,-22-22-215 0 0,0 0 0 0 0,1 0 0 0 0,-1-1 0 0 0,1 1 0 0 0,-1 0 0 0 0,1-1 0 0 0,0 0 0 0 0,0 1 0 0 0,-1-1 0 0 0,1 0 0 0 0,0-1 0 0 0,0 1 0 0 0,0 0 0 0 0,0-1 0 0 0,0 0 0 0 0,6 0 0 0 0,-4-2-839 0 0</inkml:trace>
</inkml:ink>
</file>

<file path=ppt/ink/ink2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34.14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58 169 3425 0 0,'-4'-3'104'0'0,"-1"-1"0"0"0,1 1 0 0 0,0-1 0 0 0,0 1 0 0 0,0-1 0 0 0,1 0 0 0 0,-1-1 0 0 0,1 1 0 0 0,0 0 0 0 0,0-1 0 0 0,0 0 0 0 0,1 0 0 0 0,0 0 0 0 0,0 0 0 0 0,-2-6 0 0 0,3 8 272 0 0,0 0 0 0 0,1 1 0 0 0,-1-1-1 0 0,1 0 1 0 0,-1 0 0 0 0,1 0 0 0 0,0 0 0 0 0,0 0 0 0 0,1 0 0 0 0,-1 0-1 0 0,0 0 1 0 0,1 0 0 0 0,0 0 0 0 0,0 0 0 0 0,0 0 0 0 0,0 1 0 0 0,0-1-1 0 0,0 0 1 0 0,1 1 0 0 0,2-5 0 0 0,-1 4-69 0 0,1 0 0 0 0,-1 1 0 0 0,0-1 0 0 0,1 1 0 0 0,-1 0 0 0 0,1 0 0 0 0,0 1 0 0 0,0-1 0 0 0,-1 1 0 0 0,1-1 0 0 0,0 1 0 0 0,1 0-1 0 0,-1 1 1 0 0,6-1 0 0 0,49-3-253 0 0,-39 4-378 0 0</inkml:trace>
</inkml:ink>
</file>

<file path=ppt/ink/ink2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34.60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1389 92 14979 0 0,'2'-5'188'0'0,"-1"1"0"0"0,1 0-1 0 0,0 0 1 0 0,0-1 0 0 0,0 1 0 0 0,1 0 0 0 0,0 1-1 0 0,4-6 1 0 0,-5 6-31 0 0,1 0 1 0 0,0 0-1 0 0,-1 0 1 0 0,0-1-1 0 0,0 1 1 0 0,0-1-1 0 0,0 1 1 0 0,-1-1-1 0 0,1 0 1 0 0,-1 0-1 0 0,0 1 1 0 0,0-5-1 0 0,-29 34 2220 0 0,1 4-2199 0 0,2 1 0 0 0,2 1 0 0 0,-34 58 0 0 0,-44 116 694 0 0,23-43-560 0 0,-131 211-312 0 0,95-174 0 0 0,-66 112 0 0 0,-98 183 0 0 0,191-316-430 0 0,-109 326 1 0 0,178-449-1426 0 0,2-1-5481 0 0</inkml:trace>
</inkml:ink>
</file>

<file path=ppt/ink/ink2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35.30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1700 16 13827 0 0,'8'-15'922'0'0,"-17"16"-466"0"0,-21 20 197 0 0,-94 101 581 0 0,6 6-1 0 0,-113 159 1 0 0,-279 357-283 0 0,253-328-719 0 0,203-249-289 0 0,-130 169 584 0 0,132-162-1338 0 0,-56 104 1 0 0,78-119-6202 0 0</inkml:trace>
</inkml:ink>
</file>

<file path=ppt/ink/ink2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36.51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72 10138 0 0,'2'-5'7534'0'0,"15"-6"-4882"0"0,22-10-1654 0 0,-37 20-1099 0 0,61-26 822 0 0,-28 21-2087 0 0,-2 9-4543 0 0,-17 3-404 0 0</inkml:trace>
</inkml:ink>
</file>

<file path=ppt/ink/ink2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36.66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20 85 1840 0 0,'-19'18'6579'0'0,"28"-26"-3049"0"0,3-2-2459 0 0,0 0 0 0 0,20-11-1 0 0,-8 8-2070 0 0,47-18-1 0 0,-47 22 124 0 0</inkml:trace>
</inkml:ink>
</file>

<file path=ppt/ink/ink2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36.99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14 35 14283 0 0,'-14'-18'4059'0'0,"21"27"-2539"0"0,187 316 1748 0 0,-58-87-2958 0 0,-131-231-294 0 0,0 1 1 0 0,0-2 0 0 0,1 1 0 0 0,10 10 0 0 0,-15-16-9 0 0,-1-1 1 0 0,1 1 0 0 0,-1 0 0 0 0,1 0 0 0 0,0-1 0 0 0,0 1 0 0 0,-1-1-1 0 0,1 1 1 0 0,0-1 0 0 0,0 1 0 0 0,0-1 0 0 0,0 1 0 0 0,0-1 0 0 0,0 0-1 0 0,0 1 1 0 0,-1-1 0 0 0,1 0 0 0 0,0 0 0 0 0,0 0 0 0 0,0 0 0 0 0,0 0-1 0 0,0 0 1 0 0,0 0 0 0 0,0 0 0 0 0,0 0 0 0 0,0 0 0 0 0,0-1 0 0 0,0 1-1 0 0,0 0 1 0 0,0 0 0 0 0,0-1 0 0 0,0 1 0 0 0,0-1 0 0 0,-1 1 0 0 0,1-1-1 0 0,0 1 1 0 0,0-1 0 0 0,-1 0 0 0 0,1 1 0 0 0,0-1 0 0 0,-1 0 0 0 0,1 0 0 0 0,0 1-1 0 0,-1-1 1 0 0,1 0 0 0 0,-1 0 0 0 0,1 0 0 0 0,-1 0 0 0 0,0 0 0 0 0,1 0-1 0 0,-1 1 1 0 0,0-3 0 0 0,6-19 109 0 0,-1 0 0 0 0,-1-1 0 0 0,-1 1 0 0 0,-1-1 0 0 0,-1 1 0 0 0,-2-30 0 0 0,2-22 68 0 0,32-233-3066 0 0,-32 301 2692 0 0,6-45-7746 0 0</inkml:trace>
</inkml:ink>
</file>

<file path=ppt/ink/ink2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37.19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5065 0 0,'1'10'1506'0'0,"1"1"0"0"0,0-1 0 0 0,0 0 0 0 0,1 0 1 0 0,0-1-1 0 0,1 1 0 0 0,0-1 0 0 0,9 14 0 0 0,11 31 217 0 0,-13-16-962 0 0,10 66 0 0 0,-5-21-1618 0 0,-13-76-915 0 0</inkml:trace>
</inkml:ink>
</file>

<file path=ppt/ink/ink2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37.35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19 2 8754 0 0,'-10'0'776'0'0,"6"0"-616"0"0,-1-1 1568 0 0,8 2-775 0 0,0 1 7 0 0,3 0-608 0 0,3 3-112 0 0,2 2-24 0 0,2-1-8 0 0,4 1-1616 0 0,2-1-321 0 0,2-2-63 0 0,4-4-8 0 0</inkml:trace>
</inkml:ink>
</file>

<file path=ppt/ink/ink2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37.64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24 7834 0 0,'4'3'157'0'0,"-1"-1"0"0"0,0 1 0 0 0,0-1 1 0 0,0 1-1 0 0,0 0 0 0 0,0 0 0 0 0,-1 1 0 0 0,1-1 1 0 0,-1 0-1 0 0,3 6 0 0 0,18 40 656 0 0,-19-41-723 0 0,43 133 1494 0 0,-23-61-453 0 0,-23-78-1160 0 0,-1 0-1 0 0,0-1 1 0 0,1 1-1 0 0,-1-1 1 0 0,1 1-1 0 0,0-1 1 0 0,-1 1-1 0 0,1-1 0 0 0,0 0 1 0 0,0 1-1 0 0,0-1 1 0 0,0 0-1 0 0,0 0 1 0 0,0 0-1 0 0,0 1 0 0 0,2 0 1 0 0,-2-2 17 0 0,-1 0 0 0 0,1 0 0 0 0,-1 0 0 0 0,1 0 0 0 0,-1-1 0 0 0,1 1-1 0 0,-1 0 1 0 0,1 0 0 0 0,-1 0 0 0 0,1 0 0 0 0,-1-1 0 0 0,1 1 0 0 0,-1 0 0 0 0,1-1 0 0 0,-1 1 0 0 0,1 0 0 0 0,-1-1 0 0 0,0 1 0 0 0,1 0 0 0 0,-1-1 0 0 0,0 1 0 0 0,1-1 0 0 0,-1 1 0 0 0,0-1 0 0 0,1 1 0 0 0,-1-1 0 0 0,0 1-1 0 0,0-1 1 0 0,1 0 0 0 0,2-8-98 0 0,1 0 0 0 0,-1 0 0 0 0,2-16 0 0 0,7-43-725 0 0,10-47-246 0 0,-18 103 1206 0 0,-1-1 1 0 0,2 1-1 0 0,0 0 0 0 0,0 0 1 0 0,1 0-1 0 0,11-16 0 0 0,-16 27 7 0 0,0-1-1 0 0,0 1 0 0 0,0 0 0 0 0,0 0 0 0 0,0-1 1 0 0,0 1-1 0 0,0 0 0 0 0,1 0 0 0 0,-1 0 1 0 0,0 0-1 0 0,1 0 0 0 0,-1 0 0 0 0,1 0 1 0 0,-1 1-1 0 0,1-1 0 0 0,-1 0 0 0 0,3 0 0 0 0,-3 1-12 0 0,0 0-1 0 0,0 1 0 0 0,0-1 0 0 0,0 0 0 0 0,0 0 0 0 0,-1 1 0 0 0,1-1 0 0 0,0 0 0 0 0,0 1 0 0 0,0-1 0 0 0,-1 1 1 0 0,1-1-1 0 0,0 1 0 0 0,0-1 0 0 0,-1 1 0 0 0,1 0 0 0 0,0-1 0 0 0,-1 1 0 0 0,1 0 0 0 0,-1 0 0 0 0,1-1 0 0 0,0 3 0 0 0,3 5 633 0 0,0 1-1 0 0,-1 1 0 0 0,0-1 1 0 0,3 17-1 0 0,-3-12-688 0 0,18 50 826 0 0,0-25-3130 0 0,-7-22-4419 0 0</inkml:trace>
</inkml:ink>
</file>

<file path=ppt/ink/ink2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38.21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 68 10138 0 0,'-2'-4'649'0'0,"1"0"0"0"0,0 0-1 0 0,0 0 1 0 0,0 0 0 0 0,1 0-1 0 0,-1 0 1 0 0,1 0 0 0 0,0 0-1 0 0,0 0 1 0 0,1 0 0 0 0,-1 0-1 0 0,1 0 1 0 0,0 0 0 0 0,2-6-1 0 0,-3 10-610 0 0,0 0 0 0 0,0 0 0 0 0,1-1 378 0 0,-1 1-379 0 0,0 0 1 0 0,0 0 0 0 0,0 0 0 0 0,0-1 0 0 0,0 1-1 0 0,0 0 1 0 0,0 0 0 0 0,0 0 0 0 0,1 0 0 0 0,-1 0-1 0 0,0 0 1 0 0,0 0 0 0 0,0 0 0 0 0,0 0 0 0 0,0 0 0 0 0,0 0-1 0 0,0 0 1 0 0,1 0 0 0 0,-1 0 0 0 0,0 0 0 0 0,0 0-1 0 0,0 0 1 0 0,0 0 0 0 0,0 0 0 0 0,1 1 378 0 0,-1-1-378 0 0,0 0-1 0 0,0 0 1 0 0,0 1 0 0 0,0-1 0 0 0,0 0 0 0 0,1 0-1 0 0,-1 0 1 0 0,5 11 640 0 0,3 13-285 0 0,1 22 161 0 0,-3 0 0 0 0,2 90 0 0 0,3 31-441 0 0,-8-146-229 0 0,1 0 0 0 0,1 0 0 0 0,0-1 0 0 0,2 0 0 0 0,17 36 0 0 0,-23-53-313 0 0,15 22 182 0 0</inkml:trace>
</inkml:ink>
</file>

<file path=ppt/ink/ink2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38.49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27 352 5065 0 0,'-2'-5'104'0'0,"-5"-20"73"0"0,1-1 0 0 0,-4-27 0 0 0,9 41 681 0 0,1 0 0 0 0,0 1-1 0 0,0-1 1 0 0,3-15 0 0 0,-1 18-418 0 0,-1 0 1 0 0,2 0-1 0 0,-1 0 1 0 0,1 1 0 0 0,0-1-1 0 0,1 1 1 0 0,0 0-1 0 0,0 0 1 0 0,1 0-1 0 0,0 0 1 0 0,1 1 0 0 0,5-7-1 0 0,-5 8-133 0 0,0 1 0 0 0,1 0 0 0 0,-1 0 0 0 0,1 1 0 0 0,0 0 0 0 0,0 0 0 0 0,1 0 0 0 0,-1 1 0 0 0,1 0 0 0 0,-1 1 0 0 0,1 0 0 0 0,0 0 0 0 0,16-1 0 0 0,-15 2-48 0 0,0 0-1 0 0,1 1 1 0 0,-1 0 0 0 0,0 0 0 0 0,0 1 0 0 0,14 3 0 0 0,-21-3-232 0 0,0-1 0 0 0,1 1 1 0 0,-1-1-1 0 0,0 1 0 0 0,0 0 0 0 0,0 0 0 0 0,-1 0 0 0 0,1 0 0 0 0,0 0 1 0 0,0 1-1 0 0,0-1 0 0 0,-1 0 0 0 0,1 1 0 0 0,-1-1 0 0 0,1 1 0 0 0,-1 0 0 0 0,0 0 1 0 0,1-1-1 0 0,-1 1 0 0 0,0 0 0 0 0,0 0 0 0 0,0 0 0 0 0,-1 0 0 0 0,1 0 1 0 0,0 0-1 0 0,-1 0 0 0 0,1 0 0 0 0,-1 1 0 0 0,0-1 0 0 0,0 0 0 0 0,0 0 1 0 0,0 0-1 0 0,0 2 0 0 0,-2 9 19 0 0,0-1 0 0 0,0 0 0 0 0,-1 0 1 0 0,-1 0-1 0 0,0 0 0 0 0,-1-1 0 0 0,-6 12 0 0 0,-49 74-54 0 0,43-74 42 0 0,2 1 0 0 0,1 0 0 0 0,-17 38 0 0 0,30-59-20 0 0,-1 1 0 0 0,1 0-1 0 0,0-1 1 0 0,0 1 0 0 0,0 0 0 0 0,1 0-1 0 0,-1 0 1 0 0,1 0 0 0 0,0 0-1 0 0,0-1 1 0 0,0 1 0 0 0,0 0 0 0 0,1 0-1 0 0,0 0 1 0 0,0 0 0 0 0,0 0 0 0 0,0-1-1 0 0,0 1 1 0 0,3 4 0 0 0,0-3 4 0 0,-1-1 0 0 0,1 1 0 0 0,0-1 0 0 0,0 0 1 0 0,0 0-1 0 0,1-1 0 0 0,-1 0 0 0 0,1 1 0 0 0,0-1 1 0 0,0-1-1 0 0,0 1 0 0 0,8 2 0 0 0,7 2-421 0 0,-1 0 0 0 0,1-2-1 0 0,0 0 1 0 0,0-2 0 0 0,33 3 0 0 0,-26-6-7276 0 0</inkml:trace>
</inkml:ink>
</file>

<file path=ppt/ink/ink2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38.62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43 6913 0 0,'5'-9'520'0'0,"4"-10"-450"0"0,-4 4 4816 0 0,-11 45 3653 0 0,4 9-5706 0 0,5 0-4668 0 0,6-6-3630 0 0</inkml:trace>
</inkml:ink>
</file>

<file path=ppt/ink/ink2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38.81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38 34 11058 0 0,'-10'-12'1104'0'0,"-11"-9"4861"0"0,20 21-5928 0 0,1 0-1 0 0,0 0 0 0 0,0 0 0 0 0,0 0 0 0 0,0-1 1 0 0,-1 1-1 0 0,1 0 0 0 0,0 0 0 0 0,0 0 0 0 0,0 0 1 0 0,-1 0-1 0 0,1 0 0 0 0,0 0 0 0 0,0 0 1 0 0,0 0-1 0 0,0 0 0 0 0,-1 0 0 0 0,1 0 0 0 0,0 1 1 0 0,0-1-1 0 0,0 0 0 0 0,0 0 0 0 0,-1 0 0 0 0,1 0 1 0 0,0 0-1 0 0,0 0 0 0 0,0 0 0 0 0,0 0 1 0 0,-1 0-1 0 0,1 1 0 0 0,0-1 0 0 0,0 0 0 0 0,0 0 1 0 0,0 0-1 0 0,0 0 0 0 0,0 1 0 0 0,0-1 0 0 0,0 0 1 0 0,-1 0-1 0 0,1 0 0 0 0,0 0 0 0 0,0 1 1 0 0,0 19-1631 0 0,2-9-155 0 0,0-1 0 0 0,1 1 0 0 0,8 19 1 0 0,-4-15-578 0 0</inkml:trace>
</inkml:ink>
</file>

<file path=ppt/ink/ink2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39.05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69 5065 0 0,'22'-6'1904'0'0,"0"1"1"0"0,1 0-1 0 0,0 2 1 0 0,0 1-1 0 0,43 0 1 0 0,-15 1-386 0 0,-20 0-1178 0 0,-3 0-373 0 0,44-7 0 0 0,-63 7-1362 0 0,1-2 0 0 0,-1 0 0 0 0,0 0-1 0 0,16-8 1 0 0,-2-2-2681 0 0</inkml:trace>
</inkml:ink>
</file>

<file path=ppt/ink/ink2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39.24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 0 10138 0 0,'0'1'143'0'0,"-1"-1"1"0"0,1 1-1 0 0,-1-1 0 0 0,1 0 0 0 0,-1 1 1 0 0,1-1-1 0 0,-1 1 0 0 0,1-1 0 0 0,-1 1 1 0 0,1-1-1 0 0,-1 1 0 0 0,1 0 0 0 0,0-1 1 0 0,-1 1-1 0 0,1 0 0 0 0,0-1 0 0 0,0 1 1 0 0,0 0-1 0 0,-1-1 0 0 0,1 1 0 0 0,0 0 1 0 0,0-1-1 0 0,0 1 0 0 0,0 0 0 0 0,0-1 1 0 0,0 1-1 0 0,0 0 0 0 0,0-1 0 0 0,0 1 1 0 0,1 1-1 0 0,2 36 2310 0 0,0-16-1224 0 0,-6 159 2978 0 0,-1-105-4067 0 0,13 145 1 0 0,-4-190-1809 0 0,1-6-5906 0 0</inkml:trace>
</inkml:ink>
</file>

<file path=ppt/ink/ink2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39.48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28 12443 0 0,'8'-27'5482'0'0,"-4"41"-4074"0"0,-2 10-467 0 0,16 141 2018 0 0,13 81-3307 0 0,-30-238 235 0 0,0 3-708 0 0,1-1 1 0 0,0 0-1 0 0,0-1 1 0 0,6 14-1 0 0</inkml:trace>
</inkml:ink>
</file>

<file path=ppt/ink/ink2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39.75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1 127 2304 0 0,'0'-6'34'0'0,"0"0"0"0"0,0 0-1 0 0,0 0 1 0 0,1 0-1 0 0,0 0 1 0 0,1 0-1 0 0,2-8 1 0 0,-2 10 135 0 0,0 1 1 0 0,0-1 0 0 0,0 1-1 0 0,1 0 1 0 0,0-1 0 0 0,-1 1-1 0 0,1 1 1 0 0,0-1 0 0 0,0 0-1 0 0,0 1 1 0 0,1-1 0 0 0,4-2-1 0 0,-1 1 235 0 0,0 0 0 0 0,0 1 0 0 0,0 0 0 0 0,0 0 0 0 0,1 0 0 0 0,-1 1 0 0 0,1 0 0 0 0,0 0 0 0 0,-1 1 0 0 0,1 0-1 0 0,0 1 1 0 0,0-1 0 0 0,12 2 0 0 0,-16 0-188 0 0,0 0 1 0 0,0 0-1 0 0,0 0 0 0 0,0 1 0 0 0,0-1 0 0 0,0 1 0 0 0,0 0 1 0 0,-1 0-1 0 0,1 0 0 0 0,-1 0 0 0 0,1 1 0 0 0,-1 0 1 0 0,0-1-1 0 0,0 1 0 0 0,0 0 0 0 0,0 1 0 0 0,-1-1 0 0 0,1 0 1 0 0,-1 1-1 0 0,0-1 0 0 0,0 1 0 0 0,0 0 0 0 0,-1 0 0 0 0,1 0 1 0 0,-1 0-1 0 0,0 0 0 0 0,1 6 0 0 0,1 3-99 0 0,-2 0-1 0 0,0-1 1 0 0,0 1 0 0 0,-1 0-1 0 0,-1 0 1 0 0,0 0-1 0 0,-1-1 1 0 0,-3 14 0 0 0,-6 15 102 0 0,-18 43 0 0 0,-3 12 1653 0 0,31-93-1798 0 0,0 0 0 0 0,0-1 0 0 0,0 1 0 0 0,1 0 0 0 0,0 0 0 0 0,-1-1 0 0 0,1 1 1 0 0,0 0-1 0 0,0 0 0 0 0,0 0 0 0 0,1-1 0 0 0,-1 1 0 0 0,1 0 0 0 0,-1 0 0 0 0,1-1 0 0 0,0 1 1 0 0,0 0-1 0 0,0-1 0 0 0,1 1 0 0 0,-1-1 0 0 0,0 0 0 0 0,3 4 0 0 0,-2-5-12 0 0,1 1-1 0 0,-1-1 1 0 0,0 1-1 0 0,1-1 1 0 0,-1 0-1 0 0,1 0 1 0 0,-1 0-1 0 0,1 0 1 0 0,0-1-1 0 0,-1 1 1 0 0,1-1-1 0 0,0 0 1 0 0,0 1-1 0 0,-1-1 1 0 0,1 0-1 0 0,0 0 1 0 0,0-1-1 0 0,-1 1 1 0 0,1-1-1 0 0,0 1 1 0 0,-1-1-1 0 0,6-2 1 0 0,21-8-548 0 0,37-18-1 0 0,-38 15-1145 0 0,3 0-5725 0 0</inkml:trace>
</inkml:ink>
</file>

<file path=ppt/ink/ink2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39.97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170 28 3225 0 0,'-31'-15'2018'0'0,"25"12"-688"0"0,-1 1 0 0 0,1 0 1 0 0,0 0-1 0 0,0 1 1 0 0,-14-2-1 0 0,18 3-880 0 0,-1 0 0 0 0,0 0-1 0 0,0 1 1 0 0,1-1 0 0 0,-1 0 0 0 0,0 1 0 0 0,0 0 0 0 0,1-1 0 0 0,-1 1 0 0 0,1 0-1 0 0,-1 1 1 0 0,1-1 0 0 0,-1 0 0 0 0,1 1 0 0 0,-3 1 0 0 0,2 0-388 0 0,1-1 0 0 0,0 1 1 0 0,-1-1-1 0 0,1 1 0 0 0,1 0 1 0 0,-1 0-1 0 0,0 0 0 0 0,1 0 1 0 0,-3 4-1 0 0,-1 9 127 0 0,1-1 0 0 0,0 1 1 0 0,1 0-1 0 0,0 0 0 0 0,2 0 1 0 0,-1 1-1 0 0,2-1 0 0 0,1 0 0 0 0,0 0 1 0 0,0 1-1 0 0,2-1 0 0 0,0 0 0 0 0,6 17 1 0 0,-4-18-308 0 0,0 0 1 0 0,1-1 0 0 0,1 1-1 0 0,0-1 1 0 0,1-1 0 0 0,0 1-1 0 0,1-1 1 0 0,0-1 0 0 0,1 0-1 0 0,1 0 1 0 0,0-1-1 0 0,1 0 1 0 0,18 13 0 0 0,-13-14-5267 0 0</inkml:trace>
</inkml:ink>
</file>

<file path=ppt/ink/ink2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40.13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56 169 11522 0 0,'-5'-3'348'0'0,"0"0"-1"0"0,1 0 0 0 0,-1-1 0 0 0,0 1 0 0 0,1-1 0 0 0,0 0 0 0 0,0-1 0 0 0,1 1 0 0 0,-1-1 0 0 0,-4-6 0 0 0,7 9-157 0 0,1 0 1 0 0,-1-1-1 0 0,0 1 0 0 0,1 0 1 0 0,-1 0-1 0 0,1-1 1 0 0,-1 1-1 0 0,1 0 0 0 0,0-1 1 0 0,0 1-1 0 0,0 0 0 0 0,1-1 1 0 0,-1 1-1 0 0,0 0 1 0 0,1-1-1 0 0,0 1 0 0 0,-1 0 1 0 0,1 0-1 0 0,0 0 0 0 0,0 0 1 0 0,0 0-1 0 0,0 0 1 0 0,1 0-1 0 0,-1 0 0 0 0,1 0 1 0 0,-1 0-1 0 0,1 0 0 0 0,-1 1 1 0 0,3-2-1 0 0,2-3-51 0 0,1 2-1 0 0,-1-1 1 0 0,1 0 0 0 0,0 1-1 0 0,0 1 1 0 0,0-1 0 0 0,1 1-1 0 0,-1 0 1 0 0,15-3 0 0 0,-6 2-340 0 0,1 1 1 0 0,0 1 0 0 0,27-1 0 0 0,9 9-3403 0 0,-50-5 2989 0 0,1-1-1 0 0,-1 1 1 0 0,0 1 0 0 0,0-1-1 0 0,0 0 1 0 0,0 1-1 0 0,0-1 1 0 0,0 1 0 0 0,-1 0-1 0 0,1 0 1 0 0,-1 0-1 0 0,1 0 1 0 0,3 5 0 0 0,2 7-497 0 0</inkml:trace>
</inkml:ink>
</file>

<file path=ppt/ink/ink2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40.59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81 338 6913 0 0,'-6'1'286'0'0,"0"0"0"0"0,0 1 0 0 0,0 0 0 0 0,0 0 0 0 0,1 1 0 0 0,-1 0 0 0 0,-8 5 0 0 0,12-6-53 0 0,0-1 0 0 0,0 1 0 0 0,0-1 0 0 0,1 1 0 0 0,-1 0 0 0 0,0 0 0 0 0,1 0 0 0 0,-1 0 0 0 0,1 0-1 0 0,0 0 1 0 0,0 0 0 0 0,-1 0 0 0 0,1 1 0 0 0,1-1 0 0 0,-1 0 0 0 0,0 1 0 0 0,1-1 0 0 0,-1 0 0 0 0,1 1 0 0 0,0-1 0 0 0,-1 1 0 0 0,1 3 0 0 0,1-5-94 0 0,-1 1 1 0 0,1-1-1 0 0,-1 1 0 0 0,1-1 0 0 0,-1 0 1 0 0,1 1-1 0 0,0-1 0 0 0,-1 0 0 0 0,1 0 1 0 0,0 1-1 0 0,0-1 0 0 0,0 0 0 0 0,0 0 1 0 0,0 0-1 0 0,0 0 0 0 0,0 0 0 0 0,1 0 1 0 0,-1-1-1 0 0,0 1 0 0 0,0 0 0 0 0,1-1 1 0 0,-1 1-1 0 0,1-1 0 0 0,-1 1 0 0 0,0-1 0 0 0,1 1 1 0 0,-1-1-1 0 0,1 0 0 0 0,-1 0 0 0 0,3 0 1 0 0,7 1 166 0 0,-1-1 0 0 0,0 0 1 0 0,13-2-1 0 0,-17 2-129 0 0,255-49 1710 0 0,-96 15-1567 0 0,615-57 621 0 0,20-3-535 0 0,-177-33-300 0 0,-414 89 116 0 0,-202 36-92 0 0,-14-1-1863 0 0</inkml:trace>
</inkml:ink>
</file>

<file path=ppt/ink/ink2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41.30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19 40 8290 0 0,'-19'-39'10902'0'0,"21"58"-8496"0"0,4 46-1348 0 0,-2 102 0 0 0,3 52-776 0 0,-4-197-289 0 0,0 1-1 0 0,2-1 0 0 0,1 0 0 0 0,0 0 0 0 0,2 0 0 0 0,0-1 0 0 0,16 28 0 0 0,-20-43-291 0 0,-1 1 0 0 0,2-1 0 0 0,-1 1 0 0 0,0-1 0 0 0,1-1 0 0 0,0 1 0 0 0,1-1 0 0 0,7 7 0 0 0</inkml:trace>
</inkml:ink>
</file>

<file path=ppt/ink/ink2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41.62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10 177 11522 0 0,'-2'-4'196'0'0,"0"0"0"0"0,1 0 0 0 0,0-1 0 0 0,0 1 0 0 0,0 0 0 0 0,0-1 0 0 0,1 1 0 0 0,-1 0 0 0 0,1-1 0 0 0,0 1 0 0 0,1-1 0 0 0,-1 1-1 0 0,1 0 1 0 0,0-1 0 0 0,0 1 0 0 0,0 0 0 0 0,0 0 0 0 0,1-1 0 0 0,0 1 0 0 0,0 0 0 0 0,2-3 0 0 0,-1 1 57 0 0,-1 0 0 0 0,1 1 0 0 0,1 0 0 0 0,-1-1 0 0 0,1 1 0 0 0,0 1 0 0 0,0-1 0 0 0,0 0 0 0 0,1 1 0 0 0,0 0 0 0 0,-1 0 0 0 0,1 0 0 0 0,1 1 0 0 0,9-6 0 0 0,-12 8-158 0 0,-1 1 0 0 0,1-1 0 0 0,-1 0-1 0 0,1 1 1 0 0,0-1 0 0 0,-1 1 0 0 0,1 0 0 0 0,0 0-1 0 0,-1 0 1 0 0,1 0 0 0 0,0 0 0 0 0,-1 1 0 0 0,1-1 0 0 0,-1 1-1 0 0,1 0 1 0 0,3 1 0 0 0,-4-1-58 0 0,0 0 0 0 0,-1 1 0 0 0,1-1 0 0 0,0 0 0 0 0,-1 1 0 0 0,1-1 0 0 0,-1 1 0 0 0,0 0 0 0 0,0-1 0 0 0,1 1 0 0 0,-1 0 0 0 0,0 0 0 0 0,0 0 0 0 0,-1 0 0 0 0,1 0 0 0 0,1 3 0 0 0,-1 2-6 0 0,0-1 0 0 0,0 1-1 0 0,-1 0 1 0 0,0 0 0 0 0,0 0 0 0 0,0 0-1 0 0,-1 0 1 0 0,0 0 0 0 0,-1 0 0 0 0,-3 12-1 0 0,-7 10-42 0 0,-1-1-1 0 0,-24 37 0 0 0,20-38 284 0 0,2 1-1 0 0,-13 31 1 0 0,28-57-233 0 0,-1 0 0 0 0,1-1 1 0 0,-1 1-1 0 0,1 0 0 0 0,-1-1 0 0 0,1 1 0 0 0,0 0 1 0 0,0-1-1 0 0,0 1 0 0 0,0 0 0 0 0,0 0 0 0 0,0-1 1 0 0,1 1-1 0 0,-1 0 0 0 0,0-1 0 0 0,1 1 0 0 0,-1 0 1 0 0,1-1-1 0 0,0 1 0 0 0,0-1 0 0 0,-1 1 0 0 0,3 2 1 0 0,0-1-10 0 0,0 0 1 0 0,-1-1 0 0 0,1 1 0 0 0,0-1 0 0 0,0 0-1 0 0,1 0 1 0 0,-1 0 0 0 0,0 0 0 0 0,1-1 0 0 0,3 2-1 0 0,7 1 8 0 0,-1 0-1 0 0,0-1 0 0 0,1-1 1 0 0,24 1-1 0 0,-2-3-505 0 0,66-8-1 0 0,-72 2-155 0 0</inkml:trace>
</inkml:ink>
</file>

<file path=ppt/ink/ink2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41.79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91 1 13827 0 0,'-5'4'557'0'0,"-1"0"-1"0"0,1 1 1 0 0,0 0-1 0 0,0 0 1 0 0,1 1-1 0 0,0-1 1 0 0,0 1 0 0 0,0 0-1 0 0,0 0 1 0 0,1 0-1 0 0,0 1 1 0 0,0-1-1 0 0,-2 12 1 0 0,-2 5-63 0 0,1 1 0 0 0,-4 39 0 0 0,9-60-526 0 0,-1 13-197 0 0,0 1 1 0 0,0-1 0 0 0,2 0-1 0 0,0 1 1 0 0,0-1 0 0 0,2 0-1 0 0,0 0 1 0 0,5 20 0 0 0</inkml:trace>
</inkml:ink>
</file>

<file path=ppt/ink/ink2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41.95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 10 13363 0 0,'-2'-3'592'0'0,"0"0"120"0"0,2 2-568 0 0,0 0-144 0 0,2-1 0 0 0,0 2 0 0 0,1 0 320 0 0,2 0 32 0 0,2 2 0 0 0,6 8-3104 0 0,-2 2-633 0 0,1 6-120 0 0</inkml:trace>
</inkml:ink>
</file>

<file path=ppt/ink/ink2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42.48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47 1 13827 0 0,'-3'3'143'0'0,"0"0"-1"0"0,0 0 1 0 0,0 0-1 0 0,1 1 1 0 0,-1-1 0 0 0,1 1-1 0 0,0-1 1 0 0,0 1-1 0 0,0 0 1 0 0,1 0 0 0 0,-2 5-1 0 0,-5 47 999 0 0,6-29-544 0 0,-3 38-268 0 0,2 1 1 0 0,4-1-1 0 0,2 1 1 0 0,4-1 0 0 0,2 0-1 0 0,3 0 1 0 0,28 89-1 0 0,-23-102-231 0 0,3-2-1 0 0,2 0 0 0 0,2-1 0 0 0,2-1 0 0 0,2-2 1 0 0,2-1-1 0 0,2-1 0 0 0,2-2 0 0 0,58 57 0 0 0,-66-76-215 0 0,1-1-1 0 0,1-1 0 0 0,0-2 1 0 0,2-1-1 0 0,0-1 0 0 0,1-1 1 0 0,1-2-1 0 0,0-1 0 0 0,1-2 1 0 0,48 11-1 0 0,42-2-6889 0 0</inkml:trace>
</inkml:ink>
</file>

<file path=ppt/ink/ink2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42.84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19 5 20276 0 0,'-19'-4'2173'0'0,"43"19"-1553"0"0,-14-5-560 0 0,-2 0 1 0 0,0 0-1 0 0,0 1 0 0 0,-1 0 1 0 0,0 0-1 0 0,-1 1 0 0 0,0 0 1 0 0,-1 0-1 0 0,0 0 0 0 0,4 19 1 0 0,1 9 62 0 0,-2-1-1 0 0,3 47 1 0 0,-7-28-275 0 0,-2 0 0 0 0,-3 1 0 0 0,-14 91 0 0 0,7-100-1949 0 0,-2-1 0 0 0,-21 58 0 0 0,-27 39-5287 0 0</inkml:trace>
</inkml:ink>
</file>

<file path=ppt/ink/ink2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44.01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42 339 14283 0 0,'-8'-3'1018'0'0,"-25"-17"4037"0"0,43 20-4674 0 0,11 4-210 0 0,-5 4-80 0 0,0 0 0 0 0,-1 1 0 0 0,-1 1-1 0 0,0 0 1 0 0,16 15 0 0 0,61 67 138 0 0,-54-52-130 0 0,19 23-10 0 0,-4 3 0 0 0,69 111 0 0 0,-102-147-84 0 0,-15-25 0 0 0,2 6 77 0 0,2 0 0 0 0,0-1 0 0 0,0 0 0 0 0,12 11 0 0 0,-20-20-74 0 0,1 1 1 0 0,0-1 0 0 0,0 0-1 0 0,0 0 1 0 0,1 0 0 0 0,-1 0-1 0 0,0-1 1 0 0,0 1 0 0 0,0 0-1 0 0,1 0 1 0 0,-1-1 0 0 0,0 1-1 0 0,1-1 1 0 0,-1 1 0 0 0,1-1-1 0 0,-1 1 1 0 0,1-1 0 0 0,-1 0-1 0 0,1 0 1 0 0,-1 0 0 0 0,0 0 0 0 0,1 0-1 0 0,-1 0 1 0 0,1 0 0 0 0,-1 0-1 0 0,1-1 1 0 0,-1 1 0 0 0,1 0-1 0 0,-1-1 1 0 0,0 0 0 0 0,1 1-1 0 0,-1-1 1 0 0,0 0 0 0 0,1 1-1 0 0,-1-1 1 0 0,0 0 0 0 0,0 0-1 0 0,0 0 1 0 0,0 0 0 0 0,0 0-1 0 0,0 0 1 0 0,0 0 0 0 0,0-1-1 0 0,0 1 1 0 0,0 0 0 0 0,-1 0 0 0 0,1-1-1 0 0,0-1 1 0 0,8-16 126 0 0,0 0 1 0 0,-2 0-1 0 0,10-41 0 0 0,7-68 67 0 0,-14 66-172 0 0,23-190-249 0 0,-7 37-1523 0 0,-21 188 491 0 0,14-47 1 0 0,-3 32-30 0 0</inkml:trace>
</inkml:ink>
</file>

<file path=ppt/ink/ink2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44.47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30 51 11522 0 0,'-1'0'54'0'0,"-1"0"-1"0"0,1 0 0 0 0,0 1 0 0 0,0-1 0 0 0,0 0 0 0 0,-1 0 0 0 0,1 1 0 0 0,0-1 0 0 0,0 1 0 0 0,0-1 0 0 0,0 1 0 0 0,0-1 0 0 0,0 1 0 0 0,0 0 0 0 0,0 0 0 0 0,0-1 0 0 0,0 1 0 0 0,0 0 0 0 0,0 0 0 0 0,0 0 0 0 0,1 0 0 0 0,-2 1 0 0 0,-2 28-652 0 0,4-19 573 0 0,-1 13-123 0 0,1 117-1674 0 0,1-122 1435 0 0,1 0 0 0 0,1 0 0 0 0,1 0 0 0 0,0-1 0 0 0,9 24 1 0 0,-11-38 450 0 0,-1 0 0 0 0,1-1 0 0 0,-1 1 0 0 0,1-1 1 0 0,0 1-1 0 0,1-1 0 0 0,-1 0 0 0 0,0 0 0 0 0,1 0 1 0 0,0 0-1 0 0,0 0 0 0 0,0-1 0 0 0,0 1 0 0 0,0-1 1 0 0,0 0-1 0 0,1 0 0 0 0,-1 0 0 0 0,1 0 0 0 0,-1 0 1 0 0,1-1-1 0 0,7 2 0 0 0,-6-2 134 0 0,-1-1 1 0 0,0 0-1 0 0,0 0 0 0 0,1-1 0 0 0,-1 1 1 0 0,0-1-1 0 0,0 0 0 0 0,1 0 0 0 0,-1 0 1 0 0,0-1-1 0 0,0 0 0 0 0,0 1 1 0 0,-1-1-1 0 0,1 0 0 0 0,0-1 0 0 0,-1 1 1 0 0,1-1-1 0 0,-1 0 0 0 0,6-6 0 0 0,2-3 79 0 0,-1 0 0 0 0,0-1 0 0 0,-1 0-1 0 0,0-1 1 0 0,-1 0 0 0 0,-1 0-1 0 0,0-1 1 0 0,-1 0 0 0 0,-1 0 0 0 0,6-25-1 0 0,-7 23-207 0 0,-1-1-1 0 0,0 0 0 0 0,-2 0 1 0 0,0 0-1 0 0,-1 0 0 0 0,-1 0 1 0 0,-1 0-1 0 0,0 1 0 0 0,-6-23 1 0 0,7 36-99 0 0,0 1 0 0 0,0 0 1 0 0,0 0-1 0 0,0 0 1 0 0,0 0-1 0 0,0 1 1 0 0,-1-1-1 0 0,0 0 0 0 0,1 1 1 0 0,-1-1-1 0 0,0 1 1 0 0,0-1-1 0 0,-1 1 0 0 0,1 0 1 0 0,0 0-1 0 0,-1 0 1 0 0,1 0-1 0 0,-1 0 0 0 0,0 0 1 0 0,-3-1-1 0 0,4 3-448 0 0,-1-1 0 0 0,0 0-1 0 0,1 1 1 0 0,-1-1 0 0 0,0 1-1 0 0,0 0 1 0 0,0 0-1 0 0,0 0 1 0 0,-3 1 0 0 0,-9 2-4448 0 0</inkml:trace>
</inkml:ink>
</file>

<file path=ppt/ink/ink2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44.85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0 164 10594 0 0,'34'21'71'0'0,"-26"-11"-159"0"0,-1 0-1 0 0,0 0 1 0 0,-1 1-1 0 0,0 0 1 0 0,-1 1 0 0 0,0-1-1 0 0,0 1 1 0 0,-1 0 0 0 0,-1 0-1 0 0,2 15 1 0 0,1-5 2179 0 0,12 36 0 0 0,-17-57-1954 0 0,-1 0-1 0 0,1 0 1 0 0,-1 1 0 0 0,1-1-1 0 0,-1 0 1 0 0,1 0 0 0 0,-1 0-1 0 0,1 0 1 0 0,0 0 0 0 0,0 0-1 0 0,0 0 1 0 0,0 0 0 0 0,0 0-1 0 0,0 0 1 0 0,0 0 0 0 0,0 0-1 0 0,0-1 1 0 0,0 1 0 0 0,0 0-1 0 0,0-1 1 0 0,0 1 0 0 0,1-1 0 0 0,-1 1-1 0 0,2 0 1 0 0,-1-2-70 0 0,-1 1-1 0 0,1 0 1 0 0,0-1 0 0 0,-1 1 0 0 0,1-1-1 0 0,0 1 1 0 0,-1-1 0 0 0,1 0-1 0 0,-1 1 1 0 0,1-1 0 0 0,-1 0 0 0 0,1 0-1 0 0,-1 0 1 0 0,0 0 0 0 0,3-3 0 0 0,4-6-297 0 0,0 1 1 0 0,0-2 0 0 0,11-19-1 0 0,-18 28 180 0 0,21-40-2347 0 0,30-82 1 0 0,10-20-2377 0 0,-60 141 4781 0 0,-1 0 1 0 0,1 0-1 0 0,0 0 1 0 0,0 0-1 0 0,0 1 1 0 0,0-1 0 0 0,0 1-1 0 0,0-1 1 0 0,1 1-1 0 0,0 0 1 0 0,-1 0-1 0 0,1 0 1 0 0,0 0-1 0 0,3-2 1 0 0,-4 4 94 0 0,-1 0 0 0 0,1 0 0 0 0,-1 0 0 0 0,1 0 0 0 0,-1 0 0 0 0,1 0 0 0 0,-1 0 0 0 0,1 0 0 0 0,-1 0 0 0 0,1 1 0 0 0,-1-1 0 0 0,1 1 0 0 0,-1-1 0 0 0,0 1 1 0 0,1 0-1 0 0,-1-1 0 0 0,0 1 0 0 0,0 0 0 0 0,1 0 0 0 0,-1 0 0 0 0,0 0 0 0 0,0 0 0 0 0,0 0 0 0 0,0 0 0 0 0,0 0 0 0 0,0 0 0 0 0,0 1 0 0 0,-1-1 0 0 0,1 0 0 0 0,0 0 0 0 0,-1 1 0 0 0,1-1 0 0 0,0 2 0 0 0,24 47 2426 0 0,-13-24-1567 0 0,1-1-1 0 0,1 0 1 0 0,24 32-1 0 0,-32-51-1128 0 0,-1 1 1 0 0,1-1-1 0 0,1 0 0 0 0,-1 0 0 0 0,1-1 0 0 0,0 0 1 0 0,0 0-1 0 0,1-1 0 0 0,-1 1 0 0 0,1-2 0 0 0,0 1 0 0 0,0-1 1 0 0,0 0-1 0 0,0-1 0 0 0,15 3 0 0 0,1-3-5378 0 0</inkml:trace>
</inkml:ink>
</file>

<file path=ppt/ink/ink2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45.04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53 30 17972 0 0,'-4'-4'302'0'0,"2"1"-191"0"0,1 1 1 0 0,-1 0 0 0 0,0 0-1 0 0,0 0 1 0 0,-1 0 0 0 0,1 1-1 0 0,0-1 1 0 0,0 0-1 0 0,-1 1 1 0 0,1 0 0 0 0,-1-1-1 0 0,0 1 1 0 0,1 0 0 0 0,-4-1-1 0 0,5 3-89 0 0,0-1 0 0 0,1 0 0 0 0,-1 0 0 0 0,1 1 0 0 0,-1-1 1 0 0,0 0-1 0 0,1 1 0 0 0,-1-1 0 0 0,1 1 0 0 0,-1-1 0 0 0,1 1 0 0 0,-1-1 0 0 0,1 1 0 0 0,-1-1 0 0 0,1 1 0 0 0,0-1 0 0 0,-1 1 0 0 0,1 0 0 0 0,0-1 0 0 0,-1 1 0 0 0,1-1 0 0 0,0 1 0 0 0,0 0 0 0 0,0-1 0 0 0,0 1 1 0 0,-1 0-1 0 0,1-1 0 0 0,0 1 0 0 0,0 0 0 0 0,0 0 0 0 0,0-1 0 0 0,1 1 0 0 0,-1 1 0 0 0,2 23 551 0 0,12 46-123 0 0,3-2 0 0 0,36 93 0 0 0,-41-131-538 0 0,3 0 1 0 0,0 0 0 0 0,22 30-1 0 0,6-2-6318 0 0,-20-31-417 0 0</inkml:trace>
</inkml:ink>
</file>

<file path=ppt/ink/ink2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2:45.20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40 190 21661 0 0,'-20'10'960'0'0,"9"-6"192"0"0,4 0-920 0 0,5-2-232 0 0,4-2 0 0 0,3-2 0 0 0,4 0-128 0 0,4-6-80 0 0,8-2-16 0 0,11-7 0 0 0,10-7 48 0 0,9-6 8 0 0,5-3 0 0 0,0-6 0 0 0,3-6 168 0 0</inkml:trace>
</inkml:ink>
</file>

<file path=ppt/ink/ink2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4:04.79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44 101 4145 0 0,'-3'-5'581'0'0,"0"0"0"0"0,0 0 0 0 0,0 0 0 0 0,0-1 0 0 0,1 0 0 0 0,-3-9 0 0 0,-3-7 1017 0 0,-5 0 4282 0 0,16 35-4741 0 0,5 8-1110 0 0,101 270 876 0 0,-93-259-808 0 0,1 1 0 0 0,1-2 1 0 0,2-1-1 0 0,1 0 0 0 0,1-1 1 0 0,39 38-1 0 0,-46-53-96 0 0,7 7 8 0 0,30 23 0 0 0,-45-39-4 0 0,0 0-1 0 0,0 0 1 0 0,1-1-1 0 0,-1-1 1 0 0,1 1-1 0 0,0-1 0 0 0,0 0 1 0 0,0-1-1 0 0,12 3 1 0 0,-17-5 49 0 0,1 0 0 0 0,0 0 0 0 0,-1-1 1 0 0,1 1-1 0 0,-1-1 0 0 0,1 1 0 0 0,-1-1 0 0 0,1 0 1 0 0,-1 0-1 0 0,1-1 0 0 0,-1 1 0 0 0,0-1 0 0 0,0 0 1 0 0,0 0-1 0 0,0 0 0 0 0,0 0 0 0 0,0 0 0 0 0,0-1 0 0 0,-1 1 1 0 0,1-1-1 0 0,-1 1 0 0 0,0-1 0 0 0,0 0 0 0 0,0 0 1 0 0,0 0-1 0 0,0-1 0 0 0,-1 1 0 0 0,3-5 0 0 0,3-10 371 0 0,-1-1-1 0 0,0 1 0 0 0,6-37 0 0 0,-12 52-383 0 0,6-32 210 0 0,-2-1 1 0 0,-2 0 0 0 0,-3-53-1 0 0,-20-107-259 0 0,6 73-2109 0 0,13 104-5330 0 0</inkml:trace>
</inkml:ink>
</file>

<file path=ppt/ink/ink2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4:05.07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9218 0 0,'37'11'2580'0'0,"-34"-11"-2304"0"0,1 1 0 0 0,-1-1 1 0 0,1 1-1 0 0,-1 0 0 0 0,1 0 1 0 0,-1 1-1 0 0,0-1 0 0 0,0 0 1 0 0,0 1-1 0 0,0 0 0 0 0,0 0 1 0 0,0 0-1 0 0,0 0 0 0 0,0 0 1 0 0,-1 1-1 0 0,1-1 0 0 0,3 6 1 0 0,0 2 142 0 0,-1 1 0 0 0,0 0 1 0 0,-1 1-1 0 0,0-1 0 0 0,-1 1 1 0 0,0 0-1 0 0,-1 0 0 0 0,0 0 1 0 0,-1 0-1 0 0,0 12 0 0 0,5 32-1760 0 0,8-3-4220 0 0</inkml:trace>
</inkml:ink>
</file>

<file path=ppt/ink/ink2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4:05.22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 8 5985 0 0,'-17'-8'3958'0'0,"16"35"1636"0"0,2-14-6257 0 0,-1 5 223 0 0,1 0-1 0 0,1 0 1 0 0,1 0 0 0 0,1 0-1 0 0,0 0 1 0 0,12 29 0 0 0,-3-17 106 0 0</inkml:trace>
</inkml:ink>
</file>

<file path=ppt/ink/ink2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4:05.58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0 168 8290 0 0,'7'-2'296'0'0,"-4"1"-175"0"0,0 0 1 0 0,0 0 0 0 0,-1 0 0 0 0,1 1-1 0 0,0-1 1 0 0,0 1 0 0 0,0-1 0 0 0,0 1 0 0 0,0 0-1 0 0,0 0 1 0 0,0 0 0 0 0,0 1 0 0 0,-1-1-1 0 0,1 1 1 0 0,0-1 0 0 0,0 1 0 0 0,0 0-1 0 0,-1 0 1 0 0,6 3 0 0 0,-2 0 182 0 0,-1 0 0 0 0,0 0 0 0 0,0 1 0 0 0,0 0-1 0 0,0 0 1 0 0,-1 0 0 0 0,0 0 0 0 0,6 11 0 0 0,-6-11-372 0 0,-1 0 0 0 0,1 1-1 0 0,0-2 1 0 0,0 1 0 0 0,0 0-1 0 0,0-1 1 0 0,1 0 0 0 0,0 0 0 0 0,8 6-1 0 0,-12-10 23 0 0,-1 0-1 0 0,1 0 1 0 0,0 0-1 0 0,-1 0 1 0 0,1 0-1 0 0,-1 0 1 0 0,1 0-1 0 0,0 0 1 0 0,-1 0-1 0 0,1 0 1 0 0,-1 0-1 0 0,1-1 1 0 0,-1 1-1 0 0,1 0 1 0 0,0 0-1 0 0,-1-1 1 0 0,1 1-1 0 0,-1 0 1 0 0,1-1-1 0 0,-1 1 1 0 0,0 0-1 0 0,1-1 1 0 0,-1 1-1 0 0,1-1 1 0 0,-1 1-1 0 0,0-1 1 0 0,1 1-1 0 0,-1-1 1 0 0,0 1-1 0 0,1-1 1 0 0,-1 1-1 0 0,0-1 1 0 0,0 1-1 0 0,0-1 1 0 0,1 0-1 0 0,-1 1 1 0 0,0-1-1 0 0,0 1 1 0 0,0-1-1 0 0,0 0 1 0 0,0 1-1 0 0,0-1 1 0 0,0 0-1 0 0,3-32-594 0 0,-2 31 571 0 0,0-27 773 0 0,11-54 0 0 0,-11 75-412 0 0,1 1 0 0 0,0-1 0 0 0,1 1 1 0 0,-1 0-1 0 0,1 0 0 0 0,1 0 1 0 0,0 0-1 0 0,0 0 0 0 0,0 1 1 0 0,0 0-1 0 0,1 0 0 0 0,8-8 1 0 0,-12 13-207 0 0,1-1 0 0 0,-1 1 0 0 0,1 0 0 0 0,0 0 0 0 0,-1 0 0 0 0,1 0 0 0 0,0 0 0 0 0,-1 0 0 0 0,1 0 0 0 0,0 1 0 0 0,0-1 0 0 0,0 1 0 0 0,0-1 0 0 0,0 1 0 0 0,0 0 0 0 0,0 0 0 0 0,0 0 0 0 0,0 0 0 0 0,0 0 0 0 0,0 0 0 0 0,2 1 1 0 0,0 0 26 0 0,-1 1 1 0 0,0-1-1 0 0,0 1 1 0 0,0 0-1 0 0,0-1 1 0 0,0 1 0 0 0,0 1-1 0 0,0-1 1 0 0,0 0-1 0 0,-1 1 1 0 0,3 2 0 0 0,6 9 257 0 0,-1 0 1 0 0,-1 1 0 0 0,14 28-1 0 0,-20-36-288 0 0,30 60-260 0 0,-11-22-5313 0 0,-8-13-797 0 0</inkml:trace>
</inkml:ink>
</file>

<file path=ppt/ink/ink2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4:05.86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1 107 2304 0 0,'8'-8'8126'0'0,"4"-4"-3761"0"0,13-14-2994 0 0,-18 19-2089 0 0,0 0 0 0 0,0 1 1 0 0,0 0-1 0 0,1 1 1 0 0,-1-1-1 0 0,2 1 0 0 0,14-6 1 0 0,-11 7 612 0 0,2 1 91 0 0</inkml:trace>
</inkml:ink>
</file>

<file path=ppt/ink/ink2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4:06.0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0 124 8754 0 0,'0'0'936'0'0,"2"0"-936"0"0,-1 0 0 0 0,1 0 536 0 0,2-1 72 0 0,2-2 24 0 0,2-3 1 0 0,4-1-217 0 0,2-3-32 0 0,2 0-16 0 0,-2-3 0 0 0,3 0-536 0 0,-2 0-112 0 0,1-1-16 0 0,-2 0-8 0 0,0 4 232 0 0,-2 1 72 0 0</inkml:trace>
</inkml:ink>
</file>

<file path=ppt/ink/ink2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4:07.95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46 81 5985 0 0,'-10'-22'2261'0'0,"7"15"-1095"0"0,-1-1-1 0 0,0 1 0 0 0,0 0 1 0 0,0-1-1 0 0,-1 2 0 0 0,-7-9 1 0 0,16 32 2621 0 0,-1-3-3648 0 0,35 93 407 0 0,-5 1 1 0 0,35 206 0 0 0,-52-239-3300 0 0,-12-62 1324 0 0</inkml:trace>
</inkml:ink>
</file>

<file path=ppt/ink/ink2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4:09.41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1 168 6449 0 0,'5'-7'8789'0'0,"0"17"-9128"0"0,36 69 1921 0 0,-27-50-1261 0 0,1 0-1 0 0,1-1 1 0 0,41 53 0 0 0,-32-49-142 0 0,-19-22-117 0 0,1-1 1 0 0,0 0 0 0 0,1 0-1 0 0,0-1 1 0 0,0 0 0 0 0,1 0-1 0 0,15 10 1 0 0,-23-18-64 0 0,0 1 0 0 0,0-1 0 0 0,-1 0 1 0 0,1 0-1 0 0,0 0 0 0 0,-1 0 0 0 0,1 0 0 0 0,0 0 1 0 0,0 0-1 0 0,-1 0 0 0 0,1 0 0 0 0,0 0 0 0 0,0-1 1 0 0,-1 1-1 0 0,1 0 0 0 0,0 0 0 0 0,-1-1 0 0 0,1 1 0 0 0,0 0 1 0 0,-1-1-1 0 0,1 1 0 0 0,0-1 0 0 0,-1 1 0 0 0,1-1 1 0 0,-1 1-1 0 0,1-1 0 0 0,-1 1 0 0 0,1-1 0 0 0,-1 0 0 0 0,1 1 1 0 0,-1-1-1 0 0,0 1 0 0 0,1-1 0 0 0,-1 0 0 0 0,0 0 1 0 0,0 1-1 0 0,1-1 0 0 0,-1-1 0 0 0,10-32-38 0 0,-10 30 38 0 0,6-34 30 0 0,-1-1 0 0 0,-2-43 1 0 0,-1 37 43 0 0,7-52 0 0 0,-6 83-61 0 0,-1 0 1 0 0,2 0 0 0 0,0 1 0 0 0,1 0 0 0 0,0-1-1 0 0,1 2 1 0 0,15-25 0 0 0,-18 33 25 0 0,0 0 0 0 0,0 0 1 0 0,0 0-1 0 0,1 0 0 0 0,0 0 0 0 0,0 1 1 0 0,0 0-1 0 0,0 0 0 0 0,5-3 0 0 0,-7 5 4 0 0,-1 0 1 0 0,0 1-1 0 0,1-1 0 0 0,-1 1 0 0 0,1-1 0 0 0,-1 1 0 0 0,1 0 0 0 0,-1-1 0 0 0,1 1 0 0 0,-1 0 1 0 0,1 0-1 0 0,-1 0 0 0 0,1 0 0 0 0,-1 0 0 0 0,1 1 0 0 0,-1-1 0 0 0,1 0 0 0 0,-1 1 1 0 0,0-1-1 0 0,1 1 0 0 0,-1-1 0 0 0,1 1 0 0 0,-1 0 0 0 0,0 0 0 0 0,1-1 0 0 0,-1 1 0 0 0,0 0 1 0 0,0 0-1 0 0,0 0 0 0 0,0 0 0 0 0,0 0 0 0 0,0 1 0 0 0,0-1 0 0 0,1 2 0 0 0,40 63 1120 0 0,-33-50-1112 0 0,0 0 0 0 0,1-1 0 0 0,1 0-1 0 0,1-1 1 0 0,0 0 0 0 0,1 0 0 0 0,15 12 0 0 0,36 17-616 0 0,-35-27-2818 0 0</inkml:trace>
</inkml:ink>
</file>

<file path=ppt/ink/ink2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4:09.91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45 312 3681 0 0,'-43'-37'13866'0'0,"42"33"-13154"0"0,22 13 3224 0 0,-2 1-3863 0 0,0 2 0 0 0,-1 0 0 0 0,0 2 0 0 0,-2 0 0 0 0,26 26 0 0 0,-7-1-58 0 0,52 52 25 0 0,-77-82-37 0 0,0 0 0 0 0,1-1 0 0 0,0 0 0 0 0,0-1 0 0 0,1 0 0 0 0,24 10 0 0 0,-35-16 31 0 0,1-1 0 0 0,0 1 1 0 0,-1 0-1 0 0,1-1 0 0 0,0 1 1 0 0,-1-1-1 0 0,1 1 0 0 0,0-1 1 0 0,0 0-1 0 0,0 0 0 0 0,0 0 1 0 0,-1 0-1 0 0,1 0 0 0 0,0 0 0 0 0,0-1 1 0 0,0 1-1 0 0,-1-1 0 0 0,1 1 1 0 0,2-1-1 0 0,-3-1-2 0 0,-1 1 0 0 0,1 0 0 0 0,0 0 0 0 0,0-1 0 0 0,-1 1 1 0 0,1 0-1 0 0,0-1 0 0 0,-1 1 0 0 0,1 0 0 0 0,-1-1 0 0 0,0 1 0 0 0,0-1 0 0 0,1 1 0 0 0,-1-1 0 0 0,0 1 0 0 0,0-1 1 0 0,0 1-1 0 0,0-1 0 0 0,-1 1 0 0 0,1-1 0 0 0,0 1 0 0 0,-1 0 0 0 0,0-2 0 0 0,-12-73 667 0 0,-6-92 0 0 0,18 140-730 0 0,1-1 1 0 0,1 0-1 0 0,1 0 0 0 0,2 1 1 0 0,1-1-1 0 0,13-41 0 0 0,-7 41-1771 0 0,5 0-6637 0 0</inkml:trace>
</inkml:ink>
</file>

<file path=ppt/ink/ink2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4:20.97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43 66 5065 0 0,'-1'-7'1157'0'0,"0"1"-1"0"0,-1 0 1 0 0,0 0-1 0 0,0 0 1 0 0,0 0-1 0 0,-1 1 1 0 0,0-1-1 0 0,-6-9 1 0 0,8 15-1026 0 0,1-1-1 0 0,-1 1 1 0 0,1 0-1 0 0,0 0 1 0 0,-1-1-1 0 0,1 1 1 0 0,-1 0 0 0 0,1 0-1 0 0,-1 0 1 0 0,1 0-1 0 0,-1 0 1 0 0,1-1-1 0 0,-1 1 1 0 0,1 0 0 0 0,0 0-1 0 0,-1 0 1 0 0,1 0-1 0 0,-1 0 1 0 0,1 1-1 0 0,-1-1 1 0 0,1 0 0 0 0,-1 0-1 0 0,1 0 1 0 0,-1 0-1 0 0,1 0 1 0 0,0 1-1 0 0,-1-1 1 0 0,1 0 0 0 0,-1 0-1 0 0,1 1 1 0 0,0-1-1 0 0,-1 0 1 0 0,1 1-1 0 0,0-1 1 0 0,-1 0 0 0 0,1 1-1 0 0,0-1 1 0 0,-1 1-1 0 0,1-1 1 0 0,0 0-1 0 0,0 1 1 0 0,-1 0 229 0 0,3 3-301 0 0,20 30 261 0 0,-21-31-174 0 0,0 0 1 0 0,0 0 0 0 0,-1 0 0 0 0,0 0 0 0 0,0 0 0 0 0,0 0-1 0 0,0 6 1 0 0,1 23-93 0 0,68 220 281 0 0,-15-66-3361 0 0</inkml:trace>
</inkml:ink>
</file>

<file path=ppt/ink/ink2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4:22.17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156 377 1840 0 0,'-51'-38'2550'0'0,"-7"-5"1026"0"0,11 12 7051 0 0,55 36-9506 0 0,90 91-283 0 0,-69-65-819 0 0,1-1 0 0 0,44 33-1 0 0,-58-51-113 0 0,0-1 0 0 0,1-1-1 0 0,0 0 1 0 0,31 11 0 0 0,-42-19 123 0 0,0 0 0 0 0,0 0 0 0 0,-1-1 0 0 0,1 1 0 0 0,0-2 0 0 0,0 1 0 0 0,1-1 0 0 0,-1 1 0 0 0,0-2 0 0 0,0 1 0 0 0,0-1 0 0 0,0 0 0 0 0,0 0 0 0 0,0 0 0 0 0,-1-1 0 0 0,1 0 0 0 0,0 0 0 0 0,-1-1 0 0 0,7-3 0 0 0,-9 4 49 0 0,-1 0-1 0 0,0 0 1 0 0,1-1-1 0 0,-1 1 1 0 0,0-1-1 0 0,-1 1 0 0 0,1-1 1 0 0,0 1-1 0 0,-1-1 1 0 0,1 0-1 0 0,-1 0 1 0 0,0 0-1 0 0,0 0 0 0 0,0 0 1 0 0,-1 0-1 0 0,1 0 1 0 0,-1 0-1 0 0,1-6 1 0 0,0-8 121 0 0,-2 0 0 0 0,-2-22 0 0 0,1 21-52 0 0,-13-99 488 0 0,9 84-547 0 0,1-2-1 0 0,1 1 1 0 0,3 0-1 0 0,3-57 1 0 0,8 56-14 0 0,-10 34-106 0 0,0 0-1 0 0,1 0 0 0 0,-1 0 1 0 0,1 0-1 0 0,0 0 0 0 0,-1 0 1 0 0,1 0-1 0 0,-1 0 0 0 0,1 1 0 0 0,0-1 1 0 0,0 0-1 0 0,0 0 0 0 0,0 1 1 0 0,-1-1-1 0 0,1 0 0 0 0,0 1 0 0 0,0-1 1 0 0,0 1-1 0 0,0-1 0 0 0,0 1 1 0 0,0-1-1 0 0,0 1 0 0 0,1 0 1 0 0,-1 0-1 0 0,0-1 0 0 0,0 1 0 0 0,0 0 1 0 0,0 0-1 0 0,2 0 0 0 0,5 3-591 0 0</inkml:trace>
</inkml:ink>
</file>

<file path=ppt/ink/ink2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4:15.31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115 334 4145 0 0,'-39'-31'1578'0'0,"23"19"618"0"0,0-1 0 0 0,1-1 0 0 0,-13-16 2501 0 0,90 96-2949 0 0,-31-26-1713 0 0,12 16 133 0 0,79 79 0 0 0,-107-120-147 0 0,1-2 0 0 0,0 0 0 0 0,1 0-1 0 0,0-2 1 0 0,0 0 0 0 0,2-1 0 0 0,-1-1 0 0 0,1 0 0 0 0,0-2-1 0 0,22 6 1 0 0,-38-12 16 0 0,-1-1-1 0 0,0 0 1 0 0,0 1 0 0 0,1-1-1 0 0,-1 0 1 0 0,0 0 0 0 0,1-1-1 0 0,-1 1 1 0 0,0-1-1 0 0,0 1 1 0 0,1-1 0 0 0,-1 1-1 0 0,0-1 1 0 0,0 0 0 0 0,0 0-1 0 0,0 0 1 0 0,0 0 0 0 0,0-1-1 0 0,0 1 1 0 0,0 0-1 0 0,-1-1 1 0 0,1 0 0 0 0,0 1-1 0 0,-1-1 1 0 0,1 0 0 0 0,-1 0-1 0 0,0 1 1 0 0,1-1 0 0 0,-1 0-1 0 0,0-1 1 0 0,0 1-1 0 0,-1 0 1 0 0,1 0 0 0 0,0 0-1 0 0,0-3 1 0 0,3-10 393 0 0,0-1 0 0 0,0 0 0 0 0,1-31 0 0 0,-4 32-334 0 0,4-327 517 0 0,-8 181-3406 0 0</inkml:trace>
</inkml:ink>
</file>

<file path=ppt/ink/ink2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4:15.71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13 212 10594 0 0,'-13'-42'3277'0'0,"17"56"-164"0"0,3 16-2707 0 0,-5-24-411 0 0,1 1 0 0 0,0-1-1 0 0,0 0 1 0 0,1 0-1 0 0,0 0 1 0 0,0 0 0 0 0,0 0-1 0 0,1-1 1 0 0,-1 0 0 0 0,1 0-1 0 0,1 0 1 0 0,-1-1-1 0 0,1 1 1 0 0,-1-1 0 0 0,1-1-1 0 0,10 5 1 0 0,-11-5 3 0 0,0-2 1 0 0,0 1-1 0 0,1-1 1 0 0,-1 1-1 0 0,1-2 1 0 0,-1 1 0 0 0,1 0-1 0 0,-1-1 1 0 0,1 0-1 0 0,-1-1 1 0 0,1 1-1 0 0,0-1 1 0 0,-1 0-1 0 0,0 0 1 0 0,1-1-1 0 0,-1 0 1 0 0,0 1-1 0 0,0-2 1 0 0,0 1-1 0 0,0-1 1 0 0,7-4-1 0 0,-8 4 80 0 0,0 0 1 0 0,0 0-1 0 0,0-1 0 0 0,0 1 0 0 0,-1-1 0 0 0,1 0 0 0 0,-1 0 0 0 0,0 0 0 0 0,0 0 0 0 0,-1-1 1 0 0,1 1-1 0 0,-1-1 0 0 0,0 1 0 0 0,0-1 0 0 0,-1 0 0 0 0,1 0 0 0 0,-1 0 0 0 0,1-5 0 0 0,-2 2 68 0 0,1 0 0 0 0,-1 0-1 0 0,-1 0 1 0 0,1 0 0 0 0,-2 1-1 0 0,1-1 1 0 0,-1 0 0 0 0,0 1-1 0 0,0-1 1 0 0,-1 1 0 0 0,-4-9-1 0 0,3 7-36 0 0,-1 1 0 0 0,0 0 0 0 0,0 1 0 0 0,0-1 0 0 0,-1 1 0 0 0,0 0 0 0 0,-1 1 0 0 0,0-1 0 0 0,-11-8 0 0 0,13 12-140 0 0,0 0 0 0 0,0 0 1 0 0,0 0-1 0 0,-1 1 0 0 0,1-1 1 0 0,-1 1-1 0 0,1 0 0 0 0,-1 1 0 0 0,0 0 1 0 0,1 0-1 0 0,-1 0 0 0 0,0 0 1 0 0,0 1-1 0 0,0 0 0 0 0,-7 1 1 0 0,10-1-119 0 0,1 1 1 0 0,0-1 0 0 0,-1 1 0 0 0,1-1 0 0 0,0 1 0 0 0,0 0 0 0 0,-1 0 0 0 0,1 0 0 0 0,0 0 0 0 0,0 0 0 0 0,0 1 0 0 0,0-1 0 0 0,0 1 0 0 0,1-1 0 0 0,-3 3 0 0 0,-2 6-1328 0 0</inkml:trace>
</inkml:ink>
</file>

<file path=ppt/ink/ink2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4:16.09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1 150 6913 0 0,'0'-1'90'0'0,"0"0"0"0"0,0-1 0 0 0,1 1-1 0 0,-1 0 1 0 0,0 0 0 0 0,1 0 0 0 0,-1 0-1 0 0,1 0 1 0 0,0 0 0 0 0,-1 0 0 0 0,1 0-1 0 0,0 0 1 0 0,-1 0 0 0 0,1 1 0 0 0,0-1-1 0 0,0 0 1 0 0,0 0 0 0 0,0 1 0 0 0,0-1-1 0 0,0 0 1 0 0,0 1 0 0 0,0-1 0 0 0,0 1-1 0 0,0-1 1 0 0,0 1 0 0 0,0 0-1 0 0,0 0 1 0 0,0-1 0 0 0,0 1 0 0 0,1 0-1 0 0,-1 0 1 0 0,0 0 0 0 0,0 0 0 0 0,2 0-1 0 0,1 0 161 0 0,-1 0-1 0 0,1 0 1 0 0,-1 0-1 0 0,1 1 1 0 0,0 0-1 0 0,-1-1 1 0 0,1 1-1 0 0,-1 0 1 0 0,0 0-1 0 0,5 3 1 0 0,-1 1 28 0 0,0 1-1 0 0,0 0 1 0 0,-1 1 0 0 0,9 10 0 0 0,-12-12-299 0 0,1 0 0 0 0,0 0 1 0 0,1-1-1 0 0,-1 1 0 0 0,1-1 1 0 0,0 0-1 0 0,0 0 0 0 0,0-1 1 0 0,1 1-1 0 0,7 3 0 0 0,-11-7-80 0 0,0 1 0 0 0,-1-1 0 0 0,1 0-1 0 0,0 1 1 0 0,-1-1 0 0 0,1 0 0 0 0,0 0-1 0 0,-1 0 1 0 0,1 0 0 0 0,0 0 0 0 0,-1-1-1 0 0,1 1 1 0 0,-1 0 0 0 0,1-1 0 0 0,0 0-1 0 0,-1 1 1 0 0,1-1 0 0 0,-1 0 0 0 0,1 1-1 0 0,1-3 1 0 0,0 1-43 0 0,0-1 0 0 0,-1 0 0 0 0,1 1 0 0 0,-1-1 0 0 0,0 0 0 0 0,0 0-1 0 0,0 0 1 0 0,0 0 0 0 0,1-4 0 0 0,2-5 119 0 0,-1 0 0 0 0,-1 0 0 0 0,0 1 0 0 0,3-21 0 0 0,-5-8 1103 0 0,-1 32-450 0 0,0 1 0 0 0,0-1 1 0 0,1 0-1 0 0,-1 0 1 0 0,2 0-1 0 0,3-11 1 0 0,-5 18-590 0 0,0 1 0 0 0,0 0 0 0 0,1 0 0 0 0,-1-1 0 0 0,0 1 0 0 0,0 0 0 0 0,1 0 0 0 0,-1-1 0 0 0,0 1 0 0 0,1 0 0 0 0,-1 0 0 0 0,0 0 0 0 0,1 0 0 0 0,-1 0 0 0 0,0-1 0 0 0,1 1 0 0 0,-1 0 0 0 0,0 0 0 0 0,1 0 0 0 0,-1 0 0 0 0,0 0 0 0 0,1 0 0 0 0,-1 0 0 0 0,1 0 0 0 0,-1 0 0 0 0,0 0 0 0 0,1 0 0 0 0,-1 0 0 0 0,0 1 0 0 0,1-1 0 0 0,-1 0 0 0 0,0 0 0 0 0,1 0 0 0 0,-1 0 0 0 0,0 1 0 0 0,1-1 0 0 0,-1 0 0 0 0,0 0 0 0 0,0 1 0 0 0,1-1 0 0 0,-1 0 0 0 0,0 0 0 0 0,0 1 0 0 0,1-1 0 0 0,-1 1 0 0 0,16 14 242 0 0,-15-13-177 0 0,28 36 270 0 0,-25-31-556 0 0,0-1-1 0 0,1 0 1 0 0,0 1 0 0 0,0-2-1 0 0,0 1 1 0 0,1-1 0 0 0,-1 1-1 0 0,1-2 1 0 0,0 1 0 0 0,1-1-1 0 0,10 6 1 0 0,-6-6-1117 0 0</inkml:trace>
</inkml:ink>
</file>

<file path=ppt/ink/ink2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4:16.3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5065 0 0,'35'24'6447'0'0,"-10"1"-4991"0"0,-1 2 1 0 0,0 1 0 0 0,-3 1-1 0 0,30 48 1 0 0,54 134-235 0 0,-86-168-1015 0 0,22 39-1463 0 0,-9-30-3069 0 0,-23-38 2597 0 0</inkml:trace>
</inkml:ink>
</file>

<file path=ppt/ink/ink2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4:16.51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10 222 10594 0 0,'0'0'59'0'0,"-1"0"0"0"0,1 0-1 0 0,-1 0 1 0 0,1 0 0 0 0,0 0 0 0 0,-1 0-1 0 0,1-1 1 0 0,-1 1 0 0 0,1 0 0 0 0,-1 0-1 0 0,1-1 1 0 0,0 1 0 0 0,-1 0 0 0 0,1-1-1 0 0,0 1 1 0 0,-1 0 0 0 0,1-1-1 0 0,0 1 1 0 0,-1 0 0 0 0,1-1 0 0 0,0 1-1 0 0,0-1 1 0 0,0 1 0 0 0,-1 0 0 0 0,1-1-1 0 0,0 1 1 0 0,0-1 0 0 0,0 1 0 0 0,0-1-1 0 0,0 1 1 0 0,0-1 0 0 0,0 1 0 0 0,0-1-1 0 0,0 1 1 0 0,0-1 0 0 0,0 1-1 0 0,0-1 1 0 0,0 0 0 0 0,12-25 1360 0 0,25-23 152 0 0,-23 34-1618 0 0,0 0 0 0 0,1 0 0 0 0,1 2 0 0 0,0 0 0 0 0,0 1-1 0 0,1 0 1 0 0,33-16 0 0 0,-27 18-5513 0 0</inkml:trace>
</inkml:ink>
</file>

<file path=ppt/ink/ink2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4:16.86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9 129 10594 0 0,'-1'0'47'0'0,"1"-1"-1"0"0,-1 1 0 0 0,1 0 0 0 0,-1-1 1 0 0,1 1-1 0 0,-1-1 0 0 0,1 1 1 0 0,-1-1-1 0 0,1 1 0 0 0,-1-1 0 0 0,1 1 1 0 0,0-1-1 0 0,-1 0 0 0 0,1 1 1 0 0,0-1-1 0 0,-1 1 0 0 0,1-1 0 0 0,0 0 1 0 0,0 1-1 0 0,0-1 0 0 0,0 0 1 0 0,0 1-1 0 0,-1-1 0 0 0,1 0 0 0 0,0 1 1 0 0,1-1-1 0 0,-1 0 0 0 0,0 1 0 0 0,0-1 1 0 0,0 0-1 0 0,0 1 0 0 0,0-1 1 0 0,1 0-1 0 0,-1 1 0 0 0,0-1 0 0 0,1 1 1 0 0,-1-1-1 0 0,0 0 0 0 0,1 1 1 0 0,-1-1-1 0 0,0 1 0 0 0,2-1 0 0 0,20-33 837 0 0,-18 29-651 0 0,3-5-63 0 0,0 0 0 0 0,1 1 0 0 0,10-9-1 0 0,-17 16-320 0 0,1 0-1 0 0,-1 1 1 0 0,1 0-1 0 0,-1-1 0 0 0,1 1 1 0 0,-1 0-1 0 0,1 0 1 0 0,0 0-1 0 0,0 0 0 0 0,0 0 1 0 0,0 0-1 0 0,-1 1 1 0 0,1-1-1 0 0,0 0 0 0 0,0 1 1 0 0,0 0-1 0 0,0-1 1 0 0,1 1-1 0 0,-1 0 0 0 0,0 0 1 0 0,0 0-1 0 0,0 1 1 0 0,0-1-1 0 0,0 0 0 0 0,0 1 1 0 0,3 0-1 0 0,2 4 117 0 0</inkml:trace>
</inkml:ink>
</file>

<file path=ppt/ink/ink2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4:17.02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 99 14283 0 0,'-3'1'1552'0'0,"4"-1"-1552"0"0,1-1 0 0 0,1 0-536 0 0,1-4-136 0 0,3 0-24 0 0,5-4-8 0 0,1-1 704 0 0,-1-2 208 0 0,4 2 8 0 0,0-1 0 0 0,1-1-1240 0 0,-1 2-241 0 0,0 3-47 0 0,-3 0-16 0 0</inkml:trace>
</inkml:ink>
</file>

<file path=ppt/ink/ink2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4:27.71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124 384 1376 0 0,'-14'-7'1557'0'0,"1"0"-1"0"0,-1-1 0 0 0,2-1 1 0 0,-16-13-1 0 0,0 1 987 0 0,14 5-492 0 0,14 11-418 0 0,10 7-643 0 0,-9-2-713 0 0,3 3-80 0 0,16 14 35 0 0,-1 1 0 0 0,-1 1 0 0 0,0 1 0 0 0,-2 0 0 0 0,22 36-1 0 0,-9-15-36 0 0,-13-18-73 0 0,24 32 122 0 0,82 89 0 0 0,-107-129-223 0 0,0-1 1 0 0,0-1-1 0 0,1-1 0 0 0,1 0 1 0 0,0-1-1 0 0,1-1 1 0 0,0 0-1 0 0,0-1 0 0 0,1-2 1 0 0,30 10-1 0 0,-46-16 32 0 0,0 0-1 0 0,0-1 1 0 0,-1 1 0 0 0,1-1-1 0 0,0 0 1 0 0,0 1-1 0 0,0-1 1 0 0,0-1 0 0 0,-1 1-1 0 0,1 0 1 0 0,0-1 0 0 0,0 1-1 0 0,0-1 1 0 0,-1 0-1 0 0,1 0 1 0 0,0 0 0 0 0,-1 0-1 0 0,1 0 1 0 0,-1-1 0 0 0,1 1-1 0 0,-1-1 1 0 0,0 1 0 0 0,1-1-1 0 0,-1 0 1 0 0,0 0-1 0 0,0 0 1 0 0,0 0 0 0 0,-1-1-1 0 0,1 1 1 0 0,-1 0 0 0 0,1-1-1 0 0,-1 1 1 0 0,0-1-1 0 0,1 0 1 0 0,-1 1 0 0 0,-1-1-1 0 0,1 0 1 0 0,0 1 0 0 0,0-5-1 0 0,2-11 227 0 0,0-1-1 0 0,-2 0 1 0 0,0 1 0 0 0,-3-33-1 0 0,2 45-295 0 0,-6-61 367 0 0,-22-107 0 0 0,-31-62-340 0 0,34 146-172 0 0,23 83-5 0 0,-7-35 138 0 0,9 40-132 0 0,0 1 0 0 0,-1-1 0 0 0,1 1 0 0 0,0-1-1 0 0,0 0 1 0 0,0 1 0 0 0,0-1 0 0 0,0 1-1 0 0,0-1 1 0 0,1 1 0 0 0,-1-1 0 0 0,0 1 0 0 0,1-1-1 0 0,-1 1 1 0 0,1-1 0 0 0,0 1 0 0 0,-1 0 0 0 0,1-1-1 0 0,0 1 1 0 0,0 0 0 0 0,2-2 0 0 0</inkml:trace>
</inkml:ink>
</file>

<file path=ppt/ink/ink2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4:28.04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38 40 2304 0 0,'-1'-1'44'0'0,"1"0"-1"0"0,0 1 0 0 0,0-1 0 0 0,-1 0 0 0 0,1 0 0 0 0,-1 0 0 0 0,1 1 1 0 0,-1-1-1 0 0,1 0 0 0 0,-1 1 0 0 0,0-1 0 0 0,1 0 0 0 0,-1 1 0 0 0,0-1 1 0 0,1 1-1 0 0,-1-1 0 0 0,0 1 0 0 0,0-1 0 0 0,1 1 0 0 0,-1 0 0 0 0,0-1 1 0 0,0 1-1 0 0,0 0 0 0 0,0-1 0 0 0,1 1 0 0 0,-3 0 0 0 0,2 1 88 0 0,1-1-1 0 0,-1 1 1 0 0,0 0-1 0 0,0-1 1 0 0,0 1-1 0 0,1 0 1 0 0,-1 0-1 0 0,0-1 0 0 0,1 1 1 0 0,-1 0-1 0 0,1 0 1 0 0,-1 0-1 0 0,1 0 1 0 0,-1 0-1 0 0,1 0 1 0 0,0 0-1 0 0,-1 0 1 0 0,1 1-1 0 0,-2 8 656 0 0,0 1-1 0 0,0-1 0 0 0,1 15 1 0 0,1 1-130 0 0,1 0 0 0 0,6 32 0 0 0,-5-50-527 0 0,-1 0 1 0 0,1 0-1 0 0,1 0 1 0 0,-1 0-1 0 0,1-1 0 0 0,1 1 1 0 0,-1-1-1 0 0,1 0 1 0 0,1 0-1 0 0,-1 0 0 0 0,9 8 1 0 0,-11-13 6 0 0,0 1 0 0 0,1-2-1 0 0,-1 1 1 0 0,1 0 0 0 0,-1 0 0 0 0,1-1 0 0 0,0 1 0 0 0,0-1 0 0 0,0 0 0 0 0,0 0 0 0 0,0 0 0 0 0,0 0 0 0 0,0-1-1 0 0,0 1 1 0 0,0-1 0 0 0,0 0 0 0 0,0 0 0 0 0,0 0 0 0 0,0 0 0 0 0,0 0 0 0 0,0-1 0 0 0,0 1 0 0 0,0-1 0 0 0,0 0 0 0 0,6-2-1 0 0,-6 2 7 0 0,1-1-1 0 0,-1 0 0 0 0,0 0 0 0 0,0 0 0 0 0,1 0 0 0 0,-1-1 0 0 0,-1 1 0 0 0,1-1 1 0 0,0 1-1 0 0,-1-1 0 0 0,1 0 0 0 0,-1 0 0 0 0,0-1 0 0 0,0 1 0 0 0,0 0 0 0 0,0-1 1 0 0,0 1-1 0 0,-1-1 0 0 0,0 1 0 0 0,2-6 0 0 0,-2 0-35 0 0,-1 0 0 0 0,1 0 0 0 0,-2 1-1 0 0,1-1 1 0 0,-1 0 0 0 0,0 0 0 0 0,-1 1 0 0 0,0-1 0 0 0,0 1-1 0 0,-1-1 1 0 0,0 1 0 0 0,-1 0 0 0 0,1 0 0 0 0,-2 1 0 0 0,-8-14-1 0 0,5 10-168 0 0,0 1-1 0 0,0 0 0 0 0,-1 1 0 0 0,0-1 1 0 0,-1 2-1 0 0,0-1 0 0 0,0 2 0 0 0,-1-1 1 0 0,0 1-1 0 0,-14-6 0 0 0,-1 5-2731 0 0</inkml:trace>
</inkml:ink>
</file>

<file path=ppt/ink/ink2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4:28.45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4 226 5529 0 0,'-4'-5'9113'0'0,"6"15"-7155"0"0,10 20-1250 0 0,0-15-302 0 0,0-2-1 0 0,1 0 1 0 0,1 0 0 0 0,26 18 0 0 0,65 35-37 0 0,-99-63-358 0 0,-1 0 1 0 0,1 0 0 0 0,-1-1 0 0 0,1 1 0 0 0,0-2-1 0 0,0 1 1 0 0,0 0 0 0 0,8 0 0 0 0,-11-2 5 0 0,-1 0 0 0 0,0 0 1 0 0,0 0-1 0 0,1-1 0 0 0,-1 1 0 0 0,0-1 0 0 0,0 0 1 0 0,0 1-1 0 0,0-1 0 0 0,0 0 0 0 0,0 0 0 0 0,0 0 1 0 0,0 0-1 0 0,0-1 0 0 0,0 1 0 0 0,-1-1 0 0 0,1 1 1 0 0,0-1-1 0 0,-1 1 0 0 0,1-1 0 0 0,-1 0 0 0 0,0 0 1 0 0,0 1-1 0 0,1-1 0 0 0,-1 0 0 0 0,1-3 0 0 0,4-11 68 0 0,0 1-1 0 0,-1-1 0 0 0,0 0 1 0 0,-1 0-1 0 0,-1-1 0 0 0,1-24 0 0 0,-2 6 90 0 0,-2 1 1 0 0,-4-40-1 0 0,-7 22-41 0 0,8 40-90 0 0,0 0 1 0 0,1 0 0 0 0,-2-19 0 0 0,27 67-208 0 0,0 12 25 0 0,-8-15 262 0 0,2-1-1 0 0,29 44 1 0 0,-41-68-340 0 0,0 0 1 0 0,1-1-1 0 0,1 0 1 0 0,-1-1 0 0 0,1 1-1 0 0,0-1 1 0 0,1 0-1 0 0,-1-1 1 0 0,1 0-1 0 0,0 0 1 0 0,0-1-1 0 0,1 0 1 0 0,-1 0-1 0 0,15 4 1 0 0,1-4-1631 0 0</inkml:trace>
</inkml:ink>
</file>

<file path=ppt/ink/ink2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4:28.66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79 4609 0 0,'-1'-6'-60'0'0,"0"-1"223"0"0,1 0-1 0 0,-1 0 0 0 0,1 0 1 0 0,0 0-1 0 0,2-7 0 0 0,-2 12-71 0 0,0 1 0 0 0,0 0 0 0 0,0 0-1 0 0,1 0 1 0 0,-1 0 0 0 0,0 0 0 0 0,1 0 0 0 0,-1 0-1 0 0,1 0 1 0 0,-1 0 0 0 0,1 1 0 0 0,0-1 0 0 0,-1 0-1 0 0,1 0 1 0 0,0 0 0 0 0,-1 1 0 0 0,1-1 0 0 0,0 0-1 0 0,0 0 1 0 0,0 1 0 0 0,0-1 0 0 0,0 1-1 0 0,0-1 1 0 0,0 1 0 0 0,0-1 0 0 0,0 1 0 0 0,0 0-1 0 0,0 0 1 0 0,0-1 0 0 0,0 1 0 0 0,0 0 0 0 0,0 0-1 0 0,0 0 1 0 0,0 0 0 0 0,0 0 0 0 0,0 0 0 0 0,0 0-1 0 0,0 0 1 0 0,0 1 0 0 0,0-1 0 0 0,0 0 0 0 0,2 1-1 0 0,1 1 179 0 0,0 0 0 0 0,0 0 0 0 0,-1 0-1 0 0,1 0 1 0 0,0 1 0 0 0,-1-1-1 0 0,1 1 1 0 0,-1 0 0 0 0,0 0 0 0 0,0 0-1 0 0,0 1 1 0 0,0-1 0 0 0,-1 1-1 0 0,4 5 1 0 0,4 10 914 0 0,15 32 0 0 0,-19-37-784 0 0,28 65 736 0 0,78 163 1301 0 0,-24-88-9335 0 0,-72-131 1342 0 0</inkml:trace>
</inkml:ink>
</file>

<file path=ppt/ink/ink2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4:28.85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17 168 8754 0 0,'-8'-1'384'0'0,"3"-2"88"0"0,3 0-376 0 0,0 0-96 0 0,2 2 0 0 0,0-2 0 0 0,2-1 352 0 0,0-3 48 0 0,3-5 16 0 0,2-4 0 0 0,2-1-320 0 0,2 0-96 0 0,3 4 64 0 0,1-1-64 0 0,2-1-1248 0 0,0 1-272 0 0,2 1-56 0 0,-2 2-17 0 0</inkml:trace>
</inkml:ink>
</file>

<file path=ppt/ink/ink2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4:29.13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41 8754 0 0,'-4'13'1016'0'0,"15"-12"-791"0"0,-6-1-1011 0 0,5-18 120 0 0,-10 17 655 0 0,0 0 0 0 0,1-1 0 0 0,-1 1 0 0 0,0-1 0 0 0,0 1 0 0 0,0-1 1 0 0,0 1-1 0 0,0-1 0 0 0,0 0 0 0 0,0 1 0 0 0,0-1 0 0 0,-1 1 0 0 0,0-2 0 0 0,1 2 1 0 0,0 1-1 0 0,-1-1 1 0 0,1 1 0 0 0,0-1-1 0 0,0 1 1 0 0,0-1 0 0 0,0 1-1 0 0,0-1 1 0 0,0 1 0 0 0,-1-1 0 0 0,1 0-1 0 0,0 1 1 0 0,0-1 0 0 0,1 1-1 0 0,-1-1 1 0 0,0 1 0 0 0,0-1-1 0 0,0 1 1 0 0,0-1 0 0 0,0 1 0 0 0,1-1-1 0 0,-1 1 1 0 0,0-1 0 0 0,1 0-1 0 0,2 3-30 0 0,-1 1-1 0 0,1-1 0 0 0,-1 1 0 0 0,1 0 0 0 0,-1 0 0 0 0,0 0 0 0 0,0 0 0 0 0,0 0 1 0 0,1 5-1 0 0,-1-5 193 0 0,0-1 0 0 0,0 1 0 0 0,0-1 0 0 0,0 0 0 0 0,0 0 0 0 0,1 0 1 0 0,-1 0-1 0 0,0 0 0 0 0,1 0 0 0 0,0-1 0 0 0,-1 1 0 0 0,1-1 0 0 0,0 0 0 0 0,0 0 1 0 0,0 0-1 0 0,-1 0 0 0 0,1 0 0 0 0,0-1 0 0 0,0 1 0 0 0,1-1 0 0 0,-1 0 1 0 0,0 1-1 0 0,3-2 0 0 0,0 1-44 0 0,-1-1 1 0 0,1 0-1 0 0,-1 0 0 0 0,1 0 1 0 0,-1-1-1 0 0,0 1 0 0 0,1-1 1 0 0,-1-1-1 0 0,0 1 1 0 0,0-1-1 0 0,6-4 0 0 0,2-6-221 0 0</inkml:trace>
</inkml:ink>
</file>

<file path=ppt/ink/ink2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4:29.61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26 268 7834 0 0,'-26'-16'5162'0'0,"36"27"-1776"0"0,16 15-2795 0 0,105 98 1154 0 0,-107-104-1576 0 0,2 0 1 0 0,0-2 0 0 0,51 26-1 0 0,-65-38-8 0 0,1 0-1 0 0,0-1 1 0 0,1 0 0 0 0,-1-1-1 0 0,1 0 1 0 0,22 2-1 0 0,-33-5-112 0 0,0-1 0 0 0,0 0 0 0 0,0 0 1 0 0,0 0-1 0 0,0-1 0 0 0,0 1 0 0 0,0-1 0 0 0,0 1 0 0 0,0-1 0 0 0,0 0 0 0 0,-1 0 0 0 0,1 0 0 0 0,0 0 0 0 0,-1-1 0 0 0,1 1 0 0 0,0-1 0 0 0,-1 0 0 0 0,0 1 0 0 0,1-1 0 0 0,-1 0 0 0 0,0 0 0 0 0,0-1 0 0 0,0 1 0 0 0,0 0 1 0 0,-1-1-1 0 0,1 1 0 0 0,-1-1 0 0 0,1 1 0 0 0,-1-1 0 0 0,0 0 0 0 0,0 0 0 0 0,0 0 0 0 0,0 1 0 0 0,-1-1 0 0 0,1 0 0 0 0,-1 0 0 0 0,0-5 0 0 0,1-10 53 0 0,-2 0-1 0 0,0 0 1 0 0,-1-1-1 0 0,-1 2 1 0 0,-1-1-1 0 0,-7-22 1 0 0,-1-11 15 0 0,0 0-510 0 0,2 10 509 0 0,-5-47 0 0 0,13 74-1551 0 0,2 0-1 0 0,0 1 1 0 0,0-1 0 0 0,3-15 0 0 0,2 9-5375 0 0</inkml:trace>
</inkml:ink>
</file>

<file path=ppt/ink/ink2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4:29.87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3625 0 0,'3'17'3569'0'0,"1"-1"-1"0"0,8 22 1 0 0,1-13-1275 0 0,32 44 0 0 0,-10-17-6830 0 0</inkml:trace>
</inkml:ink>
</file>

<file path=ppt/ink/ink2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4:30.0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0 5985 0 0,'-3'2'536'0'0,"2"-1"-432"0"0,1 2-104 0 0,1 0 0 0 0,1 0 160 0 0,-1 0 16 0 0,3 1 1 0 0,2 4-1 0 0,3 7-176 0 0,4 8 0 0 0,4 5-80 0 0,0 4 80 0 0,-3-2 0 0 0,-1-3 64 0 0</inkml:trace>
</inkml:ink>
</file>

<file path=ppt/ink/ink2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4:30.35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0 149 2761 0 0,'1'0'96'0'0,"0"-1"1"0"0,-1 1-1 0 0,1-1 1 0 0,0 0-1 0 0,0 1 1 0 0,0-1-1 0 0,0 1 1 0 0,0 0-1 0 0,0-1 1 0 0,-1 1-1 0 0,1 0 1 0 0,0-1-1 0 0,0 1 1 0 0,0 0-1 0 0,0 0 1 0 0,0 0-1 0 0,0 0 1 0 0,0 0 0 0 0,0 0-1 0 0,0 0 1 0 0,0 0-1 0 0,2 1 1 0 0,24 13 2022 0 0,-18-7-1264 0 0,-1 1 1 0 0,1 0 0 0 0,6 9-1 0 0,-4-2-16 0 0,-1-1-1 0 0,-1 1 0 0 0,8 18 1 0 0,-11-20-481 0 0,1 0 1 0 0,1 0-1 0 0,0-1 0 0 0,0 0 1 0 0,12 13-1 0 0,-20-25-354 0 0,1 1-1 0 0,-1-1 1 0 0,0 0 0 0 0,0 1-1 0 0,1-1 1 0 0,-1 0 0 0 0,0 0-1 0 0,1 1 1 0 0,-1-1 0 0 0,0 0-1 0 0,1 0 1 0 0,-1 1 0 0 0,0-1-1 0 0,1 0 1 0 0,-1 0-1 0 0,1 0 1 0 0,-1 0 0 0 0,0 1-1 0 0,1-1 1 0 0,-1 0 0 0 0,1 0-1 0 0,-1 0 1 0 0,0 0 0 0 0,1 0-1 0 0,-1 0 1 0 0,1 0 0 0 0,-1 0-1 0 0,1 0 1 0 0,-1 0 0 0 0,0-1-1 0 0,1 1 1 0 0,-1 0-1 0 0,1 0 1 0 0,0-1 0 0 0,6-14 87 0 0,-4-29 300 0 0,-3 40-247 0 0,1-80 645 0 0,-2 45-600 0 0,2-1 0 0 0,8-58 0 0 0,-8 95-177 0 0,-1 1 1 0 0,1-1-1 0 0,0 0 0 0 0,0 0 1 0 0,0 1-1 0 0,0-1 0 0 0,0 0 1 0 0,0 1-1 0 0,1-1 1 0 0,-1 1-1 0 0,1-1 0 0 0,3-3 1 0 0,-4 5-4 0 0,0 1 0 0 0,0-1 0 0 0,0 1 0 0 0,0 0-1 0 0,0-1 1 0 0,1 1 0 0 0,-1 0 0 0 0,0 0 0 0 0,0 0 0 0 0,0-1 0 0 0,0 1 0 0 0,0 1 0 0 0,0-1 0 0 0,0 0 0 0 0,0 0 0 0 0,0 0 0 0 0,1 0 0 0 0,-1 1 0 0 0,0-1 0 0 0,0 0 0 0 0,0 1 0 0 0,0-1 0 0 0,0 1 0 0 0,0-1 0 0 0,0 1-1 0 0,-1 0 1 0 0,1-1 0 0 0,0 1 0 0 0,0 0 0 0 0,0 0 0 0 0,-1 0 0 0 0,1-1 0 0 0,0 1 0 0 0,-1 0 0 0 0,1 0 0 0 0,0 1 0 0 0,32 41-89 0 0,-25-30-391 0 0,1-2-1 0 0,0 1 0 0 0,18 16 0 0 0,-6-12-5531 0 0</inkml:trace>
</inkml:ink>
</file>

<file path=ppt/ink/ink2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4:30.69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 0 10594 0 0,'-10'61'2022'0'0,"3"62"50"0"0,13 186 0 0 0,2-226-1705 0 0,3-1 0 0 0,4 0 0 0 0,30 95 0 0 0,-37-151-319 0 0,1-1 1 0 0,1 0-1 0 0,1 0 1 0 0,1-1-1 0 0,1-1 1 0 0,1 0-1 0 0,1-1 1 0 0,1 0-1 0 0,1-1 1 0 0,1-1 0 0 0,1-1-1 0 0,1 0 1 0 0,0-2-1 0 0,1 0 1 0 0,28 16-1 0 0,-4-5 187 0 0,2-2 0 0 0,1-2 1 0 0,1-2-1 0 0,55 17 0 0 0,-84-34-199 0 0,1 0 0 0 0,-1-1 0 0 0,1-1 0 0 0,0 0 0 0 0,-1-2 0 0 0,1 0 0 0 0,0-2-1 0 0,0 0 1 0 0,0-2 0 0 0,-1 0 0 0 0,1-1 0 0 0,-1-1 0 0 0,30-11 0 0 0,65-41-809 0 0,-97 47 344 0 0,11-6-392 0 0</inkml:trace>
</inkml:ink>
</file>

<file path=ppt/ink/ink2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4:31.52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29 7834 0 0,'0'-1'280'0'0,"-1"-1"1"0"0,1 0 0 0 0,-1 0-1 0 0,1 0 1 0 0,0 0 0 0 0,0 0-1 0 0,0 1 1 0 0,0-1 0 0 0,0 0-1 0 0,0 0 1 0 0,0 0 0 0 0,1 0-1 0 0,0-2 1 0 0,6 3 1573 0 0,4 14-1049 0 0,26 53 180 0 0,-3 2 1 0 0,-3 1-1 0 0,23 75 1 0 0,3 47-208 0 0,4 8-1821 0 0,-58-191 672 0 0,13 31-593 0 0,-2-18-3727 0 0</inkml:trace>
</inkml:ink>
</file>

<file path=ppt/ink/ink2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4:31.82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5 278 3225 0 0,'-2'-8'162'0'0,"1"0"1"0"0,0 0 0 0 0,1 0 0 0 0,-1-1 0 0 0,2 1-1 0 0,-1 0 1 0 0,1-1 0 0 0,0 1 0 0 0,1 0 0 0 0,0 0-1 0 0,0 0 1 0 0,1 0 0 0 0,0 0 0 0 0,5-10 0 0 0,-2 6 273 0 0,5-9 604 0 0,25-38-1 0 0,-33 54-805 0 0,1 1 0 0 0,-1 0 0 0 0,1 0 0 0 0,-1 0 0 0 0,1 0 0 0 0,0 0-1 0 0,0 1 1 0 0,1 0 0 0 0,-1 0 0 0 0,1 0 0 0 0,-1 0 0 0 0,1 1 0 0 0,0 0 0 0 0,9-3-1 0 0,-12 5-137 0 0,0 0 0 0 0,0-1-1 0 0,0 1 1 0 0,0 0-1 0 0,0 0 1 0 0,0 1-1 0 0,0-1 1 0 0,-1 0-1 0 0,1 1 1 0 0,0-1-1 0 0,0 1 1 0 0,0 0-1 0 0,0-1 1 0 0,0 1-1 0 0,-1 0 1 0 0,1 0-1 0 0,0 0 1 0 0,-1 0-1 0 0,1 1 1 0 0,-1-1-1 0 0,1 0 1 0 0,-1 1-1 0 0,0-1 1 0 0,1 1-1 0 0,-1-1 1 0 0,0 1-1 0 0,0-1 1 0 0,0 1-1 0 0,0 0 1 0 0,-1 0-1 0 0,1 0 1 0 0,0-1-1 0 0,-1 1 1 0 0,1 0-1 0 0,-1 0 1 0 0,1 0-1 0 0,-1 2 1 0 0,2 8 167 0 0,0 0 0 0 0,-1 0 0 0 0,-1 0 0 0 0,-1 20 1 0 0,-3 3 136 0 0,-2 1 0 0 0,-2-1 0 0 0,-19 54 1 0 0,14-49 463 0 0,-16 84 1 0 0,29-122-806 0 0,-1 0 0 0 0,1 0 0 0 0,0 0 0 0 0,-1 1 1 0 0,1-1-1 0 0,0 0 0 0 0,0 0 0 0 0,1 0 0 0 0,-1 1 0 0 0,0-1 1 0 0,1 0-1 0 0,-1 0 0 0 0,1 0 0 0 0,0 0 0 0 0,0 0 1 0 0,0 0-1 0 0,0 0 0 0 0,0 0 0 0 0,0 0 0 0 0,0 0 0 0 0,1-1 1 0 0,-1 1-1 0 0,1 0 0 0 0,-1-1 0 0 0,1 1 0 0 0,-1-1 1 0 0,1 0-1 0 0,0 1 0 0 0,0-1 0 0 0,0 0 0 0 0,0 0 0 0 0,0 0 1 0 0,0 0-1 0 0,0-1 0 0 0,0 1 0 0 0,0 0 0 0 0,3-1 1 0 0,8 2 1 0 0,0-1 1 0 0,1 0 0 0 0,-1-1-1 0 0,1-1 1 0 0,15-2 0 0 0,6 0 1 0 0,-11 3-769 0 0,1 0 0 0 0,0 2 0 0 0,37 7 0 0 0,-31-2-6491 0 0</inkml:trace>
</inkml:ink>
</file>

<file path=ppt/ink/ink2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4:31.99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88 456 0 0,'5'-34'2288'0'0,"6"-20"9538"0"0,-10 54-11741 0 0,-1 0 1 0 0,0 0 0 0 0,0 0 0 0 0,0 0 0 0 0,1 0 0 0 0,-1 0 0 0 0,0 0-1 0 0,0 0 1 0 0,0 0 0 0 0,1 0 0 0 0,-1 0 0 0 0,0 0 0 0 0,8 11 1667 0 0,1 15-669 0 0,1 39 344 0 0,0 5-1545 0 0,3-25-5629 0 0</inkml:trace>
</inkml:ink>
</file>

<file path=ppt/ink/ink2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4:32.19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 3 8290 0 0,'-7'-1'368'0'0,"4"0"80"0"0,1 1-360 0 0,4 0-88 0 0,-1 0 0 0 0,2 0-208 0 0,3 1-56 0 0,1 2-16 0 0,3 1 0 0 0,4 2 280 0 0,-1 0-64 0 0</inkml:trace>
</inkml:ink>
</file>

<file path=ppt/ink/ink2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4:32.57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66 96 3225 0 0,'-33'22'3091'0'0,"0"-4"8314"0"0,151-103-7673 0 0,-91 68-5459 0 0,31-13 0 0 0,-50 26-93 0 0</inkml:trace>
</inkml:ink>
</file>

<file path=ppt/ink/ink2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4:32.80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29 6 10594 0 0,'-29'-6'7577'0'0,"53"37"-7062"0"0,-2 2 0 0 0,-1 0 0 0 0,-2 0 0 0 0,24 57 1 0 0,-22-44-1983 0 0,3 0 0 0 0,31 46 0 0 0,-35-65 164 0 0</inkml:trace>
</inkml:ink>
</file>

<file path=ppt/ink/ink2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4:33.04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1 10138 0 0,'0'0'70'0'0,"-1"0"1"0"0,1 0-1 0 0,0 0 0 0 0,0 0 0 0 0,-1 0 0 0 0,1 0 0 0 0,0 0 1 0 0,-1 0-1 0 0,1 0 0 0 0,0 0 0 0 0,0 0 0 0 0,-1 0 1 0 0,1 0-1 0 0,0 0 0 0 0,0 0 0 0 0,-1 0 0 0 0,1 1 1 0 0,0-1-1 0 0,0 0 0 0 0,0 0 0 0 0,-1 0 0 0 0,1 1 0 0 0,0-1 1 0 0,0 0-1 0 0,0 0 0 0 0,0 0 0 0 0,-1 1 0 0 0,1-1 1 0 0,0 0-1 0 0,0 0 0 0 0,0 1 0 0 0,0-1 0 0 0,0 0 0 0 0,0 0 1 0 0,0 1-1 0 0,0-1 0 0 0,0 0 0 0 0,0 0 0 0 0,0 1 1 0 0,0-1-1 0 0,0 1 0 0 0,1 19 1497 0 0,14 34-453 0 0,-11-41-758 0 0,10 34 133 0 0,8 36-225 0 0,4-2 0 0 0,65 140 0 0 0,-54-165-745 0 0,-34-51 276 0 0,1-1 0 0 0,0 0 0 0 0,-1 0 1 0 0,1-1-1 0 0,1 1 0 0 0,-1-1 0 0 0,0 0 0 0 0,1 0 0 0 0,0 0 1 0 0,6 2-1 0 0,-2-3-750 0 0</inkml:trace>
</inkml:ink>
</file>

<file path=ppt/ink/ink2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4:33.3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17 213 3681 0 0,'-2'-4'121'0'0,"-1"0"1"0"0,1 0-1 0 0,0-1 1 0 0,1 1-1 0 0,-1-1 1 0 0,1 1-1 0 0,0-1 1 0 0,0 0-1 0 0,0 1 1 0 0,1-1-1 0 0,-1 0 1 0 0,1 0 0 0 0,0 1-1 0 0,1-1 1 0 0,-1 0-1 0 0,1 0 1 0 0,0 1-1 0 0,0-1 1 0 0,1 0-1 0 0,-1 1 1 0 0,1-1-1 0 0,0 1 1 0 0,0 0-1 0 0,4-6 1 0 0,-2 3 133 0 0,1-1 0 0 0,0 1 0 0 0,0 0 0 0 0,0 0 0 0 0,1 1 0 0 0,0-1 0 0 0,1 2 0 0 0,-1-1 0 0 0,1 0 0 0 0,0 1 0 0 0,13-6 0 0 0,-18 9-136 0 0,1 0 1 0 0,0 1 0 0 0,0 0-1 0 0,0 0 1 0 0,0 0 0 0 0,0 0-1 0 0,0 0 1 0 0,0 0 0 0 0,0 1 0 0 0,0-1-1 0 0,1 1 1 0 0,-1 0 0 0 0,0 0-1 0 0,0 0 1 0 0,0 1 0 0 0,0-1 0 0 0,0 1-1 0 0,1 0 1 0 0,-1 0 0 0 0,0 0-1 0 0,0 0 1 0 0,-1 0 0 0 0,1 0 0 0 0,0 1-1 0 0,0 0 1 0 0,-1-1 0 0 0,1 1-1 0 0,0 0 1 0 0,-1 0 0 0 0,0 0-1 0 0,0 1 1 0 0,0-1 0 0 0,0 1 0 0 0,3 4-1 0 0,-1-1-63 0 0,-1 0-1 0 0,0 1 0 0 0,-1-1 0 0 0,1 1 1 0 0,-1 0-1 0 0,-1 0 0 0 0,1-1 1 0 0,-1 1-1 0 0,0 0 0 0 0,-1 0 0 0 0,0 0 1 0 0,0 0-1 0 0,-1 11 0 0 0,-4 12 358 0 0,-14 54-1 0 0,9-47-320 0 0,0-1 29 0 0,-8 37 437 0 0,17-67-518 0 0,1-1-1 0 0,-1 1 1 0 0,1 0-1 0 0,0-1 1 0 0,0 1-1 0 0,1 0 1 0 0,0-1-1 0 0,0 1 1 0 0,0-1-1 0 0,3 8 1 0 0,-3-11 8 0 0,1 0-1 0 0,-1 0 1 0 0,1-1 0 0 0,0 1-1 0 0,0 0 1 0 0,0 0 0 0 0,0-1-1 0 0,0 1 1 0 0,0-1-1 0 0,0 0 1 0 0,0 0 0 0 0,0 1-1 0 0,1-2 1 0 0,-1 1 0 0 0,0 0-1 0 0,1 0 1 0 0,-1-1 0 0 0,1 1-1 0 0,-1-1 1 0 0,1 0 0 0 0,-1 1-1 0 0,1-1 1 0 0,-1-1 0 0 0,5 1-1 0 0,6-1 117 0 0,0 0-1 0 0,0-1 1 0 0,17-5 0 0 0,22-8-1003 0 0,-19 3-4102 0 0,-9 2-584 0 0</inkml:trace>
</inkml:ink>
</file>

<file path=ppt/ink/ink2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4:33.5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88 1 4609 0 0,'-2'-1'199'0'0,"0"1"-1"0"0,0 0 1 0 0,0 0 0 0 0,-1 1-1 0 0,1-1 1 0 0,0 0 0 0 0,0 1-1 0 0,0-1 1 0 0,0 1 0 0 0,0 0-1 0 0,0-1 1 0 0,0 1 0 0 0,0 0-1 0 0,1 0 1 0 0,-1 1 0 0 0,0-1-1 0 0,0 0 1 0 0,1 0 0 0 0,-1 1-1 0 0,1-1 1 0 0,-1 1 0 0 0,1 0-1 0 0,0-1 1 0 0,-2 3 0 0 0,-2 3 449 0 0,0 0 1 0 0,0 1 0 0 0,0-1-1 0 0,-5 14 1 0 0,7-13-357 0 0,1 0 0 0 0,0 0 0 0 0,1 0 0 0 0,0 0 0 0 0,0 0 1 0 0,0 0-1 0 0,1 1 0 0 0,0-1 0 0 0,1 0 0 0 0,0 0 0 0 0,0 0 0 0 0,1 0 1 0 0,0 0-1 0 0,3 9 0 0 0,7 13 265 0 0,1 0-1 0 0,21 36 1 0 0,-5-12-241 0 0,-29-53-361 0 0,33 65-155 0 0,-11-23-5126 0 0,-7-16-528 0 0</inkml:trace>
</inkml:ink>
</file>

<file path=ppt/ink/ink2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4:33.75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5 181 5065 0 0,'-3'-1'448'0'0,"2"-3"-352"0"0,1-1-96 0 0,0 3 0 0 0,3-1 520 0 0,-2 1 88 0 0,3-2 25 0 0,2-2-1 0 0,6-4-528 0 0,0-3-104 0 0,6-3 0 0 0,2-2 0 0 0,-2-2 0 0 0,1-2 0 0 0,-2-4 0 0 0,-1-2 0 0 0</inkml:trace>
</inkml:ink>
</file>

<file path=ppt/ink/ink2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4:33.96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6913 0 0,'0'0'78'0'0,"0"1"-1"0"0,0 0 1 0 0,-1 0-1 0 0,1 0 1 0 0,0 0-1 0 0,0 0 1 0 0,0 0-1 0 0,0-1 0 0 0,0 1 1 0 0,1 0-1 0 0,-1 0 1 0 0,0 0-1 0 0,0 0 1 0 0,0 0-1 0 0,1 0 0 0 0,-1-1 1 0 0,0 1-1 0 0,1 0 1 0 0,-1 0-1 0 0,1 0 1 0 0,-1-1-1 0 0,1 1 1 0 0,0 0-1 0 0,-1-1 0 0 0,2 2 1 0 0,23 26 1745 0 0,-15-16-1164 0 0,212 317 8552 0 0,-189-269-9351 0 0,-4 1-1 0 0,-1 1 0 0 0,-4 1 0 0 0,19 77 0 0 0,-28-75-6996 0 0</inkml:trace>
</inkml:ink>
</file>

<file path=ppt/ink/ink2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4:34.4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122 1624 7834 0 0,'-18'13'299'0'0,"1"2"1"0"0,1-1 0 0 0,0 2-1 0 0,1 0 1 0 0,-25 35-1 0 0,88-87 2825 0 0,191-147 206 0 0,-97 80-2167 0 0,375-272 1336 0 0,9 51-1906 0 0,-287 188-513 0 0,97-53 66 0 0,-68 26 426 0 0,-182 107-219 0 0,1 3 0 0 0,151-66 0 0 0,-232 117-359 0 0,-1 0 1 0 0,1 0-1 0 0,-1 0 0 0 0,1 1 1 0 0,-1 0-1 0 0,1 0 0 0 0,0 1 1 0 0,10-1-1 0 0,-15 2-89 0 0,1-1 0 0 0,0 0 0 0 0,-1 1 1 0 0,1-1-1 0 0,-1 1 0 0 0,1-1 0 0 0,-1 1 0 0 0,0 0 0 0 0,1 0 0 0 0,-1 0 0 0 0,0 0 0 0 0,1 0 0 0 0,-1 0 0 0 0,0 0 0 0 0,0 0 1 0 0,0 0-1 0 0,0 0 0 0 0,0 1 0 0 0,0-1 0 0 0,0 0 0 0 0,0 1 0 0 0,-1-1 0 0 0,1 1 0 0 0,-1-1 0 0 0,1 1 0 0 0,-1-1 1 0 0,1 1-1 0 0,-1-1 0 0 0,0 1 0 0 0,1-1 0 0 0,-1 1 0 0 0,0 0 0 0 0,0-1 0 0 0,0 1 0 0 0,-1 2 0 0 0,-1 19-6743 0 0</inkml:trace>
</inkml:ink>
</file>

<file path=ppt/ink/ink2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4:35.13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5 13363 0 0,'1'-1'101'0'0,"-1"1"-1"0"0,1-1 1 0 0,-1 1 0 0 0,1 0 0 0 0,-1-1-1 0 0,1 1 1 0 0,0 0 0 0 0,-1 0 0 0 0,1-1 0 0 0,0 1-1 0 0,-1 0 1 0 0,1 0 0 0 0,-1 0 0 0 0,1 0-1 0 0,0 0 1 0 0,-1 0 0 0 0,1 0 0 0 0,0 0-1 0 0,-1 0 1 0 0,1 0 0 0 0,0 0 0 0 0,-1 0 0 0 0,1 0-1 0 0,0 0 1 0 0,-1 1 0 0 0,1-1 0 0 0,0 0-1 0 0,20 6-97 0 0,-11-1 45 0 0,-1 1-1 0 0,0 0 0 0 0,0 0 1 0 0,-1 1-1 0 0,0 0 0 0 0,0 0 1 0 0,-1 1-1 0 0,1 0 0 0 0,-2 0 1 0 0,1 1-1 0 0,5 9 0 0 0,9 19 544 0 0,25 55-1 0 0,-37-72-373 0 0,26 57 389 0 0,97 194 791 0 0,-122-256-1835 0 0,12 26 1234 0 0,-15-20-2422 0 0,-7-2-3304 0 0</inkml:trace>
</inkml:ink>
</file>

<file path=ppt/ink/ink2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4:35.43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1 117 7370 0 0,'3'-6'219'0'0,"1"0"1"0"0,0-1 0 0 0,0 1 0 0 0,1 1 0 0 0,-1-1 0 0 0,1 1-1 0 0,0 0 1 0 0,1 0 0 0 0,11-8 0 0 0,-2 2 410 0 0,0 2 0 0 0,31-15 0 0 0,-44 23-550 0 0,1 0 0 0 0,-1-1 0 0 0,1 1 0 0 0,0 0 0 0 0,0 1 0 0 0,-1-1 0 0 0,1 0 0 0 0,0 1-1 0 0,0 0 1 0 0,0 0 0 0 0,0-1 0 0 0,0 2 0 0 0,0-1 0 0 0,-1 0 0 0 0,1 1 0 0 0,0-1 0 0 0,0 1 0 0 0,0 0-1 0 0,-1 0 1 0 0,4 1 0 0 0,-3 0-28 0 0,0 0 0 0 0,-1 1 0 0 0,1-1 1 0 0,-1 0-1 0 0,0 1 0 0 0,0 0 0 0 0,0-1 0 0 0,0 1 0 0 0,0 0 0 0 0,-1 0 0 0 0,1 0 0 0 0,-1 0 0 0 0,0 0 0 0 0,0 1 0 0 0,0-1 1 0 0,1 6-1 0 0,1 11 257 0 0,-1 0 1 0 0,-1-1-1 0 0,-1 1 1 0 0,-3 30-1 0 0,2-29 306 0 0,0 0-1 0 0,1 0 0 0 0,4 33 1 0 0,-4-50-520 0 0,1-1 1 0 0,0 0-1 0 0,0 0 1 0 0,0 0 0 0 0,0-1-1 0 0,0 1 1 0 0,0 0 0 0 0,1 0-1 0 0,-1 0 1 0 0,1-1 0 0 0,0 1-1 0 0,0-1 1 0 0,0 0 0 0 0,0 1-1 0 0,0-1 1 0 0,1 0-1 0 0,-1 0 1 0 0,6 3 0 0 0,-4-3-24 0 0,1 0 1 0 0,0 0-1 0 0,0 0 1 0 0,0-1 0 0 0,0 1-1 0 0,1-1 1 0 0,-1-1-1 0 0,0 1 1 0 0,0-1-1 0 0,8 0 1 0 0,2-1-58 0 0,0-1-1 0 0,-1 0 1 0 0,1-1 0 0 0,0-1-1 0 0,-1 0 1 0 0,0-1-1 0 0,14-7 1 0 0,18-13-2087 0 0,-22 9-4692 0 0</inkml:trace>
</inkml:ink>
</file>

<file path=ppt/ink/ink2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4:35.59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7370 0 0,'10'12'999'0'0,"-1"2"1"0"0,0-1 0 0 0,-1 2 0 0 0,-1-1 0 0 0,0 1 0 0 0,-1 0 0 0 0,8 28 0 0 0,3 5 313 0 0,-14-40-1436 0 0,0-1 0 0 0,1 1-1 0 0,0-1 1 0 0,0 0-1 0 0,6 7 1 0 0</inkml:trace>
</inkml:ink>
</file>

<file path=ppt/ink/ink2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4:35.80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22 8754 0 0,'0'0'776'0'0,"1"0"-616"0"0,2 0-160 0 0,0-1 0 0 0,0 1 128 0 0,1-2 0 0 0,2 1 0 0 0,5-2 0 0 0,4 0-760 0 0,0 0-152 0 0,1 2-32 0 0,-1-3-8 0 0,-5 1 631 0 0</inkml:trace>
</inkml:ink>
</file>

<file path=ppt/ink/ink2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4:36.69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51 0 6913 0 0,'-3'1'247'0'0,"-1"-1"-1"0"0,1 1 0 0 0,-1-1 0 0 0,1 1 0 0 0,0 0 0 0 0,0 0 1 0 0,-1 0-1 0 0,1 1 0 0 0,0-1 0 0 0,-5 4 0 0 0,7-5-219 0 0,0 1 0 0 0,1-1 0 0 0,-1 1 1 0 0,1-1-1 0 0,-1 1 0 0 0,0 0 0 0 0,1-1 0 0 0,-1 1 0 0 0,1 0 0 0 0,-1-1 0 0 0,1 1 0 0 0,0 0 0 0 0,-1-1 0 0 0,1 1 0 0 0,0 0 0 0 0,-1 0 1 0 0,1 0-1 0 0,0-1 0 0 0,0 1 0 0 0,0 0 0 0 0,-1 0 0 0 0,1 0 0 0 0,0-1 0 0 0,0 1 0 0 0,0 0 0 0 0,1 0 0 0 0,-1 0 0 0 0,0 0 1 0 0,0-1-1 0 0,0 1 0 0 0,1 0 0 0 0,-1 0 0 0 0,0-1 0 0 0,1 1 0 0 0,-1 0 0 0 0,0 0 0 0 0,1-1 0 0 0,-1 1 0 0 0,1 0 0 0 0,-1-1 1 0 0,1 1-1 0 0,0-1 0 0 0,-1 1 0 0 0,1 0 0 0 0,0-1 0 0 0,-1 0 0 0 0,1 1 0 0 0,0-1 0 0 0,-1 1 0 0 0,2-1 0 0 0,74 52 738 0 0,-44-31-106 0 0,32 27-1 0 0,-24-10-345 0 0,-1 1 0 0 0,-2 3 1 0 0,-2 0-1 0 0,-1 3 0 0 0,-3 1 0 0 0,-1 1 0 0 0,-3 1 1 0 0,-2 2-1 0 0,30 81 0 0 0,-22-30-175 0 0,-4 0 0 0 0,-4 2 0 0 0,-5 0 0 0 0,8 118 0 0 0,-24-168 483 0 0,-1 1 0 0 0,-4 0 0 0 0,-10 85 0 0 0,6-108-250 0 0,-1-1 0 0 0,-2-1 1 0 0,-1 1-1 0 0,-1-1 0 0 0,-1-1 0 0 0,-2 0 0 0 0,-28 46 0 0 0,9-32-269 0 0,23-33-481 0 0,2 1 0 0 0,-1 0 1 0 0,1 0-1 0 0,-10 22 0 0 0</inkml:trace>
</inkml:ink>
</file>

<file path=ppt/ink/ink2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4:45.92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75 22 4609 0 0,'-6'-8'-81'0'0,"-7"-5"2147"0"0,12 13-2005 0 0,1 0-1 0 0,-1 0 1 0 0,1 1 0 0 0,-1-1-1 0 0,1 0 1 0 0,-1 0-1 0 0,1 1 1 0 0,-1-1-1 0 0,1 1 1 0 0,-1-1-1 0 0,1 0 1 0 0,0 1-1 0 0,-1-1 1 0 0,1 1-1 0 0,0-1 1 0 0,0 1-1 0 0,-1-1 1 0 0,1 1 0 0 0,0-1-1 0 0,0 1 1 0 0,-1-1-1 0 0,1 1 1 0 0,0-1-1 0 0,0 1 1 0 0,0-1-1 0 0,0 1 1 0 0,0 0-1 0 0,0-1 1 0 0,0 1-1 0 0,0-1 1 0 0,0 1-1 0 0,0-1 1 0 0,1 2 0 0 0,-30 278 3621 0 0,11 143-2333 0 0,32 765-696 0 0,73-5-947 0 0,-31-778 199 0 0,42 444 313 0 0,-94-750 532 0 0,-5 0 0 0 0,-4 0 0 0 0,-4-1 0 0 0,-4 0 0 0 0,-41 148 1 0 0,50-232-629 0 0,3-6-38 0 0,-1 0 0 0 0,0 0 1 0 0,-1-1-1 0 0,0 1 1 0 0,0-1-1 0 0,0 0 0 0 0,-1 0 1 0 0,-8 12-1 0 0,12-19-91 0 0,0 0 0 0 0,-1 0 0 0 0,1 1 0 0 0,0-1 0 0 0,0 0 0 0 0,-1 0 0 0 0,1 0 0 0 0,0 1 0 0 0,-1-1 0 0 0,1 0 0 0 0,0 0 0 0 0,-1 0-1 0 0,1 0 1 0 0,0 0 0 0 0,-1 0 0 0 0,1 0 0 0 0,0 0 0 0 0,-1 0 0 0 0,1 0 0 0 0,0 0 0 0 0,-1 0 0 0 0,1 0 0 0 0,-1 0 0 0 0,1 0 0 0 0,0 0 0 0 0,-1 0 0 0 0,1 0 0 0 0,0 0 0 0 0,-1 0 0 0 0,1-1-1 0 0,0 1 1 0 0,-1 0 0 0 0,1 0 0 0 0,0 0 0 0 0,0-1 0 0 0,-1 1 0 0 0,1 0 0 0 0,0 0 0 0 0,0-1 0 0 0,-1 1 0 0 0,1 0 0 0 0,0 0 0 0 0,0-1 0 0 0,-1 0 0 0 0,-7-17-2271 0 0,1-4-3889 0 0</inkml:trace>
</inkml:ink>
</file>

<file path=ppt/ink/ink2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4:46.55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166 195 4137 0 0,'-4'0'-150'0'0,"1"1"0"0"0,-1 0 0 0 0,0 0 0 0 0,1 0 0 0 0,-1 1 1 0 0,1-1-1 0 0,-1 1 0 0 0,1 0 0 0 0,0 0 0 0 0,0 0 0 0 0,0 0 0 0 0,-4 3 0 0 0,-32 33 765 0 0,26-23 50 0 0,1 0 0 0 0,-19 30-1 0 0,28-40-394 0 0,0 0-1 0 0,0 0 1 0 0,1 0 0 0 0,-1 1-1 0 0,2-1 1 0 0,-1 1 0 0 0,0-1-1 0 0,1 1 1 0 0,0 0 0 0 0,0-1-1 0 0,1 1 1 0 0,0 0 0 0 0,0 11-1 0 0,1-16-243 0 0,-1-1 0 0 0,1 0 0 0 0,-1 0-1 0 0,0 1 1 0 0,1-1 0 0 0,-1 0 0 0 0,1 0-1 0 0,-1 0 1 0 0,1 0 0 0 0,-1 1 0 0 0,1-1-1 0 0,-1 0 1 0 0,1 0 0 0 0,-1 0-1 0 0,1 0 1 0 0,-1 0 0 0 0,1 0 0 0 0,-1 0-1 0 0,1 0 1 0 0,-1-1 0 0 0,1 1 0 0 0,-1 0-1 0 0,1 0 1 0 0,-1 0 0 0 0,0 0 0 0 0,1-1-1 0 0,-1 1 1 0 0,1 0 0 0 0,-1 0-1 0 0,1-1 1 0 0,-1 1 0 0 0,0 0 0 0 0,1-1-1 0 0,-1 1 1 0 0,0-1 0 0 0,1 1 0 0 0,-1 0-1 0 0,0-1 1 0 0,19-14 445 0 0,-19 14-456 0 0,19-18 247 0 0,-1-2-1 0 0,-1 0 0 0 0,-1-1 1 0 0,-1-1-1 0 0,-1 0 1 0 0,17-38-1 0 0,-19 35-42 0 0,1 1-1 0 0,1 0 0 0 0,2 1 1 0 0,0 1-1 0 0,34-37 1 0 0,-47 57-148 0 0,-1 1 0 0 0,1 0 1 0 0,-1 0-1 0 0,1 0 0 0 0,0 0 1 0 0,-1 0-1 0 0,1 0 0 0 0,0 1 0 0 0,0-1 1 0 0,1 1-1 0 0,-1 0 0 0 0,0 0 1 0 0,0 0-1 0 0,0 1 0 0 0,1-1 1 0 0,-1 1-1 0 0,7-1 0 0 0,-7 2-20 0 0,0 0-1 0 0,0 0 1 0 0,0 0 0 0 0,-1 0-1 0 0,1 0 1 0 0,0 0-1 0 0,-1 1 1 0 0,1-1-1 0 0,0 1 1 0 0,-1 0 0 0 0,0 0-1 0 0,1 0 1 0 0,-1 0-1 0 0,0 0 1 0 0,0 0 0 0 0,0 1-1 0 0,-1-1 1 0 0,1 0-1 0 0,0 1 1 0 0,1 3 0 0 0,11 23 449 0 0,-2 0 1 0 0,13 44 0 0 0,12 30 221 0 0,-31-91-679 0 0,0 0 0 0 0,0 0 0 0 0,2 0 0 0 0,-1-1 0 0 0,18 20 0 0 0,-19-26-312 0 0,0 0-1 0 0,0 0 1 0 0,0 0 0 0 0,0-1 0 0 0,1 0 0 0 0,13 6 0 0 0,2-2-5564 0 0</inkml:trace>
</inkml:ink>
</file>

<file path=ppt/ink/ink2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4:47.13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114 222 4609 0 0,'-70'-137'2769'0'0,"27"52"7052"0"0,64 101-8744 0 0,3 14-711 0 0,-1 1 0 0 0,-2 1 0 0 0,-1 0 0 0 0,16 38 0 0 0,9 14 192 0 0,-13-29-456 0 0,3-3 0 0 0,2 0-1 0 0,2-3 1 0 0,52 52 0 0 0,-86-96-107 0 0,12 12-232 0 0,-1-2 0 0 0,26 19 0 0 0,-37-30 141 0 0,0-1 1 0 0,1 0-1 0 0,-1 0 0 0 0,1 0 1 0 0,0 0-1 0 0,0-1 1 0 0,0 0-1 0 0,0-1 1 0 0,0 1-1 0 0,0-1 0 0 0,1 0 1 0 0,-1 0-1 0 0,10-1 1 0 0,-7-1-1404 0 0</inkml:trace>
</inkml:ink>
</file>

<file path=ppt/ink/ink2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4:47.6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100 89 2304 0 0,'-8'-13'118'0'0,"-22"-32"1452"0"0,28 42-1214 0 0,0 1 0 0 0,0-1 1 0 0,0 0-1 0 0,-1 1 1 0 0,0 0-1 0 0,1 0 0 0 0,-1 0 1 0 0,0 0-1 0 0,0 0 0 0 0,0 0 1 0 0,0 1-1 0 0,-4-2 1 0 0,7 2-241 0 0,-1 1 1 0 0,0 0 0 0 0,1 0 0 0 0,-1 0 0 0 0,0 0 0 0 0,1 0 0 0 0,-1 0 0 0 0,1 0 0 0 0,-1 0 0 0 0,0 0-1 0 0,1 0 1 0 0,-1 0 0 0 0,1 1 0 0 0,-1-1 0 0 0,0 0 0 0 0,1 0 0 0 0,-1 1 0 0 0,1-1 0 0 0,-1 0 0 0 0,1 0 0 0 0,-1 1-1 0 0,1-1 1 0 0,-1 1 0 0 0,1-1 0 0 0,-1 1 0 0 0,1-1 0 0 0,0 0 0 0 0,-1 2 0 0 0,-6 21 1359 0 0,7 23-628 0 0,0-46-835 0 0,5 31 155 0 0,2 0-1 0 0,0-1 1 0 0,2 0 0 0 0,2-1-1 0 0,0 0 1 0 0,2 0-1 0 0,24 39 1 0 0,-26-51-108 0 0,0-1 1 0 0,1 0-1 0 0,0-1 1 0 0,1-1 0 0 0,1 0-1 0 0,1 0 1 0 0,17 12-1 0 0,-22-18-10 0 0,1-1 0 0 0,-1-1 1 0 0,1 0-1 0 0,1 0 0 0 0,-1-1 0 0 0,1 0 0 0 0,0-1 0 0 0,0-1 0 0 0,0 0 1 0 0,0 0-1 0 0,0-2 0 0 0,18 2 0 0 0,-27-3 12 0 0,0 0 0 0 0,0 0 0 0 0,0-1 0 0 0,0 1 0 0 0,1-1 0 0 0,-1 1-1 0 0,0-1 1 0 0,0 0 0 0 0,0 0 0 0 0,-1-1 0 0 0,1 1 0 0 0,0-1 0 0 0,0 1 0 0 0,-1-1 0 0 0,1 0 0 0 0,-1 0 0 0 0,1 0 0 0 0,3-4 0 0 0,-3 2 51 0 0,0 0 1 0 0,-1-1 0 0 0,1 1-1 0 0,-1-1 1 0 0,0 1 0 0 0,0-1-1 0 0,-1 0 1 0 0,1 0 0 0 0,-1 0-1 0 0,1-9 1 0 0,-1 0 111 0 0,0 0 1 0 0,-1 0-1 0 0,-1 0 1 0 0,0 0-1 0 0,-1 0 0 0 0,-1 0 1 0 0,-6-21-1 0 0,3 18-125 0 0,-1 0 0 0 0,-1 1 0 0 0,-1 0 0 0 0,0 0-1 0 0,-1 1 1 0 0,-1 0 0 0 0,0 1 0 0 0,-1 0 0 0 0,0 1 0 0 0,-2 0 0 0 0,1 1 0 0 0,-1 1-1 0 0,-16-11 1 0 0,17 14-57 0 0,-1-1-1 0 0,0 2 1 0 0,-1 0-1 0 0,1 0 1 0 0,-1 2-1 0 0,0 0 1 0 0,-1 0-1 0 0,1 2 1 0 0,-1 0-1 0 0,0 0 1 0 0,1 2-1 0 0,-1 0 1 0 0,0 0-1 0 0,0 2 0 0 0,-17 2 1 0 0,31-3-149 0 0,1 0 0 0 0,0 0-1 0 0,-1 1 1 0 0,1-1 0 0 0,-1 0 0 0 0,1 1 0 0 0,0-1 0 0 0,-1 1 0 0 0,1 0-1 0 0,0-1 1 0 0,0 1 0 0 0,-1 0 0 0 0,1 0 0 0 0,0 0 0 0 0,0 0-1 0 0,0 0 1 0 0,0 0 0 0 0,0 0 0 0 0,-1 1 0 0 0</inkml:trace>
</inkml:ink>
</file>

<file path=ppt/ink/ink2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4:48.56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38 48 3225 0 0,'-1'-2'155'0'0,"1"0"0"0"0,-1 0 0 0 0,1 0 0 0 0,-1 0 0 0 0,1 0 0 0 0,0 0 0 0 0,0 0 0 0 0,0 0 0 0 0,0 0 0 0 0,0 0 0 0 0,0 0 0 0 0,0 0 0 0 0,1 0 0 0 0,-1 0 0 0 0,1 0 0 0 0,-1 0 0 0 0,1 0 0 0 0,0 1 0 0 0,0-1 0 0 0,0 0 0 0 0,0 0 0 0 0,0 1 0 0 0,2-3 0 0 0,-5 46 3774 0 0,-5 58-2326 0 0,-5-120 1637 0 0,11 19-3239 0 0,0-1 1 0 0,0 1 0 0 0,0 0 0 0 0,0-1 0 0 0,-1 1 0 0 0,1 0 0 0 0,0 0 0 0 0,0-1 0 0 0,-1 1 0 0 0,1 0 0 0 0,-1 1 0 0 0,1-1 0 0 0,-1 0 0 0 0,1 0-1 0 0,-4-1 1 0 0,5 4 356 0 0,1 20-6158 0 0,1-17 5081 0 0</inkml:trace>
</inkml:ink>
</file>

<file path=ppt/ink/ink2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4:50.30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393 23 3465 0 0,'4'-10'182'0'0,"4"-2"265"0"0,-7 12-397 0 0,-1 0 0 0 0,0 1 0 0 0,1-1 0 0 0,-1 1 0 0 0,0-1 0 0 0,1 1 0 0 0,-1-1 0 0 0,0 0-1 0 0,0 1 1 0 0,1-1 0 0 0,-1 1 0 0 0,0-1 0 0 0,0 1 0 0 0,0 0 0 0 0,0-1 0 0 0,1 1 0 0 0,-1-1 0 0 0,0 1 0 0 0,0-1 0 0 0,0 1 0 0 0,0-1 0 0 0,0 1 0 0 0,-1-1 0 0 0,1 1 0 0 0,0 0 0 0 0,0-1 0 0 0,0 1 0 0 0,-1 0 0 0 0,1 49 1836 0 0,-14 94 1 0 0,10-122-1523 0 0,-1 1 0 0 0,-1-1 1 0 0,-1 0-1 0 0,0 0 1 0 0,-2-1-1 0 0,-16 29 1 0 0,22-45-231 0 0,0-1 1 0 0,0 0-1 0 0,0 0 1 0 0,-1 0 0 0 0,0 0-1 0 0,1-1 1 0 0,-1 0 0 0 0,-1 1-1 0 0,1-1 1 0 0,0-1-1 0 0,-1 1 1 0 0,1-1 0 0 0,-1 1-1 0 0,-7 1 1 0 0,4-2-102 0 0,0 1 0 0 0,-1-2 0 0 0,1 0 0 0 0,-1 0-1 0 0,1 0 1 0 0,-1-1 0 0 0,1 0 0 0 0,-13-2 0 0 0,11 1 28 0 0,0-1-1 0 0,0 0 1 0 0,1-1-1 0 0,-1 0 1 0 0,1 0-1 0 0,-1-1 0 0 0,1 0 1 0 0,0-1-1 0 0,1 0 1 0 0,-1 0-1 0 0,1-1 1 0 0,0 0-1 0 0,0-1 1 0 0,1 1-1 0 0,-11-13 1 0 0,15 15 2 0 0,0-1 1 0 0,1 1-1 0 0,-1 0 1 0 0,1-1-1 0 0,0 0 1 0 0,0 1-1 0 0,0-1 1 0 0,1 0-1 0 0,-1 0 1 0 0,1 0-1 0 0,1 0 1 0 0,-1 0-1 0 0,1 0 1 0 0,-1 0-1 0 0,2 0 0 0 0,-1 0 1 0 0,0 0-1 0 0,1 0 1 0 0,0 0-1 0 0,3-8 1 0 0,-1 5-37 0 0,1 0-1 0 0,0 0 1 0 0,0 1 0 0 0,1-1-1 0 0,0 1 1 0 0,0 0 0 0 0,1 1 0 0 0,0 0-1 0 0,0-1 1 0 0,0 2 0 0 0,11-9 0 0 0,-13 12-27 0 0,-1-1 0 0 0,1 1 0 0 0,0-1 0 0 0,0 1 0 0 0,0 0 0 0 0,0 0 0 0 0,0 1 0 0 0,0-1 0 0 0,1 1 0 0 0,-1 0 0 0 0,0 0 0 0 0,1 1 0 0 0,-1-1 0 0 0,1 1 0 0 0,-1 0 0 0 0,0 0 0 0 0,8 1 0 0 0,-2 2 0 0 0,0 0 0 0 0,-1 0 0 0 0,1 1 0 0 0,-1 0 0 0 0,1 1 0 0 0,12 9 0 0 0,7 5 35 0 0,-1 3 1 0 0,34 31 0 0 0,24 20 871 0 0,-79-67-748 0 0,-1 0 0 0 0,-1 0-1 0 0,1 1 1 0 0,-1-1-1 0 0,0 1 1 0 0,0 0 0 0 0,-1 1-1 0 0,0-1 1 0 0,-1 1-1 0 0,1-1 1 0 0,-1 1 0 0 0,-1 0-1 0 0,0 1 1 0 0,0-1-1 0 0,0 0 1 0 0,0 17 0 0 0,0 10 433 0 0,-1 0 0 0 0,-7 57 0 0 0,4-79-1181 0 0,0 39 1625 0 0,9-21-7763 0 0</inkml:trace>
</inkml:ink>
</file>

<file path=ppt/ink/ink2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4:59.19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95 150 6913 0 0,'-5'-3'158'0'0,"0"0"-1"0"0,1 0 0 0 0,0-1 0 0 0,-1 0 0 0 0,1 1 0 0 0,1-1 0 0 0,-1-1 0 0 0,1 1 0 0 0,-1 0 0 0 0,-2-8 0 0 0,-28-54 4920 0 0,21 31 3135 0 0,27 49-7303 0 0,18 26-1171 0 0,25 34 468 0 0,94 95 0 0 0,-138-154-196 0 0,0 0 0 0 0,-2 0 1 0 0,1 1-1 0 0,-2 1 0 0 0,0 0 0 0 0,13 31 0 0 0,-5 2 41 0 0,14 61-1 0 0,-29-98-46 0 0,3 13 72 0 0,-4-15-80 0 0,1 1 1 0 0,0-1 0 0 0,0 0-1 0 0,1 0 1 0 0,1 0-1 0 0,0 0 1 0 0,0-1 0 0 0,8 11-1 0 0,-13-20-12 0 0,0-1 0 0 0,1 1 0 0 0,-1-1 0 0 0,1 1 0 0 0,-1-1 0 0 0,1 1 0 0 0,-1-1-1 0 0,1 1 1 0 0,-1-1 0 0 0,1 0 0 0 0,0 1 0 0 0,-1-1 0 0 0,1 0 0 0 0,-1 1 0 0 0,1-1 0 0 0,0 0 0 0 0,-1 0-1 0 0,1 0 1 0 0,0 1 0 0 0,-1-1 0 0 0,1 0 0 0 0,0 0 0 0 0,-1 0 0 0 0,1 0 0 0 0,0 0 0 0 0,0 0 0 0 0,-1 0-1 0 0,1-1 1 0 0,0 1 0 0 0,-1 0 0 0 0,1 0 0 0 0,0 0 0 0 0,-1-1 0 0 0,1 1 0 0 0,-1 0 0 0 0,1-1 0 0 0,0 1-1 0 0,0-1 1 0 0,16-23-3875 0 0</inkml:trace>
</inkml:ink>
</file>

<file path=ppt/ink/ink2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4:59.66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22 554 2761 0 0,'-2'-2'346'0'0,"-1"-1"1"0"0,1 1 0 0 0,0-1-1 0 0,1 0 1 0 0,-1 0-1 0 0,0 0 1 0 0,1 0 0 0 0,0-1-1 0 0,0 1 1 0 0,0 0 0 0 0,0 0-1 0 0,0-1 1 0 0,0 1 0 0 0,1 0-1 0 0,0-1 1 0 0,0 1-1 0 0,0-1 1 0 0,0 1 0 0 0,0-1-1 0 0,1 1 1 0 0,1-6 0 0 0,-2 7-176 0 0,0 0 0 0 0,0 0 0 0 0,1 1 0 0 0,-1-1 0 0 0,0 0 0 0 0,1 0 0 0 0,0 1 0 0 0,-1-1 0 0 0,1 0 0 0 0,0 1 0 0 0,0-1 0 0 0,0 1 0 0 0,0-1 0 0 0,0 1 0 0 0,0 0 0 0 0,0-1 0 0 0,1 1 0 0 0,-1 0 0 0 0,0 0 0 0 0,1-1 0 0 0,-1 1 0 0 0,1 0 0 0 0,-1 1 0 0 0,1-1 0 0 0,-1 0 0 0 0,1 0 0 0 0,0 1 0 0 0,0-1 0 0 0,-1 1 0 0 0,1-1 0 0 0,0 1 0 0 0,0 0 0 0 0,-1 0 0 0 0,1-1 0 0 0,0 1 0 0 0,0 1 0 0 0,0-1 0 0 0,-1 0 0 0 0,1 0 0 0 0,0 1 0 0 0,0-1 0 0 0,-1 1 0 0 0,1-1 1 0 0,2 2-1 0 0,13 7 381 0 0,-1 0 1 0 0,0 1 0 0 0,23 19-1 0 0,18 12 87 0 0,-4-5-316 0 0,-31-20-234 0 0,0-2 0 0 0,46 23 1 0 0,-61-33-78 0 0,0-2 0 0 0,1 1 0 0 0,-1-1 0 0 0,1 0 1 0 0,0 0-1 0 0,0-1 0 0 0,0 0 0 0 0,0-1 1 0 0,0 0-1 0 0,0 0 0 0 0,-1 0 0 0 0,1-1 1 0 0,0 0-1 0 0,9-3 0 0 0,-14 3 15 0 0,-1 0 0 0 0,0 0 0 0 0,0 0-1 0 0,0 0 1 0 0,0 0 0 0 0,0 0 0 0 0,0-1 0 0 0,0 1 0 0 0,-1-1-1 0 0,1 1 1 0 0,0-1 0 0 0,-1 1 0 0 0,1-1 0 0 0,-1 0 0 0 0,1 0-1 0 0,-1 0 1 0 0,0 0 0 0 0,0 0 0 0 0,0 0 0 0 0,0 0 0 0 0,0 0 0 0 0,-1-1-1 0 0,1 1 1 0 0,-1 0 0 0 0,1 0 0 0 0,-1-1 0 0 0,0 1 0 0 0,0 0-1 0 0,0-3 1 0 0,0-8 75 0 0,-2-1 0 0 0,1 1 0 0 0,-1 1 0 0 0,-5-15 0 0 0,3 9 9 0 0,-34-128 383 0 0,21 89-516 0 0,3-1 1 0 0,2 0 0 0 0,-6-72 0 0 0,18 128-111 0 0,0 0 1 0 0,-1-1-1 0 0,1 1 1 0 0,0 0-1 0 0,0-1 1 0 0,0 1-1 0 0,0 0 1 0 0,1 0-1 0 0,-1-1 0 0 0,1 1 1 0 0,-1 0-1 0 0,1 0 1 0 0,0 0-1 0 0,0 0 1 0 0,0 0-1 0 0,0 0 0 0 0,0 0 1 0 0,0 0-1 0 0,1 0 1 0 0,-1 0-1 0 0,0 1 1 0 0,3-3-1 0 0,5 1-843 0 0</inkml:trace>
</inkml:ink>
</file>

<file path=ppt/ink/ink2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5:00.10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20 131 4609 0 0,'-19'15'3037'0'0,"23"-30"1550"0"0,15-17-543 0 0,-8 15-4223 0 0,-2 5 669 0 0,0 0-1 0 0,19-19 1 0 0,-24 27-921 0 0,0 0 1 0 0,1 1-1 0 0,-1 0 0 0 0,1 0 1 0 0,0 0-1 0 0,7-3 0 0 0</inkml:trace>
</inkml:ink>
</file>

<file path=ppt/ink/ink2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5:00.31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98 12443 0 0,'37'-49'5600'0'0,"-29"41"-5995"0"0,0 1 1 0 0,0 0 0 0 0,1 0 0 0 0,0 0 0 0 0,9-5 0 0 0</inkml:trace>
</inkml:ink>
</file>

<file path=ppt/ink/ink2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5:02.5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57 86 3225 0 0,'-6'-7'1118'0'0,"-1"1"1"0"0,1-1-1 0 0,0-1 0 0 0,1 1 1 0 0,0-1-1 0 0,0 0 1 0 0,1 0-1 0 0,-8-18 7860 0 0,12 27-8938 0 0,1 0-1 0 0,-1 0 1 0 0,1 0 0 0 0,0 0 0 0 0,-1 0 0 0 0,1 0-1 0 0,0-1 1 0 0,0 1 0 0 0,0 0 0 0 0,0 0-1 0 0,-1-1 1 0 0,1 1 0 0 0,0 0 0 0 0,0-1 0 0 0,0 1-1 0 0,0-1 1 0 0,2 1 0 0 0,-1 1 633 0 0,-18-16-39 0 0,44 43-617 0 0,-1 2 0 0 0,-1 0 0 0 0,21 36 0 0 0,-26-37-13 0 0,67 100-4 0 0,45 59 0 0 0,-106-152-194 0 0,-12-16-593 0 0,1 0-1 0 0,1-2 1 0 0,23 22 0 0 0</inkml:trace>
</inkml:ink>
</file>

<file path=ppt/ink/ink2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5:03.07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19 327 3225 0 0,'-2'-1'733'0'0,"0"-1"0"0"0,0 0 0 0 0,0-1 0 0 0,1 1 0 0 0,-1 0 0 0 0,1 0 0 0 0,0-1 0 0 0,0 1 0 0 0,0-1 0 0 0,-2-3 0 0 0,3 5-540 0 0,0 0 1 0 0,0 1-1 0 0,0-1 1 0 0,0 1-1 0 0,0-1 0 0 0,0 1 1 0 0,0-1-1 0 0,0 0 0 0 0,0 1 1 0 0,0-1-1 0 0,0 1 1 0 0,1-1-1 0 0,-1 1 0 0 0,0-1 1 0 0,0 1-1 0 0,1-1 1 0 0,-1 1-1 0 0,0-1 0 0 0,1 1 1 0 0,-1-1 192 0 0,1 0-192 0 0,1 0-17 0 0,-1 0-1 0 0,0 0 1 0 0,1 1 0 0 0,-1-1 0 0 0,0 1-1 0 0,1-1 1 0 0,-1 1 0 0 0,1 0 0 0 0,-1-1 0 0 0,0 1-1 0 0,1 0 1 0 0,-1 0 0 0 0,3 0 0 0 0,2 1 1 0 0,-1 1 0 0 0,0 0 0 0 0,1 0 0 0 0,-1 0 0 0 0,0 1 0 0 0,0-1 0 0 0,-1 1 0 0 0,1 0 0 0 0,0 1 0 0 0,-1-1 0 0 0,0 1 0 0 0,0 0 0 0 0,6 7 0 0 0,19 15-33 0 0,-24-23-133 0 0,0 0-1 0 0,-1 0 0 0 0,1 0 1 0 0,0 0-1 0 0,1-1 0 0 0,9 4 0 0 0,-14-6-12 0 0,0 1 0 0 0,0-1-1 0 0,0 0 1 0 0,0 0-1 0 0,-1 0 1 0 0,1 0-1 0 0,0 0 1 0 0,0 0-1 0 0,0-1 1 0 0,-1 1 0 0 0,1 0-1 0 0,0 0 1 0 0,0-1-1 0 0,0 1 1 0 0,-1 0-1 0 0,1-1 1 0 0,0 1-1 0 0,-1-1 1 0 0,1 1 0 0 0,0-1-1 0 0,0 0 1 0 0,0 0-10 0 0,0-1 1 0 0,0 0 0 0 0,0 1 0 0 0,0-1-1 0 0,0 0 1 0 0,0 0 0 0 0,-1 1 0 0 0,1-1 0 0 0,-1 0-1 0 0,0 0 1 0 0,1 0 0 0 0,-1 0 0 0 0,0-2-1 0 0,3-54-153 0 0,-2 28 11 0 0,0 1-1 0 0,2-1 1 0 0,1 1 0 0 0,2 0 0 0 0,13-44-1 0 0,-17 70 191 0 0,-1-1 0 0 0,1 0 0 0 0,-1 1-1 0 0,1-1 1 0 0,0 1 0 0 0,1-1 0 0 0,-1 1-1 0 0,1 0 1 0 0,-1 0 0 0 0,1 0 0 0 0,0 0-1 0 0,0 0 1 0 0,0 1 0 0 0,0 0 0 0 0,1-1-1 0 0,-1 1 1 0 0,1 0 0 0 0,-1 0 0 0 0,1 1-1 0 0,0-1 1 0 0,-1 1 0 0 0,1 0 0 0 0,0 0 0 0 0,0 0-1 0 0,0 1 1 0 0,0-1 0 0 0,0 1 0 0 0,0 0-1 0 0,0 0 1 0 0,0 0 0 0 0,0 0 0 0 0,0 1-1 0 0,0 0 1 0 0,0 0 0 0 0,0 0 0 0 0,5 2-1 0 0,4 2 103 0 0,-1 0-1 0 0,0 1 1 0 0,0 1-1 0 0,0 0 1 0 0,-1 0-1 0 0,0 1 0 0 0,0 0 1 0 0,-1 1-1 0 0,15 16 1 0 0,22 28-1982 0 0</inkml:trace>
</inkml:ink>
</file>

<file path=ppt/ink/ink2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5:03.60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42 423 7834 0 0,'-4'-2'365'0'0,"-33"-26"7767"0"0,40 28-7756 0 0,0 0 0 0 0,1 0 0 0 0,-1 0 0 0 0,1 0 0 0 0,-1 1 0 0 0,0-1 0 0 0,5 3 0 0 0,8 1-303 0 0,0 2-1 0 0,0 0 1 0 0,-1 1 0 0 0,0 1 0 0 0,-1 0 0 0 0,22 16-1 0 0,71 69 779 0 0,-82-69-671 0 0,0-1 1 0 0,1-1-1 0 0,55 34 1 0 0,-72-51-164 0 0,1-1 0 0 0,0 0 0 0 0,1 0 0 0 0,12 2 0 0 0,-21-5-10 0 0,1 0-1 0 0,-1 0 1 0 0,1-1-1 0 0,-1 1 1 0 0,1-1-1 0 0,0 0 1 0 0,-1 0-1 0 0,1 0 1 0 0,-1 0-1 0 0,1 0 1 0 0,-1-1-1 0 0,1 1 1 0 0,-1-1-1 0 0,1 1 1 0 0,-1-1-1 0 0,1 0 1 0 0,-1 0-1 0 0,0 0 1 0 0,1 0-1 0 0,-1-1 1 0 0,0 1-1 0 0,0 0 0 0 0,2-3 1 0 0,-3 2 34 0 0,0-1 1 0 0,0 1-1 0 0,0-1 0 0 0,0 1 1 0 0,-1-1-1 0 0,1 1 0 0 0,-1-1 1 0 0,0 0-1 0 0,0 1 0 0 0,0-1 0 0 0,0 1 1 0 0,0-1-1 0 0,-1 0 0 0 0,1 1 1 0 0,-2-5-1 0 0,-13-42 337 0 0,13 43-314 0 0,-32-83 561 0 0,15 42-345 0 0,-21-81-1 0 0,34 103-680 0 0,-26-145 1459 0 0,28 113-3257 0 0,5 1-3488 0 0,1 38-1503 0 0</inkml:trace>
</inkml:ink>
</file>

<file path=ppt/ink/ink2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5:04.37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38 40 6449 0 0,'-25'-11'5002'0'0,"24"11"-4716"0"0,0 0 0 0 0,1-1 0 0 0,-1 1 0 0 0,0-1-1 0 0,0 0 1 0 0,1 1 0 0 0,-1-1 0 0 0,0 1 0 0 0,1-1 0 0 0,-1 0 0 0 0,1 0 0 0 0,-1 1-1 0 0,1-1 1 0 0,-1 0 0 0 0,1 0 0 0 0,0 0 0 0 0,-1 0 0 0 0,1 1 0 0 0,0-1 0 0 0,-1 0 0 0 0,1 0-1 0 0,0 0 1 0 0,0 0 0 0 0,0 0 0 0 0,0 0 0 0 0,0 0 0 0 0,0 1 0 0 0,0-3 0 0 0,1 3-321 0 0,0-1 1 0 0,0 0-1 0 0,-1 1 1 0 0,1-1-1 0 0,0 1 1 0 0,0-1-1 0 0,0 1 1 0 0,0 0-1 0 0,0-1 1 0 0,0 1-1 0 0,-1 0 1 0 0,1-1 0 0 0,0 1-1 0 0,0 0 1 0 0,0 0-1 0 0,0 0 1 0 0,0 0-1 0 0,2 0 1 0 0,3 0-1201 0 0</inkml:trace>
</inkml:ink>
</file>

<file path=ppt/ink/ink2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5:05.54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154 178 1376 0 0,'-24'-58'1972'0'0,"19"45"-1046"0"0,0-1 1 0 0,-1 0-1 0 0,0 1 1 0 0,-1 1 0 0 0,-1-1-1 0 0,-9-12 1 0 0,16 24-763 0 0,1 0 0 0 0,-1 0 0 0 0,0 0-1 0 0,0 0 1 0 0,0 0 0 0 0,1 0 0 0 0,-1 0 0 0 0,0 0-1 0 0,0 1 1 0 0,0-1 0 0 0,0 0 0 0 0,0 0 0 0 0,-1 1 0 0 0,1-1-1 0 0,0 1 1 0 0,0-1 0 0 0,0 1 0 0 0,0-1 0 0 0,-1 1-1 0 0,1 0 1 0 0,0-1 0 0 0,0 1 0 0 0,-1 0 0 0 0,1 0 0 0 0,0 0-1 0 0,-1 0 1 0 0,1 0 0 0 0,0 0 0 0 0,0 1 0 0 0,-1-1-1 0 0,1 0 1 0 0,0 1 0 0 0,0-1 0 0 0,-1 1 0 0 0,1-1 0 0 0,0 1-1 0 0,0-1 1 0 0,0 1 0 0 0,0 0 0 0 0,0 0 0 0 0,0-1-1 0 0,0 1 1 0 0,0 0 0 0 0,0 0 0 0 0,0 0 0 0 0,1 0 0 0 0,-1 0-1 0 0,-1 2 1 0 0,-1 2 59 0 0,0 0 0 0 0,0 1 0 0 0,1 0 0 0 0,-1-1 0 0 0,1 1 0 0 0,1 0 0 0 0,-1 0 0 0 0,-1 11 0 0 0,3 21-109 0 0,1 0 0 0 0,1 0 0 0 0,2 0-1 0 0,2-1 1 0 0,2 1 0 0 0,1-2 0 0 0,1 1-1 0 0,3-1 1 0 0,23 49 0 0 0,-24-63-100 0 0,2 0 0 0 0,0-1 0 0 0,1 0 1 0 0,1-2-1 0 0,1 1 0 0 0,0-2 0 0 0,39 30 0 0 0,-29-26 48 0 0,2-2-1 0 0,1-1 0 0 0,0-2 0 0 0,1-1 0 0 0,40 15 0 0 0,-42-21 81 0 0,1-1-1 0 0,0-2 1 0 0,0-1 0 0 0,43 4-1 0 0,-50-9-49 0 0,0 0 0 0 0,0-2 0 0 0,0 0 0 0 0,0-1-1 0 0,0-2 1 0 0,34-9 0 0 0,-53 11-141 0 0,1 0 1 0 0,-1 0-1 0 0,1-1 1 0 0,-1 1-1 0 0,0-1 1 0 0,0 0-1 0 0,4-3 1 0 0,13-9-474 0 0,-18 13-353 0 0</inkml:trace>
</inkml:ink>
</file>

<file path=ppt/ink/ink2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5:06.03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46 30 9674 0 0,'-46'-30'5891'0'0,"60"41"-4946"0"0,0 0 0 0 0,-1 1 0 0 0,0 0 0 0 0,-1 0 0 0 0,-1 2 0 0 0,0-1 0 0 0,16 27 0 0 0,56 121-524 0 0,-64-118-442 0 0,2-2 0 0 0,2 0-1 0 0,33 46 1 0 0,-48-77-212 0 0,2 3 346 0 0,1 0 1 0 0,17 16 0 0 0,-25-26-380 0 0,0-1 0 0 0,0 1 1 0 0,0-1-1 0 0,0 0 0 0 0,0 0 0 0 0,1 0 1 0 0,-1 0-1 0 0,1-1 0 0 0,-1 1 0 0 0,1-1 0 0 0,-1 0 1 0 0,1 0-1 0 0,0 0 0 0 0,0-1 0 0 0,0 1 1 0 0,5-1-1 0 0,-1-2-1077 0 0</inkml:trace>
</inkml:ink>
</file>

<file path=ppt/ink/ink2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5:06.44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27 248 6449 0 0,'-12'-7'-199'0'0,"-2"2"4643"0"0,19 25-1214 0 0,2-6-2854 0 0,1 1-1 0 0,1-1 1 0 0,0-1-1 0 0,1 0 1 0 0,0 0 0 0 0,1-1-1 0 0,0 0 1 0 0,1 0-1 0 0,1-2 1 0 0,0 1-1 0 0,0-2 1 0 0,1 0-1 0 0,26 13 1 0 0,-30-17-289 0 0,0-1 0 0 0,1 0 0 0 0,0-1 0 0 0,-1 0 0 0 0,1-1 0 0 0,0 0 0 0 0,0 0 0 0 0,0-2 0 0 0,16 1 0 0 0,-18-2-12 0 0,-1 0 0 0 0,1-1-1 0 0,-1 0 1 0 0,0 0 0 0 0,0-1 0 0 0,0 0 0 0 0,0 0-1 0 0,0 0 1 0 0,0-1 0 0 0,-1-1 0 0 0,0 1 0 0 0,0-1-1 0 0,8-8 1 0 0,-11 10-50 0 0,-1 0 0 0 0,0-1 0 0 0,0 1 0 0 0,0-1-1 0 0,0 0 1 0 0,-1 1 0 0 0,1-1 0 0 0,-1-1 0 0 0,0 1 0 0 0,-1 0 0 0 0,1 0-1 0 0,-1-1 1 0 0,1 1 0 0 0,0-6 0 0 0,-2 2 28 0 0,1 0 0 0 0,-1 0 0 0 0,0 0 0 0 0,0 0 0 0 0,-1 0 0 0 0,-1 0 0 0 0,-2-12 0 0 0,-2 1 55 0 0,-1 0 1 0 0,-1 1 0 0 0,0 0 0 0 0,-2 1 0 0 0,-21-31 0 0 0,23 37-147 0 0,0 0 1 0 0,-1 1-1 0 0,0 1 0 0 0,-1-1 1 0 0,0 2-1 0 0,-1-1 0 0 0,0 1 1 0 0,0 1-1 0 0,-1 0 0 0 0,0 1 1 0 0,0 0-1 0 0,0 0 0 0 0,-1 2 1 0 0,0-1-1 0 0,0 2 0 0 0,0-1 1 0 0,0 2-1 0 0,0 0 0 0 0,-1 1 1 0 0,1 0-1 0 0,-1 1 1 0 0,1 0-1 0 0,-1 1 0 0 0,1 1 1 0 0,-15 3-1 0 0,25-5-303 0 0,0 1-1 0 0,0 0 1 0 0,0 0 0 0 0,0 0-1 0 0,0 0 1 0 0,0 0 0 0 0,0 1 0 0 0,0-1-1 0 0,1 1 1 0 0,-1 0 0 0 0,0 0-1 0 0,-3 4 1 0 0</inkml:trace>
</inkml:ink>
</file>

<file path=ppt/ink/ink2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5:07.14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266 59 6449 0 0,'-2'-3'504'0'0,"0"0"-1"0"0,0-1 0 0 0,0 1 1 0 0,0 0-1 0 0,1-1 0 0 0,-1 1 1 0 0,1-1-1 0 0,0 0 0 0 0,0 1 0 0 0,1-1 1 0 0,-1 0-1 0 0,1 0 0 0 0,0 1 1 0 0,0-7-1 0 0,5 39 4503 0 0,1 10-4435 0 0,-6-20-447 0 0,0 1 0 0 0,-2-1 0 0 0,0 1 0 0 0,-1-1 0 0 0,-2 1 0 0 0,-11 34 0 0 0,11-39-117 0 0,-1-1 0 0 0,-1 0 0 0 0,-1 0 0 0 0,0 0 0 0 0,0-1 0 0 0,-1 0 0 0 0,-1 0 0 0 0,0-1 0 0 0,-13 11 0 0 0,20-20-6 0 0,0 0-1 0 0,0-1 1 0 0,-1 1 0 0 0,1-1 0 0 0,-1 0 0 0 0,0 0 0 0 0,1 0 0 0 0,-1 0 0 0 0,0-1 0 0 0,0 0-1 0 0,0 0 1 0 0,0 0 0 0 0,0 0 0 0 0,0 0 0 0 0,0-1 0 0 0,0 0 0 0 0,-8 0 0 0 0,9-1 17 0 0,1 1 1 0 0,-1-1-1 0 0,0 0 1 0 0,0 0-1 0 0,0 0 1 0 0,1-1 0 0 0,-1 1-1 0 0,0-1 1 0 0,1 1-1 0 0,-1-1 1 0 0,1 0-1 0 0,0 0 1 0 0,0 0 0 0 0,-1 0-1 0 0,1 0 1 0 0,1-1-1 0 0,-1 1 1 0 0,0 0-1 0 0,0-1 1 0 0,1 0 0 0 0,0 1-1 0 0,-1-1 1 0 0,1 0-1 0 0,0 0 1 0 0,0-3-1 0 0,-2-2-1 0 0,2-1-1 0 0,-1 1 0 0 0,1-1 1 0 0,0 0-1 0 0,1 1 0 0 0,0-1 1 0 0,0 0-1 0 0,1 0 0 0 0,0 1 0 0 0,1-1 1 0 0,0 1-1 0 0,0-1 0 0 0,1 1 1 0 0,0 0-1 0 0,0 0 0 0 0,1 0 1 0 0,0 0-1 0 0,1 0 0 0 0,-1 1 0 0 0,1 0 1 0 0,1 0-1 0 0,-1 0 0 0 0,1 1 1 0 0,1 0-1 0 0,-1 0 0 0 0,10-7 1 0 0,-10 11-14 0 0,-1-1 0 0 0,1 1 0 0 0,0 0 0 0 0,0 1 1 0 0,0-1-1 0 0,0 1 0 0 0,0 0 0 0 0,1 1 1 0 0,-1-1-1 0 0,0 1 0 0 0,0 0 0 0 0,0 1 0 0 0,0 0 1 0 0,0 0-1 0 0,1 0 0 0 0,-1 0 0 0 0,-1 1 1 0 0,1 0-1 0 0,0 1 0 0 0,8 3 0 0 0,8 6 21 0 0,0 0-1 0 0,0 2 1 0 0,30 24-1 0 0,-40-29 31 0 0,-2 1 1 0 0,1 0 0 0 0,-2 0-1 0 0,1 1 1 0 0,-1 0-1 0 0,-1 1 1 0 0,0-1-1 0 0,0 2 1 0 0,-2-1-1 0 0,9 20 1 0 0,-11-21-62 0 0,-1 0 1 0 0,0 1-1 0 0,0-1 1 0 0,-2 0-1 0 0,1 1 0 0 0,-1 0 1 0 0,-1-1-1 0 0,0 1 1 0 0,0 0-1 0 0,-2-1 1 0 0,1 1-1 0 0,-1-1 1 0 0,-5 14-1 0 0,3-8-2164 0 0</inkml:trace>
</inkml:ink>
</file>

<file path=ppt/ink/ink2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5:07.5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28 18 10594 0 0,'-1'1'128'0'0,"0"-1"1"0"0,0 1-1 0 0,0-1 0 0 0,0 1 0 0 0,0-1 0 0 0,0 1 0 0 0,0-1 0 0 0,-1 1 0 0 0,1-1 0 0 0,0 0 1 0 0,0 0-1 0 0,0 0 0 0 0,-1 0 0 0 0,1 0 0 0 0,-1 0 0 0 0,1 0-33 0 0,1 0 0 0 0,0 0-1 0 0,-1 0 1 0 0,1 0 0 0 0,-1 0-1 0 0,1-1 1 0 0,0 1 0 0 0,-1 0 0 0 0,1 0-1 0 0,0 0 1 0 0,-1-1 0 0 0,1 1-1 0 0,0 0 1 0 0,-1 0 0 0 0,1-1 0 0 0,0 1-1 0 0,0 0 1 0 0,-1-1 0 0 0,1 1-1 0 0,0 0 1 0 0,0-1 0 0 0,0 1 0 0 0,-1-1-1 0 0,1 1 1 0 0,0 0 0 0 0,0-1-1 0 0,0 1 1 0 0,0-1 0 0 0,0 1 0 0 0,0 0-1 0 0,0-1 1 0 0,0 1 0 0 0,0-1-1 0 0,0 1 1 0 0,0 0 0 0 0,0-1 0 0 0,0 1-1 0 0,0-1 1 0 0,0 1 0 0 0,0 0-1 0 0,1-1 1 0 0,-1 1 0 0 0,0 0 0 0 0,0-1-1 0 0,1 0 1 0 0,-1 0 13 0 0,1 1 0 0 0,0-1 1 0 0,0 0-1 0 0,0 1 0 0 0,0-1 0 0 0,-1 1 1 0 0,1-1-1 0 0,0 1 0 0 0,0-1 0 0 0,0 1 1 0 0,0-1-1 0 0,0 1 0 0 0,0 0 0 0 0,0 0 1 0 0,0-1-1 0 0,0 1 0 0 0,0 0 0 0 0,1 0 1 0 0,-1 0-1 0 0,0 0 0 0 0,0 0 0 0 0,0 0 1 0 0,0 1-1 0 0,2-1 0 0 0,27 7 651 0 0,-14 0-598 0 0,0 1 0 0 0,0 0 0 0 0,-1 1 0 0 0,0 1 0 0 0,-1 0 0 0 0,16 16 0 0 0,76 78 177 0 0,-81-77-250 0 0,0 0 3 0 0,-1 2 0 0 0,-2 0-1 0 0,0 2 1 0 0,-2 0 0 0 0,21 47 0 0 0,-28-51-28 0 0,-2 0 0 0 0,-1 1 1 0 0,-2 0-1 0 0,0 1 0 0 0,-2 0 1 0 0,-1 0-1 0 0,1 35 0 0 0,-7-39 113 0 0,0-1 0 0 0,-2 1-1 0 0,0 0 1 0 0,-2-1-1 0 0,-1 0 1 0 0,-1 0 0 0 0,-1 0-1 0 0,-1-1 1 0 0,-12 23 0 0 0,9-29-166 0 0,12-19-298 0 0</inkml:trace>
</inkml:ink>
</file>

<file path=ppt/ink/ink2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48.0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35 363 3681 0 0,'-5'-5'384'0'0,"2"0"1"0"0,-1-1 0 0 0,0 0-1 0 0,1 0 1 0 0,0 0 0 0 0,1 0-1 0 0,-1 0 1 0 0,1 0 0 0 0,0-1-1 0 0,1 1 1 0 0,-2-12-1 0 0,3 17-337 0 0,0 1 0 0 0,0 0-1 0 0,0-1 1 0 0,0 1-1 0 0,1 0 1 0 0,-1-1 0 0 0,0 1-1 0 0,0 0 1 0 0,0-1-1 0 0,0 1 1 0 0,0 0-1 0 0,1-1 1 0 0,-1 1 0 0 0,0 0-1 0 0,0-1 1 0 0,0 1-1 0 0,1 0 1 0 0,-1 0-1 0 0,0-1 1 0 0,1 1 0 0 0,-1 0-1 0 0,0 0 1 0 0,0 0-1 0 0,1-1 1 0 0,-1 1 0 0 0,0 0-1 0 0,1 0 1 0 0,-1 0-1 0 0,0 0 1 0 0,1 0-1 0 0,-1 0 1 0 0,1 0 0 0 0,-1 0-1 0 0,0 0 1 0 0,1 0-1 0 0,-1 0 1 0 0,0 0 0 0 0,1 0-1 0 0,-1 0 1 0 0,0 0-1 0 0,1 0 1 0 0,-1 0-1 0 0,0 0 1 0 0,1 0 0 0 0,-1 0-1 0 0,0 1 1 0 0,1-1-1 0 0,-1 0 1 0 0,0 0-1 0 0,1 0 1 0 0,-1 1 0 0 0,0-1-1 0 0,0 0 1 0 0,1 0-1 0 0,-1 1 1 0 0,0-1 0 0 0,1 1-1 0 0,18 13 887 0 0,22 22-329 0 0,0-2 1 0 0,3-1 0 0 0,74 42 0 0 0,-94-63-575 0 0,0 0 1 0 0,1-1 0 0 0,0-1 0 0 0,0-1 0 0 0,1-2 0 0 0,0-1-1 0 0,1 0 1 0 0,-1-2 0 0 0,34 1 0 0 0,-56-5 16 0 0,0 0 0 0 0,0 0 0 0 0,0-1 0 0 0,0 1 0 0 0,0-1 0 0 0,0 0 0 0 0,0 0 0 0 0,0 0 0 0 0,0-1 0 0 0,0 1 0 0 0,-1-1 0 0 0,1 0 1 0 0,-1 0-1 0 0,1 0 0 0 0,-1 0 0 0 0,0-1 0 0 0,0 0 0 0 0,0 1 0 0 0,0-1 0 0 0,0 0 0 0 0,3-5 0 0 0,-3 2 118 0 0,1-1 0 0 0,-1 0 0 0 0,0 0 0 0 0,-1 0 0 0 0,1 0 0 0 0,-1 0 0 0 0,-1 0 0 0 0,1-1 0 0 0,-1 1 0 0 0,0-14 0 0 0,-2-1 60 0 0,0 1 1 0 0,0 0 0 0 0,-2 0-1 0 0,-9-30 1 0 0,-30-81 24 0 0,2 12-2510 0 0,32 89-3764 0 0</inkml:trace>
</inkml:ink>
</file>

<file path=ppt/ink/ink2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48.4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10594 0 0,'2'48'1914'0'0,"3"0"0"0"0,11 52-1 0 0,-9-77-1667 0 0,-5-20-319 0 0,0 1 1 0 0,-1-1 0 0 0,0 1 0 0 0,0 0-1 0 0,0-1 1 0 0,0 1 0 0 0,-1 0 0 0 0,1-1-1 0 0,-1 1 1 0 0,0 7 0 0 0</inkml:trace>
</inkml:ink>
</file>

<file path=ppt/ink/ink2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48.8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3681 0 0,'29'1'1045'0'0,"-20"3"-1092"0"0,1 1 0 0 0,0 0-1 0 0,-1 1 1 0 0,0 0-1 0 0,0 0 1 0 0,-1 1 0 0 0,0 0-1 0 0,0 1 1 0 0,-1 0-1 0 0,9 11 1 0 0,-8-8-13 0 0</inkml:trace>
</inkml:ink>
</file>

<file path=ppt/ink/ink2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49.1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0 128 456 0 0,'6'5'287'0'0,"0"0"-1"0"0,-1 0 1 0 0,0 1 0 0 0,0-1-1 0 0,0 1 1 0 0,-1 0-1 0 0,0 0 1 0 0,0 0 0 0 0,-1 1-1 0 0,1 0 1 0 0,3 11 0 0 0,4 5 258 0 0,-3-6-92 0 0,-5-10-217 0 0,0 0-1 0 0,0 0 1 0 0,1 0 0 0 0,0-1 0 0 0,0 1-1 0 0,0-1 1 0 0,1 0 0 0 0,0 0-1 0 0,0-1 1 0 0,7 6 0 0 0,-18-42 1175 0 0,2 8-805 0 0,-11-96 1393 0 0,14 106-1823 0 0,1-1-1 0 0,0 0 1 0 0,1 1-1 0 0,1-1 1 0 0,0 1-1 0 0,5-20 1 0 0,-6 31-131 0 0,0 0-1 0 0,-1-1 1 0 0,1 1 0 0 0,0 0-1 0 0,0 0 1 0 0,0 0 0 0 0,0 0 0 0 0,1 0-1 0 0,-1 0 1 0 0,0 1 0 0 0,1-1-1 0 0,-1 0 1 0 0,1 1 0 0 0,0-1-1 0 0,0 1 1 0 0,-1-1 0 0 0,1 1-1 0 0,0 0 1 0 0,4-2 0 0 0,-4 3-4 0 0,-1 0-1 0 0,1 0 1 0 0,0 0 0 0 0,-1 0 0 0 0,1 0 0 0 0,-1 0 0 0 0,1 1 0 0 0,0-1 0 0 0,-1 0-1 0 0,1 1 1 0 0,-1 0 0 0 0,1-1 0 0 0,-1 1 0 0 0,1 0 0 0 0,-1 0 0 0 0,0-1 0 0 0,1 1 0 0 0,-1 0-1 0 0,0 0 1 0 0,0 1 0 0 0,0-1 0 0 0,0 0 0 0 0,0 0 0 0 0,0 1 0 0 0,0-1 0 0 0,0 0-1 0 0,0 1 1 0 0,1 1 0 0 0,11 22 84 0 0,21 50 0 0 0,-22-45-1248 0 0,18 30 1 0 0,-16-37-3556 0 0</inkml:trace>
</inkml:ink>
</file>

<file path=ppt/ink/ink2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36.4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68 29 9218 0 0,'-9'-9'750'0'0,"7"7"-749"0"0,1 0-1 0 0,-1 0 1 0 0,0 0-1 0 0,0 0 1 0 0,0 0-1 0 0,-1 0 1 0 0,1 1 0 0 0,0-1-1 0 0,-4-1 1 0 0,-3 8-634 0 0,2 14 178 0 0,-1 33 1115 0 0,2-1 1 0 0,2 0 0 0 0,3 58-1 0 0,21 157 1659 0 0,-12-181-2227 0 0,49 437 621 0 0,17 224-522 0 0,-38 165 3046 0 0,-20-412-979 0 0,-14-467-2159 0 0,0 123 138 0 0,-3-131-243 0 0,-1 0 1 0 0,-2-1-1 0 0,0 1 0 0 0,-10 31 1 0 0,9-44-491 0 0,1-10-223 0 0,-1-19-1082 0 0,2-33-1107 0 0,3 21 1357 0 0</inkml:trace>
</inkml:ink>
</file>

<file path=ppt/ink/ink2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37.4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10 1376 0 0,'-17'-9'1416'0'0,"17"9"-1394"0"0,0 0 0 0 0,0 0 0 0 0,0 0 0 0 0,0 0 1 0 0,0 0-1 0 0,0-1 0 0 0,0 1 0 0 0,0 0 0 0 0,0 0 0 0 0,0 0 0 0 0,-1 0 0 0 0,1 0 0 0 0,0 0 0 0 0,0 0 0 0 0,0 0 0 0 0,0 0 0 0 0,0 0 0 0 0,0 0 0 0 0,0 0 1 0 0,0 0-1 0 0,0 0 0 0 0,-1 0 0 0 0,1 0 0 0 0,0 1 0 0 0,0-1 0 0 0,0 0 0 0 0,0 0 0 0 0,0 0 0 0 0,0 0 0 0 0,0 0 0 0 0,0 0 0 0 0,0 0 0 0 0,0 0 0 0 0,0 0 1 0 0,0 0-1 0 0,-1 0 0 0 0,1 0 0 0 0,0 0 0 0 0,0 0 0 0 0,0 1 0 0 0,0-1 0 0 0,0 0 0 0 0,0 0 0 0 0,0 0 0 0 0,0 0 0 0 0,0 0 0 0 0,0 0 0 0 0,0 0 0 0 0,0 0 1 0 0,0 0-1 0 0,0 0 0 0 0,0 1 0 0 0,0-1 0 0 0,0 0 0 0 0,0 0 0 0 0,0 0 0 0 0,0 0 0 0 0,0 0 0 0 0,0 0 0 0 0,0 0 0 0 0,0 0 0 0 0,0 0 0 0 0,0 1 0 0 0,0-1 1 0 0,1 0-1 0 0,-1 0 0 0 0,17 26 2234 0 0,-4-7-1994 0 0,-3-2 231 0 0,0 0-1 0 0,2 0 0 0 0,0-1 0 0 0,1 0 0 0 0,0-1 0 0 0,1 0 0 0 0,1-2 0 0 0,1 1 0 0 0,0-2 1 0 0,21 13-1 0 0,3-3-5 0 0,0-2-1 0 0,1-2 1 0 0,45 13 0 0 0,135 30 649 0 0,-113-33-776 0 0,-44-10-296 0 0,217 62 475 0 0,-197-51-318 0 0,105 50 1 0 0,142 103-228 0 0,-189-99-23 0 0,182 77 0 0 0,-183-104 25 0 0,1 0 250 0 0,153 84 0 0 0,-161-66-89 0 0,169 99 144 0 0,-246-146-140 0 0,-46-23-35 0 0,0 0 1 0 0,-1 1-1 0 0,0 1 1 0 0,0-1-1 0 0,0 1 1 0 0,17 15-1 0 0,-26-20-111 0 0,-1 0 0 0 0,1-1 1 0 0,0 1-1 0 0,-1 0 0 0 0,1 0 0 0 0,0 0 0 0 0,-1 0 1 0 0,1 0-1 0 0,-1 0 0 0 0,1 0 0 0 0,-1 0 0 0 0,0 0 0 0 0,1 0 1 0 0,-1 0-1 0 0,0 1 0 0 0,0-1 0 0 0,0 0 0 0 0,0 0 1 0 0,0 0-1 0 0,0 0 0 0 0,0 0 0 0 0,0 0 0 0 0,0 1 1 0 0,0-1-1 0 0,-1 0 0 0 0,1 0 0 0 0,0 0 0 0 0,-1 0 0 0 0,1 0 1 0 0,-1 0-1 0 0,1 0 0 0 0,-1 0 0 0 0,0 0 0 0 0,1 0 1 0 0,-1 0-1 0 0,0-1 0 0 0,0 1 0 0 0,0 0 0 0 0,1 0 1 0 0,-1-1-1 0 0,0 1 0 0 0,-2 1 0 0 0,-7 4 177 0 0,0 1-1 0 0,0-1 0 0 0,-17 7 1 0 0,5-2-75 0 0,-197 108-87 0 0,-94 61-844 0 0,128-42 588 0 0,-105 66 168 0 0,-71 35-676 0 0,14 21 402 0 0,208-154 421 0 0,-386 306-324 0 0,349-251 1121 0 0,14-13-76 0 0,142-128-1246 0 0,-16 13-1326 0 0,34-31 1204 0 0,0-1 0 0 0,1 0 0 0 0,-1 0 0 0 0,0 0 0 0 0,0-1 0 0 0,0 1 0 0 0,0 0 0 0 0,0-1 0 0 0,0 1 0 0 0,0-1 0 0 0,-2 1 0 0 0</inkml:trace>
</inkml:ink>
</file>

<file path=ppt/ink/ink2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38.8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 65 1840 0 0,'-27'7'3148'0'0,"27"-7"-3038"0"0,-1 0 0 0 0,1 0 0 0 0,-1 0 1 0 0,1 1-1 0 0,-1-1 0 0 0,1 0 0 0 0,-1 0 1 0 0,1 0-1 0 0,0 0 0 0 0,-1 0 0 0 0,1 1 0 0 0,-1-1 1 0 0,1 0-1 0 0,0 0 0 0 0,-1 1 0 0 0,1-1 0 0 0,0 0 1 0 0,-1 1-1 0 0,1-1 0 0 0,0 0 0 0 0,-1 1 1 0 0,1-1-1 0 0,0 0 0 0 0,0 1 0 0 0,0-1 0 0 0,-1 1 1 0 0,1-1-1 0 0,0 0 0 0 0,0 1 0 0 0,0-1 0 0 0,0 1 1 0 0,0-1-1 0 0,0 1 0 0 0,0-1 0 0 0,0 1 0 0 0,0-1 1 0 0,0 1-1 0 0,0-1 0 0 0,0 0 0 0 0,0 1 1 0 0,0-1-1 0 0,0 1 0 0 0,0-1 0 0 0,0 1 0 0 0,1-1 1 0 0,-1 0-1 0 0,0 1 0 0 0,0-1 0 0 0,0 1 0 0 0,1-1 1 0 0,-1 0-1 0 0,0 1 0 0 0,1-1 0 0 0,-1 0 0 0 0,1 1 1 0 0,1 1 59 0 0,1-1-1 0 0,-1 0 1 0 0,1 0 0 0 0,-1 0 0 0 0,1 0 0 0 0,-1 0-1 0 0,1-1 1 0 0,0 1 0 0 0,-1-1 0 0 0,1 0 0 0 0,0 0 0 0 0,-1 0-1 0 0,1 0 1 0 0,3 0 0 0 0,42-8 436 0 0,-38 5-333 0 0,141-36 2314 0 0,-57 14-2702 0 0,1 4-5287 0 0,-69 17 379 0 0</inkml:trace>
</inkml:ink>
</file>

<file path=ppt/ink/ink2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39.3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65 6913 0 0,'15'-1'744'0'0,"0"-1"-1"0"0,0 0 0 0 0,22-7 0 0 0,11-2 1071 0 0,239-23-15 0 0,-255 30-3171 0 0,-18 3 303 0 0</inkml:trace>
</inkml:ink>
</file>

<file path=ppt/ink/ink2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39.6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108 1 6913 0 0,'-2'0'168'0'0,"0"1"0"0"0,0-1-1 0 0,0 1 1 0 0,0-1-1 0 0,0 1 1 0 0,0 0-1 0 0,0 0 1 0 0,1 0 0 0 0,-1 0-1 0 0,0 0 1 0 0,0 1-1 0 0,1-1 1 0 0,-1 0-1 0 0,1 1 1 0 0,-1-1-1 0 0,1 1 1 0 0,0-1 0 0 0,0 1-1 0 0,-1 0 1 0 0,1 0-1 0 0,0-1 1 0 0,1 1-1 0 0,-1 0 1 0 0,0 0 0 0 0,-1 4-1 0 0,-2 7 899 0 0,0 1-1 0 0,-3 22 1 0 0,5-24-803 0 0,-29 159 2420 0 0,22-105-2835 0 0,-2 128 0 0 0,13-155-484 0 0,1-3-162 0 0</inkml:trace>
</inkml:ink>
</file>

<file path=ppt/ink/ink2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46.0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81 1 3057 0 0,'1'1'237'0'0,"-1"-1"-149"0"0,-4 1-87 0 0,-1 0-1 0 0,1 1 0 0 0,-1-1 1 0 0,1 1-1 0 0,0 0 1 0 0,-1 0-1 0 0,1 0 1 0 0,0 0-1 0 0,1 1 1 0 0,-1 0-1 0 0,0-1 1 0 0,1 2-1 0 0,-1-1 1 0 0,1 0-1 0 0,0 1 0 0 0,0-1 1 0 0,0 1-1 0 0,1 0 1 0 0,-1 0-1 0 0,1 0 1 0 0,0 0-1 0 0,-1 5 1 0 0,2-6-1 0 0</inkml:trace>
</inkml:ink>
</file>

<file path=ppt/ink/ink2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46.3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92 76 3225 0 0,'-1'-1'62'0'0,"0"0"1"0"0,-1 1 0 0 0,1-1-1 0 0,-1 1 1 0 0,1-1 0 0 0,-1 1-1 0 0,1 0 1 0 0,-1 0-1 0 0,0 0 1 0 0,1 0 0 0 0,-1 0-1 0 0,1 0 1 0 0,-1 0 0 0 0,1 0-1 0 0,-1 1 1 0 0,1-1 0 0 0,-1 0-1 0 0,-2 2 1 0 0,2 0 78 0 0,0 0 0 0 0,0 0 0 0 0,0 0 0 0 0,0 0 0 0 0,1 0 0 0 0,-1 1 0 0 0,1-1 0 0 0,-1 1 0 0 0,-1 4 0 0 0,-5 12 141 0 0,1-1 0 0 0,0 1 0 0 0,2 0 0 0 0,0 0 0 0 0,1 1-1 0 0,1-1 1 0 0,1 1 0 0 0,1 0 0 0 0,2 29 0 0 0,1-16 59 0 0,2 0 1 0 0,1-1-1 0 0,2 1 1 0 0,20 59 0 0 0,-21-78-217 0 0,0-1 1 0 0,1 1 0 0 0,0-1 0 0 0,1 0 0 0 0,1-1 0 0 0,0 0 0 0 0,0 0 0 0 0,12 10-1 0 0,-12-14-66 0 0,-1 0-1 0 0,1-1 1 0 0,0 0-1 0 0,1 0 1 0 0,0-1-1 0 0,0 0 1 0 0,0-1 0 0 0,1 0-1 0 0,-1-1 1 0 0,1 0-1 0 0,12 2 1 0 0,-19-5-45 0 0,0 0 1 0 0,0-1-1 0 0,0 0 1 0 0,-1 1 0 0 0,1-2-1 0 0,0 1 1 0 0,0 0-1 0 0,0-1 1 0 0,0 0-1 0 0,0 0 1 0 0,-1 0 0 0 0,1 0-1 0 0,0 0 1 0 0,-1-1-1 0 0,1 0 1 0 0,5-3-1 0 0,-4 1 13 0 0,0-1-1 0 0,1 1 1 0 0,-1-1-1 0 0,-1 0 0 0 0,1 0 1 0 0,-1-1-1 0 0,0 1 1 0 0,6-12-1 0 0,-2 1 82 0 0,-1-1 0 0 0,-1 1-1 0 0,0-1 1 0 0,-1 0 0 0 0,-1-1 0 0 0,3-28 0 0 0,-6 18 59 0 0,-1-1 0 0 0,-1 1 0 0 0,-1-1 0 0 0,-1 1 0 0 0,-2 0 0 0 0,-1 0 0 0 0,-1 0 0 0 0,-2 1 0 0 0,0 0 0 0 0,-2 0 0 0 0,-1 1-1 0 0,-1 1 1 0 0,-1 0 0 0 0,-25-33 0 0 0,32 50-382 0 0,0-1 0 0 0,-1 1 0 0 0,0 0 0 0 0,0 1 1 0 0,-1 0-1 0 0,0 0 0 0 0,0 1 0 0 0,-1 0 0 0 0,-12-6 0 0 0,-2 3-4805 0 0</inkml:trace>
</inkml:ink>
</file>

<file path=ppt/ink/ink2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47.0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139 294 3225 0 0,'-3'0'-44'0'0,"0"0"0"0"0,1 0 1 0 0,-1 0-1 0 0,0 1 0 0 0,1-1 1 0 0,-1 0-1 0 0,1 1 0 0 0,-1 0 1 0 0,0 0-1 0 0,1 0 0 0 0,0 0 1 0 0,-1 0-1 0 0,1 0 0 0 0,0 0 1 0 0,-1 1-1 0 0,-1 1 0 0 0,-42 35 1344 0 0,25-20-384 0 0,15-13-610 0 0,-14 11 1290 0 0,20-16-1562 0 0,0 0 0 0 0,1-1 1 0 0,-1 1-1 0 0,0 0 0 0 0,0 0 1 0 0,0 0-1 0 0,1 0 0 0 0,-1 0 1 0 0,0 0-1 0 0,0 0 0 0 0,1 0 1 0 0,-1 0-1 0 0,0 0 0 0 0,0 0 1 0 0,1 0-1 0 0,-1 0 0 0 0,0 0 1 0 0,0 0-1 0 0,1 0 0 0 0,-1 0 1 0 0,0 1-1 0 0,0-1 0 0 0,1 0 1 0 0,-1 0-1 0 0,0 0 0 0 0,0 0 1 0 0,0 0-1 0 0,1 0 0 0 0,-1 1 1 0 0,0-1-1 0 0,0 0 0 0 0,0 0 1 0 0,0 0-1 0 0,1 1 0 0 0,-1-1 1 0 0,0 0-1 0 0,0 0 0 0 0,0 0 1 0 0,0 1-1 0 0,0-1 0 0 0,0 0 1 0 0,0 0-1 0 0,0 1 0 0 0,0-1 1 0 0,0 0-1 0 0,0 0 0 0 0,0 1 1 0 0,0-1-1 0 0,0 0 0 0 0,0 0 1 0 0,0 1-1 0 0,0-1 0 0 0,0 0 1 0 0,0 0-1 0 0,0 1 1 0 0,0-1-1 0 0,0 0 0 0 0,0 0 1 0 0,0 0-1 0 0,0 1 0 0 0,-1-1 1 0 0,1 0-1 0 0,0 0 0 0 0,0 0 1 0 0,0 1-1 0 0,28-1 1375 0 0,11 1 178 0 0,1-3 0 0 0,59-8-1 0 0,106-28-1086 0 0,559-112 2345 0 0,-587 120-2845 0 0,233-9 0 0 0,-280 29 0 0 0,137-21 277 0 0,-208 20-178 0 0,0-2-1 0 0,82-31 1 0 0,-133 40-343 0 0,0 2 0 0 0,0-1 0 0 0,0 1 0 0 0,0 0 0 0 0,0 1 0 0 0,15-1 0 0 0,-19 2-242 0 0,-1 0-1 0 0,0 1 1 0 0,1-1 0 0 0,-1 1-1 0 0,0 0 1 0 0,1 0-1 0 0,-1 0 1 0 0,0 0 0 0 0,0 0-1 0 0,0 1 1 0 0,0 0 0 0 0,0-1-1 0 0,0 1 1 0 0,-1 0-1 0 0,1 0 1 0 0,-1 1 0 0 0,1-1-1 0 0,-1 0 1 0 0,3 5 0 0 0,1 1-2423 0 0</inkml:trace>
</inkml:ink>
</file>

<file path=ppt/ink/ink2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52.2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23 116 3225 0 0,'-22'-115'3472'0'0,"35"159"-1624"0"0,-2 0-1 0 0,5 49 0 0 0,5 101-922 0 0,2 12-125 0 0,18 26-445 0 0,21 169-4760 0 0,-62-398 4401 0 0,0-2 8 0 0,1 0 0 0 0,-1 1 0 0 0,0-1 0 0 0,0 0 0 0 0,0 0 0 0 0,1 0 0 0 0,-1 1 0 0 0,0-1 0 0 0,0 0 0 0 0,-1 0 0 0 0,1 1 0 0 0,0-1 0 0 0,0 0 0 0 0,-1 0 0 0 0,1 0 0 0 0,0 0 0 0 0,-1 1 0 0 0,1-1 0 0 0,-1 0 0 0 0,-1 2 0 0 0,-1-6-4 0 0</inkml:trace>
</inkml:ink>
</file>

<file path=ppt/ink/ink2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52.87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35 3225 0 0,'0'0'240'0'0,"4"-1"-131"0"0,0 1-1 0 0,0 0 1 0 0,0 0 0 0 0,0 0 0 0 0,1 0-1 0 0,5 2 1 0 0,17 3 493 0 0,-1 0 0 0 0,0-1 1 0 0,1-2-1 0 0,0 0 0 0 0,-1-2 0 0 0,1-1 0 0 0,39-7 0 0 0,26-7 308 0 0,110-5 1 0 0,-194 20-1184 0 0,25-5-3246 0 0,-22 0 456 0 0</inkml:trace>
</inkml:ink>
</file>

<file path=ppt/ink/ink2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53.2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 2304 0 0,'0'-5'4970'0'0,"5"8"-4106"0"0,142 102 4124 0 0,-68-46-3560 0 0,-72-55-1458 0 0,0 0 0 0 0,0 0 1 0 0,0 0-1 0 0,1-1 0 0 0,-1 0 1 0 0,1-1-1 0 0,0 0 0 0 0,0 0 1 0 0,0 0-1 0 0,0-1 0 0 0,0 0 1 0 0,15-1-1 0 0,-11 0-1128 0 0,-1-1 0 0 0,1-1 1 0 0,-1 0-1 0 0,21-7 0 0 0,-13 4-2468 0 0</inkml:trace>
</inkml:ink>
</file>

<file path=ppt/ink/ink2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53.6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107 7 4145 0 0,'0'0'31'0'0,"0"0"-1"0"0,0 0 1 0 0,0 0 0 0 0,0 0-1 0 0,0 0 1 0 0,0 0 0 0 0,0-1-1 0 0,1 1 1 0 0,-1 0-1 0 0,0 0 1 0 0,0 0 0 0 0,0 0-1 0 0,0 0 1 0 0,0-1 0 0 0,0 1-1 0 0,0 0 1 0 0,0 0 0 0 0,0 0-1 0 0,0 0 1 0 0,0-1 0 0 0,0 1-1 0 0,0 0 1 0 0,0 0 0 0 0,0 0-1 0 0,0 0 1 0 0,0 0 0 0 0,0-1-1 0 0,0 1 1 0 0,0 0 0 0 0,-1 0-1 0 0,1 0 1 0 0,0 0 0 0 0,0 0-1 0 0,0-1 1 0 0,0 1 0 0 0,0 0-1 0 0,0 0 1 0 0,0 0 0 0 0,0 0-1 0 0,-1 0 1 0 0,1 0 0 0 0,0 0-1 0 0,0-1 1 0 0,0 1 0 0 0,0 0-1 0 0,0 0 1 0 0,-1 0 0 0 0,1 0-1 0 0,0 0 1 0 0,0 0 0 0 0,0 0-1 0 0,0 0 1 0 0,-1 0 0 0 0,1 0-1 0 0,0 0 1 0 0,0 0-1 0 0,0 0 1 0 0,0 0 0 0 0,-1 0-1 0 0,1 0 1 0 0,0 0 0 0 0,0 0-1 0 0,0 0 1 0 0,-9 14 1439 0 0,-7 21 395 0 0,-24 138 455 0 0,6-26-3606 0 0,30-134-2501 0 0</inkml:trace>
</inkml:ink>
</file>

<file path=ppt/ink/ink2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54.0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66 164 2761 0 0,'-5'-1'130'0'0,"1"0"1"0"0,-1 0 0 0 0,0 0-1 0 0,0 1 1 0 0,0 0 0 0 0,0 0-1 0 0,0 0 1 0 0,-5 1 0 0 0,-6 0 1853 0 0,43-25 23 0 0,-14 13-1687 0 0,1 1-1 0 0,0 0 0 0 0,1 1 1 0 0,0 1-1 0 0,0 0 0 0 0,1 1 0 0 0,-1 1 1 0 0,2 0-1 0 0,20-4 0 0 0,21-1 898 0 0,78-7-1 0 0,-108 15-1024 0 0,121-11 388 0 0,0 7 0 0 0,205 16 0 0 0,-297-1-607 0 0,0 1 1 0 0,-1 4-1 0 0,98 33 0 0 0,-149-44 0 0 0,0 0 0 0 0,1-1 0 0 0,-1 0 0 0 0,0 0 0 0 0,1 0 0 0 0,-1-1 0 0 0,1 0 0 0 0,0 0 0 0 0,8-1 0 0 0,12-7-2542 0 0</inkml:trace>
</inkml:ink>
</file>

<file path=ppt/ink/ink2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54.9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3 401 3225 0 0,'-3'-6'328'0'0,"4"10"-438"0"0,8 12 683 0 0,-8-14-545 0 0,0-1 0 0 0,0 0 1 0 0,0 1-1 0 0,0-1 1 0 0,0 0-1 0 0,0 0 1 0 0,0 0-1 0 0,1 0 1 0 0,-1 0-1 0 0,0 0 1 0 0,1 0-1 0 0,-1 0 1 0 0,3 0-1 0 0,4-5 737 0 0,-1-15 283 0 0,6-89 2003 0 0,0-2-1782 0 0,-10 97-1210 0 0,0-1 0 0 0,1 0 0 0 0,1 1 0 0 0,-1 0 0 0 0,12-19 0 0 0,-15 29-58 0 0,0 1 0 0 0,0 0 0 0 0,1 0 1 0 0,-1 1-1 0 0,1-1 0 0 0,-1 0 0 0 0,1 0 0 0 0,0 1 0 0 0,2-3 1 0 0,-3 4 4 0 0,-1-1 0 0 0,1 1 1 0 0,0 0-1 0 0,-1 0 0 0 0,1-1 1 0 0,0 1-1 0 0,0 0 0 0 0,-1 0 0 0 0,1 0 1 0 0,0-1-1 0 0,0 1 0 0 0,-1 0 1 0 0,1 0-1 0 0,0 0 0 0 0,-1 0 1 0 0,1 1-1 0 0,0-1 0 0 0,0 0 1 0 0,-1 0-1 0 0,2 1 0 0 0,1 0 24 0 0,-1 1-1 0 0,0 0 1 0 0,0-1-1 0 0,0 1 0 0 0,0 0 1 0 0,0 0-1 0 0,-1 1 1 0 0,1-1-1 0 0,0 0 0 0 0,-1 1 1 0 0,0-1-1 0 0,1 0 1 0 0,0 6-1 0 0,41 109 466 0 0,4 12-233 0 0,-38-111-258 0 0,0 0 0 0 0,1-1 0 0 0,0 0 0 0 0,25 29 1 0 0,-35-45-5 0 0,1-1 0 0 0,-1 1 0 0 0,1 0 0 0 0,0-1 0 0 0,-1 1 0 0 0,1-1 0 0 0,0 1 0 0 0,-1-1 0 0 0,1 1 0 0 0,0-1 0 0 0,-1 1 0 0 0,1-1 0 0 0,0 0 0 0 0,0 1 0 0 0,0-1 0 0 0,-1 0 0 0 0,1 0 0 0 0,0 1 0 0 0,0-1 0 0 0,0 0 0 0 0,0 0 0 0 0,0 0 0 0 0,-1 0 0 0 0,1 0 0 0 0,0 0 0 0 0,1-1 0 0 0,0 0 0 0 0,0 1 0 0 0,-1-1 0 0 0,1 0 0 0 0,-1 0 0 0 0,1 0 0 0 0,-1-1 0 0 0,0 1 0 0 0,1 0 0 0 0,-1 0 0 0 0,0-1 0 0 0,0 1 0 0 0,1-3 0 0 0,5-6 0 0 0,-2 0 0 0 0,1-1 0 0 0,3-13 0 0 0,-7 18 0 0 0,15-40 39 0 0,13-70 0 0 0,4-9 315 0 0,-17 84-294 0 0,-16 40-59 0 0,-1-1 0 0 0,1 0 0 0 0,0 0 0 0 0,0 1-1 0 0,0-1 1 0 0,0 1 0 0 0,0-1 0 0 0,1 1 0 0 0,-1-1 0 0 0,0 1 0 0 0,1 0 0 0 0,-1 0 0 0 0,1 0 0 0 0,-1-1 0 0 0,1 1 0 0 0,0 1 0 0 0,-1-1 0 0 0,1 0 0 0 0,0 0 0 0 0,2 0 0 0 0,-3 1 2 0 0,0 0 0 0 0,0 1 0 0 0,0-1 0 0 0,-1 0 0 0 0,1 1 0 0 0,0-1 0 0 0,0 1 0 0 0,0-1 0 0 0,0 1 0 0 0,0-1 0 0 0,-1 1 0 0 0,1 0 0 0 0,0-1 0 0 0,-1 1 0 0 0,1 0 0 0 0,0 0 0 0 0,-1 0 0 0 0,1-1 0 0 0,-1 1 0 0 0,1 0 0 0 0,-1 0 0 0 0,0 0 0 0 0,1 1 0 0 0,9 27 142 0 0,-7-18-80 0 0,5 11-11 0 0,38 93 640 0 0,-40-103-622 0 0,1 0 0 0 0,0 0 1 0 0,0 0-1 0 0,1-1 0 0 0,1 0 1 0 0,17 17-1 0 0,-25-27-69 0 0,1 1 1 0 0,-1-1-1 0 0,0 0 0 0 0,1 0 0 0 0,-1 0 1 0 0,1 0-1 0 0,-1 0 0 0 0,1-1 1 0 0,0 1-1 0 0,-1 0 0 0 0,1-1 0 0 0,0 1 1 0 0,-1-1-1 0 0,1 0 0 0 0,0 1 1 0 0,0-1-1 0 0,0 0 0 0 0,-1 0 0 0 0,1 0 1 0 0,0 0-1 0 0,3-1 0 0 0,-2 0 10 0 0,-1 0-1 0 0,1 0 0 0 0,0-1 1 0 0,-1 1-1 0 0,1-1 1 0 0,-1 0-1 0 0,0 1 0 0 0,1-1 1 0 0,-1 0-1 0 0,0 0 0 0 0,0-1 1 0 0,2-2-1 0 0,2-4 30 0 0,1-1 0 0 0,-2 1 0 0 0,0-1-1 0 0,0-1 1 0 0,6-20 0 0 0,5-47 155 0 0,-15 64-167 0 0,1 1 0 0 0,0-1 0 0 0,1 1 0 0 0,1 0-1 0 0,0 0 1 0 0,0 0 0 0 0,2 0 0 0 0,12-22 0 0 0,-18 34-29 0 0,1 0 1 0 0,-1-1-1 0 0,1 1 1 0 0,0 0-1 0 0,0 0 1 0 0,0 0-1 0 0,-1 0 1 0 0,1 0-1 0 0,0 0 1 0 0,0 1 0 0 0,0-1-1 0 0,0 0 1 0 0,1 0-1 0 0,-1 1 1 0 0,0-1-1 0 0,0 0 1 0 0,0 1-1 0 0,1-1 1 0 0,-1 1-1 0 0,0 0 1 0 0,0-1 0 0 0,1 1-1 0 0,-1 0 1 0 0,0 0-1 0 0,1 0 1 0 0,-1 0-1 0 0,0 0 1 0 0,1 0-1 0 0,-1 0 1 0 0,0 0-1 0 0,0 1 1 0 0,1-1-1 0 0,-1 0 1 0 0,0 1 0 0 0,1-1-1 0 0,-1 1 1 0 0,0-1-1 0 0,0 1 1 0 0,0 0-1 0 0,0 0 1 0 0,0-1-1 0 0,0 1 1 0 0,0 0-1 0 0,0 0 1 0 0,0 0 0 0 0,0 0-1 0 0,0 0 1 0 0,0 0-1 0 0,-1 0 1 0 0,2 2-1 0 0,5 7 17 0 0,-1 1 0 0 0,0 0 0 0 0,-1 0 0 0 0,6 15 0 0 0,-9-19 16 0 0,15 36 81 0 0,42 93 296 0 0,-50-119-404 0 0,0-2-1 0 0,1 1 1 0 0,1-1 0 0 0,0-1 0 0 0,1 0 0 0 0,14 14 0 0 0,-6-16 237 0 0,-10-13-1139 0 0</inkml:trace>
</inkml:ink>
</file>

<file path=ppt/ink/ink2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55.4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 2 368 0 0,'-3'6'505'0'0,"0"1"1"0"0,0 0-1 0 0,1-1 0 0 0,0 1 0 0 0,0 0 1 0 0,1 0-1 0 0,-2 10 0 0 0,4-16-290 0 0,0-1-1 0 0,0 1 0 0 0,-1-1 0 0 0,1 1 1 0 0,0-1-1 0 0,0 0 0 0 0,0 1 0 0 0,0-1 1 0 0,0 0-1 0 0,-1 0 0 0 0,1 0 0 0 0,0 0 1 0 0,0 1-1 0 0,0-1 0 0 0,0 0 0 0 0,0-1 1 0 0,0 1-1 0 0,0 0 0 0 0,0 0 0 0 0,-1 0 1 0 0,1 0-1 0 0,0-1 0 0 0,0 1 0 0 0,1-1 1 0 0,24-8 1107 0 0,6 0-743 0 0,0 0 1 0 0,1 3-1 0 0,0 0 0 0 0,66-1 1 0 0,-27 1-163 0 0,33-1 48 0 0,0 4 0 0 0,1 5 1 0 0,-1 4-1 0 0,132 25 0 0 0,-139-14-423 0 0,176 8 0 0 0,-235-25 71 0 0,0-2 1 0 0,0-1-1 0 0,0-2 1 0 0,0-2 0 0 0,-1-1-1 0 0,0-2 1 0 0,56-23-1 0 0,-65 20-450 0 0,-16 7-2500 0 0</inkml:trace>
</inkml:ink>
</file>

<file path=ppt/ink/ink2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56.1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151 1453 6449 0 0,'-3'-54'1241'0'0,"-3"1"-1"0"0,-21-91 1 0 0,6 40 1312 0 0,-52-388 1957 0 0,59 350-3384 0 0,8-211-1 0 0,8 255-1241 0 0,-2 93-339 0 0,0 4 285 0 0,0 1 0 0 0,0-1 0 0 0,0 1-1 0 0,0 0 1 0 0,0-1 0 0 0,0 1 0 0 0,0-1 0 0 0,0 1-1 0 0,0-1 1 0 0,0 1 0 0 0,0 0 0 0 0,0-1-1 0 0,0 1 1 0 0,0-1 0 0 0,0 1 0 0 0,0 0 0 0 0</inkml:trace>
</inkml:ink>
</file>

<file path=ppt/ink/ink2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3.5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109 4 456 0 0,'-4'-1'108'0'0,"0"0"1"0"0,1 1-1 0 0,-1-1 1 0 0,1 1-1 0 0,-1 0 0 0 0,0 0 1 0 0,1 0-1 0 0,-1 0 0 0 0,1 0 1 0 0,-1 1-1 0 0,0 0 1 0 0,1 0-1 0 0,0 0 0 0 0,-1 0 1 0 0,1 0-1 0 0,-1 1 0 0 0,-5 3 1 0 0,7-4 17 0 0,-1 1 0 0 0,0 0 0 0 0,1 0 0 0 0,-1-1-1 0 0,1 1 1 0 0,0 1 0 0 0,0-1 0 0 0,-1 0 0 0 0,2 0 0 0 0,-1 1 0 0 0,0-1 0 0 0,0 1 0 0 0,1 0 0 0 0,-1 0 0 0 0,1-1 0 0 0,0 1 0 0 0,0 0-1 0 0,0 0 1 0 0,0 0 0 0 0,0 0 0 0 0,0 5 0 0 0,2-6-68 0 0,-1 0 0 0 0,1 0 0 0 0,-1 0-1 0 0,1 0 1 0 0,0 0 0 0 0,0-1 0 0 0,0 1 0 0 0,0 0-1 0 0,0 0 1 0 0,0-1 0 0 0,0 1 0 0 0,0-1 0 0 0,1 1-1 0 0,-1-1 1 0 0,1 0 0 0 0,-1 1 0 0 0,1-1 0 0 0,-1 0-1 0 0,1 0 1 0 0,0 0 0 0 0,0 0 0 0 0,-1 0 0 0 0,1-1-1 0 0,0 1 1 0 0,0 0 0 0 0,0-1 0 0 0,4 1 0 0 0,8 3 273 0 0,0-2 1 0 0,24 2 0 0 0,-29-3-177 0 0,563 41 4019 0 0,83-12-2912 0 0,-207-43 914 0 0,-132 5-1354 0 0,-315 7-938 0 0,0 1 0 0 0,1 0 1 0 0,-1 0-1 0 0,0 0 0 0 0,1 0 1 0 0,-1 0-1 0 0,0 0 1 0 0,1 0-1 0 0,-1 0 0 0 0,0 0 1 0 0,0 1-1 0 0,1-1 0 0 0,-1 0 1 0 0,0 1-1 0 0,0-1 1 0 0,1 1-1 0 0,-1 0 0 0 0,0-1 1 0 0,0 1-1 0 0,0 0 0 0 0,0 0 1 0 0,0 0-1 0 0,0-1 1 0 0,0 1-1 0 0,0 0 0 0 0,0 0 1 0 0,-1 0-1 0 0,1 1 1 0 0,0-1-1 0 0,-1 0 0 0 0,1 0 1 0 0,0 2-1 0 0</inkml:trace>
</inkml:ink>
</file>

<file path=ppt/ink/ink2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4.4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10 456 3681 0 0,'-3'-12'164'0'0,"1"-1"1"0"0,0 0-1 0 0,1 0 1 0 0,0 0-1 0 0,1 0 1 0 0,0-1-1 0 0,1 1 1 0 0,5-19-1 0 0,-3 2 668 0 0,1-10 225 0 0,-4 21-263 0 0,2 0 0 0 0,0 0 0 0 0,1 0 0 0 0,1 0 1 0 0,10-25-1 0 0,-14 43-713 0 0,0 0 0 0 0,0 0 0 0 0,0 0 0 0 0,1 1 0 0 0,-1-1 0 0 0,0 0 0 0 0,1 0 0 0 0,-1 1 0 0 0,1-1 0 0 0,-1 0 0 0 0,1 1 0 0 0,-1-1 0 0 0,1 0 0 0 0,0 1 0 0 0,-1-1 0 0 0,1 1 0 0 0,0-1 1 0 0,-1 1-1 0 0,1-1 0 0 0,0 1 0 0 0,0-1 0 0 0,-1 1 0 0 0,1 0 0 0 0,0-1 0 0 0,1 1 0 0 0,-1 0-49 0 0,0 1 0 0 0,0-1 0 0 0,0 0 0 0 0,0 1 0 0 0,0-1 0 0 0,-1 1 0 0 0,1 0 0 0 0,0-1 0 0 0,0 1-1 0 0,-1 0 1 0 0,1-1 0 0 0,0 1 0 0 0,-1 0 0 0 0,1 0 0 0 0,0-1 0 0 0,-1 1 0 0 0,1 0 0 0 0,0 1 0 0 0,19 53-373 0 0,-17-45 516 0 0,5 13-208 0 0,1 0-1 0 0,15 25 1 0 0,-20-41 25 0 0,0-1-1 0 0,0 1 1 0 0,1-1 0 0 0,-1 0-1 0 0,1 0 1 0 0,1-1 0 0 0,-1 1-1 0 0,1-1 1 0 0,0 0 0 0 0,0-1-1 0 0,9 5 1 0 0,-14-8 7 0 0,0-1 0 0 0,0 1 0 0 0,0-1 0 0 0,1 1 0 0 0,-1-1 0 0 0,0 0 0 0 0,0 1-1 0 0,1-1 1 0 0,-1 0 0 0 0,0 0 0 0 0,0 0 0 0 0,1 0 0 0 0,-1 0 0 0 0,0 0 0 0 0,1-1 0 0 0,-1 1 0 0 0,0 0 0 0 0,0-1 0 0 0,0 1 0 0 0,1-1 0 0 0,0 0 0 0 0,1-1-5 0 0,0 1 0 0 0,-1-1 1 0 0,0 0-1 0 0,0 0 0 0 0,1-1 1 0 0,-1 1-1 0 0,-1 0 0 0 0,5-6 1 0 0,1-5-12 0 0,-1 0 1 0 0,0 0-1 0 0,5-16 1 0 0,-8 20 24 0 0,1-5 115 0 0,0 0 1 0 0,-1-1-1 0 0,-1 1 0 0 0,0-1 1 0 0,-1-19-1 0 0,3-15 861 0 0,-4 48-973 0 0,0 0 0 0 0,0 1-1 0 0,0-1 1 0 0,0 0 0 0 0,0 1-1 0 0,0-1 1 0 0,0 0 0 0 0,0 1-1 0 0,0-1 1 0 0,1 0 0 0 0,-1 1-1 0 0,0-1 1 0 0,1 0-1 0 0,-1 1 1 0 0,0-1 0 0 0,1 1-1 0 0,-1-1 1 0 0,1 0 0 0 0,-1 1-1 0 0,1-1 1 0 0,-1 1 0 0 0,1-1-1 0 0,-1 1 1 0 0,2-1 0 0 0,-2 1 9 0 0,1 0 0 0 0,0 0 0 0 0,0 0 0 0 0,-1 0 1 0 0,1 0-1 0 0,0 1 0 0 0,-1-1 0 0 0,1 0 0 0 0,0 0 1 0 0,-1 1-1 0 0,1-1 0 0 0,-1 0 0 0 0,1 1 0 0 0,0-1 1 0 0,-1 0-1 0 0,1 1 0 0 0,-1-1 0 0 0,1 1 0 0 0,0 0 1 0 0,21 30 509 0 0,-10 0-548 0 0,-2 1-1 0 0,7 39 1 0 0,-12-46 1 0 0,1-1 0 0 0,1 0 0 0 0,1-1 1 0 0,1 1-1 0 0,17 30 0 0 0,-26-52 13 0 0,1 0 1 0 0,0-1 0 0 0,0 1 0 0 0,0-1-1 0 0,0 1 1 0 0,0-1 0 0 0,0 0 0 0 0,1 0 0 0 0,-1 1-1 0 0,0-1 1 0 0,1 0 0 0 0,-1 0 0 0 0,0 0-1 0 0,1 0 1 0 0,-1 0 0 0 0,1-1 0 0 0,0 1 0 0 0,-1 0-1 0 0,1-1 1 0 0,0 1 0 0 0,2 0 0 0 0,-3-2 1 0 0,1 1 0 0 0,-1-1-1 0 0,0 1 1 0 0,1-1 0 0 0,-1 0 0 0 0,0 1 0 0 0,0-1 0 0 0,1 0 0 0 0,-1 0 0 0 0,0 0 0 0 0,0 0 0 0 0,0 0 0 0 0,0 0 0 0 0,0 0 0 0 0,0-1 0 0 0,0 1 0 0 0,-1 0 0 0 0,1 0 0 0 0,0-1 0 0 0,-1 1 0 0 0,1-1 0 0 0,-1 1 0 0 0,1 0 0 0 0,-1-1 0 0 0,1-2 0 0 0,9-31-26 0 0,8-26-230 0 0,2 0 0 0 0,3 2 0 0 0,44-84-1 0 0,-64 138 241 0 0,1-1-1 0 0,0 1 1 0 0,0-1-1 0 0,0 1 1 0 0,10-8-1 0 0,-14 12 20 0 0,1 1-1 0 0,0-1 1 0 0,0 0-1 0 0,-1 1 1 0 0,1-1 0 0 0,0 1-1 0 0,0-1 1 0 0,0 1-1 0 0,0-1 1 0 0,0 1-1 0 0,-1 0 1 0 0,1-1 0 0 0,0 1-1 0 0,0 0 1 0 0,0 0-1 0 0,0 0 1 0 0,0-1-1 0 0,0 1 1 0 0,0 0-1 0 0,0 1 1 0 0,0-1 0 0 0,0 0-1 0 0,0 0 1 0 0,0 0-1 0 0,0 0 1 0 0,0 1-1 0 0,0-1 1 0 0,0 0 0 0 0,-1 1-1 0 0,1-1 1 0 0,0 1-1 0 0,0-1 1 0 0,0 1-1 0 0,0-1 1 0 0,-1 1 0 0 0,1 0-1 0 0,0-1 1 0 0,-1 1-1 0 0,1 0 1 0 0,0 0-1 0 0,-1-1 1 0 0,1 1-1 0 0,-1 0 1 0 0,1 0 0 0 0,-1 0-1 0 0,0 0 1 0 0,1 1-1 0 0,18 42 233 0 0,-3 2-1 0 0,-1 0 1 0 0,12 71-1 0 0,-18-79-185 0 0,-2 8-47 0 0,-6-34 0 0 0,1 1 0 0 0,0-1 0 0 0,1 0 0 0 0,1 1 0 0 0,5 13 0 0 0,-9-25-21 0 0,1 0 1 0 0,-1-1 0 0 0,1 1-1 0 0,-1 0 1 0 0,1 0 0 0 0,-1 0 0 0 0,1 0-1 0 0,-1-1 1 0 0,1 1 0 0 0,0 0 0 0 0,-1-1-1 0 0,1 1 1 0 0,0 0 0 0 0,0-1 0 0 0,-1 1-1 0 0,1-1 1 0 0,0 1 0 0 0,0-1 0 0 0,0 0-1 0 0,0 1 1 0 0,0-1 0 0 0,0 0-1 0 0,-1 1 1 0 0,1-1 0 0 0,0 0 0 0 0,0 0-1 0 0,2 0 1 0 0,-1 0-87 0 0,0-1-1 0 0,0 0 0 0 0,0 1 1 0 0,0-1-1 0 0,0 0 1 0 0,0 0-1 0 0,0 0 0 0 0,0-1 1 0 0,0 1-1 0 0,0 0 1 0 0,2-3-1 0 0,4-5-463 0 0,0 0-1 0 0,0 0 0 0 0,9-16 1 0 0,20-46-3026 0 0,-27 54 320 0 0</inkml:trace>
</inkml:ink>
</file>

<file path=ppt/ink/ink2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4.87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22 1376 0 0,'-1'2'91'0'0,"0"0"-1"0"0,0 0 1 0 0,0 0-1 0 0,1 0 1 0 0,-1 0-1 0 0,1 1 0 0 0,-1-1 1 0 0,1 0-1 0 0,0 0 1 0 0,-1 0-1 0 0,1 0 1 0 0,0 0-1 0 0,0 1 1 0 0,1-1-1 0 0,-1 0 0 0 0,0 0 1 0 0,1 0-1 0 0,0 0 1 0 0,-1 0-1 0 0,1 0 1 0 0,0 0-1 0 0,0 0 1 0 0,0 0-1 0 0,0 0 1 0 0,0 0-1 0 0,0 0 0 0 0,1-1 1 0 0,-1 1-1 0 0,1 0 1 0 0,-1-1-1 0 0,3 2 1 0 0,-1 0 241 0 0,-1-1 1 0 0,1 0 0 0 0,-1-1 0 0 0,1 1-1 0 0,0 0 1 0 0,0-1 0 0 0,0 0-1 0 0,0 1 1 0 0,0-1 0 0 0,0 0 0 0 0,0-1-1 0 0,0 1 1 0 0,0 0 0 0 0,1-1-1 0 0,-1 0 1 0 0,0 0 0 0 0,0 0 0 0 0,1 0-1 0 0,-1 0 1 0 0,0-1 0 0 0,4 0-1 0 0,40-15 1022 0 0,1 1 0 0 0,95-14-1 0 0,359 1 557 0 0,-151 14-827 0 0,-27 15-914 0 0,-128 5-90 0 0,-52-12-173 0 0,52 2-345 0 0,-180 7-225 0 0,9 1-524 0 0,-15-6-3179 0 0</inkml:trace>
</inkml:ink>
</file>

<file path=ppt/ink/ink2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5.2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0 1376 0 0,'-1'3'401'0'0,"0"0"0"0"0,1 0 0 0 0,0 0 0 0 0,0 0-1 0 0,0 0 1 0 0,0 0 0 0 0,0 0 0 0 0,0 0 0 0 0,1 0 0 0 0,-1 0-1 0 0,1 0 1 0 0,0 0 0 0 0,2 3 0 0 0,0 7 1007 0 0,37 234 6717 0 0,17 125-7402 0 0,5 133-657 0 0,-31-232-68 0 0,-8-30-27 0 0,24 158 58 0 0,-45-389-79 0 0,-2-8-31 0 0,1 1-1 0 0,-1 0 1 0 0,1-1 0 0 0,0 1-1 0 0,0 0 1 0 0,1-1 0 0 0,-1 0-1 0 0,1 1 1 0 0,0-1 0 0 0,4 6-1 0 0,-6-10-86 0 0,0-1-1 0 0,0 1 0 0 0,1-1 0 0 0,-1 1 0 0 0,0-1 0 0 0,0 0 0 0 0,0 1 0 0 0,0-1 0 0 0,0 1 0 0 0,0-1 0 0 0,0 1 0 0 0,0-1 0 0 0,0 1 0 0 0,0-1 0 0 0,0 0 0 0 0,0 1 0 0 0,0-1 0 0 0,0 1 1 0 0,0-1-1 0 0,0 1 0 0 0,-1-1 0 0 0</inkml:trace>
</inkml:ink>
</file>

<file path=ppt/ink/ink2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6.0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87 27 2304 0 0,'-3'1'160'0'0,"-1"0"-1"0"0,1 1 0 0 0,-1-1 1 0 0,1 1-1 0 0,0 0 0 0 0,0 0 1 0 0,0 0-1 0 0,0 0 0 0 0,0 1 1 0 0,0-1-1 0 0,1 1 0 0 0,-1-1 1 0 0,1 1-1 0 0,0 0 0 0 0,0 0 1 0 0,-3 5-1 0 0,-28 58 2059 0 0,32-63-2047 0 0,1-2-98 0 0,-1 0 1 0 0,1-1-1 0 0,0 1 1 0 0,0 0 0 0 0,0 0-1 0 0,0 0 1 0 0,-1-1 0 0 0,1 1-1 0 0,0 0 1 0 0,1 0-1 0 0,-1 0 1 0 0,0-1 0 0 0,0 1-1 0 0,0 0 1 0 0,0 0 0 0 0,1 0-1 0 0,-1-1 1 0 0,0 1 0 0 0,1 0-1 0 0,-1-1 1 0 0,0 1-1 0 0,1 0 1 0 0,-1-1 0 0 0,1 1-1 0 0,-1 0 1 0 0,1-1 0 0 0,0 1-1 0 0,-1-1 1 0 0,1 1-1 0 0,-1-1 1 0 0,1 1 0 0 0,0-1-1 0 0,-1 1 1 0 0,1-1 0 0 0,0 0-1 0 0,0 0 1 0 0,-1 1-1 0 0,1-1 1 0 0,0 0 0 0 0,0 0-1 0 0,0 0 1 0 0,-1 0 0 0 0,1 1-1 0 0,0-1 1 0 0,0 0-1 0 0,0-1 1 0 0,-1 1 0 0 0,1 0-1 0 0,0 0 1 0 0,0 0 0 0 0,0 0-1 0 0,-1-1 1 0 0,1 1 0 0 0,0 0-1 0 0,0-1 1 0 0,-1 1-1 0 0,1 0 1 0 0,0-1 0 0 0,-1 1-1 0 0,1-1 1 0 0,0 0 0 0 0,3-3 347 0 0,0 1 1 0 0,0-1 0 0 0,1 1 0 0 0,-1 0 0 0 0,1 1 0 0 0,-1-1 0 0 0,6-1 0 0 0,6-1-527 0 0,-1 0 1 0 0,26-4 0 0 0,-27 6 446 0 0,31-6-86 0 0,161-26 717 0 0,9 8 70 0 0,-89 9-655 0 0,200-2 0 0 0,324 56 240 0 0,-224-8-159 0 0,-370-24 31 0 0,106 23 0 0 0,-156-25-495 0 0,1-1 0 0 0,-1 0 0 0 0,0 0-1 0 0,1-1 1 0 0,-1 1 0 0 0,1-1-1 0 0,-1-1 1 0 0,1 1 0 0 0,-1-1 0 0 0,1 0-1 0 0,-1-1 1 0 0,9-2 0 0 0,-14 4-63 0 0,-1-1 1 0 0,0 1-1 0 0,1 0 0 0 0,-1 0 1 0 0,0-1-1 0 0,0 1 0 0 0,1 0 1 0 0,-1-1-1 0 0,0 1 1 0 0,0 0-1 0 0,0 0 0 0 0,1-1 1 0 0,-1 1-1 0 0,0-1 1 0 0,0 1-1 0 0,0 0 0 0 0,0-1 1 0 0,0 1-1 0 0,0 0 0 0 0,0-1 1 0 0,0 1-1 0 0,0 0 1 0 0,0-1-1 0 0,0 1 0 0 0,0-1 1 0 0,0 1-1 0 0,0 0 1 0 0,0-1-1 0 0,0 1 0 0 0,-2-4-1379 0 0</inkml:trace>
</inkml:ink>
</file>

<file path=ppt/ink/ink2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6.4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49 199 3225 0 0,'-1'0'-17'0'0,"0"-1"0"0"0,-1 1 0 0 0,1 0 1 0 0,0 0-1 0 0,0 0 0 0 0,-1 0 1 0 0,1 0-1 0 0,0 0 0 0 0,0 1 0 0 0,0-1 1 0 0,-1 0-1 0 0,1 0 0 0 0,0 1 0 0 0,0-1 1 0 0,0 1-1 0 0,0-1 0 0 0,0 1 0 0 0,0 0 1 0 0,0-1-1 0 0,0 1 0 0 0,0 0 0 0 0,0 0 1 0 0,0-1-1 0 0,0 1 0 0 0,0 0 0 0 0,1 0 1 0 0,-1 0-1 0 0,0 0 0 0 0,1 0 0 0 0,-1 0 1 0 0,1 0-1 0 0,-1 1 0 0 0,1-1 1 0 0,-1 0-1 0 0,1 0 0 0 0,0 0 0 0 0,-1 3 1 0 0,-2 6 354 0 0,0 1 0 0 0,1 0-1 0 0,0 0 1 0 0,0 0 0 0 0,1 0 0 0 0,1 1 0 0 0,0-1 0 0 0,0 0 0 0 0,1 0 0 0 0,1 0 0 0 0,0 0 0 0 0,4 14 0 0 0,-4-19-200 0 0,0-1 0 0 0,0 0-1 0 0,0 0 1 0 0,1 0 0 0 0,0 0 0 0 0,-1 0-1 0 0,2-1 1 0 0,-1 1 0 0 0,1-1 0 0 0,-1 0-1 0 0,8 6 1 0 0,-8-7-118 0 0,0-1 1 0 0,1 0-1 0 0,-1 0 1 0 0,1-1-1 0 0,0 1 0 0 0,0-1 1 0 0,-1 1-1 0 0,1-1 0 0 0,0 0 1 0 0,0-1-1 0 0,0 1 1 0 0,0-1-1 0 0,0 1 0 0 0,0-1 1 0 0,0 0-1 0 0,0-1 1 0 0,6 0-1 0 0,-4-1 105 0 0,0 0 0 0 0,-1 0-1 0 0,1 0 1 0 0,-1-1 0 0 0,0 1 0 0 0,1-1 0 0 0,-1-1-1 0 0,-1 1 1 0 0,1-1 0 0 0,0 0 0 0 0,-1 0 0 0 0,0 0 0 0 0,0 0-1 0 0,0-1 1 0 0,-1 0 0 0 0,1 1 0 0 0,3-8 0 0 0,5-11 686 0 0,0 0 0 0 0,13-37 1 0 0,-20 46-521 0 0,0 0 0 0 0,-1-1 1 0 0,-1 1-1 0 0,0-1 0 0 0,-1 0 0 0 0,-1 0 1 0 0,0 0-1 0 0,-1 0 0 0 0,-2-22 1 0 0,1 32-201 0 0,0-1 0 0 0,0 1 1 0 0,0-1-1 0 0,-1 1 1 0 0,0-1-1 0 0,0 1 1 0 0,-1 0-1 0 0,1 0 1 0 0,-1 0-1 0 0,0 0 0 0 0,0 0 1 0 0,-1 1-1 0 0,1-1 1 0 0,-1 1-1 0 0,0 0 1 0 0,0 0-1 0 0,-1 0 1 0 0,1 1-1 0 0,-1 0 1 0 0,0 0-1 0 0,0 0 0 0 0,0 0 1 0 0,0 1-1 0 0,0-1 1 0 0,-1 1-1 0 0,1 1 1 0 0,-10-3-1 0 0,11 3-166 0 0,-1 1-1 0 0,1-1 0 0 0,0 1 1 0 0,-1 0-1 0 0,1 1 1 0 0,-1-1-1 0 0,1 0 1 0 0,0 1-1 0 0,0 0 1 0 0,-1 0-1 0 0,1 1 1 0 0,0-1-1 0 0,-4 3 1 0 0,-5 4-892 0 0</inkml:trace>
</inkml:ink>
</file>

<file path=ppt/ink/ink2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7.9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18 106 6913 0 0,'0'0'529'0'0,"-2"0"-397"0"0,2 0-80 0 0,-1-1 0 0 0,1 1 0 0 0,-1 0 1 0 0,1 0-1 0 0,-1 0 0 0 0,1 0 0 0 0,-1 0 1 0 0,1 0-1 0 0,-1 0 0 0 0,1 0 0 0 0,-1 0 1 0 0,1 0-1 0 0,-1 1 0 0 0,1-1 0 0 0,-1 0 1 0 0,1 0-1 0 0,-1 0 0 0 0,1 0 0 0 0,0 1 1 0 0,-1-1-1 0 0,1 0 0 0 0,-1 1 0 0 0,1-1 1 0 0,0 0-1 0 0,-1 1 0 0 0,1-1 1 0 0,-1 0-1 0 0,1 1 0 0 0,0-1 0 0 0,0 1 1 0 0,-1-1-1 0 0,1 0 0 0 0,0 1 0 0 0,0-1 1 0 0,-1 1-1 0 0,1-1 0 0 0,0 1 0 0 0,0-1 1 0 0,0 1-1 0 0,0-1 0 0 0,0 1 0 0 0,0-1 1 0 0,0 1-1 0 0,0-1 0 0 0,0 1 0 0 0,0-1 1 0 0,0 1-1 0 0,0-1 0 0 0,0 1 0 0 0,0-1 1 0 0,1 1-1 0 0,-1-1 0 0 0,0 1 0 0 0,0-1 1 0 0,0 1-1 0 0,1-1 0 0 0,-1 1 0 0 0,0-1 1 0 0,1 0-1 0 0,-1 1 0 0 0,1 0 0 0 0,24 28 1970 0 0,-5-12-1904 0 0,-2 2 1 0 0,0 0-1 0 0,-2 1 1 0 0,18 26-1 0 0,50 94 904 0 0,-52-83-394 0 0,40 54-1 0 0,-59-94-554 0 0,0 0-1 0 0,1-2 0 0 0,1 0 1 0 0,1 0-1 0 0,0-2 1 0 0,0 0-1 0 0,25 15 0 0 0,-38-27-60 0 0,-1 1 0 0 0,1 0 0 0 0,0-1 0 0 0,0 0 0 0 0,0 0 0 0 0,0 0 0 0 0,0 0 0 0 0,0 0 0 0 0,0 0 0 0 0,0-1 0 0 0,0 0 0 0 0,0 0 0 0 0,0 1 0 0 0,0-2 0 0 0,1 1 0 0 0,3-1 0 0 0,-5 0 3 0 0,0 0 0 0 0,0 0 0 0 0,0 0 0 0 0,0 0 0 0 0,-1 0 0 0 0,1 0 0 0 0,0-1 0 0 0,-1 1 0 0 0,1-1 0 0 0,-1 1 0 0 0,0-1 1 0 0,1 0-1 0 0,-1 0 0 0 0,0 1 0 0 0,0-1 0 0 0,0 0 0 0 0,0 0 0 0 0,0 0 0 0 0,-1 0 0 0 0,1 0 0 0 0,-1 0 0 0 0,1 0 0 0 0,-1 0 0 0 0,1-1 0 0 0,-1-1 0 0 0,3-45 360 0 0,-1 1 0 0 0,-2-1 0 0 0,-9-61 0 0 0,3 40-417 0 0,5 67 31 0 0,-5-165-1125 0 0,6 145 118 0 0,2 1 0 0 0,0 0 0 0 0,2 0 0 0 0,0 0 0 0 0,12-32 0 0 0,-8 34-3198 0 0</inkml:trace>
</inkml:ink>
</file>

<file path=ppt/ink/ink2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8.3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 95 2961 0 0,'-1'-2'85'0'0,"-1"0"-1"0"0,1 0 1 0 0,0-1 0 0 0,0 1 0 0 0,0 0 0 0 0,0 0 0 0 0,0-1 0 0 0,0 1-1 0 0,0-1 1 0 0,0-3 0 0 0,-10-18 6904 0 0,10 34-5671 0 0,1 9-348 0 0,5 10-492 0 0,3 19 126 0 0,22 70 0 0 0,-27-105-581 0 0,2-1 0 0 0,-1 0 1 0 0,2-1-1 0 0,0 1 0 0 0,0-1 0 0 0,1 0 1 0 0,0-1-1 0 0,1 1 0 0 0,0-1 0 0 0,18 16 1 0 0,-23-24-20 0 0,-1 1 1 0 0,1-2 0 0 0,-1 1 0 0 0,1 0 0 0 0,0 0 0 0 0,0-1 0 0 0,0 0 0 0 0,0 1 0 0 0,0-1 0 0 0,0 0 0 0 0,0-1-1 0 0,0 1 1 0 0,0 0 0 0 0,0-1 0 0 0,1 0 0 0 0,-1 0 0 0 0,0 0 0 0 0,4 0 0 0 0,-5-1-16 0 0,0 0 1 0 0,0 1-1 0 0,0-1 1 0 0,0 0-1 0 0,-1 0 0 0 0,1-1 1 0 0,0 1-1 0 0,0 0 1 0 0,-1-1-1 0 0,1 1 1 0 0,-1-1-1 0 0,1 1 0 0 0,-1-1 1 0 0,0 0-1 0 0,0 0 1 0 0,1 1-1 0 0,-1-1 1 0 0,0 0-1 0 0,-1 0 0 0 0,1 0 1 0 0,0 0-1 0 0,-1 0 1 0 0,1 0-1 0 0,-1 0 0 0 0,1-1 1 0 0,-1 1-1 0 0,0 0 1 0 0,0-3-1 0 0,0-9 1 0 0,0 0-1 0 0,-1 1 1 0 0,0-1-1 0 0,-1 0 1 0 0,-1 1 0 0 0,0-1-1 0 0,-1 1 1 0 0,-10-25-1 0 0,-8-9 101 0 0,-28-45-1 0 0,36 67-130 0 0,10 19-2 0 0,1-1-110 0 0,-1 0-1 0 0,0 0 1 0 0,-1 1-1 0 0,0 0 1 0 0,-9-10-1 0 0,2 7-734 0 0</inkml:trace>
</inkml:ink>
</file>

<file path=ppt/ink/ink2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8.7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2304 0 0,'12'25'3947'0'0,"8"33"-548"0"0,-11-29-1838 0 0,24 50 1 0 0,-29-72-1444 0 0,0 0 0 0 0,0 0 1 0 0,1 0-1 0 0,0-1 1 0 0,0 1-1 0 0,0-1 1 0 0,1 0-1 0 0,-1-1 0 0 0,2 0 1 0 0,-1 0-1 0 0,12 8 1 0 0,-15-12-153 0 0,-1 1 0 0 0,0-1 0 0 0,0 0 0 0 0,1 0 0 0 0,-1 0 0 0 0,1 0 0 0 0,-1 0 0 0 0,1-1 0 0 0,-1 1 0 0 0,1-1 0 0 0,-1 0 0 0 0,1 1 0 0 0,-1-1 0 0 0,1 0 0 0 0,0 0 0 0 0,-1-1 0 0 0,1 1 0 0 0,-1-1 1 0 0,1 1-1 0 0,-1-1 0 0 0,1 0 0 0 0,-1 0 0 0 0,1 0 0 0 0,-1 0 0 0 0,0 0 0 0 0,1 0 0 0 0,-1-1 0 0 0,0 1 0 0 0,0-1 0 0 0,0 0 0 0 0,0 1 0 0 0,-1-1 0 0 0,1 0 0 0 0,0 0 0 0 0,-1 0 0 0 0,1 0 0 0 0,-1-1 0 0 0,1 1 0 0 0,-1 0 0 0 0,0-1 0 0 0,1-3 0 0 0,4-11-116 0 0,0 0 0 0 0,-1-1-1 0 0,-1 1 1 0 0,3-32-1 0 0,-5 37 492 0 0,0-1-229 0 0,7-41 285 0 0,-8 52-370 0 0,0-1 0 0 0,-1 1 1 0 0,1-1-1 0 0,0 1 0 0 0,0 0 0 0 0,0-1 1 0 0,1 1-1 0 0,-1 0 0 0 0,0 0 0 0 0,1 0 0 0 0,-1 0 1 0 0,1 0-1 0 0,0 0 0 0 0,0 0 0 0 0,0 1 0 0 0,0-1 1 0 0,3-1-1 0 0,-4 2 8 0 0,1 1-1 0 0,-1 0 1 0 0,0 0 0 0 0,1-1-1 0 0,-1 1 1 0 0,1 0 0 0 0,-1 0 0 0 0,0 1-1 0 0,1-1 1 0 0,-1 0 0 0 0,0 0-1 0 0,1 1 1 0 0,-1-1 0 0 0,0 1 0 0 0,1-1-1 0 0,-1 1 1 0 0,0-1 0 0 0,0 1-1 0 0,0 0 1 0 0,1 0 0 0 0,-1-1 0 0 0,0 1-1 0 0,0 0 1 0 0,0 0 0 0 0,0 0-1 0 0,-1 0 1 0 0,3 2 0 0 0,22 36 1117 0 0,-20-31-834 0 0,0 0-37 0 0,5 9 109 0 0,0 0 0 0 0,20 22 0 0 0,-27-35-624 0 0,1 0 0 0 0,0 0-1 0 0,0-1 1 0 0,0 1 0 0 0,1-1-1 0 0,-1 0 1 0 0,1 0 0 0 0,0 0 0 0 0,-1-1-1 0 0,1 0 1 0 0,1 0 0 0 0,-1 0 0 0 0,9 2-1 0 0,-12-4 16 0 0,0 0 0 0 0,1-1 0 0 0,-1 1-1 0 0,0-1 1 0 0,0 1 0 0 0,0-1 0 0 0,0 0 0 0 0,0 1-1 0 0,0-1 1 0 0,0 0 0 0 0,0 0 0 0 0,0-1-1 0 0,-1 1 1 0 0,1 0 0 0 0,0-1 0 0 0,-1 1 0 0 0,1-1-1 0 0,-1 1 1 0 0,1-1 0 0 0,-1 0 0 0 0,0 0-1 0 0,0 1 1 0 0,0-1 0 0 0,0 0 0 0 0,0 0 0 0 0,0 0-1 0 0,0 0 1 0 0,1-4 0 0 0,3-11-2687 0 0</inkml:trace>
</inkml:ink>
</file>

<file path=ppt/ink/ink2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9.1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1 122 2761 0 0,'0'-19'215'0'0,"-1"7"172"0"0,1 0-1 0 0,0 1 0 0 0,1-1 1 0 0,0 0-1 0 0,1 1 1 0 0,11-22 2707 0 0,-13 33-3050 0 0,5 12 1516 0 0,5 21 54 0 0,-9-30-1277 0 0,43 178 3325 0 0,11 43-1635 0 0,-42-178-1896 0 0,-3-5-626 0 0,2 0 1 0 0,2-1-1 0 0,2 0 1 0 0,26 48-1 0 0,-28-67-1041 0 0</inkml:trace>
</inkml:ink>
</file>

<file path=ppt/ink/ink2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9.5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1 270 5529 0 0,'40'-29'2111'0'0,"62"-29"-2875"0"0,127-97 0 0 0,-195 128-35 0 0</inkml:trace>
</inkml:ink>
</file>

<file path=ppt/ink/ink2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10.8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66 54 920 0 0,'-23'-18'328'0'0,"-19"-17"6680"0"0,65 60-5394 0 0,0 1-1 0 0,-2 1 0 0 0,20 35 0 0 0,50 100-1167 0 0,-21-36-144 0 0,-43-79-562 0 0,2-2 0 0 0,1-1 0 0 0,43 47 1 0 0,-39-62-1117 0 0,-13-12-2367 0 0,-8-5-283 0 0</inkml:trace>
</inkml:ink>
</file>

<file path=ppt/ink/ink2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11.3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1 236 3785 0 0,'0'-14'-96'0'0,"-1"-8"569"0"0,2-1 0 0 0,0 0 0 0 0,8-38 0 0 0,-8 56-215 0 0,0 0 0 0 0,0 1 0 0 0,1-1 0 0 0,0 0 0 0 0,0 0 0 0 0,0 1 0 0 0,0-1 0 0 0,1 1-1 0 0,0 0 1 0 0,0-1 0 0 0,0 1 0 0 0,0 1 0 0 0,1-1 0 0 0,-1 0 0 0 0,1 1 0 0 0,0 0 0 0 0,0 0 0 0 0,0 0-1 0 0,1 0 1 0 0,-1 1 0 0 0,1-1 0 0 0,7-2 0 0 0,-9 4-188 0 0,0 1-1 0 0,-1 0 1 0 0,1-1-1 0 0,-1 1 1 0 0,1 0-1 0 0,0 0 1 0 0,-1 1-1 0 0,1-1 1 0 0,-1 1-1 0 0,1-1 1 0 0,-1 1-1 0 0,1 0 1 0 0,-1-1-1 0 0,1 1 1 0 0,-1 1-1 0 0,0-1 1 0 0,0 0-1 0 0,1 0 1 0 0,-1 1-1 0 0,0 0 1 0 0,0-1-1 0 0,0 1 1 0 0,0 0-1 0 0,-1 0 1 0 0,1 0-1 0 0,0 0 1 0 0,-1 0-1 0 0,3 4 1 0 0,4 8 22 0 0,-1 0 1 0 0,0 0-1 0 0,8 24 0 0 0,-10-25-35 0 0,12 35-144 0 0,15 65 1 0 0,-22-65 107 0 0,-2 0 0 0 0,-2 1 1 0 0,0 56-1 0 0,-7-103-24 0 0,1-1 0 0 0,0 0 0 0 0,0 0 0 0 0,0 0 0 0 0,0 1 0 0 0,0-1 0 0 0,0 0 1 0 0,0 0-1 0 0,0 1 0 0 0,0-1 0 0 0,1 0 0 0 0,-1 0 0 0 0,0 0 0 0 0,1 1 0 0 0,-1-1 0 0 0,1 0 0 0 0,-1 0 0 0 0,1 0 0 0 0,0 0 0 0 0,0 0 1 0 0,-1 0-1 0 0,1 0 0 0 0,0 0 0 0 0,0 0 0 0 0,0-1 0 0 0,0 1 0 0 0,0 0 0 0 0,0 0 0 0 0,0-1 0 0 0,0 1 0 0 0,0-1 0 0 0,0 1 0 0 0,0-1 1 0 0,1 1-1 0 0,-1-1 0 0 0,0 0 0 0 0,0 1 0 0 0,1-1 0 0 0,1 0 0 0 0,4-1 21 0 0,-1 0 1 0 0,1 0-1 0 0,0-1 0 0 0,0 0 0 0 0,-1 0 1 0 0,8-3-1 0 0,-4 1 51 0 0,21-8-315 0 0,-1-2-1 0 0,43-26 1 0 0,-52 27-1434 0 0,-1-2 1 0 0,19-16 0 0 0,-21 15-1514 0 0</inkml:trace>
</inkml:ink>
</file>

<file path=ppt/ink/ink2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11.7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0 6913 0 0,'0'1'-24'0'0,"-1"-1"-1"0"0,1 0 0 0 0,0 0 1 0 0,0 0-1 0 0,-1 0 0 0 0,1 0 1 0 0,0 1-1 0 0,-1-1 0 0 0,1 0 1 0 0,0 0-1 0 0,0 0 0 0 0,-1 1 1 0 0,1-1-1 0 0,0 0 0 0 0,0 0 0 0 0,-1 1 1 0 0,1-1-1 0 0,0 0 0 0 0,0 1 1 0 0,0-1-1 0 0,0 0 0 0 0,0 1 1 0 0,-1-1-1 0 0,1 0 0 0 0,0 1 1 0 0,0-1-1 0 0,0 0 0 0 0,0 1 0 0 0,0-1 1 0 0,0 0-1 0 0,0 1 0 0 0,0-1 1 0 0,0 0-1 0 0,0 1 0 0 0,1-1 1 0 0,6 20 755 0 0,24 26 2303 0 0,-20-29-2374 0 0,28 43 556 0 0,74 88-1 0 0,-111-145-1415 0 0,1 1-1 0 0,0-1 0 0 0,-1 0 1 0 0,1 0-1 0 0,1-1 0 0 0,-1 1 1 0 0,0-1-1 0 0,1 1 0 0 0,-1-1 1 0 0,1 0-1 0 0,0 0 0 0 0,0-1 1 0 0,-1 1-1 0 0,1-1 0 0 0,0 0 1 0 0,7 2-1 0 0,-2-5-3364 0 0</inkml:trace>
</inkml:ink>
</file>

<file path=ppt/ink/ink2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12.1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34 3 6449 0 0,'-3'-1'-138'0'0,"-21"0"1578"0"0,17 4-173 0 0,13 8-310 0 0,2-6-1312 0 0,1 1-1 0 0,-1-2 0 0 0,1 1 0 0 0,0-1 0 0 0,0-1 1 0 0,0 0-1 0 0,1 0 0 0 0,-1-1 0 0 0,19 3 0 0 0,-9-3 324 0 0</inkml:trace>
</inkml:ink>
</file>

<file path=ppt/ink/ink2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13.0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2 3225 0 0,'-8'-1'5694'0'0,"18"22"-3145"0"0,-8-17-3024 0 0,16 31 1711 0 0,1-1-1 0 0,27 37 1 0 0,10 18 35 0 0,-28-35-1028 0 0,-13-24-133 0 0,25 40-1 0 0,-36-63-427 0 0,2 0 1 0 0,-1 0-1 0 0,1-1 0 0 0,0 1 1 0 0,0-1-1 0 0,0-1 0 0 0,1 1 1 0 0,0-1-1 0 0,0 0 0 0 0,11 5 1 0 0,-4-6-2589 0 0,-14-12-227 0 0,-19-12 1962 0 0,7 11 1171 0 0</inkml:trace>
</inkml:ink>
</file>

<file path=ppt/ink/ink2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13.3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3 201 2304 0 0,'-1'-6'154'0'0,"0"0"-1"0"0,1-1 0 0 0,0 1 0 0 0,0-1 0 0 0,0 1 0 0 0,0 0 0 0 0,1-1 0 0 0,0 1 0 0 0,1 0 0 0 0,-1-1 0 0 0,1 1 0 0 0,0 0 0 0 0,1 0 1 0 0,5-9-1 0 0,-3 5 181 0 0,0 1 0 0 0,1 0 1 0 0,0 0-1 0 0,1 1 0 0 0,0 0 1 0 0,0 0-1 0 0,0 1 0 0 0,11-8 1 0 0,-17 13-284 0 0,1 1 0 0 0,-1 0 1 0 0,1-1-1 0 0,0 1 0 0 0,-1 0 1 0 0,1 0-1 0 0,0 0 0 0 0,0 0 0 0 0,0 1 1 0 0,0-1-1 0 0,0 0 0 0 0,0 1 1 0 0,0 0-1 0 0,0-1 0 0 0,0 1 1 0 0,0 0-1 0 0,0 0 0 0 0,0 0 1 0 0,0 0-1 0 0,0 0 0 0 0,0 0 1 0 0,0 1-1 0 0,0-1 0 0 0,0 1 1 0 0,0-1-1 0 0,0 1 0 0 0,-1 0 0 0 0,1 0 1 0 0,0 0-1 0 0,0 0 0 0 0,-1 0 1 0 0,1 0-1 0 0,0 0 0 0 0,-1 1 1 0 0,1-1-1 0 0,-1 1 0 0 0,1-1 1 0 0,-1 1-1 0 0,0-1 0 0 0,0 1 1 0 0,0 0-1 0 0,0 0 0 0 0,0-1 0 0 0,0 1 1 0 0,1 3-1 0 0,2 5 210 0 0,0 0 0 0 0,0 1 0 0 0,-1 0 0 0 0,-1-1 0 0 0,1 1 0 0 0,-2 0 1 0 0,1 12-1 0 0,-3 11-321 0 0,-1-1 1 0 0,-2 0 0 0 0,-1 0-1 0 0,-2 0 1 0 0,-19 58 0 0 0,25-90 70 0 0,1 1 0 0 0,-1-1 0 0 0,1 0 1 0 0,0 1-1 0 0,-1-1 0 0 0,1 1 1 0 0,0-1-1 0 0,0 1 0 0 0,0-1 1 0 0,0 1-1 0 0,0-1 0 0 0,0 1 1 0 0,1-1-1 0 0,-1 2 0 0 0,1-3 1 0 0,-1 1 0 0 0,0-1 0 0 0,0 0 0 0 0,1 1 0 0 0,-1-1 0 0 0,0 0 0 0 0,1 1 0 0 0,-1-1 0 0 0,1 0 0 0 0,-1 1 1 0 0,0-1-1 0 0,1 0 0 0 0,-1 0 0 0 0,1 0 0 0 0,-1 1 0 0 0,0-1 0 0 0,1 0 0 0 0,-1 0 0 0 0,1 0 0 0 0,-1 0 0 0 0,1 0 0 0 0,-1 0 0 0 0,1 0 0 0 0,-1 0 0 0 0,1 0 0 0 0,-1 0 0 0 0,1 0 0 0 0,-1 0 0 0 0,6-2 128 0 0,0 0 0 0 0,0 0 0 0 0,-1 0 0 0 0,1-1 0 0 0,6-3 0 0 0,-7 2-32 0 0,12-4 131 0 0,1 1 0 0 0,-1 0-1 0 0,1 1 1 0 0,1 1-1 0 0,30-5 1 0 0,47-2-3613 0 0,-84 11 2539 0 0,4 0-3076 0 0</inkml:trace>
</inkml:ink>
</file>

<file path=ppt/ink/ink2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13.6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1 4609 0 0,'0'0'511'0'0,"-1"2"-18"0"0,0 0-1 0 0,0-1 1 0 0,1 1 0 0 0,-1 0 0 0 0,0 0-1 0 0,1 0 1 0 0,0 1 0 0 0,-1-1 0 0 0,1 4-1 0 0,5 12 137 0 0,0 1-1 0 0,1-1 0 0 0,2 0 0 0 0,-1 0 0 0 0,2-1 0 0 0,21 32 0 0 0,4-2-20 0 0,43 46-1 0 0,-18-29-523 0 0,33 38-331 0 0,-81-87-820 0 0,0 1 0 0 0,15 31 0 0 0,-19-34-2097 0 0,0-1-782 0 0</inkml:trace>
</inkml:ink>
</file>

<file path=ppt/ink/ink2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14.0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17 400 6913 0 0,'-1'-1'-6'0'0,"-1"0"0"0"0,1 0-1 0 0,0 0 1 0 0,0 0 0 0 0,0 0-1 0 0,0 0 1 0 0,0-1 0 0 0,0 1-1 0 0,0 0 1 0 0,0-1 0 0 0,0 1-1 0 0,1-1 1 0 0,-1 1 0 0 0,0-1-1 0 0,1 1 1 0 0,-1-1 0 0 0,1 1-1 0 0,0-1 1 0 0,0 1 0 0 0,-1-1-1 0 0,1-2 1 0 0,1-1-128 0 0,-1 0-1 0 0,1 1 1 0 0,0-1 0 0 0,0 1-1 0 0,0-1 1 0 0,1 1 0 0 0,2-7-1 0 0,5-6 756 0 0,0 1 1 0 0,21-28-1 0 0,-9 19 706 0 0,0 1 0 0 0,2 0 1 0 0,38-30-1 0 0,84-51-1944 0 0,-119 89-3828 0 0</inkml:trace>
</inkml:ink>
</file>

<file path=ppt/ink/ink2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34.4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6449 0 0,'47'127'1077'0'0,"115"274"1254"0"0,-149-373-2368 0 0,12 39 0 0 0,-21-53-3457 0 0</inkml:trace>
</inkml:ink>
</file>

<file path=ppt/ink/ink2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34.9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356 125 1376 0 0,'-3'-2'160'0'0,"1"0"-1"0"0,-2 0 1 0 0,1 1-1 0 0,0-1 0 0 0,0 1 1 0 0,0 0-1 0 0,-1 0 1 0 0,1 0-1 0 0,0 1 0 0 0,-1-1 1 0 0,1 1-1 0 0,-1-1 1 0 0,-5 2-1 0 0,-48 3 1922 0 0,47-3-1708 0 0,-1 1-1 0 0,1 1 0 0 0,0 0 0 0 0,-1 0 1 0 0,2 1-1 0 0,-1 0 0 0 0,0 1 1 0 0,1 0-1 0 0,0 0 0 0 0,0 1 1 0 0,0 1-1 0 0,1-1 0 0 0,-11 12 1 0 0,10-8-112 0 0,1 1-1 0 0,0 0 1 0 0,0 1 0 0 0,1-1 0 0 0,1 2 0 0 0,0-1 0 0 0,0 1 0 0 0,1-1 0 0 0,-6 28 0 0 0,1 8-164 0 0,2 1 0 0 0,2 0 0 0 0,2 0 0 0 0,2 0 1 0 0,10 94-1 0 0,0-83-35 0 0,2-1-1 0 0,3-1 1 0 0,2 0 0 0 0,35 84 0 0 0,-36-111-68 0 0,1-1 0 0 0,2-1 1 0 0,0-1-1 0 0,2 0 0 0 0,2-1 0 0 0,0-1 0 0 0,2-1 1 0 0,0-1-1 0 0,2-2 0 0 0,43 33 0 0 0,-57-48-52 0 0,0 0-1 0 0,0 0 1 0 0,0-1 0 0 0,1-1 0 0 0,0 0-1 0 0,0-1 1 0 0,0 0 0 0 0,1 0-1 0 0,-1-2 1 0 0,1 1 0 0 0,0-2-1 0 0,-1 0 1 0 0,1 0 0 0 0,0-1 0 0 0,0-1-1 0 0,0 0 1 0 0,0 0 0 0 0,-1-2-1 0 0,1 0 1 0 0,-1 0 0 0 0,1-1 0 0 0,-1 0-1 0 0,0-1 1 0 0,-1-1 0 0 0,1 1-1 0 0,-1-2 1 0 0,17-12 0 0 0,-6 2-100 0 0,-1-1-1 0 0,-1-1 1 0 0,-1 0 0 0 0,0-2 0 0 0,-2 0 0 0 0,0-1 0 0 0,-1-1-1 0 0,-2 0 1 0 0,0-1 0 0 0,17-42 0 0 0,-24 47 263 0 0,-1-1 0 0 0,0 0 1 0 0,-1 1-1 0 0,-1-2 0 0 0,-1 1 0 0 0,-1 0 1 0 0,-1-1-1 0 0,-1 1 0 0 0,-1 0 0 0 0,0-1 1 0 0,-1 1-1 0 0,-2 0 0 0 0,0 0 0 0 0,-1 0 0 0 0,-8-21 1 0 0,-200-419 1961 0 0,193 422-1903 0 0,-1 2 0 0 0,-2 0 1 0 0,-32-37-1 0 0,36 51-79 0 0,-1 1-1 0 0,0 1 1 0 0,-2 1 0 0 0,0 0 0 0 0,-37-23-1 0 0,56 40-79 0 0,0 1 0 0 0,0-1 0 0 0,0 1 0 0 0,0-1 0 0 0,0 1 0 0 0,0 0 0 0 0,0 0 0 0 0,0 0 0 0 0,-1 0 0 0 0,1 1 0 0 0,0-1 0 0 0,-1 1-1 0 0,1 0 1 0 0,0 0 0 0 0,-1 0 0 0 0,-5 1 0 0 0,7 0-99 0 0,-1 0 0 0 0,1 0 0 0 0,0 1 0 0 0,0-1-1 0 0,0 0 1 0 0,0 1 0 0 0,0 0 0 0 0,0-1 0 0 0,0 1 0 0 0,0 0-1 0 0,1 0 1 0 0,-1 0 0 0 0,1 0 0 0 0,-1 0 0 0 0,1 0 0 0 0,0 0 0 0 0,0 1-1 0 0,0-1 1 0 0,0 0 0 0 0,0 1 0 0 0,1-1 0 0 0,-2 5 0 0 0,-3 23-4938 0 0</inkml:trace>
</inkml:ink>
</file>

<file path=ppt/ink/ink2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35.7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11 259 1376 0 0,'-10'-3'268'0'0,"14"-4"203"0"0,21-10 481 0 0,-17 12-774 0 0,11-8 480 0 0,1 2 1 0 0,0 0 0 0 0,1 1 0 0 0,31-10-1 0 0,91-21 1105 0 0,-82 25-886 0 0,316-59 1754 0 0,-123 46-3956 0 0,-237 28 387 0 0</inkml:trace>
</inkml:ink>
</file>

<file path=ppt/ink/ink2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36.0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11 2304 0 0,'0'0'40'0'0,"0"0"-1"0"0,-1 0 0 0 0,1 0 0 0 0,0 0 0 0 0,0 0 0 0 0,0 0 0 0 0,0 0 1 0 0,-1-1-1 0 0,1 1 0 0 0,0 0 0 0 0,0 0 0 0 0,0 0 0 0 0,0 0 0 0 0,0-1 1 0 0,0 1-1 0 0,-1 0 0 0 0,1 0 0 0 0,0 0 0 0 0,0 0 0 0 0,0-1 0 0 0,0 1 1 0 0,0 0-1 0 0,0 0 0 0 0,0 0 0 0 0,0-1 0 0 0,0 1 0 0 0,0 0 0 0 0,0 0 1 0 0,0 0-1 0 0,0 0 0 0 0,0-1 0 0 0,0 1 0 0 0,0 0 0 0 0,0 0 0 0 0,0 0 1 0 0,0-1-1 0 0,0 1 0 0 0,1 0 0 0 0,-1 0 0 0 0,0 0 0 0 0,0 0 0 0 0,0-1 1 0 0,0 1-1 0 0,0 0 0 0 0,0 0 0 0 0,0 0 0 0 0,1 0 0 0 0,-1 0 0 0 0,0-1 1 0 0,0 1-1 0 0,0 0 0 0 0,0 0 0 0 0,1 0 0 0 0,-1 0 0 0 0,0 0 0 0 0,15-2 2248 0 0,0 3-1746 0 0,0 1 0 0 0,0 0 1 0 0,0 1-1 0 0,0 1 0 0 0,-1 1 0 0 0,1 0 1 0 0,-1 0-1 0 0,14 9 0 0 0,110 67 2670 0 0,-135-79-3154 0 0,32 20 532 0 0,47 39 0 0 0,-73-53-500 0 0,0 1 1 0 0,0 0 0 0 0,0 0-1 0 0,-1 1 1 0 0,-1 0-1 0 0,0 0 1 0 0,0 1-1 0 0,-1 0 1 0 0,7 16 0 0 0,-12-24-129 0 0,0 0 0 0 0,0 1 0 0 0,0-1 1 0 0,-1 0-1 0 0,1 0 0 0 0,-1 1 0 0 0,0-1 0 0 0,0 1 1 0 0,0-1-1 0 0,0 0 0 0 0,-1 1 0 0 0,0 4 1 0 0,-6 11-531 0 0</inkml:trace>
</inkml:ink>
</file>

<file path=ppt/ink/ink2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37.9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12 123 3225 0 0,'-2'-2'32'0'0,"1"0"0"0"0,0 0 0 0 0,-1 0 0 0 0,1 0 0 0 0,0 0 0 0 0,0 0 0 0 0,1-1 0 0 0,-1 1 0 0 0,0 0 0 0 0,1-1 0 0 0,0 1 0 0 0,-1-1 0 0 0,1 1 0 0 0,0 0 0 0 0,0-1 0 0 0,0 1 0 0 0,1-1 0 0 0,-1 1 0 0 0,1 0 0 0 0,-1-1 0 0 0,1 1 0 0 0,0 0 0 0 0,0-1 0 0 0,1-1 0 0 0,0-1 126 0 0,0 0 0 0 0,0 0 1 0 0,0 1-1 0 0,1-1 0 0 0,0 1 1 0 0,0 0-1 0 0,0 0 0 0 0,1 0 1 0 0,-1 0-1 0 0,6-4 1 0 0,-7 7-76 0 0,-1 0 0 0 0,1-1 0 0 0,0 1 0 0 0,0 0 0 0 0,0 0 0 0 0,0 0 0 0 0,0 0-1 0 0,0 1 1 0 0,0-1 0 0 0,1 0 0 0 0,-1 1 0 0 0,0 0 0 0 0,0-1 0 0 0,0 1 0 0 0,1 0 0 0 0,-1 0 0 0 0,0 0 0 0 0,0 0 0 0 0,1 1 0 0 0,-1-1 0 0 0,0 1 0 0 0,0-1 0 0 0,0 1 0 0 0,0 0 0 0 0,0-1 0 0 0,0 1 0 0 0,0 1 0 0 0,0-1 0 0 0,0 0 0 0 0,0 0 0 0 0,0 1 0 0 0,-1-1 0 0 0,1 0 0 0 0,2 4 0 0 0,4 4 109 0 0,-1 1 0 0 0,0 0 0 0 0,-1 0 0 0 0,0 1 0 0 0,5 13 0 0 0,-7-16-109 0 0,9 26-5 0 0,0-1 0 0 0,-3 2 0 0 0,8 41 0 0 0,-11-43 119 0 0,1-1-1 0 0,1 0 1 0 0,2 0 0 0 0,15 31 0 0 0,-19-50-77 0 0,-4-5-46 0 0,1 0 0 0 0,1-1-1 0 0,-1 1 1 0 0,1-1 0 0 0,9 10-1 0 0,-13-15-34 0 0,1-1 0 0 0,-1 0-1 0 0,1 0 1 0 0,-1 0 0 0 0,1 1-1 0 0,0-1 1 0 0,-1-1 0 0 0,1 1-1 0 0,0 0 1 0 0,0 0 0 0 0,-1-1-1 0 0,1 1 1 0 0,0-1 0 0 0,0 1-1 0 0,0-1 1 0 0,0 0 0 0 0,0 0-1 0 0,0 0 1 0 0,0 0 0 0 0,0 0-1 0 0,0 0 1 0 0,-1 0-1 0 0,1-1 1 0 0,0 1 0 0 0,0-1-1 0 0,0 1 1 0 0,0-1 0 0 0,0 0-1 0 0,-1 0 1 0 0,4-2 0 0 0,9-7 140 0 0,0 0 1 0 0,-1-1-1 0 0,0-1 0 0 0,-1 0 1 0 0,0-1-1 0 0,14-20 0 0 0,31-33-1394 0 0,-15 27-268 0 0,-18 21 397 0 0</inkml:trace>
</inkml:ink>
</file>

<file path=ppt/ink/ink2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38.3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33 146 1376 0 0,'-1'0'67'0'0,"-1"0"0"0"0,1 0 0 0 0,0 0-1 0 0,0 0 1 0 0,0 0 0 0 0,0 1-1 0 0,0-1 1 0 0,0 0 0 0 0,0 1 0 0 0,0-1-1 0 0,0 1 1 0 0,0-1 0 0 0,0 1 0 0 0,-1 1-1 0 0,-14 4 1343 0 0,65-19 2232 0 0,-18 10-2721 0 0,0 1 0 0 0,41 3 1 0 0,-54-2-706 0 0,0-1 0 0 0,0 0 1 0 0,0-2-1 0 0,-1 0 0 0 0,1-1 1 0 0,23-9-1 0 0,6-2 229 0 0,56-18-90 0 0,75-19-3449 0 0,-153 48 2107 0 0</inkml:trace>
</inkml:ink>
</file>

<file path=ppt/ink/ink2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38.6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92 92 2761 0 0,'-5'-4'-42'0'0,"1"0"0"0"0,0-1 0 0 0,0 1 1 0 0,0-1-1 0 0,1 0 0 0 0,-1 0 1 0 0,-3-8-1 0 0,5 8 316 0 0,-1 0 0 0 0,0 0 0 0 0,0 1 0 0 0,-1-1 0 0 0,1 1-1 0 0,-1-1 1 0 0,-6-4 0 0 0,10 9-154 0 0,-1-1 0 0 0,1 1 0 0 0,0-1-1 0 0,-1 1 1 0 0,1 0 0 0 0,-1-1 0 0 0,1 1-1 0 0,-1 0 1 0 0,0-1 0 0 0,1 1-1 0 0,-1 0 1 0 0,1 0 0 0 0,-1 0 0 0 0,1-1-1 0 0,-1 1 1 0 0,0 0 0 0 0,1 0 0 0 0,-1 0-1 0 0,0 0 1 0 0,1 0 0 0 0,-1 0 0 0 0,1 0-1 0 0,-1 0 1 0 0,0 1 0 0 0,1-1 0 0 0,-1 0-1 0 0,1 0 1 0 0,-1 0 0 0 0,1 1 0 0 0,-1-1-1 0 0,1 0 1 0 0,-1 0 0 0 0,0 1-1 0 0,1-1 1 0 0,0 1 0 0 0,-1-1 0 0 0,1 0-1 0 0,-1 1 1 0 0,1-1 0 0 0,-1 1 0 0 0,1-1-1 0 0,0 1 1 0 0,-1-1 0 0 0,1 2 0 0 0,-1-1-12 0 0,1 0 0 0 0,0 0 0 0 0,0 0 0 0 0,-1 0 0 0 0,1 0 0 0 0,0 0 0 0 0,0 0 0 0 0,0 0 1 0 0,0 0-1 0 0,0 0 0 0 0,0-1 0 0 0,0 1 0 0 0,1 0 0 0 0,-1 0 0 0 0,0 0 0 0 0,1 0 0 0 0,-1 0 0 0 0,0 0 0 0 0,1 0 1 0 0,-1 0-1 0 0,1 0 0 0 0,-1-1 0 0 0,1 1 0 0 0,0 0 0 0 0,-1 0 0 0 0,1-1 0 0 0,0 1 0 0 0,1 1 0 0 0,86 56 1756 0 0,151 73-1 0 0,-237-130-1849 0 0,0-1 1 0 0,0 1 0 0 0,0 0 0 0 0,0 0 0 0 0,0 0-1 0 0,0 0 1 0 0,-1 1 0 0 0,1-1 0 0 0,0 0 0 0 0,-1 1-1 0 0,1-1 1 0 0,-1 1 0 0 0,0 0 0 0 0,1-1-1 0 0,-1 1 1 0 0,0 0 0 0 0,0 0 0 0 0,0 0 0 0 0,0 0-1 0 0,0-1 1 0 0,-1 2 0 0 0,1-1 0 0 0,-1 0 0 0 0,1 0-1 0 0,-1 0 1 0 0,0 0 0 0 0,1 3 0 0 0,-3 1-34 0 0,1 0 1 0 0,-1 0-1 0 0,0 0 0 0 0,0 0 1 0 0,-1 0-1 0 0,0-1 1 0 0,0 1-1 0 0,-4 6 0 0 0,-6 10-1209 0 0,1 4-4472 0 0</inkml:trace>
</inkml:ink>
</file>

<file path=ppt/ink/ink2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40.2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12443 0 0,'1'1'94'0'0,"0"-1"1"0"0,0 1-1 0 0,0-1 1 0 0,0 1 0 0 0,0-1-1 0 0,0 1 1 0 0,-1 0-1 0 0,1-1 1 0 0,0 1-1 0 0,0 0 1 0 0,-1-1 0 0 0,1 1-1 0 0,0 0 1 0 0,-1 0-1 0 0,1 0 1 0 0,-1 0 0 0 0,1 0-1 0 0,-1 0 1 0 0,1 0-1 0 0,-1 1 1 0 0,10 24 160 0 0,-10-24-127 0 0,23 86 464 0 0,11 94 0 0 0,16 67-569 0 0,29-12-677 0 0,-55-171-275 0 0,-7-16-248 0 0</inkml:trace>
</inkml:ink>
</file>

<file path=ppt/ink/ink2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40.7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470 215 5529 0 0,'-2'-8'397'0'0,"1"0"59"0"0,-1-1 1 0 0,-1 1 0 0 0,0 0 0 0 0,0 0 0 0 0,-7-12 0 0 0,9 19-371 0 0,0-1 1 0 0,0 0-1 0 0,0 1 0 0 0,-1-1 1 0 0,1 1-1 0 0,0-1 0 0 0,-1 1 1 0 0,0 0-1 0 0,1 0 1 0 0,-1 0-1 0 0,0 0 0 0 0,1 0 1 0 0,-1 0-1 0 0,0 0 1 0 0,0 0-1 0 0,0 1 0 0 0,0-1 1 0 0,0 1-1 0 0,0-1 1 0 0,0 1-1 0 0,0 0 0 0 0,0 0 1 0 0,0 0-1 0 0,0 0 0 0 0,0 0 1 0 0,0 0-1 0 0,0 1 1 0 0,1-1-1 0 0,-5 2 0 0 0,-6 2 87 0 0,0 0 0 0 0,0 2 0 0 0,1-1 0 0 0,0 1-1 0 0,0 1 1 0 0,0 0 0 0 0,1 1 0 0 0,0 0-1 0 0,-10 9 1 0 0,-3 7 42 0 0,0 1 0 0 0,-23 34 0 0 0,25-28-108 0 0,1 1 1 0 0,2 0-1 0 0,2 1 1 0 0,0 1 0 0 0,3 1-1 0 0,-12 43 1 0 0,10-17-161 0 0,3 0 1 0 0,-9 119 0 0 0,20-104-116 0 0,2 0 0 0 0,4 0 0 0 0,3 0 0 0 0,4-1 0 0 0,3 0 0 0 0,32 98 0 0 0,-36-141-30 0 0,0-1-1 0 0,2 0 1 0 0,1 0 0 0 0,1-2 0 0 0,2 0 0 0 0,38 50-1 0 0,-46-68 4 0 0,1-1 0 0 0,0 1 0 0 0,1-2-1 0 0,0 0 1 0 0,0 0 0 0 0,1-1 0 0 0,0 0-1 0 0,0-1 1 0 0,1 0 0 0 0,0-1 0 0 0,0-1-1 0 0,1 0 1 0 0,-1-1 0 0 0,1 0 0 0 0,0-1-1 0 0,0 0 1 0 0,0-1 0 0 0,23-1 0 0 0,-10-2-58 0 0,0-1 1 0 0,-1-1-1 0 0,1-2 0 0 0,-1-1 1 0 0,33-12-1 0 0,-21 5 311 0 0,-2-2-1 0 0,0-2 1 0 0,34-21-1 0 0,-45 21 316 0 0,0 0 0 0 0,-1-2 1 0 0,-1-1-1 0 0,-1-1 0 0 0,-1-1 0 0 0,33-44 0 0 0,-22 21 490 0 0,-3-2-1 0 0,44-93 0 0 0,-58 105-556 0 0,-1-1 1 0 0,-2-1 0 0 0,-2 0-1 0 0,-1 0 1 0 0,-2-1 0 0 0,-2 0-1 0 0,-1-1 1 0 0,-2 1 0 0 0,-3-46-1 0 0,-5 22 89 0 0,-2 0 0 0 0,-3 0-1 0 0,-3 1 1 0 0,-40-111-1 0 0,-29-41 996 0 0,61 163-999 0 0,-3 1-1 0 0,-34-51 1 0 0,52 90-301 0 0,0 0 0 0 0,0 0-1 0 0,-1 1 1 0 0,0 0 0 0 0,-1 1 0 0 0,0 0-1 0 0,-1 0 1 0 0,-20-12 0 0 0,24 16-65 0 0,0 1-1 0 0,-1 1 1 0 0,0-1 0 0 0,0 1-1 0 0,0 0 1 0 0,0 1 0 0 0,0-1-1 0 0,0 1 1 0 0,0 1-1 0 0,0 0 1 0 0,0 0 0 0 0,0 0-1 0 0,0 0 1 0 0,0 1 0 0 0,-1 1-1 0 0,-8 2 1 0 0,-21 10-306 0 0,-1 4-137 0 0</inkml:trace>
</inkml:ink>
</file>

<file path=ppt/ink/ink2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49.6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154 9 5985 0 0,'-2'-1'141'0'0,"-1"0"0"0"0,0 0-1 0 0,0 0 1 0 0,1 0 0 0 0,-1 0 0 0 0,0 0-1 0 0,0 1 1 0 0,0-1 0 0 0,0 1-1 0 0,0 0 1 0 0,0 0 0 0 0,0 0-1 0 0,0 0 1 0 0,0 1 0 0 0,0-1 0 0 0,0 1-1 0 0,0 0 1 0 0,0 0 0 0 0,0 0-1 0 0,1 0 1 0 0,-1 0 0 0 0,0 0 0 0 0,1 1-1 0 0,-1-1 1 0 0,1 1 0 0 0,-1 0-1 0 0,1 0 1 0 0,0 0 0 0 0,0 0 0 0 0,0 0-1 0 0,0 1 1 0 0,0-1 0 0 0,-2 3-1 0 0,-1 4-27 0 0,-1 0-1 0 0,1 0 0 0 0,0 0 0 0 0,1 1 0 0 0,0 0 0 0 0,1 0 0 0 0,0 0 0 0 0,-2 13 1 0 0,-4 30 148 0 0,3 1 1 0 0,1-1 0 0 0,3 1 0 0 0,3 0 0 0 0,11 82 0 0 0,-6-101-158 0 0,1 0 0 0 0,2 0 0 0 0,2-1 0 0 0,1 0 0 0 0,1 0 0 0 0,2-2 0 0 0,2 0 0 0 0,1-1 0 0 0,28 38 0 0 0,-36-55-116 0 0,1 0 1 0 0,1-1-1 0 0,0 0 1 0 0,0-1-1 0 0,2-1 1 0 0,-1 0-1 0 0,1 0 1 0 0,24 12-1 0 0,-31-20 7 0 0,-1 0 0 0 0,1 0 0 0 0,0-1 0 0 0,0 0 0 0 0,0 0 0 0 0,0-1-1 0 0,0 1 1 0 0,0-2 0 0 0,0 1 0 0 0,0-1 0 0 0,0 0 0 0 0,1 0 0 0 0,-1-1-1 0 0,0 0 1 0 0,0 0 0 0 0,0-1 0 0 0,0 0 0 0 0,0 0 0 0 0,-1-1 0 0 0,1 1-1 0 0,-1-2 1 0 0,1 1 0 0 0,8-7 0 0 0,-7 4 41 0 0,0-1 0 0 0,0-1 0 0 0,-1 1 0 0 0,0-1 0 0 0,-1 0 0 0 0,0-1 0 0 0,0 0 0 0 0,-1 0 0 0 0,0 0 0 0 0,0 0 0 0 0,-1-1 0 0 0,0 0 0 0 0,-1 1 0 0 0,0-2 0 0 0,-1 1 0 0 0,0 0 0 0 0,1-13-1 0 0,0-2 88 0 0,-2 0 0 0 0,-1 0 0 0 0,-1 0 0 0 0,0 0-1 0 0,-2 0 1 0 0,-8-28 0 0 0,1 15 271 0 0,-3 1 0 0 0,0 1 0 0 0,-3 0 0 0 0,-24-40 0 0 0,-89-128 851 0 0,123 194-1190 0 0,-7-9 151 0 0,-2 0-1 0 0,0 0 1 0 0,-17-16-1 0 0,26 29-223 0 0,0 1-1 0 0,0 0 0 0 0,0 0 0 0 0,-1 0 0 0 0,0 1 0 0 0,1 0 1 0 0,-2 1-1 0 0,1-1 0 0 0,0 1 0 0 0,-1 1 0 0 0,1-1 0 0 0,-14-1 1 0 0,20 3-72 0 0,0 1 0 0 0,1 0 1 0 0,-1 0-1 0 0,0 0 0 0 0,0-1 0 0 0,0 1 1 0 0,1 0-1 0 0,-1 0 0 0 0,0 0 1 0 0,0 0-1 0 0,0 1 0 0 0,0-1 1 0 0,1 0-1 0 0,-1 0 0 0 0,0 0 1 0 0,0 1-1 0 0,1-1 0 0 0,-1 0 1 0 0,0 1-1 0 0,0-1 0 0 0,1 1 1 0 0,-1-1-1 0 0,0 1 0 0 0,1-1 1 0 0,-1 1-1 0 0,1-1 0 0 0,-1 1 1 0 0,0-1-1 0 0,1 1 0 0 0,-1 0 1 0 0,1-1-1 0 0,0 1 0 0 0,-1 0 1 0 0,1 0-1 0 0,0-1 0 0 0,-1 1 1 0 0,1 0-1 0 0,0 0 0 0 0,0 0 1 0 0,0-1-1 0 0,-1 2 0 0 0,2 16-5739 0 0</inkml:trace>
</inkml:ink>
</file>

<file path=ppt/ink/ink2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50.0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0 113 4145 0 0,'1'-2'178'0'0,"0"1"-1"0"0,-1 0 1 0 0,1-1 0 0 0,0 1 0 0 0,-1 0 0 0 0,1 0-1 0 0,0-1 1 0 0,0 1 0 0 0,0 0 0 0 0,0 0-1 0 0,0 0 1 0 0,0 0 0 0 0,0 0 0 0 0,1 1-1 0 0,1-2 1 0 0,24-15 1070 0 0,-22 14-883 0 0,13-5 269 0 0,1 0 0 0 0,0 1 0 0 0,0 1 0 0 0,0 1 1 0 0,1 1-1 0 0,36-3 0 0 0,0-2-424 0 0,40-5-1795 0 0,-79 9-2647 0 0</inkml:trace>
</inkml:ink>
</file>

<file path=ppt/ink/ink2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50.9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97 124 7370 0 0,'-35'-46'2081'0'0,"20"24"-381"0"0,-31-33 0 0 0,65 117 468 0 0,4-15-2076 0 0,1-2-1 0 0,3 0 1 0 0,1-2-1 0 0,35 40 1 0 0,44 68-210 0 0,-81-109 93 0 0,1-1 0 0 0,53 60-1 0 0,-78-99 26 0 0,0 0 0 0 0,0 0 0 0 0,1 0 0 0 0,-1 0 0 0 0,1 0 0 0 0,-1 0-1 0 0,1-1 1 0 0,0 1 0 0 0,-1-1 0 0 0,1 0 0 0 0,0 0 0 0 0,0 0 0 0 0,0 0 0 0 0,0 0-1 0 0,0-1 1 0 0,0 1 0 0 0,0-1 0 0 0,0 0 0 0 0,1 0 0 0 0,-1 0 0 0 0,0 0 0 0 0,3-1 0 0 0,-3 0 28 0 0,-1 0 1 0 0,1 0 0 0 0,-1 0 0 0 0,0 0 0 0 0,1 0 0 0 0,-1-1-1 0 0,0 1 1 0 0,0-1 0 0 0,0 0 0 0 0,0 1 0 0 0,0-1-1 0 0,0 0 1 0 0,0 0 0 0 0,0 0 0 0 0,-1 0 0 0 0,1-1 0 0 0,-1 1-1 0 0,0 0 1 0 0,0-1 0 0 0,0 1 0 0 0,0-1 0 0 0,0 1 0 0 0,0-1-1 0 0,-1 1 1 0 0,2-6 0 0 0,0-10 348 0 0,-1 1 0 0 0,-1-1 1 0 0,0 0-1 0 0,-5-29 0 0 0,-19-73-137 0 0,13 71-481 0 0,6 25 110 0 0,-8-36-2321 0 0,-8-97 0 0 0,20 125 1246 0 0</inkml:trace>
</inkml:ink>
</file>

<file path=ppt/ink/ink2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51.3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5985 0 0,'4'10'1087'0'0,"-1"1"0"0"0,0-1-1 0 0,-1 1 1 0 0,0 0-1 0 0,-1-1 1 0 0,0 1 0 0 0,-1 19-1 0 0,3 25 1120 0 0,-2-47-2066 0 0,1 1 1 0 0,-1-1-1 0 0,2 1 1 0 0,-1-1-1 0 0,1 0 1 0 0,0 0 0 0 0,1 0-1 0 0,0 0 1 0 0,8 11-1 0 0,-12-19-190 0 0,0 1-1 0 0,1-1 0 0 0,-1 0 1 0 0,0 0-1 0 0,0 0 0 0 0,1 1 1 0 0,-1-1-1 0 0,0 0 0 0 0,0 0 1 0 0,1 0-1 0 0,-1 0 0 0 0,0 0 1 0 0,0 1-1 0 0,1-1 0 0 0,-1 0 1 0 0,0 0-1 0 0,1 0 0 0 0,-1 0 1 0 0,0 0-1 0 0,1 0 0 0 0,-1 0 1 0 0,0 0-1 0 0,0 0 0 0 0,1 0 1 0 0,-1 0-1 0 0,0-1 1 0 0,1 1-1 0 0,-1 0 0 0 0,0 0 1 0 0,1 0-1 0 0,-1 0 0 0 0,0 0 1 0 0,0 0-1 0 0,1-1 0 0 0,-1 1 1 0 0,0 0-1 0 0,0 0 0 0 0,0 0 1 0 0,1-1-1 0 0,-1 1 0 0 0,0 0 1 0 0,0 0-1 0 0,0-1 0 0 0,1 1 1 0 0,-1 0-1 0 0,0 0 0 0 0,0-1 1 0 0,0 1-1 0 0,0 0 0 0 0,0-1 1 0 0,0 1-1 0 0,0 0 0 0 0,0-1 1 0 0,0 1-1 0 0,0 0 0 0 0,0 0 1 0 0,0-1-1 0 0,0 1 0 0 0,0 0 1 0 0,0-1-1 0 0,0 1 1 0 0,0-1-1 0 0</inkml:trace>
</inkml:ink>
</file>

<file path=ppt/ink/ink2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51.7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19 6913 0 0,'5'-7'330'0'0,"2"-3"771"0"0,-6 9-1072 0 0,-1 1 0 0 0,0 0 0 0 0,0 0 0 0 0,0 0 0 0 0,0 0 0 0 0,1 0-1 0 0,-1 0 1 0 0,0 0 0 0 0,0 0 0 0 0,0 0 0 0 0,0 0 0 0 0,1 0 0 0 0,-1 0 0 0 0,0 0 0 0 0,0 0-1 0 0,0 0 1 0 0,1 0 0 0 0,-1 0 0 0 0,0 0 0 0 0,0 0 0 0 0,0 0 0 0 0,0 0 0 0 0,1 0 0 0 0,-1 0-1 0 0,0 0 1 0 0,0 0 0 0 0,0 1 0 0 0,0-1 0 0 0,1 0 0 0 0,-1 0 0 0 0,0 0 0 0 0,0 0 0 0 0,0 0 0 0 0,0 0-1 0 0,0 1 1 0 0,0-1 0 0 0,0 0 0 0 0,1 0 0 0 0,-1 0 0 0 0,0 0 0 0 0,0 1 0 0 0,0-1 0 0 0,0 0-1 0 0,0 0 1 0 0,0 0 0 0 0,0 0 0 0 0,0 1 0 0 0,0-1 0 0 0,0 0 0 0 0,0 0 0 0 0,0 0 0 0 0,0 1-1 0 0,0 0 250 0 0,0 3-13 0 0,-2 2-299 0 0,1 0-1 0 0,0 0 1 0 0,1-1-1 0 0,0 1 1 0 0,0 0-1 0 0,0 0 1 0 0,0 0-1 0 0,1 0 0 0 0,0-1 1 0 0,0 1-1 0 0,1 0 1 0 0,-1-1-1 0 0,1 1 1 0 0,0-1-1 0 0,1 1 1 0 0,0-1-1 0 0,4 8 1 0 0,0-4 76 0 0,-3 0-31 0 0</inkml:trace>
  <inkml:trace contextRef="#ctx0" brushRef="#br0" timeOffset="1">391 248 5985 0 0,'9'4'255'0'0,"0"1"1"0"0,-1 0-1 0 0,0 1 0 0 0,0 0 0 0 0,0 0 0 0 0,-1 1 1 0 0,0 0-1 0 0,11 15 0 0 0,44 68 1837 0 0,-59-84-1964 0 0,11 17 32 0 0,-15-71 1017 0 0,-1 23-773 0 0,2 0 1 0 0,5-38 0 0 0,-4 54-355 0 0,1 1 0 0 0,0-1 0 0 0,0 1-1 0 0,1 0 1 0 0,0 0 0 0 0,0 0 0 0 0,1 0 0 0 0,0 1-1 0 0,0-1 1 0 0,0 1 0 0 0,8-8 0 0 0,-10 13 26 0 0,1-1 0 0 0,-1 1 0 0 0,1 1 0 0 0,0-1 0 0 0,0 0 1 0 0,0 1-1 0 0,0-1 0 0 0,0 1 0 0 0,0 0 0 0 0,1 0 0 0 0,-1 0 0 0 0,0 0 0 0 0,0 1 0 0 0,1-1 1 0 0,-1 1-1 0 0,1 0 0 0 0,-1 0 0 0 0,0 0 0 0 0,1 0 0 0 0,5 2 0 0 0,8 1 374 0 0,-1 1 0 0 0,31 12 0 0 0,-33-11-216 0 0,-1 1-506 0 0,-1 0-1 0 0,0 0 1 0 0,-1 2 0 0 0,0-1-1 0 0,0 1 1 0 0,-1 1 0 0 0,0 0 0 0 0,0 1-1 0 0,-1 0 1 0 0,14 18 0 0 0,-3-1-4812 0 0</inkml:trace>
</inkml:ink>
</file>

<file path=ppt/ink/ink2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52.5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1323 5529 0 0,'5'-1'170'0'0,"0"0"0"0"0,0 0 0 0 0,0 0 0 0 0,-1 0 0 0 0,1-1 0 0 0,-1 0 0 0 0,1 0 0 0 0,6-5 0 0 0,0 2 183 0 0,159-85 3172 0 0,67-29-822 0 0,-196 102-2373 0 0,189-76 829 0 0,-164 70-820 0 0,106-22-1 0 0,361-50 930 0 0,-520 93-1265 0 0,428-94 12 0 0,355-59-15 0 0,246-34 318 0 0,-999 180-316 0 0,250-60 9 0 0,12-2 58 0 0,-199 46 283 0 0,-2-5 0 0 0,150-62 0 0 0,-222 78-557 0 0,4-2-1094 0 0,0 2 0 0 0,1 1 0 0 0,39-7 0 0 0,-61 18-3606 0 0</inkml:trace>
</inkml:ink>
</file>

<file path=ppt/ink/ink2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53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 7834 0 0,'1'-1'128'0'0,"-1"1"-1"0"0,1-1 1 0 0,-1 0 0 0 0,1 1 0 0 0,-1-1 0 0 0,1 0 0 0 0,-1 1 0 0 0,1-1 0 0 0,0 1-1 0 0,-1-1 1 0 0,1 1 0 0 0,0-1 0 0 0,-1 1 0 0 0,1 0 0 0 0,0-1 0 0 0,0 1 0 0 0,-1 0 0 0 0,1-1-1 0 0,0 1 1 0 0,0 0 0 0 0,0 0 0 0 0,0 0 0 0 0,-1 0 0 0 0,1 0 0 0 0,1 0 0 0 0,0-1 44 0 0,0 1 0 0 0,0 0 0 0 0,0 0 1 0 0,-1 0-1 0 0,1 0 0 0 0,0 0 1 0 0,0 1-1 0 0,-1-1 0 0 0,1 0 1 0 0,0 1-1 0 0,-1-1 0 0 0,1 1 1 0 0,2 1-1 0 0,0 1 93 0 0,-1 1 0 0 0,1 0-1 0 0,-1 0 1 0 0,0 0 0 0 0,0 1 0 0 0,-1-1 0 0 0,1 1 0 0 0,-1-1 0 0 0,0 1 0 0 0,2 7-1 0 0,13 54 1003 0 0,-15-56-1112 0 0,49 279 2273 0 0,-9-46-1461 0 0,-42-239-988 0 0,18 109 133 0 0,-17-102-429 0 0,-1-1 1 0 0,0 1-1 0 0,0-1 0 0 0,-1 1 1 0 0,-1-1-1 0 0,1 1 1 0 0,-2-1-1 0 0,-4 16 1 0 0,-5-9-3036 0 0</inkml:trace>
</inkml:ink>
</file>

<file path=ppt/ink/ink2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53.4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98 3225 0 0,'8'-11'464'0'0,"0"0"0"0"0,1 0 1 0 0,0 1-1 0 0,16-13 1 0 0,-22 19-179 0 0,1 1 0 0 0,0 0 0 0 0,0 0 0 0 0,1 1-1 0 0,-1-1 1 0 0,0 1 0 0 0,1 0 0 0 0,0 0 0 0 0,-1 0 0 0 0,1 1 0 0 0,0-1 0 0 0,0 1 0 0 0,0 1 0 0 0,0-1 0 0 0,9 0 0 0 0,-11 2-115 0 0,0 0 0 0 0,-1 0-1 0 0,1 0 1 0 0,0 0 0 0 0,0 0 0 0 0,0 1-1 0 0,-1-1 1 0 0,1 1 0 0 0,-1 0 0 0 0,1 0 0 0 0,-1 0-1 0 0,0 0 1 0 0,1 0 0 0 0,-1 0 0 0 0,0 1-1 0 0,0-1 1 0 0,-1 1 0 0 0,1-1 0 0 0,-1 1-1 0 0,1 0 1 0 0,-1-1 0 0 0,0 1 0 0 0,0 0-1 0 0,0 0 1 0 0,0 0 0 0 0,0 3 0 0 0,2 6-78 0 0,0 0 0 0 0,-2 1 1 0 0,1-1-1 0 0,-1 0 0 0 0,-2 15 1 0 0,-2 6 136 0 0,-2 0 1 0 0,-1 0 0 0 0,-16 46-1 0 0,-1 9 279 0 0,23-87-500 0 0,0 0-1 0 0,0-1 1 0 0,0 1 0 0 0,0 0 0 0 0,0 0 0 0 0,0-1 0 0 0,0 1 0 0 0,0 0 0 0 0,0-1 0 0 0,1 1 0 0 0,-1 0 0 0 0,0-1 0 0 0,0 1 0 0 0,1 0 0 0 0,-1-1 0 0 0,1 1 0 0 0,-1 0 0 0 0,0-1 0 0 0,1 1 0 0 0,-1-1 0 0 0,1 1 0 0 0,-1-1 0 0 0,1 1 0 0 0,0-1 0 0 0,-1 0 0 0 0,1 1 0 0 0,-1-1 0 0 0,1 1-1 0 0,0-1 1 0 0,-1 0 0 0 0,1 0 0 0 0,0 1 0 0 0,-1-1 0 0 0,1 0 0 0 0,0 0 0 0 0,0 0 0 0 0,-1 0 0 0 0,1 0 0 0 0,0 0 0 0 0,0 0 0 0 0,-1 0 0 0 0,1 0 0 0 0,0 0 0 0 0,0-1 0 0 0,45-3 157 0 0,-33 2 386 0 0,39-4 359 0 0,5-1-1101 0 0,1 2-1 0 0,98 5 0 0 0,-119 4-5513 0 0,-21-1 314 0 0</inkml:trace>
</inkml:ink>
</file>

<file path=ppt/ink/ink2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53.8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8290 0 0,'2'0'193'0'0,"0"0"0"0"0,0 1 1 0 0,0 0-1 0 0,0 0 0 0 0,0-1 0 0 0,0 1 1 0 0,-1 0-1 0 0,1 0 0 0 0,0 1 0 0 0,0-1 1 0 0,-1 0-1 0 0,1 1 0 0 0,-1-1 1 0 0,1 1-1 0 0,-1-1 0 0 0,0 1 0 0 0,1 0 1 0 0,0 2-1 0 0,23 38 1870 0 0,-22-35-1684 0 0,54 121 3398 0 0,-27-40-8610 0 0</inkml:trace>
</inkml:ink>
</file>

<file path=ppt/ink/ink2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54.1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67 6913 0 0,'0'-8'133'0'0,"-1"2"8"0"0,1 1 1 0 0,0-1-1 0 0,1 1 0 0 0,-1 0 0 0 0,3-9 0 0 0,-3 13-60 0 0,0 0 0 0 0,1 0 0 0 0,-1 0 0 0 0,1 0 0 0 0,-1 0 0 0 0,0 0 0 0 0,1 1 0 0 0,0-1 0 0 0,-1 0 1 0 0,1 0-1 0 0,-1 1 0 0 0,1-1 0 0 0,0 0 0 0 0,0 0 0 0 0,-1 1 0 0 0,1-1 0 0 0,0 1 0 0 0,0-1 0 0 0,0 1 0 0 0,0-1 0 0 0,0 1 0 0 0,-1 0 0 0 0,1-1 0 0 0,0 1 0 0 0,0 0 1 0 0,0 0-1 0 0,0 0 0 0 0,0 0 0 0 0,0-1 0 0 0,0 1 0 0 0,0 0 0 0 0,0 1 0 0 0,0-1 0 0 0,0 0 0 0 0,0 0 0 0 0,0 0 0 0 0,0 1 0 0 0,2 0 0 0 0,-1 0 2 0 0,0 0 0 0 0,0 0 0 0 0,-1 0 0 0 0,1 0 0 0 0,0 0 0 0 0,0 0-1 0 0,-1 1 1 0 0,1-1 0 0 0,-1 1 0 0 0,1 0 0 0 0,-1-1 0 0 0,1 1 0 0 0,-1 0 0 0 0,2 3-1 0 0,14 15-4003 0 0,-8-22 2489 0 0,-7-2 1321 0 0</inkml:trace>
</inkml:ink>
</file>

<file path=ppt/ink/ink2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54.6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20 3681 0 0,'-4'0'4329'0'0,"22"-6"-67"0"0,98-7-1632 0 0,7 12-5221 0 0,-100 4 1008 0 0,-4 2-2448 0 0</inkml:trace>
</inkml:ink>
</file>

<file path=ppt/ink/ink2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54.9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9 216 5065 0 0,'0'0'112'0'0,"0"0"0"0"0,-1 0 0 0 0,1 0 0 0 0,0 0 0 0 0,-1 0 0 0 0,1 0-1 0 0,0 0 1 0 0,-1 0 0 0 0,1 0 0 0 0,0-1 0 0 0,-1 1 0 0 0,1 0 0 0 0,0 0 0 0 0,0 0 0 0 0,-3-2 1007 0 0,3 2-1007 0 0,0-1 0 0 0,-1 1 0 0 0,1 0-1 0 0,0 0 1 0 0,0-1 0 0 0,0 1 0 0 0,0 0 0 0 0,0-1 0 0 0,-1 1 0 0 0,1 0 0 0 0,0-1 0 0 0,0 1 0 0 0,0 0 0 0 0,0-1-1 0 0,0 1 1 0 0,0 0 0 0 0,0-1 0 0 0,0 1 0 0 0,0-1 0 0 0,10-20 2619 0 0,-7 17-2407 0 0,-1 0 1 0 0,1 0-1 0 0,1 0 0 0 0,-1 1 0 0 0,1-1 1 0 0,-1 1-1 0 0,8-5 0 0 0,-8 5-220 0 0,1 1 1 0 0,-1-1-1 0 0,0 0 0 0 0,1 0 1 0 0,-1 0-1 0 0,-1-1 1 0 0,1 1-1 0 0,0-1 0 0 0,-1 1 1 0 0,0-1-1 0 0,0 0 1 0 0,0 0-1 0 0,0 0 0 0 0,0 0 1 0 0,1-8-1 0 0,18-31-54 0 0,-20 42-81 0 0,2-4-261 0 0,0 1 0 0 0,0 0 0 0 0,1 0 0 0 0,0 0 0 0 0,0 0 0 0 0,0 0 0 0 0,5-3 0 0 0,5 0-5093 0 0</inkml:trace>
</inkml:ink>
</file>

<file path=ppt/ink/ink2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03.9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32 308 5529 0 0,'-31'-62'5401'0'0,"75"108"-2097"0"0,248 231-1396 0 0,-271-258-1884 0 0,44 28 0 0 0,-55-40 13 0 0,0-2-1 0 0,0 1 1 0 0,1-1 0 0 0,0-1-1 0 0,0 0 1 0 0,0 0 0 0 0,14 2 0 0 0,-23-5 19 0 0,0-1 0 0 0,0 0 1 0 0,0 0-1 0 0,0 0 1 0 0,0 0-1 0 0,0 0 1 0 0,0 0-1 0 0,0-1 0 0 0,0 1 1 0 0,-1 0-1 0 0,1-1 1 0 0,0 0-1 0 0,0 1 1 0 0,0-1-1 0 0,-1 0 0 0 0,1 0 1 0 0,0 0-1 0 0,-1 0 1 0 0,1 0-1 0 0,-1-1 1 0 0,3-1-1 0 0,-2 0 22 0 0,0 0 1 0 0,0 0-1 0 0,0 0 0 0 0,0-1 1 0 0,0 1-1 0 0,-1 0 1 0 0,0-1-1 0 0,1 0 0 0 0,-1 1 1 0 0,0-7-1 0 0,1-7 105 0 0,0-1-1 0 0,-2 0 1 0 0,-2-30-1 0 0,1 43-175 0 0,-14-119 331 0 0,-1-36-1305 0 0,15 137 301 0 0,1 0-1 0 0,1 1 1 0 0,1-1 0 0 0,11-43-1 0 0,-12 59 251 0 0,1 1 0 0 0,1 0 1 0 0,-1 0-1 0 0,1 0 0 0 0,0 0 0 0 0,7-10 0 0 0,7-4-4250 0 0</inkml:trace>
</inkml:ink>
</file>

<file path=ppt/ink/ink2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04.3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6913 0 0,'17'37'2106'0'0,"-1"0"-1"0"0,15 56 0 0 0,-22-57-1728 0 0,6 45 0 0 0,-14-70-673 0 0,0-1 0 0 0,1 0 0 0 0,0 0 0 0 0,1 0 0 0 0,0 0 0 0 0,1 0 0 0 0,7 14-1 0 0</inkml:trace>
</inkml:ink>
</file>

<file path=ppt/ink/ink2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04.6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45 3681 0 0,'-1'-2'-204'0'0,"-7"-23"2055"0"0,8 24-1805 0 0,0 1 0 0 0,0-1-1 0 0,-1 1 1 0 0,1-1-1 0 0,0 1 1 0 0,0-1-1 0 0,0 1 1 0 0,0-1 0 0 0,0 1-1 0 0,-1-1 1 0 0,1 1-1 0 0,0-1 1 0 0,0 1-1 0 0,0-1 1 0 0,0 1 0 0 0,1-1-1 0 0,-1 1 1 0 0,0-1-1 0 0,0 1 1 0 0,0-1-1 0 0,0 1 1 0 0,0-1-1 0 0,1 1 1 0 0,-1-1 0 0 0,0 1-1 0 0,0 0 1 0 0,1-1-1 0 0,-1 1 1 0 0,0-1-1 0 0,1 1 1 0 0,-1 0 0 0 0,0-1-1 0 0,1 1 1 0 0,-1 0-1 0 0,1-1 1 0 0,-1 1-1 0 0,0 0 1 0 0,2-1 0 0 0,-1 2-117 0 0,0 0 0 0 0,0 0 0 0 0,1-1 0 0 0,-1 1 0 0 0,0 0 0 0 0,0 0 0 0 0,0 1 0 0 0,0-1 0 0 0,0 0 0 0 0,0 0 0 0 0,0 0 0 0 0,-1 1 0 0 0,1-1 0 0 0,0 0 0 0 0,-1 1 0 0 0,2 1 0 0 0,8 24-1051 0 0,-8-18 1122 0 0</inkml:trace>
</inkml:ink>
</file>

<file path=ppt/ink/ink2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05.0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1 130 4609 0 0,'-1'-2'95'0'0,"1"1"0"0"0,0 0 1 0 0,0 0-1 0 0,0-1 0 0 0,0 1 0 0 0,1 0 1 0 0,-1-1-1 0 0,0 1 0 0 0,0 0 0 0 0,1-1 0 0 0,-1 1 1 0 0,1 0-1 0 0,-1 0 0 0 0,1 0 0 0 0,-1 0 1 0 0,1-1-1 0 0,0 1 0 0 0,0 0 0 0 0,-1 0 0 0 0,3-1 1 0 0,-2 1 42 0 0,0 1 0 0 0,0-1 0 0 0,0 1 0 0 0,0 0 0 0 0,0 0 0 0 0,0 0 0 0 0,0 0 0 0 0,0-1 0 0 0,0 1 0 0 0,0 0 0 0 0,0 1 0 0 0,0-1 0 0 0,0 0 0 0 0,0 0 0 0 0,0 0 0 0 0,0 1 0 0 0,0-1 0 0 0,0 0 0 0 0,0 1 0 0 0,1 0 1 0 0,4 2 190 0 0,-1 0 1 0 0,1 1-1 0 0,-1 0 1 0 0,0 0-1 0 0,0 0 1 0 0,-1 1-1 0 0,5 5 1 0 0,20 28 46 0 0,30 54 1 0 0,-13-17-447 0 0,-38-141-478 0 0,-4 30 114 0 0,14-56 0 0 0,-14 75 669 0 0,1 0-1 0 0,1 1 1 0 0,1 0 0 0 0,0 0-1 0 0,14-22 1 0 0,-20 36-164 0 0,0 0 1 0 0,0 0 0 0 0,1 0-1 0 0,-1 0 1 0 0,1 0 0 0 0,-1 0 0 0 0,1 0-1 0 0,0 1 1 0 0,0-1 0 0 0,0 1-1 0 0,0-1 1 0 0,0 1 0 0 0,0 0-1 0 0,0-1 1 0 0,0 1 0 0 0,1 0-1 0 0,-1 0 1 0 0,0 1 0 0 0,1-1-1 0 0,-1 1 1 0 0,0-1 0 0 0,5 0-1 0 0,-4 2-12 0 0,0 0 0 0 0,0-1 0 0 0,0 1 0 0 0,0 1-1 0 0,0-1 1 0 0,0 0 0 0 0,0 1 0 0 0,0-1 0 0 0,0 1-1 0 0,-1 0 1 0 0,1 0 0 0 0,-1 0 0 0 0,1 0-1 0 0,3 5 1 0 0,7 8-414 0 0,-2 1 0 0 0,0 1 0 0 0,0 0 0 0 0,9 22-1 0 0,-20-38 345 0 0,22 44-2942 0 0,-11-22-1079 0 0</inkml:trace>
</inkml:ink>
</file>

<file path=ppt/ink/ink2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05.3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0 166 5985 0 0,'1'-2'162'0'0,"-1"0"0"0"0,1 0 0 0 0,0 0 0 0 0,-1 0 0 0 0,1 0 0 0 0,0 0 0 0 0,0 0 0 0 0,0 0-1 0 0,0 0 1 0 0,1 0 0 0 0,-1 1 0 0 0,0-1 0 0 0,1 0 0 0 0,3-2 0 0 0,-4 2-12 0 0,11-11 1025 0 0,1 0 0 0 0,0 0-1 0 0,1 1 1 0 0,23-16 0 0 0,-25 21-884 0 0,1 0-1 0 0,-1 0 1 0 0,1 1 0 0 0,0 1 0 0 0,0 0 0 0 0,1 1 0 0 0,0 0 0 0 0,0 1-1 0 0,0 1 1 0 0,22-1 0 0 0,-19 2-320 0 0,1 2-1 0 0,0 0 1 0 0,-1 1-1 0 0,1 0 1 0 0,27 9-1 0 0,8 11-5302 0 0,-35-12 109 0 0</inkml:trace>
</inkml:ink>
</file>

<file path=ppt/ink/ink2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06.0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 84 2304 0 0,'-18'-16'-518'0'0,"-58"-51"8916"0"0,103 98-4721 0 0,18 42-2807 0 0,-16-25-278 0 0,149 268 586 0 0,-108-186-1123 0 0,-69-129-56 0 0,7 16-35 0 0,1 0 0 0 0,1-1 0 0 0,0 0 0 0 0,1 0 0 0 0,1-1 0 0 0,1-1 0 0 0,14 14 0 0 0,-26-28 38 0 0,-1 1-1 0 0,1-1 0 0 0,-1 1 0 0 0,1-1 0 0 0,0 1 0 0 0,-1-1 0 0 0,1 0 0 0 0,-1 1 0 0 0,1-1 0 0 0,0 0 0 0 0,-1 1 0 0 0,1-1 0 0 0,0 0 1 0 0,0 0-1 0 0,-1 0 0 0 0,1 0 0 0 0,0 1 0 0 0,0-1 0 0 0,-1 0 0 0 0,1 0 0 0 0,0-1 0 0 0,0 1 0 0 0,-1 0 0 0 0,1 0 0 0 0,0 0 1 0 0,-1 0-1 0 0,1-1 0 0 0,0 1 0 0 0,-1 0 0 0 0,1 0 0 0 0,0-1 0 0 0,1-1 19 0 0,-1 1 0 0 0,0 0 0 0 0,0-1-1 0 0,0 1 1 0 0,0-1 0 0 0,-1 0 0 0 0,1 1 0 0 0,0-1 0 0 0,-1 0 0 0 0,1 1 0 0 0,-1-1-1 0 0,1-3 1 0 0,1-8 163 0 0,-1-1-1 0 0,-1-21 1 0 0,-1 31-161 0 0,-3-113 1211 0 0,-1 38-1606 0 0,4 1 0 0 0,9-89 0 0 0,-6 154-131 0 0,0 0 1 0 0,1 0 0 0 0,0 0 0 0 0,1 0-1 0 0,1 0 1 0 0,-1 1 0 0 0,14-23-1 0 0,-3 12-726 0 0</inkml:trace>
</inkml:ink>
</file>

<file path=ppt/ink/ink2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06.4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0 6913 0 0,'-3'0'153'0'0,"1"0"-1"0"0,-1 0 0 0 0,1 1 0 0 0,-1-1 0 0 0,1 1 0 0 0,-1-1 1 0 0,1 1-1 0 0,0 0 0 0 0,-1 0 0 0 0,1 0 0 0 0,0 0 0 0 0,0 1 0 0 0,-1-1 1 0 0,1 0-1 0 0,0 1 0 0 0,0 0 0 0 0,1-1 0 0 0,-1 1 0 0 0,-2 2 0 0 0,1 0 113 0 0,0 1-1 0 0,1-1 0 0 0,-1 1 1 0 0,1 0-1 0 0,-1 0 0 0 0,2 0 0 0 0,-1 0 1 0 0,-2 9-1 0 0,2 2 59 0 0,0-1 0 0 0,0 1 0 0 0,2 0 0 0 0,0 0 1 0 0,3 20-1 0 0,-2-26-258 0 0,1 1 0 0 0,0-1 0 0 0,1 1 0 0 0,0-1 0 0 0,1 0 0 0 0,8 16-1 0 0,-11-23-58 0 0,0-1 0 0 0,0 0-1 0 0,1 0 1 0 0,-1 0-1 0 0,0 0 1 0 0,1 0-1 0 0,0 0 1 0 0,-1 0-1 0 0,1 0 1 0 0,0-1-1 0 0,0 1 1 0 0,0-1-1 0 0,0 1 1 0 0,0-1-1 0 0,0 0 1 0 0,1 0-1 0 0,-1 0 1 0 0,0 0-1 0 0,1 0 1 0 0,-1-1 0 0 0,0 1-1 0 0,1-1 1 0 0,-1 1-1 0 0,1-1 1 0 0,-1 0-1 0 0,1 0 1 0 0,-1 0-1 0 0,1 0 1 0 0,-1 0-1 0 0,1-1 1 0 0,-1 1-1 0 0,0-1 1 0 0,1 1-1 0 0,3-3 1 0 0,0 0 56 0 0,0 0-1 0 0,0 0 1 0 0,0-1-1 0 0,-1 1 1 0 0,0-1 0 0 0,1-1-1 0 0,-1 1 1 0 0,-1-1 0 0 0,1 0-1 0 0,-1 0 1 0 0,1 0 0 0 0,-2-1-1 0 0,1 1 1 0 0,-1-1 0 0 0,1 0-1 0 0,-2 0 1 0 0,1 0 0 0 0,-1-1-1 0 0,1 1 1 0 0,-2-1 0 0 0,1 1-1 0 0,-1-1 1 0 0,0 0 0 0 0,0-6-1 0 0,-1 7-98 0 0,0 0-1 0 0,0 0 0 0 0,0 0 0 0 0,-1 0 0 0 0,0 0 1 0 0,0 0-1 0 0,-1 0 0 0 0,0 1 0 0 0,0-1 1 0 0,0 1-1 0 0,0-1 0 0 0,-1 1 0 0 0,0 0 1 0 0,0 0-1 0 0,-1 0 0 0 0,1 0 0 0 0,-1 0 1 0 0,0 1-1 0 0,0 0 0 0 0,-1 0 0 0 0,1 0 1 0 0,-1 0-1 0 0,0 1 0 0 0,0-1 0 0 0,0 1 0 0 0,0 1 1 0 0,-8-4-1 0 0,12 5-101 0 0,0 1-1 0 0,0-1 1 0 0,-1 1 0 0 0,1 0 0 0 0,0 0-1 0 0,0-1 1 0 0,0 1 0 0 0,0 0-1 0 0,0 0 1 0 0,0 0 0 0 0,0 0 0 0 0,-1 0-1 0 0,1 0 1 0 0,0 0 0 0 0,-2 1-1 0 0,-5 2-1010 0 0</inkml:trace>
</inkml:ink>
</file>

<file path=ppt/ink/ink2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06.8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95 5065 0 0,'2'1'92'0'0,"-1"1"-1"0"0,1-1 1 0 0,-1 1-1 0 0,1 0 1 0 0,-1 0 0 0 0,0-1-1 0 0,0 1 1 0 0,1 0-1 0 0,-1 0 1 0 0,-1 0 0 0 0,1 0-1 0 0,1 4 1 0 0,2 3 229 0 0,30 56 805 0 0,-20-37-847 0 0,1 0 0 0 0,1-1 0 0 0,24 31 0 0 0,-40-57-301 0 0,1 0 0 0 0,-1 0 0 0 0,1-1 1 0 0,-1 1-1 0 0,1 0 0 0 0,-1-1 0 0 0,1 1 0 0 0,0 0 0 0 0,0-1 0 0 0,-1 1 0 0 0,1-1 0 0 0,0 1 0 0 0,0-1 0 0 0,-1 1 0 0 0,1-1 0 0 0,0 0 0 0 0,0 1 1 0 0,0-1-1 0 0,0 0 0 0 0,0 0 0 0 0,0 1 0 0 0,0-1 0 0 0,-1 0 0 0 0,1 0 0 0 0,0 0 0 0 0,0 0 0 0 0,0 0 0 0 0,1-1 0 0 0,-1 1-12 0 0,1-1 0 0 0,-1 0 0 0 0,0 0 0 0 0,0 0 0 0 0,0 0 0 0 0,0-1 0 0 0,0 1 0 0 0,0 0 0 0 0,0 0 0 0 0,0-1 0 0 0,-1 1 0 0 0,1 0 0 0 0,0-1 0 0 0,-1 1 0 0 0,1-3 0 0 0,4-9-183 0 0,-2-1 0 0 0,4-27 0 0 0,-6 32 178 0 0,11-138 605 0 0,-10 101-23 0 0,-2 41-342 0 0,1 1 0 0 0,-1-1 0 0 0,1 1 1 0 0,0-1-1 0 0,0 1 0 0 0,0 0 0 0 0,1-1 0 0 0,2-6 1 0 0,-3 10-144 0 0,-1 1 0 0 0,1-1 0 0 0,-1 0 1 0 0,1 1-1 0 0,-1-1 0 0 0,1 1 0 0 0,0-1 1 0 0,-1 1-1 0 0,1-1 0 0 0,0 1 0 0 0,-1-1 1 0 0,1 1-1 0 0,0-1 0 0 0,0 1 1 0 0,-1 0-1 0 0,1-1 0 0 0,0 1 0 0 0,0 0 1 0 0,-1 0-1 0 0,3-1 0 0 0,-2 2-15 0 0,1-1 0 0 0,-1 0 0 0 0,1 0 1 0 0,0 1-1 0 0,-1-1 0 0 0,1 1 0 0 0,-1 0 0 0 0,1-1 0 0 0,-1 1 0 0 0,1 0 0 0 0,-1 0 0 0 0,1 0 0 0 0,-1 0 0 0 0,2 1 1 0 0,7 8 100 0 0,-1 1 1 0 0,0 0 0 0 0,0 0 0 0 0,-1 0 0 0 0,-1 1 0 0 0,13 25 0 0 0,20 31-495 0 0,-34-60-44 0 0,0-1 1 0 0,0 0-1 0 0,1 0 1 0 0,-1 0 0 0 0,2-1-1 0 0,10 8 1 0 0,5 0-646 0 0</inkml:trace>
</inkml:ink>
</file>

<file path=ppt/ink/ink2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07.2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69 4609 0 0,'-4'-18'168'0'0,"-4"-25"208"0"0,8 43-332 0 0,0 0 1 0 0,0-1-1 0 0,0 1 1 0 0,0 0-1 0 0,0 0 0 0 0,0-1 1 0 0,0 1-1 0 0,0 0 1 0 0,0 0-1 0 0,0-1 0 0 0,0 1 1 0 0,0 0-1 0 0,0 0 0 0 0,1-1 1 0 0,-1 1-1 0 0,0 0 1 0 0,0 0-1 0 0,0-1 0 0 0,0 1 1 0 0,0 0-1 0 0,1 0 0 0 0,-1 0 1 0 0,0-1-1 0 0,0 1 1 0 0,0 0-1 0 0,0 0 0 0 0,1 0 1 0 0,-1 0-1 0 0,0 0 0 0 0,0-1 1 0 0,1 1-1 0 0,-1 0 1 0 0,0 0-1 0 0,0 0 0 0 0,1 0 1 0 0,-1 0-1 0 0,0 0 0 0 0,0 0 1 0 0,1 0-1 0 0,-1 0 1 0 0,0 0-1 0 0,0 0 0 0 0,1 0 1 0 0,-1 0-1 0 0,0 0 0 0 0,0 0 1 0 0,1 0-1 0 0,-1 0 1 0 0,0 0-1 0 0,0 0 0 0 0,1 0 1 0 0,-1 1-1 0 0,0-1 1 0 0,0 0-1 0 0,0 0 0 0 0,1 0 1 0 0,-1 0-1 0 0,0 0 0 0 0,0 1 1 0 0,0-1-1 0 0,1 0 1 0 0,-1 0-1 0 0,0 1 0 0 0,14 11 1600 0 0,7 23 13 0 0,-1 0 1 0 0,25 61-1 0 0,-11-22-825 0 0,-9-24-509 0 0,46 99-82 0 0,-31-49-3875 0 0,-31-70 2289 0 0</inkml:trace>
  <inkml:trace contextRef="#ctx0" brushRef="#br0" timeOffset="1">0 319 6913 0 0,'2'-2'29'0'0,"-1"-1"-1"0"0,0 1 1 0 0,1 0-1 0 0,0-1 0 0 0,-1 1 1 0 0,1 0-1 0 0,0 0 1 0 0,0 0-1 0 0,0 1 0 0 0,4-4 1 0 0,2-1-85 0 0,30-31 305 0 0,-2 2 270 0 0,0 1 0 0 0,2 2 0 0 0,66-42 0 0 0,-91 68-608 0 0,-1 1-1 0 0,1 0 1 0 0,1 1-1 0 0,-1 0 0 0 0,18-2 1 0 0,-8 2 29 0 0</inkml:trace>
</inkml:ink>
</file>

<file path=ppt/ink/ink2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08.0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1 759 6449 0 0,'7'-1'-50'0'0,"0"-1"-1"0"0,-1 1 0 0 0,1-1 0 0 0,0 0 0 0 0,8-4 0 0 0,4-2 138 0 0,130-52 2090 0 0,-71 27 207 0 0,-55 26-2002 0 0,1 1-1 0 0,0 1 1 0 0,0 1 0 0 0,0 1 0 0 0,1 1 0 0 0,30 2 0 0 0,0-1-173 0 0,435-13 913 0 0,-161 7-973 0 0,-86 2-132 0 0,193-8-360 0 0,-283 2 299 0 0,381-17 153 0 0,-315 23-43 0 0,86-1 361 0 0,-240 5-390 0 0,125-20 1 0 0,62-29 17 0 0,185-67 633 0 0,44-9 193 0 0,-407 113-771 0 0,140-7 0 0 0,77 20-49 0 0,82-6-590 0 0,-334 3 255 0 0,-1-3 1 0 0,0 0 0 0 0,0-3 0 0 0,0-1 0 0 0,-1-2 0 0 0,-1-1 0 0 0,57-30 0 0 0,-66 29-279 0 0,-1 0 0 0 0,28-22 0 0 0,-49 30 536 0 0</inkml:trace>
</inkml:ink>
</file>

<file path=ppt/ink/ink2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09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 11 6913 0 0,'0'-1'177'0'0,"-1"0"-1"0"0,0 1 0 0 0,0-1 1 0 0,1 0-1 0 0,-1 0 0 0 0,0 1 0 0 0,0-1 1 0 0,0 0-1 0 0,0 1 0 0 0,0-1 1 0 0,0 1-1 0 0,0-1 0 0 0,0 1 1 0 0,0 0-1 0 0,0-1 0 0 0,0 1 0 0 0,0 0 1 0 0,-1 0-1 0 0,1 0 0 0 0,0-1 1 0 0,-2 2-1 0 0,2-1 7 0 0,0 0 1 0 0,1 1-1 0 0,-1-1 1 0 0,0 1-1 0 0,0-1 1 0 0,0 1-1 0 0,0 0 0 0 0,1-1 1 0 0,-1 1-1 0 0,0 0 1 0 0,1 0-1 0 0,-1-1 1 0 0,0 1-1 0 0,1 0 1 0 0,-1 0-1 0 0,1 0 1 0 0,-1 0-1 0 0,0 2 0 0 0,0 1 179 0 0,-1 1-1 0 0,1 0 0 0 0,0 0 1 0 0,0 0-1 0 0,1 0 0 0 0,0 0 1 0 0,-1 0-1 0 0,2 6 0 0 0,48 224 1590 0 0,-4-24-1392 0 0,-23-76-479 0 0,15 128-1044 0 0,-36-254 711 0 0,0 23-1100 0 0,-9-13-2485 0 0</inkml:trace>
</inkml:ink>
</file>

<file path=ppt/ink/ink2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09.4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1 147 3225 0 0,'1'-6'144'0'0,"0"0"0"0"0,0 1 0 0 0,0-1 0 0 0,1 1 0 0 0,0 0 0 0 0,0-1 0 0 0,1 1 0 0 0,-1 0 0 0 0,1 0 0 0 0,0 1 0 0 0,1-1 0 0 0,-1 0 1 0 0,1 1-1 0 0,0 0 0 0 0,4-4 0 0 0,0 0 385 0 0,0 1 0 0 0,1 0 0 0 0,0 0 0 0 0,0 1 1 0 0,1 0-1 0 0,19-9 0 0 0,-24 14-408 0 0,0-1-1 0 0,0 1 1 0 0,0 0 0 0 0,1 0-1 0 0,-1 1 1 0 0,0 0 0 0 0,1 0-1 0 0,-1 0 1 0 0,0 0-1 0 0,0 1 1 0 0,1 0 0 0 0,-1 0-1 0 0,0 1 1 0 0,0-1 0 0 0,0 1-1 0 0,0 0 1 0 0,0 0 0 0 0,-1 1-1 0 0,1 0 1 0 0,0-1 0 0 0,-1 1-1 0 0,0 1 1 0 0,6 4 0 0 0,-5-3-97 0 0,-1-1 1 0 0,1 1 0 0 0,-1 0 0 0 0,0 0-1 0 0,0 0 1 0 0,-1 0 0 0 0,1 1 0 0 0,-1-1-1 0 0,0 1 1 0 0,-1 0 0 0 0,1 0 0 0 0,-1 0-1 0 0,-1 0 1 0 0,1 0 0 0 0,-1 1 0 0 0,0-1 0 0 0,0 1-1 0 0,-1 11 1 0 0,-2-3-64 0 0,-1 0 0 0 0,0-1 0 0 0,-1 0 0 0 0,-1 0 0 0 0,0 0 0 0 0,-7 14 0 0 0,-48 75 537 0 0,57-98-463 0 0,-12 15-4 0 0,11-17 89 0 0,1 1 0 0 0,0 0 0 0 0,0 0 0 0 0,0 0 0 0 0,1 0 0 0 0,-3 5 0 0 0,5-8-51 0 0,0-1-1 0 0,0 1 1 0 0,0-1-1 0 0,0 1 1 0 0,0-1 0 0 0,0 1-1 0 0,0-1 1 0 0,1 1-1 0 0,-1-1 1 0 0,0 1 0 0 0,0-1-1 0 0,0 0 1 0 0,1 1 0 0 0,-1-1-1 0 0,0 1 1 0 0,1-1-1 0 0,-1 0 1 0 0,0 1 0 0 0,1-1-1 0 0,-1 0 1 0 0,0 1-1 0 0,1-1 1 0 0,-1 0 0 0 0,1 1-1 0 0,-1-1 1 0 0,0 0 0 0 0,1 0-1 0 0,-1 0 1 0 0,1 1-1 0 0,-1-1 1 0 0,1 0 0 0 0,-1 0-1 0 0,1 0 1 0 0,-1 0-1 0 0,1 0 1 0 0,-1 0 0 0 0,1 0-1 0 0,0 0 1 0 0,25 3 524 0 0,-21-3-373 0 0,291 37-236 0 0,-167-17-6664 0 0,-97-16 2125 0 0</inkml:trace>
</inkml:ink>
</file>

<file path=ppt/ink/ink2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09.8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68 1 968 0 0,'-2'0'276'0'0,"-1"0"1"0"0,0 0-1 0 0,1 0 0 0 0,-1 1 1 0 0,1-1-1 0 0,-1 0 0 0 0,1 1 0 0 0,-1 0 1 0 0,1 0-1 0 0,-1 0 0 0 0,1 0 1 0 0,0 0-1 0 0,-1 0 0 0 0,1 0 0 0 0,0 1 1 0 0,0-1-1 0 0,0 1 0 0 0,0 0 0 0 0,0 0 1 0 0,0-1-1 0 0,0 1 0 0 0,-1 3 1 0 0,1-1 159 0 0,0 1 0 0 0,0-1 0 0 0,0 0 0 0 0,1 1 1 0 0,0-1-1 0 0,0 1 0 0 0,0 0 0 0 0,0-1 0 0 0,1 1 1 0 0,0 0-1 0 0,0 6 0 0 0,2 10 606 0 0,1 0 1 0 0,1 0-1 0 0,1-1 1 0 0,10 28-1 0 0,0-13-463 0 0,1 0-1 0 0,2-1 0 0 0,1-1 1 0 0,35 45-1 0 0,-24-36-2765 0 0,35 66-1 0 0,-55-86 1041 0 0</inkml:trace>
</inkml:ink>
</file>

<file path=ppt/ink/ink2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10.1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8 394 656 0 0,'-1'-2'90'0'0,"0"0"0"0"0,0 0 1 0 0,0-1-1 0 0,0 1 0 0 0,0 0 0 0 0,1 0 0 0 0,-1 0 0 0 0,1-1 1 0 0,-1 1-1 0 0,1 0 0 0 0,0 0 0 0 0,0-1 0 0 0,0 1 0 0 0,0 0 1 0 0,1 0-1 0 0,-1-1 0 0 0,0 1 0 0 0,1 0 0 0 0,0 0 0 0 0,-1-1 1 0 0,3-2-1 0 0,23-54 2782 0 0,-20 48-2244 0 0,9-20 732 0 0,2 1 0 0 0,1 1-1 0 0,41-50 1 0 0,-44 62-1360 0 0,1 1-1 0 0,0 0 1 0 0,36-25-1 0 0,-33 29-4126 0 0</inkml:trace>
</inkml:ink>
</file>

<file path=ppt/ink/ink2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14.1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92 33 3225 0 0,'-51'-14'1185'0'0,"10"0"7038"0"0,48 13-8119 0 0,1 0-1 0 0,-1 0 1 0 0,1 0 0 0 0,-1 1-1 0 0,1 0 1 0 0,-1 0-1 0 0,1 1 1 0 0,-1 0-1 0 0,0 0 1 0 0,1 1-1 0 0,-1 0 1 0 0,0 0 0 0 0,0 1-1 0 0,0 0 1 0 0,0 0-1 0 0,-1 1 1 0 0,1-1-1 0 0,-1 1 1 0 0,0 1-1 0 0,0-1 1 0 0,0 1-1 0 0,-1 0 1 0 0,0 1 0 0 0,0-1-1 0 0,0 1 1 0 0,0 0-1 0 0,-1 0 1 0 0,0 1-1 0 0,0-1 1 0 0,5 14-1 0 0,2 9-122 0 0,-2 1 0 0 0,-1 0 0 0 0,-1 0 0 0 0,5 52 0 0 0,-9-52 77 0 0,2-1-1 0 0,0 0 0 0 0,2 0 1 0 0,1-1-1 0 0,19 44 1 0 0,-22-61 15 0 0,-2-5-12 0 0,-1 0 0 0 0,1 0 1 0 0,1-1-1 0 0,-1 1 0 0 0,1-1 0 0 0,6 7 0 0 0,-9-11-59 0 0,0 0 0 0 0,1 0 0 0 0,-1 0 0 0 0,0 0 1 0 0,1-1-1 0 0,-1 1 0 0 0,1 0 0 0 0,-1-1 0 0 0,1 1 0 0 0,-1-1 0 0 0,1 1 0 0 0,-1-1 1 0 0,1 0-1 0 0,-1 0 0 0 0,1 0 0 0 0,0 0 0 0 0,-1 0 0 0 0,1 0 0 0 0,-1 0 1 0 0,1 0-1 0 0,-1-1 0 0 0,1 1 0 0 0,-1 0 0 0 0,1-1 0 0 0,-1 1 0 0 0,1-1 1 0 0,-1 0-1 0 0,1 0 0 0 0,-1 1 0 0 0,0-1 0 0 0,3-2 0 0 0,19-15-884 0 0,-1-2 0 0 0,-1 0-1 0 0,0-1 1 0 0,-2-1 0 0 0,21-30-1 0 0,-38 49 673 0 0,18-23-4035 0 0</inkml:trace>
</inkml:ink>
</file>

<file path=ppt/ink/ink2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14.6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439 51 5065 0 0,'-43'-5'331'0'0,"0"2"-1"0"0,0 1 1 0 0,-43 5 0 0 0,72-1-153 0 0,0 0 0 0 0,0 1 0 0 0,0 1 0 0 0,0 0 1 0 0,-19 9-1 0 0,25-10-56 0 0,1 1-1 0 0,-1 1 1 0 0,1-1 0 0 0,0 1 0 0 0,0 1 0 0 0,1-1-1 0 0,0 1 1 0 0,0 0 0 0 0,0 1 0 0 0,-6 8 0 0 0,6-5-19 0 0,0 1 0 0 0,1 0 0 0 0,0 1 1 0 0,1-1-1 0 0,0 1 0 0 0,1 0 1 0 0,1 0-1 0 0,-1 0 0 0 0,2 0 0 0 0,0 0 1 0 0,0 0-1 0 0,2 15 0 0 0,1 11 204 0 0,2 0-1 0 0,15 60 0 0 0,-6-46-152 0 0,2-1-1 0 0,2 0 1 0 0,3-2-1 0 0,1 0 1 0 0,40 64-1 0 0,-37-76-164 0 0,1-1 1 0 0,1-1-1 0 0,2-1 0 0 0,2-1 0 0 0,1-2 1 0 0,69 54-1 0 0,-70-64 0 0 0,0-2-1 0 0,1 0 1 0 0,1-2 0 0 0,41 15-1 0 0,-49-23 59 0 0,0-2-1 0 0,1 0 0 0 0,-1-2 0 0 0,1-1 0 0 0,1-1 0 0 0,47 0 1 0 0,-24-6 188 0 0,0-1 0 0 0,0-3 1 0 0,67-17-1 0 0,-82 14-56 0 0,-1-1 1 0 0,0-1-1 0 0,-1-2 0 0 0,0-1 0 0 0,48-32 0 0 0,-61 33 45 0 0,-1-1 0 0 0,0-1 1 0 0,0-1-1 0 0,-2 0 0 0 0,0-1 0 0 0,-1-1 1 0 0,-1-1-1 0 0,-1 0 0 0 0,-1 0 0 0 0,-1-1 0 0 0,0-1 1 0 0,-2 0-1 0 0,8-24 0 0 0,-10 22-56 0 0,-1 0 0 0 0,0-1 0 0 0,-2 0 0 0 0,-1 0 0 0 0,-1 0 0 0 0,-1 0 1 0 0,-2 0-1 0 0,0-1 0 0 0,-2 1 0 0 0,0 0 0 0 0,-2 1 0 0 0,-9-31 0 0 0,4 28-40 0 0,-1 0 1 0 0,-1 1-1 0 0,-2 0 1 0 0,0 0-1 0 0,-2 2 1 0 0,-1 0-1 0 0,-1 1 1 0 0,0 0-1 0 0,-2 2 1 0 0,-1 0-1 0 0,0 1 1 0 0,-2 2-1 0 0,-28-20 1 0 0,19 18-146 0 0,-1 1-1 0 0,-1 1 1 0 0,-1 2-1 0 0,0 1 1 0 0,-1 2-1 0 0,-1 2 1 0 0,0 1-1 0 0,0 1 1 0 0,-60-4-1 0 0,38 9-641 0 0</inkml:trace>
</inkml:ink>
</file>

<file path=ppt/ink/ink2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55.1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109 154 6913 0 0,'-6'-1'517'0'0,"0"0"0"0"0,0 0 0 0 0,-1 0-1 0 0,1 1 1 0 0,-1 0 0 0 0,1 0 0 0 0,-7 2-1 0 0,-8-1 1058 0 0,19-1-1115 0 0,-1 0-1 0 0,1 0 1 0 0,-1 0-1 0 0,0 0 1 0 0,1 0-1 0 0,-1-1 1 0 0,1 1-1 0 0,-1-1 1 0 0,-4-1-1 0 0,8-5 2060 0 0,16-5-1659 0 0,-7 7-667 0 0,1 1 0 0 0,0 0 1 0 0,0 1-1 0 0,0 0 0 0 0,0 1 0 0 0,0 0 0 0 0,13-1 0 0 0,33-6-70 0 0,-8-6-89 0 0,51-24 1 0 0,-21 8-1389 0 0,-54 22 277 0 0</inkml:trace>
</inkml:ink>
</file>

<file path=ppt/ink/ink2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55.6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36 302 7834 0 0,'-36'1'11980'0'0,"55"21"-11251"0"0,-9-10-421 0 0,9 9-41 0 0,108 117 382 0 0,-105-117-575 0 0,1-1 0 0 0,1-1 0 0 0,0-1 0 0 0,32 17 0 0 0,-55-34-60 0 0,-1 0 0 0 0,1-1 1 0 0,0 1-1 0 0,-1-1 0 0 0,1 1 1 0 0,0-1-1 0 0,0 1 0 0 0,0-1 1 0 0,-1 0-1 0 0,1 1 0 0 0,0-1 1 0 0,0 0-1 0 0,0 0 0 0 0,0 1 1 0 0,0-1-1 0 0,0 0 0 0 0,0 0 1 0 0,-1 0-1 0 0,1 0 1 0 0,0 0-1 0 0,0 0 0 0 0,0-1 1 0 0,0 1-1 0 0,0 0 0 0 0,0 0 1 0 0,0-1-1 0 0,-1 1 0 0 0,1 0 1 0 0,0-1-1 0 0,0 1 0 0 0,0-1 1 0 0,-1 1-1 0 0,1-1 0 0 0,0 1 1 0 0,-1-1-1 0 0,1 0 0 0 0,0 1 1 0 0,-1-1-1 0 0,1-1 0 0 0,1-2 24 0 0,-1 0-1 0 0,1 0 0 0 0,-1-1 1 0 0,0 1-1 0 0,-1 0 0 0 0,1-9 1 0 0,-1 10-14 0 0,3-92-3 0 0,-5-1 0 0 0,-17-123 0 0 0,13 169-485 0 0,5 40-52 0 0,0 0 0 0 0,0 1 0 0 0,1-1 0 0 0,0 0 0 0 0,0 0 0 0 0,1 0 0 0 0,1 0 0 0 0,4-15 0 0 0</inkml:trace>
</inkml:ink>
</file>

<file path=ppt/ink/ink2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56.0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10594 0 0,'11'18'7298'0'0,"-3"18"-4832"0"0,-6-22-2024 0 0,7 44 573 0 0,12 56-292 0 0,-18-103-834 0 0,0 0 1 0 0,1-1 0 0 0,0 0 0 0 0,1 0 0 0 0,0 0-1 0 0,0 0 1 0 0,1-1 0 0 0,8 10 0 0 0,-9-14-1738 0 0</inkml:trace>
</inkml:ink>
</file>

<file path=ppt/ink/ink2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56.3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10594 0 0,'5'4'7'0'0,"0"2"0"0"0,-1-1 0 0 0,1 0 0 0 0,-1 1 0 0 0,7 12 0 0 0,-3-5-1360 0 0,1-1-1 0 0,0 1 0 0 0,16 14 0 0 0,-11-14 1222 0 0</inkml:trace>
</inkml:ink>
</file>

<file path=ppt/ink/ink2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56.7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0 100 6449 0 0,'3'1'198'0'0,"-1"-1"-1"0"0,0 1 1 0 0,0 0-1 0 0,0-1 1 0 0,0 1-1 0 0,0 0 1 0 0,0 0-1 0 0,0 0 1 0 0,0 1-1 0 0,0-1 1 0 0,0 0-1 0 0,0 1 1 0 0,-1 0-1 0 0,1-1 1 0 0,-1 1-1 0 0,1 0 1 0 0,-1-1-1 0 0,0 1 1 0 0,1 0-1 0 0,0 3 1 0 0,23 45 2689 0 0,-22-42-2512 0 0,18 41 1112 0 0,31 53 0 0 0,-52-102-1490 0 0,1 1 0 0 0,-1-1-1 0 0,0 0 1 0 0,0 0 0 0 0,0 0 0 0 0,0 0 0 0 0,0 0-1 0 0,0 0 1 0 0,0 0 0 0 0,0 1 0 0 0,0-1 0 0 0,0 0-1 0 0,1 0 1 0 0,-1 0 0 0 0,0 0 0 0 0,0 0 0 0 0,0 0-1 0 0,0 0 1 0 0,0 0 0 0 0,0 0 0 0 0,1 0 0 0 0,-1 0-1 0 0,0 0 1 0 0,0 0 0 0 0,0 1 0 0 0,0-1 0 0 0,0 0-1 0 0,1 0 1 0 0,-1 0 0 0 0,0 0 0 0 0,0 0 0 0 0,0 0-1 0 0,0-1 1 0 0,0 1 0 0 0,0 0 0 0 0,1 0 0 0 0,-1 0-1 0 0,0 0 1 0 0,0 0 0 0 0,0 0 0 0 0,0 0 0 0 0,0 0-1 0 0,1 0 1 0 0,-1 0 0 0 0,0 0 0 0 0,0 0 0 0 0,0 0-1 0 0,0-1 1 0 0,0 1 0 0 0,0 0 0 0 0,0 0 0 0 0,0 0-1 0 0,0 0 1 0 0,0 0 0 0 0,1 0 0 0 0,-1-1 0 0 0,0 1-1 0 0,0 0 1 0 0,6-15-33 0 0,2-20 66 0 0,-8 33-40 0 0,5-22-83 0 0,1 1 0 0 0,0 0 1 0 0,2 0-1 0 0,1 0 1 0 0,14-26-1 0 0,-17 39 136 0 0,-1 1 0 0 0,2-1 1 0 0,-1 1-1 0 0,1 0 0 0 0,0 1 0 0 0,1 0 0 0 0,0 0 0 0 0,0 1 0 0 0,1 0 0 0 0,0 0 0 0 0,0 1 0 0 0,1 0 0 0 0,16-8 1 0 0,-23 13 29 0 0,0 0 0 0 0,0 1 0 0 0,1-1 0 0 0,-1 1 0 0 0,0 0 0 0 0,0-1 0 0 0,0 2 0 0 0,1-1 0 0 0,-1 0 0 0 0,0 0 1 0 0,0 1-1 0 0,0 0 0 0 0,1 0 0 0 0,-1 0 0 0 0,0 0 0 0 0,0 0 0 0 0,0 0 0 0 0,-1 1 0 0 0,1 0 0 0 0,0-1 0 0 0,-1 1 0 0 0,1 0 1 0 0,-1 0-1 0 0,1 1 0 0 0,-1-1 0 0 0,0 0 0 0 0,3 5 0 0 0,7 8 477 0 0,-1 0 0 0 0,-1 1-1 0 0,13 25 1 0 0,-18-32-515 0 0,66 137-3574 0 0,-58-118-2860 0 0</inkml:trace>
</inkml:ink>
</file>

<file path=ppt/ink/ink2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57.0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263 627 4145 0 0,'-20'6'480'0'0,"-1"-1"0"0"0,0-1 0 0 0,1-1 0 0 0,-1-1 0 0 0,0-1 1 0 0,0-1-1 0 0,0 0 0 0 0,0-2 0 0 0,-36-6 0 0 0,57 8-393 0 0,-1 0 0 0 0,0-1 1 0 0,0 1-1 0 0,0 0 0 0 0,0 0 1 0 0,0 0-1 0 0,1-1 0 0 0,-1 1 0 0 0,0-1 1 0 0,0 1-1 0 0,1 0 0 0 0,-1-1 0 0 0,0 1 1 0 0,0-1-1 0 0,1 1 0 0 0,-1-1 1 0 0,0 0-1 0 0,1 1 0 0 0,-1-1 0 0 0,1 0 1 0 0,-1 1-1 0 0,1-1 0 0 0,-1 0 1 0 0,1 0-1 0 0,0 0 0 0 0,-1 1 0 0 0,1-1 1 0 0,0 0-1 0 0,0 0 0 0 0,-1-1 0 0 0,2 0 18 0 0,-1 1-1 0 0,1-1 1 0 0,-1 0-1 0 0,1 1 0 0 0,0-1 1 0 0,0 1-1 0 0,-1-1 0 0 0,1 1 1 0 0,0-1-1 0 0,0 1 0 0 0,1-1 1 0 0,-1 1-1 0 0,3-3 1 0 0,6-4 311 0 0,1-1 1 0 0,21-12 0 0 0,-30 20-346 0 0,46-26 1657 0 0,98-40 0 0 0,60-6-272 0 0,-105 39-792 0 0,69-19 401 0 0,229-42 0 0 0,182 3-244 0 0,151 5-520 0 0,-521 64-115 0 0,-197 21-656 0 0,22-2 1226 0 0,-14 8-7532 0 0</inkml:trace>
</inkml:ink>
</file>

<file path=ppt/ink/ink2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57.4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2 14747 0 0,'0'0'74'0'0,"0"-1"-1"0"0,-1 1 0 0 0,1 0 1 0 0,-1 0-1 0 0,1 0 1 0 0,0 0-1 0 0,-1 0 1 0 0,1 0-1 0 0,-1 0 1 0 0,1 0-1 0 0,-1 0 0 0 0,1 0 1 0 0,0 0-1 0 0,-1 0 1 0 0,1 0-1 0 0,-1 0 1 0 0,1 0-1 0 0,0 1 1 0 0,-1-1-1 0 0,1 0 0 0 0,0 0 1 0 0,-1 0-1 0 0,1 1 1 0 0,-1-1-1 0 0,1 0 1 0 0,0 0-1 0 0,0 1 0 0 0,-1-1 1 0 0,1 0-1 0 0,0 1 1 0 0,-1-1-1 0 0,1 0 1 0 0,0 1-1 0 0,8 12 2028 0 0,0-2-1594 0 0,30 52 378 0 0,-4 1-1 0 0,37 94 1 0 0,33 142-410 0 0,-52-147-1041 0 0,-52-151 349 0 0,3 16-3212 0 0</inkml:trace>
</inkml:ink>
</file>

<file path=ppt/ink/ink2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57.8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1 296 6449 0 0,'37'-78'774'0'0,"-17"32"302"0"0,3 2 0 0 0,34-53 1 0 0,-54 94-814 0 0,-1 0 1 0 0,0 0 0 0 0,1 0-1 0 0,0 1 1 0 0,0-1 0 0 0,0 1-1 0 0,0-1 1 0 0,0 1 0 0 0,4-2-1 0 0,-6 3-188 0 0,0 1-1 0 0,-1 0 1 0 0,1 0-1 0 0,0-1 1 0 0,0 1-1 0 0,-1 0 1 0 0,1 0-1 0 0,0 0 1 0 0,-1 0-1 0 0,1 0 1 0 0,0 0-1 0 0,0 0 1 0 0,-1 0-1 0 0,1 0 1 0 0,0 0-1 0 0,-1 0 1 0 0,1 1-1 0 0,0-1 1 0 0,-1 0-1 0 0,1 0 1 0 0,0 1-1 0 0,0 0-11 0 0,0 0 0 0 0,0 0 0 0 0,0 0-1 0 0,0 0 1 0 0,-1 0 0 0 0,1 0 0 0 0,0 0 0 0 0,-1 0 0 0 0,1 0-1 0 0,-1 0 1 0 0,1 1 0 0 0,-1-1 0 0 0,0 0 0 0 0,1 0 0 0 0,-1 0 0 0 0,0 3-1 0 0,2 11 118 0 0,-1 1 0 0 0,-1 0 0 0 0,-1 0 0 0 0,0-1 0 0 0,-1 1 0 0 0,0 0-1 0 0,-8 23 1 0 0,-43 106 404 0 0,36-101-314 0 0,8-23 45 0 0,2-7 93 0 0,2 1 0 0 0,-7 24 0 0 0,11-36-311 0 0,0 0 0 0 0,0 0 0 0 0,1 1 0 0 0,0-1 0 0 0,0 0 0 0 0,-1 0 0 0 0,2 0 0 0 0,-1 0 0 0 0,0 0-1 0 0,1 1 1 0 0,-1-1 0 0 0,1 0 0 0 0,0 0 0 0 0,0 0 0 0 0,0 0 0 0 0,1 0 0 0 0,-1-1 0 0 0,4 6 0 0 0,-2-5-36 0 0,0-1-1 0 0,0 0 1 0 0,0 1 0 0 0,0-1 0 0 0,0-1 0 0 0,0 1 0 0 0,1 0 0 0 0,-1-1 0 0 0,1 0 0 0 0,-1 0 0 0 0,1 0 0 0 0,-1 0 0 0 0,1 0 0 0 0,0-1 0 0 0,5 1 0 0 0,63-2 233 0 0,-51 0-307 0 0,28-3-73 0 0,0-1 0 0 0,50-12 0 0 0,-15-3-6603 0 0,-49 11-103 0 0</inkml:trace>
</inkml:ink>
</file>

<file path=ppt/ink/ink2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58.2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69 204 10594 0 0,'21'38'2063'0'0,"-14"-26"-743"0"0,0 1-1 0 0,0 0 1 0 0,8 26 0 0 0,12 62 1346 0 0,-6 0-3941 0 0,-20-93 168 0 0</inkml:trace>
  <inkml:trace contextRef="#ctx0" brushRef="#br0" timeOffset="1">15 174 6913 0 0,'-1'-1'53'0'0,"-4"-27"2220"0"0,1-1 1 0 0,2 1-1 0 0,0-39 0 0 0,2 66-2208 0 0,0 1 0 0 0,0-1 0 0 0,0 0 0 0 0,0 0 0 0 0,0 0 0 0 0,0 0 0 0 0,1 1 0 0 0,-1-1 0 0 0,0 0 0 0 0,0 0 0 0 0,1 1 0 0 0,-1-1 0 0 0,1 0 0 0 0,-1 0 0 0 0,0 1 0 0 0,1-1 0 0 0,0 0 0 0 0,-1 1 0 0 0,1-1 0 0 0,-1 1 0 0 0,1-1 0 0 0,0 0 0 0 0,-1 1 0 0 0,1 0 0 0 0,0-1 0 0 0,-1 1 0 0 0,1-1 0 0 0,0 1 0 0 0,0 0-1 0 0,-1-1 1 0 0,1 1 0 0 0,0 0 0 0 0,0 0 0 0 0,0 0 0 0 0,0 0 0 0 0,-1 0 0 0 0,1 0 0 0 0,0 0 0 0 0,0 0 0 0 0,0 0 0 0 0,0 0 0 0 0,-1 0 0 0 0,1 0 0 0 0,0 1 0 0 0,1-1 0 0 0,13 1-5226 0 0</inkml:trace>
</inkml:ink>
</file>

<file path=ppt/ink/ink2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58.5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78 10138 0 0,'20'-10'2865'0'0,"-15"7"-2664"0"0,110-44 2138 0 0,-100 42-2753 0 0,0 1 0 0 0,0 1 0 0 0,20-3 0 0 0,-16 6-392 0 0,2 3-8 0 0</inkml:trace>
</inkml:ink>
</file>

<file path=ppt/ink/ink2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58.9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91 8290 0 0,'-1'1'48'0'0,"1"-1"0"0"0,-1 0 0 0 0,1 1 0 0 0,-1 0 0 0 0,1-1 0 0 0,0 1 0 0 0,-1-1 0 0 0,1 1 0 0 0,0 0 0 0 0,-1-1-1 0 0,1 1 1 0 0,0 0 0 0 0,0-1 0 0 0,0 1 0 0 0,-1 0 0 0 0,1-1 0 0 0,0 1 0 0 0,0 0 0 0 0,0-1 0 0 0,0 1 0 0 0,0 0 0 0 0,0-1 0 0 0,0 1 0 0 0,1 0 0 0 0,-1 0 0 0 0,0-1 0 0 0,1 2 0 0 0,17-13 1300 0 0,-16 10-893 0 0,3-3 8 0 0,8-7-78 0 0,51-35-1162 0 0,-54 40 26 0 0,-1 1-1 0 0,1 0 1 0 0,0 0 0 0 0,0 1-1 0 0,18-4 1 0 0,-15 4 289 0 0</inkml:trace>
</inkml:ink>
</file>

<file path=ppt/ink/ink2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06.2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94 399 4609 0 0,'-23'-35'2538'0'0,"-16"-24"1069"0"0,8 22 2104 0 0,36 44-4629 0 0,1 0 1 0 0,-1 0 0 0 0,0 0-1 0 0,5 10 1 0 0,32 76-869 0 0,-16-33 143 0 0,-5-18-413 0 0,1-2 0 0 0,51 70 0 0 0,-60-92 54 0 0,1-1 0 0 0,1-1-1 0 0,1-1 1 0 0,0 0 0 0 0,1-1 0 0 0,0 0-1 0 0,1-2 1 0 0,24 13 0 0 0,-42-25 2 0 0,46 18-20 0 0,-45-17 29 0 0,0-1-1 0 0,0 1 0 0 0,1-1 1 0 0,-1 0-1 0 0,0 1 0 0 0,0-1 1 0 0,1 0-1 0 0,-1 0 0 0 0,0 0 1 0 0,0 0-1 0 0,1 0 0 0 0,-1 0 1 0 0,0 0-1 0 0,1-1 0 0 0,-1 1 1 0 0,0 0-1 0 0,0-1 0 0 0,0 1 1 0 0,1-1-1 0 0,-1 1 0 0 0,0-1 1 0 0,0 0-1 0 0,0 1 0 0 0,0-1 1 0 0,0 0-1 0 0,0 0 0 0 0,0 0 1 0 0,0 0-1 0 0,0 0 0 0 0,0 0 1 0 0,-1 0-1 0 0,1 0 0 0 0,0-1 1 0 0,5-20 59 0 0,0-1 1 0 0,-2 1 0 0 0,-1-1-1 0 0,-1 0 1 0 0,-1 0 0 0 0,-2-29-1 0 0,1-13-23 0 0,1-112 28 0 0,-2 82-501 0 0,13-119 0 0 0,-11 208 229 0 0,0 0 0 0 0,0-1 0 0 0,1 1 0 0 0,0 0-1 0 0,0 0 1 0 0,0 0 0 0 0,5-9 0 0 0,2 4-991 0 0</inkml:trace>
</inkml:ink>
</file>

<file path=ppt/ink/ink2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06.6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73 456 0 0,'-11'-19'885'0'0,"10"16"-146"0"0,-1 0 0 0 0,1 0 0 0 0,0 0 0 0 0,1 0 0 0 0,-1 0 0 0 0,0 0 0 0 0,1 0 0 0 0,0 0 0 0 0,0 0 0 0 0,0 0 0 0 0,0 0 0 0 0,0 0 1 0 0,0 0-1 0 0,2-5 0 0 0,-1 7-645 0 0,-1 1 1 0 0,0 0-1 0 0,0 0 0 0 0,0-1 1 0 0,1 1-1 0 0,-1 0 1 0 0,0 0-1 0 0,0 0 1 0 0,1-1-1 0 0,-1 1 1 0 0,0 0-1 0 0,1 0 1 0 0,-1 0-1 0 0,0 0 0 0 0,1 0 1 0 0,-1 0-1 0 0,0 0 1 0 0,0-1-1 0 0,1 1 1 0 0,-1 0-1 0 0,0 0 1 0 0,1 0-1 0 0,-1 0 0 0 0,0 0 1 0 0,1 1-1 0 0,-1-1 1 0 0,0 0-1 0 0,1 0 1 0 0,-1 0-1 0 0,0 0 1 0 0,1 0-1 0 0,-1 0 1 0 0,0 0-1 0 0,0 1 0 0 0,1-1 1 0 0,-1 0-1 0 0,0 0 1 0 0,1 0-1 0 0,-1 1 1 0 0,0-1-1 0 0,0 0 1 0 0,0 0-1 0 0,1 1 0 0 0,-1-1 1 0 0,0 0-1 0 0,0 0 1 0 0,0 1-1 0 0,0-1 1 0 0,1 1-1 0 0,12 14 1512 0 0,0 10-848 0 0,0-1 0 0 0,-2 2 0 0 0,-1-1 0 0 0,-1 2 0 0 0,9 42 0 0 0,-11-40-988 0 0,1 0 1 0 0,2-1 0 0 0,0 0 0 0 0,21 39 0 0 0,-28-62-328 0 0,1 1-853 0 0</inkml:trace>
</inkml:ink>
</file>

<file path=ppt/ink/ink2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06.9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45 8290 0 0,'0'-4'-243'0'0,"-4"-28"3415"0"0,9 23-751 0 0,8 16-1179 0 0,-13-6-1410 0 0,5 3-1439 0 0,56 49-3204 0 0,0 9 4325 0 0,-45-43 486 0 0</inkml:trace>
</inkml:ink>
</file>

<file path=ppt/ink/ink2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07.3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12 123 6913 0 0,'0'0'56'0'0,"-1"-1"0"0"0,0 1 0 0 0,1 0 0 0 0,-1-1 0 0 0,0 1 0 0 0,1 0 0 0 0,-1-1 0 0 0,1 1 0 0 0,-1-1 0 0 0,0 1 0 0 0,1-1 0 0 0,-1 1 0 0 0,1-1 0 0 0,0 0 0 0 0,-1 1 0 0 0,1-1 0 0 0,-1 0 0 0 0,1 1 0 0 0,0-1 0 0 0,0 0 0 0 0,-1 1 0 0 0,1-1 0 0 0,0 0 0 0 0,0 0 0 0 0,0 1 0 0 0,0-1 0 0 0,0 0-1 0 0,0 1 1 0 0,0-1 0 0 0,0-1 0 0 0,0 2 13 0 0,0 0 0 0 0,0 0 0 0 0,0 1 0 0 0,0-1 0 0 0,0 0-1 0 0,0 0 1 0 0,0 1 0 0 0,1-1 0 0 0,-1 0 0 0 0,0 0-1 0 0,0 0 1 0 0,0 1 0 0 0,0-1 0 0 0,0 0 0 0 0,1 0 0 0 0,-1 0-1 0 0,0 1 1 0 0,0-1 0 0 0,0 0 0 0 0,1 0 0 0 0,-1 0 0 0 0,0 0-1 0 0,0 1 1 0 0,1-1 0 0 0,-1 0 0 0 0,0 0 0 0 0,0 0 0 0 0,1 0-1 0 0,-1 0 1 0 0,0 0 0 0 0,0 0 0 0 0,1 0 0 0 0,-1 0 0 0 0,0 0-1 0 0,0 0 1 0 0,1 0 0 0 0,-1 0 0 0 0,0 0 0 0 0,0 0-1 0 0,1 0 1 0 0,-1 0 0 0 0,0 0 0 0 0,0 0 0 0 0,1-1 0 0 0,-1 1-1 0 0,0 0 1 0 0,0 0 0 0 0,0 0 0 0 0,1 0 0 0 0,-1 0 0 0 0,0-1-1 0 0,0 1 1 0 0,0 0 0 0 0,1 0 0 0 0,-1 0 0 0 0,0-1 0 0 0,0 1-1 0 0,0 0 1 0 0,0 0 0 0 0,0 0 0 0 0,0-1 0 0 0,1 1 0 0 0,-1 0-1 0 0,0 0 1 0 0,0-1 0 0 0,0 1 0 0 0,0 0 0 0 0,0-1 0 0 0,41 87 4156 0 0,5 7-2652 0 0,-41-84-1547 0 0,1 0 0 0 0,0 0 0 0 0,0-1 0 0 0,1 0 0 0 0,0-1 0 0 0,0 1 0 0 0,13 9 0 0 0,-20-17-34 0 0,1 1 1 0 0,0-1-1 0 0,-1 0 0 0 0,1 1 0 0 0,-1-1 0 0 0,1 0 1 0 0,0 1-1 0 0,-1-1 0 0 0,1 0 0 0 0,-1 0 0 0 0,1 1 1 0 0,0-1-1 0 0,-1 0 0 0 0,1 0 0 0 0,0 0 0 0 0,-1 0 1 0 0,1 0-1 0 0,0 0 0 0 0,-1 0 0 0 0,1 0 0 0 0,0 0 0 0 0,-1-1 1 0 0,1 1-1 0 0,0 0 0 0 0,-1 0 0 0 0,1 0 0 0 0,0-1 1 0 0,-1 1-1 0 0,1 0 0 0 0,0-2 0 0 0,1 1-31 0 0,0-1 0 0 0,-1 0 0 0 0,1 0-1 0 0,-1 1 1 0 0,0-1 0 0 0,0 0 0 0 0,0 0 0 0 0,0-1 0 0 0,1-2-1 0 0,12-56-525 0 0,-13 54 572 0 0,8-32 16 0 0,1 0 0 0 0,2 0 0 0 0,2 1 0 0 0,23-45 0 0 0,-36 81-8 0 0,-1 1 0 0 0,1-1 0 0 0,0 0 0 0 0,0 1 0 0 0,0-1-1 0 0,0 1 1 0 0,0 0 0 0 0,0-1 0 0 0,0 1 0 0 0,0 0 0 0 0,1-1 0 0 0,-1 1 0 0 0,0 0 0 0 0,1 0 0 0 0,-1 0 0 0 0,1 0 0 0 0,-1 0 0 0 0,1 1 0 0 0,-1-1 0 0 0,1 0 0 0 0,0 1 0 0 0,-1-1 0 0 0,1 1 0 0 0,0 0 0 0 0,-1-1 0 0 0,1 1 0 0 0,3 0 0 0 0,-3 1 25 0 0,1-1-1 0 0,-1 1 1 0 0,1 0 0 0 0,-1 0 0 0 0,1 0-1 0 0,-1 0 1 0 0,0 0 0 0 0,0 1-1 0 0,0-1 1 0 0,1 1 0 0 0,-1-1-1 0 0,0 1 1 0 0,-1 0 0 0 0,1 0-1 0 0,0 0 1 0 0,-1 0 0 0 0,1 0-1 0 0,1 3 1 0 0,53 101 1017 0 0,-16-27-1991 0 0,-23-49-872 0 0,-1-1-4689 0 0</inkml:trace>
</inkml:ink>
</file>

<file path=ppt/ink/ink2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07.7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239 476 5985 0 0,'-21'13'867'0'0,"0"-1"1"0"0,0-1-1 0 0,-2-1 0 0 0,1 0 0 0 0,-1-2 0 0 0,-1-1 1 0 0,-44 9-1 0 0,67-16-792 0 0,1 0 1 0 0,-1 0 0 0 0,1 0-1 0 0,-1 0 1 0 0,1 0 0 0 0,-1 1-1 0 0,1-1 1 0 0,-1 0 0 0 0,1 0-1 0 0,-1 0 1 0 0,1 0-1 0 0,-1-1 1 0 0,0 1 0 0 0,1 0-1 0 0,0 0 1 0 0,-1 0 0 0 0,1 0-1 0 0,-1 0 1 0 0,1-1 0 0 0,-1 1-1 0 0,1 0 1 0 0,-1 0 0 0 0,1-1-1 0 0,-1 1 1 0 0,1 0 0 0 0,0-1-1 0 0,-1 1 1 0 0,1 0-1 0 0,0-1 1 0 0,-1 1 0 0 0,1-1-1 0 0,0 1 1 0 0,-1-1 0 0 0,7-17 1515 0 0,23-14-282 0 0,1 12-817 0 0,0 2 1 0 0,1 1-1 0 0,1 1 1 0 0,0 2-1 0 0,63-18 1 0 0,178-29 375 0 0,-214 49-709 0 0,611-98-59 0 0,-15 22 83 0 0,-579 76-93 0 0,-1-3 0 0 0,-1-3 1 0 0,113-44-1 0 0,-163 50-1936 0 0</inkml:trace>
</inkml:ink>
</file>

<file path=ppt/ink/ink2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08.1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36 77 2304 0 0,'-28'-54'5519'0'0,"21"31"3301"0"0,12 31-6091 0 0,8 18-2103 0 0,-2 0 0 0 0,-1 0 0 0 0,-1 1 0 0 0,11 52 0 0 0,-6-21-304 0 0,31 131 80 0 0,32 107-216 0 0,-61-255-312 0 0,-10-26-146 0 0,0 0 0 0 0,6 24 0 0 0,-14-26-2310 0 0</inkml:trace>
</inkml:ink>
</file>

<file path=ppt/ink/ink2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08.5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1 270 2849 0 0,'0'-13'207'0'0,"1"0"0"0"0,0 0 0 0 0,1 1 0 0 0,6-25 0 0 0,-4 26 436 0 0,0 1 1 0 0,0 0-1 0 0,1 0 1 0 0,1 0-1 0 0,0 1 1 0 0,0-1-1 0 0,0 1 1 0 0,1 1-1 0 0,1-1 1 0 0,8-7-1 0 0,-4 5 240 0 0,30-27 1394 0 0,-39 36-2083 0 0,0-1 0 0 0,1 1 0 0 0,-1 0 0 0 0,1 0 0 0 0,0 0 0 0 0,-1 0 0 0 0,1 1 1 0 0,0-1-1 0 0,0 1 0 0 0,7-1 0 0 0,-10 2-156 0 0,1 0-1 0 0,-1 0 1 0 0,1 0 0 0 0,-1 1 0 0 0,1-1 0 0 0,-1 0 0 0 0,0 1-1 0 0,1-1 1 0 0,-1 1 0 0 0,1 0 0 0 0,-1-1 0 0 0,0 1 0 0 0,0 0-1 0 0,1 0 1 0 0,-1 0 0 0 0,0 0 0 0 0,0 0 0 0 0,0 0 0 0 0,0 0-1 0 0,0 0 1 0 0,0 0 0 0 0,0 0 0 0 0,0 1 0 0 0,-1-1-1 0 0,1 0 1 0 0,0 1 0 0 0,-1-1 0 0 0,1 0 0 0 0,-1 1 0 0 0,1-1-1 0 0,-1 1 1 0 0,0-1 0 0 0,0 1 0 0 0,1-1 0 0 0,-1 3 0 0 0,1 6-20 0 0,-1 0 0 0 0,0 0 0 0 0,-1 18 1 0 0,-7 22 397 0 0,-1 0 0 0 0,-3-1 1 0 0,-2 0-1 0 0,-2-1 0 0 0,-23 47 1 0 0,21-61 145 0 0,-10 23 181 0 0,26-54-681 0 0,1 0 0 0 0,0 1 0 0 0,0-1 0 0 0,0 1 0 0 0,1-1 0 0 0,-1 0-1 0 0,1 1 1 0 0,0-1 0 0 0,0 1 0 0 0,0-1 0 0 0,0 1 0 0 0,0-1 0 0 0,1 1 0 0 0,1 3-1 0 0,-1-5-53 0 0,0-1-1 0 0,0 1 1 0 0,1 0-1 0 0,-1-1 1 0 0,1 1-1 0 0,-1-1 1 0 0,1 1-1 0 0,0-1 1 0 0,-1 0-1 0 0,1 0 0 0 0,0 0 1 0 0,0 0-1 0 0,0 0 1 0 0,0 0-1 0 0,0 0 1 0 0,0 0-1 0 0,0-1 1 0 0,0 1-1 0 0,0-1 1 0 0,0 0-1 0 0,0 0 0 0 0,4 1 1 0 0,51-2 129 0 0,-55 1-136 0 0,33-4-262 0 0,0-1 1 0 0,-1-1 0 0 0,1-2-1 0 0,-1-2 1 0 0,-1-1-1 0 0,50-23 1 0 0,-62 22-1014 0 0</inkml:trace>
</inkml:ink>
</file>

<file path=ppt/ink/ink2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08.8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0 4609 0 0,'-19'5'6474'0'0,"18"-6"-6219"0"0,0 1-1 0 0,-1 1 1 0 0,1-1 0 0 0,0 0-1 0 0,0 0 1 0 0,-1 0 0 0 0,1 1-1 0 0,0-1 1 0 0,0 0 0 0 0,-1 1 0 0 0,1 0-1 0 0,0-1 1 0 0,0 1 0 0 0,0-1-1 0 0,0 1 1 0 0,0 0 0 0 0,0 0 0 0 0,0 0-1 0 0,0 0 1 0 0,0-1 0 0 0,1 1-1 0 0,-1 0 1 0 0,0 0 0 0 0,0 1-1 0 0,1-1 1 0 0,-1 0 0 0 0,1 0 0 0 0,-1 2-1 0 0,-1 6 172 0 0,0 0 0 0 0,1 0 0 0 0,0 1 0 0 0,0-1-1 0 0,1 0 1 0 0,1 1 0 0 0,0-1 0 0 0,0 0 0 0 0,0 1 0 0 0,6 14-1 0 0,-3-1-309 0 0,8 36-37 0 0,2 0 0 0 0,28 75 0 0 0,-30-103-80 0 0,2 0 1 0 0,2-1-1 0 0,0-1 0 0 0,2 0 0 0 0,37 44 0 0 0,-40-56-85 0 0,-2 0 0 0 0,0 1-1 0 0,-1 1 1 0 0,13 25 0 0 0,-21-34-1842 0 0,0 0 1 0 0,0 0-1 0 0,2 17 0 0 0</inkml:trace>
</inkml:ink>
</file>

<file path=ppt/ink/ink2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09.2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11 170 456 0 0,'-11'3'8604'0'0,"15"-10"-5928"0"0,-1 3-1376 0 0,12-13 328 0 0,1 0-1 0 0,25-20 1 0 0,44-29-2338 0 0,-78 60 302 0 0,18-13-5639 0 0</inkml:trace>
</inkml:ink>
</file>

<file path=ppt/ink/ink2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10.3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6 158 5065 0 0,'-5'-4'4174'0'0,"5"4"-4103"0"0,9-10 1646 0 0,12-4-1206 0 0,4-1 680 0 0,0 2-1 0 0,1 0 0 0 0,1 2 0 0 0,0 1 0 0 0,1 1 0 0 0,54-10 0 0 0,173-6 450 0 0,-163 19-1754 0 0,-49-1-814 0 0,-33 6 209 0 0</inkml:trace>
</inkml:ink>
</file>

<file path=ppt/ink/ink2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11.2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6 442 6449 0 0,'-1'-2'284'0'0,"0"0"-1"0"0,0-1 1 0 0,1 1 0 0 0,-1 0-1 0 0,0-1 1 0 0,1 1-1 0 0,0-1 1 0 0,-1 1-1 0 0,1-1 1 0 0,0 1 0 0 0,0-1-1 0 0,0 1 1 0 0,1 0-1 0 0,-1-1 1 0 0,2-4-1 0 0,-2 7-212 0 0,1 0-1 0 0,-1-1 0 0 0,1 1 0 0 0,-1 0 1 0 0,1 0-1 0 0,-1 0 0 0 0,1 0 0 0 0,-1 0 0 0 0,1 0 1 0 0,-1 0-1 0 0,1 0 0 0 0,-1 0 0 0 0,1 0 1 0 0,-1 0-1 0 0,1 1 0 0 0,-1-1 0 0 0,1 0 1 0 0,-1 0-1 0 0,1 0 0 0 0,-1 1 0 0 0,1-1 1 0 0,-1 0-1 0 0,1 0 0 0 0,-1 1 0 0 0,0-1 0 0 0,1 1 1 0 0,-1-1-1 0 0,0 0 0 0 0,1 1 0 0 0,-1 0 1 0 0,14 12 904 0 0,49 70 1572 0 0,-39-49-1789 0 0,31 33 1 0 0,-44-56-586 0 0,-1-1 0 0 0,1 0 0 0 0,1 0 0 0 0,0-2 0 0 0,0 1 0 0 0,26 12-1 0 0,-34-20-103 0 0,9 6 205 0 0,1-2 1 0 0,20 7 0 0 0,-32-11-190 0 0,1-1-1 0 0,-1 1 1 0 0,1 0 0 0 0,-1-1-1 0 0,1 1 1 0 0,0-1 0 0 0,-1 0-1 0 0,1 0 1 0 0,0 0 0 0 0,-1 0-1 0 0,1-1 1 0 0,0 1 0 0 0,-1-1-1 0 0,1 0 1 0 0,-1 1 0 0 0,1-1-1 0 0,-1 0 1 0 0,1 0 0 0 0,-1-1-1 0 0,0 1 1 0 0,3-2 0 0 0,-3 1-27 0 0,-1 0 1 0 0,0 0-1 0 0,0 0 0 0 0,0 0 1 0 0,0 0-1 0 0,0 0 1 0 0,0 0-1 0 0,-1-1 0 0 0,1 1 1 0 0,-1 0-1 0 0,0 0 1 0 0,1 0-1 0 0,-1-5 0 0 0,-2-34 91 0 0,1 30-103 0 0,-8-104 121 0 0,-1 3-1107 0 0,6-174-1 0 0,15 217-2093 0 0,-4 40-3741 0 0</inkml:trace>
</inkml:ink>
</file>

<file path=ppt/ink/ink2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11.5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84 88 6913 0 0,'-34'17'2009'0'0,"32"-16"-1751"0"0,-1-1 0 0 0,1 1 0 0 0,-1 0-1 0 0,1 0 1 0 0,-1 0 0 0 0,1 0 0 0 0,0 0-1 0 0,0 1 1 0 0,0-1 0 0 0,-1 1 0 0 0,1-1-1 0 0,1 1 1 0 0,-1 0 0 0 0,0 0 0 0 0,0 0-1 0 0,1 0 1 0 0,-1 0 0 0 0,1 0 0 0 0,-1 0-1 0 0,1 1 1 0 0,0-1 0 0 0,0 0 0 0 0,0 1-1 0 0,0-1 1 0 0,1 1 0 0 0,-1-1 0 0 0,0 5-1 0 0,0 5 19 0 0,0 0-1 0 0,1 1 1 0 0,1-1-1 0 0,0 0 1 0 0,0 0-1 0 0,1 0 1 0 0,1 0-1 0 0,0 0 1 0 0,0 0-1 0 0,2-1 1 0 0,-1 1-1 0 0,1-1 1 0 0,7 11-1 0 0,-9-17-219 0 0,1 0 0 0 0,-1-1-1 0 0,0 1 1 0 0,1-1 0 0 0,0 0 0 0 0,0 0 0 0 0,0 0-1 0 0,1-1 1 0 0,-1 1 0 0 0,1-1 0 0 0,0 0 0 0 0,0 0-1 0 0,0-1 1 0 0,0 0 0 0 0,1 1 0 0 0,-1-2 0 0 0,0 1-1 0 0,1-1 1 0 0,-1 0 0 0 0,1 0 0 0 0,0 0 0 0 0,-1-1-1 0 0,1 1 1 0 0,0-2 0 0 0,-1 1 0 0 0,1-1 0 0 0,0 1-1 0 0,-1-1 1 0 0,11-4 0 0 0,-11 3-26 0 0,1-1 1 0 0,-1 1-1 0 0,0-1 0 0 0,0 0 1 0 0,0-1-1 0 0,0 1 0 0 0,-1-1 1 0 0,0 0-1 0 0,1 0 0 0 0,-1-1 1 0 0,-1 1-1 0 0,1-1 0 0 0,-1 0 1 0 0,0 0-1 0 0,0 0 0 0 0,0 0 1 0 0,0 0-1 0 0,2-11 0 0 0,0 4-2 0 0,-1-1-1 0 0,-1 0 0 0 0,0 0 0 0 0,-1 0 0 0 0,-1 0 0 0 0,0-1 0 0 0,0-17 0 0 0,-3 19 53 0 0,1 0-1 0 0,-1 0 0 0 0,-1 1 1 0 0,0-1-1 0 0,-1 1 0 0 0,0-1 0 0 0,-1 1 1 0 0,0 0-1 0 0,-11-16 0 0 0,13 22-181 0 0,0 1 0 0 0,-1 0 0 0 0,0-1 0 0 0,1 1-1 0 0,-2 1 1 0 0,1-1 0 0 0,0 0 0 0 0,-1 1 0 0 0,1 0-1 0 0,-6-2 1 0 0,6 3-329 0 0,0 0 1 0 0,0 1-1 0 0,0 0 0 0 0,1 0 1 0 0,-1 0-1 0 0,0 1 0 0 0,0-1 0 0 0,-1 1 1 0 0,1 0-1 0 0,0 0 0 0 0,0 0 0 0 0,0 1 1 0 0,0-1-1 0 0,0 1 0 0 0,-4 2 1 0 0,-10 3-6137 0 0</inkml:trace>
</inkml:ink>
</file>

<file path=ppt/ink/ink2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11.9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23 7834 0 0,'0'0'77'0'0,"0"0"0"0"0,1-1 0 0 0,-1 1 0 0 0,0-1 0 0 0,0 1 0 0 0,1-1 0 0 0,-1 1 0 0 0,0 0 0 0 0,1-1 0 0 0,-1 1 0 0 0,0 0 0 0 0,1-1 1 0 0,-1 1-1 0 0,0 0 0 0 0,1 0 0 0 0,-1-1 0 0 0,1 1 0 0 0,-1 0 0 0 0,0 0 0 0 0,1 0 0 0 0,-1 0 0 0 0,1-1 0 0 0,-1 1 0 0 0,1 0 0 0 0,-1 0 0 0 0,1 0 1 0 0,-1 0-1 0 0,0 0 0 0 0,1 0 0 0 0,-1 0 0 0 0,1 0 0 0 0,-1 0 0 0 0,1 0 0 0 0,-1 0 0 0 0,1 1 0 0 0,-1-1 0 0 0,1 0 0 0 0,-1 0 0 0 0,0 0 0 0 0,1 1 0 0 0,-1-1 1 0 0,1 0-1 0 0,-1 0 0 0 0,0 1 0 0 0,1-1 0 0 0,-1 0 0 0 0,0 1 0 0 0,1-1 0 0 0,-1 0 0 0 0,0 1 0 0 0,0-1 0 0 0,1 1 0 0 0,-1-1 0 0 0,0 0 0 0 0,0 1 0 0 0,0-1 1 0 0,1 1-1 0 0,-1-1 0 0 0,0 1 0 0 0,0-1 0 0 0,0 1 0 0 0,0-1 0 0 0,0 0 0 0 0,0 1 0 0 0,2 28 544 0 0,-2-28-527 0 0,0 17 335 0 0,0 0 0 0 0,2 0 0 0 0,0 0 0 0 0,1 0 1 0 0,8 23-1 0 0,-10-35-316 0 0,1-1 0 0 0,0 1 0 0 0,1-1 0 0 0,-1 1 1 0 0,1-1-1 0 0,0 0 0 0 0,1 0 0 0 0,-1-1 0 0 0,1 1 0 0 0,0-1 1 0 0,0 1-1 0 0,0-1 0 0 0,1-1 0 0 0,-1 1 0 0 0,1 0 0 0 0,0-1 0 0 0,0 0 1 0 0,0 0-1 0 0,10 3 0 0 0,-11-5-130 0 0,0 0 1 0 0,-1 0-1 0 0,1-1 0 0 0,0 1 1 0 0,0-1-1 0 0,-1 0 0 0 0,1 0 1 0 0,0 0-1 0 0,0-1 0 0 0,-1 1 1 0 0,1-1-1 0 0,0 0 0 0 0,-1 0 1 0 0,1 0-1 0 0,-1-1 0 0 0,1 1 1 0 0,-1-1-1 0 0,0 0 0 0 0,1 0 1 0 0,-1 0-1 0 0,0 0 0 0 0,0 0 1 0 0,-1-1-1 0 0,1 0 0 0 0,0 1 1 0 0,-1-1-1 0 0,1 0 0 0 0,2-6 1 0 0,7-9-151 0 0,0-1 1 0 0,-2-1 0 0 0,15-38-1 0 0,-13 28 108 0 0,-4 12 188 0 0,-5 9 85 0 0,0 1 1 0 0,1 0 0 0 0,0 0-1 0 0,0 0 1 0 0,1 0 0 0 0,6-6-1 0 0,-10 12-183 0 0,0 1-1 0 0,0 0 1 0 0,1 0-1 0 0,-1 0 1 0 0,0 0-1 0 0,1 0 1 0 0,-1 0-1 0 0,1 0 1 0 0,0 1-1 0 0,-1-1 1 0 0,1 0-1 0 0,-1 1 1 0 0,1-1-1 0 0,0 1 1 0 0,-1 0 0 0 0,1 0-1 0 0,0-1 1 0 0,0 1-1 0 0,-1 0 1 0 0,1 0-1 0 0,0 1 1 0 0,-1-1-1 0 0,1 0 1 0 0,0 0-1 0 0,-1 1 1 0 0,1-1-1 0 0,0 1 1 0 0,-1 0-1 0 0,1-1 1 0 0,-1 1-1 0 0,1 0 1 0 0,-1 0-1 0 0,1 0 1 0 0,-1 0-1 0 0,0 0 1 0 0,1 0-1 0 0,1 3 1 0 0,39 39 131 0 0,-35-34-82 0 0,1 0 1 0 0,0 0-1 0 0,1-1 1 0 0,0-1-1 0 0,9 8 1 0 0,-14-14-470 0 0,-1 1 0 0 0,1 0 0 0 0,-1-1 0 0 0,1 1 0 0 0,-1-1 0 0 0,1 0 0 0 0,0 0 0 0 0,-1 0 0 0 0,1-1 0 0 0,0 0 0 0 0,0 1 0 0 0,0-1 0 0 0,-1 0 0 0 0,1-1 0 0 0,0 1 0 0 0,0-1 0 0 0,0 0 0 0 0,-1 1 0 0 0,8-4 0 0 0,6-3-5157 0 0</inkml:trace>
</inkml:ink>
</file>

<file path=ppt/ink/ink2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12.3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0 110 1840 0 0,'0'-22'2051'0'0,"1"0"-1"0"0,2-1 1 0 0,8-20 4191 0 0,-3 102-3752 0 0,-4-21-1937 0 0,1 0 1 0 0,3-1 0 0 0,0 0 0 0 0,3 0-1 0 0,0-1 1 0 0,3 0 0 0 0,33 62 0 0 0,14 17-3922 0 0,-50-90-3144 0 0</inkml:trace>
</inkml:ink>
</file>

<file path=ppt/ink/ink2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12.7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1 324 5065 0 0,'0'-3'288'0'0,"1"0"1"0"0,0-1-1 0 0,-1 1 0 0 0,2 0 1 0 0,-1 0-1 0 0,0 0 1 0 0,1 0-1 0 0,-1 0 0 0 0,1 1 1 0 0,3-5-1 0 0,25-30 1714 0 0,-22 27-1733 0 0,19-21 644 0 0,2 2 0 0 0,0 0 1 0 0,38-26-1 0 0,49-24-1296 0 0,-91 63-4521 0 0</inkml:trace>
</inkml:ink>
</file>

<file path=ppt/ink/ink2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13.1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1 430 8290 0 0,'-1'0'43'0'0,"1"-1"1"0"0,0 1-1 0 0,0-1 1 0 0,0 1-1 0 0,0-1 1 0 0,0 1-1 0 0,0-1 1 0 0,1 1-1 0 0,-1-1 1 0 0,0 0-1 0 0,0 1 1 0 0,0-1-1 0 0,0 1 1 0 0,1-1-1 0 0,-1 1 1 0 0,0-1-1 0 0,0 1 1 0 0,1 0-1 0 0,-1-1 1 0 0,0 1-1 0 0,1-1 1 0 0,-1 1-1 0 0,1-1 1 0 0,-1 1 0 0 0,1 0-1 0 0,-1-1 1 0 0,0 1-1 0 0,1 0 1 0 0,-1 0-1 0 0,2-1 1 0 0,16-12 403 0 0,46-23 1115 0 0,3 3 0 0 0,0 2-1 0 0,2 4 1 0 0,111-29 0 0 0,297-42 2999 0 0,-367 78-4518 0 0,562-75 575 0 0,-506 89-709 0 0,186 18-1 0 0,-324-10-794 0 0,0 1-1 0 0,0 1 1 0 0,43 12-1 0 0,-49-8-6194 0 0</inkml:trace>
  <inkml:trace contextRef="#ctx0" brushRef="#br0" timeOffset="1">773 864 14283 0 0,'0'0'91'0'0,"0"1"-1"0"0,0 0 1 0 0,0 0-1 0 0,0-1 1 0 0,0 1 0 0 0,0 0-1 0 0,0 0 1 0 0,1-1-1 0 0,-1 1 1 0 0,0 0 0 0 0,1 0-1 0 0,-1-1 1 0 0,0 1 0 0 0,1 0-1 0 0,-1-1 1 0 0,1 1-1 0 0,-1-1 1 0 0,1 1 0 0 0,-1-1-1 0 0,1 1 1 0 0,-1-1-1 0 0,1 1 1 0 0,0-1 0 0 0,-1 1-1 0 0,2 0 1 0 0,24 14 1369 0 0,-11-6-891 0 0,-2 1-391 0 0,0 1-1 0 0,-1 0 1 0 0,0 1-1 0 0,-1 1 1 0 0,0 0 0 0 0,-1 0-1 0 0,-1 1 1 0 0,0 1-1 0 0,0-1 1 0 0,10 27 0 0 0,1 14 1099 0 0,24 101 1 0 0,-13-40-706 0 0,-11-56-668 0 0,2-2 0 0 0,40 74 0 0 0,-48-102-649 0 0</inkml:trace>
</inkml:ink>
</file>

<file path=ppt/ink/ink2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13.5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1 190 456 0 0,'10'-21'1350'0'0,"2"1"0"0"0,0 0 0 0 0,1 1 0 0 0,1 0 0 0 0,1 2 0 0 0,18-20 0 0 0,-2 11 1239 0 0,-12 16-890 0 0,-18 10-1618 0 0,-1 0 0 0 0,0 0-1 0 0,1 0 1 0 0,-1-1 0 0 0,1 1-1 0 0,-1 0 1 0 0,1 0 0 0 0,-1 0 0 0 0,1 0-1 0 0,-1 0 1 0 0,1 0 0 0 0,-1 0-1 0 0,1 1 1 0 0,-1-1 0 0 0,1 0 0 0 0,-1 0-1 0 0,0 0 1 0 0,1 0 0 0 0,-1 0-1 0 0,1 1 1 0 0,-1-1 0 0 0,0 0 0 0 0,1 1-1 0 0,-1-1 1 0 0,1 0 0 0 0,-1 0-1 0 0,0 1 1 0 0,1-1 0 0 0,-1 1 0 0 0,1 4 62 0 0,0 0 0 0 0,0-1 0 0 0,-1 1 0 0 0,0 0 1 0 0,0-1-1 0 0,0 1 0 0 0,0 0 0 0 0,-1 0 1 0 0,0-1-1 0 0,0 1 0 0 0,0 0 0 0 0,-1-1 1 0 0,-2 7-1 0 0,1-2 47 0 0,-42 122 632 0 0,24-74-262 0 0,-22 93-1 0 0,42-146-477 0 0,0-1-1 0 0,0 1 0 0 0,1 0 0 0 0,-1-1 0 0 0,1 1 0 0 0,0 0 0 0 0,0 0 0 0 0,1-1 0 0 0,-1 1 0 0 0,1 0 1 0 0,0-1-1 0 0,-1 1 0 0 0,2 0 0 0 0,2 6 0 0 0,-3-8-53 0 0,1 0 1 0 0,0 0-1 0 0,0 0 0 0 0,0-1 1 0 0,0 1-1 0 0,0 0 0 0 0,0-1 1 0 0,0 0-1 0 0,1 1 0 0 0,-1-1 1 0 0,0 0-1 0 0,1 0 0 0 0,-1 0 1 0 0,1-1-1 0 0,-1 1 0 0 0,1 0 1 0 0,-1-1-1 0 0,1 0 0 0 0,0 1 1 0 0,-1-1-1 0 0,1 0 0 0 0,2-1 1 0 0,8 1 0 0 0,-1-2 1 0 0,0 1 0 0 0,1-2-1 0 0,-1 1 1 0 0,0-2-1 0 0,13-4 1 0 0,72-37-451 0 0,-17 8-2997 0 0,-47 24-3544 0 0</inkml:trace>
</inkml:ink>
</file>

<file path=ppt/ink/ink2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14.0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65 47 8754 0 0,'-5'-6'-273'0'0,"0"-1"1517"0"0,0 1-1 0 0,0 1 1 0 0,-1-1 0 0 0,-9-7-1 0 0,15 13-1096 0 0,0-1 0 0 0,-1 1 0 0 0,1 0 0 0 0,-1-1 0 0 0,1 1 0 0 0,-1 0 0 0 0,0 0 0 0 0,1-1 0 0 0,-1 1 1 0 0,1 0-1 0 0,-1 0 0 0 0,1 0 0 0 0,-1 0 0 0 0,0 0 0 0 0,1 0 0 0 0,-1 0 0 0 0,1 0 0 0 0,-1 0 0 0 0,0 0 0 0 0,1 0 0 0 0,-1 0 0 0 0,1 0 0 0 0,-1 0 0 0 0,1 1 0 0 0,-1-1 0 0 0,0 0 0 0 0,0 2-49 0 0,0-1 0 0 0,0 0 1 0 0,0 0-1 0 0,1 0 0 0 0,-1 1 0 0 0,0-1 1 0 0,1 0-1 0 0,-1 1 0 0 0,1-1 0 0 0,0 1 1 0 0,-1-1-1 0 0,1 0 0 0 0,0 1 0 0 0,0-1 1 0 0,0 1-1 0 0,0 1 0 0 0,0 18 284 0 0,0-1-1 0 0,2 1 1 0 0,0 0 0 0 0,2-1 0 0 0,10 37-1 0 0,44 95 363 0 0,9-17-125 0 0,-37-78-662 0 0,38 101 0 0 0,-64-148-498 0 0,-2 0-1 0 0,1 1 0 0 0,-2-1 1 0 0,2 15-1 0 0,-3-4-7125 0 0</inkml:trace>
</inkml:ink>
</file>

<file path=ppt/ink/ink2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14.3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0 242 7370 0 0,'4'0'234'0'0,"-1"-1"1"0"0,0 1 0 0 0,0-1 0 0 0,1 0-1 0 0,-1 0 1 0 0,0 0 0 0 0,0-1-1 0 0,0 1 1 0 0,0-1 0 0 0,0 1 0 0 0,-1-1-1 0 0,5-3 1 0 0,-1 1 284 0 0,31-17 1812 0 0,-2-1 0 0 0,55-46 0 0 0,5-23-4877 0 0,-79 74 1426 0 0</inkml:trace>
</inkml:ink>
</file>

<file path=ppt/ink/ink2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25.5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221 10 11522 0 0,'0'0'46'0'0,"-1"-1"-1"0"0,1 0 0 0 0,0 1 0 0 0,-1-1 0 0 0,1 1 0 0 0,-1-1 0 0 0,1 1 0 0 0,-1-1 0 0 0,1 1 0 0 0,-1-1 0 0 0,1 1 0 0 0,-1-1 0 0 0,0 1 0 0 0,1 0 0 0 0,-1-1 0 0 0,0 1 0 0 0,1 0 0 0 0,-1-1 0 0 0,0 1 0 0 0,1 0 0 0 0,-1 0 0 0 0,0 0 0 0 0,1 0 0 0 0,-1 0 0 0 0,0 0 0 0 0,0 0 1 0 0,1 0-1 0 0,-1 0 0 0 0,0 0 0 0 0,1 0 0 0 0,-2 0 0 0 0,0 1-15 0 0,1 0 1 0 0,-1 0-1 0 0,1 1 1 0 0,0-1-1 0 0,-1 0 0 0 0,1 1 1 0 0,0-1-1 0 0,0 0 1 0 0,0 1-1 0 0,0-1 1 0 0,0 1-1 0 0,-1 2 1 0 0,-2 6-38 0 0,0 0 1 0 0,0 1 0 0 0,-2 13 0 0 0,-2 27 184 0 0,3 0 0 0 0,2 1 0 0 0,6 95 0 0 0,0-26 342 0 0,-4 3-12 0 0,1-123-505 0 0,0 2 10 0 0,0 1-1 0 0,0-1 1 0 0,0 1 0 0 0,0-1-1 0 0,-1 1 1 0 0,1-1 0 0 0,-1 0-1 0 0,0 1 1 0 0,0-1 0 0 0,0 0-1 0 0,0 0 1 0 0,-1 0 0 0 0,1 1-1 0 0,-1-2 1 0 0,0 1 0 0 0,0 0-1 0 0,0 0 1 0 0,0 0 0 0 0,-5 3-1 0 0,-33 21 89 0 0,31-22-77 0 0,0 0 0 0 0,1 0 0 0 0,0 1 0 0 0,0 1 0 0 0,-10 9 0 0 0,15-13-8 0 0,0 2 0 0 0,0-1 0 0 0,0 0-1 0 0,0 0 1 0 0,1 1 0 0 0,0-1-1 0 0,0 1 1 0 0,0 0 0 0 0,1 0-1 0 0,-1 0 1 0 0,1 0 0 0 0,0 0-1 0 0,1 0 1 0 0,-1 0 0 0 0,1 7-1 0 0,19 763 1645 0 0,-10-507-1485 0 0,-9-261-172 0 0,0 1-1 0 0,0 0 0 0 0,1 0 0 0 0,0 0 1 0 0,0 0-1 0 0,1 0 0 0 0,0-1 1 0 0,0 1-1 0 0,1-1 0 0 0,0 1 0 0 0,1-1 1 0 0,6 11-1 0 0,2-3 13 0 0,27 25 0 0 0,-26-28-4 0 0,0 1 1 0 0,17 23-1 0 0,-26-28-9 0 0,0 0 1 0 0,0 0-1 0 0,-1 0 1 0 0,0 1-1 0 0,0 0 1 0 0,-1-1-1 0 0,0 1 0 0 0,-1 0 1 0 0,0 0-1 0 0,0 0 1 0 0,-1 0-1 0 0,-1 10 1 0 0,65 2060 1029 0 0,-5-297 98 0 0,24-48-367 0 0,-6-241-580 0 0,120 1409-43 0 0,-88-1512-138 0 0,-81-1000 12 0 0,-1 1097 1347 0 0,-51-1234-2948 0 0,14-206-5868 0 0</inkml:trace>
</inkml:ink>
</file>

<file path=ppt/ink/ink2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26.9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10641 8754 0 0,'-3'9'126'0'0,"1"0"1"0"0,0-1-1 0 0,1 1 0 0 0,0 0 1 0 0,0 0-1 0 0,1 0 1 0 0,0 0-1 0 0,1 0 0 0 0,0 0 1 0 0,3 12-1 0 0,3 9 3 0 0,17 49 0 0 0,-15-57-116 0 0,0-1-1 0 0,1 0 0 0 0,1-1 0 0 0,1 0 1 0 0,1 0-1 0 0,1-1 0 0 0,1-1 1 0 0,0 0-1 0 0,1-1 0 0 0,1-1 1 0 0,0-1-1 0 0,2 0 0 0 0,-1-1 1 0 0,2-1-1 0 0,0-1 0 0 0,0-1 0 0 0,1 0 1 0 0,0-2-1 0 0,1 0 0 0 0,0-2 1 0 0,0 0-1 0 0,1-2 0 0 0,0 0 1 0 0,0-1-1 0 0,27 0 0 0 0,-19-3 15 0 0,0-2-1 0 0,0-1 1 0 0,-1-2-1 0 0,0 0 0 0 0,1-2 1 0 0,-2-2-1 0 0,1-1 1 0 0,-1-1-1 0 0,29-14 0 0 0,1-5 80 0 0,-2-3 0 0 0,-1-2 0 0 0,62-50 0 0 0,-70 45 578 0 0,-2-2-1 0 0,-2-3 1 0 0,76-94-1 0 0,91-167 2170 0 0,-135 190-2126 0 0,6-6-267 0 0,-6-4 1 0 0,80-176-1 0 0,-88 131-245 0 0,73-289-1 0 0,-18-194-180 0 0,-57-13-16 0 0,-30 4 360 0 0,18-275-12 0 0,2-49-28 0 0,-51-549-338 0 0,-70 830 192 0 0,-40 5 208 0 0,-37-320 22 0 0,34 378-137 0 0,64 391-296 0 0,40 211 11 0 0,2-1 0 0 0,2 0 0 0 0,2 0 1 0 0,8-49-1 0 0,-8 80-22 0 0,0 1 1 0 0,1 0-1 0 0,0 0 1 0 0,5-9-1 0 0,-7 14-63 0 0,1 0 1 0 0,0 1-1 0 0,0-1 0 0 0,0 1 1 0 0,1 0-1 0 0,-1 0 0 0 0,1 0 1 0 0,0 0-1 0 0,-1 0 0 0 0,2 0 1 0 0,-1 1-1 0 0,3-3 0 0 0,7 46-7363 0 0,-5-18 1710 0 0</inkml:trace>
</inkml:ink>
</file>

<file path=ppt/ink/ink2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27.3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9170 0 0,'98'47'816'0'0,"-79"-38"-656"0"0,-14-7-160 0 0,2 1 0 0 0,11 4-96 0 0,13 6 16 0 0,18 6 8 0 0,14 9-88 0 0,5 2-8 0 0,-5 1-8 0 0</inkml:trace>
</inkml:ink>
</file>

<file path=ppt/ink/ink2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28.5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82 88 3225 0 0,'-7'-9'945'0'0,"1"0"0"0"0,-1 0 1 0 0,-1 1-1 0 0,1 0 1 0 0,-1 1-1 0 0,-1 0 0 0 0,-18-13 3611 0 0,26 20-4375 0 0,1-1-1 0 0,0 1 1 0 0,0-1-1 0 0,-1 1 1 0 0,1 0 0 0 0,0-1-1 0 0,0 1 1 0 0,0-1-1 0 0,0 1 1 0 0,0-2-1 0 0,12-1 3564 0 0,-4 2-3884 0 0,-7 0 542 0 0,6 2-61 0 0,6 0-224 0 0,0 1 1 0 0,0 1-1 0 0,-1 0 0 0 0,1 0 0 0 0,-1 1 1 0 0,0 1-1 0 0,0 0 0 0 0,0 1 1 0 0,-1 0-1 0 0,0 1 0 0 0,0 0 0 0 0,-1 1 1 0 0,1 0-1 0 0,-2 1 0 0 0,1 0 1 0 0,8 10-1 0 0,130 117-117 0 0,-21-23 0 0 0,-126-112-3 0 0,0-1 0 0 0,1 1 0 0 0,-1 0 0 0 0,0 0-1 0 0,0 0 1 0 0,0 0 0 0 0,-1 0 0 0 0,1 0 0 0 0,0 0 0 0 0,0 1 0 0 0,-1-1 0 0 0,1 0 0 0 0,0 0 0 0 0,-1 0 0 0 0,1 1-1 0 0,-1-1 1 0 0,0 0 0 0 0,1 1 0 0 0,-1-1 0 0 0,0 0 0 0 0,0 1 0 0 0,0-1 0 0 0,0 1 0 0 0,0-1 0 0 0,0 0 0 0 0,0 1 0 0 0,0-1-1 0 0,-1 0 1 0 0,1 1 0 0 0,-1 1 0 0 0,-2 0 2 0 0,0 1 0 0 0,0-1-1 0 0,0 0 1 0 0,0 0 0 0 0,-1 0-1 0 0,0-1 1 0 0,1 1 0 0 0,-6 2 0 0 0,3-1 41 0 0,-65 46 15 0 0,2 3 1 0 0,2 3-1 0 0,3 3 0 0 0,-110 133 0 0 0,173-191-79 0 0,-21 30-765 0 0,16-7-2561 0 0</inkml:trace>
</inkml:ink>
</file>

<file path=ppt/ink/ink2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29.0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 20 3225 0 0,'-2'-2'-191'0'0,"-29"-16"10760"0"0,30 19-10431 0 0,-1 17 1668 0 0,18 148 1991 0 0,4 63-2491 0 0,-13-104-1935 0 0,4 0 0 0 0,31 131 0 0 0,-30-205-122 0 0</inkml:trace>
</inkml:ink>
</file>

<file path=ppt/ink/ink2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45.7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 29 10594 0 0,'-7'-8'1228'0'0,"6"6"-736"0"0,-1-1 1 0 0,0 1 0 0 0,0 1-1 0 0,0-1 1 0 0,0 0 0 0 0,0 0 0 0 0,0 1-1 0 0,0-1 1 0 0,-5-1 0 0 0,9 40 3844 0 0,80 373-2386 0 0,-47-255-1807 0 0,-31-136-404 0 0,1 0 1 0 0,0-1 0 0 0,2 1-1 0 0,0-1 1 0 0,1 0-1 0 0,1-1 1 0 0,1 0-1 0 0,15 21 1 0 0,-24-37-29 0 0,-1 0 1 0 0,1 0-1 0 0,0 0 1 0 0,0 0-1 0 0,0 0 1 0 0,-1-1-1 0 0,1 1 1 0 0,0 0-1 0 0,0-1 1 0 0,0 1-1 0 0,0 0 1 0 0,0-1-1 0 0,0 1 1 0 0,0-1-1 0 0,1 0 1 0 0,1 1-1 0 0</inkml:trace>
</inkml:ink>
</file>

<file path=ppt/ink/ink2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46.0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1 245 2761 0 0,'0'-13'335'0'0,"1"0"1"0"0,0 0-1 0 0,1 0 1 0 0,0 1-1 0 0,1-1 1 0 0,1 1-1 0 0,0 0 1 0 0,1 0-1 0 0,0 0 1 0 0,1 0-1 0 0,0 1 1 0 0,8-12-1 0 0,-10 17 44 0 0,1 0 0 0 0,0 1 0 0 0,0-1-1 0 0,0 1 1 0 0,0 0 0 0 0,1 1 0 0 0,0-1 0 0 0,0 1-1 0 0,0 0 1 0 0,0 0 0 0 0,1 1 0 0 0,0 0-1 0 0,-1 0 1 0 0,1 1 0 0 0,0 0 0 0 0,0 0-1 0 0,1 0 1 0 0,-1 1 0 0 0,0 0 0 0 0,1 0-1 0 0,-1 1 1 0 0,12 1 0 0 0,-16-1-258 0 0,0 0-1 0 0,1 1 1 0 0,-1 0 0 0 0,1-1 0 0 0,-1 1-1 0 0,0 0 1 0 0,1 1 0 0 0,-1-1 0 0 0,0 1-1 0 0,0-1 1 0 0,0 1 0 0 0,0 0-1 0 0,0 0 1 0 0,-1 0 0 0 0,1 0 0 0 0,0 1-1 0 0,-1-1 1 0 0,2 3 0 0 0,-1 0-11 0 0,0-1 1 0 0,-1 1-1 0 0,0 0 1 0 0,0-1-1 0 0,0 1 1 0 0,0 0-1 0 0,-1 0 0 0 0,0 0 1 0 0,0 0-1 0 0,1 10 1 0 0,-3 8 1 0 0,0-1 1 0 0,-1 1 0 0 0,-1-1-1 0 0,-8 31 1 0 0,9-43-113 0 0,-25 88 61 0 0,-7 34 979 0 0,34-131-1003 0 0,0 0 0 0 0,-1 0 0 0 0,1 1 0 0 0,0-1 0 0 0,0 0 0 0 0,0 0 0 0 0,0 1 0 0 0,0-1 1 0 0,1 0-1 0 0,-1 0 0 0 0,0 1 0 0 0,1-1 0 0 0,-1 0 0 0 0,1 0 0 0 0,-1 0 0 0 0,1 0 0 0 0,-1 0 0 0 0,1 0 0 0 0,0 1 0 0 0,-1-1 0 0 0,1-1 0 0 0,0 1 0 0 0,0 0 0 0 0,0 0 0 0 0,0 0 0 0 0,0 0 0 0 0,0-1 0 0 0,0 1 0 0 0,0 0 0 0 0,0-1 0 0 0,0 1 1 0 0,0-1-1 0 0,1 1 0 0 0,-1-1 0 0 0,0 1 0 0 0,0-1 0 0 0,0 0 0 0 0,1 0 0 0 0,-1 0 0 0 0,0 0 0 0 0,0 0 0 0 0,3 0 0 0 0,8 0-13 0 0,-1 0 1 0 0,1-1 0 0 0,21-5-1 0 0,-15 3 22 0 0,13 0-260 0 0,46 1 1 0 0,-5 5-3679 0 0,-46-1-2899 0 0</inkml:trace>
</inkml:ink>
</file>

<file path=ppt/ink/ink2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46.4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209 36 10594 0 0,'-3'-4'312'0'0,"-1"1"1"0"0,1 0-1 0 0,-1 0 0 0 0,0 0 0 0 0,1 1 0 0 0,-1-1 0 0 0,0 1 0 0 0,-1 0 0 0 0,1 0 1 0 0,0 0-1 0 0,-1 1 0 0 0,1 0 0 0 0,-1 0 0 0 0,1 0 0 0 0,-1 0 0 0 0,0 0 0 0 0,1 1 1 0 0,-1 0-1 0 0,0 0 0 0 0,1 0 0 0 0,-7 2 0 0 0,7-2-139 0 0,-1 1-1 0 0,0 0 1 0 0,1 0 0 0 0,-1 0-1 0 0,1 1 1 0 0,-1-1 0 0 0,1 1-1 0 0,0 0 1 0 0,0 1 0 0 0,0-1-1 0 0,0 1 1 0 0,0-1-1 0 0,0 1 1 0 0,1 1 0 0 0,-1-1-1 0 0,1 0 1 0 0,0 1 0 0 0,0-1-1 0 0,0 1 1 0 0,1 0 0 0 0,-3 5-1 0 0,0 6-76 0 0,0 0-1 0 0,1 0 1 0 0,1 1 0 0 0,0 0-1 0 0,1-1 1 0 0,1 1-1 0 0,0 0 1 0 0,2 0 0 0 0,-1 0-1 0 0,2 0 1 0 0,0-1-1 0 0,6 21 1 0 0,1-3-64 0 0,0-1 1 0 0,3 0-1 0 0,1 0 0 0 0,29 51 1 0 0,48 51 46 0 0,-4-8-3 0 0,-74-106-602 0 0,-1 1 1 0 0,-1 0-1 0 0,-1 0 1 0 0,9 33-1 0 0,-13-26-2825 0 0</inkml:trace>
</inkml:ink>
</file>

<file path=ppt/ink/ink2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46.8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2 213 3225 0 0,'-1'-1'22'0'0,"1"0"0"0"0,0-1 1 0 0,0 1-1 0 0,-1 0 0 0 0,1 0 0 0 0,0-1 1 0 0,0 1-1 0 0,0 0 0 0 0,0 0 1 0 0,1-1-1 0 0,-1 1 0 0 0,0 0 0 0 0,0 0 1 0 0,1-1-1 0 0,-1 1 0 0 0,1 0 0 0 0,-1 0 1 0 0,1 0-1 0 0,0 0 0 0 0,-1 0 1 0 0,1 0-1 0 0,0 0 0 0 0,0 0 0 0 0,-1 0 1 0 0,1 0-1 0 0,0 0 0 0 0,2-1 1 0 0,33-25 641 0 0,-26 20-483 0 0,185-118 5266 0 0,-190 122-5651 0 0,1 0 1 0 0,-1 1-1 0 0,1-1 0 0 0,0 1 1 0 0,0 0-1 0 0,1 1 0 0 0,-1-1 1 0 0,0 1-1 0 0,0 0 0 0 0,1 1 1 0 0,-1-1-1 0 0,8 2 1 0 0,8 3-81 0 0</inkml:trace>
</inkml:ink>
</file>

<file path=ppt/ink/ink2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42.7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168 182 4041 0 0,'-12'0'217'0'0,"1"0"1"0"0,-1 0 0 0 0,1-2-1 0 0,-23-4 1 0 0,19 3 1666 0 0,1 0 0 0 0,-23 0 0 0 0,36 3-1716 0 0,0 0 0 0 0,0 0-1 0 0,0 0 1 0 0,0 0 0 0 0,0 0 0 0 0,0 0 0 0 0,0 0-1 0 0,0 0 1 0 0,0 0 0 0 0,0 0 0 0 0,0 0 0 0 0,0-1-1 0 0,0 1 1 0 0,0 0 0 0 0,0-1 0 0 0,0 1 0 0 0,0-1-1 0 0,0 0 1 0 0,-2 0 0 0 0,4 0-54 0 0,-1 0 1 0 0,0 1-1 0 0,0-1 0 0 0,1 0 1 0 0,-1 1-1 0 0,1-1 1 0 0,-1 1-1 0 0,0-1 0 0 0,1 0 1 0 0,-1 1-1 0 0,1-1 0 0 0,-1 1 1 0 0,1-1-1 0 0,0 1 0 0 0,-1-1 1 0 0,1 1-1 0 0,-1 0 0 0 0,1-1 1 0 0,0 1-1 0 0,0-1 0 0 0,50-22 1892 0 0,-49 23-2002 0 0,67-29 1345 0 0,99-36 774 0 0,-144 57-2197 0 0,0 2 0 0 0,1 0-1 0 0,0 2 1 0 0,50-3 0 0 0,-68 8-394 0 0,0-1 1 0 0,1 1-1 0 0,-1 0 1 0 0,0 0-1 0 0,12 5 1 0 0,-8-2-901 0 0</inkml:trace>
</inkml:ink>
</file>

<file path=ppt/ink/ink2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43.3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57 278 5529 0 0,'-2'-3'70'0'0,"-33"-48"3132"0"0,32 47-2670 0 0,1-1 1 0 0,0 0 0 0 0,0 1 0 0 0,0-1 0 0 0,0 0 0 0 0,1 0 0 0 0,-1 0 0 0 0,1 0 0 0 0,0-8 0 0 0,1 12-456 0 0,-1 1-1 0 0,1-1 1 0 0,0 0 0 0 0,0 1 0 0 0,0-1 0 0 0,0 0 0 0 0,0 0 0 0 0,0 1 0 0 0,0-1 0 0 0,0 0-1 0 0,0 1 1 0 0,0-1 0 0 0,0 0 0 0 0,0 1 0 0 0,1-1 0 0 0,-1 0 0 0 0,0 1 0 0 0,1-1-1 0 0,-1 0 1 0 0,0 1 0 0 0,1-1 0 0 0,-1 1 0 0 0,1-1 0 0 0,-1 0 0 0 0,0 1 0 0 0,1-1 0 0 0,-1 1-1 0 0,1 0 1 0 0,0-1 0 0 0,-1 1 0 0 0,1-1 0 0 0,-1 1 0 0 0,1 0 0 0 0,0-1 0 0 0,-1 1-1 0 0,1 0 1 0 0,0 0 0 0 0,-1-1 0 0 0,1 1 0 0 0,0 0 0 0 0,-1 0 0 0 0,1 0 0 0 0,0 0 0 0 0,0 0-1 0 0,-1 0 1 0 0,1 0 0 0 0,0 0 0 0 0,-1 0 0 0 0,1 1 0 0 0,0-1 0 0 0,-1 0 0 0 0,1 0-1 0 0,0 1 1 0 0,-1-1 0 0 0,1 0 0 0 0,0 1 0 0 0,-1-1 0 0 0,1 0 0 0 0,-1 1 0 0 0,1-1 0 0 0,0 2-1 0 0,4 1 117 0 0,0 0 0 0 0,0 1-1 0 0,-1-1 1 0 0,0 1-1 0 0,1 1 1 0 0,3 4-1 0 0,90 141 145 0 0,-73-106-212 0 0,3-1-1 0 0,1-2 1 0 0,2-1 0 0 0,57 58 0 0 0,-74-84-113 0 0,22 18 66 0 0,-35-31-72 0 0,1 1 0 0 0,0-1 0 0 0,0 0 0 0 0,0 0 0 0 0,0 0 0 0 0,0 0 0 0 0,1 0 0 0 0,-1 0 0 0 0,0 0 0 0 0,0-1 0 0 0,1 1 0 0 0,-1-1 0 0 0,0 1 0 0 0,1-1 0 0 0,3 0 0 0 0,-5-1 14 0 0,0 1 0 0 0,1-1 0 0 0,-1 0 1 0 0,0 0-1 0 0,0 1 0 0 0,0-1 0 0 0,0 0 0 0 0,0 0 0 0 0,0 0 0 0 0,0 0 0 0 0,0-1 0 0 0,0 1 0 0 0,0 0 0 0 0,-1 0 0 0 0,1 0 1 0 0,0-1-1 0 0,-1 1 0 0 0,1 0 0 0 0,-1-1 0 0 0,1 1 0 0 0,-1 0 0 0 0,0-1 0 0 0,0 1 0 0 0,1-1 0 0 0,-1-1 0 0 0,3-43 422 0 0,-3 38-371 0 0,-1-57 190 0 0,-17-114 0 0 0,9 121-1080 0 0,3-2 0 0 0,3-83 0 0 0,6 117-654 0 0,3 3-3342 0 0,1 4-1314 0 0</inkml:trace>
</inkml:ink>
</file>

<file path=ppt/ink/ink2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43.7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 70 7370 0 0,'0'-1'99'0'0,"0"1"0"0"0,-1-1 0 0 0,1 0 0 0 0,-1 0 1 0 0,1 1-1 0 0,-1-1 0 0 0,1 0 0 0 0,-1 1 1 0 0,1-1-1 0 0,-1 0 0 0 0,0 1 0 0 0,1-1 0 0 0,-1 1 1 0 0,0-1-1 0 0,0 1 0 0 0,1 0 0 0 0,-1-1 1 0 0,0 1-1 0 0,0 0 0 0 0,1-1 0 0 0,-1 1 0 0 0,0 0 1 0 0,0 0-1 0 0,0 0 0 0 0,0 0 0 0 0,0-1 0 0 0,1 1 1 0 0,-3 1-1 0 0,2 0 44 0 0,0 0 1 0 0,1 0-1 0 0,-1 0 0 0 0,0 0 1 0 0,0 0-1 0 0,0 0 0 0 0,1 0 1 0 0,-1 0-1 0 0,0 1 1 0 0,1-1-1 0 0,-1 0 0 0 0,1 0 1 0 0,0 1-1 0 0,-1-1 0 0 0,1 1 1 0 0,0-1-1 0 0,0 0 0 0 0,0 3 1 0 0,-1 4 131 0 0,1 0 0 0 0,-1 1 0 0 0,2-1 1 0 0,-1 0-1 0 0,1 1 0 0 0,1-1 0 0 0,-1 0 0 0 0,2 0 0 0 0,-1 0 1 0 0,1 0-1 0 0,0 0 0 0 0,0 0 0 0 0,1-1 0 0 0,8 13 1 0 0,-9-16-200 0 0,0 0 1 0 0,0-1-1 0 0,1 1 1 0 0,-1-1-1 0 0,0 0 1 0 0,1 0 0 0 0,0 0-1 0 0,0-1 1 0 0,0 1-1 0 0,0-1 1 0 0,0 0-1 0 0,0 0 1 0 0,1-1-1 0 0,-1 1 1 0 0,1-1 0 0 0,-1 0-1 0 0,1 0 1 0 0,-1 0-1 0 0,1-1 1 0 0,0 0-1 0 0,-1 1 1 0 0,1-2-1 0 0,0 1 1 0 0,-1 0 0 0 0,1-1-1 0 0,-1 0 1 0 0,1 0-1 0 0,5-2 1 0 0,-7 2-47 0 0,1 0 1 0 0,-1 0 0 0 0,1-1-1 0 0,-1 1 1 0 0,0-1 0 0 0,0 0-1 0 0,1 0 1 0 0,-1 0-1 0 0,0 0 1 0 0,-1 0 0 0 0,1 0-1 0 0,0-1 1 0 0,-1 0-1 0 0,1 1 1 0 0,-1-1 0 0 0,0 0-1 0 0,0 0 1 0 0,0 0 0 0 0,0-1-1 0 0,0 1 1 0 0,-1 0-1 0 0,0-1 1 0 0,1 1 0 0 0,-1-1-1 0 0,-1 1 1 0 0,1-1-1 0 0,0 1 1 0 0,-1-5 0 0 0,0 1 15 0 0,0-1 0 0 0,-1 1 0 0 0,0-1 0 0 0,-1 1 0 0 0,0 0 0 0 0,0 0 1 0 0,0 0-1 0 0,-1 0 0 0 0,0 0 0 0 0,-1 0 0 0 0,1 1 0 0 0,-1 0 0 0 0,-5-7 0 0 0,1 3-111 0 0,-1-1-1 0 0,0 2 0 0 0,-10-10 0 0 0,17 17-243 0 0,-1 0 1 0 0,1 0-1 0 0,0 0 0 0 0,-1 0 1 0 0,1 0-1 0 0,-1 1 1 0 0,1-1-1 0 0,-1 1 0 0 0,0 0 1 0 0,0-1-1 0 0,1 1 0 0 0,-1 1 1 0 0,0-1-1 0 0,0 0 1 0 0,0 1-1 0 0,0-1 0 0 0,0 1 1 0 0,0 0-1 0 0,-5 1 0 0 0</inkml:trace>
</inkml:ink>
</file>

<file path=ppt/ink/ink2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44.0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14 3681 0 0,'0'-1'192'0'0,"0"0"1"0"0,1 0 0 0 0,-1 1-1 0 0,1-1 1 0 0,0 0 0 0 0,-1 0 0 0 0,1 0-1 0 0,0 1 1 0 0,-1-1 0 0 0,1 0-1 0 0,0 1 1 0 0,0-1 0 0 0,-1 1-1 0 0,1-1 1 0 0,0 1 0 0 0,0-1-1 0 0,0 1 1 0 0,0 0 0 0 0,0-1-1 0 0,0 1 1 0 0,0 0 0 0 0,0 0-1 0 0,1-1 1 0 0,-1 2-15 0 0,0-1 0 0 0,-1 1 0 0 0,1-1 0 0 0,0 1 0 0 0,0-1 0 0 0,-1 1 0 0 0,1 0 1 0 0,0-1-1 0 0,-1 1 0 0 0,1 0 0 0 0,-1-1 0 0 0,1 1 0 0 0,-1 0 0 0 0,1 0 0 0 0,-1 0 0 0 0,0-1 0 0 0,1 1 0 0 0,-1 0 0 0 0,0 0 0 0 0,1 0 0 0 0,-1 0 1 0 0,0 0-1 0 0,0 0 0 0 0,0 0 0 0 0,0 1 0 0 0,2 19 1254 0 0,-1-1 0 0 0,-3 34 1 0 0,0-39-1052 0 0,1 0 0 0 0,1 1 0 0 0,0-1 0 0 0,2 1 0 0 0,-1-1 0 0 0,5 16 0 0 0,-6-30-374 0 0,0 0 0 0 0,1 0 0 0 0,-1 0 0 0 0,0-1 0 0 0,0 1 0 0 0,0 0 0 0 0,1 0 0 0 0,-1 0 0 0 0,0-1 0 0 0,1 1 0 0 0,-1 0 0 0 0,1 0 0 0 0,-1-1 0 0 0,1 1 0 0 0,-1-1 0 0 0,1 1 0 0 0,0 0 0 0 0,-1-1 0 0 0,1 1 0 0 0,0-1 0 0 0,-1 1 0 0 0,1-1 0 0 0,0 1 0 0 0,-1-1 0 0 0,1 0 0 0 0,0 1-1 0 0,0-1 1 0 0,0 0 0 0 0,-1 0 0 0 0,1 0 0 0 0,1 1 0 0 0,0-2-9 0 0,0 1 0 0 0,-1-1 0 0 0,1 0 0 0 0,0 1 1 0 0,-1-1-1 0 0,1 0 0 0 0,0 0 0 0 0,-1 0 0 0 0,1 0 0 0 0,-1 0 0 0 0,0-1 0 0 0,1 1 0 0 0,1-2 0 0 0,3-4-43 0 0,-1 0 0 0 0,1-1 1 0 0,-1 1-1 0 0,-1-1 1 0 0,5-8-1 0 0,10-49-241 0 0,-16 51 254 0 0,1-1 1 0 0,1 1 0 0 0,0 0 0 0 0,1 0 0 0 0,14-25-1 0 0,-19 38 38 0 0,-1 0 0 0 0,1 0-1 0 0,0 0 1 0 0,-1 0-1 0 0,1 0 1 0 0,0 1-1 0 0,-1-1 1 0 0,1 0-1 0 0,0 0 1 0 0,0 1-1 0 0,0-1 1 0 0,-1 1 0 0 0,1-1-1 0 0,0 1 1 0 0,0-1-1 0 0,0 1 1 0 0,0-1-1 0 0,0 1 1 0 0,0 0-1 0 0,0 0 1 0 0,0-1-1 0 0,0 1 1 0 0,0 0 0 0 0,0 0-1 0 0,0 0 1 0 0,0 0-1 0 0,2 0 1 0 0,-1 1 9 0 0,0 0 0 0 0,0 0 0 0 0,-1 0 0 0 0,1 0 0 0 0,0 0 0 0 0,0 0 0 0 0,-1 1 1 0 0,1-1-1 0 0,-1 0 0 0 0,1 1 0 0 0,-1 0 0 0 0,3 2 0 0 0,4 8 81 0 0,-1 0 0 0 0,-1 0 0 0 0,7 16 1 0 0,-11-24-63 0 0,16 38 28 0 0,-13-27-361 0 0,1 0 1 0 0,1 0 0 0 0,0 0-1 0 0,1-1 1 0 0,0-1-1 0 0,1 1 1 0 0,16 16-1 0 0,-8-13-6161 0 0</inkml:trace>
</inkml:ink>
</file>

<file path=ppt/ink/ink2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44.4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26 5529 0 0,'2'-10'-132'0'0,"5"-6"3337"0"0,-4 27-1599 0 0,27 110 4082 0 0,-18-80-4809 0 0,2-1-1 0 0,26 54 1 0 0,-16-47-539 0 0,2 4-857 0 0,-10-16-4182 0 0,-3-11-1163 0 0</inkml:trace>
</inkml:ink>
</file>

<file path=ppt/ink/ink2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44.8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19 170 6913 0 0,'-1'-1'69'0'0,"-1"0"-1"0"0,1 0 0 0 0,0 1 0 0 0,0-1 0 0 0,0 0 0 0 0,0 0 0 0 0,-1 0 1 0 0,1-1-1 0 0,1 1 0 0 0,-1 0 0 0 0,0 0 0 0 0,0 0 0 0 0,0-1 0 0 0,1 1 0 0 0,-1 0 1 0 0,0-1-1 0 0,1 1 0 0 0,-1-1 0 0 0,1 1 0 0 0,0-1 0 0 0,-1 1 0 0 0,1-1 1 0 0,0 1-1 0 0,0-1 0 0 0,0 1 0 0 0,0-1 0 0 0,1-2 0 0 0,1 1 167 0 0,0 0 0 0 0,0 1-1 0 0,0-1 1 0 0,0 0 0 0 0,1 1-1 0 0,-1-1 1 0 0,1 1 0 0 0,0-1-1 0 0,0 1 1 0 0,0 0-1 0 0,5-2 1 0 0,13-8 546 0 0,1 0 1 0 0,1 2-1 0 0,0 0 0 0 0,0 2 0 0 0,44-10 1 0 0,-5 6-1112 0 0,68-4 1 0 0,-100 14-198 0 0</inkml:trace>
</inkml:ink>
</file>

<file path=ppt/ink/ink2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45.2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1 538 8754 0 0,'20'-3'2046'0'0,"39"-13"1"0"0,-10-2-370 0 0,66-25 1075 0 0,136-31 0 0 0,618-62-51 0 0,-580 98-2600 0 0,380-31 92 0 0,-190 23-91 0 0,-413 35-150 0 0,0-2-1 0 0,68-25 1 0 0,-58 16-52 0 0,-45 15-450 0 0,-10 4-5631 0 0</inkml:trace>
</inkml:ink>
</file>

<file path=ppt/ink/ink2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47.3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 73 6913 0 0,'-2'1'425'0'0,"1"-1"-1"0"0,-20-5 8715 0 0,36-5-7885 0 0,7 0-621 0 0,64-27 647 0 0,-78 35-1795 0 0,-1-1 0 0 0,1 1-1 0 0,0 1 1 0 0,0-1-1 0 0,0 1 1 0 0,0 1-1 0 0,0-1 1 0 0,0 1-1 0 0,8 2 1 0 0,-1 1-5069 0 0</inkml:trace>
</inkml:ink>
</file>

<file path=ppt/ink/ink2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47.7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2 174 6913 0 0,'0'0'17'0'0,"0"0"-1"0"0,0 0 0 0 0,0 0 0 0 0,0 0 0 0 0,0 0 0 0 0,0 0 1 0 0,0-1-1 0 0,0 1 0 0 0,-1 0 0 0 0,1 0 0 0 0,0 0 0 0 0,0 0 1 0 0,0 0-1 0 0,0 0 0 0 0,0 0 0 0 0,0 0 0 0 0,0 0 0 0 0,0 0 1 0 0,0 0-1 0 0,0 0 0 0 0,0 0 0 0 0,0 0 0 0 0,-1 0 0 0 0,1 0 1 0 0,0 0-1 0 0,0-1 0 0 0,0 1 0 0 0,0 0 0 0 0,0 0 0 0 0,0 0 1 0 0,0 0-1 0 0,0 0 0 0 0,0 0 0 0 0,0 0 0 0 0,0 0 0 0 0,0 0 1 0 0,0-1-1 0 0,0 1 0 0 0,0 0 0 0 0,0 0 0 0 0,0 0 0 0 0,0 0 1 0 0,0 0-1 0 0,0 0 0 0 0,0 0 0 0 0,0 0 0 0 0,0 0 0 0 0,0-1 1 0 0,0 1-1 0 0,0 0 0 0 0,0 0 0 0 0,0 0 0 0 0,1 0 0 0 0,-1 0 1 0 0,0 0-1 0 0,0 0 0 0 0,0 0 0 0 0,0 0 0 0 0,0 0 0 0 0,0 0 1 0 0,8-10 416 0 0,9-5 324 0 0,-5 5-258 0 0,90-67 2246 0 0,-89 69-3272 0 0,2 0 0 0 0,-1 1 0 0 0,19-7 0 0 0,-14 5-200 0 0,-6-2 422 0 0</inkml:trace>
</inkml:ink>
</file>

<file path=ppt/ink/ink2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49.8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22 7834 0 0,'-2'2'1281'0'0,"2"-1"-1119"0"0,0-1-1 0 0,1 1 0 0 0,-1 0 0 0 0,1-1 1 0 0,-1 1-1 0 0,1-1 0 0 0,-1 1 0 0 0,1-1 1 0 0,-1 1-1 0 0,1-1 0 0 0,-1 1 0 0 0,1-1 1 0 0,-1 0-1 0 0,1 1 0 0 0,0-1 1 0 0,-1 0-1 0 0,1 0 0 0 0,0 1 0 0 0,-1-1 1 0 0,1 0-1 0 0,0 0 0 0 0,-1 0 0 0 0,1 0 1 0 0,0 0-1 0 0,-1 0 0 0 0,1 0 1 0 0,0 0-1 0 0,0 0 0 0 0,25 0 1046 0 0,-24 0-931 0 0,201-16 5113 0 0,6-1-5115 0 0,-191 17-2083 0 0,-2 1-5133 0 0</inkml:trace>
</inkml:ink>
</file>

<file path=ppt/ink/ink2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50.5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17 171 8290 0 0,'-8'-36'4402'0'0,"0"-4"1359"0"0,8 40-5726 0 0,0 0 0 0 0,0 0 1 0 0,0 0-1 0 0,0 0 0 0 0,0 0 0 0 0,0 0 0 0 0,0-1 0 0 0,0 1 0 0 0,0 0 0 0 0,0 0 0 0 0,0 0 0 0 0,0 0 1 0 0,0 0-1 0 0,0 0 0 0 0,0 0 0 0 0,0-1 0 0 0,0 1 0 0 0,0 0 0 0 0,0 0 0 0 0,0 0 0 0 0,0 0 0 0 0,0 0 1 0 0,1 0-1 0 0,-1 0 0 0 0,0-1 0 0 0,0 1 0 0 0,0 0 0 0 0,0 0 0 0 0,0 0 0 0 0,0 0 0 0 0,0 0 0 0 0,0 0 0 0 0,1 0 1 0 0,-1 0-1 0 0,0 0 0 0 0,0 0 0 0 0,0 0 0 0 0,0 0 0 0 0,0 0 0 0 0,0 0 0 0 0,0 0 0 0 0,1 0 0 0 0,-1 0 1 0 0,0 0-1 0 0,0 0 0 0 0,0 0 0 0 0,0 0 0 0 0,0 0 0 0 0,0 0 0 0 0,1 0 0 0 0,-1 0 0 0 0,8 5 677 0 0,6 10-297 0 0,-1 6-233 0 0,-1 0 1 0 0,-1 1-1 0 0,0 0 0 0 0,-2 1 1 0 0,7 28-1 0 0,16 34-159 0 0,-20-57-23 0 0,2-1-1 0 0,1 0 1 0 0,1-1-1 0 0,1-1 1 0 0,1 0-1 0 0,1-2 1 0 0,1 0 0 0 0,1-1-1 0 0,1-1 1 0 0,1-1-1 0 0,36 23 1 0 0,-53-39 3 0 0,0 0 1 0 0,0-1 0 0 0,1 0-1 0 0,-1-1 1 0 0,1 1 0 0 0,-1-1-1 0 0,1 0 1 0 0,0-1 0 0 0,12 2-1 0 0,-16-3 0 0 0,-1 0-1 0 0,1-1 1 0 0,0 1-1 0 0,-1 0 1 0 0,1-1-1 0 0,-1 1 1 0 0,0-1-1 0 0,1 0 0 0 0,-1 0 1 0 0,1 0-1 0 0,-1 0 1 0 0,0-1-1 0 0,0 1 1 0 0,0 0-1 0 0,0-1 1 0 0,0 1-1 0 0,0-1 1 0 0,0 0-1 0 0,0 0 1 0 0,-1 0-1 0 0,1 0 1 0 0,-1 0-1 0 0,1 0 1 0 0,-1 0-1 0 0,0-1 1 0 0,0 1-1 0 0,0 0 1 0 0,0-1-1 0 0,1-3 0 0 0,3-11 23 0 0,-1 0 0 0 0,-1-1-1 0 0,0 1 1 0 0,0-28 0 0 0,-6-76 61 0 0,1 60-78 0 0,1-43-35 0 0,-7-128-3448 0 0,6 217 1313 0 0</inkml:trace>
</inkml:ink>
</file>

<file path=ppt/ink/ink2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50.9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17 6913 0 0,'10'-16'3361'0'0,"-6"26"893"0"0,-2 3-2951 0 0,0-1 0 0 0,0 0-1 0 0,8 22 1 0 0,1 8-78 0 0,8 58-558 0 0,0 0-3550 0 0,-15-84 1331 0 0</inkml:trace>
</inkml:ink>
</file>

<file path=ppt/ink/ink2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51.2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 96 6913 0 0,'-18'-47'1969'0'0,"16"40"-488"0"0,0 0 0 0 0,0 0 0 0 0,1-1-1 0 0,-1-12 1 0 0,5 20-2678 0 0,4 9-109 0 0,5 10 119 0 0,21 35 1058 0 0,-19-31 49 0 0</inkml:trace>
</inkml:ink>
</file>

<file path=ppt/ink/ink2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51.6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 6913 0 0,'1'1'42'0'0,"0"-1"-1"0"0,0 1 0 0 0,0 0 0 0 0,0-1 0 0 0,0 1 0 0 0,0 0 0 0 0,0 0 1 0 0,0 0-1 0 0,-1 0 0 0 0,1 0 0 0 0,0 0 0 0 0,0 0 0 0 0,-1 0 0 0 0,1 0 0 0 0,-1 0 1 0 0,2 2-1 0 0,11 27 1402 0 0,-9-20-936 0 0,13 29 590 0 0,-7-14-600 0 0,0-1 0 0 0,2 0 0 0 0,1-1 0 0 0,1-1 0 0 0,1 0 0 0 0,22 26 0 0 0,-37-48-481 0 0,1 1 0 0 0,-1-1 0 0 0,0 1 0 0 0,1-1 0 0 0,-1 0 0 0 0,0 1 0 0 0,1-1 0 0 0,-1 0 0 0 0,0 0 0 0 0,1 1 0 0 0,-1-1 0 0 0,1 0 0 0 0,-1 0 0 0 0,0 0 0 0 0,1 0-1 0 0,-1 1 1 0 0,1-1 0 0 0,-1 0 0 0 0,1 0 0 0 0,-1 0 0 0 0,1 0 0 0 0,-1 0 0 0 0,1 0 0 0 0,-1 0 0 0 0,0 0 0 0 0,1 0 0 0 0,-1 0 0 0 0,1 0 0 0 0,-1 0 0 0 0,1-1 0 0 0,-1 1 0 0 0,1 0 0 0 0,-1 0 0 0 0,0 0 0 0 0,1-1 0 0 0,-1 1 0 0 0,0 0 0 0 0,1 0 0 0 0,-1-1 0 0 0,1 1 0 0 0,-1 0 0 0 0,0-1 0 0 0,0 1 0 0 0,1 0-1 0 0,-1-1 1 0 0,0 1 0 0 0,0-1 0 0 0,1 1 0 0 0,-1 0 0 0 0,0-1 0 0 0,0 1 0 0 0,0-1 0 0 0,0 1 0 0 0,0-1 0 0 0,1 1 0 0 0,-1-1 0 0 0,0 0 0 0 0,7-35 606 0 0,-6 24-335 0 0,4-9 79 0 0,-1-2 122 0 0,1 0 1 0 0,2 0 0 0 0,0 0 0 0 0,1 1 0 0 0,1 1 0 0 0,13-24 0 0 0,-21 43-474 0 0,0 0 0 0 0,1 0 1 0 0,-1 0-1 0 0,0 0 1 0 0,1 0-1 0 0,0 0 0 0 0,-1 1 1 0 0,1-1-1 0 0,0 0 1 0 0,0 1-1 0 0,0 0 0 0 0,0-1 1 0 0,0 1-1 0 0,0 0 1 0 0,0 0-1 0 0,0 0 0 0 0,0 0 1 0 0,1 1-1 0 0,-1-1 1 0 0,0 1-1 0 0,4-1 1 0 0,-2 1 25 0 0,-1 0 1 0 0,0 1 0 0 0,0 0 0 0 0,0 0-1 0 0,0-1 1 0 0,0 2 0 0 0,0-1 0 0 0,0 0-1 0 0,0 1 1 0 0,0-1 0 0 0,0 1 0 0 0,-1 0-1 0 0,6 4 1 0 0,2 4 72 0 0,-1 0 1 0 0,0 1-1 0 0,0 0 0 0 0,-1 0 0 0 0,0 1 0 0 0,6 13 1 0 0,46 86-3667 0 0,-44-81-3027 0 0</inkml:trace>
</inkml:ink>
</file>

<file path=ppt/ink/ink2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52.8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342 270 3225 0 0,'-14'-4'-313'0'0,"0"0"1120"0"0,0 0 0 0 0,-1 1 0 0 0,1 0 1 0 0,-1 1-1 0 0,1 1 0 0 0,-1 0 0 0 0,1 1 1 0 0,-29 4-1 0 0,25 1 254 0 0,1 0 1 0 0,0 1 0 0 0,0 1-1 0 0,1 0 1 0 0,0 1-1 0 0,0 1 1 0 0,1 1-1 0 0,-20 16 1 0 0,35-26-1048 0 0,0 0 1 0 0,0 0 0 0 0,0 0-1 0 0,0 0 1 0 0,0 0-1 0 0,-1 0 1 0 0,1 0 0 0 0,0 0-1 0 0,0 0 1 0 0,0 0-1 0 0,0 0 1 0 0,0 0 0 0 0,0 0-1 0 0,0 1 1 0 0,-1-1-1 0 0,1 0 1 0 0,0 0 0 0 0,0 0-1 0 0,0 0 1 0 0,0 0-1 0 0,0 0 1 0 0,0 0 0 0 0,0 1-1 0 0,0-1 1 0 0,0 0-1 0 0,0 0 1 0 0,0 0 0 0 0,0 0-1 0 0,0 0 1 0 0,0 0-1 0 0,0 1 1 0 0,0-1 0 0 0,0 0-1 0 0,0 0 1 0 0,0 0-1 0 0,0 0 1 0 0,0 0 0 0 0,0 0-1 0 0,0 1 1 0 0,0-1-1 0 0,0 0 1 0 0,0 0 0 0 0,0 0-1 0 0,0 0 1 0 0,0 0-1 0 0,0 0 1 0 0,1 1 0 0 0,-1-1-1 0 0,0 0 1 0 0,0 0-1 0 0,0 0 1 0 0,0 0 0 0 0,0 0-1 0 0,0 0 1 0 0,0 0-1 0 0,1 0 1 0 0,11 3 280 0 0,14-1-135 0 0,117-9 314 0 0,251-46 1 0 0,-258 30-308 0 0,472-59 47 0 0,-141 22-109 0 0,540-58-1099 0 0,-988 117-4179 0 0</inkml:trace>
</inkml:ink>
</file>

<file path=ppt/ink/ink2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53.2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65 5985 0 0,'-1'-1'-195'0'0,"-13"-31"2297"0"0,13 31-1857 0 0,1 0 0 0 0,-1 0-1 0 0,1 0 1 0 0,0 0 0 0 0,-1 0 0 0 0,1 0 0 0 0,0 0-1 0 0,0 0 1 0 0,0 0 0 0 0,0 0 0 0 0,0 0 0 0 0,0 0 0 0 0,0 0-1 0 0,0 0 1 0 0,0 0 0 0 0,0 0 0 0 0,1 0 0 0 0,-1 0-1 0 0,0 0 1 0 0,1 0 0 0 0,-1 0 0 0 0,1 0 0 0 0,-1 0-1 0 0,1 0 1 0 0,-1 0 0 0 0,1 0 0 0 0,0 1 0 0 0,-1-1 0 0 0,1 0-1 0 0,0 0 1 0 0,0 0 0 0 0,0 1-120 0 0,-1 0 0 0 0,1 0 0 0 0,-1 0-1 0 0,1 0 1 0 0,-1 0 0 0 0,0 0 0 0 0,1 0 0 0 0,-1 0 0 0 0,1 0 0 0 0,-1 0-1 0 0,0 1 1 0 0,1-1 0 0 0,-1 0 0 0 0,1 0 0 0 0,-1 0 0 0 0,0 1-1 0 0,1-1 1 0 0,-1 0 0 0 0,0 0 0 0 0,1 1 0 0 0,-1-1 0 0 0,0 0 0 0 0,1 1-1 0 0,-1-1 1 0 0,0 0 0 0 0,0 1 0 0 0,1-1 0 0 0,-1 0 0 0 0,0 1 0 0 0,0-1-1 0 0,0 1 1 0 0,0-1 0 0 0,1 1 0 0 0,6 18 421 0 0,-4-13-51 0 0,12 38-41 0 0,-1 0-1 0 0,-2 1 1 0 0,-2 1-1 0 0,4 50 0 0 0,-8-50-411 0 0,2-1 0 0 0,1-1 0 0 0,3 1 0 0 0,20 52 0 0 0,-20-74-980 0 0,29 44 1 0 0,-37-61 274 0 0</inkml:trace>
</inkml:ink>
</file>

<file path=ppt/ink/ink2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53.7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31 383 456 0 0,'-6'-13'721'0'0,"1"-1"0"0"0,0 1 1 0 0,1-1-1 0 0,1 0 0 0 0,0 0 0 0 0,1 0 0 0 0,1 0 0 0 0,0 0 1 0 0,1 0-1 0 0,0-1 0 0 0,1 1 0 0 0,1 0 0 0 0,0 0 1 0 0,1 0-1 0 0,0 0 0 0 0,10-25 0 0 0,-8 31-398 0 0,0-1-1 0 0,1 1 1 0 0,0 0 0 0 0,0 0-1 0 0,1 1 1 0 0,0 0 0 0 0,0 0-1 0 0,1 1 1 0 0,-1-1 0 0 0,1 2 0 0 0,1-1-1 0 0,-1 1 1 0 0,1 0 0 0 0,0 1-1 0 0,0 0 1 0 0,0 1 0 0 0,1 0-1 0 0,-1 0 1 0 0,1 1 0 0 0,0 0-1 0 0,0 0 1 0 0,-1 1 0 0 0,16 1-1 0 0,-22 0-284 0 0,0 0-1 0 0,-1 1 0 0 0,1 0 0 0 0,-1-1 0 0 0,1 1 0 0 0,0 0 1 0 0,-1 0-1 0 0,0 0 0 0 0,1 0 0 0 0,-1 1 0 0 0,0-1 0 0 0,1 1 1 0 0,-1-1-1 0 0,0 1 0 0 0,0 0 0 0 0,0 0 0 0 0,0 0 0 0 0,2 4 1 0 0,-2-2-2 0 0,0-1 0 0 0,0 1 1 0 0,-1 0-1 0 0,1 0 0 0 0,-1 0 1 0 0,0 1-1 0 0,0-1 1 0 0,0 0-1 0 0,-1 0 0 0 0,0 8 1 0 0,0 4 8 0 0,-2-1 0 0 0,0 0 0 0 0,-1 0 1 0 0,-1 0-1 0 0,-7 21 0 0 0,-4 1 18 0 0,-1-2-1 0 0,-26 41 1 0 0,20-39 10 0 0,-25 62 1 0 0,45-97-65 0 0,1 1 1 0 0,0 0 0 0 0,0 0-1 0 0,0 0 1 0 0,1 0 0 0 0,-1 0-1 0 0,1 0 1 0 0,-1 0-1 0 0,1 0 1 0 0,0 0 0 0 0,0 0-1 0 0,0 1 1 0 0,1-1 0 0 0,-1 0-1 0 0,1 0 1 0 0,0 0-1 0 0,0 0 1 0 0,0-1 0 0 0,0 1-1 0 0,0 0 1 0 0,0 0 0 0 0,1 0-1 0 0,0-1 1 0 0,-1 1 0 0 0,1-1-1 0 0,2 3 1 0 0,0-2 5 0 0,0 0 0 0 0,-1-1 1 0 0,1 1-1 0 0,1-1 0 0 0,-1 0 1 0 0,0 0-1 0 0,0 0 0 0 0,1 0 0 0 0,-1-1 1 0 0,1 0-1 0 0,-1 0 0 0 0,1 0 1 0 0,0 0-1 0 0,-1-1 0 0 0,1 0 1 0 0,7 0-1 0 0,42-5-107 0 0,73-15 0 0 0,-50 4-3280 0 0,-31 7-1482 0 0,-15 3-1315 0 0</inkml:trace>
</inkml:ink>
</file>

<file path=ppt/ink/ink2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54.0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3 3225 0 0,'-9'-2'13796'0'0,"36"79"-9391"0"0,5 48-2854 0 0,-7-28-1572 0 0,-1-29-2145 0 0,-16-49-3658 0 0</inkml:trace>
</inkml:ink>
</file>

<file path=ppt/ink/ink2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54.4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 1 8290 0 0,'-21'8'10146'0'0,"20"-3"-8828"0"0,1-4-1465 0 0,-1 21 1579 0 0,1-21-1469 0 0,0-1 0 0 0,0 1 0 0 0,0 0 0 0 0,0-1 0 0 0,0 1 0 0 0,0 0 0 0 0,1-1 0 0 0,-1 1 0 0 0,0 0 0 0 0,0-1 0 0 0,0 1-1 0 0,1 0 1 0 0,-1-1 0 0 0,0 1 0 0 0,1 0 0 0 0,-1-1 0 0 0,0 1 0 0 0,1-1 0 0 0,-1 1 0 0 0,1-1 0 0 0,-1 1 0 0 0,1-1 0 0 0,-1 1 0 0 0,1-1 0 0 0,0 0-1 0 0,-1 1 1 0 0,1-1 0 0 0,-1 0 0 0 0,1 1 0 0 0,0-1 0 0 0,-1 0 0 0 0,1 0 0 0 0,1 1 0 0 0</inkml:trace>
</inkml:ink>
</file>

<file path=ppt/ink/ink2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58.9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98 98 6913 0 0,'-11'12'7336'0'0,"11"-11"-6987"0"0,-1-1-1 0 0,0 0 1 0 0,0 0-1 0 0,0 1 1 0 0,-1-1-1 0 0,-27 6 2252 0 0,26-5-2568 0 0,-44 8 2481 0 0,46-10-2501 0 0,11-2 245 0 0,76-33-176 0 0,140-37 1 0 0,-203 68-43 0 0,0 1-1 0 0,-1 1 1 0 0,1 2 0 0 0,0 0 0 0 0,0 1 0 0 0,43 6 0 0 0,-66-6-96 0 0,0 0 1 0 0,1 1 0 0 0,-1-1-1 0 0,0 0 1 0 0,1 0 0 0 0,-1 0-1 0 0,1 0 1 0 0,-1 0 0 0 0,0 1-1 0 0,1-1 1 0 0,-1 0 0 0 0,0 0-1 0 0,1 1 1 0 0,-1-1 0 0 0,0 0-1 0 0,0 0 1 0 0,1 1 0 0 0,-1-1-1 0 0,0 0 1 0 0,0 1 0 0 0,1-1-1 0 0,-1 0 1 0 0,0 1 0 0 0,0-1-1 0 0,0 0 1 0 0,0 1 0 0 0,1-1-1 0 0,-1 1 1 0 0,0-1 0 0 0,0 0-1 0 0,0 1 1 0 0,0-1 0 0 0,0 1-1 0 0,0-1 1 0 0,0 0 0 0 0,0 1-1 0 0,0-1 1 0 0,0 1 0 0 0,0-1-1 0 0,-1 0 1 0 0,1 1 0 0 0,0-1-1 0 0,0 0 1 0 0,0 1 0 0 0</inkml:trace>
</inkml:ink>
</file>

<file path=ppt/ink/ink2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01.1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26 322 6913 0 0,'-25'-16'8525'0'0,"33"27"-7231"0"0,12 15-565 0 0,-2 0 1 0 0,22 40 0 0 0,9 14-422 0 0,-33-58-226 0 0,10 17 43 0 0,59 65-1 0 0,-76-95-58 0 0,-1 0 0 0 0,2-1 0 0 0,-1 0 0 0 0,1 0 0 0 0,0-1 1 0 0,1-1-1 0 0,-1 0 0 0 0,1 0 0 0 0,1-1 0 0 0,-1 0 0 0 0,1-1 0 0 0,15 4 0 0 0,-24-7-17 0 0,0-1 0 0 0,0 1 0 0 0,-1-1 0 0 0,1 0 0 0 0,0 1 0 0 0,0-1 0 0 0,0 0-1 0 0,0-1 1 0 0,-1 1 0 0 0,1 0 0 0 0,0-1 0 0 0,0 1 0 0 0,-1-1 0 0 0,1 0 0 0 0,0 0 0 0 0,-1 0 0 0 0,1-1 0 0 0,-1 1 0 0 0,1 0 0 0 0,-1-1 0 0 0,0 0 0 0 0,0 1-1 0 0,1-1 1 0 0,-1 0 0 0 0,0 0 0 0 0,-1 0 0 0 0,1-1 0 0 0,0 1 0 0 0,-1 0 0 0 0,1-1 0 0 0,-1 1 0 0 0,2-3 0 0 0,1-7 96 0 0,-1 0 0 0 0,0-1 0 0 0,-1 1 0 0 0,0-1 0 0 0,0-24 0 0 0,1 4-24 0 0,26-475-77 0 0,-27 425-2147 0 0,-2 75 965 0 0</inkml:trace>
</inkml:ink>
</file>

<file path=ppt/ink/ink2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01.5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 6913 0 0,'0'0'116'0'0,"1"-1"0"0"0,0 0 0 0 0,-1 1-1 0 0,1-1 1 0 0,0 1 0 0 0,0-1-1 0 0,-1 1 1 0 0,1-1 0 0 0,0 1 0 0 0,0 0-1 0 0,0-1 1 0 0,-1 1 0 0 0,1 0-1 0 0,0 0 1 0 0,0 0 0 0 0,0-1 0 0 0,0 1-1 0 0,0 0 1 0 0,0 0 0 0 0,0 0-1 0 0,0 1 1 0 0,-1-1 0 0 0,1 0 0 0 0,0 0-1 0 0,0 0 1 0 0,0 1 0 0 0,0-1-1 0 0,0 0 1 0 0,-1 1 0 0 0,1-1 0 0 0,0 0-1 0 0,0 1 1 0 0,-1-1 0 0 0,1 1-1 0 0,0 0 1 0 0,0-1 0 0 0,-1 1 0 0 0,1 0-1 0 0,-1-1 1 0 0,1 1 0 0 0,-1 0-1 0 0,1-1 1 0 0,-1 1 0 0 0,1 0 0 0 0,0 1-1 0 0,1 2 332 0 0,0 0 0 0 0,0 0 0 0 0,0-1 0 0 0,-1 1 0 0 0,1 1 0 0 0,-1-1-1 0 0,0 0 1 0 0,1 7 0 0 0,-5 63 2207 0 0,2-60-2775 0 0,-1 1-1 0 0,2-1 1 0 0,0 1 0 0 0,1 0-1 0 0,0-1 1 0 0,5 19 0 0 0,-2-22-1002 0 0</inkml:trace>
</inkml:ink>
</file>

<file path=ppt/ink/ink2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01.9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38 111 3681 0 0,'-1'-23'144'0'0,"2"14"-81"0"0,-1-1 0 0 0,-1 1 0 0 0,0 0 0 0 0,0-1 0 0 0,-1 1 0 0 0,0 0 0 0 0,-5-12 0 0 0,7 21-84 0 0,0 0 0 0 0,-1-1 0 0 0,1 1-1 0 0,0 0 1 0 0,-1 0 0 0 0,1 0 0 0 0,0 0 0 0 0,-1 0 0 0 0,1 0 0 0 0,0 0-1 0 0,0 0 1 0 0,-1 0 0 0 0,1 0 0 0 0,0 0 0 0 0,-1 0 0 0 0,1 0 0 0 0,0 0 0 0 0,-1 0-1 0 0,1 0 1 0 0,0 0 0 0 0,-1 0 0 0 0,1 0 0 0 0,0 0 0 0 0,-1 1 0 0 0,1-1 0 0 0,0 0-1 0 0,0 0 1 0 0,-1 0 0 0 0,1 0 0 0 0,0 1 0 0 0,0-1 0 0 0,-1 0 0 0 0,1 0-1 0 0,0 1 1 0 0,0-1 0 0 0,0 0 0 0 0,0 0 0 0 0,-1 1 0 0 0,1-1 0 0 0,0 0 0 0 0,0 1-1 0 0,0-1 1 0 0,0 0 0 0 0,0 1 0 0 0,0-1 0 0 0,0 0 0 0 0,0 1 0 0 0,0-1 0 0 0,0 1-1 0 0,-8 16-161 0 0,7-11 181 0 0,-1 0 0 0 0,1 0 0 0 0,1 0 0 0 0,-1 0 0 0 0,1 0 0 0 0,0 0 0 0 0,2 12 0 0 0,1 4 2 0 0</inkml:trace>
</inkml:ink>
</file>

<file path=ppt/ink/ink2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02.3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65 2304 0 0,'29'-9'-173'0'0,"-25"8"721"0"0,0 0 0 0 0,1 1 0 0 0,-1-1 1 0 0,0 1-1 0 0,1 0 0 0 0,-1 1 0 0 0,9 0 0 0 0,-10 0-169 0 0,0 0 0 0 0,0 0 0 0 0,-1 0 0 0 0,1 1 0 0 0,0-1 0 0 0,0 1 0 0 0,-1-1 0 0 0,1 1 0 0 0,0 0 1 0 0,-1 0-1 0 0,0 0 0 0 0,1 0 0 0 0,-1 1 0 0 0,0-1 0 0 0,0 0 0 0 0,-1 1 0 0 0,1 0 0 0 0,0-1 0 0 0,-1 1 0 0 0,1 0 0 0 0,1 5 0 0 0,0 3 141 0 0,0 0 0 0 0,-1 1 1 0 0,0-1-1 0 0,-1 0 0 0 0,0 14 0 0 0,-1-13-526 0 0,1 0 0 0 0,0 0-1 0 0,1-1 1 0 0,4 16 0 0 0,-6-27-25 0 0,0 0 0 0 0,1 0 0 0 0,-1 0 0 0 0,0 1 0 0 0,0-1 0 0 0,0 0 0 0 0,0 0-1 0 0,0 0 1 0 0,0 0 0 0 0,0 1 0 0 0,0-1 0 0 0,1 0 0 0 0,-1 0 0 0 0,0 0 0 0 0,0 0 0 0 0,0 0 0 0 0,0 0 0 0 0,1 1 0 0 0,-1-1-1 0 0,0 0 1 0 0,0 0 0 0 0,0 0 0 0 0,1 0 0 0 0,-1 0 0 0 0,0 0 0 0 0,0 0 0 0 0,0 0 0 0 0,1 0 0 0 0,-1 0 0 0 0,0 0-1 0 0,0 0 1 0 0,0 0 0 0 0,1 0 0 0 0,-1 0 0 0 0,0 0 0 0 0,0 0 0 0 0,0 0 0 0 0,1 0 0 0 0,-1 0 0 0 0,0 0 0 0 0,0 0 0 0 0,0 0-1 0 0,0-1 1 0 0,1 1 0 0 0,-1 0 0 0 0,0 0 0 0 0,0 0 0 0 0,0 0 0 0 0,13-12-510 0 0,7-17 279 0 0,-7 1 249 0 0,18-55-1 0 0,-5 13 1170 0 0,-24 65-908 0 0,0 0 0 0 0,0 0 1 0 0,1 1-1 0 0,0-1 1 0 0,4-5-1 0 0,-7 9-211 0 0,1 1 1 0 0,-1 0-1 0 0,0-1 0 0 0,1 1 1 0 0,-1 0-1 0 0,0-1 0 0 0,1 1 1 0 0,-1 0-1 0 0,0 0 0 0 0,1-1 1 0 0,-1 1-1 0 0,1 0 0 0 0,-1 0 0 0 0,0 0 1 0 0,1-1-1 0 0,-1 1 0 0 0,1 0 1 0 0,-1 0-1 0 0,1 0 0 0 0,-1 0 1 0 0,1 0-1 0 0,-1 0 0 0 0,0 0 0 0 0,1 0 1 0 0,-1 0-1 0 0,1 0 0 0 0,0 1 1 0 0,0-1-6 0 0,0 1 1 0 0,0 0 0 0 0,-1 0 0 0 0,1 0 0 0 0,0 0-1 0 0,0 0 1 0 0,-1 0 0 0 0,1 0 0 0 0,-1 0-1 0 0,1 0 1 0 0,-1 0 0 0 0,1 0 0 0 0,-1 0-1 0 0,1 0 1 0 0,-1 3 0 0 0,20 79 1352 0 0,-10-36-2047 0 0,3-1-4902 0 0,-5-20-872 0 0</inkml:trace>
</inkml:ink>
</file>

<file path=ppt/ink/ink2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02.7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224 305 10138 0 0,'-223'8'7416'0'0,"241"-14"-6102"0"0,31-5-682 0 0,498-98 1478 0 0,-153 43-1206 0 0,-42 14-741 0 0,-56 7-75 0 0,-238 37-146 0 0,-23 2-163 0 0,1 1-1 0 0,-1 2 1 0 0,1 1 0 0 0,57 6 0 0 0,-89-4 27 0 0,-1 0 0 0 0,1 1 0 0 0,-1-1 1 0 0,1 1-1 0 0,-1 0 0 0 0,0 0 0 0 0,0 1 1 0 0,1-1-1 0 0,-1 1 0 0 0,0-1 0 0 0,0 1 1 0 0,0 0-1 0 0,-1 0 0 0 0,1 1 0 0 0,0-1 1 0 0,-1 0-1 0 0,5 6 0 0 0,-1 5 157 0 0</inkml:trace>
</inkml:ink>
</file>

<file path=ppt/ink/ink2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03.4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0 8290 0 0,'-14'44'7105'0'0,"13"-6"-5950"0"0,1 0-1 0 0,3 0 1 0 0,0 0-1 0 0,16 62 1 0 0,-11-59-654 0 0,8 34 28 0 0,30 76 0 0 0,2 9-1926 0 0,-46-145 216 0 0,0 0 0 0 0,-1-1 0 0 0,0 1 0 0 0,-1 0 0 0 0,-1-1 1 0 0,-4 26-1 0 0,3-27 473 0 0,0-3 579 0 0,-1-5 113 0 0</inkml:trace>
</inkml:ink>
</file>

<file path=ppt/ink/ink2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03.8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14 212 2304 0 0,'-1'-2'55'0'0,"-1"0"0"0"0,1-1 0 0 0,-1 1 0 0 0,1 0 0 0 0,0-1 0 0 0,0 1-1 0 0,0-1 1 0 0,0 0 0 0 0,0 1 0 0 0,1-1 0 0 0,-1 1 0 0 0,1-1-1 0 0,0 0 1 0 0,0 0 0 0 0,0 1 0 0 0,0-6 0 0 0,1 1 160 0 0,1 1 0 0 0,-1 0 0 0 0,1 0 0 0 0,0-1 0 0 0,1 1 0 0 0,-1 0 0 0 0,5-5 1 0 0,0-1 351 0 0,0 1 0 0 0,1 0 0 0 0,1 0 1 0 0,0 1-1 0 0,0 0 0 0 0,16-13 1 0 0,-21 21-331 0 0,0-1 0 0 0,0 1 1 0 0,0 0-1 0 0,1 0 0 0 0,-1 0 1 0 0,0 0-1 0 0,1 1 1 0 0,0-1-1 0 0,-1 1 0 0 0,1 0 1 0 0,0 1-1 0 0,0-1 0 0 0,-1 1 1 0 0,1 0-1 0 0,0 0 1 0 0,0 1-1 0 0,-1-1 0 0 0,1 1 1 0 0,0 0-1 0 0,-1 1 0 0 0,1-1 1 0 0,-1 1-1 0 0,1-1 1 0 0,-1 1-1 0 0,0 1 0 0 0,1-1 1 0 0,6 6-1 0 0,-5-4-119 0 0,1 1 1 0 0,-1 0-1 0 0,-1 0 0 0 0,1 1 1 0 0,-1 0-1 0 0,0 0 0 0 0,0 0 1 0 0,0 0-1 0 0,-1 1 0 0 0,0 0 1 0 0,0 0-1 0 0,-1 0 0 0 0,0 0 0 0 0,0 1 1 0 0,-1-1-1 0 0,3 12 0 0 0,-5-5 33 0 0,0-1 0 0 0,0 0 0 0 0,-1 0 0 0 0,-1 0 0 0 0,-1 0 0 0 0,1 0 0 0 0,-2 0 0 0 0,0 0 0 0 0,0-1 0 0 0,-9 16 0 0 0,4-6 736 0 0,-11 42-1 0 0,19-63-844 0 0,1 0-1 0 0,0 0 0 0 0,-1 0 1 0 0,1 1-1 0 0,0-1 0 0 0,0 0 1 0 0,0 0-1 0 0,0 0 0 0 0,0 0 0 0 0,0 0 1 0 0,0 0-1 0 0,0 0 0 0 0,1 0 1 0 0,-1 0-1 0 0,0 0 0 0 0,1 0 1 0 0,-1 0-1 0 0,1 0 0 0 0,-1 0 0 0 0,1 0 1 0 0,-1 0-1 0 0,1 0 0 0 0,-1 0 1 0 0,1 0-1 0 0,0 0 0 0 0,1 0 0 0 0,0 0-9 0 0,-1 0 0 0 0,1 0 0 0 0,0 0-1 0 0,0-1 1 0 0,0 1 0 0 0,0 0 0 0 0,0-1-1 0 0,0 0 1 0 0,0 0 0 0 0,0 1 0 0 0,1-1-1 0 0,3-1 1 0 0,7-1-44 0 0,1 0 0 0 0,-1-1-1 0 0,18-6 1 0 0,-26 8 16 0 0,86-25-1655 0 0,-69 22-135 0 0,0 0 1 0 0,28-1-1 0 0,-26 5-3987 0 0</inkml:trace>
</inkml:ink>
</file>

<file path=ppt/ink/ink2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04.2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132 88 5529 0 0,'-5'-11'753'0'0,"1"-1"0"0"0,-2 1 1 0 0,-8-14-1 0 0,13 23-436 0 0,0 0 1 0 0,0 0 0 0 0,0 1-1 0 0,-1-1 1 0 0,1 0 0 0 0,0 1-1 0 0,0-1 1 0 0,-1 1 0 0 0,1-1-1 0 0,-1 1 1 0 0,0 0 0 0 0,1-1-1 0 0,-1 1 1 0 0,0 0 0 0 0,0 0-1 0 0,0 0 1 0 0,1 1 0 0 0,-1-1-1 0 0,0 0 1 0 0,0 1 0 0 0,0-1 0 0 0,0 1-1 0 0,0 0 1 0 0,0-1 0 0 0,0 1-1 0 0,-1 0 1 0 0,1 0 0 0 0,0 1-1 0 0,-2-1 1 0 0,2 2-119 0 0,-1-1 1 0 0,1 0-1 0 0,0 1 1 0 0,0 0-1 0 0,1-1 1 0 0,-1 1-1 0 0,0 0 1 0 0,1 0-1 0 0,-1 0 1 0 0,1 0-1 0 0,-1 0 1 0 0,1 1-1 0 0,0-1 1 0 0,0 0 0 0 0,0 1-1 0 0,0-1 1 0 0,-1 4-1 0 0,-10 48 345 0 0,11-47-352 0 0,-2 19-136 0 0,0 0-1 0 0,2 0 0 0 0,1 0 0 0 0,1 0 0 0 0,1-1 0 0 0,1 1 0 0 0,1 0 0 0 0,13 38 0 0 0,-4-23-155 0 0,3 0 0 0 0,1-2-1 0 0,2 0 1 0 0,32 48 0 0 0,-42-72 200 0 0,0-2-1849 0 0,0 2 0 0 0,-1-1 0 0 0,12 30 0 0 0,-18-39 1231 0 0,-1 0 0 0 0,0 0-1 0 0,0-1 1 0 0,0 1 0 0 0,-1 0 0 0 0,1 0-1 0 0,-1 0 1 0 0,0 0 0 0 0,-1 0-1 0 0,1 0 1 0 0,-1-1 0 0 0,0 1 0 0 0,0 0-1 0 0,-1 0 1 0 0,1-1 0 0 0,-1 1 0 0 0,-4 7-1 0 0,-2 1 495 0 0</inkml:trace>
</inkml:ink>
</file>

<file path=ppt/ink/ink2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04.6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54 352 920 0 0,'-4'-2'308'0'0,"1"0"0"0"0,-1 0-1 0 0,1 0 1 0 0,0-1 0 0 0,-1 1 0 0 0,1-1-1 0 0,0 0 1 0 0,1 0 0 0 0,-1 0 0 0 0,0 0-1 0 0,1 0 1 0 0,0-1 0 0 0,0 1 0 0 0,0-1-1 0 0,0 1 1 0 0,0-1 0 0 0,1 0 0 0 0,-1 0-1 0 0,1 0 1 0 0,0 0 0 0 0,0 0 0 0 0,0-6-1 0 0,1 5 53 0 0,0-1-1 0 0,0 1 0 0 0,1-1 0 0 0,0 1 1 0 0,0 0-1 0 0,0-1 0 0 0,1 1 0 0 0,-1 0 1 0 0,1 0-1 0 0,0 0 0 0 0,1 0 0 0 0,-1 0 1 0 0,1 0-1 0 0,0 1 0 0 0,0-1 0 0 0,5-4 1 0 0,22-23 1032 0 0,52-42 1 0 0,1 15-2443 0 0,-56 43-4605 0 0</inkml:trace>
</inkml:ink>
</file>

<file path=ppt/ink/ink2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10.8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101 290 2761 0 0,'-101'-91'15191'0'0,"106"100"-14499"0"0,0-1 0 0 0,0 1 0 0 0,-1 0 1 0 0,5 14-1 0 0,9 20-654 0 0,-12-32-16 0 0,247 469 726 0 0,-248-473-741 0 0,32 51-11 0 0,-34-53 47 0 0,1 0-1 0 0,0 0 0 0 0,1 0 0 0 0,-1 0 1 0 0,1-1-1 0 0,0 0 0 0 0,0 0 1 0 0,7 4-1 0 0,-11-8-28 0 0,-1 0 0 0 0,1 0-1 0 0,-1 0 1 0 0,0 0 0 0 0,1 0 0 0 0,-1 0 0 0 0,1 0 0 0 0,-1-1 0 0 0,1 1 0 0 0,-1 0 0 0 0,0 0-1 0 0,1 0 1 0 0,-1 0 0 0 0,1-1 0 0 0,-1 1 0 0 0,0 0 0 0 0,1 0 0 0 0,-1-1 0 0 0,0 1 0 0 0,1 0-1 0 0,-1-1 1 0 0,0 1 0 0 0,1 0 0 0 0,-1-1 0 0 0,0 1 0 0 0,0 0 0 0 0,0-1 0 0 0,1 1-1 0 0,-1 0 1 0 0,0-1 0 0 0,0 1 0 0 0,0-1 0 0 0,0 1 0 0 0,0-1 0 0 0,1 1 0 0 0,-1 0 0 0 0,0-1-1 0 0,0 1 1 0 0,0-1 0 0 0,0 1 0 0 0,-1-1 0 0 0,4-23 242 0 0,-3 23-230 0 0,7-285 923 0 0,11-148-1109 0 0,-17 422-101 0 0,1-6 86 0 0,0-1 0 0 0,6-23-1 0 0,-7 40 22 0 0,-1-1-1 0 0,1 0 0 0 0,0 0 0 0 0,0 1 0 0 0,0-1 1 0 0,0 0-1 0 0,0 1 0 0 0,0-1 0 0 0,1 1 1 0 0,-1 0-1 0 0,1-1 0 0 0,0 1 0 0 0,0 0 0 0 0,0 0 1 0 0,0 0-1 0 0,0 0 0 0 0,0 0 0 0 0,0 1 0 0 0,1-1 1 0 0,-1 1-1 0 0,1-1 0 0 0,-1 1 0 0 0,4-1 1 0 0,-3 2-3 0 0,1 0 1 0 0,-1 0 0 0 0,1 0-1 0 0,-1 1 1 0 0,1 0-1 0 0,-1-1 1 0 0,0 1 0 0 0,1 1-1 0 0,-1-1 1 0 0,0 0 0 0 0,0 1-1 0 0,0-1 1 0 0,0 1 0 0 0,0 0-1 0 0,0 0 1 0 0,0 0 0 0 0,0 1-1 0 0,-1-1 1 0 0,1 1 0 0 0,-1-1-1 0 0,0 1 1 0 0,2 3 0 0 0,5 6 198 0 0,0 0 1 0 0,-2 0 0 0 0,13 25 0 0 0,-4 4-157 0 0</inkml:trace>
</inkml:ink>
</file>

<file path=ppt/ink/ink2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11.3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105 143 2304 0 0,'-18'-34'3907'0'0,"-3"-4"-349"0"0,21 37-3323 0 0,-1 0 0 0 0,0-1 0 0 0,0 1 1 0 0,0 0-1 0 0,0 0 0 0 0,0 0 0 0 0,0 0 0 0 0,0 1 0 0 0,0-1 0 0 0,-1 0 1 0 0,1 0-1 0 0,0 1 0 0 0,0-1 0 0 0,-1 1 0 0 0,1-1 0 0 0,0 1 1 0 0,-1-1-1 0 0,1 1 0 0 0,0 0 0 0 0,-1 0 0 0 0,1-1 0 0 0,-1 1 0 0 0,-2 1 1 0 0,3-1-114 0 0,-1 1 0 0 0,0 0 0 0 0,0 0 1 0 0,1 0-1 0 0,-1 0 0 0 0,1 0 0 0 0,-1 0 1 0 0,1 0-1 0 0,-1 1 0 0 0,1-1 1 0 0,0 1-1 0 0,0-1 0 0 0,-1 1 0 0 0,1-1 1 0 0,0 1-1 0 0,1 0 0 0 0,-1-1 0 0 0,0 1 1 0 0,0 0-1 0 0,1 0 0 0 0,-1-1 0 0 0,1 1 1 0 0,-1 0-1 0 0,1 2 0 0 0,-7 48 585 0 0,7-40-692 0 0,1 0 0 0 0,0 0 0 0 0,0 1 0 0 0,1-1 0 0 0,1-1 0 0 0,0 1 0 0 0,1 0 0 0 0,0-1 0 0 0,0 1 0 0 0,1-1 0 0 0,10 15 0 0 0,-11-19 0 0 0,1 0 0 0 0,-1-1 1 0 0,1 0-1 0 0,0 0 0 0 0,1 0 1 0 0,0-1-1 0 0,0 0 0 0 0,0 0 1 0 0,0 0-1 0 0,1 0 0 0 0,-1-1 1 0 0,1-1-1 0 0,0 1 0 0 0,1-1 1 0 0,-1 0-1 0 0,1 0 0 0 0,-1-1 1 0 0,15 2-1 0 0,-19-3-11 0 0,1-1-1 0 0,0 0 1 0 0,-1 0 0 0 0,1 0 0 0 0,-1-1-1 0 0,1 1 1 0 0,0-1 0 0 0,-1 0 0 0 0,1 0-1 0 0,-1 0 1 0 0,0 0 0 0 0,1-1 0 0 0,-1 1-1 0 0,0-1 1 0 0,0 0 0 0 0,0 0 0 0 0,5-4-1 0 0,-3 2 43 0 0,-1-1 0 0 0,0 0 0 0 0,0 0 1 0 0,-1 0-1 0 0,1 0 0 0 0,-1 0 0 0 0,-1 0 0 0 0,1-1 0 0 0,3-11 0 0 0,-2 6 29 0 0,-1 0 0 0 0,-1 0 1 0 0,0-1-1 0 0,-1 1 1 0 0,0-1-1 0 0,-1 1 1 0 0,0-1-1 0 0,0 1 1 0 0,-2 0-1 0 0,-4-22 0 0 0,1 16-95 0 0,-1 1 0 0 0,-1 0 0 0 0,-1 0-1 0 0,-15-25 1 0 0,17 33-775 0 0,0 0 0 0 0,0 0-1 0 0,-1 1 1 0 0,0 0 0 0 0,-14-11-1 0 0</inkml:trace>
</inkml:ink>
</file>

<file path=ppt/ink/ink2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11.7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89 6449 0 0,'0'-1'5'0'0,"1"-3"414"0"0,1 0 1 0 0,-1-1 0 0 0,0 1 0 0 0,0 0 0 0 0,0-1 0 0 0,-1 1 0 0 0,0-1 0 0 0,0 1 0 0 0,0-1 0 0 0,0 1 0 0 0,-2-8 0 0 0,1 12-281 0 0,1 0-1 0 0,0 0 1 0 0,-1 1 0 0 0,1-1-1 0 0,-1 0 1 0 0,1 0 0 0 0,0 1-1 0 0,-1-1 1 0 0,1 0-1 0 0,-1 0 1 0 0,1 1 0 0 0,0-1-1 0 0,-1 0 1 0 0,1 1 0 0 0,0-1-1 0 0,0 1 1 0 0,-1-1-1 0 0,1 0 1 0 0,0 1 0 0 0,0-1-1 0 0,-1 1 1 0 0,1-1 0 0 0,0 1-1 0 0,0-1 1 0 0,0 0 0 0 0,0 1-1 0 0,0-1 1 0 0,0 1-1 0 0,0-1 1 0 0,0 1 0 0 0,0-1-1 0 0,0 1 1 0 0,0 0 0 0 0,-6 21 208 0 0,3-1-225 0 0,1 0-1 0 0,1 0 0 0 0,1 0 0 0 0,1 0 1 0 0,6 36-1 0 0,-6-47-83 0 0,2 1 1 0 0,-1-1-1 0 0,1 0 1 0 0,1 0-1 0 0,0 0 1 0 0,0-1-1 0 0,1 1 0 0 0,0-1 1 0 0,1 0-1 0 0,0 0 1 0 0,1-1-1 0 0,-1 0 0 0 0,11 9 1 0 0,-16-15-69 0 0,1 0-1 0 0,-1-1 1 0 0,1 1 0 0 0,0-1 0 0 0,0 0 0 0 0,0 1 0 0 0,-1-1-1 0 0,1 0 1 0 0,0 0 0 0 0,0 0 0 0 0,1-1 0 0 0,-1 1 0 0 0,0 0-1 0 0,0-1 1 0 0,0 1 0 0 0,0-1 0 0 0,1 0 0 0 0,-1 0 0 0 0,0 0 0 0 0,0 0-1 0 0,0 0 1 0 0,1 0 0 0 0,-1-1 0 0 0,0 1 0 0 0,0-1 0 0 0,0 1-1 0 0,0-1 1 0 0,1 0 0 0 0,-1 0 0 0 0,0 0 0 0 0,0 0 0 0 0,-1 0-1 0 0,1 0 1 0 0,0-1 0 0 0,0 1 0 0 0,-1 0 0 0 0,1-1 0 0 0,0 0-1 0 0,-1 1 1 0 0,0-1 0 0 0,1 0 0 0 0,-1 0 0 0 0,2-4 0 0 0,5-8-266 0 0,0 0 1 0 0,-1-1-1 0 0,-1-1 1 0 0,8-25 0 0 0,-13 37 284 0 0,10-38 23 0 0,7-54 0 0 0,2-12 3068 0 0,-20 108-3045 0 0,0 0-1 0 0,0 0 0 0 0,0 0 1 0 0,1 0-1 0 0,-1 1 1 0 0,0-1-1 0 0,0 0 1 0 0,0 0-1 0 0,0 0 0 0 0,0 0 1 0 0,0 0-1 0 0,0 0 1 0 0,0 0-1 0 0,1 0 0 0 0,-1 0 1 0 0,0 0-1 0 0,0 0 1 0 0,0 0-1 0 0,0 0 1 0 0,0 0-1 0 0,0 1 0 0 0,1-1 1 0 0,-1 0-1 0 0,0 0 1 0 0,0 0-1 0 0,0 0 0 0 0,0 0 1 0 0,0 0-1 0 0,0-1 1 0 0,1 1-1 0 0,-1 0 1 0 0,0 0-1 0 0,0 0 0 0 0,0 0 1 0 0,0 0-1 0 0,0 0 1 0 0,0 0-1 0 0,1 0 0 0 0,-1 0 1 0 0,0 0-1 0 0,0 0 1 0 0,0 0-1 0 0,0 0 1 0 0,0 0-1 0 0,0-1 0 0 0,0 1 1 0 0,0 0-1 0 0,0 0 1 0 0,0 0-1 0 0,1 0 0 0 0,-1 0 1 0 0,0 0-1 0 0,0-1 1 0 0,0 1-1 0 0,0 0 1 0 0,0 0-1 0 0,0 0 0 0 0,0 0 1 0 0,0 0-1 0 0,0 0 1 0 0,0-1-1 0 0,0 1 0 0 0,0 0 1 0 0,0 0-1 0 0,0 0 1 0 0,0 0-1 0 0,0 0 1 0 0,0 0-1 0 0,0-1 0 0 0,7 17 739 0 0,4 25-730 0 0,-11-39 52 0 0,4 12-215 0 0,0 0 0 0 0,1-1 0 0 0,0 0 0 0 0,1 1 0 0 0,11 16 0 0 0,11 8-6234 0 0,-14-24 177 0 0</inkml:trace>
</inkml:ink>
</file>

<file path=ppt/ink/ink2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12.2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50 53 2304 0 0,'-2'-4'788'0'0,"0"0"-1"0"0,0 0 0 0 0,0 0 0 0 0,0 0 1 0 0,0 0-1 0 0,-1 1 0 0 0,0-1 0 0 0,0 1 0 0 0,0 0 1 0 0,0-1-1 0 0,0 1 0 0 0,-1 1 0 0 0,-4-4 1 0 0,8 6-674 0 0,-1 0 0 0 0,1 0 0 0 0,-1 0 0 0 0,1 1 0 0 0,0-1 0 0 0,-1 0 0 0 0,1 0 0 0 0,-1 1 0 0 0,1-1 0 0 0,0 0 0 0 0,-1 1 1 0 0,1-1-1 0 0,0 0 0 0 0,0 1 0 0 0,-1-1 0 0 0,1 1 0 0 0,0-1 0 0 0,0 0 0 0 0,-1 1 0 0 0,1-1 0 0 0,0 1 0 0 0,0-1 0 0 0,0 1 1 0 0,0-1-1 0 0,0 1 0 0 0,0-1 0 0 0,0 0 0 0 0,0 1 0 0 0,0-1 0 0 0,0 1 0 0 0,0-1 0 0 0,0 1 0 0 0,0-1 0 0 0,0 1 0 0 0,0-1 1 0 0,1 1-1 0 0,0 22 840 0 0,44 299 2180 0 0,-24-235-3637 0 0,53 136-1 0 0,-59-182-744 0 0,-8-19-256 0 0</inkml:trace>
</inkml:ink>
</file>

<file path=ppt/ink/ink2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12.6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53 177 4609 0 0,'-10'-4'-447'0'0,"6"3"707"0"0,0 0 0 0 0,0-1 0 0 0,0 1 0 0 0,0-1 0 0 0,0 0 0 0 0,1 0 0 0 0,-1 0 0 0 0,-3-3 0 0 0,7 4-149 0 0,-1 1-1 0 0,1-1 1 0 0,0 0-1 0 0,-1 1 1 0 0,1-1 0 0 0,-1 1-1 0 0,1-1 1 0 0,0 0-1 0 0,0 1 1 0 0,-1-1 0 0 0,1 0-1 0 0,0 1 1 0 0,0-1-1 0 0,0 0 1 0 0,0 1-1 0 0,0-1 1 0 0,0 0 0 0 0,0 1-1 0 0,0-1 1 0 0,0 0-1 0 0,0 0 1 0 0,1-1 94 0 0,0 0 1 0 0,-1 0-1 0 0,1 0 1 0 0,0 0-1 0 0,0 1 0 0 0,1-1 1 0 0,-1 0-1 0 0,0 1 1 0 0,0-1-1 0 0,3-2 0 0 0,7-5 423 0 0,0-1-1 0 0,1 1 0 0 0,0 1 0 0 0,0 0 1 0 0,27-12-1 0 0,70-22-767 0 0,-104 41 45 0 0,25-10-849 0 0</inkml:trace>
</inkml:ink>
</file>

<file path=ppt/ink/ink2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12.9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13 7370 0 0,'-8'3'184'0'0,"-18"8"1477"0"0,25-11-1413 0 0,0 1-1 0 0,0-1 1 0 0,1 0-1 0 0,-1 1 0 0 0,0 0 1 0 0,0-1-1 0 0,0 1 1 0 0,1-1-1 0 0,-1 1 0 0 0,0 0 1 0 0,0 0-1 0 0,1-1 1 0 0,-1 1-1 0 0,1 0 1 0 0,-1 0-1 0 0,1 0 0 0 0,-1 0 1 0 0,1 0-1 0 0,0 0 1 0 0,-1 1-1 0 0,32-12 3535 0 0,-18 5-3779 0 0,48-16 532 0 0,-17 15-6479 0 0,-24 5 439 0 0</inkml:trace>
  <inkml:trace contextRef="#ctx0" brushRef="#br0" timeOffset="1">173 287 5985 0 0,'38'-22'5564'0'0,"-14"7"-4181"0"0,0 2-460 0 0,55-28 675 0 0,-57 30-2568 0 0,39-11 1 0 0,-36 15 138 0 0</inkml:trace>
</inkml:ink>
</file>

<file path=ppt/ink/ink2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32.0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162 95 6913 0 0,'-9'-19'708'0'0,"7"12"-135"0"0,-1 0 0 0 0,0 1 0 0 0,0-1 0 0 0,-1 1 0 0 0,0 0 0 0 0,0 0-1 0 0,0 1 1 0 0,-1-1 0 0 0,1 1 0 0 0,-10-8 0 0 0,13 12-473 0 0,0 1 0 0 0,0 0 0 0 0,0 0 0 0 0,1 0 0 0 0,-1 0 0 0 0,0 0 0 0 0,0 0 0 0 0,0 0-1 0 0,0 0 1 0 0,1 0 0 0 0,-1 1 0 0 0,0-1 0 0 0,0 0 0 0 0,0 0 0 0 0,1 1 0 0 0,-1-1 0 0 0,0 0 0 0 0,0 1 0 0 0,1-1 0 0 0,-1 1 0 0 0,0-1 0 0 0,1 1 0 0 0,-1-1 0 0 0,0 1 0 0 0,1 0-1 0 0,-1-1 1 0 0,1 1 0 0 0,-1 0 0 0 0,1-1 0 0 0,0 1 0 0 0,-1 0 0 0 0,0 1 0 0 0,-14 28 768 0 0,14-29-809 0 0,-7 26 157 0 0,0-1 0 0 0,2 1-1 0 0,1 1 1 0 0,1-1 0 0 0,1 1 0 0 0,2 29 0 0 0,-2-8-88 0 0,-6 71 187 0 0,-7 300 236 0 0,18-368-513 0 0,2 1 0 0 0,2-1 0 0 0,3 0 0 0 0,2-1-1 0 0,32 94 1 0 0,-29-112-45 0 0,1-1 0 0 0,2-1 0 0 0,29 43 0 0 0,-33-56 13 0 0,0 0 0 0 0,2-2-1 0 0,0 1 1 0 0,1-2 0 0 0,0 0 0 0 0,31 21-1 0 0,-36-30-523 0 0,0 0 1 0 0,1-1-1 0 0,-1 0 0 0 0,21 5 0 0 0,-6-2-6127 0 0</inkml:trace>
</inkml:ink>
</file>

<file path=ppt/ink/ink2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12.2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10594 0 0,'1'10'9573'0'0,"51"226"-7429"0"0,13 56-1506 0 0,-48-236-607 0 0,39 87 1 0 0,-18-62-3705 0 0</inkml:trace>
</inkml:ink>
</file>

<file path=ppt/ink/ink2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12.7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52 222 2761 0 0,'-6'-5'523'0'0,"-1"-2"1"0"0,2 1 0 0 0,-1-1 0 0 0,1 0 0 0 0,0 0 0 0 0,-8-14 0 0 0,12 18-229 0 0,1 1 0 0 0,-1-1 0 0 0,0 0 0 0 0,1 1 0 0 0,-1-1 0 0 0,1 0 0 0 0,0 0 0 0 0,0 0 0 0 0,0 1 0 0 0,0-1 0 0 0,0 0 0 0 0,1 0 0 0 0,-1 1 0 0 0,1-1 0 0 0,0 0 0 0 0,0 1 0 0 0,0-1 0 0 0,0 0 0 0 0,0 1 0 0 0,1-1 0 0 0,-1 1 0 0 0,1 0 0 0 0,-1-1 0 0 0,1 1 0 0 0,2-2 0 0 0,4-5 120 0 0,1 1 0 0 0,0 0 0 0 0,0 0 0 0 0,1 1 0 0 0,0 0 0 0 0,0 0 0 0 0,0 1 0 0 0,1 1 0 0 0,0 0 1 0 0,0 0-1 0 0,1 1 0 0 0,-1 1 0 0 0,1 0 0 0 0,0 0 0 0 0,12 0 0 0 0,-22 3-399 0 0,0 0 0 0 0,1 0 0 0 0,-1 0 0 0 0,0 0 0 0 0,0 1 0 0 0,1-1 0 0 0,-1 1 0 0 0,0 0 0 0 0,0 0 0 0 0,0-1 0 0 0,0 1 0 0 0,0 0 0 0 0,0 1 0 0 0,0-1 0 0 0,0 0 0 0 0,0 1 0 0 0,-1-1 0 0 0,1 1-1 0 0,2 2 1 0 0,-1 0 16 0 0,-1-1-1 0 0,0 1 0 0 0,0 0 0 0 0,0 0 0 0 0,-1 0 0 0 0,0 0 1 0 0,1 0-1 0 0,-1 0 0 0 0,1 8 0 0 0,-1 6 28 0 0,-1 0 1 0 0,0 0-1 0 0,-5 33 0 0 0,5-50-61 0 0,-22 103 31 0 0,15-77-2 0 0,1-1 0 0 0,1 2 0 0 0,-2 42 0 0 0,6-67-5 0 0,1-1-1 0 0,0 0 1 0 0,0 0-1 0 0,0 0 1 0 0,0 0-1 0 0,0 1 1 0 0,1-1-1 0 0,-1 0 1 0 0,0 0 0 0 0,1 0-1 0 0,0 0 1 0 0,-1 0-1 0 0,1 0 1 0 0,0 0-1 0 0,0 0 1 0 0,0 0-1 0 0,0 0 1 0 0,1 0 0 0 0,-1-1-1 0 0,0 1 1 0 0,1 0-1 0 0,-1-1 1 0 0,1 1-1 0 0,0-1 1 0 0,-1 0-1 0 0,1 0 1 0 0,0 1-1 0 0,0-1 1 0 0,0 0 0 0 0,0 0-1 0 0,0-1 1 0 0,0 1-1 0 0,0 0 1 0 0,0-1-1 0 0,0 1 1 0 0,3 0-1 0 0,7-1 51 0 0,-1-1-1 0 0,0 0 1 0 0,0 0-1 0 0,0-1 1 0 0,22-7-1 0 0,9 0-65 0 0,-33 7-236 0 0,0 2-1 0 0,1-1 1 0 0,-1 1-1 0 0,16 2 1 0 0,-21-1-217 0 0,0 0 0 0 0,-1 0 1 0 0,1 0-1 0 0,0 0 0 0 0,-1 1 0 0 0,1-1 1 0 0,-1 1-1 0 0,6 4 0 0 0,2 4-1071 0 0</inkml:trace>
</inkml:ink>
</file>

<file path=ppt/ink/ink2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13.1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46 73 1376 0 0,'-4'-9'-759'0'0,"-4"-12"3172"0"0,7 17-1240 0 0,-1 0 0 0 0,1 0 0 0 0,-1 0 0 0 0,0 1-1 0 0,0-1 1 0 0,-1 1 0 0 0,1-1 0 0 0,-1 1 0 0 0,1 0 0 0 0,-6-4-1 0 0,8 7-1043 0 0,0 1 0 0 0,-1-1 0 0 0,1 0-1 0 0,0 0 1 0 0,-1 1 0 0 0,1-1-1 0 0,0 0 1 0 0,-1 1 0 0 0,1-1 0 0 0,0 0-1 0 0,0 1 1 0 0,-1-1 0 0 0,1 0-1 0 0,0 1 1 0 0,0-1 0 0 0,0 1 0 0 0,-1-1-1 0 0,1 1 1 0 0,0-1 0 0 0,0 0 0 0 0,0 1-1 0 0,0-1 1 0 0,0 1 0 0 0,0-1-1 0 0,0 1 1 0 0,0-1 0 0 0,0 1 0 0 0,0-1-1 0 0,0 0 1 0 0,1 2 0 0 0,-2 16 588 0 0,2 22-428 0 0,2 1 0 0 0,1-1 0 0 0,3 0-1 0 0,1 0 1 0 0,2-1 0 0 0,1 0 0 0 0,24 53 0 0 0,-10-38-374 0 0,3-2-1 0 0,2-1 1 0 0,2-1 0 0 0,56 67-1 0 0,-64-85-1037 0 0,-9-11-4706 0 0</inkml:trace>
</inkml:ink>
</file>

<file path=ppt/ink/ink2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13.5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312 605 12387 0 0,'0'0'0'0'0</inkml:trace>
  <inkml:trace contextRef="#ctx0" brushRef="#br0" timeOffset="1">63 389 3225 0 0,'-6'-4'256'0'0,"1"0"-1"0"0,0-1 1 0 0,-1 0 0 0 0,1 0 0 0 0,1 0 0 0 0,-1 0-1 0 0,1-1 1 0 0,0 0 0 0 0,0 0 0 0 0,-4-9 0 0 0,7 11 119 0 0,0 0 0 0 0,0 0 1 0 0,0 0-1 0 0,0-1 0 0 0,0 1 1 0 0,1 0-1 0 0,0-1 0 0 0,0 1 0 0 0,0 0 1 0 0,0-1-1 0 0,1 1 0 0 0,0 0 1 0 0,0 0-1 0 0,0-1 0 0 0,0 1 1 0 0,1 0-1 0 0,-1 0 0 0 0,4-4 0 0 0,5-11 1076 0 0,1 1-1 0 0,1 1 0 0 0,22-27 0 0 0,49-43 561 0 0,-71 75-1917 0 0,-8 8-272 0 0,0 0 0 0 0,0 0 0 0 0,1 0 0 0 0,-1 0 0 0 0,1 1 0 0 0,0 0-1 0 0,0 0 1 0 0,0 0 0 0 0,1 1 0 0 0,8-3 0 0 0,4 2-6711 0 0</inkml:trace>
</inkml:ink>
</file>

<file path=ppt/ink/ink2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13.8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0 335 5065 0 0,'8'-7'3837'0'0,"-7"6"-3357"0"0,0 0 0 0 0,0 1-1 0 0,0-1 1 0 0,1 1 0 0 0,-1-1 0 0 0,0 1-1 0 0,0-1 1 0 0,1 1 0 0 0,1 0-1 0 0,42-19 2539 0 0,-38 16-2282 0 0,79-32 2868 0 0,14-6-2583 0 0,2 8-3586 0 0,-79 27-2284 0 0,-2 1-1469 0 0</inkml:trace>
  <inkml:trace contextRef="#ctx0" brushRef="#br0" timeOffset="1">318 9 7834 0 0,'-8'0'690'0'0,"1"-1"-1"0"0,0 0 1 0 0,0 0 0 0 0,-12-4 0 0 0,-1 6 6701 0 0,20 0-7195 0 0,-1-1-1 0 0,1 1 1 0 0,0-1-1 0 0,0 1 1 0 0,0-1-1 0 0,0 1 1 0 0,0-1-1 0 0,0 1 1 0 0,0-1-1 0 0,0 1 1 0 0,0-1-1 0 0,0 1 1 0 0,0-1-1 0 0,1 1 1 0 0,-1-1 194 0 0,0 2-194 0 0,4 25-222 0 0,-3-21 438 0 0,1 8-317 0 0,9 64-260 0 0,4-1-1 0 0,27 86 0 0 0,-29-124-646 0 0</inkml:trace>
</inkml:ink>
</file>

<file path=ppt/ink/ink2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16.5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43 5985 0 0,'-4'-15'1219'0'0,"3"12"-595"0"0,-12-21 9254 0 0,16 61-8972 0 0,23 94-128 0 0,6-2 0 0 0,66 168 0 0 0,-73-226-4307 0 0,-19-52-2870 0 0</inkml:trace>
</inkml:ink>
</file>

<file path=ppt/ink/ink2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17.0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10 201 3681 0 0,'-1'-4'284'0'0,"-1"0"1"0"0,1 0-1 0 0,-1 0 1 0 0,1 0 0 0 0,0 0-1 0 0,1 0 1 0 0,-1-1-1 0 0,1 1 1 0 0,0 0-1 0 0,0-6 1 0 0,6-42 2619 0 0,-4 46-2480 0 0,0 0-1 0 0,0 0 0 0 0,1-1 0 0 0,0 1 0 0 0,0 1 0 0 0,1-1 0 0 0,-1 0 0 0 0,1 1 0 0 0,7-7 0 0 0,-8 9-186 0 0,0 0 0 0 0,0 0 0 0 0,0 0-1 0 0,0 1 1 0 0,0-1 0 0 0,1 1-1 0 0,-1 0 1 0 0,1 0 0 0 0,0 0 0 0 0,-1 1-1 0 0,1-1 1 0 0,0 1 0 0 0,0 0-1 0 0,0 0 1 0 0,0 0 0 0 0,6 0 0 0 0,-8 2-192 0 0,0-1 1 0 0,-1 0 0 0 0,1 1 0 0 0,0-1-1 0 0,-1 1 1 0 0,1 0 0 0 0,-1-1 0 0 0,1 1 0 0 0,-1 0-1 0 0,0 0 1 0 0,1 0 0 0 0,-1 0 0 0 0,0 0 0 0 0,0 0-1 0 0,1 0 1 0 0,-1 1 0 0 0,0-1 0 0 0,0 0-1 0 0,0 1 1 0 0,0-1 0 0 0,-1 1 0 0 0,1-1 0 0 0,0 1-1 0 0,-1-1 1 0 0,1 1 0 0 0,-1-1 0 0 0,1 1 0 0 0,-1 1-1 0 0,9 50 267 0 0,-9-52-299 0 0,0 26-40 0 0,-1-1 0 0 0,-2 1 0 0 0,-1 0 0 0 0,0-1 1 0 0,-2 0-1 0 0,-19 51 0 0 0,12-37 21 0 0,-13 70 1 0 0,25-107 43 0 0,1 0 0 0 0,-1 0 0 0 0,1-1 0 0 0,0 1 0 0 0,-1 0 0 0 0,2 0 0 0 0,-1 0 0 0 0,0 0 0 0 0,0-1 0 0 0,1 1 0 0 0,0 0 0 0 0,-1 0 0 0 0,1-1 0 0 0,0 1 0 0 0,0 0 0 0 0,1-1 0 0 0,-1 1 0 0 0,0-1 0 0 0,3 3 0 0 0,-2-3 44 0 0,1 0-1 0 0,-1-1 1 0 0,1 1 0 0 0,0-1-1 0 0,-1 1 1 0 0,1-1-1 0 0,0 0 1 0 0,0 0-1 0 0,0 0 1 0 0,0-1 0 0 0,0 1-1 0 0,0-1 1 0 0,0 1-1 0 0,0-1 1 0 0,0 0-1 0 0,0 0 1 0 0,6-1 0 0 0,64-12 683 0 0,-62 9-867 0 0,0 2 0 0 0,0-1-1 0 0,0 2 1 0 0,0-1 0 0 0,0 2-1 0 0,1-1 1 0 0,-1 1 0 0 0,0 1 0 0 0,17 3-1 0 0,-12 1-1530 0 0,0 1-1 0 0,23 11 0 0 0,-39-17 1586 0 0,18 9-6076 0 0</inkml:trace>
</inkml:ink>
</file>

<file path=ppt/ink/ink2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17.3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32 3225 0 0,'0'-32'16414'0'0,"1"33"-16220"0"0,9 12 1683 0 0,-2 8-1575 0 0,-2 0 1 0 0,0 0-1 0 0,-1 1 1 0 0,2 28-1 0 0,-4-27-1126 0 0,0-1-1 0 0,2 1 1 0 0,1-1 0 0 0,8 21-1 0 0</inkml:trace>
</inkml:ink>
</file>

<file path=ppt/ink/ink2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17.7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44 156 6913 0 0,'-2'-4'188'0'0,"-31"-77"1518"0"0,31 72-225 0 0,0 1 1 0 0,0-1-1 0 0,1 0 1 0 0,0-13-1 0 0,1 22-1384 0 0,0-1 1 0 0,0 0-1 0 0,0 1 0 0 0,0-1 1 0 0,0 0-1 0 0,0 1 0 0 0,0-1 0 0 0,1 1 1 0 0,-1-1-1 0 0,0 0 0 0 0,0 1 1 0 0,1-1-1 0 0,-1 1 0 0 0,0-1 0 0 0,1 1 1 0 0,-1-1-1 0 0,1 1 0 0 0,-1-1 1 0 0,1 1-1 0 0,-1 0 0 0 0,1-1 0 0 0,-1 1 1 0 0,1 0-1 0 0,-1-1 0 0 0,2 1 1 0 0,-2-1-150 0 0,0 1 0 0 0,1 0 0 0 0,-1 0 1 0 0,1 0-1 0 0,-1 0 0 0 0,1 0 1 0 0,-1 0-1 0 0,1 0 0 0 0,-1 0 0 0 0,1 0 1 0 0,-1 0-1 0 0,0 0 0 0 0,1 1 0 0 0,-1-1 1 0 0,1 0-1 0 0,-1 0 0 0 0,1 0 1 0 0,-1 1-1 0 0,0-1 0 0 0,1 0 0 0 0,-1 0 1 0 0,0 1-1 0 0,1-1 0 0 0,0 1 0 0 0,4 4-1291 0 0</inkml:trace>
</inkml:ink>
</file>

<file path=ppt/ink/ink2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18.3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172 127 3225 0 0,'-81'-75'5123'0'0,"75"69"-4441"0"0,0 1-1 0 0,-1-1 0 0 0,1 1 1 0 0,-1 0-1 0 0,-1 0 1 0 0,1 1-1 0 0,-1 0 0 0 0,1 0 1 0 0,-15-4-1 0 0,22 8-626 0 0,0 0-1 0 0,-1 0 1 0 0,1 0 0 0 0,0 0 0 0 0,0 0 0 0 0,0 0-1 0 0,-1 0 1 0 0,1 0 0 0 0,0 0 0 0 0,0 0 0 0 0,-1 0-1 0 0,1 0 1 0 0,0 0 0 0 0,0 1 0 0 0,0-1 0 0 0,-1 0-1 0 0,1 0 1 0 0,0 0 0 0 0,0 0 0 0 0,0 0 0 0 0,-1 0-1 0 0,1 0 1 0 0,0 1 0 0 0,0-1 0 0 0,0 0 0 0 0,0 0-1 0 0,0 0 1 0 0,-1 1 0 0 0,1-1 0 0 0,0 0-1 0 0,0 0 1 0 0,0 0 0 0 0,0 0 0 0 0,0 1 0 0 0,0-1-1 0 0,0 0 1 0 0,0 0 0 0 0,0 1 0 0 0,0-1 0 0 0,0 0-1 0 0,0 0 1 0 0,0 0 0 0 0,0 1 0 0 0,0-1 0 0 0,0 0-1 0 0,0 1 1 0 0,3 16 811 0 0,11 16-562 0 0,92 164 553 0 0,-4-7-606 0 0,-82-147-203 0 0,-2 1 0 0 0,20 73 0 0 0,-27-69-132 0 0,-2 1-1 0 0,-3 0 1 0 0,-1 0-1 0 0,-3 1 1 0 0,-5 77 0 0 0,-5-60-873 0 0,-2 0 0 0 0,-4 0 0 0 0,-32 98 0 0 0,32-125-25 0 0</inkml:trace>
</inkml:ink>
</file>

<file path=ppt/ink/ink2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19.0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49 463 920 0 0,'-7'-2'259'0'0,"-14"-2"-562"0"0,1-1 8406 0 0,20 4-8024 0 0,14-9 1834 0 0,18-6-960 0 0,34-10 280 0 0,0 3 1 0 0,2 3-1 0 0,0 3 1 0 0,87-10-1 0 0,282-7-225 0 0,-327 29-648 0 0,342-7-215 0 0,-21 2-65 0 0,-307 2-80 0 0,0-5 0 0 0,-1-5 0 0 0,126-36 0 0 0,90-31-194 0 0,-237 60 7 0 0,25-14-2766 0 0,-97 30 1422 0 0</inkml:trace>
</inkml:ink>
</file>

<file path=ppt/ink/ink2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19.5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11058 0 0,'0'0'853'0'0,"18"15"2285"0"0,-7 0-2525 0 0,-1 0 1 0 0,-1 1 0 0 0,0 0 0 0 0,-1 1 0 0 0,-1-1 0 0 0,9 29 0 0 0,-4-11-220 0 0,68 239 294 0 0,-61-199-744 0 0,-14-55-158 0 0,19 88-790 0 0,-23-93-63 0 0,1 0 1 0 0,-2 0 0 0 0,0 15 0 0 0,-3-7-4509 0 0</inkml:trace>
</inkml:ink>
</file>

<file path=ppt/ink/ink2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19.9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8 377 920 0 0,'-3'-13'431'0'0,"1"1"1"0"0,1-1-1 0 0,0 0 0 0 0,1 1 0 0 0,0-1 0 0 0,0 0 1 0 0,2 1-1 0 0,0-1 0 0 0,0 1 0 0 0,1-1 0 0 0,0 1 1 0 0,1 0-1 0 0,10-20 0 0 0,-7 17 276 0 0,1 1 0 0 0,0 0 0 0 0,0 1 0 0 0,2 0 0 0 0,-1 0 0 0 0,2 1 0 0 0,0 0 0 0 0,0 1 0 0 0,1 0 0 0 0,20-14 0 0 0,-26 21-511 0 0,0 1 0 0 0,0-1 0 0 0,0 1 0 0 0,0 0 0 0 0,1 1 0 0 0,-1 0 0 0 0,1 0 0 0 0,-1 0 0 0 0,1 1 0 0 0,0 0 0 0 0,0 0 0 0 0,11 0 0 0 0,-15 1-162 0 0,1 1 0 0 0,-1 0 0 0 0,1-1 0 0 0,-1 1 0 0 0,1 1 0 0 0,-1-1 0 0 0,0 0 0 0 0,1 1 0 0 0,-1-1-1 0 0,0 1 1 0 0,0 0 0 0 0,0 0 0 0 0,0 1 0 0 0,-1-1 0 0 0,1 0 0 0 0,-1 1 0 0 0,1 0 0 0 0,-1-1 0 0 0,0 1-1 0 0,0 0 1 0 0,0 0 0 0 0,0 0 0 0 0,0 1 0 0 0,-1-1 0 0 0,2 5 0 0 0,1 2 16 0 0,-1 1-1 0 0,0 0 1 0 0,-1 0 0 0 0,0 0 0 0 0,-1 0-1 0 0,0 0 1 0 0,-1 0 0 0 0,0 0 0 0 0,0 0-1 0 0,-2 0 1 0 0,-3 19 0 0 0,-4 5-1 0 0,-2-1 0 0 0,-21 43 0 0 0,18-44 429 0 0,-20 68-1 0 0,33-98-407 0 0,0 1 0 0 0,0-1 1 0 0,1 1-1 0 0,-1-1 0 0 0,1 1 0 0 0,0-1 0 0 0,0 1 1 0 0,0-1-1 0 0,0 1 0 0 0,1 0 0 0 0,-1-1 1 0 0,1 1-1 0 0,0-1 0 0 0,0 0 0 0 0,0 1 0 0 0,1-1 1 0 0,-1 0-1 0 0,1 1 0 0 0,0-1 0 0 0,0 0 1 0 0,0 0-1 0 0,0-1 0 0 0,0 1 0 0 0,1 0 0 0 0,-1-1 1 0 0,1 1-1 0 0,5 3 0 0 0,-3-3-50 0 0,0-1-1 0 0,1 1 1 0 0,-1-1-1 0 0,1-1 1 0 0,-1 1-1 0 0,1-1 1 0 0,0 0-1 0 0,-1 0 1 0 0,1 0-1 0 0,0-1 1 0 0,0 0-1 0 0,0 0 1 0 0,-1 0-1 0 0,1-1 1 0 0,0 0-1 0 0,8-2 1 0 0,125-45-2768 0 0,-116 42 1523 0 0</inkml:trace>
</inkml:ink>
</file>

<file path=ppt/ink/ink2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20.3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 5177 0 0,'-4'-2'456'0'0</inkml:trace>
</inkml:ink>
</file>

<file path=ppt/ink/ink2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20.7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3681 0 0,'11'11'7864'0'0,"-11"-9"-7457"0"0,12 29 1393 0 0,-3 0 0 0 0,12 65 1 0 0,5 20-533 0 0,-5-42-1186 0 0,-1-5-3434 0 0,-16-54-2301 0 0</inkml:trace>
</inkml:ink>
</file>

<file path=ppt/ink/ink2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21.2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18 9218 0 0,'-19'-17'2892'0'0,"28"32"-4440"0"0,-7-11 1511 0 0,0-1 1 0 0,1 1-1 0 0,-1 0 0 0 0,0-1 0 0 0,-1 1 0 0 0,1 0 1 0 0,-1 0-1 0 0,1 0 0 0 0,0 6 0 0 0,1 11 37 0 0</inkml:trace>
</inkml:ink>
</file>

<file path=ppt/ink/ink2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21.6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44 8754 0 0,'-1'-2'203'0'0,"0"1"0"0"0,1-1 0 0 0,-1 0 0 0 0,0 1 0 0 0,1-1 0 0 0,-1 0 0 0 0,1 1 0 0 0,0-1 0 0 0,0 0 0 0 0,-1 0 0 0 0,1-1 0 0 0,8-18 7147 0 0,-1 27-5180 0 0,0 2-3533 0 0</inkml:trace>
</inkml:ink>
</file>

<file path=ppt/ink/ink2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21.9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 0 6913 0 0,'-1'0'187'0'0,"0"1"0"0"0,-1-1-1 0 0,1 0 1 0 0,-1 1-1 0 0,1-1 1 0 0,0 1-1 0 0,-1-1 1 0 0,1 1 0 0 0,0 0-1 0 0,0 0 1 0 0,-1 0-1 0 0,1-1 1 0 0,0 1-1 0 0,0 0 1 0 0,0 0 0 0 0,0 0-1 0 0,0 1 1 0 0,0-1-1 0 0,1 0 1 0 0,-1 0-1 0 0,0 0 1 0 0,0 1-1 0 0,1-1 1 0 0,-1 0 0 0 0,1 1-1 0 0,-1-1 1 0 0,1 1-1 0 0,0-1 1 0 0,-1 0-1 0 0,1 1 1 0 0,0-1 0 0 0,0 1-1 0 0,0-1 1 0 0,0 1-1 0 0,1 1 1 0 0,-2 9 192 0 0,2 0 1 0 0,0 1-1 0 0,2 11 1 0 0,-2-16-13 0 0,21 120 2233 0 0,52 170 0 0 0,-62-260-2702 0 0,2-1 0 0 0,20 40-1 0 0,0-16-6969 0 0</inkml:trace>
</inkml:ink>
</file>

<file path=ppt/ink/ink2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22.3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14 283 920 0 0,'-3'-9'417'0'0,"0"0"-1"0"0,1 0 1 0 0,0 0 0 0 0,0 0-1 0 0,1 0 1 0 0,1 0 0 0 0,-1-1-1 0 0,1 1 1 0 0,1 0-1 0 0,0 0 1 0 0,0 0 0 0 0,1-1-1 0 0,0 1 1 0 0,7-17 0 0 0,-6 17 152 0 0,0 0 1 0 0,0 0 0 0 0,1 0 0 0 0,0 0 0 0 0,1 1 0 0 0,0 0-1 0 0,0-1 1 0 0,1 2 0 0 0,0-1 0 0 0,0 1 0 0 0,1 0 0 0 0,0 0-1 0 0,15-10 1 0 0,-21 16-496 0 0,0 0-1 0 0,-1 1 0 0 0,1-1 1 0 0,0 1-1 0 0,0 0 0 0 0,0-1 1 0 0,0 1-1 0 0,0 0 0 0 0,0-1 1 0 0,0 1-1 0 0,0 0 0 0 0,0 0 1 0 0,0 0-1 0 0,0 0 0 0 0,0 0 1 0 0,0 0-1 0 0,0 0 0 0 0,0 0 1 0 0,0 0-1 0 0,0 1 0 0 0,0-1 1 0 0,0 0-1 0 0,0 1 0 0 0,0-1 1 0 0,0 1-1 0 0,0-1 0 0 0,-1 1 1 0 0,1-1-1 0 0,1 1 0 0 0,0 1 1 0 0,-1 0 0 0 0,1 0-1 0 0,-1 1 1 0 0,0-1-1 0 0,1 0 1 0 0,-1 1-1 0 0,0-1 1 0 0,0 0 0 0 0,-1 1-1 0 0,1-1 1 0 0,0 4-1 0 0,1 8 19 0 0,0 0 0 0 0,-1 0 0 0 0,-1 15-1 0 0,-2-6-143 0 0,0 0-1 0 0,-2 0 0 0 0,0-1 0 0 0,-9 27 0 0 0,-37 84-307 0 0,13-36 554 0 0,36-95-122 0 0,-1 1 0 0 0,1-1 0 0 0,1 0 1 0 0,-1 1-1 0 0,0-1 0 0 0,1 1 0 0 0,-1-1 1 0 0,1 1-1 0 0,0-1 0 0 0,0 1 1 0 0,0-1-1 0 0,0 1 0 0 0,0-1 0 0 0,0 1 1 0 0,1-1-1 0 0,-1 1 0 0 0,1-1 0 0 0,0 1 1 0 0,0-1-1 0 0,0 0 0 0 0,0 1 1 0 0,0-1-1 0 0,0 0 0 0 0,1 0 0 0 0,-1 0 1 0 0,1 0-1 0 0,-1 0 0 0 0,1 0 0 0 0,3 3 1 0 0,0-2-20 0 0,0-1 0 0 0,0 1 0 0 0,0-1 0 0 0,0-1 1 0 0,0 1-1 0 0,1-1 0 0 0,-1 1 0 0 0,0-2 0 0 0,1 1 0 0 0,-1 0 0 0 0,0-1 1 0 0,12-1-1 0 0,-14 1-57 0 0,96-4-506 0 0,-33 6-3716 0 0,-46 0-1818 0 0</inkml:trace>
</inkml:ink>
</file>

<file path=ppt/ink/ink2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22.7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112 13 9674 0 0,'-1'-2'128'0'0,"-1"1"1"0"0,0 0-1 0 0,0-1 1 0 0,0 1-1 0 0,1 0 0 0 0,-1 1 1 0 0,-1-1-1 0 0,1 0 0 0 0,0 0 1 0 0,0 1-1 0 0,0-1 0 0 0,0 1 1 0 0,0 0-1 0 0,0 0 1 0 0,-1 0-1 0 0,1 0 0 0 0,0 0 1 0 0,0 0-1 0 0,0 0 0 0 0,-1 1 1 0 0,1-1-1 0 0,0 1 0 0 0,0-1 1 0 0,0 1-1 0 0,0 0 1 0 0,0 0-1 0 0,0 0 0 0 0,0 0 1 0 0,0 0-1 0 0,1 1 0 0 0,-1-1 1 0 0,0 0-1 0 0,1 1 0 0 0,-1-1 1 0 0,1 1-1 0 0,-1 0 1 0 0,-1 2-1 0 0,-1 1 249 0 0,0 1-1 0 0,0 0 1 0 0,1 0 0 0 0,-1 0-1 0 0,1 0 1 0 0,1 0 0 0 0,-1 1-1 0 0,1-1 1 0 0,0 1 0 0 0,0-1-1 0 0,0 9 1 0 0,1 3-119 0 0,1 0-1 0 0,0 0 1 0 0,2 0-1 0 0,0-1 1 0 0,1 1-1 0 0,1-1 1 0 0,0 1-1 0 0,1-1 1 0 0,1 0-1 0 0,16 31 1 0 0,-6-20-337 0 0,2 0 1 0 0,1-1-1 0 0,0-1 1 0 0,2-1-1 0 0,26 24 1 0 0,-10-9-1460 0 0,-15-12-3874 0 0,-5-5-830 0 0</inkml:trace>
  <inkml:trace contextRef="#ctx0" brushRef="#br0" timeOffset="1">44 583 5985 0 0,'-1'-2'65'0'0,"0"0"0"0"0,-1 0 0 0 0,1 1 0 0 0,0-1 0 0 0,0 0 0 0 0,1 0 0 0 0,-1-1 0 0 0,0 1 0 0 0,1 0 0 0 0,-1 0 0 0 0,1 0 0 0 0,-1 0-1 0 0,1-1 1 0 0,0 1 0 0 0,0 0 0 0 0,0 0 0 0 0,0 0 0 0 0,1-1 0 0 0,-1 1 0 0 0,0 0 0 0 0,1 0 0 0 0,0 0 0 0 0,-1 0 0 0 0,1 0 0 0 0,0 0 0 0 0,0 0 0 0 0,0 0 0 0 0,1 0-1 0 0,-1 0 1 0 0,2-1 0 0 0,6-11 528 0 0,1 1-1 0 0,0 0 0 0 0,13-11 1 0 0,-13 14-165 0 0,92-93 2686 0 0,-86 89-3626 0 0,0 1 1 0 0,1 0-1 0 0,1 1 0 0 0,35-17 1 0 0,-25 17-559 0 0</inkml:trace>
</inkml:ink>
</file>

<file path=ppt/ink/ink2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23.3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1322 178 2304 0 0,'13'-27'1014'0'0,"28"-47"0"0"0,1-3 7294 0 0,-48 85-6124 0 0,-11 19-580 0 0,-302 533 1575 0 0,212-384-3022 0 0,-83 125 70 0 0,-77 136-123 0 0,-1 43-850 0 0,90-162-2557 0 0,112-201-2621 0 0</inkml:trace>
</inkml:ink>
</file>

<file path=ppt/ink/ink2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18.0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53 142 6913 0 0,'-7'-11'774'0'0,"1"0"0"0"0,0-1-1 0 0,1 0 1 0 0,0 0-1 0 0,1-1 1 0 0,-3-16 0 0 0,-6-12 3373 0 0,42 138 422 0 0,15 42-4671 0 0,-24-82 121 0 0,2 4 42 0 0,32 66 1 0 0,-45-110-54 0 0,0-1 1 0 0,1 0 0 0 0,1 0 0 0 0,0-1 0 0 0,1 0 0 0 0,0-1 0 0 0,2-1 0 0 0,21 19 0 0 0,-31-30 32 0 0,-1 1 0 0 0,1 0 0 0 0,0-1 0 0 0,0 0 0 0 0,0 1 0 0 0,0-2 0 0 0,0 1 0 0 0,0 0 0 0 0,1-1 0 0 0,-1 0 0 0 0,0 0 0 0 0,1 0 0 0 0,-1-1 0 0 0,1 1 0 0 0,-1-1 0 0 0,1 0 0 0 0,-1 0 0 0 0,1-1 0 0 0,7-1 0 0 0,-7 0 14 0 0,0 0 0 0 0,0 0 1 0 0,0-1-1 0 0,0 0 0 0 0,-1 0 0 0 0,1 0 0 0 0,-1-1 0 0 0,0 1 0 0 0,0-1 0 0 0,0 0 0 0 0,-1 0 0 0 0,1-1 0 0 0,-1 1 0 0 0,0-1 0 0 0,5-8 0 0 0,-2 0-3 0 0,1 0 0 0 0,-2-1 0 0 0,1 0 0 0 0,-2 0-1 0 0,0 0 1 0 0,-1 0 0 0 0,2-18 0 0 0,-2-10-26 0 0,-2-49 1 0 0,-2 48-524 0 0,5-48 1 0 0,-4 89 385 0 0,0 2 8 0 0,0-1-1 0 0,0 0 0 0 0,0 1 0 0 0,0-1 1 0 0,0 1-1 0 0,0-1 0 0 0,0 1 0 0 0,0-1 1 0 0,0 0-1 0 0,0 1 0 0 0,0-1 0 0 0,0 1 1 0 0,0-1-1 0 0,0 1 0 0 0,0-1 0 0 0,1 1 1 0 0,-1-1-1 0 0,0 1 0 0 0,0-1 0 0 0,1 1 1 0 0,-1-1-1 0 0,0 1 0 0 0,1-1 1 0 0,-1 1-1 0 0,0-1 0 0 0,1 1 0 0 0,-1 0 1 0 0,1-1-1 0 0,-1 1 0 0 0,1 0 0 0 0,-1-1 1 0 0,1 1-1 0 0,-1 0 0 0 0,1 0 0 0 0,-1-1 1 0 0,1 1-1 0 0,-1 0 0 0 0,1 0 0 0 0,0 0 1 0 0,-1 0-1 0 0,1 0 0 0 0,6 4-1574 0 0</inkml:trace>
</inkml:ink>
</file>

<file path=ppt/ink/ink2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18.5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31 5985 0 0,'-34'-31'14054'0'0,"56"179"-11593"0"0,-18-109-2731 0 0,1 0 0 0 0,2 0 0 0 0,2-1 0 0 0,15 42 0 0 0,-19-68-700 0 0</inkml:trace>
</inkml:ink>
</file>

<file path=ppt/ink/ink2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18.8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61 8754 0 0,'-11'-31'985'0'0,"11"30"-663"0"0,0 0 0 0 0,-1-1 0 0 0,1 1 1 0 0,0-1-1 0 0,0 1 0 0 0,0 0 0 0 0,-1-1 1 0 0,2 1-1 0 0,-1-1 0 0 0,0 1 0 0 0,0-1 1 0 0,0 1-1 0 0,1 0 0 0 0,-1-1 0 0 0,1 1 1 0 0,-1-1-1 0 0,1 1 0 0 0,-1 0 0 0 0,2-2 0 0 0,32 29-6954 0 0,-16-5 4365 0 0,-11-9 2113 0 0</inkml:trace>
</inkml:ink>
</file>

<file path=ppt/ink/ink2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19.9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42 3225 0 0,'1'-2'365'0'0,"-1"-1"-1"0"0,0 1 1 0 0,1 0 0 0 0,-1 0 0 0 0,1 0 0 0 0,0 0 0 0 0,0 0-1 0 0,0-1 1 0 0,0 1 0 0 0,0 1 0 0 0,0-1 0 0 0,0 0-1 0 0,1 0 1 0 0,-1 0 0 0 0,3-2 0 0 0,-3 3-198 0 0,0 1 0 0 0,-1-1 0 0 0,1 1 0 0 0,-1-1 1 0 0,1 1-1 0 0,0-1 0 0 0,-1 1 0 0 0,1 0 0 0 0,0-1 0 0 0,-1 1 0 0 0,1 0 0 0 0,0-1 0 0 0,0 1 0 0 0,-1 0 1 0 0,1 0-1 0 0,0 0 0 0 0,0 0 0 0 0,-1 0 0 0 0,1 0 0 0 0,0 0 0 0 0,0 0 0 0 0,0 0 0 0 0,-1 0 1 0 0,1 0-1 0 0,0 0 0 0 0,0 1 0 0 0,-1-1 0 0 0,1 0 0 0 0,0 1 0 0 0,-1-1 0 0 0,1 0 0 0 0,0 1 1 0 0,-1-1-1 0 0,1 1 0 0 0,0-1 0 0 0,-1 1 0 0 0,1-1 0 0 0,-1 1 0 0 0,1-1 0 0 0,-1 1 0 0 0,1 0 0 0 0,-1-1 1 0 0,0 1-1 0 0,1 0 0 0 0,0 1 0 0 0,9 20 382 0 0,-1 0 0 0 0,-1 1 0 0 0,-1 0 1 0 0,-1 1-1 0 0,-1-1 0 0 0,2 30 0 0 0,7 28-1022 0 0,-13-77 411 0 0,21 89-4734 0 0</inkml:trace>
</inkml:ink>
</file>

<file path=ppt/ink/ink2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20.2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4249 0 0,'3'-4'376'0'0</inkml:trace>
</inkml:ink>
</file>

<file path=ppt/ink/ink2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20.8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1 141 2761 0 0,'1'-3'381'0'0,"0"-1"0"0"0,0 0 0 0 0,0 1 1 0 0,1-1-1 0 0,0 1 0 0 0,0-1 1 0 0,0 1-1 0 0,0 0 0 0 0,3-4 1 0 0,2-4 935 0 0,-1 2-534 0 0,1 0 0 0 0,0-1 1 0 0,0 2-1 0 0,14-13 0 0 0,-17 17-499 0 0,-1 1 0 0 0,2-1 0 0 0,-1 1 0 0 0,0 0 0 0 0,1 0-1 0 0,0 0 1 0 0,-1 1 0 0 0,1 0 0 0 0,0 0 0 0 0,0 0 0 0 0,10-2 0 0 0,-12 4-148 0 0,-1 1 1 0 0,1-1-1 0 0,0 0 0 0 0,0 1 1 0 0,-1 0-1 0 0,1 0 1 0 0,0 0-1 0 0,-1 0 0 0 0,1 0 1 0 0,-1 0-1 0 0,1 1 0 0 0,-1-1 1 0 0,0 1-1 0 0,1 0 1 0 0,-1 0-1 0 0,0-1 0 0 0,0 1 1 0 0,0 1-1 0 0,1 1 0 0 0,35 51 882 0 0,-30-43-786 0 0,44 77 196 0 0,-36-58-906 0 0,1-2 1 0 0,2 0-1 0 0,0 0 0 0 0,36 36 0 0 0</inkml:trace>
</inkml:ink>
</file>

<file path=ppt/ink/ink2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23.7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62 7370 0 0,'1'-4'730'0'0,"0"1"0"0"0,0-1 0 0 0,0 1 1 0 0,0-1-1 0 0,0 1 0 0 0,1-1 0 0 0,0 1 1 0 0,-1 0-1 0 0,1 0 0 0 0,1 0 0 0 0,1-3 1 0 0,-3 4-548 0 0,0 1 0 0 0,0 0 0 0 0,0 0 1 0 0,0-1-1 0 0,0 1 0 0 0,0 0 1 0 0,0 0-1 0 0,0 0 0 0 0,0 0 1 0 0,0 0-1 0 0,1 0 0 0 0,-1 1 1 0 0,0-1-1 0 0,1 0 0 0 0,-1 1 1 0 0,1-1-1 0 0,-1 1 0 0 0,0-1 0 0 0,1 1 1 0 0,0 0-1 0 0,-1-1 0 0 0,1 1 1 0 0,-1 0-1 0 0,1 0 0 0 0,-1 0 1 0 0,1 0-1 0 0,-1 0 0 0 0,3 1 1 0 0,-3 2-91 0 0,0-1 1 0 0,-1 1 0 0 0,1-1 0 0 0,0 1 0 0 0,-1-1 0 0 0,0 1 0 0 0,0 0-1 0 0,1-1 1 0 0,-1 1 0 0 0,-1 0 0 0 0,1 3 0 0 0,-1 4 96 0 0,1-7-187 0 0,1 1 0 0 0,-1-1 0 0 0,0 0 1 0 0,1 1-1 0 0,0-1 0 0 0,0 0 0 0 0,0 0 0 0 0,0 0 1 0 0,0 0-1 0 0,1 0 0 0 0,-1 0 0 0 0,1 0 0 0 0,0 0 1 0 0,0 0-1 0 0,0-1 0 0 0,0 1 0 0 0,0-1 0 0 0,1 0 1 0 0,2 3-1 0 0</inkml:trace>
</inkml:ink>
</file>

<file path=ppt/ink/ink2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24.3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57 3 7370 0 0,'-2'-1'179'0'0,"0"0"1"0"0,0 1 0 0 0,0 0 0 0 0,0 0 0 0 0,0-1-1 0 0,0 1 1 0 0,0 0 0 0 0,0 1 0 0 0,0-1 0 0 0,0 0-1 0 0,0 1 1 0 0,0-1 0 0 0,0 1 0 0 0,0-1 0 0 0,0 1-1 0 0,0 0 1 0 0,1 0 0 0 0,-1 0 0 0 0,0 0-1 0 0,-2 2 1 0 0,2-1 58 0 0,1 1 0 0 0,-1-1 0 0 0,1 1 0 0 0,-1-1 0 0 0,1 1 0 0 0,0 0 0 0 0,0-1 0 0 0,0 1 0 0 0,1 0 0 0 0,-1 0 0 0 0,1 0 0 0 0,-1 0 0 0 0,1 0 0 0 0,0 4 0 0 0,1 28 896 0 0,1 0-1 0 0,1 0 0 0 0,15 59 1 0 0,-6-29-211 0 0,29 133 1093 0 0,-11-101-3329 0 0,-19-68-2717 0 0,18 33 0 0 0,-21-48-1519 0 0</inkml:trace>
</inkml:ink>
</file>

<file path=ppt/ink/ink2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24.7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0 154 5529 0 0,'7'-11'587'0'0,"0"0"0"0"0,0 0 0 0 0,1 0-1 0 0,1 1 1 0 0,0 0 0 0 0,0 1 0 0 0,1 0 0 0 0,0 0-1 0 0,0 1 1 0 0,1 0 0 0 0,0 1 0 0 0,0 0-1 0 0,1 1 1 0 0,0 0 0 0 0,0 1 0 0 0,0 0 0 0 0,23-5-1 0 0,-33 10-563 0 0,-1 0 0 0 0,1 0 0 0 0,-1 0-1 0 0,1 0 1 0 0,-1 0 0 0 0,1 0 0 0 0,-1 0-1 0 0,1 0 1 0 0,-1 0 0 0 0,1 1 0 0 0,-1-1-1 0 0,1 1 1 0 0,-1-1 0 0 0,0 1 0 0 0,1-1-1 0 0,-1 1 1 0 0,0 0 0 0 0,1 0-1 0 0,-1-1 1 0 0,0 1 0 0 0,0 0 0 0 0,1 2-1 0 0,0-1 37 0 0,0 0 0 0 0,-1 1 0 0 0,0-1 0 0 0,1 1 0 0 0,-1-1-1 0 0,0 1 1 0 0,0 0 0 0 0,-1-1 0 0 0,1 1 0 0 0,-1 0-1 0 0,1 3 1 0 0,0 8 192 0 0,-1 0 1 0 0,0 0-1 0 0,-5 24 0 0 0,4-32-236 0 0,-5 25 229 0 0,-1-1 0 0 0,-16 42 1 0 0,13-45 68 0 0,2 1 0 0 0,-11 58 0 0 0,19-85-264 0 0,0 0 0 0 0,0 0-1 0 0,0 0 1 0 0,0 0-1 0 0,1 0 1 0 0,-1 0 0 0 0,0 0-1 0 0,0 0 1 0 0,1 0-1 0 0,-1 0 1 0 0,0-1 0 0 0,1 1-1 0 0,-1 0 1 0 0,1 0-1 0 0,0 0 1 0 0,-1 0 0 0 0,1-1-1 0 0,0 1 1 0 0,-1 0 0 0 0,1 0-1 0 0,0-1 1 0 0,0 1-1 0 0,-1-1 1 0 0,1 1 0 0 0,0-1-1 0 0,0 1 1 0 0,0-1-1 0 0,0 1 1 0 0,0-1 0 0 0,0 0-1 0 0,0 1 1 0 0,0-1 0 0 0,0 0-1 0 0,0 0 1 0 0,0 0-1 0 0,0 0 1 0 0,0 0 0 0 0,0 0-1 0 0,0 0 1 0 0,1 0-1 0 0,51-6 489 0 0,-41 4-454 0 0,-2 1-157 0 0,0 0 0 0 0,0 1 0 0 0,0 1 0 0 0,0-1 0 0 0,0 2 1 0 0,0-1-1 0 0,13 5 0 0 0,1 2-2614 0 0,40 18 0 0 0,-41-16-3536 0 0</inkml:trace>
</inkml:ink>
</file>

<file path=ppt/ink/ink2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25.0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104 36 9674 0 0,'-2'-3'321'0'0,"-1"-1"0"0"0,0 1 1 0 0,0 1-1 0 0,-1-1 0 0 0,1 0 0 0 0,0 1 0 0 0,-1-1 1 0 0,0 1-1 0 0,1 0 0 0 0,-1 1 0 0 0,0-1 0 0 0,0 0 1 0 0,-8-1-1 0 0,10 3-156 0 0,1 0 0 0 0,-1 0 0 0 0,1 0 0 0 0,-1 0 0 0 0,0 0 0 0 0,1 0 0 0 0,-1 1 0 0 0,0-1 0 0 0,1 1 0 0 0,-1-1 1 0 0,1 1-1 0 0,-1-1 0 0 0,1 1 0 0 0,-1 0 0 0 0,1 0 0 0 0,-1 0 0 0 0,1 0 0 0 0,0 0 0 0 0,0 0 0 0 0,-1 0 0 0 0,1 0 0 0 0,0 0 0 0 0,0 0 0 0 0,0 1 0 0 0,0-1 0 0 0,0 1 0 0 0,0-1 0 0 0,1 0 1 0 0,-1 1-1 0 0,0 0 0 0 0,1-1 0 0 0,-1 1 0 0 0,1-1 0 0 0,0 1 0 0 0,-1 0 0 0 0,1-1 0 0 0,0 4 0 0 0,-2 14 145 0 0,0 1 1 0 0,1-1-1 0 0,1 1 0 0 0,1 0 1 0 0,1-1-1 0 0,6 26 0 0 0,35 117 34 0 0,-29-116-250 0 0,7 14 149 0 0,52 109 0 0 0,-25-74-3188 0 0,-13-25-3715 0 0,-27-54 632 0 0</inkml:trace>
</inkml:ink>
</file>

<file path=ppt/ink/ink2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25.4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30 278 5065 0 0,'-2'-1'154'0'0,"0"0"0"0"0,0 0 0 0 0,0 0 0 0 0,1 0 0 0 0,-1-1 1 0 0,0 1-1 0 0,1-1 0 0 0,-1 1 0 0 0,1-1 0 0 0,-1 1 0 0 0,1-1 0 0 0,-1 0 0 0 0,1 0 0 0 0,0 0 0 0 0,0 0 0 0 0,0 0 0 0 0,0 0 1 0 0,1 0-1 0 0,-1 0 0 0 0,0-4 0 0 0,1 2 254 0 0,0 1 1 0 0,0-1 0 0 0,1 0-1 0 0,-1 0 1 0 0,1 0-1 0 0,0 0 1 0 0,1 1 0 0 0,-1-1-1 0 0,1 0 1 0 0,-1 1 0 0 0,4-6-1 0 0,5-6 506 0 0,-1 1 0 0 0,2 0-1 0 0,0 1 1 0 0,0 0 0 0 0,20-17 0 0 0,22-13-1037 0 0,-1 8-4650 0 0,-31 22-1144 0 0</inkml:trace>
</inkml:ink>
</file>

<file path=ppt/ink/ink2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25.7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 15667 0 0,'-1'-2'5379'0'0</inkml:trace>
</inkml:ink>
</file>

<file path=ppt/ink/ink2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24.0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946 1 11979 0 0,'-16'32'1656'0'0,"-228"429"581"0"0,121-223-1850 0 0,8-17-184 0 0,-177 326-883 0 0,210-400-3155 0 0,8-3-1303 0 0</inkml:trace>
</inkml:ink>
</file>

<file path=ppt/ink/ink2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26.6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47 10594 0 0,'0'0'1076'0'0,"14"-16"-425"0"0,-8 12-269 0 0,0 0 0 0 0,1 0-1 0 0,-1 1 1 0 0,1 0-1 0 0,0 0 1 0 0,0 1 0 0 0,0 0-1 0 0,0 0 1 0 0,0 1 0 0 0,0 0-1 0 0,0 0 1 0 0,1 0-1 0 0,11 1 1 0 0,10 2-295 0 0,0 2-1 0 0,33 7 1 0 0,-11-1-702 0 0,39 4-3575 0 0,-63-10-743 0 0</inkml:trace>
</inkml:ink>
</file>

<file path=ppt/ink/ink2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26.9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65 7370 0 0,'-15'6'1903'0'0,"36"-14"2130"0"0,90-29-3407 0 0,-31 17-3493 0 0,-53 15 1692 0 0</inkml:trace>
</inkml:ink>
</file>

<file path=ppt/ink/ink2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27.7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126 429 6233 0 0,'-3'-3'56'0'0,"1"0"0"0"0,0 0 0 0 0,0 0 0 0 0,0-1 0 0 0,0 1 0 0 0,1-1 0 0 0,-1 1 0 0 0,-1-8 0 0 0,0 3 90 0 0,-40-75 2907 0 0,34 68-1228 0 0,0 1-1 0 0,-2 0 1 0 0,-17-18-1 0 0,25 27 277 0 0,8 8-1100 0 0,10 9-459 0 0,5 15-311 0 0,-1 0 0 0 0,-1 1 0 0 0,16 33 0 0 0,38 98-221 0 0,-17-35-145 0 0,29 30-136 0 0,-71-134 184 0 0,1-1 0 0 0,0 0 0 0 0,2-1 0 0 0,0 0 0 0 0,24 19 0 0 0,-39-36 85 0 0,-1-1 0 0 0,1 1 0 0 0,-1-1 0 0 0,1 1 0 0 0,-1-1 0 0 0,1 0 0 0 0,0 1 0 0 0,-1-1 0 0 0,1 1 0 0 0,-1-1 0 0 0,1 0 0 0 0,0 0 0 0 0,0 1-1 0 0,-1-1 1 0 0,1 0 0 0 0,0 0 0 0 0,-1 0 0 0 0,1 0 0 0 0,0 0 0 0 0,0 0 0 0 0,-1 0 0 0 0,1 0 0 0 0,0 0 0 0 0,-1 0 0 0 0,1 0 0 0 0,0 0 0 0 0,1-1 0 0 0,-2 0 20 0 0,1 0 0 0 0,0 0 0 0 0,0 0 0 0 0,-1 1 1 0 0,1-1-1 0 0,0-1 0 0 0,-1 1 0 0 0,1 0 0 0 0,-1 0 1 0 0,1 0-1 0 0,-1 0 0 0 0,1 0 0 0 0,-1 0 0 0 0,0 0 1 0 0,0-2-1 0 0,2-10 249 0 0,-2 0 0 0 0,0-22 0 0 0,-1 19-159 0 0,1-116 105 0 0,6 0 0 0 0,44-249 0 0 0,-46 358-564 0 0,2 1 0 0 0,1 0 0 0 0,1 0 0 0 0,0 1 1 0 0,2 0-1 0 0,20-33 0 0 0,-12 28-951 0 0</inkml:trace>
</inkml:ink>
</file>

<file path=ppt/ink/ink2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28.1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5065 0 0,'35'129'4075'0'0,"-6"-20"-3631"0"0,-3 2-3852 0 0,-25-103 2409 0 0</inkml:trace>
</inkml:ink>
</file>

<file path=ppt/ink/ink2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28.5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44 3225 0 0,'-16'-14'-66'0'0,"14"11"630"0"0,-1 0-1 0 0,0 0 1 0 0,1 1-1 0 0,-1-1 1 0 0,0 1-1 0 0,-1 0 1 0 0,1 0-1 0 0,0 0 1 0 0,-1 0-1 0 0,1 1 1 0 0,-1-1-1 0 0,-4 0 1 0 0,38 29-2997 0 0,46 59 2207 0 0,-58-61 226 0 0</inkml:trace>
</inkml:ink>
</file>

<file path=ppt/ink/ink2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28.8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71 2761 0 0,'0'-1'-3'0'0,"1"1"0"0"0,-1-1 0 0 0,0 1 0 0 0,0 0 0 0 0,0-1 1 0 0,0 1-1 0 0,0 0 0 0 0,1-1 0 0 0,-1 1 0 0 0,0-1 0 0 0,0 1 1 0 0,1 0-1 0 0,-1 0 0 0 0,0-1 0 0 0,0 1 0 0 0,1 0 0 0 0,-1-1 1 0 0,0 1-1 0 0,1 0 0 0 0,-1 0 0 0 0,1 0 0 0 0,-1-1 1 0 0,0 1-1 0 0,1 0 0 0 0,-1 0 0 0 0,0 0 0 0 0,1 0 0 0 0,-1 0 1 0 0,1 0-1 0 0,-1 0 0 0 0,0 0 0 0 0,1 0 0 0 0,-1 0 0 0 0,1 0 1 0 0,-1 0-1 0 0,0 0 0 0 0,1 0 0 0 0,-1 0 0 0 0,1 0 0 0 0,-1 0 1 0 0,0 1-1 0 0,1-1 0 0 0,-1 0 0 0 0,1 0 0 0 0,-1 0 0 0 0,1 1 1 0 0,16 7 1495 0 0,-9 1-963 0 0,-1 0 1 0 0,1 1-1 0 0,-2 0 1 0 0,1 0-1 0 0,-2 0 1 0 0,1 1-1 0 0,-1 0 1 0 0,-1 0-1 0 0,6 23 0 0 0,-6-20-289 0 0,1 0-1 0 0,0-1 1 0 0,1 1 0 0 0,0-1-1 0 0,2 0 1 0 0,8 13-1 0 0,-16-25-240 0 0,1-1-1 0 0,-1 0 1 0 0,0 1-1 0 0,0-1 1 0 0,0 0-1 0 0,0 0 1 0 0,1 1-1 0 0,-1-1 1 0 0,0 0-1 0 0,0 1 1 0 0,1-1-1 0 0,-1 0 1 0 0,0 0-1 0 0,1 0 1 0 0,-1 1-1 0 0,0-1 1 0 0,1 0 0 0 0,-1 0-1 0 0,0 0 1 0 0,1 0-1 0 0,-1 1 1 0 0,0-1-1 0 0,1 0 1 0 0,-1 0-1 0 0,1 0 1 0 0,-1 0-1 0 0,0 0 1 0 0,1 0-1 0 0,-1 0 1 0 0,0 0-1 0 0,1 0 1 0 0,-1 0-1 0 0,0-1 1 0 0,1 1-1 0 0,-1 0 1 0 0,0 0 0 0 0,1 0-1 0 0,0 0 1 0 0,6-16-607 0 0,0-28-648 0 0,-7 42 1228 0 0,2-25-274 0 0,1-6 183 0 0,8-41-1 0 0,-9 65 290 0 0,1-1 0 0 0,-1 1 0 0 0,2 0 0 0 0,-1 0 0 0 0,1 0 0 0 0,1 1-1 0 0,0-1 1 0 0,10-14 0 0 0,-14 22-98 0 0,0-1 0 0 0,0 1 1 0 0,1 0-1 0 0,-1-1 0 0 0,0 1 0 0 0,0 0 0 0 0,1 0 0 0 0,-1 0 0 0 0,0 0 0 0 0,1 0 1 0 0,-1 0-1 0 0,1 1 0 0 0,0-1 0 0 0,-1 0 0 0 0,1 1 0 0 0,0-1 0 0 0,-1 1 0 0 0,1-1 1 0 0,0 1-1 0 0,-1 0 0 0 0,1 0 0 0 0,0 0 0 0 0,0 0 0 0 0,-1 0 0 0 0,1 0 0 0 0,0 0 1 0 0,-1 1-1 0 0,1-1 0 0 0,0 1 0 0 0,-1-1 0 0 0,1 1 0 0 0,0-1 0 0 0,-1 1 0 0 0,1 0 1 0 0,-1 0-1 0 0,1 0 0 0 0,-1 0 0 0 0,0 0 0 0 0,1 0 0 0 0,-1 0 0 0 0,0 1 0 0 0,0-1 1 0 0,2 3-1 0 0,6 7 252 0 0,0 0 0 0 0,-1 1 0 0 0,-1 0 0 0 0,8 17 1 0 0,-11-21-321 0 0,8 14-909 0 0,-1 0-4129 0 0</inkml:trace>
</inkml:ink>
</file>

<file path=ppt/ink/ink2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33.4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86 220 1840 0 0,'-20'-66'2058'0'0,"16"45"-1073"0"0,-2 1 1 0 0,-1-1-1 0 0,0 1 0 0 0,-1 1 1 0 0,-25-34 7480 0 0,34 72-6317 0 0,11 27-1550 0 0,36 117-356 0 0,-12-38 86 0 0,96 226 0 0 0,-119-324-952 0 0,1 4-3453 0 0,26 39 0 0 0</inkml:trace>
</inkml:ink>
</file>

<file path=ppt/ink/ink2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33.8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0 114 2761 0 0,'2'-7'325'0'0,"0"0"0"0"0,0-1 1 0 0,1 1-1 0 0,0 0 0 0 0,0 0 0 0 0,0 0 1 0 0,1 1-1 0 0,0-1 0 0 0,1 1 1 0 0,-1 0-1 0 0,1 0 0 0 0,0 1 1 0 0,1-1-1 0 0,8-6 0 0 0,-13 11-229 0 0,0 0 0 0 0,0 0-1 0 0,1 0 1 0 0,-1 1-1 0 0,0-1 1 0 0,1 0 0 0 0,-1 1-1 0 0,1-1 1 0 0,-1 0 0 0 0,1 1-1 0 0,-1 0 1 0 0,1-1-1 0 0,-1 1 1 0 0,1 0 0 0 0,-1 0-1 0 0,1 0 1 0 0,0 0 0 0 0,-1 0-1 0 0,1 0 1 0 0,-1 0 0 0 0,1 0-1 0 0,2 2 1 0 0,-2-1 15 0 0,0 0 1 0 0,0 0 0 0 0,0 1-1 0 0,0-1 1 0 0,0 1 0 0 0,-1 0-1 0 0,1-1 1 0 0,-1 1 0 0 0,1 0-1 0 0,-1 0 1 0 0,0 0-1 0 0,1 0 1 0 0,0 4 0 0 0,3 4 201 0 0,-2 1 1 0 0,1 0 0 0 0,-1 0 0 0 0,-1 0 0 0 0,1 15 0 0 0,-1-4-196 0 0,-1 1 1 0 0,-1 0-1 0 0,-1 0 1 0 0,-8 41-1 0 0,7-53-116 0 0,-1 1-1 0 0,0-1 0 0 0,-1 1 0 0 0,0-1 0 0 0,-1-1 0 0 0,0 1 0 0 0,-1-1 0 0 0,0 1 0 0 0,0-1 0 0 0,-1-1 0 0 0,-10 11 0 0 0,16-19 75 0 0,0 0 1 0 0,-1 1-1 0 0,1-1 1 0 0,-1 0-1 0 0,0 0 0 0 0,1 0 1 0 0,-1 0-1 0 0,0 0 1 0 0,1-1-1 0 0,-1 1 1 0 0,0 0-1 0 0,0-1 0 0 0,0 1 1 0 0,1-1-1 0 0,-1 0 1 0 0,-3 1-1 0 0,5-1-41 0 0,0 0-1 0 0,0 0 0 0 0,-1 0 1 0 0,1 0-1 0 0,0 0 1 0 0,0 0-1 0 0,0 0 0 0 0,0 0 1 0 0,-1-1-1 0 0,1 1 1 0 0,0 0-1 0 0,0 0 1 0 0,0 0-1 0 0,-1 0 0 0 0,1 0 1 0 0,0 0-1 0 0,0 0 1 0 0,0 0-1 0 0,0 0 1 0 0,0-1-1 0 0,-1 1 0 0 0,1 0 1 0 0,0 0-1 0 0,0 0 1 0 0,0 0-1 0 0,0 0 0 0 0,0-1 1 0 0,0 1-1 0 0,0 0 1 0 0,0 0-1 0 0,-1 0 1 0 0,1-1-1 0 0,0 1 0 0 0,0 0 1 0 0,0 0-1 0 0,0 0 1 0 0,0 0-1 0 0,0-1 1 0 0,0 1-1 0 0,0 0 0 0 0,0-1 1 0 0,12-11 1102 0 0,-11 11-814 0 0,4-2-31 0 0,3-2-172 0 0,0 1 0 0 0,0 1 0 0 0,0-1 0 0 0,1 1 0 0 0,-1 1 0 0 0,1-1 0 0 0,0 1 0 0 0,-1 1 0 0 0,1 0 0 0 0,0 0 0 0 0,0 1 0 0 0,0 0 0 0 0,0 0 0 0 0,0 1 0 0 0,0 1 0 0 0,9 1 0 0 0,2 2-356 0 0,118 30 1303 0 0,-73-9-2616 0 0,-3 9-4555 0 0,-42-21 236 0 0</inkml:trace>
</inkml:ink>
</file>

<file path=ppt/ink/ink2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34.2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4 5065 0 0,'-5'-3'4843'0'0,"4"3"-4755"0"0,-1 11 3764 0 0,1 14-1623 0 0,2-6-1902 0 0,1 0 269 0 0,1 0 1 0 0,1-1-1 0 0,0 1 0 0 0,9 21 1 0 0,-9-28-1203 0 0,2 0 0 0 0,-1 0 0 0 0,1-1 1 0 0,14 19-1 0 0,-13-23-1551 0 0</inkml:trace>
</inkml:ink>
</file>

<file path=ppt/ink/ink2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34.6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127 321 3225 0 0,'-8'-22'253'0'0,"-59"-160"1228"0"0,15 65 5230 0 0,59 130-6933 0 0,1-1-1 0 0,1 0 0 0 0,0-1 1 0 0,0 0-1 0 0,1-1 0 0 0,0 0 0 0 0,14 11 1 0 0,8 8 26 0 0,-14-13 185 0 0</inkml:trace>
  <inkml:trace contextRef="#ctx0" brushRef="#br0" timeOffset="1">527 317 5985 0 0,'-3'0'-58'0'0,"-18"-2"1360"0"0,20-2-90 0 0,12-5-155 0 0,1 3-508 0 0,0 0-1 0 0,0 1 1 0 0,1 1-1 0 0,-1 0 1 0 0,1 0-1 0 0,0 2 1 0 0,0-1 0 0 0,0 2-1 0 0,23-1 1 0 0,14 3 310 0 0,62 8-1 0 0,-39-1-1095 0 0,-4-3-4483 0 0,-36-1-335 0 0</inkml:trace>
</inkml:ink>
</file>

<file path=ppt/ink/ink2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34.9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107 6 10594 0 0,'-5'-1'239'0'0,"1"0"-1"0"0,-1 0 1 0 0,0 0-1 0 0,0 0 1 0 0,0 1-1 0 0,0 0 1 0 0,0 0-1 0 0,0 0 1 0 0,0 1-1 0 0,-7 1 1 0 0,10-2-122 0 0,0 1 0 0 0,0 1 0 0 0,-1-1 0 0 0,1 0 0 0 0,0 0 0 0 0,0 1-1 0 0,0 0 1 0 0,0-1 0 0 0,0 1 0 0 0,1 0 0 0 0,-1 0 0 0 0,0 0 0 0 0,1 0 0 0 0,-1 0 0 0 0,1 0 0 0 0,0 0 0 0 0,0 0 0 0 0,0 1 0 0 0,0-1 0 0 0,0 0 0 0 0,0 1-1 0 0,0 4 1 0 0,-2 10 195 0 0,0 0 0 0 0,1 1 0 0 0,1-1 0 0 0,1 1 0 0 0,1 0-1 0 0,3 20 1 0 0,23 105 736 0 0,-26-139-1030 0 0,45 155-485 0 0,-13-52-2460 0 0,-20-56-2881 0 0</inkml:trace>
</inkml:ink>
</file>

<file path=ppt/ink/ink2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35.3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45 6913 0 0,'-1'-3'125'0'0,"-9"-20"725"0"0,9 22-766 0 0,1 1-1 0 0,0-1 0 0 0,0 1 1 0 0,0-1-1 0 0,0 1 1 0 0,-1-1-1 0 0,1 0 1 0 0,0 1-1 0 0,0-1 1 0 0,0 1-1 0 0,0-1 1 0 0,0 1-1 0 0,0-1 1 0 0,0 1-1 0 0,1-1 0 0 0,-1 1 1 0 0,0-1-1 0 0,0 1 1 0 0,0-1-1 0 0,0 1 1 0 0,1-1-1 0 0,-1 1 1 0 0,0-1-1 0 0,0 1 1 0 0,1-1-1 0 0,-1 1 0 0 0,0 0 1 0 0,1-1-1 0 0,-1 1 1 0 0,1-1-1 0 0,-1 1 1 0 0,0 0-1 0 0,1-1 1 0 0,-1 1-1 0 0,1 0 1 0 0,-1 0-1 0 0,1-1 0 0 0,-1 1 1 0 0,2 0-1 0 0,-1 0 37 0 0,0 0 0 0 0,-1 0-1 0 0,1 1 1 0 0,0-1-1 0 0,0 0 1 0 0,0 1-1 0 0,-1-1 1 0 0,1 1-1 0 0,0-1 1 0 0,0 1-1 0 0,-1-1 1 0 0,1 1 0 0 0,0-1-1 0 0,-1 1 1 0 0,1 0-1 0 0,-1-1 1 0 0,1 1-1 0 0,-1 0 1 0 0,1-1-1 0 0,-1 1 1 0 0,1 0 0 0 0,0 1-1 0 0,9 19 1048 0 0,7 32 273 0 0,-2 0-1 0 0,13 102 1 0 0,2 4-842 0 0,48 109-1077 0 0,-34-126-5611 0 0,-40-128 1017 0 0</inkml:trace>
</inkml:ink>
</file>

<file path=ppt/ink/ink2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35.6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1 310 6913 0 0,'0'-9'-7'0'0,"-1"-1"0"0"0,2 1 0 0 0,-1-1-1 0 0,1 1 1 0 0,1 0 0 0 0,-1 0 0 0 0,1 0-1 0 0,1 0 1 0 0,0 0 0 0 0,0 0 0 0 0,1 0-1 0 0,8-13 1 0 0,2-1 190 0 0,0 1 0 0 0,2 1 0 0 0,22-25 0 0 0,-32 39 122 0 0,0 1 0 0 0,0 0 1 0 0,1 1-1 0 0,-1-1 0 0 0,1 1 0 0 0,0 1 0 0 0,1-1 0 0 0,-1 1 1 0 0,1 0-1 0 0,0 1 0 0 0,0 0 0 0 0,11-3 0 0 0,-15 5-166 0 0,0 1 0 0 0,0-1-1 0 0,0 1 1 0 0,0 0 0 0 0,0 0-1 0 0,0 1 1 0 0,0-1 0 0 0,0 1-1 0 0,0 0 1 0 0,0 0 0 0 0,0 0-1 0 0,-1 0 1 0 0,1 1 0 0 0,0 0-1 0 0,-1 0 1 0 0,1 0-1 0 0,-1 0 1 0 0,1 0 0 0 0,-1 1-1 0 0,0-1 1 0 0,0 1 0 0 0,0 0-1 0 0,0 0 1 0 0,-1 0 0 0 0,1 0-1 0 0,-1 0 1 0 0,3 6 0 0 0,2 5-31 0 0,0 0 0 0 0,-1 0 1 0 0,-1 0-1 0 0,0 0 0 0 0,-2 1 1 0 0,1 0-1 0 0,-2 0 0 0 0,1 0 1 0 0,-2 0-1 0 0,0 0 0 0 0,-1 1 1 0 0,-4 25-1 0 0,1-14 35 0 0,-2 1 0 0 0,0-1 1 0 0,-2 0-1 0 0,-1-1 0 0 0,-2 0 1 0 0,-13 29-1 0 0,20-50-53 0 0,0 3 105 0 0,0-1 1 0 0,-1 0-1 0 0,0 0 1 0 0,0 0-1 0 0,-1 0 0 0 0,0-1 1 0 0,0 1-1 0 0,0-1 0 0 0,-1-1 1 0 0,-10 10-1 0 0,30-21 125 0 0,0 0 0 0 0,1 1 0 0 0,-1 1 0 0 0,29-5 0 0 0,63-1-720 0 0,-91 9 358 0 0,51 0-1922 0 0,-21 6-3513 0 0,-11 1-465 0 0</inkml:trace>
</inkml:ink>
</file>

<file path=ppt/ink/ink2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36.1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137 96 3225 0 0,'2'-5'42'0'0,"-1"0"-1"0"0,1 0 1 0 0,-1-1 0 0 0,0 1 0 0 0,0-1 0 0 0,0 1 0 0 0,-1-11 0 0 0,0 14 211 0 0,0 1 1 0 0,0-1 0 0 0,0 0 0 0 0,0 0 0 0 0,-1 1 0 0 0,1-1 0 0 0,-1 0 0 0 0,1 0 0 0 0,-1 1-1 0 0,1-1 1 0 0,-1 1 0 0 0,0-1 0 0 0,0 0 0 0 0,0 1 0 0 0,0-1 0 0 0,0 1 0 0 0,0 0 0 0 0,0-1-1 0 0,-1 1 1 0 0,1 0 0 0 0,0 0 0 0 0,-1 0 0 0 0,1 0 0 0 0,-1 0 0 0 0,1 0 0 0 0,-1 0 0 0 0,1 0-1 0 0,-4 0 1 0 0,3 0 39 0 0,0 1 0 0 0,0-1-1 0 0,0 1 1 0 0,0 0-1 0 0,0 0 1 0 0,0 0 0 0 0,0 0-1 0 0,0 0 1 0 0,0 1 0 0 0,1-1-1 0 0,-1 1 1 0 0,0-1 0 0 0,0 1-1 0 0,0-1 1 0 0,0 1-1 0 0,1 0 1 0 0,-1 0 0 0 0,0 0-1 0 0,-2 2 1 0 0,0 1-24 0 0,1-1 1 0 0,0 0-1 0 0,-1 1 0 0 0,2 0 0 0 0,-1-1 1 0 0,0 1-1 0 0,1 0 0 0 0,-3 5 1 0 0,-2 8 24 0 0,1 1-1 0 0,1-1 1 0 0,-5 22 0 0 0,10-36-222 0 0,-7 30-18 0 0,2 0 1 0 0,1 0 0 0 0,2 1 0 0 0,1 0 0 0 0,2-1-1 0 0,1 1 1 0 0,1 0 0 0 0,2-1 0 0 0,2 0-1 0 0,1 0 1 0 0,1-1 0 0 0,2 0 0 0 0,25 53 0 0 0,-5-22 25 0 0,-2-7-682 0 0,28 82 0 0 0,-50-118-486 0 0,-2 0 0 0 0,0 0 1 0 0,-1 1-1 0 0,-1-1 0 0 0,-1 1 0 0 0,-1-1 0 0 0,-1 1 0 0 0,-2 27 0 0 0,0-34-88 0 0</inkml:trace>
</inkml:ink>
</file>

<file path=ppt/ink/ink2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36.4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25 333 6913 0 0,'-2'-1'36'0'0,"1"-1"0"0"0,-1 1 0 0 0,0 0-1 0 0,0-1 1 0 0,1 1 0 0 0,-1-1-1 0 0,1 0 1 0 0,-1 1 0 0 0,1-1 0 0 0,0 0-1 0 0,0 0 1 0 0,0 0 0 0 0,0 0-1 0 0,0 0 1 0 0,0 0 0 0 0,0 0 0 0 0,1 0-1 0 0,-1 0 1 0 0,0-3 0 0 0,1 0 126 0 0,1 0 1 0 0,-1 1-1 0 0,1-1 1 0 0,0 0-1 0 0,0 0 1 0 0,1 1-1 0 0,-1-1 0 0 0,4-4 1 0 0,1-6 676 0 0,2 0 0 0 0,0 1 0 0 0,1 0 0 0 0,0 0 1 0 0,1 1-1 0 0,1 0 0 0 0,0 1 0 0 0,0 0 0 0 0,2 1 0 0 0,-1 0 0 0 0,22-14 0 0 0,-18 15-941 0 0,1 0 0 0 0,1 0 0 0 0,-1 2 0 0 0,2 0 0 0 0,-1 1 0 0 0,1 1 0 0 0,0 1 0 0 0,0 1 0 0 0,27-4 0 0 0,-4 6-689 0 0</inkml:trace>
</inkml:ink>
</file>

<file path=ppt/ink/ink2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36.9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70 315 5065 0 0,'-13'5'154'0'0,"9"-4"210"0"0,-1 1 1 0 0,1-1-1 0 0,0 1 1 0 0,-1 0-1 0 0,1 1 1 0 0,0-1-1 0 0,0 1 0 0 0,0 0 1 0 0,1 0-1 0 0,-1 0 1 0 0,1 0-1 0 0,-6 7 1 0 0,42-14 2823 0 0,106-33-1431 0 0,2 5 0 0 0,1 7 0 0 0,286-12-1 0 0,725-18-1284 0 0,-512-7-6 0 0,194-12-574 0 0,-414 48-1331 0 0,-349 21 448 0 0</inkml:trace>
</inkml:ink>
</file>

<file path=ppt/ink/ink2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37.6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0 10594 0 0,'-1'4'274'0'0,"-1"0"-1"0"0,1 1 1 0 0,0-1-1 0 0,0 0 1 0 0,0 0-1 0 0,1 0 0 0 0,-1 1 1 0 0,1-1-1 0 0,0 0 1 0 0,1 8-1 0 0,-1 2 208 0 0,2 62 951 0 0,4 1 0 0 0,17 92 0 0 0,-11-89-1040 0 0,35 160 667 0 0,-36-198-1182 0 0,2-1-1 0 0,3 0 1 0 0,31 61-1 0 0,-11-38-4484 0 0,-30-50-934 0 0</inkml:trace>
</inkml:ink>
</file>

<file path=ppt/ink/ink2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38.0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0 151 6913 0 0,'2'-7'7'0'0,"1"0"-1"0"0,0 0 0 0 0,0 0 0 0 0,1 1 0 0 0,0 0 0 0 0,0-1 0 0 0,0 1 0 0 0,1 1 0 0 0,0-1 0 0 0,0 1 0 0 0,10-9 0 0 0,-1 2 495 0 0,2 1-1 0 0,-1 0 0 0 0,25-11 0 0 0,-38 20-390 0 0,1 1 0 0 0,0-1-1 0 0,0 1 1 0 0,0 0 0 0 0,0 0 0 0 0,0 0-1 0 0,0 0 1 0 0,0 0 0 0 0,0 1 0 0 0,1-1-1 0 0,-1 1 1 0 0,0 0 0 0 0,0 0-1 0 0,0 0 1 0 0,1 1 0 0 0,-1-1 0 0 0,0 1-1 0 0,0 0 1 0 0,0-1 0 0 0,0 1 0 0 0,0 1-1 0 0,0-1 1 0 0,0 0 0 0 0,0 1-1 0 0,2 1 1 0 0,-1 1-43 0 0,0-1 0 0 0,0 1-1 0 0,-1 0 1 0 0,1 0 0 0 0,-1 1 0 0 0,0-1-1 0 0,-1 0 1 0 0,1 1 0 0 0,-1 0 0 0 0,0 0-1 0 0,0 0 1 0 0,0 0 0 0 0,-1 0 0 0 0,2 8-1 0 0,0 7 130 0 0,-1 0-1 0 0,0 0 1 0 0,-2 0 0 0 0,0 0-1 0 0,-2-1 1 0 0,0 1-1 0 0,-1 0 1 0 0,0 0-1 0 0,-2-1 1 0 0,-1 0-1 0 0,0 0 1 0 0,-11 22-1 0 0,11-31 91 0 0,1 0 0 0 0,-1-1-1 0 0,-1 0 1 0 0,0-1 0 0 0,0 0 0 0 0,-1 0-1 0 0,0 0 1 0 0,0-1 0 0 0,0 0 0 0 0,-1 0-1 0 0,-14 7 1 0 0,29-15-113 0 0,-1-1 1 0 0,1 2-1 0 0,-1-1 1 0 0,1 1-1 0 0,-1 0 1 0 0,1 0-1 0 0,7 1 1 0 0,48 7-108 0 0,-30-2-139 0 0,117 16-524 0 0,-48-14-3969 0 0,-73-8-1054 0 0</inkml:trace>
</inkml:ink>
</file>

<file path=ppt/ink/ink2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38.4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115 433 6449 0 0,'-2'2'181'0'0,"0"1"0"0"0,1 0 0 0 0,-1 0 0 0 0,1 0 0 0 0,0-1 0 0 0,-1 1 0 0 0,1 1 0 0 0,0-1 0 0 0,1 0 0 0 0,-1 0 0 0 0,1 0 0 0 0,-1 0 0 0 0,1 7 0 0 0,3 48 2338 0 0,-2-42-1712 0 0,0 4-58 0 0,1 5 715 0 0,6 38 1 0 0,-6-56-1868 0 0,-1-1 1 0 0,1 1-1 0 0,0-1 1 0 0,0 0-1 0 0,1 0 1 0 0,0 0-1 0 0,0 0 1 0 0,0-1-1 0 0,1 1 1 0 0,0-1 0 0 0,5 6-1 0 0</inkml:trace>
  <inkml:trace contextRef="#ctx0" brushRef="#br0" timeOffset="1">18 6 7834 0 0,'-7'-2'344'0'0,"3"0"72"0"0,1 1-328 0 0,1 1-88 0 0,0 0 0 0 0,2 1 64 0 0,0 1-64 0 0,0 0 96 0 0,2 3-32 0 0,2 1-64 0 0</inkml:trace>
</inkml:ink>
</file>

<file path=ppt/ink/ink2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39.9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252 493 456 0 0,'-26'-39'2525'0'0,"-60"-70"1"0"0,57 75-416 0 0,1-2 1 0 0,-31-50 0 0 0,42 51-191 0 0,16 32-1653 0 0,0 1 0 0 0,0-1 1 0 0,0 1-1 0 0,0-1 0 0 0,1 0 1 0 0,-1 1-1 0 0,1-1 0 0 0,0 0 0 0 0,0 1 1 0 0,-1-1-1 0 0,2-5 0 0 0,0 8-211 0 0,-1 0 0 0 0,1 0-1 0 0,-1 0 1 0 0,1 0 0 0 0,0 0-1 0 0,-1 0 1 0 0,1 0 0 0 0,0 0-1 0 0,-1 0 1 0 0,1 0 0 0 0,-1 0-1 0 0,1 1 1 0 0,-1-1 0 0 0,1 0-1 0 0,0 0 1 0 0,-1 1 0 0 0,1-1 0 0 0,-1 0-1 0 0,1 1 1 0 0,-1-1 0 0 0,1 0-1 0 0,-1 1 1 0 0,0-1 0 0 0,1 1-1 0 0,-1-1 1 0 0,1 1 0 0 0,-1-1-1 0 0,1 2 1 0 0,15 14 86 0 0,34 46-70 0 0,73 123 0 0 0,-84-121-48 0 0,2-2 1 0 0,64 73-1 0 0,10 8-84 0 0,-75-92 48 0 0,-40-51 12 0 0,0 1 0 0 0,0-1 1 0 0,0 0-1 0 0,0 1 0 0 0,1-1 0 0 0,-1 1 0 0 0,0-1 0 0 0,0 0 1 0 0,0 1-1 0 0,1-1 0 0 0,-1 0 0 0 0,0 1 0 0 0,1-1 0 0 0,-1 0 0 0 0,0 0 1 0 0,1 1-1 0 0,-1-1 0 0 0,0 0 0 0 0,1 0 0 0 0,-1 0 0 0 0,0 1 1 0 0,1-1-1 0 0,-1 0 0 0 0,1 0 0 0 0,-1 0 0 0 0,0 0 0 0 0,1 0 1 0 0,-1 0-1 0 0,1 0 0 0 0,-1 0 0 0 0,0 0 0 0 0,1 0 0 0 0,-1 0 1 0 0,1 0-1 0 0,-1 0 0 0 0,0 0 0 0 0,1 0 0 0 0,0-1 0 0 0,4-18 19 0 0,-6-39 58 0 0,0 49-51 0 0,-2-41 119 0 0,-6-111-692 0 0,16-245 1 0 0,-3 371-752 0 0,11-45 1 0 0,-7 49 95 0 0</inkml:trace>
</inkml:ink>
</file>

<file path=ppt/ink/ink2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40.3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50 0 2761 0 0,'-1'0'101'0'0,"0"0"0"0"0,0 0 0 0 0,0 0 0 0 0,-1 0 0 0 0,1 0 0 0 0,0 1 0 0 0,0-1 0 0 0,0 0 0 0 0,0 0 1 0 0,0 1-1 0 0,0-1 0 0 0,0 0 0 0 0,0 1 0 0 0,0-1 0 0 0,0 1 0 0 0,0 0 0 0 0,0-1 0 0 0,0 1 0 0 0,1 0 1 0 0,-1-1-1 0 0,0 1 0 0 0,0 0 0 0 0,1 0 0 0 0,-1 0 0 0 0,0-1 0 0 0,1 1 0 0 0,-1 0 0 0 0,1 0 0 0 0,-1 0 1 0 0,0 2-1 0 0,-14 30 1254 0 0,13-21-1188 0 0,0-1 1 0 0,0 1 0 0 0,2 0 0 0 0,-1-1-1 0 0,2 1 1 0 0,-1 0 0 0 0,2 0 0 0 0,-1-1 0 0 0,2 1-1 0 0,-1-1 1 0 0,6 13 0 0 0,-1-5-45 0 0,0 0 0 0 0,2 0 1 0 0,0-1-1 0 0,1 0 0 0 0,19 27 0 0 0,-21-36-39 0 0,0 0 0 0 0,0-1 0 0 0,1 0-1 0 0,0 0 1 0 0,0-1 0 0 0,1 0 0 0 0,17 10 0 0 0,-23-15-33 0 0,0 0 0 0 0,0 0 0 0 0,0 0 0 0 0,0 0 0 0 0,0-1-1 0 0,1 0 1 0 0,-1 0 0 0 0,0 0 0 0 0,1 0 0 0 0,-1-1 0 0 0,1 1 0 0 0,-1-1 0 0 0,0 0 0 0 0,1-1 0 0 0,-1 1 0 0 0,1-1 0 0 0,-1 0 0 0 0,0 0 0 0 0,0 0 0 0 0,1-1 0 0 0,-1 1 0 0 0,0-1 0 0 0,7-4 0 0 0,-8 3 54 0 0,0 0 1 0 0,0 0-1 0 0,0-1 1 0 0,-1 1-1 0 0,1-1 1 0 0,-1 0-1 0 0,0 0 1 0 0,0 0 0 0 0,0 0-1 0 0,0 0 1 0 0,-1 0-1 0 0,0 0 1 0 0,1 0-1 0 0,0-8 1 0 0,0-4 275 0 0,-1 0 0 0 0,0-27 0 0 0,-1 29-215 0 0,-1 1 0 0 0,-1 0 0 0 0,0 0 0 0 0,0-1-1 0 0,-2 1 1 0 0,0 1 0 0 0,-7-18 0 0 0,9 25-314 0 0,0 1 0 0 0,0 0-1 0 0,-1 0 1 0 0,1 0 0 0 0,-1 0-1 0 0,0 0 1 0 0,0 1 0 0 0,-1-1-1 0 0,1 1 1 0 0,-1 0 0 0 0,1 0-1 0 0,-1 0 1 0 0,0 0 0 0 0,0 1-1 0 0,0-1 1 0 0,-1 1 0 0 0,1 0-1 0 0,-1 1 1 0 0,1-1 0 0 0,-1 1-1 0 0,1 0 1 0 0,-1 0 0 0 0,-9-1-1 0 0,-5 2-4454 0 0</inkml:trace>
</inkml:ink>
</file>

<file path=ppt/ink/ink2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40.7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0 125 3225 0 0,'1'-6'-209'0'0,"-1"6"264"0"0,0 0 1 0 0,0-1-1 0 0,0 1 0 0 0,0 0 0 0 0,0 0 1 0 0,-1-1-1 0 0,1 1 0 0 0,0 0 0 0 0,0-1 1 0 0,0 1-1 0 0,0 0 0 0 0,0-1 0 0 0,0 1 1 0 0,0 0-1 0 0,0-1 0 0 0,1 1 1 0 0,-1 0-1 0 0,0 0 0 0 0,0-1 0 0 0,0 1 1 0 0,0 0-1 0 0,0-1 0 0 0,0 1 0 0 0,1 0 1 0 0,-1 0-1 0 0,0-1 0 0 0,0 1 0 0 0,0 0 1 0 0,1 0-1 0 0,-1 0 0 0 0,0-1 0 0 0,0 1 1 0 0,1 0-1 0 0,-1 0 0 0 0,0 0 0 0 0,0-1 1 0 0,1 1-1 0 0,-1 0 0 0 0,0 0 0 0 0,0 0 1 0 0,1 0-1 0 0,-1 0 0 0 0,0 0 0 0 0,1 0 1 0 0,-1 0-1 0 0,0 0 0 0 0,1 0 0 0 0,-1 0 1 0 0,0 0-1 0 0,1 0 0 0 0,-1 0 0 0 0,0 0 1 0 0,0 0-1 0 0,1 0 0 0 0,-1 0 0 0 0,0 0 1 0 0,1 1-1 0 0,-1-1 0 0 0,2 1 678 0 0,0 4-108 0 0,15 52 717 0 0,-9-29-241 0 0,17 41 1 0 0,-22-63-1003 0 0,0 1 0 0 0,0-1 0 0 0,1 0 1 0 0,0 0-1 0 0,0 0 0 0 0,0 0 0 0 0,1-1 0 0 0,0 0 1 0 0,0 0-1 0 0,0 0 0 0 0,9 6 0 0 0,-12-10-96 0 0,-1 0-1 0 0,1 0 0 0 0,0 0 0 0 0,0 0 0 0 0,0 0 0 0 0,0 0 1 0 0,-1-1-1 0 0,1 1 0 0 0,0-1 0 0 0,0 1 0 0 0,0-1 1 0 0,0 0-1 0 0,0 0 0 0 0,0 0 0 0 0,0 0 0 0 0,0 0 1 0 0,0 0-1 0 0,0-1 0 0 0,0 1 0 0 0,0-1 0 0 0,0 1 1 0 0,4-2-1 0 0,-3 0-28 0 0,0-1 0 0 0,0 1 0 0 0,0-1 0 0 0,0 1 0 0 0,0-1 0 0 0,-1 0 0 0 0,1 0 0 0 0,-1 0 1 0 0,0 0-1 0 0,0 0 0 0 0,3-5 0 0 0,3-9-158 0 0,-1-1 1 0 0,0 0 0 0 0,6-33-1 0 0,-12 48 171 0 0,5-31-231 0 0,3-35-1 0 0,2-10 465 0 0,-11 78-182 0 0,0 0 0 0 0,0 0 0 0 0,0 0 0 0 0,0 0 0 0 0,0 0 0 0 0,0 0 0 0 0,0 0 0 0 0,1 0 0 0 0,-1 1 0 0 0,0-1 0 0 0,1 0 0 0 0,-1 0 0 0 0,0 0 0 0 0,1 0 0 0 0,-1 1 0 0 0,1-1 0 0 0,0 0 0 0 0,-1 0 0 0 0,1 1 0 0 0,0-1 0 0 0,-1 0 0 0 0,1 1 0 0 0,0-1 0 0 0,0 1 0 0 0,-1-1 0 0 0,2 0 0 0 0,-1 1 11 0 0,1 1-1 0 0,-1-1 1 0 0,0 0-1 0 0,0 1 1 0 0,0-1 0 0 0,0 1-1 0 0,0-1 1 0 0,0 1-1 0 0,0-1 1 0 0,-1 1 0 0 0,1 0-1 0 0,0 0 1 0 0,0-1 0 0 0,0 1-1 0 0,-1 0 1 0 0,1 0-1 0 0,0 0 1 0 0,0 1 0 0 0,29 49 564 0 0,-29-49-685 0 0,6 14 92 0 0,10 21-330 0 0,1-1 1 0 0,1-1-1 0 0,2-1 1 0 0,1 0-1 0 0,28 30 1 0 0,-34-49-540 0 0</inkml:trace>
</inkml:ink>
</file>

<file path=ppt/ink/ink2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41.1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16 128 5065 0 0,'-5'-26'364'0'0,"2"15"14"0"0,0 1 0 0 0,1 0 0 0 0,1 0 0 0 0,0-1 0 0 0,0 1 0 0 0,2-22 0 0 0,-1 32-318 0 0,0 0 0 0 0,0-1 0 0 0,0 1 0 0 0,0 0 0 0 0,0 0 0 0 0,0-1 0 0 0,0 1 0 0 0,0 0 0 0 0,0-1 0 0 0,0 1 0 0 0,0 0 1 0 0,1-1-1 0 0,-1 1 0 0 0,0 0 0 0 0,0 0 0 0 0,0-1 0 0 0,0 1 0 0 0,1 0 0 0 0,-1 0 0 0 0,0-1 0 0 0,0 1 0 0 0,1 0 0 0 0,-1 0 0 0 0,0 0 0 0 0,0-1 0 0 0,1 1 0 0 0,-1 0 0 0 0,0 0 0 0 0,1 0 0 0 0,-1 0 0 0 0,0 0 0 0 0,0 0 0 0 0,1 0 0 0 0,-1-1 0 0 0,0 1 0 0 0,1 0 1 0 0,-1 0-1 0 0,0 0 0 0 0,1 0 0 0 0,12 10 1102 0 0,9 20 24 0 0,52 99 1315 0 0,0 0-2062 0 0,-51-93-1959 0 0,40 48 0 0 0,-47-67-1743 0 0,-1-3-830 0 0</inkml:trace>
  <inkml:trace contextRef="#ctx0" brushRef="#br0" timeOffset="1">158 200 4145 0 0,'-27'5'801'0'0,"24"-4"-358"0"0,1 0-1 0 0,0 0 1 0 0,-1 0-1 0 0,1 0 1 0 0,0 0-1 0 0,0 1 1 0 0,0-1-1 0 0,0 1 1 0 0,-2 2-1 0 0,12-6 2843 0 0,9-8-2387 0 0,34-26 146 0 0,-14 14-4945 0 0,-9 7-691 0 0</inkml:trace>
</inkml:ink>
</file>

<file path=ppt/ink/ink2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6:14.7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96 449 2304 0 0,'-34'2'1871'0'0,"25"0"-1264"0"0,1-2-1 0 0,-1 1 0 0 0,-16-2 0 0 0,24 1-600 0 0,1 0 1 0 0,-1 0-1 0 0,1 0 1 0 0,0 0-1 0 0,-1 0 0 0 0,1 0 1 0 0,-1 0-1 0 0,1 0 1 0 0,0 0-1 0 0,-1-1 0 0 0,1 1 1 0 0,-1 0-1 0 0,1 0 1 0 0,0 0-1 0 0,-1 0 0 0 0,1-1 1 0 0,0 1-1 0 0,-1 0 0 0 0,1 0 1 0 0,0-1-1 0 0,0 1 1 0 0,-1 0-1 0 0,1-1 0 0 0,0 1 1 0 0,0 0-1 0 0,-1-1 1 0 0,1 1-1 0 0,0 0 0 0 0,0-1 1 0 0,0 1-1 0 0,-1-1 1 0 0,9-9 845 0 0,18-5 160 0 0,180-12 706 0 0,-59 9-1504 0 0,404-81-262 0 0,-280 48-215 0 0,2 3 78 0 0,250-49 274 0 0,-411 72 907 0 0,195-17 1 0 0,-188 28-4730 0 0</inkml:trace>
</inkml:ink>
</file>

<file path=ppt/ink/ink2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6:21.55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83 135 6913 0 0,'-10'-10'27'0'0,"0"-1"-1"0"0,0 0 0 0 0,2 0 1 0 0,-1-1-1 0 0,1 0 1 0 0,1 0-1 0 0,-12-26 0 0 0,19 37 88 0 0,0 0 0 0 0,-1 1 0 0 0,1-1 0 0 0,0 0 0 0 0,0 0 0 0 0,0 0 0 0 0,0 1 0 0 0,0-1 0 0 0,0 0-1 0 0,0 0 1 0 0,0 0 0 0 0,0 1 0 0 0,0-1 0 0 0,0 0 0 0 0,0 0 0 0 0,1 1 0 0 0,-1-1 0 0 0,1-1 0 0 0,-1 2-41 0 0,0 0 0 0 0,1 0 0 0 0,-1-1 0 0 0,0 1 0 0 0,0 0 0 0 0,1 0 0 0 0,-1 0 0 0 0,0 0 0 0 0,1 0 0 0 0,-1-1 0 0 0,0 1 0 0 0,1 0 0 0 0,-1 0 0 0 0,0 0 0 0 0,1 0 0 0 0,-1 0 0 0 0,1 0 0 0 0,-1 0 0 0 0,0 0 0 0 0,1 0 0 0 0,-1 0 0 0 0,0 0 0 0 0,1 1 0 0 0,-1-1 0 0 0,0 0 0 0 0,1 0 0 0 0,-1 0 0 0 0,0 0 0 0 0,0 0 0 0 0,1 1 0 0 0,-1-1 0 0 0,0 0 0 0 0,1 0 0 0 0,1 3 1235 0 0,2 1-1008 0 0,158 165 86 0 0,276 373 0 0 0,-404-491-343 0 0,-3 2 0 0 0,-2 2-1 0 0,-2 0 1 0 0,-3 2 0 0 0,21 71 0 0 0,-15-14-42 0 0,29 208 1 0 0,-33-140-257 0 0,22 199-862 0 0,-43-306 1000 0 0,-3 1 0 0 0,-4-1 0 0 0,-13 84 0 0 0,-10-16-353 0 0,-7-1 1 0 0,-6-1-1 0 0,-85 208 1 0 0,60-215 2639 0 0,-135 212 1 0 0,182-322-2376 0 0,-1 0-1 0 0,0-2 1 0 0,-2 0-1 0 0,-35 32 1 0 0,32-34-399 0 0</inkml:trace>
</inkml:ink>
</file>

<file path=ppt/ink/ink2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6:18.8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156 142 5641 0 0,'-156'38'822'0'0,"187"-42"77"0"0,33-1 0 0 0,19-2 323 0 0,229-40-1521 0 0,140-15 1197 0 0,355 18 6208 0 0,-787 43-7208 0 0,38-6 1 0 0,-45 4-112 0 0</inkml:trace>
</inkml:ink>
</file>

<file path=ppt/ink/ink2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6:20.4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192 78 6913 0 0,'15'-26'-390'0'0,"-13"25"365"0"0,-1-1 1 0 0,1 1 0 0 0,-1-1-1 0 0,1 0 1 0 0,-1 0 0 0 0,0 0 0 0 0,0 0-1 0 0,0 0 1 0 0,0 0 0 0 0,0 0 0 0 0,0 0-1 0 0,-1 0 1 0 0,1-1 0 0 0,-1 1-1 0 0,1 0 1 0 0,-1 0 0 0 0,0-1 0 0 0,0-3-1 0 0,0 6 42 0 0,0-1 0 0 0,0 1-1 0 0,0-1 1 0 0,0 1 0 0 0,0-1-1 0 0,0 1 1 0 0,-1 0 0 0 0,1-1-1 0 0,0 1 1 0 0,0-1 0 0 0,0 1-1 0 0,-1 0 1 0 0,1-1 0 0 0,0 1 0 0 0,0 0-1 0 0,-1-1 1 0 0,1 1 0 0 0,0 0-1 0 0,-1-1 1 0 0,1 1 0 0 0,0 0-1 0 0,-1 0 1 0 0,1-1 0 0 0,-1 1-1 0 0,1 0 1 0 0,0 0 0 0 0,-1 0-1 0 0,1-1 1 0 0,-1 1 0 0 0,1 0-1 0 0,-1 0 1 0 0,1 0 0 0 0,-1 0-1 0 0,1 0 1 0 0,0 0 0 0 0,-1 0 0 0 0,1 0-1 0 0,-1 0 1 0 0,1 0 0 0 0,-1 0-1 0 0,1 0 1 0 0,-1 1 0 0 0,1-1-1 0 0,0 0 1 0 0,-1 0 0 0 0,1 0-1 0 0,-1 1 1 0 0,1-1 0 0 0,0 0-1 0 0,-1 0 1 0 0,1 1 0 0 0,0-1-1 0 0,-1 0 1 0 0,1 1 0 0 0,0-1-1 0 0,-1 0 1 0 0,1 1 0 0 0,0-1 0 0 0,0 0-1 0 0,0 1 1 0 0,-1-1 0 0 0,1 1-1 0 0,0-1 1 0 0,0 1 0 0 0,-20 33 828 0 0,17-28-560 0 0,-4 9 131 0 0,0 1 0 0 0,2-1 0 0 0,0 1 0 0 0,0 0 0 0 0,2 0 0 0 0,0 1 0 0 0,-1 23-1 0 0,-10 45-604 0 0,-53 275-751 0 0,50-251 934 0 0,-1-1-16 0 0,5 2 0 0 0,1 171 0 0 0,71 296-344 0 0,-32-432 117 0 0,89 270-1 0 0,-73-300-297 0 0,4-3 0 0 0,71 120 0 0 0,-70-152 597 0 0,4-1 1 0 0,3-3-1 0 0,87 94 1 0 0,-60-89 796 0 0,3-3-1 0 0,4-4 1 0 0,2-4 0 0 0,4-4 0 0 0,156 83 0 0 0,-212-129-621 0 0,143 81-454 0 0,-135-72-4451 0 0</inkml:trace>
</inkml:ink>
</file>

<file path=ppt/ink/ink2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8:27.78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14 343 1376 0 0,'-5'-44'446'0'0,"4"-24"4564"0"0,1 42-1841 0 0,-1 0 0 0 0,-6-39 0 0 0,90 430-1035 0 0,34 0-3021 0 0,-102-329 990 0 0,1 0 0 0 0,22 34 0 0 0,-31-59-32 0 0,0 1 1 0 0,2-1-1 0 0,-1 0 0 0 0,1-1 0 0 0,1 0 0 0 0,0 0 0 0 0,0-1 0 0 0,1 0 0 0 0,14 8 1 0 0,-23-15 0 0 0,1-1 0 0 0,-1 1 0 0 0,1-1 0 0 0,0 1 0 0 0,-1-1 0 0 0,1 0 0 0 0,0 0 0 0 0,0 0 0 0 0,0-1 0 0 0,0 1 0 0 0,0-1 0 0 0,0 0 0 0 0,0 1 0 0 0,0-1 0 0 0,0-1 0 0 0,0 1 0 0 0,0 0 0 0 0,0-1 0 0 0,0 1 0 0 0,0-1 0 0 0,0 0 0 0 0,0 0 0 0 0,0 0 0 0 0,-1-1 0 0 0,1 1 0 0 0,0 0 0 0 0,-1-1 0 0 0,1 0 0 0 0,-1 0 0 0 0,0 0 0 0 0,1 0 0 0 0,-1 0 0 0 0,0 0 0 0 0,0 0 0 0 0,0-1 0 0 0,-1 1 0 0 0,3-4 0 0 0,4-8 63 0 0,-1 1 1 0 0,-1-1-1 0 0,0-1 1 0 0,-1 1-1 0 0,0-1 1 0 0,2-16-1 0 0,13-84 21 0 0,-5-2 0 0 0,1-138 0 0 0,17-137-3919 0 0,-18 333 1348 0 0,-8 41-3644 0 0</inkml:trace>
</inkml:ink>
</file>

<file path=ppt/ink/ink2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8:28.2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49 150 8754 0 0,'-6'-9'113'0'0,"4"5"328"0"0,0 1 0 0 0,0-1-1 0 0,-1 1 1 0 0,1-1-1 0 0,-1 1 1 0 0,-5-5 0 0 0,7 8-401 0 0,1 0 0 0 0,0 0 0 0 0,0 0 0 0 0,-1-1 0 0 0,1 1 0 0 0,0 0 0 0 0,0 0 0 0 0,-1 0 0 0 0,1 0-1 0 0,0 0 1 0 0,-1 0 0 0 0,1 0 0 0 0,0 0 0 0 0,0 0 0 0 0,-1 0 0 0 0,1 0 0 0 0,0 0 0 0 0,-1 0 0 0 0,1 0 0 0 0,0 0 0 0 0,0 0 0 0 0,-1 0 0 0 0,1 0 0 0 0,0 1 0 0 0,-1-1 0 0 0,1 0 0 0 0,0 0 0 0 0,0 0 0 0 0,-1 0 0 0 0,1 1 0 0 0,0-1 0 0 0,0 0 0 0 0,0 0 0 0 0,-1 0 0 0 0,1 1 0 0 0,-7 22 79 0 0,5 0-83 0 0,0-1 1 0 0,2 1-1 0 0,1 0 1 0 0,4 32-1 0 0,-2-40-65 0 0,0 0 1 0 0,0 1-1 0 0,2-1 0 0 0,0-1 0 0 0,0 1 0 0 0,2-1 0 0 0,9 18 1 0 0,-12-27 146 0 0,-1 0 0 0 0,1 0 0 0 0,0-1 0 0 0,0 0 1 0 0,1 0-1 0 0,-1 0 0 0 0,1 0 0 0 0,0 0 0 0 0,0-1 1 0 0,0 0-1 0 0,1 0 0 0 0,-1-1 0 0 0,1 1 0 0 0,-1-1 1 0 0,1 0-1 0 0,9 1 0 0 0,-11-2-74 0 0,0 0 0 0 0,0-1 0 0 0,0 0 0 0 0,0 0 0 0 0,0 0 0 0 0,-1-1 0 0 0,1 1 0 0 0,0-1 0 0 0,0 0 0 0 0,0 0 0 0 0,0 0 0 0 0,-1 0 0 0 0,1-1 0 0 0,-1 1 0 0 0,1-1 0 0 0,-1 0 0 0 0,1 0 0 0 0,-1 0 0 0 0,0-1 0 0 0,0 1 0 0 0,0-1 0 0 0,0 0 1 0 0,-1 0-1 0 0,1 0 0 0 0,-1 0 0 0 0,3-4 0 0 0,3-7-76 0 0,-1 0 1 0 0,-1-1-1 0 0,0 0 1 0 0,-1 0 0 0 0,-1 0-1 0 0,0 0 1 0 0,-1-1-1 0 0,-1 0 1 0 0,0 1 0 0 0,-1-31-1 0 0,-1 28-249 0 0,-2-1 0 0 0,0 0 0 0 0,-1 1 0 0 0,0-1 0 0 0,-2 1 0 0 0,0 0 0 0 0,-1 1 1 0 0,-16-33-1 0 0,20 46 136 0 0,0 0 1 0 0,-1 0-1 0 0,0 0 1 0 0,1 0-1 0 0,-1 0 1 0 0,-1 1 0 0 0,-6-7-1 0 0,-8 3-3455 0 0,6 6-293 0 0</inkml:trace>
</inkml:ink>
</file>

<file path=ppt/ink/ink2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8:28.63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5065 0 0,'5'77'9534'0'0,"0"-47"-9371"0"0,1 0 0 0 0,2-1 0 0 0,1 0 0 0 0,14 34 0 0 0,-16-48-467 0 0,-1 0 11 0 0,0-1 0 0 0,1 0 0 0 0,0-1 0 0 0,2 1 0 0 0,15 20 0 0 0,-23-34 269 0 0,-1 0 0 0 0,1 1 0 0 0,-1-1 0 0 0,0 1 0 0 0,1-1-1 0 0,-1 1 1 0 0,1-1 0 0 0,-1 0 0 0 0,1 1 0 0 0,0-1 0 0 0,-1 0 0 0 0,1 0 0 0 0,-1 1 0 0 0,1-1-1 0 0,-1 0 1 0 0,1 0 0 0 0,0 0 0 0 0,-1 0 0 0 0,1 0 0 0 0,-1 0 0 0 0,1 0 0 0 0,0 0-1 0 0,-1 0 1 0 0,1 0 0 0 0,0 0 0 0 0,-1 0 0 0 0,1 0 0 0 0,-1 0 0 0 0,1-1 0 0 0,0 1 0 0 0,14-17 128 0 0,0-27 462 0 0,0-36-1000 0 0,-12 57-206 0 0,1-1 0 0 0,1 1 0 0 0,1 0 0 0 0,1 0 1 0 0,15-33-1 0 0,-21 54 643 0 0,-1 1 0 0 0,1-1 1 0 0,0 1-1 0 0,0-1 0 0 0,0 1 0 0 0,0-1 0 0 0,0 1 1 0 0,0 0-1 0 0,0-1 0 0 0,0 1 0 0 0,0 0 1 0 0,1 0-1 0 0,-1 0 0 0 0,1 0 0 0 0,-1 0 0 0 0,1 0 1 0 0,-1 0-1 0 0,1 0 0 0 0,-1 1 0 0 0,1-1 0 0 0,0 1 1 0 0,1-1-1 0 0,-1 1 106 0 0,0 0-1 0 0,-1 1 1 0 0,1-1 0 0 0,0 1-1 0 0,-1-1 1 0 0,1 1 0 0 0,0 0 0 0 0,-1-1-1 0 0,1 1 1 0 0,-1 0 0 0 0,1 0-1 0 0,-1 0 1 0 0,0 0 0 0 0,1 1 0 0 0,-1-1-1 0 0,0 0 1 0 0,2 3 0 0 0,5 8 808 0 0,0 0 0 0 0,-1 1-1 0 0,0 0 1 0 0,5 15 0 0 0,-8-19-616 0 0,76 150 2524 0 0,-49-108-4579 0 0,2-2-3483 0 0,-20-32 166 0 0</inkml:trace>
</inkml:ink>
</file>

<file path=ppt/ink/ink2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8:28.9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1 2304 0 0,'-11'38'12125'0'0,"11"-33"-10801"0"0,3 11 561 0 0,42 205 676 0 0,-1-10-3133 0 0,44 171 224 0 0,-38-222-4948 0 0,-48-154 3289 0 0</inkml:trace>
</inkml:ink>
</file>

<file path=ppt/ink/ink2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8:29.3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5 275 6913 0 0,'-1'-2'222'0'0,"1"0"-1"0"0,-1-1 1 0 0,0 1-1 0 0,1-1 0 0 0,-1 1 1 0 0,1-1-1 0 0,0 1 1 0 0,0-1-1 0 0,0 1 0 0 0,0-1 1 0 0,0 1-1 0 0,0-1 1 0 0,1 1-1 0 0,-1-1 0 0 0,1 1 1 0 0,0-1-1 0 0,0 1 1 0 0,0 0-1 0 0,0-1 0 0 0,0 1 1 0 0,2-3-1 0 0,2-6 348 0 0,1 1-1 0 0,1-1 0 0 0,8-10 1 0 0,-4 9-657 0 0,-1 1 0 0 0,1 1 1 0 0,1 0-1 0 0,0 0 1 0 0,0 2-1 0 0,18-11 0 0 0,86-37-6286 0 0,-79 40 4572 0 0,-9 2 1631 0 0</inkml:trace>
</inkml:ink>
</file>

<file path=ppt/ink/ink2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8:29.79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4 151 16131 0 0,'0'0'37'0'0,"-1"0"0"0"0,1 0 0 0 0,0 0-1 0 0,0 0 1 0 0,0 1 0 0 0,-1-1-1 0 0,1 0 1 0 0,0 0 0 0 0,0 0 0 0 0,0 0-1 0 0,0 1 1 0 0,-1-1 0 0 0,1 0-1 0 0,0 0 1 0 0,0 1 0 0 0,0-1 0 0 0,0 0-1 0 0,0 0 1 0 0,0 0 0 0 0,0 1-1 0 0,-1-1 1 0 0,1 0 0 0 0,0 0 0 0 0,0 1-1 0 0,0-1 1 0 0,0 0 0 0 0,0 0-1 0 0,0 1 1 0 0,0-1 0 0 0,0 0 0 0 0,0 0-1 0 0,0 1 1 0 0,1-1 0 0 0,-1 0-1 0 0,0 0 1 0 0,0 1 0 0 0,0-1 0 0 0,0 0-1 0 0,0 0 1 0 0,0 1 0 0 0,0-1 0 0 0,1 0-1 0 0,-1 0 1 0 0,0 0 0 0 0,0 0-1 0 0,0 1 1 0 0,1-1 0 0 0,-1 0 0 0 0,0 0-1 0 0,0 0 1 0 0,0 0 0 0 0,1 0-1 0 0,-1 1 1 0 0,21-3 510 0 0,23-12-1007 0 0,-17 1-671 0 0,-1 0-1 0 0,42-31 0 0 0,-43 27 360 0 0,0 2 0 0 0,50-24-1 0 0,-66 35 759 0 0</inkml:trace>
  <inkml:trace contextRef="#ctx0" brushRef="#br0" timeOffset="1">214 284 15667 0 0,'15'-4'494'0'0,"-2"-1"-1"0"0,1 0 1 0 0,25-14-1 0 0,154-80-2133 0 0,-167 87 1650 0 0</inkml:trace>
</inkml:ink>
</file>

<file path=ppt/ink/ink2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8:30.1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120 1 11979 0 0,'-3'12'4409'0'0,"4"27"-4442"0"0,0-18 178 0 0,-34 357-1752 0 0,13-198 1370 0 0,7-49 263 0 0,-39 536 2682 0 0,52-637-3385 0 0,4-12-4035 0 0</inkml:trace>
</inkml:ink>
</file>

<file path=ppt/ink/ink2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8:30.4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67 70 8754 0 0,'-3'-3'393'0'0,"0"1"0"0"0,-1-1 0 0 0,1 0 0 0 0,1 1 1 0 0,-1-1-1 0 0,0-1 0 0 0,1 1 0 0 0,0 0 0 0 0,-3-5 0 0 0,4 5-199 0 0,-1 0 1 0 0,0 1-1 0 0,1-1 0 0 0,-1 0 0 0 0,0 1 0 0 0,0-1 0 0 0,-1 1 0 0 0,1 0 0 0 0,0 0 0 0 0,-1 0 0 0 0,0 0 0 0 0,1 0 0 0 0,-7-3 0 0 0,9 8-115 0 0,0 0-1 0 0,-1 0 1 0 0,1 0 0 0 0,0 0-1 0 0,0 0 1 0 0,1 0 0 0 0,-1 0-1 0 0,1 0 1 0 0,1 5 0 0 0,18 65 833 0 0,2-1 0 0 0,4-2 0 0 0,66 127 0 0 0,136 182 1840 0 0,-228-379-2752 0 0,14 22-149 0 0,41 68 195 0 0,-49-78-865 0 0,0 0-1 0 0,-1 0 1 0 0,-1 1-1 0 0,0 0 1 0 0,4 21-1 0 0,-7-26-714 0 0</inkml:trace>
</inkml:ink>
</file>

<file path=ppt/ink/ink2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8:30.84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4 233 19812 0 0,'-1'1'49'0'0,"1"-1"0"0"0,0 0 0 0 0,0 0 0 0 0,-1 0 0 0 0,1 1 0 0 0,0-1 1 0 0,0 0-1 0 0,0 0 0 0 0,0 1 0 0 0,0-1 0 0 0,-1 0 0 0 0,1 0 0 0 0,0 1 0 0 0,0-1 0 0 0,0 0 0 0 0,0 0 0 0 0,0 1 0 0 0,0-1 0 0 0,0 0 0 0 0,0 1 0 0 0,0-1 0 0 0,0 0 0 0 0,0 0 0 0 0,0 1 0 0 0,0-1 0 0 0,0 0 0 0 0,0 1 0 0 0,0-1 0 0 0,0 0 0 0 0,0 0 0 0 0,1 1 0 0 0,-1-1 1 0 0,0 0-1 0 0,0 0 0 0 0,0 1 0 0 0,0-1 0 0 0,0 0 0 0 0,1 1 0 0 0,13-2 464 0 0,25-13-789 0 0,-33 12 447 0 0,88-41-1174 0 0,165-102 1 0 0,-238 133 529 0 0,23-14 174 0 0</inkml:trace>
</inkml:ink>
</file>

<file path=ppt/ink/ink2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8:32.06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1334 243 8754 0 0,'52'-79'1846'0'0,"31"-57"185"0"0,-76 112-1501 0 0,-11 20-81 0 0,-8 12-16 0 0,-32 38 444 0 0,-72 97 1 0 0,52-61-803 0 0,-269 373 537 0 0,54-72-476 0 0,130-184-9 0 0,-46 55-74 0 0,147-199-113 0 0,-2-1 0 0 0,-76 62 0 0 0,87-88-779 0 0,23-18 4 0 0</inkml:trace>
</inkml:ink>
</file>

<file path=ppt/ink/ink2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8:32.4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0 113 4609 0 0,'5'-13'460'0'0,"1"1"1"0"0,0 0-1 0 0,1 0 1 0 0,0 1-1 0 0,0-1 1 0 0,1 2-1 0 0,13-15 0 0 0,-20 25-411 0 0,-1 0-1 0 0,0-1 1 0 0,0 1-1 0 0,1-1 1 0 0,-1 1-1 0 0,0 0 1 0 0,1-1-1 0 0,-1 1 1 0 0,0 0-1 0 0,1 0 1 0 0,-1-1-1 0 0,0 1 1 0 0,1 0-1 0 0,-1 0 0 0 0,1-1 1 0 0,-1 1-1 0 0,0 0 1 0 0,1 0-1 0 0,-1 0 1 0 0,1 0-1 0 0,-1 0 1 0 0,1 0-1 0 0,-1 0 1 0 0,1 0-1 0 0,-1 0 1 0 0,0 0-1 0 0,1 0 1 0 0,-1 0-1 0 0,1 0 0 0 0,-1 0 1 0 0,1 0-1 0 0,-1 0 1 0 0,1 1-1 0 0,5 14 1100 0 0,-7 30-30 0 0,1-40-1041 0 0,-4 51 456 0 0,-3 110 638 0 0,8-148-811 0 0,0 1 0 0 0,1-1 0 0 0,1 1 0 0 0,1-1-1 0 0,1 0 1 0 0,11 30 0 0 0,-13-40-89 0 0,1 0 0 0 0,1-1 1 0 0,-1 1-1 0 0,1-1 0 0 0,1 0 0 0 0,-1 0 0 0 0,1 0 0 0 0,0-1 0 0 0,1 0 0 0 0,-1 0 0 0 0,1 0 0 0 0,0-1 1 0 0,15 8-1 0 0,-17-11-265 0 0,-1 0 0 0 0,1 0-1 0 0,0-1 1 0 0,0 1 0 0 0,0-1 0 0 0,0 0 0 0 0,0-1 0 0 0,0 1 0 0 0,0-1 0 0 0,9-1 0 0 0,-8 0-452 0 0,-1 0 0 0 0,0 0 0 0 0,1-1 1 0 0,-1 0-1 0 0,0 0 0 0 0,0 0 0 0 0,0 0 0 0 0,0-1 0 0 0,-1 0 0 0 0,1 0 0 0 0,5-5 1 0 0,11-11-6002 0 0</inkml:trace>
</inkml:ink>
</file>

<file path=ppt/ink/ink2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8:33.3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0 263 13827 0 0,'3'-8'1858'0'0,"4"4"-3792"0"0,0 21 2264 0 0,-1-1 1 0 0,0 1-1 0 0,-1 1 0 0 0,-1-1 1 0 0,-1 1-1 0 0,2 17 0 0 0,8 40 439 0 0,-1-25-394 0 0,2-2 0 0 0,31 73 1 0 0,-34-97-325 0 0,1-1 1 0 0,1 0-1 0 0,1-1 1 0 0,1-1-1 0 0,1 0 1 0 0,33 34 0 0 0,-47-54 29 0 0,-1 1 0 0 0,1-1 1 0 0,-1 1-1 0 0,1-1 0 0 0,0 0 0 0 0,-1 1 1 0 0,1-1-1 0 0,0 0 0 0 0,0 0 1 0 0,0 0-1 0 0,0 0 0 0 0,0-1 1 0 0,0 1-1 0 0,0-1 0 0 0,0 1 1 0 0,0-1-1 0 0,0 1 0 0 0,0-1 0 0 0,0 0 1 0 0,0 0-1 0 0,4-1 0 0 0,-4 1 13 0 0,0-1 0 0 0,1-1 0 0 0,-1 1 0 0 0,0 0 0 0 0,0 0 0 0 0,0-1 0 0 0,0 1 0 0 0,0-1 0 0 0,0 0 0 0 0,-1 1-1 0 0,1-1 1 0 0,0 0 0 0 0,-1 0 0 0 0,0 0 0 0 0,3-4 0 0 0,3-9 156 0 0,0-1 0 0 0,-1 1-1 0 0,-1-1 1 0 0,4-22 0 0 0,-7 30-312 0 0,15-81-131 0 0,-3-1 0 0 0,1-99 0 0 0,-9 90-3096 0 0,26-141 1 0 0,-26 216 2283 0 0,1 2-52 0 0</inkml:trace>
</inkml:ink>
</file>

<file path=ppt/ink/ink2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8:33.70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29 13827 0 0,'0'0'79'0'0,"-1"-1"0"0"0,1 0-1 0 0,0 0 1 0 0,0 0 0 0 0,0 0 0 0 0,-1 0 0 0 0,1 0 0 0 0,0 0-1 0 0,0 0 1 0 0,1 0 0 0 0,-1 0 0 0 0,0 0 0 0 0,0 0 0 0 0,0 1-1 0 0,1-1 1 0 0,-1 0 0 0 0,0 0 0 0 0,1 0 0 0 0,-1 0 0 0 0,1 0-1 0 0,-1 1 1 0 0,1-1 0 0 0,-1 0 0 0 0,1 0 0 0 0,-1 1-1 0 0,1-1 1 0 0,0 0 0 0 0,0 1 0 0 0,-1-1 0 0 0,1 1 0 0 0,0-1-1 0 0,0 1 1 0 0,0-1 0 0 0,-1 1 0 0 0,1-1 0 0 0,0 1 0 0 0,0 0-1 0 0,1-1 1 0 0,0 1-17 0 0,-1 0 1 0 0,0 0-1 0 0,0 0 0 0 0,0 0 0 0 0,0 0 0 0 0,0 0 1 0 0,1 1-1 0 0,-1-1 0 0 0,0 0 0 0 0,0 1 0 0 0,0-1 0 0 0,0 1 1 0 0,0-1-1 0 0,0 1 0 0 0,0-1 0 0 0,0 1 0 0 0,0 0 1 0 0,0-1-1 0 0,0 1 0 0 0,0 0 0 0 0,0 0 0 0 0,-1 0 1 0 0,1 0-1 0 0,0-1 0 0 0,-1 1 0 0 0,1 0 0 0 0,0 0 0 0 0,-1 1 1 0 0,1-1-1 0 0,-1 0 0 0 0,0 0 0 0 0,1 2 0 0 0,3 17 100 0 0,-2-1 0 0 0,0 1 0 0 0,-1 0 0 0 0,-1 0 0 0 0,-5 34 0 0 0,1 20-759 0 0,2-28-1818 0 0,1-27-3760 0 0</inkml:trace>
</inkml:ink>
</file>

<file path=ppt/ink/ink2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8:34.0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 0 4609 0 0,'-14'18'13083'0'0,"17"-11"-12539"0"0,1 1-544 0 0,0 3-128 0 0,2 3-24 0 0,-1 0-1825 0 0,4 1-359 0 0,3 1-81 0 0,0 0-15 0 0</inkml:trace>
</inkml:ink>
</file>

<file path=ppt/ink/ink2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8:34.4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1 105 8610 0 0,'0'-15'815'0'0,"9"18"328"0"0,11 20 730 0 0,-13-7-1508 0 0,-1 1 0 0 0,-1-1-1 0 0,7 34 1 0 0,-10-34-122 0 0,2 0 0 0 0,0 0 0 0 0,1-1 0 0 0,12 26 0 0 0,-17-41-231 0 0,0 1 0 0 0,0-1 0 0 0,1 1 0 0 0,-1-1-1 0 0,0 1 1 0 0,1 0 0 0 0,-1-1 0 0 0,1 1 0 0 0,-1-1 0 0 0,1 0-1 0 0,-1 1 1 0 0,1-1 0 0 0,-1 1 0 0 0,1-1 0 0 0,-1 0 0 0 0,1 1-1 0 0,-1-1 1 0 0,1 0 0 0 0,0 1 0 0 0,-1-1 0 0 0,1 0 0 0 0,-1 0-1 0 0,1 0 1 0 0,0 0 0 0 0,-1 0 0 0 0,1 0 0 0 0,0 0 0 0 0,-1 0-1 0 0,1 0 1 0 0,0 0 0 0 0,-1 0 0 0 0,1 0 0 0 0,0 0 0 0 0,2-1 9 0 0,-1 0 1 0 0,0-1-1 0 0,0 1 1 0 0,0 0 0 0 0,0-1-1 0 0,0 1 1 0 0,0-1 0 0 0,0 0-1 0 0,2-2 1 0 0,29-43 150 0 0,-16 14-519 0 0,15-42 0 0 0,-20 45 32 0 0,0 0 1 0 0,19-29-1 0 0,-29 56 366 0 0,-1 0-1 0 0,1 1 0 0 0,-1 0 0 0 0,1-1 1 0 0,0 1-1 0 0,0 0 0 0 0,0 0 1 0 0,0 0-1 0 0,0 0 0 0 0,1 0 0 0 0,-1 0 1 0 0,0 1-1 0 0,1-1 0 0 0,0 1 0 0 0,-1 0 1 0 0,1-1-1 0 0,0 1 0 0 0,-1 1 1 0 0,4-2-1 0 0,-4 2 79 0 0,1 0 1 0 0,-1 1-1 0 0,1-1 1 0 0,-1 1-1 0 0,0-1 1 0 0,1 1 0 0 0,-1 0-1 0 0,0 0 1 0 0,0 0-1 0 0,0 0 1 0 0,0 0-1 0 0,0 0 1 0 0,0 1-1 0 0,0-1 1 0 0,0 1-1 0 0,0-1 1 0 0,0 1-1 0 0,-1 0 1 0 0,1-1-1 0 0,-1 1 1 0 0,1 0 0 0 0,-1 0-1 0 0,1 3 1 0 0,10 15 526 0 0,-1 0 1 0 0,-1 1-1 0 0,8 24 1 0 0,-8-18-1461 0 0,19 35 0 0 0,-11-32-6154 0 0</inkml:trace>
</inkml:ink>
</file>

<file path=ppt/ink/ink2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8:35.4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0 5985 0 0,'-4'6'536'0'0,"3"-2"-432"0"0</inkml:trace>
</inkml:ink>
</file>

<file path=ppt/ink/ink2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1.4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48 132 3225 0 0,'-6'-42'619'0'0,"6"36"-75"0"0,0 0 1 0 0,0 0-1 0 0,-1-1 1 0 0,0 1-1 0 0,0 0 1 0 0,-1 0-1 0 0,1 0 1 0 0,-1 0-1 0 0,-1 0 1 0 0,1 1-1 0 0,-1-1 1 0 0,-7-10 1403 0 0,9 16-1808 0 0,1 0 1 0 0,0-1-1 0 0,-1 1 0 0 0,1 0 1 0 0,0 0-1 0 0,-1 0 1 0 0,1 0-1 0 0,-1-1 0 0 0,1 1 1 0 0,0 0-1 0 0,-1 0 0 0 0,1 0 1 0 0,-1 0-1 0 0,1 0 1 0 0,0 0-1 0 0,-1 0 0 0 0,1 0 1 0 0,-1 0-1 0 0,1 0 0 0 0,0 0 1 0 0,-1 1-1 0 0,1-1 0 0 0,-6 13 1311 0 0,5 28-1955 0 0,2-33 935 0 0,39 715 1985 0 0,-14-387-2173 0 0,22 416-110 0 0,-23-439 459 0 0,5 246 887 0 0,-30-489-1286 0 0,-1-15-73 0 0,-7 61 1 0 0,4-107-538 0 0,-1-17-409 0 0,-2-18-577 0 0,6-25-1478 0 0,1 16-3275 0 0</inkml:trace>
</inkml:ink>
</file>

<file path=ppt/ink/ink2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2.2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163 148 3225 0 0,'-4'-10'247'0'0,"0"0"1"0"0,0 1-1 0 0,-1 0 1 0 0,0 0 0 0 0,0 0-1 0 0,-1 0 1 0 0,0 1-1 0 0,-1 0 1 0 0,0 0 0 0 0,0 1-1 0 0,0-1 1 0 0,-1 2-1 0 0,-1-1 1 0 0,1 1-1 0 0,-1 0 1 0 0,-16-8 0 0 0,24 14-76 0 0,-1-1-1 0 0,1 1 1 0 0,0-1 0 0 0,-1 1 0 0 0,1-1 0 0 0,0 1 0 0 0,-1-1 0 0 0,1 1 0 0 0,-1 0 0 0 0,1 0 0 0 0,0 0 0 0 0,-1 0-1 0 0,1 0 1 0 0,-1 0 0 0 0,1 0 0 0 0,-1 0 0 0 0,1 1 0 0 0,0-1 0 0 0,-1 1 0 0 0,1-1 0 0 0,-3 2 0 0 0,4-2-65 0 0,-1 1 0 0 0,1-1 1 0 0,0 1-1 0 0,-1 0 0 0 0,1-1 1 0 0,0 1-1 0 0,-1 0 0 0 0,1-1 1 0 0,0 1-1 0 0,0 0 0 0 0,0-1 1 0 0,-1 1-1 0 0,1 0 0 0 0,0-1 1 0 0,0 1-1 0 0,0 0 0 0 0,0-1 1 0 0,0 1-1 0 0,0 0 0 0 0,0-1 1 0 0,1 1-1 0 0,-1 0 0 0 0,0 0 1 0 0,0-1-1 0 0,0 1 0 0 0,1-1 1 0 0,-1 1-1 0 0,0 0 0 0 0,1-1 0 0 0,-1 1 1 0 0,0-1-1 0 0,1 1 0 0 0,-1 0 1 0 0,1-1-1 0 0,-1 1 0 0 0,1-1 1 0 0,-1 0-1 0 0,1 1 0 0 0,0-1 1 0 0,-1 1-1 0 0,1-1 0 0 0,-1 0 1 0 0,2 1-1 0 0,24 21 486 0 0,34 31 51 0 0,2-3 0 0 0,2-2 0 0 0,77 43 0 0 0,52 3-382 0 0,47 26 29 0 0,-182-86-279 0 0,59 35 110 0 0,164 68 0 0 0,-106-64-95 0 0,191 110 0 0 0,-320-156 45 0 0,2-2 1 0 0,0-2 0 0 0,2-2 0 0 0,0-3-1 0 0,1-1 1 0 0,61 10 0 0 0,-63-14-167 0 0,11 1-2737 0 0,-45-19-621 0 0</inkml:trace>
</inkml:ink>
</file>

<file path=ppt/ink/ink2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2.9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2488 1 3369 0 0,'-32'33'17363'0'0,"23"-31"-17265"0"0,0 0 0 0 0,0 1 0 0 0,1 0 0 0 0,-1 0 0 0 0,1 1 0 0 0,-1 0 0 0 0,1 0 0 0 0,-14 11 0 0 0,-67 55 216 0 0,60-45-363 0 0,-363 311 358 0 0,211-178-311 0 0,-56 57-148 0 0,132-117-167 0 0,36-35 251 0 0,-259 244-508 0 0,23 25 195 0 0,279-301 379 0 0,-1-1 0 0 0,-51 42 0 0 0,59-54 10 0 0,-24 27-1 0 0,30-30 3 0 0,-1 0 0 0 0,-1-1 0 0 0,-26 20 0 0 0,-1-1 180 0 0,2 2 0 0 0,1 1 0 0 0,-51 63-1 0 0,69-75-32 0 0,-96 116 617 0 0,113-130-450 0 0,4-10-381 0 0,0 0 0 0 0,0 1 1 0 0,1-1-1 0 0,-1 0 0 0 0,0 0 0 0 0,0 0 0 0 0,1 0 0 0 0,-1 0 0 0 0,0 0 1 0 0,1 0-1 0 0,-1 1 0 0 0,0-1 0 0 0,0 0 0 0 0,1 0 0 0 0,-1 0 0 0 0,0 0 1 0 0,1 0-1 0 0,-1 0 0 0 0,0 0 0 0 0,0 0 0 0 0,1-1 0 0 0,-1 1 0 0 0,0 0 1 0 0,1 0-1 0 0,-1 0 0 0 0,0 0 0 0 0,0 0 0 0 0,1 0 0 0 0,-1 0 0 0 0,0-1 1 0 0,0 1-1 0 0,1 0 0 0 0,-1 0 0 0 0,0-1 0 0 0</inkml:trace>
</inkml:ink>
</file>

<file path=ppt/ink/ink2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5.1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123 154 3225 0 0,'-4'-2'87'0'0,"1"0"0"0"0,-1 0 0 0 0,0 1 1 0 0,1 0-1 0 0,-1-1 0 0 0,0 1 0 0 0,0 0 1 0 0,0 1-1 0 0,0-1 0 0 0,0 1 0 0 0,0 0 1 0 0,0 0-1 0 0,0 0 0 0 0,0 0 0 0 0,-7 2 1 0 0,8-1 109 0 0,1-1 0 0 0,-1 1 1 0 0,1 0-1 0 0,-1 0 1 0 0,1 0-1 0 0,0 0 0 0 0,0 0 1 0 0,-1 0-1 0 0,1 1 0 0 0,0-1 1 0 0,0 1-1 0 0,0-1 1 0 0,0 1-1 0 0,1 0 0 0 0,-1 0 1 0 0,0 0-1 0 0,1 0 1 0 0,-1 0-1 0 0,1 0 0 0 0,0 0 1 0 0,-1 0-1 0 0,1 1 1 0 0,0-1-1 0 0,1 1 0 0 0,-2 3 1 0 0,-1 12 105 0 0,2 0 1 0 0,0 0 0 0 0,1 1 0 0 0,0-1-1 0 0,2 0 1 0 0,5 28 0 0 0,-5-37-269 0 0,0 0 0 0 0,1 0 1 0 0,-1 0-1 0 0,2 0 0 0 0,-1-1 0 0 0,1 0 1 0 0,0 1-1 0 0,1-2 0 0 0,0 1 1 0 0,0 0-1 0 0,1-1 0 0 0,0 0 0 0 0,0 0 1 0 0,13 10-1 0 0,-10-12 9 0 0,-1 0 1 0 0,1-1-1 0 0,1 0 1 0 0,-1-1-1 0 0,0 1 1 0 0,1-2-1 0 0,-1 0 1 0 0,1 0-1 0 0,0 0 1 0 0,0-1-1 0 0,0-1 1 0 0,0 0-1 0 0,0 0 1 0 0,-1-1-1 0 0,1 0 1 0 0,0-1-1 0 0,0 0 1 0 0,-1 0-1 0 0,18-8 1 0 0,-16 7 53 0 0,-1-2 1 0 0,-1 1-1 0 0,1-1 0 0 0,-1-1 0 0 0,1 0 1 0 0,-2 0-1 0 0,1-1 0 0 0,-1 0 1 0 0,0 0-1 0 0,0-1 0 0 0,-1 0 0 0 0,0 0 1 0 0,0-1-1 0 0,-1 0 0 0 0,0 0 1 0 0,-1 0-1 0 0,8-20 0 0 0,-8 13-8 0 0,-1-1 1 0 0,-1 1-1 0 0,-1-1 0 0 0,0 1 0 0 0,-1-1 0 0 0,-1 0 1 0 0,-1 1-1 0 0,0-1 0 0 0,-1 0 0 0 0,-1 1 0 0 0,-8-29 0 0 0,9 37-33 0 0,-1 0 0 0 0,0 1-1 0 0,-1-1 1 0 0,0 1-1 0 0,0 0 1 0 0,-1 0-1 0 0,1 1 1 0 0,-2-1-1 0 0,1 1 1 0 0,0 0-1 0 0,-9-7 1 0 0,9 10-39 0 0,0-1 0 0 0,-1 1-1 0 0,1 0 1 0 0,-1 0 0 0 0,1 1 0 0 0,-1 0 0 0 0,0 0 0 0 0,0 0 0 0 0,0 1 0 0 0,0-1-1 0 0,0 2 1 0 0,-1-1 0 0 0,1 1 0 0 0,0 0 0 0 0,0 0 0 0 0,-9 1 0 0 0,10 0-101 0 0,1-1 1 0 0,0 1-1 0 0,0-1 1 0 0,-1 1-1 0 0,1 1 0 0 0,0-1 1 0 0,0 0-1 0 0,0 1 1 0 0,1 0-1 0 0,-1 0 1 0 0,0 0-1 0 0,1 1 1 0 0,-1-1-1 0 0,1 1 1 0 0,0 0-1 0 0,-1 0 1 0 0,1 0-1 0 0,1 0 0 0 0,-1 0 1 0 0,0 1-1 0 0,1-1 1 0 0,0 1-1 0 0,0-1 1 0 0,0 1-1 0 0,0 0 1 0 0,-2 6-1 0 0,0 13-1161 0 0</inkml:trace>
</inkml:ink>
</file>

<file path=ppt/ink/ink2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5.4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1 131 3225 0 0,'0'-3'180'0'0,"0"-1"1"0"0,0 1-1 0 0,0 0 1 0 0,1 0 0 0 0,-1-1-1 0 0,1 1 1 0 0,0 0-1 0 0,0 0 1 0 0,0 0 0 0 0,0 0-1 0 0,0 0 1 0 0,1 0-1 0 0,0 0 1 0 0,-1 0 0 0 0,1 1-1 0 0,0-1 1 0 0,0 1-1 0 0,5-5 1 0 0,-2 4 5 0 0,-1-1-1 0 0,1 2 1 0 0,0-1-1 0 0,0 1 1 0 0,0-1 0 0 0,1 1-1 0 0,-1 1 1 0 0,0-1 0 0 0,1 1-1 0 0,7-1 1 0 0,87-16 1189 0 0,-65 9-1136 0 0,1 2 0 0 0,1 2 0 0 0,-1 1 0 0 0,1 2 0 0 0,71 5-1 0 0,-75 1-607 0 0,-18-2 10 0 0</inkml:trace>
</inkml:ink>
</file>

<file path=ppt/ink/ink2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6.5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1 466 3209 0 0,'4'-3'31'0'0,"-1"-1"-1"0"0,1 0 1 0 0,0 1 0 0 0,-1-1 0 0 0,0 0 0 0 0,0-1 0 0 0,0 1 0 0 0,2-5 0 0 0,6-9 72 0 0,1 2 1084 0 0,-1-1-1 0 0,-1 0 1 0 0,0-1-1 0 0,10-27 1 0 0,-12 24-603 0 0,-2 0 0 0 0,-1-1 0 0 0,6-40 0 0 0,-9 54 43 0 0,2 8-223 0 0,6 18-65 0 0,6 30-80 0 0,-3 21 364 0 0,-8-36-7 0 0,14 42 0 0 0,-16-65-564 0 0,0-1 0 0 0,1 0 0 0 0,0 0-1 0 0,1 0 1 0 0,0 0 0 0 0,0-1-1 0 0,1 0 1 0 0,12 15 0 0 0,-17-22-53 0 0,0 0 0 0 0,-1 0 0 0 0,1-1 0 0 0,0 1 0 0 0,-1 0 0 0 0,1 0 0 0 0,0 0 0 0 0,0-1 0 0 0,0 1 0 0 0,0 0 0 0 0,-1-1 0 0 0,1 1 0 0 0,0-1 0 0 0,0 1 0 0 0,0-1 0 0 0,0 1 0 0 0,1-1 0 0 0,-1 0 0 0 0,0 1 0 0 0,0-1 0 0 0,0 0 0 0 0,0 0 0 0 0,0 0 0 0 0,0 0 0 0 0,0 0 0 0 0,0 0 1 0 0,0 0-1 0 0,1 0 0 0 0,-1-1 0 0 0,0 1 0 0 0,0 0 0 0 0,0-1 0 0 0,0 1 0 0 0,0 0 0 0 0,0-1 0 0 0,0 0 0 0 0,0 1 0 0 0,0-1 0 0 0,-1 1 0 0 0,1-1 0 0 0,0 0 0 0 0,0 0 0 0 0,0 1 0 0 0,-1-1 0 0 0,1 0 0 0 0,0 0 0 0 0,-1 0 0 0 0,1 0 0 0 0,-1 0 0 0 0,1 0 0 0 0,-1 0 0 0 0,1 0 0 0 0,-1-2 0 0 0,4-7-14 0 0,0 0-1 0 0,-1-1 0 0 0,-1 1 0 0 0,2-14 0 0 0,-3 21 22 0 0,11-85 61 0 0,-7 41-48 0 0,2-1 0 0 0,20-66 0 0 0,-25 108-11 0 0,16-40 0 0 0,-17 44 2 0 0,0-1 0 0 0,0 1-1 0 0,0 0 1 0 0,0 0 0 0 0,1 0-1 0 0,-1 0 1 0 0,1 0-1 0 0,-1 0 1 0 0,1 1 0 0 0,0-1-1 0 0,0 0 1 0 0,0 1 0 0 0,0-1-1 0 0,0 1 1 0 0,0 0 0 0 0,3-2-1 0 0,-3 3-10 0 0,-1 0-1 0 0,1 0 0 0 0,-1 0 1 0 0,1 1-1 0 0,-1-1 0 0 0,1 0 0 0 0,-1 1 1 0 0,1-1-1 0 0,-1 1 0 0 0,0-1 0 0 0,1 1 1 0 0,-1-1-1 0 0,0 1 0 0 0,1 0 1 0 0,-1 0-1 0 0,0 0 0 0 0,0 0 0 0 0,0 0 1 0 0,0 0-1 0 0,0 0 0 0 0,0 0 0 0 0,0 0 1 0 0,0 1-1 0 0,1 1 0 0 0,20 36-80 0 0,-19-34 79 0 0,73 136-19 0 0,33 71-20 0 0,-109-210 42 0 0,1 0 0 0 0,0 0 0 0 0,0 0 0 0 0,0 0 0 0 0,0 0 0 0 0,1 0 0 0 0,-1-1 0 0 0,0 1 0 0 0,1 0 0 0 0,2 1 0 0 0,-4-3 0 0 0,0 1 0 0 0,1-1 0 0 0,-1 0 0 0 0,1 0 0 0 0,-1 0 0 0 0,1 1 0 0 0,-1-1 0 0 0,0 0 0 0 0,1 0 0 0 0,-1 0 0 0 0,1 0 0 0 0,-1 0 0 0 0,1 0 0 0 0,-1 0 0 0 0,1 0 0 0 0,-1 0 0 0 0,1 0 0 0 0,-1 0 0 0 0,1 0 0 0 0,-1 0 0 0 0,1 0 0 0 0,-1 0 0 0 0,1-1 0 0 0,-1 1 0 0 0,1 0 0 0 0,-1 0 0 0 0,0-1 0 0 0,1 1 0 0 0,1-3 0 0 0,1 1 0 0 0,-1-1 0 0 0,0 1 0 0 0,-1-1 0 0 0,1 0 0 0 0,0 0 0 0 0,-1 0 0 0 0,0 0 0 0 0,0 0 0 0 0,0 0 0 0 0,2-7 0 0 0,7-41 57 0 0,5-72-1 0 0,-11 78-4 0 0,2 0-1 0 0,16-63 1 0 0,-20 102-58 0 0,0 1 0 0 0,0 0 0 0 0,0 0 0 0 0,0 0 0 0 0,1 0 0 0 0,0 0 0 0 0,0 1 0 0 0,0-1 0 0 0,0 1 0 0 0,6-6 0 0 0,-8 10 4 0 0,0-1 1 0 0,0 0-1 0 0,0 0 1 0 0,0 1-1 0 0,0-1 1 0 0,0 0-1 0 0,0 1 1 0 0,0-1-1 0 0,1 1 1 0 0,-1 0-1 0 0,0-1 1 0 0,0 1-1 0 0,1 0 1 0 0,-1 0-1 0 0,0 0 0 0 0,0 0 1 0 0,1 0-1 0 0,1 0 1 0 0,-1 1 1 0 0,0-1 0 0 0,0 1 0 0 0,0 0 0 0 0,0 0 0 0 0,0 0 0 0 0,0 0 0 0 0,0 1 0 0 0,-1-1 0 0 0,1 0 0 0 0,-1 1 0 0 0,1-1 0 0 0,-1 1-1 0 0,1-1 1 0 0,1 5 0 0 0,37 47-12 0 0,-3 2 0 0 0,-2 2 0 0 0,-3 1 0 0 0,36 88 0 0 0,-65-137 12 0 0,-2-4 0 0 0,0 0 0 0 0,1-1 0 0 0,-1 1 0 0 0,1 0 0 0 0,0-1 0 0 0,1 0 0 0 0,4 8 0 0 0,-6-12 5 0 0,-1-1 0 0 0,1 1 0 0 0,-1 0 1 0 0,1 0-1 0 0,-1 0 0 0 0,1-1 0 0 0,-1 1 0 0 0,0 0 0 0 0,1-1 0 0 0,-1 1 0 0 0,1 0 0 0 0,-1-1 0 0 0,0 1 0 0 0,1-1 0 0 0,-1 1 0 0 0,0 0 0 0 0,1-1 0 0 0,-1 1 0 0 0,0-1 0 0 0,0 1 0 0 0,0-1 0 0 0,1 1 0 0 0,-1-1 0 0 0,0 1 0 0 0,0-1 0 0 0,0 1 0 0 0,0-1 0 0 0,0 0 0 0 0,0 1 0 0 0,0-2 0 0 0,5-22-87 0 0,-5 22 87 0 0,6-40-321 0 0,2 1 0 0 0,1-1 0 0 0,3 1 1 0 0,1 1-1 0 0,2 0 0 0 0,30-56 0 0 0,-42 91 314 0 0,-1 1 0 0 0,1 0 0 0 0,0-1-1 0 0,0 1 1 0 0,0 0 0 0 0,7-5 0 0 0,-9 8 2 0 0,0 1 0 0 0,0-1 0 0 0,0 1 0 0 0,0 0 0 0 0,0-1 0 0 0,-1 1 0 0 0,1 0 1 0 0,0-1-1 0 0,0 1 0 0 0,1 0 0 0 0,-1 0 0 0 0,0 0 0 0 0,0 0 0 0 0,0 0 0 0 0,0 0 0 0 0,0 0 0 0 0,0 0 0 0 0,0 1 0 0 0,0-1 0 0 0,0 0 1 0 0,0 0-1 0 0,0 1 0 0 0,-1-1 0 0 0,1 1 0 0 0,0-1 0 0 0,0 1 0 0 0,0-1 0 0 0,0 1 0 0 0,0 0 0 0 0,-1-1 0 0 0,1 1 0 0 0,0 0 0 0 0,-1 0 1 0 0,1-1-1 0 0,0 1 0 0 0,-1 0 0 0 0,1 0 0 0 0,0 1 0 0 0,19 28-19 0 0,-1 1 1 0 0,-2 1-1 0 0,-1 1 0 0 0,14 40 0 0 0,-17-41-38 0 0,15 55-4070 0 0,-20-56 43 0 0</inkml:trace>
</inkml:ink>
</file>

<file path=ppt/ink/ink2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7.0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88 118 3193 0 0,'-45'-4'1027'0'0,"3"1"4909"0"0,76-24-2561 0 0,-21 19-3207 0 0,0 1 0 0 0,1 0 1 0 0,0 1-1 0 0,0 1 0 0 0,1 0 1 0 0,0 1-1 0 0,-1 1 0 0 0,18-2 1 0 0,14 1 967 0 0,62 2 0 0 0,-4 1-434 0 0,41-10-704 0 0,165-4 16 0 0,-30 30 270 0 0,-266-14-571 0 0,0-1 0 0 0,23-3 1 0 0,7 0-488 0 0,-40 3 151 0 0</inkml:trace>
</inkml:ink>
</file>

<file path=ppt/ink/ink2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7.6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242 1519 2689 0 0,'-1'1'62'0'0,"0"-1"1"0"0,0 1 0 0 0,0 0 0 0 0,0 0 0 0 0,0-1 0 0 0,0 1-1 0 0,0-1 1 0 0,0 1 0 0 0,0-1 0 0 0,0 1 0 0 0,0-1-1 0 0,0 0 1 0 0,0 0 0 0 0,0 1 0 0 0,0-1 0 0 0,-1 0 0 0 0,1 0-1 0 0,0 0 1 0 0,0 0 0 0 0,0 0 0 0 0,0 0 0 0 0,0-1 0 0 0,0 1-1 0 0,-1 0 1 0 0,1-1 0 0 0,0 1 0 0 0,0 0 0 0 0,0-1 0 0 0,0 1-1 0 0,0-1 1 0 0,0 0 0 0 0,0 1 0 0 0,0-1 0 0 0,0 0-1 0 0,1 1 1 0 0,-1-1 0 0 0,-1-2 0 0 0,-2 0 497 0 0,1-1 0 0 0,0 0 1 0 0,0 1-1 0 0,1-1 0 0 0,-1 0 1 0 0,1-1-1 0 0,-3-6 0 0 0,-10-41 1155 0 0,2 0 0 0 0,-9-84 0 0 0,8 43-583 0 0,-11-46 145 0 0,-30-199 387 0 0,45 251-1165 0 0,3-167 1 0 0,11 184-482 0 0,-4-1-1 0 0,-9-77 1 0 0,-1 111-122 0 0,10 37 30 0 0,7 11-863 0 0,-2-5 60 0 0</inkml:trace>
</inkml:ink>
</file>

<file path=ppt/ink/ink2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8.1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82 2761 0 0,'0'0'43'0'0,"-1"0"0"0"0,1 0 0 0 0,0-1 0 0 0,0 1 0 0 0,0 0 1 0 0,0 0-1 0 0,0 0 0 0 0,-1 0 0 0 0,1-1 0 0 0,0 1 0 0 0,0 0 1 0 0,0 0-1 0 0,0 0 0 0 0,0-1 0 0 0,0 1 0 0 0,0 0 1 0 0,0 0-1 0 0,0-1 0 0 0,0 1 0 0 0,0 0 0 0 0,0 0 0 0 0,0 0 1 0 0,0-1-1 0 0,0 1 0 0 0,0 0 0 0 0,0 0 0 0 0,0 0 0 0 0,0-1 1 0 0,0 1-1 0 0,0 0 0 0 0,0 0 0 0 0,1 0 0 0 0,-1-1 0 0 0,0 1 1 0 0,0 0-1 0 0,0 0 0 0 0,0 0 0 0 0,0 0 0 0 0,1-1 0 0 0,-1 1 1 0 0,0 0-1 0 0,0 0 0 0 0,0 0 0 0 0,0 0 0 0 0,1 0 0 0 0,-1 0 1 0 0,0 0-1 0 0,0 0 0 0 0,0-1 0 0 0,1 1 0 0 0,-1 0 0 0 0,20-12 1380 0 0,26-9 77 0 0,-15 11-833 0 0,0 2-1 0 0,0 1 0 0 0,1 1 1 0 0,-1 2-1 0 0,57-1 1 0 0,163 20 473 0 0,-24 0-492 0 0,-130-16-499 0 0,263 13 190 0 0,-313-7-328 0 0,0-1 1 0 0,0-2-1 0 0,0-2 1 0 0,1-3-1 0 0,-1-1 1 0 0,60-15-1 0 0,-94 16-11 0 0,0 1 0 0 0,-1-1 0 0 0,22 1 0 0 0,-23-4-2602 0 0,-7 5 1651 0 0</inkml:trace>
</inkml:ink>
</file>

<file path=ppt/ink/ink2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9.1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39 616 2881 0 0,'-1'-77'4265'0'0,"-22"-142"1"0"0,18 194-3598 0 0,1-2 0 0 0,1 1 0 0 0,1 0-1 0 0,1-1 1 0 0,6-45 0 0 0,21 138-1033 0 0,15 58 228 0 0,24 67-381 0 0,-63-185 506 0 0,24 53-208 0 0,-24-56 211 0 0,-1 1 0 0 0,2 0 0 0 0,-1-1 1 0 0,0 1-1 0 0,1-1 0 0 0,-1 0 0 0 0,1 0 0 0 0,0 0 0 0 0,0 0 0 0 0,0 0 0 0 0,0-1 0 0 0,5 4 0 0 0,-7-6 10 0 0,0 0 1 0 0,0 0-1 0 0,0 1 0 0 0,0-1 1 0 0,0 0-1 0 0,0 0 0 0 0,-1 0 1 0 0,1 0-1 0 0,0 0 0 0 0,0 0 0 0 0,0 0 1 0 0,0-1-1 0 0,0 1 0 0 0,0 0 1 0 0,0 0-1 0 0,0-1 0 0 0,-1 1 1 0 0,1 0-1 0 0,0-1 0 0 0,0 1 1 0 0,0-1-1 0 0,-1 1 0 0 0,1-1 1 0 0,0 0-1 0 0,0 1 0 0 0,-1-1 1 0 0,1 0-1 0 0,-1 1 0 0 0,1-1 1 0 0,0 0-1 0 0,-1 0 0 0 0,0 1 0 0 0,1-1 1 0 0,-1 0-1 0 0,1 0 0 0 0,-1 0 1 0 0,0 0-1 0 0,0 0 0 0 0,1 0 1 0 0,-1 1-1 0 0,0-1 0 0 0,0-2 1 0 0,5-41 149 0 0,-7-53-85 0 0,0 37 414 0 0,2-1-1 0 0,4 1 1 0 0,10-65-1 0 0,-14 123-459 0 0,1 0 0 0 0,-1 0-1 0 0,0-1 1 0 0,1 1 0 0 0,-1 0 0 0 0,1 0-1 0 0,0 0 1 0 0,0 0 0 0 0,0 0-1 0 0,0 0 1 0 0,0 0 0 0 0,0 0-1 0 0,1 0 1 0 0,-1 0 0 0 0,1 1-1 0 0,-1-1 1 0 0,1 1 0 0 0,-1-1-1 0 0,1 1 1 0 0,0-1 0 0 0,0 1-1 0 0,0 0 1 0 0,0 0 0 0 0,0 0-1 0 0,3-1 1 0 0,-2 2-17 0 0,0-1-1 0 0,0 1 1 0 0,0 1-1 0 0,0-1 1 0 0,0 0-1 0 0,0 1 1 0 0,0 0-1 0 0,0 0 1 0 0,0 0 0 0 0,0 0-1 0 0,0 0 1 0 0,0 0-1 0 0,-1 1 1 0 0,1-1-1 0 0,-1 1 1 0 0,1 0-1 0 0,-1 0 1 0 0,3 2 0 0 0,4 4-1 0 0,-1 0 0 0 0,1 0 0 0 0,-2 1 0 0 0,1 0 0 0 0,-1 1 0 0 0,10 18 0 0 0,26 68-64 0 0,-34-73 37 0 0,0-1-1 0 0,2 0 0 0 0,0-1 0 0 0,19 27 1 0 0,-26-43 23 0 0,0 1 1 0 0,1-1-1 0 0,-1 0 1 0 0,2-1-1 0 0,-1 1 1 0 0,0-1 0 0 0,10 6-1 0 0,-13-9 2 0 0,-1 0 0 0 0,1 0 0 0 0,0-1 0 0 0,-1 1 0 0 0,1-1 0 0 0,-1 0 0 0 0,1 1 0 0 0,0-1 0 0 0,-1 0 0 0 0,1 0 0 0 0,0 0 0 0 0,-1 0 0 0 0,1 0 0 0 0,0 0 0 0 0,-1 0 0 0 0,1-1 0 0 0,0 1 1 0 0,-1-1-1 0 0,1 1 0 0 0,-1-1 0 0 0,1 1 0 0 0,-1-1 0 0 0,1 0 0 0 0,-1 0 0 0 0,1 0 0 0 0,-1 0 0 0 0,0 0 0 0 0,0 0 0 0 0,1 0 0 0 0,-1 0 0 0 0,0-1 0 0 0,0 1 0 0 0,0 0 0 0 0,0-1 0 0 0,0 1 0 0 0,1-3 0 0 0,10-22 17 0 0,0-1 0 0 0,-2 0 0 0 0,-1 0 0 0 0,-1-1-1 0 0,6-46 1 0 0,-8 46 21 0 0,-5 21-29 0 0,5-21 10 0 0,1 1 0 0 0,11-32 0 0 0,-15 52-19 0 0,0 1 0 0 0,0-1-1 0 0,0 1 1 0 0,1-1 0 0 0,0 1 0 0 0,0 0 0 0 0,0 0 0 0 0,1 1-1 0 0,0-1 1 0 0,0 1 0 0 0,1 0 0 0 0,-1 1 0 0 0,12-8 0 0 0,-16 11-1 0 0,0 1 0 0 0,0-1 0 0 0,0 1 0 0 0,1-1 1 0 0,-1 1-1 0 0,0-1 0 0 0,0 1 0 0 0,0 0 0 0 0,1 0 0 0 0,-1 0 1 0 0,0 0-1 0 0,0 0 0 0 0,1 0 0 0 0,-1 0 0 0 0,0 0 1 0 0,0 0-1 0 0,1 0 0 0 0,-1 1 0 0 0,0-1 0 0 0,0 0 0 0 0,0 1 1 0 0,0-1-1 0 0,1 1 0 0 0,-1-1 0 0 0,0 1 0 0 0,0 0 1 0 0,0 0-1 0 0,0-1 0 0 0,0 1 0 0 0,0 0 0 0 0,-1 0 1 0 0,1 0-1 0 0,0 0 0 0 0,0 0 0 0 0,-1 0 0 0 0,1 0 0 0 0,0 0 1 0 0,-1 0-1 0 0,1 0 0 0 0,0 3 0 0 0,3 6 14 0 0,-1-1-1 0 0,0 1 0 0 0,4 21 1 0 0,-5-20-29 0 0,12 52 53 0 0,3-1 1 0 0,32 80 0 0 0,-31-103-58 0 0,0-1-1 0 0,3-1 0 0 0,1 0 1 0 0,42 52-1 0 0,-33-53-838 0 0</inkml:trace>
</inkml:ink>
</file>

<file path=ppt/ink/ink2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9.6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0 269 2961 0 0,'0'0'137'0'0,"0"0"-56"0"0,1-8 425 0 0,0-1 0 0 0,0 0 0 0 0,4-14 0 0 0,3-26 1284 0 0,-7 47-1631 0 0,0-1-1 0 0,-1 1 1 0 0,1-1-1 0 0,1 1 1 0 0,-1-1-1 0 0,0 1 0 0 0,0 0 1 0 0,1 0-1 0 0,0-1 1 0 0,-1 1-1 0 0,1 0 0 0 0,0 0 1 0 0,0 1-1 0 0,0-1 1 0 0,0 0-1 0 0,0 1 1 0 0,0-1-1 0 0,1 1 0 0 0,-1 0 1 0 0,5-2-1 0 0,4-3 17 0 0,1 1-1 0 0,0 0 1 0 0,12-3-1 0 0,68-12 1326 0 0,2 4-1 0 0,162-8 1 0 0,178 17 1692 0 0,-320 7-2841 0 0,-81 0-424 0 0,-11 2-125 0 0,-1-2-1 0 0,0-1 0 0 0,0 0 0 0 0,0-2 0 0 0,39-10 0 0 0,-41 5-1142 0 0,16-4-6179 0 0</inkml:trace>
</inkml:ink>
</file>

<file path=ppt/ink/ink2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00.0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142 38 920 0 0,'-4'-4'809'0'0,"-1"0"0"0"0,1 0 0 0 0,-1 0-1 0 0,1 1 1 0 0,-1-1 0 0 0,0 1 0 0 0,0 0-1 0 0,0 1 1 0 0,-1-1 0 0 0,-6-1 0 0 0,11 5-621 0 0,0-1-1 0 0,-1 1 1 0 0,1 0 0 0 0,0 0 0 0 0,0 0-1 0 0,-1 0 1 0 0,1 0 0 0 0,0 0 0 0 0,0 0 0 0 0,0 0-1 0 0,0 0 1 0 0,1 0 0 0 0,-1 1 0 0 0,0-1-1 0 0,0 0 1 0 0,1 1 0 0 0,-2 1 0 0 0,-10 26 654 0 0,0 8-338 0 0,2 1 1 0 0,1 0-1 0 0,2 0 0 0 0,-4 59 1 0 0,9 159 172 0 0,4-110-482 0 0,-3-107-174 0 0,14 433-99 0 0,140 562 164 0 0,-151-1025-83 0 0,7 28-37 0 0,-3-1 0 0 0,4 62 1 0 0,-10-98 26 0 0,0 0 1 0 0,0 0-1 0 0,0 0 0 0 0,0 0 1 0 0,0 0-1 0 0,0 0 1 0 0,0 1-1 0 0,0-1 1 0 0,0 0-1 0 0,0 0 1 0 0,0 0-1 0 0,0 0 0 0 0,0 0 1 0 0,0 0-1 0 0,0 0 1 0 0,0 1-1 0 0,0-1 1 0 0,0 0-1 0 0,0 0 1 0 0,0 0-1 0 0,0 0 0 0 0,0 0 1 0 0,0 0-1 0 0,0 0 1 0 0,0 1-1 0 0,0-1 1 0 0,0 0-1 0 0,0 0 0 0 0,0 0 1 0 0,0 0-1 0 0,0 0 1 0 0,-1 0-1 0 0,1 0 1 0 0,0 0-1 0 0,0 0 1 0 0,0 0-1 0 0,0 0 0 0 0,0 1 1 0 0,0-1-1 0 0,0 0 1 0 0,0 0-1 0 0,-1 0 1 0 0,1 0-1 0 0,0 0 0 0 0,0 0 1 0 0,0 0-1 0 0,0 0 1 0 0,0 0-1 0 0,0 0 1 0 0,0 0-1 0 0,-1 0 1 0 0,1 0-1 0 0,0 0 0 0 0,0 0 1 0 0,0 0-1 0 0,-7-7-1046 0 0,-6-11-2821 0 0,6 5-1314 0 0</inkml:trace>
</inkml:ink>
</file>

<file path=ppt/ink/ink2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00.6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113 144 920 0 0,'-11'5'558'0'0,"0"0"-1"0"0,0-1 1 0 0,-1 0-1 0 0,0 0 0 0 0,0-2 1 0 0,-21 3-1 0 0,32-4-489 0 0,1-1-1 0 0,0 0 1 0 0,0 0-1 0 0,-1 0 0 0 0,1 0 1 0 0,0 0-1 0 0,-1 0 1 0 0,1 0-1 0 0,0 0 0 0 0,-1 0 1 0 0,1 0-1 0 0,0 0 1 0 0,0 0-1 0 0,-1 0 0 0 0,1 0 1 0 0,0 0-1 0 0,-1 0 1 0 0,1 0-1 0 0,0 0 1 0 0,0 0-1 0 0,-1 0 0 0 0,1 0 1 0 0,0-1-1 0 0,0 1 1 0 0,-1 0-1 0 0,1 0 0 0 0,0 0 1 0 0,0-1-1 0 0,-1 1 1 0 0,1 0-1 0 0,0 0 0 0 0,0 0 1 0 0,0-1-1 0 0,-1 1 1 0 0,1 0-1 0 0,0 0 0 0 0,0-1 1 0 0,0 1-1 0 0,0 0 1 0 0,0-1-1 0 0,0 1 1 0 0,10-10 1429 0 0,19-7-342 0 0,0 9-605 0 0,0 1 1 0 0,1 1-1 0 0,0 2 0 0 0,-1 1 0 0 0,49 1 0 0 0,3-1-74 0 0,443-47 2170 0 0,-499 48-2418 0 0,442-14 1327 0 0,-275 16-1087 0 0,47 10-201 0 0,-162-4-260 0 0,-1-3 1 0 0,1-3-1 0 0,77-11 0 0 0,-123 6-422 0 0,0-2-1 0 0,-1-1 1 0 0,52-20-1 0 0</inkml:trace>
</inkml:ink>
</file>

<file path=ppt/ink/ink2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01.1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142 242 2761 0 0,'-31'-27'1223'0'0,"28"23"-642"0"0,-1 0 1 0 0,1 0-1 0 0,-1 1 1 0 0,0-1-1 0 0,0 1 0 0 0,0 0 1 0 0,-1 0-1 0 0,1 1 1 0 0,-1-1-1 0 0,0 1 1 0 0,1 0-1 0 0,-1 0 0 0 0,-7-1 1 0 0,10 3-506 0 0,1 0 0 0 0,-1 1 0 0 0,1-1 0 0 0,-1 1 0 0 0,1-1 0 0 0,-1 1 0 0 0,1 0 0 0 0,-1-1 0 0 0,1 1 0 0 0,0 0 0 0 0,-1 0 0 0 0,1 0 0 0 0,0 0 0 0 0,0 0 0 0 0,0 0-1 0 0,0 1 1 0 0,0-1 0 0 0,0 0 0 0 0,0 0 0 0 0,0 1 0 0 0,0-1 0 0 0,0 1 0 0 0,1-1 0 0 0,-1 1 0 0 0,1-1 0 0 0,-1 1 0 0 0,1-1 0 0 0,0 1 0 0 0,-1 1 0 0 0,-9 50 95 0 0,10-51-155 0 0,-2 14-23 0 0,2 0 1 0 0,-1-1-1 0 0,2 1 0 0 0,0 0 1 0 0,1-1-1 0 0,0 1 1 0 0,1-1-1 0 0,7 18 0 0 0,-8-25 3 0 0,2 0-1 0 0,-1 0 0 0 0,1-1 1 0 0,0 1-1 0 0,1-1 0 0 0,-1 0 1 0 0,2 0-1 0 0,-1 0 0 0 0,1 0 1 0 0,0-1-1 0 0,0 0 0 0 0,0-1 1 0 0,1 1-1 0 0,0-1 0 0 0,0-1 1 0 0,10 6-1 0 0,-9-6 20 0 0,-1-1-1 0 0,0 0 1 0 0,1 0-1 0 0,0-1 1 0 0,0 1 0 0 0,0-2-1 0 0,0 1 1 0 0,0-1-1 0 0,0-1 1 0 0,0 1 0 0 0,0-1-1 0 0,0-1 1 0 0,1 1-1 0 0,-1-2 1 0 0,0 1 0 0 0,0-1-1 0 0,0 0 1 0 0,-1 0-1 0 0,1-1 1 0 0,-1 0 0 0 0,1-1-1 0 0,-1 0 1 0 0,0 0-1 0 0,0 0 1 0 0,0-1-1 0 0,-1 0 1 0 0,0 0 0 0 0,0-1-1 0 0,0 1 1 0 0,0-1-1 0 0,-1-1 1 0 0,0 1 0 0 0,7-13-1 0 0,-3 3 219 0 0,-2 0 0 0 0,1 0 0 0 0,-2-1 0 0 0,0 1 0 0 0,-1-2 0 0 0,-1 1 0 0 0,-1 0 0 0 0,0-1 0 0 0,-1 1 0 0 0,-1-1 0 0 0,0 0 0 0 0,-3-20 0 0 0,1 28-107 0 0,0 0 0 0 0,0-1 0 0 0,-1 1 0 0 0,0 0 0 0 0,-1 0 1 0 0,0 0-1 0 0,-1 1 0 0 0,0-1 0 0 0,0 1 0 0 0,-1 0 0 0 0,-1 0 0 0 0,1 0 0 0 0,-1 1 0 0 0,-1 0 1 0 0,1 0-1 0 0,-1 1 0 0 0,-1-1 0 0 0,1 1 0 0 0,-1 1 0 0 0,-1 0 0 0 0,1 0 0 0 0,-11-5 0 0 0,12 8-442 0 0,0 0 1 0 0,0 0-1 0 0,0 1 0 0 0,0 0 0 0 0,0 0 0 0 0,-1 1 0 0 0,1 0 0 0 0,-1 0 0 0 0,1 1 0 0 0,-1 0 0 0 0,1 0 0 0 0,-1 1 0 0 0,-12 2 0 0 0,2 3-5791 0 0</inkml:trace>
</inkml:ink>
</file>

<file path=ppt/ink/ink2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04.0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1127 139 3697 0 0,'29'-122'-1366'0'0,"-29"121"1460"0"0,0 1 1 0 0,0-1-1 0 0,0 1 0 0 0,-1-1 0 0 0,1 1 1 0 0,0 0-1 0 0,0-1 0 0 0,-1 1 0 0 0,1-1 1 0 0,0 1-1 0 0,-1 0 0 0 0,1-1 0 0 0,0 1 0 0 0,-1-1 1 0 0,1 1-1 0 0,0 0 0 0 0,-1 0 0 0 0,1-1 1 0 0,-1 1-1 0 0,1 0 0 0 0,-1 0 0 0 0,1-1 1 0 0,-1 1-1 0 0,1 0 0 0 0,-1 0 0 0 0,1 0 1 0 0,0 0-1 0 0,-1 0 0 0 0,1 0 0 0 0,-1 0 0 0 0,1 0 1 0 0,-1 0-1 0 0,0 0 0 0 0,-27-3 2551 0 0,15 3-1647 0 0,-19-3 58 0 0,1 2 0 0 0,0 1 1 0 0,0 2-1 0 0,-56 9 0 0 0,26-3-265 0 0,-116 18 1039 0 0,-65 6 653 0 0,200-29-2095 0 0,-1-2 0 0 0,0-2 0 0 0,-74-11 0 0 0,-10-20 10 0 0,100 24-470 0 0,26 8-46 0 0,1 0 50 0 0,-1 0 0 0 0,1 0 0 0 0,0-1 0 0 0,0 1 0 0 0,-1 0 0 0 0,1 0 0 0 0,0 0 0 0 0,0 0 0 0 0,0 0 0 0 0,-1 0 0 0 0,1 0 1 0 0,0 0-1 0 0,-1-1 0 0 0,1 1 0 0 0,0 0 0 0 0,0 0 0 0 0,-1 0 0 0 0,1 0 0 0 0,0 0 0 0 0,0 0 0 0 0,-1 0 0 0 0,1 1 0 0 0,0-1 0 0 0,0 0 0 0 0,-1 0 0 0 0,1 0 0 0 0,0 0 0 0 0,0 0 1 0 0,-1 0-1 0 0,1 0 0 0 0,0 1 0 0 0,0-1 0 0 0,0 0 0 0 0,-1 0 0 0 0,1 0 0 0 0,0 0 0 0 0,0 1 0 0 0,0-1 0 0 0,0 0 0 0 0,-1 0 0 0 0,1 1 0 0 0</inkml:trace>
</inkml:ink>
</file>

<file path=ppt/ink/ink2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04.6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3 6913 0 0,'-7'-3'3934'0'0,"7"4"-3852"0"0,-1-1 19 0 0,1 0 0 0 0,-1 1 0 0 0,1-1 0 0 0,-1 1 0 0 0,1-1 0 0 0,-1 1 0 0 0,1 0 0 0 0,-1-1 0 0 0,1 1 0 0 0,-1-1-1 0 0,1 1 1 0 0,0 0 0 0 0,-1-1 0 0 0,1 1 0 0 0,0 0 0 0 0,0 0 0 0 0,0-1 0 0 0,-1 1 0 0 0,1 0 0 0 0,0 0 0 0 0,0 0-1 0 0,-3 96 529 0 0,20 185 0 0 0,-8-172-449 0 0,128 848 618 0 0,-113-815-789 0 0,-6 1-1 0 0,-3 285 1 0 0,-21-369-386 0 0</inkml:trace>
</inkml:ink>
</file>

<file path=ppt/ink/ink2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05.6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54 3681 0 0,'3'-7'10556'0'0,"13"10"-9869"0"0,-23-5-93 0 0,-7-18 332 0 0,14 19-920 0 0,1-1 0 0 0,-1 1 0 0 0,0 0 0 0 0,1-1 1 0 0,-1 1-1 0 0,1 0 0 0 0,0 0 0 0 0,-1-1 1 0 0,1 1-1 0 0,0 0 0 0 0,0 0 0 0 0,0 0 0 0 0,-1 0 1 0 0,1 0-1 0 0,0 0 0 0 0,0 0 0 0 0,1 0 1 0 0,-1 1-1 0 0,0-1 0 0 0,0 0 0 0 0,0 1 0 0 0,0-1 1 0 0,1 0-1 0 0,-1 1 0 0 0,0-1 0 0 0,1 1 1 0 0,-1 0-1 0 0,0 0 0 0 0,1-1 0 0 0,-1 1 1 0 0,0 0-1 0 0,3 0 0 0 0,47-1 301 0 0,120 19 42 0 0,206 17-762 0 0,-332-30-1657 0 0,-28 0-3334 0 0</inkml:trace>
</inkml:ink>
</file>

<file path=ppt/ink/ink2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05.9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70 26 3225 0 0,'-5'0'-39'0'0,"-32"-2"899"0"0,35 2-654 0 0,1 0 1 0 0,0 0-1 0 0,-1 0 1 0 0,1 0-1 0 0,0-1 1 0 0,0 1-1 0 0,-1 0 0 0 0,1-1 1 0 0,0 1-1 0 0,0-1 1 0 0,-1 1-1 0 0,1-1 1 0 0,0 1-1 0 0,0-1 0 0 0,0 0 1 0 0,0 0-1 0 0,0 0 1 0 0,0 1-1 0 0,0-1 1 0 0,0 0-1 0 0,0 0 0 0 0,-1-2 1 0 0,2 3-143 0 0,0-1 1 0 0,0 1 0 0 0,0 0-1 0 0,0 0 1 0 0,0-1-1 0 0,0 1 1 0 0,0 0-1 0 0,0-1 1 0 0,0 1 0 0 0,0 0-1 0 0,0 0 1 0 0,0-1-1 0 0,0 1 1 0 0,0 0-1 0 0,1 0 1 0 0,-1-1 0 0 0,0 1-1 0 0,0 0 1 0 0,0 0-1 0 0,0-1 1 0 0,0 1 0 0 0,1 0-1 0 0,-1 0 1 0 0,0 0-1 0 0,0-1 1 0 0,0 1-1 0 0,1 0 1 0 0,-1 0 0 0 0,0 0-1 0 0,0 0 1 0 0,0-1-1 0 0,1 1 1 0 0,-1 0-1 0 0,0 0 1 0 0,0 0 0 0 0,1 0-1 0 0,-1 0 1 0 0,16-1 1319 0 0,12 6 123 0 0,15 14-957 0 0,-1 2-1 0 0,-1 1 1 0 0,-1 2-1 0 0,-2 2 1 0 0,0 1 0 0 0,-2 3-1 0 0,53 52 1 0 0,-50-40-499 0 0,43 59-1 0 0,-37-34-5936 0 0</inkml:trace>
</inkml:ink>
</file>

<file path=ppt/ink/ink2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06.3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242 30 920 0 0,'8'-30'7172'0'0,"-17"41"-4950"0"0,-35 60 1708 0 0,-17 41-2229 0 0,-13 20-1188 0 0,20-32-1685 0 0,47-81-4312 0 0</inkml:trace>
</inkml:ink>
</file>

<file path=ppt/ink/ink2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3.6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95 2761 0 0,'-1'-1'123'0'0,"1"1"0"0"0,0 0 1 0 0,-1-1-1 0 0,1 1 0 0 0,-1 0 0 0 0,1 0 1 0 0,0-1-1 0 0,-1 1 0 0 0,1-1 1 0 0,0 1-1 0 0,0 0 0 0 0,-1-1 1 0 0,1 1-1 0 0,0-1 0 0 0,0 1 1 0 0,0-1-1 0 0,-1 1 0 0 0,1 0 0 0 0,0-1 1 0 0,0 1-1 0 0,0-1 0 0 0,0 1 1 0 0,0-1-1 0 0,0 1 0 0 0,0-1 1 0 0,0 1-1 0 0,0-1 0 0 0,0 1 1 0 0,0-1-1 0 0,0 1 0 0 0,1-1 1 0 0,-1 1-1 0 0,0 0 0 0 0,0-1 0 0 0,0 1 1 0 0,1-1-1 0 0,-1 1 0 0 0,0-1 1 0 0,0 1-1 0 0,1 0 0 0 0,-1-1 1 0 0,0 1-1 0 0,1 0 0 0 0,-1-1 1 0 0,0 1-1 0 0,1 0 0 0 0,-1 0 0 0 0,1-1 1 0 0,-1 1-1 0 0,0 0 0 0 0,1 0 1 0 0,-1 0-1 0 0,1-1 0 0 0,0 1 1 0 0,34-8 2417 0 0,-22 5-2494 0 0,36-14 1297 0 0,60-18 892 0 0,-94 32-2215 0 0,0 0 0 0 0,0 1 0 0 0,0 1 0 0 0,0 0 0 0 0,26 2 0 0 0,-21 6-2778 0 0</inkml:trace>
</inkml:ink>
</file>

<file path=ppt/ink/ink2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4.1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1 116 9674 0 0,'16'-1'440'0'0,"0"0"0"0"0,0-2 0 0 0,0 1 0 0 0,-1-2-1 0 0,1 0 1 0 0,-1-1 0 0 0,19-8 0 0 0,-4-1-787 0 0,-1-2-1 0 0,42-28 1 0 0,-61 35-4098 0 0</inkml:trace>
</inkml:ink>
</file>

<file path=ppt/ink/ink2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4.5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80 15 6449 0 0,'-14'-5'191'0'0,"11"3"317"0"0,-1 0 1 0 0,0 1 0 0 0,0 0-1 0 0,0 0 1 0 0,1 0 0 0 0,-1 0 0 0 0,-6 0-1 0 0,9 1-374 0 0,0 0 0 0 0,0 1 0 0 0,0-1-1 0 0,0 0 1 0 0,0 1 0 0 0,0-1 0 0 0,0 1-1 0 0,0-1 1 0 0,0 1 0 0 0,0-1 0 0 0,0 1-1 0 0,0 0 1 0 0,0-1 0 0 0,0 1 0 0 0,0 0-1 0 0,1 0 1 0 0,-1 0 0 0 0,0-1 0 0 0,1 1-1 0 0,-1 0 1 0 0,0 0 0 0 0,1 0 0 0 0,-1 0-1 0 0,1 0 1 0 0,0 0 0 0 0,-1 0 0 0 0,1 0-1 0 0,0 1 1 0 0,0-1 0 0 0,-1 0 0 0 0,1 0-1 0 0,0 1 1 0 0,-4 44 721 0 0,2 0 0 0 0,1 0 0 0 0,3-1 0 0 0,8 50 0 0 0,-10-93-841 0 0,3 24-426 0 0,0 0-1 0 0,2-1 1 0 0,1 0-1 0 0,0 0 0 0 0,15 34 1 0 0,-7-31-5739 0 0</inkml:trace>
</inkml:ink>
</file>

<file path=ppt/ink/ink2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5.82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56 95 3681 0 0,'-21'-39'2373'0'0,"18"32"-1292"0"0,-1 0 1 0 0,0-1 0 0 0,0 1-1 0 0,0 1 1 0 0,-1-1 0 0 0,-6-6 0 0 0,37 48 3155 0 0,-15-12-3966 0 0,-1 0 0 0 0,9 32 0 0 0,-19-55-239 0 0,24 78 140 0 0,38 105 224 0 0,-52-159-670 0 0,2 1 0 0 0,0-2 0 0 0,2 0 0 0 0,0 0 0 0 0,20 22 0 0 0,-26-34-1424 0 0</inkml:trace>
</inkml:ink>
</file>

<file path=ppt/ink/ink2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6.3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64 1368 0 0,'-1'0'66'0'0,"1"0"0"0"0,-1 1-1 0 0,1-1 1 0 0,0 0 0 0 0,-1 0 0 0 0,1 0-1 0 0,0 0 1 0 0,-1 0 0 0 0,1 0-1 0 0,-1 0 1 0 0,1-1 0 0 0,0 1-1 0 0,-1 0 1 0 0,1 0 0 0 0,0 0 0 0 0,-1 0-1 0 0,1 0 1 0 0,0 0 0 0 0,-1-1-1 0 0,1 1 1 0 0,0 0 0 0 0,-1 0 0 0 0,1-1-1 0 0,0 1 1 0 0,0 0 0 0 0,-1 0-1 0 0,1-1 1 0 0,0 1 0 0 0,0 0-1 0 0,-1-1 1 0 0,1 1 0 0 0,0 0 0 0 0,0-1-1 0 0,0 1 1 0 0,-1-1 0 0 0,8-13 1947 0 0,17-13 279 0 0,-22 26-2237 0 0,0-1 0 0 0,0 0 1 0 0,0 1-1 0 0,0-1 0 0 0,0 1 0 0 0,1 0 0 0 0,-1 0 0 0 0,0 0 1 0 0,1 0-1 0 0,-1 0 0 0 0,1 0 0 0 0,4 0 0 0 0,-5 1 9 0 0,-1 0 0 0 0,0 0-1 0 0,1 0 1 0 0,-1 0 0 0 0,1 0 0 0 0,-1 0-1 0 0,0 1 1 0 0,1-1 0 0 0,-1 1-1 0 0,1-1 1 0 0,-1 1 0 0 0,0 0-1 0 0,0-1 1 0 0,1 1 0 0 0,-1 0-1 0 0,0 0 1 0 0,2 1 0 0 0,-1 1 12 0 0,0-1 1 0 0,0 1 0 0 0,-1 0-1 0 0,1 0 1 0 0,-1-1-1 0 0,1 1 1 0 0,-1 0-1 0 0,0 0 1 0 0,0 0 0 0 0,-1 0-1 0 0,1 1 1 0 0,-1-1-1 0 0,1 0 1 0 0,-1 0 0 0 0,0 0-1 0 0,0 0 1 0 0,0 0-1 0 0,0 1 1 0 0,-2 4-1 0 0,-48 163-92 0 0,44-152 22 0 0,6-19 2 0 0,0 0 1 0 0,0 1-1 0 0,0-1 1 0 0,0 0-1 0 0,-1 1 1 0 0,1-1-1 0 0,0 0 1 0 0,0 1-1 0 0,0-1 1 0 0,0 0-1 0 0,0 1 1 0 0,0-1-1 0 0,0 0 1 0 0,0 1-1 0 0,0-1 1 0 0,0 0-1 0 0,0 1 1 0 0,0-1-1 0 0,1 0 1 0 0,-1 1-1 0 0,0-1 1 0 0,0 0-1 0 0,0 1 1 0 0,0-1-1 0 0,0 0 1 0 0,1 1-1 0 0,-1-1 1 0 0,0 0-1 0 0,0 0 1 0 0,1 1-1 0 0,-1-1 0 0 0,0 0 1 0 0,0 0-1 0 0,1 0 1 0 0,-1 1-1 0 0,0-1 1 0 0,1 0-1 0 0,-1 0 1 0 0,0 0-1 0 0,0 0 1 0 0,1 0-1 0 0,-1 0 1 0 0,0 1-1 0 0,1-1 1 0 0,-1 0-1 0 0,0 0 1 0 0,1 0-1 0 0,-1 0 1 0 0,1 0-1 0 0,-1 0 1 0 0,0 0-1 0 0,1 0 1 0 0,-1-1-1 0 0,0 1 1 0 0,1 0-1 0 0,-1 0 1 0 0,0 0-1 0 0,0 0 1 0 0,1-1-1 0 0,61-22 543 0 0,-36 11 43 0 0,1 2 1 0 0,53-12-1 0 0,-36 16-383 0 0,1 3-1 0 0,52 2 1 0 0,45-3-4830 0 0,-124 2 196 0 0</inkml:trace>
</inkml:ink>
</file>

<file path=ppt/ink/ink2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6.7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18 2304 0 0,'1'-17'13766'0'0,"4"20"-13651"0"0,0 1 1 0 0,-1-1-1 0 0,1 1 0 0 0,-1 1 1 0 0,0-1-1 0 0,0 1 1 0 0,0-1-1 0 0,-1 1 0 0 0,1 0 1 0 0,-1 0-1 0 0,0 1 0 0 0,2 6 1 0 0,7 18-15 0 0,10 33 1 0 0,-9-20-371 0 0,15 25-1077 0 0,-21-48 343 0 0</inkml:trace>
</inkml:ink>
</file>

<file path=ppt/ink/ink2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7.0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 16 5065 0 0,'-6'-4'-864'0'0,"-26"-7"8690"0"0,32 24-5206 0 0,2-8-2557 0 0,0-1-1 0 0,0 1 1 0 0,1-1 0 0 0,-1 0-1 0 0,1 0 1 0 0,0 0-1 0 0,5 5 1 0 0,-7-7-336 0 0</inkml:trace>
</inkml:ink>
</file>

<file path=ppt/ink/ink2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7.6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6913 0 0,'13'51'5156'0'0,"-2"-25"-4268"0"0,1 0 1 0 0,24 36-1 0 0,13 28 5 0 0,-5-2-395 0 0,8 18-607 0 0,-46-90-1536 0 0,0 1 1 0 0,5 23-1 0 0</inkml:trace>
</inkml:ink>
</file>

<file path=ppt/ink/ink2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8.0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3 242 2761 0 0,'-1'-10'-4'0'0,"0"0"0"0"0,1-1 0 0 0,0 1 0 0 0,1 0 0 0 0,0 0 1 0 0,1 0-1 0 0,0 0 0 0 0,4-11 0 0 0,-3 11 507 0 0,1-1-1 0 0,0 1 0 0 0,1 1 1 0 0,0-1-1 0 0,0 0 1 0 0,1 1-1 0 0,0 0 1 0 0,1 1-1 0 0,0-1 1 0 0,1 1-1 0 0,-1 1 1 0 0,14-11-1 0 0,-20 17-440 0 0,0 0 1 0 0,0 0-1 0 0,0 0 1 0 0,0 0-1 0 0,1 0 1 0 0,-1 0-1 0 0,0 1 1 0 0,0-1-1 0 0,1 0 1 0 0,-1 1-1 0 0,1-1 1 0 0,-1 1-1 0 0,0-1 1 0 0,1 1-1 0 0,-1 0 1 0 0,1 0-1 0 0,-1-1 1 0 0,1 1-1 0 0,-1 0 1 0 0,1 0-1 0 0,-1 1 1 0 0,0-1-1 0 0,1 0 1 0 0,-1 0-1 0 0,1 1 1 0 0,-1-1-1 0 0,1 1 1 0 0,-1-1-1 0 0,0 1 1 0 0,1-1-1 0 0,-1 1 1 0 0,0 0-1 0 0,0 0 0 0 0,0 0 1 0 0,1 0-1 0 0,-1 0 1 0 0,0 0-1 0 0,0 0 1 0 0,0 0-1 0 0,0 0 1 0 0,-1 0-1 0 0,1 0 1 0 0,0 1-1 0 0,0-1 1 0 0,-1 0-1 0 0,1 1 1 0 0,-1-1-1 0 0,1 0 1 0 0,-1 1-1 0 0,1-1 1 0 0,-1 3-1 0 0,3 8 81 0 0,-1-1-1 0 0,0 0 1 0 0,-1 1 0 0 0,0-1-1 0 0,-2 16 1 0 0,-7 57 136 0 0,4-55 156 0 0,2 1 0 0 0,1 54 0 0 0,1-82-390 0 0,0-1-1 0 0,0 1 1 0 0,0-1 0 0 0,1 1-1 0 0,-1-1 1 0 0,0 1-1 0 0,1-1 1 0 0,-1 1 0 0 0,1-1-1 0 0,-1 0 1 0 0,1 1-1 0 0,0-1 1 0 0,0 0 0 0 0,-1 1-1 0 0,1-1 1 0 0,0 0-1 0 0,0 0 1 0 0,0 0 0 0 0,0 1-1 0 0,1-1 1 0 0,-1 0-1 0 0,0-1 1 0 0,0 1 0 0 0,2 1-1 0 0,0-1 14 0 0,-1-1-1 0 0,1 1 0 0 0,-1-1 1 0 0,1 0-1 0 0,-1 0 0 0 0,1 0 1 0 0,-1 0-1 0 0,1 0 1 0 0,-1 0-1 0 0,1-1 0 0 0,-1 1 1 0 0,1-1-1 0 0,3-1 0 0 0,5-2 149 0 0,0-1 0 0 0,0-1 0 0 0,0 0-1 0 0,-1 0 1 0 0,11-9 0 0 0,15-13 163 0 0,-3 1-1040 0 0,37-23-1 0 0,-45 35-467 0 0</inkml:trace>
</inkml:ink>
</file>

<file path=ppt/ink/ink2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8.5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40 0 3681 0 0,'-3'3'328'0'0,"0"-1"-1"0"0,0 1 1 0 0,0 0 0 0 0,1 0 0 0 0,-1 0 0 0 0,1 0-1 0 0,0 0 1 0 0,-1 0 0 0 0,1 1 0 0 0,1-1-1 0 0,-1 1 1 0 0,0 0 0 0 0,1-1 0 0 0,0 1 0 0 0,0 0-1 0 0,0 0 1 0 0,0 0 0 0 0,0 8 0 0 0,0 6 615 0 0,-1 0 0 0 0,4 35 1 0 0,1-33-483 0 0,0 0 1 0 0,2 0-1 0 0,0 0 0 0 0,1-1 1 0 0,16 36-1 0 0,55 86 22 0 0,-76-140-478 0 0,29 43-21 0 0,1-2 0 0 0,44 47 0 0 0,-63-75-64 0 0,-6-7-1053 0 0</inkml:trace>
</inkml:ink>
</file>

<file path=ppt/ink/ink2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8.8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26 426 456 0 0,'-1'0'106'0'0,"-1"0"0"0"0,1 0 0 0 0,0 0-1 0 0,0 0 1 0 0,0-1 0 0 0,0 1 0 0 0,0-1 0 0 0,-1 1 0 0 0,1-1-1 0 0,0 1 1 0 0,0-1 0 0 0,0 1 0 0 0,0-1 0 0 0,1 0-1 0 0,-1 0 1 0 0,0 1 0 0 0,0-1 0 0 0,0 0 0 0 0,0 0 0 0 0,1 0-1 0 0,-1 0 1 0 0,0 0 0 0 0,0-2 0 0 0,1 0 244 0 0,-1 1 1 0 0,1-1-1 0 0,0 1 1 0 0,0-1-1 0 0,0 0 1 0 0,0 1-1 0 0,1-1 0 0 0,-1 1 1 0 0,1-1-1 0 0,1-4 1 0 0,7-15 869 0 0,1 0 0 0 0,1 0 0 0 0,1 1 0 0 0,1 1-1 0 0,1 0 1 0 0,28-32 0 0 0,4-6 674 0 0,-28 34-1288 0 0,27-28 0 0 0,-38 43-991 0 0,2 2 0 0 0,-1-1 0 0 0,1 1 0 0 0,1 0 0 0 0,-1 1 0 0 0,17-8 0 0 0,-12 8-5374 0 0</inkml:trace>
</inkml:ink>
</file>

<file path=ppt/ink/ink2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0.5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36 592 3225 0 0,'-3'-2'241'0'0,"0"0"0"0"0,0-1 0 0 0,1 1 0 0 0,-1-1 0 0 0,1 0 0 0 0,-1 0 0 0 0,1 0 0 0 0,0 0 0 0 0,0 0 0 0 0,1 0 0 0 0,-1 0 0 0 0,1-1 0 0 0,-1 1 0 0 0,1-1 0 0 0,0 1 0 0 0,0-1 0 0 0,1 1 0 0 0,-1-1-1 0 0,1 0 1 0 0,0 1 0 0 0,-1-1 0 0 0,2 0 0 0 0,-1 1 0 0 0,0-1 0 0 0,1 0 0 0 0,1-6 0 0 0,-2 9-136 0 0,1 0-1 0 0,-1 0 0 0 0,0 0 1 0 0,0 0-1 0 0,1 0 0 0 0,-1 0 1 0 0,0 0-1 0 0,1 0 0 0 0,-1 0 0 0 0,1 0 1 0 0,-1 1-1 0 0,1-1 0 0 0,0 0 1 0 0,-1 0-1 0 0,1 0 0 0 0,0 1 1 0 0,0-1-1 0 0,-1 0 0 0 0,1 1 1 0 0,0-1-1 0 0,0 1 0 0 0,0-1 0 0 0,0 1 1 0 0,0-1-1 0 0,0 1 0 0 0,0 0 1 0 0,0-1-1 0 0,0 1 0 0 0,0 0 1 0 0,0 0-1 0 0,0 0 0 0 0,0-1 0 0 0,0 1 1 0 0,0 0-1 0 0,0 0 0 0 0,0 1 1 0 0,0-1-1 0 0,0 0 0 0 0,0 0 1 0 0,0 0-1 0 0,0 1 0 0 0,0-1 1 0 0,0 1-1 0 0,0-1 0 0 0,0 0 0 0 0,0 1 1 0 0,-1 0-1 0 0,1-1 0 0 0,1 2 1 0 0,8 4 103 0 0,-2 0 0 0 0,1 0 0 0 0,13 14 1 0 0,-19-18-92 0 0,54 53 80 0 0,-28-25-160 0 0,2-1-1 0 0,1-2 1 0 0,1-1 0 0 0,69 42 0 0 0,-92-64-3 0 0,0 0 1 0 0,0 0-1 0 0,0-1 0 0 0,1-1 1 0 0,0 1-1 0 0,-1-2 0 0 0,1 1 0 0 0,0-1 1 0 0,15-1-1 0 0,-24-1-1 0 0,0 1-1 0 0,0 0 1 0 0,-1-1-1 0 0,1 0 1 0 0,0 1 0 0 0,0-1-1 0 0,0 0 1 0 0,-1 0 0 0 0,1 0-1 0 0,0 0 1 0 0,-1 0 0 0 0,1 0-1 0 0,-1-1 1 0 0,1 1 0 0 0,-1 0-1 0 0,0-1 1 0 0,0 1 0 0 0,1-1-1 0 0,-1 0 1 0 0,0 1-1 0 0,0-1 1 0 0,0 0 0 0 0,-1 1-1 0 0,1-1 1 0 0,0 0 0 0 0,-1 0-1 0 0,1 0 1 0 0,-1 0 0 0 0,0 0-1 0 0,1 0 1 0 0,-1-3 0 0 0,0-3 212 0 0,1-1 0 0 0,-1 1 0 0 0,-1 0 0 0 0,0 0 0 0 0,0 0 0 0 0,-3-11 0 0 0,-43-143 1503 0 0,-20-78-936 0 0,55 187-2162 0 0,2 0 0 0 0,-3-83-1 0 0,12 112-5217 0 0</inkml:trace>
</inkml:ink>
</file>

<file path=ppt/ink/ink2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0.9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7370 0 0,'2'7'638'0'0,"0"0"0"0"0,0-1 0 0 0,0 1 1 0 0,1-1-1 0 0,0 0 0 0 0,1 0 0 0 0,7 11 1 0 0,4 8 197 0 0,50 98 478 0 0,-17-46-3368 0 0</inkml:trace>
</inkml:ink>
</file>

<file path=ppt/ink/ink2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1.3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78 86 10594 0 0,'-7'-4'176'0'0,"0"0"-1"0"0,1 0 1 0 0,0-1-1 0 0,0 0 1 0 0,0 0-1 0 0,1 0 1 0 0,-1-1-1 0 0,1 0 1 0 0,1 0 0 0 0,-1 0-1 0 0,1-1 1 0 0,-6-12-1 0 0,10 19-166 0 0,0 0-1 0 0,0 1 1 0 0,0-1 0 0 0,0 0-1 0 0,0 0 1 0 0,0 0 0 0 0,0 0-1 0 0,1 0 1 0 0,-1 0-1 0 0,0 0 1 0 0,0 0 0 0 0,0 0-1 0 0,0 0 1 0 0,0 0 0 0 0,0 0-1 0 0,0 0 1 0 0,0 0 0 0 0,0-1-1 0 0,1 1 1 0 0,-1 0-1 0 0,0 0 1 0 0,0 0 0 0 0,0 0-1 0 0,0 0 1 0 0,0 0 0 0 0,0 0-1 0 0,0 0 1 0 0,0 0 0 0 0,0 0-1 0 0,0 0 1 0 0,0 0-1 0 0,1 0 1 0 0,-1 0 0 0 0,0-1-1 0 0,0 1 1 0 0,0 0 0 0 0,0 0-1 0 0,0 0 1 0 0,0 0 0 0 0,0 0-1 0 0,0 0 1 0 0,0 0-1 0 0,0 0 1 0 0,0 0 0 0 0,0-1-1 0 0,0 1 1 0 0,0 0 0 0 0,0 0-1 0 0,0 0 1 0 0,0 0-1 0 0,0 0 1 0 0,0 0 0 0 0,0 0-1 0 0,0 0 1 0 0,0 0 0 0 0,0-1-1 0 0,0 1 1 0 0,0 0 0 0 0,0 0-1 0 0,-1 0 1 0 0,1 0-1 0 0,0 0 1 0 0,0 0 0 0 0,0 0-1 0 0,0 0 1 0 0,0 0 0 0 0,0 0-1 0 0,0 0 1 0 0,0 0 0 0 0,9 6-26 0 0,10 12-526 0 0,38 52-4756 0 0,-34-41 2550 0 0</inkml:trace>
</inkml:ink>
</file>

<file path=ppt/ink/ink2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1.6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88 2761 0 0,'4'-2'1812'0'0,"-3"2"-1758"0"0,-1-1 1 0 0,0 1-1 0 0,0 0 1 0 0,1-1-1 0 0,-1 1 1 0 0,0 0-1 0 0,1 0 1 0 0,-1 0-1 0 0,0-1 1 0 0,1 1-1 0 0,-1 0 1 0 0,0 0-1 0 0,1 0 1 0 0,-1 0-1 0 0,1-1 1 0 0,-1 1-1 0 0,0 0 1 0 0,1 0-1 0 0,-1 0 1 0 0,1 0-1 0 0,-1 0 1 0 0,1 0-1 0 0,-1 0 1 0 0,0 0-1 0 0,1 0 1 0 0,-1 1-1 0 0,1-1 1 0 0,-1 0-1 0 0,0 0 1 0 0,1 0-1 0 0,-1 0 1 0 0,0 0-1 0 0,1 1 1 0 0,-1-1-1 0 0,0 0 1 0 0,1 0-1 0 0,-1 1 1 0 0,0-1-1 0 0,1 0 1 0 0,-1 1-1 0 0,0-1 1 0 0,0 0-1 0 0,1 1 1 0 0,6 6 223 0 0,0 0 0 0 0,0 1 1 0 0,0 0-1 0 0,-1 0 0 0 0,-1 1 0 0 0,1 0 1 0 0,-2 0-1 0 0,1 0 0 0 0,6 19 0 0 0,-7-18-172 0 0,0 0 0 0 0,0 0-1 0 0,1 0 1 0 0,0-1-1 0 0,1 0 1 0 0,0 0-1 0 0,0 0 1 0 0,11 10 0 0 0,-17-19-107 0 0,1 1-1 0 0,-1 0 1 0 0,1-1 0 0 0,-1 1 0 0 0,1-1 0 0 0,0 1 0 0 0,-1-1 0 0 0,1 1 0 0 0,0-1 0 0 0,-1 1 0 0 0,1-1-1 0 0,0 0 1 0 0,0 1 0 0 0,-1-1 0 0 0,1 0 0 0 0,0 0 0 0 0,0 1 0 0 0,0-1 0 0 0,0 0 0 0 0,-1 0 0 0 0,1 0 0 0 0,0 0-1 0 0,0 0 1 0 0,0 0 0 0 0,0 0 0 0 0,0-1 0 0 0,0 1 4 0 0,0-1-1 0 0,-1 0 0 0 0,1 0 1 0 0,0 0-1 0 0,-1 1 1 0 0,1-1-1 0 0,-1 0 1 0 0,1 0-1 0 0,-1 0 1 0 0,0 0-1 0 0,1 0 1 0 0,-1 0-1 0 0,0 0 1 0 0,0 0-1 0 0,0 0 1 0 0,1 0-1 0 0,-1-2 1 0 0,-4-55 185 0 0,3 49-141 0 0,-6-37-51 0 0,4 33 319 0 0,1 0 0 0 0,1-1 0 0 0,0 1 0 0 0,0 0 0 0 0,1-1 0 0 0,4-26 0 0 0,-3 38-232 0 0,-1 0 1 0 0,0 1 0 0 0,1-1-1 0 0,-1 0 1 0 0,1 0 0 0 0,-1 0-1 0 0,1 1 1 0 0,0-1 0 0 0,0 0-1 0 0,0 1 1 0 0,0-1-1 0 0,0 1 1 0 0,0-1 0 0 0,0 1-1 0 0,0-1 1 0 0,1 1 0 0 0,-1 0-1 0 0,1 0 1 0 0,-1 0 0 0 0,1-1-1 0 0,-1 1 1 0 0,1 1 0 0 0,0-1-1 0 0,-1 0 1 0 0,1 0-1 0 0,0 1 1 0 0,0-1 0 0 0,-1 1-1 0 0,1-1 1 0 0,0 1 0 0 0,0 0-1 0 0,0-1 1 0 0,2 1 0 0 0,0 1-22 0 0,0 0 0 0 0,0 0 0 0 0,-1 0 0 0 0,1 1 1 0 0,0-1-1 0 0,-1 1 0 0 0,1-1 0 0 0,-1 1 1 0 0,0 1-1 0 0,0-1 0 0 0,0 0 0 0 0,0 1 1 0 0,0-1-1 0 0,0 1 0 0 0,2 3 0 0 0,9 13-149 0 0,0 0 0 0 0,14 31-1 0 0,-10-18-283 0 0,-1-4-67 0 0</inkml:trace>
</inkml:ink>
</file>

<file path=ppt/ink/ink2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4.2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13 100 10594 0 0,'-1'-1'108'0'0,"0"1"0"0"0,0-1-1 0 0,0 1 1 0 0,1-1-1 0 0,-1 0 1 0 0,0 0 0 0 0,0 1-1 0 0,1-1 1 0 0,-1 0 0 0 0,0 0-1 0 0,1 0 1 0 0,-1 0 0 0 0,1 0-1 0 0,-1 1 1 0 0,1-1-1 0 0,0 0 1 0 0,-1 0 0 0 0,1 0-1 0 0,0 0 1 0 0,0 0 0 0 0,0-1-1 0 0,0 1 1 0 0,-1 0 0 0 0,1 0-1 0 0,1 0 1 0 0,-1 0 0 0 0,0 0-1 0 0,0 0 1 0 0,0 0-1 0 0,0 0 1 0 0,1-1 0 0 0,0 2-2 0 0,-1-1 0 0 0,1 0 0 0 0,0 1 0 0 0,-1-1 0 0 0,1 1 0 0 0,0-1 0 0 0,-1 1 0 0 0,1-1 0 0 0,0 1 1 0 0,0 0-1 0 0,-1-1 0 0 0,1 1 0 0 0,0 0 0 0 0,0 0 0 0 0,0 0 0 0 0,0-1 0 0 0,-1 1 0 0 0,1 0 0 0 0,0 0 0 0 0,0 0 0 0 0,0 0 0 0 0,0 0 1 0 0,0 1-1 0 0,-1-1 0 0 0,1 0 0 0 0,0 0 0 0 0,0 1 0 0 0,0-1 0 0 0,-1 0 0 0 0,1 1 0 0 0,0-1 0 0 0,0 0 0 0 0,-1 1 0 0 0,1-1 1 0 0,0 1-1 0 0,-1 0 0 0 0,1-1 0 0 0,0 2 0 0 0,38 29 733 0 0,66 71 1 0 0,-47-43-491 0 0,50 48-30 0 0,102 97 323 0 0,-206-200-594 0 0,0 0 1 0 0,1-1-1 0 0,-1 0 1 0 0,1 0-1 0 0,0 0 1 0 0,0-1-1 0 0,0 0 1 0 0,0 0-1 0 0,6 2 1 0 0,-10-4-37 0 0,1 1 1 0 0,-1-1 0 0 0,0 0 0 0 0,1 0 0 0 0,-1 0 0 0 0,0 0-1 0 0,1 0 1 0 0,-1 0 0 0 0,0 0 0 0 0,1-1 0 0 0,-1 1-1 0 0,0 0 1 0 0,0-1 0 0 0,1 1 0 0 0,-1-1 0 0 0,0 1 0 0 0,0-1-1 0 0,0 0 1 0 0,1 1 0 0 0,-1-1 0 0 0,0 0 0 0 0,0 0-1 0 0,0 0 1 0 0,0 0 0 0 0,-1 0 0 0 0,1 0 0 0 0,0 0-1 0 0,0 0 1 0 0,0 0 0 0 0,-1 0 0 0 0,1-1 0 0 0,-1 1 0 0 0,1 0-1 0 0,-1 0 1 0 0,1-1 0 0 0,-1 1 0 0 0,0 0 0 0 0,0-1-1 0 0,1 1 1 0 0,-1 0 0 0 0,0-1 0 0 0,-1-1 0 0 0,4-41 167 0 0,-3 1 0 0 0,-10-85 0 0 0,1 28-143 0 0,5-67-835 0 0,7 97-6161 0 0,-1 51 492 0 0</inkml:trace>
</inkml:ink>
</file>

<file path=ppt/ink/ink2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4.6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72 116 2304 0 0,'-15'-20'2555'0'0,"13"17"-1963"0"0,0 0 1 0 0,1 0-1 0 0,-1 1 0 0 0,0-1 1 0 0,-1 0-1 0 0,1 1 0 0 0,0 0 1 0 0,-1 0-1 0 0,1-1 0 0 0,-1 1 1 0 0,0 1-1 0 0,1-1 1 0 0,-1 0-1 0 0,-4-1 0 0 0,7 3-480 0 0,-1 0-1 0 0,1 1 0 0 0,0-1 0 0 0,-1 0 1 0 0,1 0-1 0 0,0 1 0 0 0,-1-1 0 0 0,1 0 1 0 0,0 0-1 0 0,0 1 0 0 0,-1-1 0 0 0,1 0 1 0 0,0 1-1 0 0,0-1 0 0 0,0 0 1 0 0,-1 1-1 0 0,1-1 0 0 0,0 1 0 0 0,0-1 1 0 0,0 0-1 0 0,0 1 0 0 0,0-1 0 0 0,0 0 1 0 0,0 1-1 0 0,0-1 0 0 0,0 1 0 0 0,0-1 1 0 0,0 0-1 0 0,0 1 0 0 0,0-1 1 0 0,0 1-1 0 0,0-1 0 0 0,0 0 0 0 0,0 1 1 0 0,0-1-1 0 0,1 1 0 0 0,-1-1 0 0 0,0 0 1 0 0,1 1-1 0 0,5 23 581 0 0,-5-22-440 0 0,4 14-83 0 0,0-1 1 0 0,2 1 0 0 0,0-2 0 0 0,0 1-1 0 0,2-1 1 0 0,0 0 0 0 0,20 24 0 0 0,-25-33-173 0 0,0 0 0 0 0,0-1 0 0 0,0 0 1 0 0,1 0-1 0 0,-1 0 0 0 0,1-1 1 0 0,0 1-1 0 0,0-1 0 0 0,0 0 0 0 0,1-1 1 0 0,-1 1-1 0 0,1-1 0 0 0,-1 0 0 0 0,1-1 1 0 0,0 1-1 0 0,0-1 0 0 0,-1 0 0 0 0,1 0 1 0 0,0-1-1 0 0,0 0 0 0 0,0 0 1 0 0,0 0-1 0 0,0-1 0 0 0,11-2 0 0 0,-14 2 3 0 0,0 0 1 0 0,1-1-1 0 0,-1 1 0 0 0,0-1 0 0 0,0 0 0 0 0,0 0 0 0 0,-1 0 0 0 0,1 0 0 0 0,0 0 0 0 0,-1 0 0 0 0,1-1 0 0 0,-1 0 1 0 0,0 1-1 0 0,0-1 0 0 0,0 0 0 0 0,0 0 0 0 0,0 0 0 0 0,-1 0 0 0 0,1 0 0 0 0,-1-1 0 0 0,0 1 0 0 0,0 0 0 0 0,0-1 1 0 0,0 1-1 0 0,-1 0 0 0 0,1-1 0 0 0,-1 1 0 0 0,0-1 0 0 0,0 1 0 0 0,-1-5 0 0 0,1-2-3 0 0,-2 1 0 0 0,1 0 0 0 0,-1 0 0 0 0,0-1-1 0 0,-1 1 1 0 0,0 0 0 0 0,-1 1 0 0 0,0-1 0 0 0,0 1 0 0 0,-6-9-1 0 0,4 9-106 0 0,0 0 0 0 0,0 0 0 0 0,-1 1 0 0 0,0-1-1 0 0,-1 2 1 0 0,1-1 0 0 0,-1 1 0 0 0,-1 0-1 0 0,1 1 1 0 0,-18-9 0 0 0,19 11-195 0 0,0 1 0 0 0,1 0 0 0 0,-1 0 1 0 0,0 0-1 0 0,0 1 0 0 0,0 0 0 0 0,0 0 0 0 0,0 1 0 0 0,0 0 1 0 0,0 0-1 0 0,-1 1 0 0 0,1 0 0 0 0,0 0 0 0 0,0 0 0 0 0,1 1 1 0 0,-11 4-1 0 0,-2 2-1505 0 0,1-1-2764 0 0</inkml:trace>
</inkml:ink>
</file>

<file path=ppt/ink/ink2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5.0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90 5529 0 0,'44'32'3809'0'0,"-35"-20"-2990"0"0,-1-1 1 0 0,0 2-1 0 0,0-1 0 0 0,-1 1 1 0 0,9 25-1 0 0,-11-27-680 0 0,-1 1 0 0 0,2-1 0 0 0,-1 0-1 0 0,2 0 1 0 0,-1-1 0 0 0,1 0 0 0 0,1 0 0 0 0,13 13-1 0 0,-20-21-140 0 0,0-1 0 0 0,1 0 0 0 0,-1 0 0 0 0,1 0 0 0 0,-1 0 0 0 0,1 0 0 0 0,-1 0 0 0 0,1 0 0 0 0,0 0-1 0 0,-1 0 1 0 0,1-1 0 0 0,0 1 0 0 0,-1-1 0 0 0,1 1 0 0 0,0-1 0 0 0,0 0 0 0 0,0 0 0 0 0,-1 0 0 0 0,1 0 0 0 0,0 0-1 0 0,0 0 1 0 0,3-1 0 0 0,-3 0-37 0 0,0 0 0 0 0,0 0 0 0 0,0 0 0 0 0,0-1 0 0 0,-1 1 0 0 0,1-1 0 0 0,0 1 0 0 0,-1-1 0 0 0,1 0 0 0 0,-1 0 0 0 0,1 0 1 0 0,-1 0-1 0 0,0 0 0 0 0,0 0 0 0 0,1-3 0 0 0,4-10-228 0 0,-1 0 1 0 0,-1 0 0 0 0,0-1 0 0 0,1-17 0 0 0,-3 25 216 0 0,4-33 100 0 0,-3 15 182 0 0,2 1 0 0 0,0-1 0 0 0,16-45-1 0 0,-20 70-176 0 0,-1 0-1 0 0,1-1 0 0 0,-1 1 1 0 0,1 0-1 0 0,-1 0 0 0 0,1-1 0 0 0,0 1 1 0 0,0 0-1 0 0,0 0 0 0 0,0 0 1 0 0,-1 0-1 0 0,1 0 0 0 0,1 0 0 0 0,-1 1 1 0 0,0-1-1 0 0,0 0 0 0 0,0 0 1 0 0,0 1-1 0 0,0-1 0 0 0,1 1 0 0 0,-1-1 1 0 0,0 1-1 0 0,1-1 0 0 0,-1 1 1 0 0,0 0-1 0 0,1-1 0 0 0,-1 1 0 0 0,0 0 1 0 0,1 0-1 0 0,-1 0 0 0 0,0 0 1 0 0,1 1-1 0 0,-1-1 0 0 0,0 0 0 0 0,1 0 1 0 0,-1 1-1 0 0,0-1 0 0 0,1 1 1 0 0,-1-1-1 0 0,0 1 0 0 0,0 0 0 0 0,0-1 1 0 0,1 1-1 0 0,-1 0 0 0 0,1 1 1 0 0,8 5 186 0 0,0 2 1 0 0,0-1-1 0 0,-1 1 0 0 0,9 11 1 0 0,-5-6-58 0 0,16 18-33 0 0,0-1-1079 0 0,-8-12-3939 0 0</inkml:trace>
</inkml:ink>
</file>

<file path=ppt/ink/ink2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5.4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30 133 3225 0 0,'-9'-27'382'0'0,"-7"-39"0"0"0,12 27 3744 0 0,11 56 326 0 0,8 24-2531 0 0,8 33-206 0 0,37 83 0 0 0,-4-48-2376 0 0,-36-77-1600 0 0,31 38 0 0 0,-29-43-3208 0 0</inkml:trace>
</inkml:ink>
</file>

<file path=ppt/ink/ink2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5.8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4 315 3225 0 0,'-1'-2'104'0'0,"1"0"0"0"0,-1 1 0 0 0,1-1 0 0 0,-1 0 0 0 0,1 0 1 0 0,0 1-1 0 0,-1-1 0 0 0,1 0 0 0 0,0 0 0 0 0,0 0 0 0 0,0 1 0 0 0,0-1 1 0 0,1 0-1 0 0,-1 0 0 0 0,0 0 0 0 0,1 1 0 0 0,0-1 0 0 0,-1 0 0 0 0,1 0 1 0 0,0 1-1 0 0,0-1 0 0 0,0 1 0 0 0,0-1 0 0 0,1-1 0 0 0,34-41 1952 0 0,-27 34-1634 0 0,33-32 772 0 0,88-69 1 0 0,-81 71-2073 0 0,-20 17 367 0 0</inkml:trace>
</inkml:ink>
</file>

<file path=ppt/ink/ink2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59.6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219 26 2761 0 0,'-3'-3'247'0'0,"-1"1"1"0"0,1-1 0 0 0,-1 1-1 0 0,0-1 1 0 0,0 1 0 0 0,0 0-1 0 0,0 1 1 0 0,0-1 0 0 0,0 1-1 0 0,0 0 1 0 0,0 0 0 0 0,-1 0-1 0 0,1 0 1 0 0,-1 1 0 0 0,1 0-1 0 0,0 0 1 0 0,-1 0 0 0 0,1 0-1 0 0,0 1 1 0 0,-1 0 0 0 0,1-1-1 0 0,0 2 1 0 0,-1-1 0 0 0,1 0-1 0 0,0 1 1 0 0,0 0 0 0 0,0 0-1 0 0,1 0 1 0 0,-1 0 0 0 0,0 1-1 0 0,1 0 1 0 0,-4 3 0 0 0,-1 1-3 0 0,1 1 0 0 0,0-1 0 0 0,1 2 0 0 0,0-1 0 0 0,0 1 0 0 0,1 0 1 0 0,0 0-1 0 0,1 0 0 0 0,0 1 0 0 0,0-1 0 0 0,1 1 0 0 0,-4 20 0 0 0,2 3-7 0 0,2 0 0 0 0,1 0 0 0 0,2 0 0 0 0,7 63 0 0 0,-3-72-151 0 0,0-1-1 0 0,1 1 1 0 0,2-1-1 0 0,0-1 1 0 0,1 1-1 0 0,2-1 1 0 0,19 34-1 0 0,-25-50-71 0 0,1 0 0 0 0,-1-1 0 0 0,2 1 0 0 0,-1-1 0 0 0,0 0 0 0 0,1-1 1 0 0,0 1-1 0 0,0-1 0 0 0,0 0 0 0 0,1-1 0 0 0,-1 1 0 0 0,1-1 0 0 0,0 0 0 0 0,12 2 0 0 0,-4-1-34 0 0,1-1 1 0 0,-1 0-1 0 0,1-1 0 0 0,0-1 0 0 0,30-2 0 0 0,-45 1 17 0 0,0 0 0 0 0,0 0 0 0 0,0 0 0 0 0,0 0-1 0 0,0 0 1 0 0,0 0 0 0 0,0 0 0 0 0,0 0-1 0 0,1 0 1 0 0,-1-1 0 0 0,0 1 0 0 0,0 0-1 0 0,0-1 1 0 0,0 1 0 0 0,0-1 0 0 0,0 1 0 0 0,0-1-1 0 0,0 0 1 0 0,-1 1 0 0 0,1-1 0 0 0,0 0-1 0 0,0 0 1 0 0,0 1 0 0 0,-1-1 0 0 0,1 0-1 0 0,0 0 1 0 0,-1 0 0 0 0,1 0 0 0 0,-1 0 0 0 0,1-1-1 0 0,-1 1 3 0 0,0-1 0 0 0,-1 1 0 0 0,1 0 0 0 0,0-1 0 0 0,-1 1 0 0 0,1 0-1 0 0,-1-1 1 0 0,0 1 0 0 0,1 0 0 0 0,-1 0 0 0 0,0 0 0 0 0,0-1 0 0 0,0 1 0 0 0,0 0-1 0 0,0 0 1 0 0,0 0 0 0 0,0 1 0 0 0,0-1 0 0 0,0 0 0 0 0,0 0 0 0 0,-1 1 0 0 0,0-2-1 0 0,-17-8-44 0 0,2-2 0 0 0,-1 0 0 0 0,-18-17 0 0 0,30 22 38 0 0,0 1-1 0 0,1-1 0 0 0,-1 0 1 0 0,1 0-1 0 0,0 0 1 0 0,1-1-1 0 0,0 1 0 0 0,0-1 1 0 0,1 0-1 0 0,-4-14 0 0 0,5 14 2 0 0,1 1 0 0 0,0-1 0 0 0,1 0 0 0 0,0 0 0 0 0,0 1 0 0 0,0-1 0 0 0,1 0-1 0 0,0 0 1 0 0,1 1 0 0 0,0-1 0 0 0,0 1 0 0 0,0-1 0 0 0,1 1 0 0 0,5-10 0 0 0,-4 9 11 0 0,0 1 0 0 0,1-1 0 0 0,0 1 0 0 0,0 0 0 0 0,1 0 0 0 0,-1 1 0 0 0,1-1 0 0 0,1 1 0 0 0,-1 1 0 0 0,1-1 0 0 0,0 1 0 0 0,15-8 0 0 0,-19 12 2 0 0,-1-1-1 0 0,1 2 1 0 0,-1-1 0 0 0,1 0 0 0 0,0 0 0 0 0,-1 1-1 0 0,1-1 1 0 0,0 1 0 0 0,-1 0 0 0 0,1 0 0 0 0,0 0 0 0 0,-1 0-1 0 0,1 1 1 0 0,0-1 0 0 0,-1 1 0 0 0,1-1 0 0 0,3 3 0 0 0,-1-1-2 0 0,-1 0 1 0 0,0 0 0 0 0,0 1-1 0 0,0 0 1 0 0,0 0 0 0 0,-1 0 0 0 0,1 0-1 0 0,-1 1 1 0 0,4 4 0 0 0,5 8 12 0 0,-1 1 0 0 0,-1 1 0 0 0,14 32 0 0 0,-20-41-4 0 0,8 18-1 0 0,1-1 0 0 0,1 0 0 0 0,1-1 0 0 0,25 30-1 0 0,-22-37 215 0 0,-4-5-949 0 0,-5-2-3362 0 0</inkml:trace>
</inkml:ink>
</file>

<file path=ppt/ink/ink2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0.0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3681 0 0,'7'7'955'0'0,"-2"-2"-309"0"0,0 0 0 0 0,0 1 0 0 0,0-1 0 0 0,5 9 0 0 0,6 24 189 0 0,-1 1 1 0 0,-2 0 0 0 0,-2 0-1 0 0,8 52 1 0 0,-4-19-737 0 0,25 63-519 0 0,-36-123 51 0 0</inkml:trace>
</inkml:ink>
</file>

<file path=ppt/ink/ink2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0.3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7 263 3225 0 0,'1'0'2'0'0,"-1"-1"0"0"0,0 1 0 0 0,0 0 0 0 0,0 0 0 0 0,0 0 0 0 0,0-1 0 0 0,0 1 0 0 0,0 0 0 0 0,0 0 0 0 0,0 0 0 0 0,0 0 0 0 0,0-1 0 0 0,0 1 0 0 0,-1 0 0 0 0,1 0 1 0 0,0 0-1 0 0,0 0 0 0 0,0-1 0 0 0,0 1 0 0 0,0 0 0 0 0,0 0 0 0 0,0 0 0 0 0,0 0 0 0 0,0 0 0 0 0,-1-1 0 0 0,1 1 0 0 0,0 0 0 0 0,0 0 0 0 0,0 0 0 0 0,0 0 0 0 0,0 0 0 0 0,-1 0 0 0 0,1 0 1 0 0,0 0-1 0 0,0 0 0 0 0,0-1 0 0 0,0 1 0 0 0,-1 0 0 0 0,1 0 0 0 0,0 0 0 0 0,0 0 0 0 0,0 0 0 0 0,0 0 0 0 0,-1 0 0 0 0,1 0 0 0 0,0 0 0 0 0,0 0 0 0 0,0 0 0 0 0,-1 0 0 0 0,1 1 0 0 0,0-1 0 0 0,0 0 1 0 0,0 0-1 0 0,0 0 0 0 0,0 0 0 0 0,-1 0 0 0 0,1 0 0 0 0,0 0 0 0 0,0 0 0 0 0,0 0 0 0 0,0 1 0 0 0,0-1 0 0 0,-1 0 0 0 0,3 10 4458 0 0,-1-9-4266 0 0,123 94 2930 0 0,-69-54-2513 0 0,-49-37-592 0 0,0 0 0 0 0,0 0 0 0 0,1 0-1 0 0,0-1 1 0 0,-1 0 0 0 0,1 0 0 0 0,0-1 0 0 0,0 0 0 0 0,0 0-1 0 0,1 0 1 0 0,12 0 0 0 0,-18-2 23 0 0,1 0 0 0 0,0 0 0 0 0,-1 0 0 0 0,1-1 0 0 0,-1 1 0 0 0,1-1 0 0 0,0 0 0 0 0,-1 1 0 0 0,0-1 0 0 0,1 0 0 0 0,-1-1 0 0 0,1 1 0 0 0,-1 0 0 0 0,0-1 0 0 0,0 1 0 0 0,0-1 0 0 0,0 0 0 0 0,0 0 0 0 0,0 1 0 0 0,0-1 0 0 0,-1 0 0 0 0,1-1 0 0 0,-1 1 0 0 0,1 0 0 0 0,-1 0 0 0 0,0-1 0 0 0,0 1 0 0 0,0-1 0 0 0,0 1 0 0 0,0-1 0 0 0,-1 1 0 0 0,1-1 0 0 0,-1 1 0 0 0,1-1 0 0 0,-1-3 0 0 0,1-5 166 0 0,-1 0-1 0 0,0 1 1 0 0,-1-1 0 0 0,0 0-1 0 0,-1 1 1 0 0,0-1 0 0 0,-6-17 0 0 0,-33-73 1998 0 0,22 57-1825 0 0,8 22-1084 0 0,0 0-1 0 0,-1 1 1 0 0,-25-33 0 0 0,28 42-4766 0 0</inkml:trace>
</inkml:ink>
</file>

<file path=ppt/ink/ink2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0.7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5529 0 0,'0'0'1068'0'0,"4"18"2193"0"0,14 15-1586 0 0,33 44 0 0 0,-31-50-1455 0 0,-1 2-1 0 0,19 40 1 0 0,-18-22-303 0 0,7 15-12 0 0,-4-23-3859 0 0</inkml:trace>
</inkml:ink>
</file>

<file path=ppt/ink/ink2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1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63 1840 0 0,'0'-3'231'0'0,"0"0"-1"0"0,0 0 1 0 0,0 1-1 0 0,0-1 1 0 0,1 0-1 0 0,-1 1 1 0 0,1-1-1 0 0,-1 0 1 0 0,1 1-1 0 0,0-1 1 0 0,0 1-1 0 0,0-1 1 0 0,1 1-1 0 0,-1-1 1 0 0,0 1-1 0 0,1 0 0 0 0,0 0 1 0 0,3-4-1 0 0,-3 4-41 0 0,0 1-1 0 0,0 0 0 0 0,0 0 1 0 0,1 0-1 0 0,-1 0 1 0 0,0 0-1 0 0,1 1 0 0 0,-1-1 1 0 0,0 1-1 0 0,1-1 0 0 0,-1 1 1 0 0,1 0-1 0 0,-1 0 0 0 0,1 0 1 0 0,-1 0-1 0 0,5 1 0 0 0,2 1 83 0 0,1 1 0 0 0,-1 0 0 0 0,0 0 0 0 0,-1 1 0 0 0,1 0 0 0 0,0 1 0 0 0,-1-1 0 0 0,0 2 0 0 0,7 5 0 0 0,-5-2-183 0 0,-1 1 1 0 0,0 0 0 0 0,-1 0-1 0 0,0 1 1 0 0,0 0-1 0 0,-1 0 1 0 0,-1 1 0 0 0,0-1-1 0 0,5 15 1 0 0,-5-10-65 0 0,0 0 1 0 0,-1 1-1 0 0,-1 0 0 0 0,-1 0 0 0 0,0 0 1 0 0,0 26-1 0 0,-4-26 20 0 0,0 0 1 0 0,-2 0-1 0 0,0 0 1 0 0,0 0-1 0 0,-2-1 1 0 0,-7 21-1 0 0,-49 92 214 0 0,51-110-395 0 0</inkml:trace>
</inkml:ink>
</file>

<file path=ppt/ink/ink2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4.2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1 3225 0 0,'-10'0'8513'0'0,"11"14"-8835"0"0,0 59 2995 0 0,18 130 0 0 0,-1-120-2745 0 0,44 121 0 0 0,-50-175-2612 0 0</inkml:trace>
</inkml:ink>
</file>

<file path=ppt/ink/ink2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4.7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328 182 4145 0 0,'-10'-4'314'0'0,"0"0"0"0"0,0 1-1 0 0,-1 0 1 0 0,1 1 0 0 0,0 0 0 0 0,-1 1 0 0 0,0 0-1 0 0,1 1 1 0 0,-1 0 0 0 0,0 0 0 0 0,1 1 0 0 0,-1 1 0 0 0,1-1-1 0 0,-1 2 1 0 0,1 0 0 0 0,0 0 0 0 0,0 1 0 0 0,0 0-1 0 0,0 0 1 0 0,1 1 0 0 0,-1 1 0 0 0,1-1 0 0 0,1 2 0 0 0,-1-1-1 0 0,1 1 1 0 0,0 0 0 0 0,1 1 0 0 0,0 0 0 0 0,0 0-1 0 0,0 1 1 0 0,-6 11 0 0 0,10-13-152 0 0,0 1-1 0 0,0-1 1 0 0,0 1-1 0 0,1 0 1 0 0,1 0-1 0 0,-1 0 1 0 0,1 0-1 0 0,1 0 1 0 0,-1 10-1 0 0,3 14 25 0 0,5 32-1 0 0,-4-39-199 0 0,2 16 23 0 0,2 0 0 0 0,2 0 0 0 0,1-1-1 0 0,2-1 1 0 0,2 0 0 0 0,26 52 0 0 0,-27-67-30 0 0,1-1 1 0 0,0-1 0 0 0,2 0-1 0 0,0-2 1 0 0,2 1 0 0 0,0-2-1 0 0,1-1 1 0 0,1 0 0 0 0,0-1-1 0 0,2-1 1 0 0,24 14 0 0 0,-25-18-40 0 0,1 0 0 0 0,0-1 1 0 0,1-2-1 0 0,-1 0 0 0 0,2-2 0 0 0,40 9 1 0 0,-53-15 3 0 0,0 0 1 0 0,0 0-1 0 0,0-1 1 0 0,0 0-1 0 0,0-1 1 0 0,0-1-1 0 0,0 0 1 0 0,0 0-1 0 0,0-1 1 0 0,-1 0 0 0 0,1-1-1 0 0,-1 0 1 0 0,0-1-1 0 0,0 0 1 0 0,-1 0-1 0 0,1-1 1 0 0,9-8-1 0 0,-7 2 36 0 0,1 0-1 0 0,-1 0 0 0 0,-1-1 1 0 0,0-1-1 0 0,-1 0 0 0 0,-1 0 1 0 0,0-1-1 0 0,-1-1 1 0 0,-1 1-1 0 0,0-1 0 0 0,-1 0 1 0 0,0-1-1 0 0,5-32 0 0 0,-5 15 35 0 0,-1-1 0 0 0,-2 0-1 0 0,-1-1 1 0 0,-2 1 0 0 0,-9-66 0 0 0,0 55 351 0 0,-2 0 0 0 0,-2 1 0 0 0,-3 0 1 0 0,-1 1-1 0 0,-2 1 0 0 0,-28-46 0 0 0,30 55 12 0 0,5 10 121 0 0,-1 0 0 0 0,-1 1 0 0 0,-29-37 0 0 0,39 54-415 0 0,-1 1 0 0 0,-1 0-1 0 0,1 0 1 0 0,0 0 0 0 0,-1 1 0 0 0,0 0-1 0 0,0 0 1 0 0,0 0 0 0 0,-1 1-1 0 0,1 0 1 0 0,-1 0 0 0 0,0 1 0 0 0,0-1-1 0 0,0 2 1 0 0,0-1 0 0 0,0 1 0 0 0,0 0-1 0 0,-14 0 1 0 0,7 2-22 0 0,0 1 0 0 0,1 0 0 0 0,-1 1 0 0 0,1 0 0 0 0,-1 1 0 0 0,1 1 0 0 0,0 0 0 0 0,1 0 0 0 0,-17 11-1 0 0,20-11-240 0 0,0 1 0 0 0,1 0 0 0 0,0 0-1 0 0,0 0 1 0 0,1 1 0 0 0,0 0-1 0 0,0 1 1 0 0,0 0 0 0 0,1 0-1 0 0,0 0 1 0 0,1 1 0 0 0,0-1-1 0 0,-6 15 1 0 0,3 4-6665 0 0</inkml:trace>
</inkml:ink>
</file>

<file path=ppt/ink/ink2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5.5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49 167 2761 0 0,'-25'10'1988'0'0,"24"-10"-1794"0"0,0 1 0 0 0,0-1 0 0 0,0 1 0 0 0,0-1-1 0 0,0 0 1 0 0,0 1 0 0 0,-1-1 0 0 0,1 0-1 0 0,0 0 1 0 0,0 0 0 0 0,0 0 0 0 0,0 0-1 0 0,-1 0 1 0 0,1 0 0 0 0,0 0 0 0 0,0-1 0 0 0,0 1-1 0 0,-2-1 1 0 0,3 0-59 0 0,0 0-1 0 0,0 0 0 0 0,0 0 1 0 0,1 0-1 0 0,-1 0 1 0 0,0 0-1 0 0,1 1 0 0 0,-1-1 1 0 0,1 0-1 0 0,-1 0 1 0 0,1 0-1 0 0,-1 1 1 0 0,1-1-1 0 0,0 0 0 0 0,-1 0 1 0 0,1 1-1 0 0,0-1 1 0 0,0 1-1 0 0,-1-1 0 0 0,1 1 1 0 0,0-1-1 0 0,0 1 1 0 0,0-1-1 0 0,0 1 0 0 0,0 0 1 0 0,1-1-1 0 0,20-8 431 0 0,35-12 880 0 0,86-18-1 0 0,-103 29-1140 0 0,32-3-211 0 0,1 2-1 0 0,1 4 1 0 0,89 3-1 0 0,67-6 43 0 0,28-1 280 0 0,11-1 75 0 0,-165 4-221 0 0,1 4 0 0 0,112 11 1 0 0,-36-3-50 0 0,51 4-260 0 0,-207 2-2281 0 0</inkml:trace>
</inkml:ink>
</file>

<file path=ppt/ink/ink2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6.1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205 44 3225 0 0,'-8'-6'508'0'0,"-2"0"1"0"0,1 1-1 0 0,0 1 1 0 0,-1-1-1 0 0,0 2 1 0 0,0-1 0 0 0,0 1-1 0 0,-11-1 1 0 0,14 3 170 0 0,1 0 0 0 0,-1 0 0 0 0,0 1 0 0 0,1 0 0 0 0,-1 0 0 0 0,1 1 0 0 0,-1 0 0 0 0,0 0 0 0 0,1 0 0 0 0,0 1 1 0 0,-1 0-1 0 0,1 0 0 0 0,0 1 0 0 0,-8 4 0 0 0,14-6-643 0 0,-1-1 0 0 0,1 1 0 0 0,0 0 0 0 0,-1 0 0 0 0,1 0 0 0 0,0-1 0 0 0,0 1-1 0 0,0 0 1 0 0,0 0 0 0 0,0 0 0 0 0,0-1 0 0 0,0 1 0 0 0,0 0 0 0 0,0 0 0 0 0,0 0 0 0 0,0-1 0 0 0,0 1 0 0 0,1 0 0 0 0,-1 0 0 0 0,0 0 0 0 0,1-1 0 0 0,-1 1 0 0 0,0 0 0 0 0,1 0 0 0 0,-1-1 0 0 0,1 1 0 0 0,-1-1 0 0 0,1 1 0 0 0,-1 0 0 0 0,1-1-1 0 0,0 1 1 0 0,-1-1 0 0 0,1 1 0 0 0,0-1 0 0 0,0 1 0 0 0,1 1-30 0 0,0 0 0 0 0,-1 0 0 0 0,1-1 0 0 0,0 1 0 0 0,0-1 0 0 0,0 1-1 0 0,1-1 1 0 0,-1 0 0 0 0,0 0 0 0 0,0 0 0 0 0,1 0 0 0 0,2 1 0 0 0,12 0-4 0 0,0 0 0 0 0,0 2 0 0 0,-1 0 0 0 0,1 0 0 0 0,-1 2 0 0 0,0 0 0 0 0,0 1 0 0 0,19 12 1 0 0,-9-6-39 0 0,41 14-1 0 0,-60-25 28 0 0,0 1 0 0 0,0-1-1 0 0,0 1 1 0 0,0 0-1 0 0,-1 1 1 0 0,0-1 0 0 0,0 1-1 0 0,9 7 1 0 0,-14-9 7 0 0,1 0-1 0 0,-1-1 1 0 0,1 1 0 0 0,-1 0 0 0 0,0 0-1 0 0,1 0 1 0 0,-1 0 0 0 0,0 0 0 0 0,0 1-1 0 0,-1-1 1 0 0,1 0 0 0 0,0 0 0 0 0,-1 1 0 0 0,1-1-1 0 0,-1 0 1 0 0,0 1 0 0 0,0-1 0 0 0,0 0-1 0 0,0 1 1 0 0,0-1 0 0 0,0 1 0 0 0,-1-1-1 0 0,1 0 1 0 0,-1 0 0 0 0,1 1 0 0 0,-1-1 0 0 0,0 0-1 0 0,-2 4 1 0 0,-3 4 29 0 0,0 0-1 0 0,0 0 0 0 0,-1-1 1 0 0,-1 0-1 0 0,0 0 1 0 0,0-1-1 0 0,0 0 0 0 0,-1 0 1 0 0,0-1-1 0 0,-1 0 1 0 0,0 0-1 0 0,0-1 0 0 0,0-1 1 0 0,-16 7-1 0 0,0 1-52 0 0,-50 35-1 0 0,40-24-549 0 0,24-16-923 0 0</inkml:trace>
</inkml:ink>
</file>

<file path=ppt/ink/ink2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57.1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107 8 4609 0 0,'-106'-7'7073'0'0,"157"10"-3205"0"0,-10-1-3407 0 0,167 10 1228 0 0,128 2-1089 0 0,-75-16-239 0 0,215 3 654 0 0,263-16 480 0 0,-697 11-1621 0 0,-1 0 319 0 0,43 2 1 0 0,-74 3-398 0 0,0-1 1 0 0,1 2 0 0 0,-1-1-1 0 0,0 1 1 0 0,0 1-1 0 0,0 0 1 0 0,0 0-1 0 0,-1 1 1 0 0,14 7-1 0 0</inkml:trace>
</inkml:ink>
</file>

<file path=ppt/ink/ink2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57.8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195 84 4369 0 0,'-126'-83'10515'0'0,"149"95"-8362"0"0,8 16-1269 0 0,68 47 0 0 0,-45-36-1120 0 0,-53-38 218 0 0,0 0-1 0 0,0-1 0 0 0,0 1 0 0 0,0 0 1 0 0,-1 0-1 0 0,1 0 0 0 0,0-1 0 0 0,-1 1 1 0 0,1 0-1 0 0,0 0 0 0 0,-1 0 0 0 0,1 0 1 0 0,-1 0-1 0 0,1 0 0 0 0,-1 0 0 0 0,0 0 1 0 0,0 1-1 0 0,1-1 0 0 0,-1 0 0 0 0,0 0 1 0 0,0 0-1 0 0,0 0 0 0 0,0 2 0 0 0,-1 0 13 0 0,1-1-1 0 0,-1 1 0 0 0,0-1 0 0 0,0 0 1 0 0,0 1-1 0 0,0-1 0 0 0,-1 0 0 0 0,1 1 1 0 0,0-1-1 0 0,-3 2 0 0 0,-5 6 5 0 0,0 0 0 0 0,-1-1 1 0 0,-13 9-1 0 0,19-14-55 0 0,-166 108-2616 0 0,160-106 2367 0 0,-28 17-661 0 0</inkml:trace>
</inkml:ink>
</file>

<file path=ppt/ink/ink2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59.1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67 76 1376 0 0,'-4'-2'405'0'0,"0"0"-1"0"0,0-1 0 0 0,1 1 1 0 0,-1-1-1 0 0,1 0 0 0 0,0 0 0 0 0,-6-7 1 0 0,4 5 481 0 0,-21-14 4741 0 0,26 19-5424 0 0,-1-1 1 0 0,1 1-1 0 0,0-1 1 0 0,-1 0-1 0 0,2-1-85 0 0,0 1-1 0 0,0 0 1 0 0,0 0-1 0 0,0 0 1 0 0,0 0-1 0 0,0 0 1 0 0,0 0 0 0 0,1 0-1 0 0,-1 0 1 0 0,0 0-1 0 0,0 0 1 0 0,1 1-1 0 0,1-2 1 0 0,0 1-48 0 0,0 0 0 0 0,0 0 1 0 0,0 0-1 0 0,0 1 0 0 0,1-1 0 0 0,-1 1 1 0 0,0 0-1 0 0,0 0 0 0 0,0 0 0 0 0,1 0 1 0 0,-1 0-1 0 0,0 1 0 0 0,0-1 0 0 0,0 1 1 0 0,0 0-1 0 0,1 0 0 0 0,-1 0 0 0 0,-1 0 0 0 0,1 1 1 0 0,0-1-1 0 0,0 1 0 0 0,3 2 0 0 0,2 1 1 0 0,-1 0 0 0 0,1 1 0 0 0,-1 0 0 0 0,0 1-1 0 0,0-1 1 0 0,7 11 0 0 0,-3-1-36 0 0,-1 0-1 0 0,0 1 1 0 0,-2 0 0 0 0,0 0-1 0 0,0 1 1 0 0,6 26-1 0 0,18 116 80 0 0,-26-120-75 0 0,-6-39-20 0 0,1 0 1 0 0,-1-1-1 0 0,0 1 0 0 0,0-1 1 0 0,0 1-1 0 0,0 0 1 0 0,1-1-1 0 0,-1 1 1 0 0,0-1-1 0 0,0 1 0 0 0,1-1 1 0 0,-1 1-1 0 0,0-1 1 0 0,1 1-1 0 0,-1-1 0 0 0,1 1 1 0 0,-1-1-1 0 0,1 0 1 0 0,-1 1-1 0 0,1-1 1 0 0,-1 0-1 0 0,1 1 0 0 0,-1-1 1 0 0,1 0-1 0 0,-1 1 1 0 0,1-1-1 0 0,0 0 0 0 0,0 0 1 0 0,20-3 606 0 0,18-18 165 0 0,48-58-470 0 0,-21 18-3578 0 0,-48 46-2374 0 0</inkml:trace>
</inkml:ink>
</file>

<file path=ppt/ink/ink2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59.6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375 9 6913 0 0,'-16'-3'377'0'0,"0"1"-1"0"0,0 0 0 0 0,0 1 0 0 0,0 1 1 0 0,0 0-1 0 0,1 2 0 0 0,-1-1 0 0 0,-19 6 1 0 0,25-5-73 0 0,1 0 1 0 0,0 1-1 0 0,0 0 1 0 0,0 0-1 0 0,1 1 1 0 0,-1 0-1 0 0,1 0 1 0 0,0 1-1 0 0,0 0 1 0 0,0 1-1 0 0,1 0 1 0 0,0 0-1 0 0,0 1 1 0 0,1-1-1 0 0,-1 1 1 0 0,-8 13-1 0 0,6-4-153 0 0,1-1 0 0 0,0 1 0 0 0,1 0 0 0 0,0 1 0 0 0,2 0 0 0 0,0 0 0 0 0,-5 34 0 0 0,5-12-117 0 0,2 0 1 0 0,2 0 0 0 0,1 0 0 0 0,11 75 0 0 0,1-47-40 0 0,2-1 0 0 0,24 65 1 0 0,-32-112 4 0 0,2-1 0 0 0,-1 0 1 0 0,2 0-1 0 0,0-1 1 0 0,1 0-1 0 0,1-1 0 0 0,1 0 1 0 0,0 0-1 0 0,1-2 0 0 0,18 18 1 0 0,-17-21-38 0 0,0 0-1 0 0,1-1 1 0 0,0-1 0 0 0,0 0 0 0 0,1-1-1 0 0,0-1 1 0 0,0-1 0 0 0,1 0 0 0 0,0-1-1 0 0,0 0 1 0 0,28 3 0 0 0,-27-6 9 0 0,0-1 1 0 0,-1-1 0 0 0,1 0-1 0 0,-1-2 1 0 0,1 0-1 0 0,-1 0 1 0 0,1-2 0 0 0,-1 0-1 0 0,0-1 1 0 0,-1-1-1 0 0,1 0 1 0 0,-1-1 0 0 0,0-1-1 0 0,-1-1 1 0 0,0 0-1 0 0,0-1 1 0 0,-1 0 0 0 0,0-1-1 0 0,-1-1 1 0 0,0 0-1 0 0,17-23 1 0 0,-13 14 121 0 0,-1-1 0 0 0,-1 0 0 0 0,-1-1 0 0 0,-1-1 0 0 0,-1 0 0 0 0,-2-1 0 0 0,10-30 0 0 0,-15 35 106 0 0,0 0 0 0 0,-2 0-1 0 0,0 0 1 0 0,-1 0 0 0 0,-1-1-1 0 0,-1 1 1 0 0,-1-1 0 0 0,-1 1-1 0 0,0 0 1 0 0,-7-22 0 0 0,2 12-33 0 0,-38-136 1366 0 0,37 143-1293 0 0,-1 0 1 0 0,-1 0 0 0 0,-1 1-1 0 0,-26-38 1 0 0,31 52-216 0 0,0 1 0 0 0,-1-1 0 0 0,0 2-1 0 0,-1-1 1 0 0,1 1 0 0 0,-1 0 0 0 0,0 0 0 0 0,-1 1 0 0 0,1 1 0 0 0,-1-1 0 0 0,0 1 0 0 0,0 1-1 0 0,-1-1 1 0 0,-16-2 0 0 0,7 2-422 0 0,0 2-1 0 0,0 0 1 0 0,-1 1 0 0 0,1 1-1 0 0,0 1 1 0 0,-32 5-1 0 0,6 3-6576 0 0</inkml:trace>
</inkml:ink>
</file>

<file path=ppt/ink/ink2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9:43.81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0 159 5529 0 0,'40'-10'1621'0'0,"91"-49"112"0"0,-98 42-1542 0 0,0 1 1 0 0,2 2-1 0 0,-1 1 0 0 0,48-11 0 0 0,-50 19-3701 0 0</inkml:trace>
</inkml:ink>
</file>

<file path=ppt/ink/ink2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9:44.14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128 82 5065 0 0,'-6'-3'155'0'0,"0"-1"-1"0"0,0 1 0 0 0,0-1 1 0 0,1 0-1 0 0,-1 0 1 0 0,1-1-1 0 0,0 0 1 0 0,-8-9-1 0 0,-8-7 307 0 0,19 19-456 0 0,0 1-1 0 0,0-1 1 0 0,0 1 0 0 0,0-1-1 0 0,0 1 1 0 0,0 0-1 0 0,0 0 1 0 0,-1 0 0 0 0,-2-1-1 0 0,4 2-6 0 0,0 0 0 0 0,1 0 1 0 0,-1-1-1 0 0,0 1 0 0 0,1 0 0 0 0,-1 0 0 0 0,0 0 0 0 0,1 1 0 0 0,-1-1 0 0 0,0 0 1 0 0,1 0-1 0 0,-1 0 0 0 0,0 0 0 0 0,1 1 0 0 0,-1-1 0 0 0,1 0 0 0 0,-1 1 0 0 0,0-1 0 0 0,1 0 1 0 0,-1 1-1 0 0,1-1 0 0 0,-2 1 0 0 0,1 2-9 0 0,0-1-1 0 0,0 0 1 0 0,0 1 0 0 0,0-1-1 0 0,0 1 1 0 0,0-1 0 0 0,1 1-1 0 0,-1-1 1 0 0,1 1 0 0 0,0-1-1 0 0,0 1 1 0 0,0-1-1 0 0,0 1 1 0 0,0 0 0 0 0,1 4-1 0 0,8 39 31 0 0,2-1-1 0 0,1 1 1 0 0,3-2-1 0 0,26 56 0 0 0,-10-25 130 0 0,32 102 183 0 0,-7 3-1 0 0,-8 1 0 0 0,35 266 0 0 0,-78-405-370 0 0,20 115 1836 0 0,-19-132-997 0 0,0 0 1 0 0,2 0-1 0 0,0-1 1 0 0,14 24-1 0 0,-21-45-697 0 0,0 0 0 0 0,1 0 1 0 0,-1 0-1 0 0,1 0 0 0 0,0 0 0 0 0,0 0 1 0 0,0-1-1 0 0,1 1 0 0 0,-1-1 0 0 0,0 1 1 0 0,1-1-1 0 0,0 0 0 0 0,5 3 0 0 0,-5-4-69 0 0,-1-1-1 0 0,1 1 1 0 0,-1-1-1 0 0,1 0 0 0 0,-1 0 1 0 0,1 0-1 0 0,-1 0 1 0 0,1 0-1 0 0,-1-1 0 0 0,1 1 1 0 0,-1-1-1 0 0,1 0 1 0 0,-1 0-1 0 0,1 0 0 0 0,-1 0 1 0 0,0 0-1 0 0,0 0 1 0 0,4-3-1 0 0,97-66 378 0 0,-51 32-372 0 0,-15 13-333 0 0</inkml:trace>
</inkml:ink>
</file>

<file path=ppt/ink/ink2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9:44.83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9 4609 0 0,'62'-4'5058'0'0,"-37"1"-4482"0"0,0 2-1 0 0,-1 0 0 0 0,1 2 1 0 0,29 3-1 0 0,8 1-404 0 0,92 1-1504 0 0,-128-4-2783 0 0</inkml:trace>
</inkml:ink>
</file>

<file path=ppt/ink/ink2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9:45.32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83 0 7834 0 0,'0'1'115'0'0,"-1"-1"1"0"0,0 0 0 0 0,1 1 0 0 0,-1-1-1 0 0,1 0 1 0 0,-1 1 0 0 0,1-1 0 0 0,-1 1-1 0 0,1 0 1 0 0,-1-1 0 0 0,1 1 0 0 0,-1-1-1 0 0,1 1 1 0 0,-1 0 0 0 0,1-1 0 0 0,0 1-1 0 0,0 0 1 0 0,-1-1 0 0 0,1 1-1 0 0,0 0 1 0 0,0-1 0 0 0,0 1 0 0 0,0 0-1 0 0,-1 0 1 0 0,1-1 0 0 0,0 1 0 0 0,0 0-1 0 0,1-1 1 0 0,-1 1 0 0 0,0 0 0 0 0,0 0-1 0 0,0-1 1 0 0,0 1 0 0 0,1 0 0 0 0,10 34 1754 0 0,-7-21-1309 0 0,41 167 324 0 0,-8 2 1 0 0,23 348-1 0 0,-36-326-802 0 0,-15-162-61 0 0,16 47 1 0 0,-24-86-109 0 0,1 0 1 0 0,0 0 0 0 0,0-1-1 0 0,0 1 1 0 0,1-1 0 0 0,-1 1-1 0 0,1-1 1 0 0,0 0 0 0 0,6 6-1 0 0,-3-3 3 0 0,-65 1 1217 0 0,46-6-1331 0 0,-26 2 1064 0 0,0 2 1 0 0,-47 11-1 0 0,70-11-2541 0 0,0 0-1 0 0,-19 10 1 0 0,14-4-4619 0 0</inkml:trace>
</inkml:ink>
</file>

<file path=ppt/ink/ink2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9:53.96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81 225 3225 0 0,'-10'-15'539'0'0,"1"0"0"0"0,0 0 0 0 0,1-1 0 0 0,1 0 0 0 0,1-1 0 0 0,-8-28 0 0 0,0 0 1770 0 0,11 19 597 0 0,10 39-2540 0 0,7 22-89 0 0,-2 1 1 0 0,-1 0 0 0 0,6 44 0 0 0,6 18 244 0 0,-15-68-484 0 0,1-1-1 0 0,2 0 0 0 0,1-1 0 0 0,1 0 0 0 0,18 28 1 0 0,-25-48-31 0 0,0 1 1 0 0,1-1-1 0 0,-1 0 1 0 0,2-1-1 0 0,-1 1 1 0 0,1-1-1 0 0,0-1 1 0 0,11 8-1 0 0,-13-11-6 0 0,0 0-1 0 0,0-1 0 0 0,0 1 0 0 0,0-1 1 0 0,0 0-1 0 0,0-1 0 0 0,1 1 0 0 0,-1-1 1 0 0,1-1-1 0 0,-1 1 0 0 0,0-1 0 0 0,1 0 1 0 0,-1 0-1 0 0,10-2 0 0 0,-10 1 1 0 0,-1-1 0 0 0,0 1 0 0 0,0-1 0 0 0,0 0 0 0 0,0 0 0 0 0,0 0 0 0 0,0-1 0 0 0,0 0 0 0 0,-1 0 0 0 0,1 0 0 0 0,-1 0 0 0 0,0-1 1 0 0,6-5-1 0 0,-4 1 57 0 0,-1 1 0 0 0,1-1 0 0 0,-1 0 1 0 0,0-1-1 0 0,-1 1 0 0 0,0-1 0 0 0,3-10 1 0 0,1-8 231 0 0,-1-1 1 0 0,-2 0 0 0 0,0 0-1 0 0,0-33 1 0 0,-3 4 53 0 0,-8-86-1 0 0,-4 58-5410 0 0,5 53-121 0 0</inkml:trace>
</inkml:ink>
</file>

<file path=ppt/ink/ink2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9:54.35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 10594 0 0,'2'26'505'0'0,"0"-15"-522"0"0,20 144 2126 0 0,-16-126-1847 0 0,0-1 0 0 0,2 0 0 0 0,17 38 0 0 0,-24-63-357 0 0,1 0 0 0 0,-1 0-1 0 0,1-1 1 0 0,-1 1 0 0 0,1 0-1 0 0,0-1 1 0 0,0 1 0 0 0,0-1 0 0 0,1 0-1 0 0,-1 1 1 0 0,1-1 0 0 0,-1 0 0 0 0,1-1-1 0 0,-1 1 1 0 0,5 2 0 0 0,3-2-481 0 0</inkml:trace>
</inkml:ink>
</file>

<file path=ppt/ink/ink2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9:54.69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26 1 6913 0 0,'-1'0'44'0'0,"0"0"0"0"0,-1 0 0 0 0,1 0 0 0 0,0 0 0 0 0,0 1 0 0 0,0-1 0 0 0,0 0 0 0 0,0 1 0 0 0,0-1 0 0 0,0 1 0 0 0,0-1 0 0 0,0 1 0 0 0,0-1 0 0 0,0 1 0 0 0,0 0 0 0 0,0-1-1 0 0,0 1 1 0 0,1 0 0 0 0,-1 0 0 0 0,0 0 0 0 0,1 0 0 0 0,-1 0 0 0 0,0 0 0 0 0,1 0 0 0 0,-1 0 0 0 0,1 0 0 0 0,-1 2 0 0 0,1-1 91 0 0,-1 1 1 0 0,1-1-1 0 0,0 1 1 0 0,1-1-1 0 0,-1 1 1 0 0,0 0-1 0 0,1-1 0 0 0,-1 1 1 0 0,1-1-1 0 0,0 0 1 0 0,0 1-1 0 0,1 1 1 0 0,2 4 40 0 0,0-1 1 0 0,0 1 0 0 0,1-1 0 0 0,0 0-1 0 0,0-1 1 0 0,0 1 0 0 0,8 5-1 0 0,47 42-4406 0 0,-46-39 2727 0 0</inkml:trace>
</inkml:ink>
</file>

<file path=ppt/ink/ink2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9:55.05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 4609 0 0,'2'4'285'0'0,"0"0"1"0"0,-1 0-1 0 0,1-1 1 0 0,1 1-1 0 0,-1-1 1 0 0,0 1 0 0 0,1-1-1 0 0,6 6 1 0 0,1 4 201 0 0,10 18 1008 0 0,26 58 0 0 0,1 2-1219 0 0,-47-91-289 0 0,0 1 1 0 0,0-1 0 0 0,0 0-1 0 0,0 1 1 0 0,0-1 0 0 0,1 0-1 0 0,-1 0 1 0 0,0 1-1 0 0,0-1 1 0 0,0 0 0 0 0,0 0-1 0 0,1 1 1 0 0,-1-1 0 0 0,0 0-1 0 0,0 0 1 0 0,0 0 0 0 0,1 0-1 0 0,-1 1 1 0 0,0-1-1 0 0,0 0 1 0 0,1 0 0 0 0,-1 0-1 0 0,0 0 1 0 0,0 0 0 0 0,1 0-1 0 0,-1 1 1 0 0,0-1 0 0 0,0 0-1 0 0,1 0 1 0 0,-1 0-1 0 0,0 0 1 0 0,1 0 0 0 0,-1 0-1 0 0,0 0 1 0 0,0 0 0 0 0,1 0-1 0 0,-1 0 1 0 0,0-1 0 0 0,1 1-1 0 0,6-12-261 0 0,0-30 9 0 0,-5 33 169 0 0,0-7 105 0 0,14-65 787 0 0,-14 74-648 0 0,1-1 0 0 0,-1 1 0 0 0,1 0 0 0 0,0 0 1 0 0,1 0-1 0 0,0 0 0 0 0,0 1 0 0 0,6-9 0 0 0,-9 14-99 0 0,0 1 0 0 0,0-1 0 0 0,0 0 1 0 0,-1 0-1 0 0,1 1 0 0 0,0-1 0 0 0,0 0 0 0 0,0 1 0 0 0,0-1 0 0 0,0 1 1 0 0,0-1-1 0 0,1 1 0 0 0,-1 0 0 0 0,0-1 0 0 0,0 1 0 0 0,0 0 1 0 0,0 0-1 0 0,0 0 0 0 0,0 0 0 0 0,1 0 0 0 0,-1 0 0 0 0,0 0 1 0 0,0 0-1 0 0,0 0 0 0 0,0 0 0 0 0,0 1 0 0 0,0-1 0 0 0,0 1 1 0 0,0-1-1 0 0,1 0 0 0 0,-1 1 0 0 0,0 0 0 0 0,-1-1 0 0 0,1 1 1 0 0,0 0-1 0 0,0-1 0 0 0,0 1 0 0 0,0 0 0 0 0,0 0 0 0 0,-1 0 0 0 0,1 0 1 0 0,0 0-1 0 0,-1-1 0 0 0,2 3 0 0 0,4 7 293 0 0,1-1-1 0 0,-2 1 1 0 0,8 17-1 0 0,-7-15-24 0 0,7 15-3 0 0,-5-11-627 0 0,0 0 1 0 0,1 0-1 0 0,0-1 0 0 0,2 0 0 0 0,23 27 0 0 0,-19-28-4893 0 0</inkml:trace>
</inkml:ink>
</file>

<file path=ppt/ink/ink2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9:55.41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47 6913 0 0,'148'-27'7337'0'0,"-104"19"-6550"0"0,1 2 1 0 0,56 1-1 0 0,27 11-2611 0 0,-115-4 607 0 0</inkml:trace>
</inkml:ink>
</file>

<file path=ppt/ink/ink2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9:59.79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28 80 4145 0 0,'0'0'30'0'0,"0"0"0"0"0,-1 0 0 0 0,1-1 0 0 0,0 1 0 0 0,0 0 0 0 0,0 0 0 0 0,0 0 0 0 0,0-1 0 0 0,-1 1 0 0 0,1 0 0 0 0,0 0 0 0 0,0 0 0 0 0,0 0 0 0 0,0 0 0 0 0,-1-1 0 0 0,1 1 1 0 0,0 0-1 0 0,0 0 0 0 0,0 0 0 0 0,-1 0 0 0 0,1 0 0 0 0,0 0 0 0 0,0 0 0 0 0,-1 0 0 0 0,1 0 0 0 0,0 0 0 0 0,0 0 0 0 0,-1 0 0 0 0,1 0 0 0 0,0 0 0 0 0,0 0 0 0 0,-1 0 0 0 0,1 0 0 0 0,0 0 0 0 0,0 0 0 0 0,0 0 0 0 0,-1 0 0 0 0,1 0 0 0 0,0 0 0 0 0,0 0 0 0 0,0 0 0 0 0,-1 1 0 0 0,1-1 0 0 0,0 0 1 0 0,0 0-1 0 0,0 0 0 0 0,-1 0 0 0 0,1 1 0 0 0,0-1 0 0 0,0 0 0 0 0,0 0 0 0 0,0 0 0 0 0,0 1 0 0 0,0-1 0 0 0,-1 0 0 0 0,1 0 0 0 0,0 1 0 0 0,-8 23 1103 0 0,-1 31 177 0 0,12 21-642 0 0,2 0 1 0 0,26 121 0 0 0,-27-171-656 0 0,0-1 32 0 0,1-1-1 0 0,9 29 0 0 0,-12-48-40 0 0,-1 1-1 0 0,1-1 0 0 0,1-1 0 0 0,-1 1 1 0 0,1 0-1 0 0,-1-1 0 0 0,1 1 1 0 0,0-1-1 0 0,1 0 0 0 0,-1 0 1 0 0,1 0-1 0 0,0 0 0 0 0,0-1 0 0 0,0 1 1 0 0,1-1-1 0 0,4 3 0 0 0,-6-5-3 0 0,0 0 0 0 0,-1 0 1 0 0,1 0-1 0 0,0 0 0 0 0,0 0 0 0 0,-1-1 0 0 0,1 0 0 0 0,0 1 0 0 0,0-1 0 0 0,0 0 0 0 0,0 0 0 0 0,0-1 0 0 0,-1 1 0 0 0,1 0 1 0 0,0-1-1 0 0,0 0 0 0 0,3-1 0 0 0,-2 0-1 0 0,1 0 1 0 0,-1-1 0 0 0,1 1-1 0 0,-1-1 1 0 0,0 0-1 0 0,0-1 1 0 0,-1 1-1 0 0,8-8 1 0 0,-1-2 29 0 0,0-1 0 0 0,-2 0 1 0 0,1-1-1 0 0,11-28 0 0 0,-10 19 251 0 0,-2-1-1 0 0,-1-1 0 0 0,-1 1 1 0 0,-1-1-1 0 0,-1 0 0 0 0,-2 0 0 0 0,0-43 1 0 0,-4 34 380 0 0,-1-1 0 0 0,-2 1 1 0 0,-2 1-1 0 0,-1-1 0 0 0,-13-37 0 0 0,19 66-532 0 0,0 1 0 0 0,-1-1-1 0 0,1 1 1 0 0,-1-1 0 0 0,-1 1 0 0 0,1 0-1 0 0,0 0 1 0 0,-1 1 0 0 0,0-1 0 0 0,0 1-1 0 0,-10-8 1 0 0,11 9-221 0 0,-1 1-1 0 0,0 0 1 0 0,1 0-1 0 0,-1 0 1 0 0,0 1 0 0 0,0-1-1 0 0,-5 0 1 0 0,4 1-615 0 0,0 0 1 0 0,0 0-1 0 0,0 1 0 0 0,0 0 1 0 0,0 0-1 0 0,-9 2 1 0 0,-8 2-4762 0 0</inkml:trace>
</inkml:ink>
</file>

<file path=ppt/ink/ink2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00.35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636 353 1840 0 0,'-57'5'331'0'0,"-1"-3"-1"0"0,-93-7 0 0 0,96 1 658 0 0,0 2 0 0 0,-109 12 0 0 0,152-9-588 0 0,1 2 1 0 0,0-1 0 0 0,-1 2 0 0 0,1-1 0 0 0,1 1 0 0 0,-15 8 0 0 0,21-7 50 0 0,12-5-247 0 0,9-2-90 0 0,485-111 2053 0 0,-366 82-1662 0 0,144-14 0 0 0,146 5 182 0 0,-264 27-366 0 0,58-7 22 0 0,610-31 142 0 0,-122 82-577 0 0,-294-7 60 0 0,-325-21-225 0 0,0-4 0 0 0,-1-3 1 0 0,1-5-1 0 0,-1-4 0 0 0,0-3 0 0 0,158-52 0 0 0,-209 55-795 0 0,-4 1-11 0 0</inkml:trace>
</inkml:ink>
</file>

<file path=ppt/ink/ink2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02.37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 27 3225 0 0,'-3'-14'871'0'0,"1"2"3688"0"0,0 22-1786 0 0,6 62 69 0 0,16 95 0 0 0,-4-49-1702 0 0,-10-59-763 0 0,2 23-661 0 0,3-1 1 0 0,35 127-1 0 0,-35-180-1074 0 0,0-4-355 0 0</inkml:trace>
</inkml:ink>
</file>

<file path=ppt/ink/ink2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02.73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11 105 6913 0 0,'-1'-1'-14'0'0,"1"1"0"0"0,-1 0 0 0 0,1 0-1 0 0,-1 0 1 0 0,1-1 0 0 0,-1 1 0 0 0,1 0-1 0 0,-1-1 1 0 0,1 1 0 0 0,-1 0 0 0 0,1-1-1 0 0,-1 1 1 0 0,1-1 0 0 0,-1 1-1 0 0,1-1 1 0 0,0 1 0 0 0,-1-1 0 0 0,1 1-1 0 0,0-1 1 0 0,0 1 0 0 0,-1-1 0 0 0,1 1-1 0 0,0-1 1 0 0,0 1 0 0 0,0-1 0 0 0,0 0-1 0 0,-1 1 1 0 0,1-1 0 0 0,0 1-1 0 0,0-1 1 0 0,0 0 0 0 0,0 1 0 0 0,1-1-1 0 0,-1 1 1 0 0,0-2 0 0 0,1 0 110 0 0,0-1 1 0 0,0 1-1 0 0,0-1 0 0 0,1 1 0 0 0,-1 0 1 0 0,1-1-1 0 0,0 1 0 0 0,2-3 1 0 0,5-4 410 0 0,-1 2 0 0 0,1-1 0 0 0,12-8 0 0 0,-16 13-384 0 0,0 0 0 0 0,1 1 0 0 0,-1-1 0 0 0,1 1 0 0 0,-1 0 0 0 0,1 0 0 0 0,0 0 0 0 0,0 1 0 0 0,0 0 0 0 0,-1 0 0 0 0,1 1 0 0 0,0 0 0 0 0,7 0 0 0 0,-10 0-72 0 0,0 1 1 0 0,-1 0-1 0 0,1-1 0 0 0,0 1 0 0 0,0 0 1 0 0,-1 0-1 0 0,1 0 0 0 0,-1 1 0 0 0,1-1 1 0 0,-1 1-1 0 0,1-1 0 0 0,-1 1 0 0 0,0 0 1 0 0,0 0-1 0 0,0 0 0 0 0,0 0 0 0 0,0 0 1 0 0,0 0-1 0 0,-1 1 0 0 0,1-1 0 0 0,-1 0 1 0 0,1 1-1 0 0,-1 0 0 0 0,0-1 0 0 0,0 1 1 0 0,0 0-1 0 0,0-1 0 0 0,-1 1 0 0 0,1 4 1 0 0,1 7-69 0 0,-1 1 1 0 0,-1 0-1 0 0,0-1 1 0 0,-1 1-1 0 0,-1-1 1 0 0,0 1 0 0 0,-1-1-1 0 0,-1 0 1 0 0,-7 20-1 0 0,-8 16 16 0 0,-30 54 0 0 0,39-85 376 0 0,7-14-173 0 0,-1 0 0 0 0,2 0 0 0 0,-1 0 0 0 0,1 1 0 0 0,0-1 0 0 0,-3 10-1 0 0,5-14-168 0 0,1 0 0 0 0,-1 0-1 0 0,0 0 1 0 0,1 0-1 0 0,-1 0 1 0 0,1 0-1 0 0,-1 0 1 0 0,1 0 0 0 0,0 0-1 0 0,-1 0 1 0 0,1-1-1 0 0,0 1 1 0 0,0 0-1 0 0,-1 0 1 0 0,1-1-1 0 0,0 1 1 0 0,0 0 0 0 0,0-1-1 0 0,0 1 1 0 0,0-1-1 0 0,0 1 1 0 0,1-1-1 0 0,29 14 51 0 0,-24-10-40 0 0,18 5-247 0 0,-1 0 0 0 0,1-2 0 0 0,1 0 0 0 0,-1-2 0 0 0,1-1 0 0 0,44 2 0 0 0,-41-5-4737 0 0</inkml:trace>
</inkml:ink>
</file>

<file path=ppt/ink/ink2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03.11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14 1 6913 0 0,'0'0'90'0'0,"-1"0"-1"0"0,1 0 0 0 0,0 0 0 0 0,0 0 0 0 0,-1 0 0 0 0,1 0 0 0 0,0-1 0 0 0,-1 1 0 0 0,1 0 0 0 0,0 0 0 0 0,0 0 0 0 0,-1 0 0 0 0,1 0 0 0 0,0 0 0 0 0,0 0 0 0 0,-1 0 0 0 0,1 1 0 0 0,0-1 0 0 0,-1 0 0 0 0,1 0 0 0 0,0 0 0 0 0,0 0 0 0 0,-1 0 0 0 0,1 0 0 0 0,0 0 0 0 0,0 1 0 0 0,-1-1 0 0 0,1 0 0 0 0,0 0 89 0 0,0 1-88 0 0,-1-1-1 0 0,1 0 0 0 0,0 0 0 0 0,0 0 0 0 0,0 1 0 0 0,0-1 0 0 0,0 0 0 0 0,-1 0 0 0 0,1 1 0 0 0,-3 17 1936 0 0,3 20 489 0 0,1-38-2484 0 0,3 42 2278 0 0,20 77 0 0 0,23 39-4077 0 0,-43-145 1317 0 0,3 11-5882 0 0</inkml:trace>
</inkml:ink>
</file>

<file path=ppt/ink/ink2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03.44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 12 8754 0 0,'-2'-6'384'0'0,"0"4"88"0"0,1 0-376 0 0,1 1-96 0 0,-1 1 0 0 0,1 3 664 0 0,0 1 112 0 0,1 4 25 0 0,-1 7 7 0 0,1 4-336 0 0,1 6-72 0 0,2 4-16 0 0,3 10-4065 0 0,-2-4-824 0 0</inkml:trace>
</inkml:ink>
</file>

<file path=ppt/ink/ink2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09.52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75 8754 0 0,'41'-10'5890'0'0,"52"-22"-2868"0"0,-73 24-3300 0 0,1 2 0 0 0,0 0-1 0 0,34-4 1 0 0,-36 8-992 0 0</inkml:trace>
</inkml:ink>
</file>

<file path=ppt/ink/ink2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09.86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1 124 11522 0 0,'4'-3'293'0'0,"1"1"0"0"0,-1 0 0 0 0,1 0 0 0 0,0 0 0 0 0,0 1 0 0 0,-1-1 0 0 0,7 0 0 0 0,3-1 88 0 0,118-47 537 0 0,-18 7-392 0 0,-77 31-526 0 0</inkml:trace>
</inkml:ink>
</file>

<file path=ppt/ink/ink2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14.551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44 486 3225 0 0,'-5'-5'198'0'0,"1"0"0"0"0,0-1 0 0 0,0 0 1 0 0,1 0-1 0 0,0 0 0 0 0,0 0 0 0 0,0-1 0 0 0,1 1 1 0 0,-1-1-1 0 0,2 1 0 0 0,-1-1 0 0 0,0-8 1 0 0,0-2 101 0 0,0-1-1 0 0,2 0 1 0 0,2-26 0 0 0,1 17-13 0 0,2 1-1 0 0,1-1 0 0 0,1 1 1 0 0,1 1-1 0 0,2 0 0 0 0,0 0 1 0 0,1 0-1 0 0,2 2 0 0 0,18-27 1 0 0,-21 37-723 0 0,-1 5-183 0 0</inkml:trace>
</inkml:ink>
</file>

<file path=ppt/ink/ink2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14.972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5 5 1840 0 0,'-4'-4'1369'0'0,"15"8"-238"0"0,18 9 222 0 0,5 6-223 0 0,-13-8-483 0 0,0 0-1 0 0,24 19 0 0 0,-4 1-208 0 0,1-1 0 0 0,69 34 0 0 0,-88-52-276 0 0,1-1 0 0 0,1-2 0 0 0,0 0 0 0 0,0-2 0 0 0,1-1 0 0 0,46 6 0 0 0,-64-12-181 0 0,-1-1 0 0 0,1 1 0 0 0,-1-1 0 0 0,0 0 0 0 0,1-1 0 0 0,-1 0 0 0 0,0 0-1 0 0,0 0 1 0 0,0-1 0 0 0,-1 0 0 0 0,1-1 0 0 0,-1 1 0 0 0,1-1 0 0 0,-1 0 0 0 0,0-1 0 0 0,-1 0-1 0 0,9-8 1 0 0,-1 2-381 0 0</inkml:trace>
</inkml:ink>
</file>

<file path=ppt/ink/ink2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21.2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 3 2304 0 0,'0'-1'58'0'0,"0"1"0"0"0,-1 0-1 0 0,1 0 1 0 0,0 0-1 0 0,-1-1 1 0 0,1 1-1 0 0,-1 0 1 0 0,1 0-1 0 0,0 0 1 0 0,-1 0-1 0 0,1 0 1 0 0,-1 0-1 0 0,1 0 1 0 0,0 0-1 0 0,-1 0 1 0 0,1 0-1 0 0,-1 0 1 0 0,1 0 0 0 0,0 0-1 0 0,-1 0 1 0 0,1 0-1 0 0,-1 0 1 0 0,1 0-1 0 0,0 0 1 0 0,-1 0-1 0 0,1 1 1 0 0,0-1-1 0 0,-1 0 1 0 0,1 0-1 0 0,0 0 1 0 0,-1 1-1 0 0,1-1 1 0 0,-1 1-1 0 0,-2 16 1107 0 0,10 32-215 0 0,-4-34-730 0 0,23 145 1106 0 0,54 180 0 0 0,-66-297-1336 0 0,2-1 1 0 0,34 68-1 0 0,-34-81-349 0 0</inkml:trace>
</inkml:ink>
</file>

<file path=ppt/ink/ink2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21.6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 86 456 0 0,'-1'0'6'0'0,"0"-1"1"0"0,1 1-1 0 0,-1 0 0 0 0,1-1 0 0 0,-1 1 0 0 0,0-1 1 0 0,1 1-1 0 0,-1-1 0 0 0,1 1 0 0 0,0-1 0 0 0,-1 1 1 0 0,1-1-1 0 0,-1 1 0 0 0,1-1 0 0 0,0 0 0 0 0,-1 1 1 0 0,1-1-1 0 0,0 1 0 0 0,0-1 0 0 0,0 0 1 0 0,-1 0-1 0 0,1 1 0 0 0,0-1 0 0 0,0 0 0 0 0,0 1 1 0 0,0-1-1 0 0,0 0 0 0 0,0 1 0 0 0,0-1 0 0 0,1 0 1 0 0,-1 1-1 0 0,0-1 0 0 0,0 0 0 0 0,0 1 1 0 0,1-1-1 0 0,-1 0 0 0 0,1 0 0 0 0,0-1 10 0 0,-1 1 0 0 0,1 0-1 0 0,0-1 1 0 0,0 1 0 0 0,0 0 0 0 0,0 0-1 0 0,0-1 1 0 0,0 1 0 0 0,0 0 0 0 0,1 0-1 0 0,-1 0 1 0 0,0 0 0 0 0,1 0-1 0 0,1 0 1 0 0,4-2 5 0 0,0 0-1 0 0,0 0 1 0 0,0-1-1 0 0,-1 1 0 0 0,1-2 1 0 0,-1 1-1 0 0,0 0 1 0 0,7-8-1 0 0,-12 10-20 0 0,-1 1 0 0 0</inkml:trace>
</inkml:ink>
</file>

<file path=ppt/ink/ink2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21.9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5 175 456 0 0,'-1'2'0'0'0,"-2"2"1161"0"0,3-4-1124 0 0,0 0 1 0 0,0 0-1 0 0,1 0 0 0 0,-1 0 1 0 0,0 0-1 0 0,0 0 0 0 0,0 0 1 0 0,0 0-1 0 0,1 0 0 0 0,-1 0 1 0 0,0 0-1 0 0,0 1 0 0 0,0-1 1 0 0,0 0-1 0 0,1 0 0 0 0,-1 0 1 0 0,0 0-1 0 0,0 0 0 0 0,0 0 1 0 0,0 0-1 0 0,0 0 0 0 0,1 0 1 0 0,-1 1-1 0 0,0-1 0 0 0,0 0 1 0 0,0 0-1 0 0,0 0 0 0 0,0 0 1 0 0,0 0-1 0 0,0 1 0 0 0,0-1 1 0 0,0 0-1 0 0,0 0 0 0 0,1 0 1 0 0,-1 0-1 0 0,0 1 0 0 0,0-1 1 0 0,0 0-1 0 0,0 0 0 0 0,0 0 1 0 0,0 0-1 0 0,0 1 0 0 0,-3 2 1478 0 0,6-4-1420 0 0,-1 0 0 0 0,1 0 0 0 0,-1-1 0 0 0,0 1 0 0 0,0-1 0 0 0,0 1 0 0 0,0-1 0 0 0,0 0 0 0 0,0 0 0 0 0,3-4 0 0 0,2-1 228 0 0,-4 5-209 0 0,24-25 279 0 0,0 2 0 0 0,2 1 0 0 0,1 1 0 0 0,46-27 0 0 0,-55 41-767 0 0</inkml:trace>
  <inkml:trace contextRef="#ctx0" brushRef="#br0" timeOffset="1">350 1074 6913 0 0,'-5'8'609'0'0,"3"-7"-481"0"0,1-1-128 0 0,0 0 264 0 0,2-1 32 0 0,0-2 8 0 0,3-2 0 0 0,2-4-112 0 0,4-3-16 0 0,1-3-8 0 0,2-3 0 0 0,4-1-64 0 0,1-3-8 0 0,2-3-8 0 0,16-18-1816 0 0,-3 4-369 0 0,-1-1-71 0 0</inkml:trace>
</inkml:ink>
</file>

<file path=ppt/ink/ink2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22.62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 4609 0 0,'2'-1'268'0'0,"-1"0"1"0"0,1 1-1 0 0,-1-1 0 0 0,1 0 1 0 0,0 1-1 0 0,-1-1 0 0 0,1 1 1 0 0,0-1-1 0 0,-1 1 0 0 0,1 0 1 0 0,0 0-1 0 0,-1 0 0 0 0,1 0 1 0 0,2 0-1 0 0,30 0 1036 0 0,12 4-461 0 0,-34-2-889 0 0,-1 0 1 0 0,1-1-1 0 0,0-1 0 0 0,0 0 0 0 0,0 0 1 0 0,13-3-1 0 0,-13-1-477 0 0</inkml:trace>
</inkml:ink>
</file>

<file path=ppt/ink/ink2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23.0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 0 6449 0 0,'-1'6'137'0'0,"1"0"0"0"0,0 0 0 0 0,0 0 0 0 0,0 0 0 0 0,1 0 0 0 0,0-1 0 0 0,0 1 0 0 0,0 0 0 0 0,1 0 0 0 0,0-1 0 0 0,0 1 0 0 0,4 6-1 0 0,5 21 766 0 0,-1 14 224 0 0,-2 0-1 0 0,3 71 1 0 0,-9-71-920 0 0,-3 1 0 0 0,-2-1 1 0 0,-1 0-1 0 0,-3 0 0 0 0,-2-1 1 0 0,-2 0-1 0 0,-2 0 0 0 0,-32 75 0 0 0,41-112 43 0 0,0-2-44 0 0</inkml:trace>
</inkml:ink>
</file>

<file path=ppt/ink/ink2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23.35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174 1 7834 0 0,'-9'8'496'0'0,"-1"0"0"0"0,0 0 0 0 0,0-1 0 0 0,-1-1 0 0 0,0 0 0 0 0,0 0 0 0 0,-1-1 1 0 0,1-1-1 0 0,-1 0 0 0 0,0 0 0 0 0,0-1 0 0 0,-17 2 0 0 0,28-5-539 0 0,1 0 0 0 0,-1 1-1 0 0,1-1 1 0 0,0 0 0 0 0,-1 0-1 0 0,1 0 1 0 0,0 0 0 0 0,-1 0 0 0 0,1 0-1 0 0,-1 0 1 0 0,1 0 0 0 0,0 0 0 0 0,-1 0-1 0 0,1 0 1 0 0,-1 0 0 0 0,1 0-1 0 0,0 0 1 0 0,-1 0 0 0 0,1 0 0 0 0,-1 0-1 0 0,1-1 1 0 0,0 1 0 0 0,-1 0 0 0 0,1 0-1 0 0,0 0 1 0 0,-1-1 0 0 0,1 1-1 0 0,0 0 1 0 0,-1-1 0 0 0,1 1 0 0 0,0 0-1 0 0,0 0 1 0 0,-1-1 0 0 0,1 1 0 0 0,0 0-1 0 0,0-1 1 0 0,-1 0 0 0 0,10-13-3474 0 0</inkml:trace>
</inkml:ink>
</file>

<file path=ppt/ink/ink2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26.4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203 178 920 0 0,'-7'-25'1122'0'0,"1"5"201"0"0,0 2 1 0 0,-1-1 0 0 0,-16-31 0 0 0,21 47-1085 0 0,1 0 0 0 0,-1 0 0 0 0,0 1 0 0 0,0-1 0 0 0,0 0 0 0 0,0 1-1 0 0,0-1 1 0 0,-1 1 0 0 0,1-1 0 0 0,-1 1 0 0 0,0 0 0 0 0,1 0 0 0 0,-1 0 0 0 0,0 1 0 0 0,0-1 0 0 0,0 1 0 0 0,0 0 0 0 0,0-1 0 0 0,-1 1-1 0 0,1 1 1 0 0,0-1 0 0 0,-1 0 0 0 0,1 1 0 0 0,0 0 0 0 0,-1-1 0 0 0,1 1 0 0 0,0 1 0 0 0,-7 0 0 0 0,7 0-145 0 0,1 0 0 0 0,-1 0 0 0 0,0 0 1 0 0,1 1-1 0 0,-1-1 0 0 0,1 1 0 0 0,-1 0 1 0 0,1 0-1 0 0,0-1 0 0 0,0 2 0 0 0,0-1 1 0 0,0 0-1 0 0,0 0 0 0 0,0 1 0 0 0,0-1 0 0 0,1 1 1 0 0,-1-1-1 0 0,1 1 0 0 0,0 0 0 0 0,0-1 1 0 0,0 1-1 0 0,-1 4 0 0 0,-2 9 1 0 0,1-1-1 0 0,-3 33 1 0 0,5-31-40 0 0,-3 18-69 0 0,2 0 0 0 0,1-1 0 0 0,2 1 0 0 0,1 0 0 0 0,2-1 0 0 0,15 63 0 0 0,-15-85-26 0 0,0 1 0 0 0,1 0-1 0 0,1-1 1 0 0,0 0 0 0 0,0-1-1 0 0,1 1 1 0 0,1-1 0 0 0,17 19 0 0 0,-18-23-21 0 0,1 0 1 0 0,0-1-1 0 0,0 1 1 0 0,0-2-1 0 0,1 1 1 0 0,0-2-1 0 0,0 1 1 0 0,1-1-1 0 0,-1 0 1 0 0,1-1-1 0 0,-1 0 1 0 0,1 0-1 0 0,11 0 1 0 0,-11-1-49 0 0,0-1 0 0 0,0 0 0 0 0,0-1 0 0 0,0 0 0 0 0,0-1 0 0 0,0 0 0 0 0,0-1 0 0 0,0 0 0 0 0,0 0 0 0 0,0-1 0 0 0,-1 0 0 0 0,13-6 0 0 0,-9 1-54 0 0,0 0 0 0 0,0-1 1 0 0,-1 0-1 0 0,0 0 1 0 0,-1-1-1 0 0,0-1 0 0 0,14-18 1 0 0,-11 12 485 0 0,-1-1 0 0 0,0 0 1 0 0,-2-1-1 0 0,0 0 0 0 0,-1-1 1 0 0,-2 0-1 0 0,0 0 0 0 0,0-1 0 0 0,4-25 1 0 0,-10 35-151 0 0,0 0-1 0 0,0 0 1 0 0,-1 0 0 0 0,0-1 0 0 0,-1 1-1 0 0,-1 0 1 0 0,0-1 0 0 0,0 1 0 0 0,-1 0-1 0 0,0 0 1 0 0,-1 0 0 0 0,-1 0 0 0 0,1 0-1 0 0,-2 1 1 0 0,1-1 0 0 0,-1 1 0 0 0,-1 0-1 0 0,0 1 1 0 0,-11-14 0 0 0,9 15-83 0 0,0 1 0 0 0,0 0 0 0 0,-1 0 1 0 0,1 1-1 0 0,-2 0 0 0 0,1 0 0 0 0,-1 1 1 0 0,1 1-1 0 0,-1-1 0 0 0,-1 2 0 0 0,1-1 0 0 0,0 2 1 0 0,-16-3-1 0 0,14 3-722 0 0,-1 0-1 0 0,1 1 1 0 0,-1 1 0 0 0,1 0-1 0 0,-1 1 1 0 0,-21 4-1 0 0,16 0-5380 0 0</inkml:trace>
</inkml:ink>
</file>

<file path=ppt/ink/ink2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26.8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45 7370 0 0,'6'1'219'0'0,"-1"0"1"0"0,1 0 0 0 0,0-1 0 0 0,0 1-1 0 0,-1-1 1 0 0,1-1 0 0 0,0 1 0 0 0,6-2 0 0 0,0 1 210 0 0,206-21 5587 0 0,-27 3-6486 0 0,-161 16-5055 0 0</inkml:trace>
</inkml:ink>
</file>

<file path=ppt/ink/ink2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45.56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3 233 10594 0 0,'0'0'-33'0'0,"0"0"-1"0"0,0 0 1 0 0,0 0-1 0 0,0 0 0 0 0,0 0 1 0 0,0 0-1 0 0,-1 0 1 0 0,1 0-1 0 0,0 0 1 0 0,0 0-1 0 0,0 0 0 0 0,0 0 1 0 0,0 0-1 0 0,0 0 1 0 0,0 0-1 0 0,0 0 1 0 0,-1 0-1 0 0,1 0 1 0 0,0 0-1 0 0,0 0 0 0 0,0 0 1 0 0,0 0-1 0 0,0 0 1 0 0,0 0-1 0 0,0 0 1 0 0,0 0-68 0 0,-1 1 67 0 0,1-1 1 0 0,0 0-1 0 0,0 0 1 0 0,0 0-1 0 0,0 0 0 0 0,0 0 1 0 0,0 0-1 0 0,0 0 1 0 0,0 0-1 0 0,0 1 1 0 0,0-1-1 0 0,0 0 1 0 0,0 0-1 0 0,0 0 0 0 0,0 0 1 0 0,0 0-1 0 0,0 0 1 0 0,0 0-1 0 0,0 0 1 0 0,0 1-1 0 0,0-1 0 0 0,0 0 1 0 0,0 0-1 0 0,0 0 1 0 0,0 0-1 0 0,0 0 1 0 0,0 0-1 0 0,0 0 0 0 0,1 0 1 0 0,-1 0-1 0 0,0 1 1 0 0,0-1-101 0 0,0 0 100 0 0,0 0 0 0 0,13 7-285 0 0,31 8 2374 0 0,-21-7-1174 0 0,0 2-134 0 0,1 1 0 0 0,-2 1 0 0 0,0 1 0 0 0,0 1-1 0 0,-1 1 1 0 0,33 30 0 0 0,-2 7 325 0 0,45 60 0 0 0,-1-2-281 0 0,-91-104-714 0 0,35 34 332 0 0,-37-38-359 0 0,-1 0 0 0 0,0 0 0 0 0,1-1 0 0 0,-1 1 0 0 0,1 0 0 0 0,0-1 0 0 0,0 0 0 0 0,0 0-1 0 0,-1 1 1 0 0,1-2 0 0 0,0 1 0 0 0,0 0 0 0 0,0 0 0 0 0,1-1 0 0 0,2 0 0 0 0,-5 0-19 0 0,0 0 1 0 0,0-1 0 0 0,0 1-1 0 0,0-1 1 0 0,0 0-1 0 0,0 1 1 0 0,0-1 0 0 0,0 0-1 0 0,0 1 1 0 0,0-1-1 0 0,-1 0 1 0 0,1 0 0 0 0,0 0-1 0 0,0 0 1 0 0,-1 1-1 0 0,1-1 1 0 0,-1 0 0 0 0,1 0-1 0 0,-1-1 1 0 0,1 1 0 0 0,-1 0-1 0 0,0 0 1 0 0,1 0-1 0 0,-1 0 1 0 0,0-2 0 0 0,5-33 279 0 0,-5 30-249 0 0,12-180 333 0 0,7-78-1375 0 0,9 91-6442 0 0,-19 135 1546 0 0</inkml:trace>
</inkml:ink>
</file>

<file path=ppt/ink/ink2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45.96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145 7 5529 0 0,'-2'-1'82'0'0,"0"0"-1"0"0,0 0 0 0 0,0 0 1 0 0,0 1-1 0 0,0-1 1 0 0,0 1-1 0 0,0-1 0 0 0,0 1 1 0 0,0 0-1 0 0,0 0 1 0 0,-1 0-1 0 0,1 0 0 0 0,0 0 1 0 0,0 0-1 0 0,0 1 1 0 0,0-1-1 0 0,0 1 0 0 0,0 0 1 0 0,0-1-1 0 0,0 1 1 0 0,0 0-1 0 0,0 0 0 0 0,0 0 1 0 0,0 0-1 0 0,1 0 1 0 0,-1 1-1 0 0,0-1 0 0 0,1 1 1 0 0,-1-1-1 0 0,1 1 1 0 0,0-1-1 0 0,-2 3 0 0 0,-3 3 332 0 0,-1 1-1 0 0,2 0 1 0 0,-1 0-1 0 0,1 0 1 0 0,-6 15-1 0 0,6-11-280 0 0,0 0-1 0 0,2 0 0 0 0,-1 0 0 0 0,1 0 0 0 0,1 1 1 0 0,0-1-1 0 0,1 0 0 0 0,1 1 0 0 0,0 19 1 0 0,1-27-94 0 0,0 1 1 0 0,0-1 0 0 0,0 0-1 0 0,1 0 1 0 0,-1 1 0 0 0,1-1 0 0 0,0-1-1 0 0,1 1 1 0 0,-1 0 0 0 0,1 0 0 0 0,0-1-1 0 0,0 0 1 0 0,1 1 0 0 0,-1-1-1 0 0,1 0 1 0 0,0-1 0 0 0,0 1 0 0 0,0-1-1 0 0,0 0 1 0 0,1 0 0 0 0,-1 0 0 0 0,1 0-1 0 0,0-1 1 0 0,9 4 0 0 0,-11-5-21 0 0,0 0 1 0 0,0 0 0 0 0,0 0-1 0 0,0 0 1 0 0,0-1-1 0 0,0 1 1 0 0,0-1 0 0 0,0 0-1 0 0,0 0 1 0 0,0 0-1 0 0,0 0 1 0 0,1 0 0 0 0,-1-1-1 0 0,0 1 1 0 0,0-1-1 0 0,0 0 1 0 0,0 0 0 0 0,0 0-1 0 0,-1 0 1 0 0,1-1-1 0 0,0 1 1 0 0,0-1 0 0 0,-1 0-1 0 0,1 1 1 0 0,-1-1-1 0 0,1 0 1 0 0,-1-1 0 0 0,0 1-1 0 0,0 0 1 0 0,0-1-1 0 0,0 1 1 0 0,1-3 0 0 0,0 0 31 0 0,-1 0 0 0 0,0 0 0 0 0,0 0 0 0 0,0 0 0 0 0,0-1 0 0 0,-1 1 0 0 0,0 0 0 0 0,0 0 0 0 0,-1-1-1 0 0,0 1 1 0 0,1-1 0 0 0,-2 1 0 0 0,1-1 0 0 0,-1 1 0 0 0,1 0 0 0 0,-2-1 0 0 0,-2-8 0 0 0,1 5 138 0 0,-1 0 0 0 0,0 1 0 0 0,-1 0-1 0 0,0-1 1 0 0,0 1 0 0 0,-1 1 0 0 0,1-1-1 0 0,-2 1 1 0 0,1 0 0 0 0,-1 1 0 0 0,0 0-1 0 0,-1 0 1 0 0,-10-7 0 0 0,11 9-688 0 0,1 0 0 0 0,-1 1 0 0 0,0 0 0 0 0,-1 0 0 0 0,1 1 0 0 0,0 0 0 0 0,-1 0 0 0 0,0 1 0 0 0,1 0 0 0 0,-13 0 0 0 0,1 2-4504 0 0</inkml:trace>
</inkml:ink>
</file>

<file path=ppt/ink/ink2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46.3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46 4609 0 0,'1'0'131'0'0,"0"1"-1"0"0,1-1 1 0 0,-1 1 0 0 0,0 0 0 0 0,1 0-1 0 0,-1 0 1 0 0,0 0 0 0 0,0 0 0 0 0,0 0-1 0 0,1 0 1 0 0,-1 0 0 0 0,-1 0-1 0 0,1 0 1 0 0,0 1 0 0 0,0-1 0 0 0,0 0-1 0 0,-1 1 1 0 0,1-1 0 0 0,0 0 0 0 0,-1 1-1 0 0,1-1 1 0 0,-1 1 0 0 0,0-1-1 0 0,1 4 1 0 0,7 41 2859 0 0,-8-44-2867 0 0,4 94 2636 0 0,1 4-1740 0 0,-4-88-998 0 0,1 0-1 0 0,0 0 0 0 0,1-1 0 0 0,0 1 0 0 0,1-1 1 0 0,6 11-1 0 0,-9-19-71 0 0,0-1 0 0 0,0 0 0 0 0,0 0 0 0 0,0 0 0 0 0,1 0 0 0 0,-1 0 1 0 0,1 0-1 0 0,0 0 0 0 0,-1 0 0 0 0,1 0 0 0 0,0-1 0 0 0,0 1 0 0 0,0-1 0 0 0,0 1 0 0 0,0-1 0 0 0,0 0 0 0 0,1 0 1 0 0,-1 0-1 0 0,0 0 0 0 0,1 0 0 0 0,-1-1 0 0 0,0 1 0 0 0,1-1 0 0 0,-1 1 0 0 0,6-1 0 0 0,-6 0-97 0 0,1-1-1 0 0,-1 0 1 0 0,1 1-1 0 0,-1-1 1 0 0,1 0-1 0 0,-1 0 1 0 0,0-1-1 0 0,1 1 1 0 0,-1 0-1 0 0,0-1 1 0 0,0 1-1 0 0,0-1 1 0 0,0 0-1 0 0,0 0 1 0 0,0 0-1 0 0,-1 0 1 0 0,1 0 0 0 0,-1 0-1 0 0,1 0 1 0 0,-1 0-1 0 0,0-1 1 0 0,0 1-1 0 0,0 0 1 0 0,1-4-1 0 0,5-18-380 0 0,-1 0 1 0 0,-1 0-1 0 0,-2-1 1 0 0,2-46-1 0 0,3-23 1493 0 0,-8 93-948 0 0,2-20 1037 0 0,1 1 0 0 0,2-1-1 0 0,0 1 1 0 0,14-36 0 0 0,-19 56-1001 0 0,0 0 0 0 0,0-1 1 0 0,0 1-1 0 0,0 0 0 0 0,0 0 1 0 0,0-1-1 0 0,0 1 0 0 0,0 0 1 0 0,0 0-1 0 0,1-1 0 0 0,-1 1 0 0 0,0 0 1 0 0,0 0-1 0 0,0 0 0 0 0,0-1 1 0 0,0 1-1 0 0,1 0 0 0 0,-1 0 1 0 0,0 0-1 0 0,0 0 0 0 0,0-1 0 0 0,1 1 1 0 0,-1 0-1 0 0,0 0 0 0 0,0 0 1 0 0,1 0-1 0 0,-1 0 0 0 0,0 0 1 0 0,0 0-1 0 0,0-1 0 0 0,1 1 0 0 0,-1 0 1 0 0,0 0-1 0 0,1 0 0 0 0,-1 0 1 0 0,0 0-1 0 0,0 0 0 0 0,1 0 1 0 0,-1 0-1 0 0,0 0 0 0 0,0 0 0 0 0,1 1 1 0 0,-1-1-1 0 0,6 12 873 0 0,0 20-566 0 0,-5-21-422 0 0,17 120 315 0 0,-14-111-1529 0 0,1-1 1 0 0,1 1-1 0 0,1-1 1 0 0,14 28-1 0 0,-4-18-3420 0 0</inkml:trace>
</inkml:ink>
</file>

<file path=ppt/ink/ink2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46.7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1 7834 0 0,'0'2'293'0'0,"-1"0"1"0"0,0 0-1 0 0,1 1 1 0 0,0-1 0 0 0,-1 0-1 0 0,1 0 1 0 0,0 1-1 0 0,0-1 1 0 0,0 0 0 0 0,1 4-1 0 0,-1-5-20 0 0,6 89 4271 0 0,5 45-1867 0 0,-2-27-1863 0 0,-6-81-754 0 0,0 0-1 0 0,2 0 1 0 0,1 0 0 0 0,14 38 0 0 0,-11-43-889 0 0,1-1 1 0 0,0 0-1 0 0,15 21 0 0 0,-6-13-5180 0 0</inkml:trace>
</inkml:ink>
</file>

<file path=ppt/ink/ink2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47.1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8 181 4145 0 0,'-1'-1'15'0'0,"1"1"0"0"0,-1-1 0 0 0,0 1 0 0 0,1-1 0 0 0,-1 1 0 0 0,1-1 1 0 0,-1 0-1 0 0,1 1 0 0 0,0-1 0 0 0,-1 0 0 0 0,1 0 0 0 0,-1 1 0 0 0,1-1 0 0 0,0 0 0 0 0,0 0 0 0 0,0 1 0 0 0,-1-1 1 0 0,1 0-1 0 0,0 0 0 0 0,0 0 0 0 0,0 1 0 0 0,0-1 0 0 0,0 0 0 0 0,0 0 0 0 0,0 0 0 0 0,1 1 0 0 0,-1-1 0 0 0,1-1 1 0 0,19-12 235 0 0,-10 9-60 0 0,43-20 293 0 0,1 1 0 0 0,1 3 0 0 0,1 3 0 0 0,1 2 1 0 0,115-18-1 0 0,-152 33-484 0 0</inkml:trace>
</inkml:ink>
</file>

<file path=ppt/ink/ink2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47.49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0 340 3225 0 0,'66'-10'1524'0'0,"-1"-3"1"0"0,0-2 0 0 0,95-37-1 0 0,-104 33-1204 0 0,1 3 0 0 0,101-16 0 0 0,122 2 504 0 0,-260 28-657 0 0,843-39 3308 0 0,-536 30-2937 0 0,721-33-806 0 0,-950 39 186 0 0,891-32-892 0 0,-460 25-1156 0 0,-473 11 954 0 0,-6 3-2728 0 0</inkml:trace>
</inkml:ink>
</file>

<file path=ppt/ink/ink2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48.2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35 1 8290 0 0,'-1'0'156'0'0,"0"1"0"0"0,0-1 1 0 0,1 1-1 0 0,-1-1 1 0 0,0 1-1 0 0,0-1 0 0 0,1 1 1 0 0,-1 0-1 0 0,0 0 0 0 0,1-1 1 0 0,-1 1-1 0 0,0 0 0 0 0,1 0 1 0 0,-1 0-1 0 0,1-1 0 0 0,-1 1 1 0 0,1 0-1 0 0,0 0 0 0 0,-1 0 1 0 0,1 2-1 0 0,-7 20 1221 0 0,7-22-1351 0 0,-6 33 916 0 0,2 1 1 0 0,1-1-1 0 0,2 1 0 0 0,5 63 0 0 0,0-21-378 0 0,-4-74-568 0 0,2 77 400 0 0,17 111-1 0 0,-16-168-756 0 0,2-1 0 0 0,0 0 0 0 0,2 0 0 0 0,0 0 0 0 0,2-1 0 0 0,0 0 0 0 0,1 0 0 0 0,2-1-1 0 0,24 33 1 0 0,-5-21-3526 0 0,-17-20-571 0 0</inkml:trace>
</inkml:ink>
</file>

<file path=ppt/ink/ink2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48.6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67 3681 0 0,'2'-3'170'0'0,"0"0"-1"0"0,0 0 1 0 0,0 0 0 0 0,1 0 0 0 0,0 1 0 0 0,-1-1-1 0 0,1 1 1 0 0,0 0 0 0 0,0 0 0 0 0,0 0 0 0 0,6-3-1 0 0,-5 2-4 0 0,4-2 368 0 0,-1 1 1 0 0,1-1 0 0 0,0 1 0 0 0,0 1 0 0 0,16-5 0 0 0,-23 7-475 0 0,0 1-1 0 0,1 0 1 0 0,-1 0 0 0 0,1-1 0 0 0,-1 1 0 0 0,1 0-1 0 0,-1 0 1 0 0,1 1 0 0 0,-1-1 0 0 0,0 0 0 0 0,1 0 0 0 0,-1 1-1 0 0,1-1 1 0 0,-1 1 0 0 0,0-1 0 0 0,1 1 0 0 0,1 1-1 0 0,-2-1-71 0 0,0 0 0 0 0,0 0-1 0 0,0 1 1 0 0,0-1-1 0 0,0 1 1 0 0,0-1-1 0 0,0 1 1 0 0,0-1-1 0 0,-1 1 1 0 0,1-1 0 0 0,-1 1-1 0 0,1 0 1 0 0,-1-1-1 0 0,0 1 1 0 0,0 0-1 0 0,1-1 1 0 0,-1 1-1 0 0,0 0 1 0 0,-1 1-1 0 0,1 10-87 0 0,-1-1-1 0 0,-1 0 0 0 0,0 1 0 0 0,-1-1 0 0 0,0 0 1 0 0,-1 0-1 0 0,-7 16 0 0 0,-46 76 2530 0 0,27-51 349 0 0,28-50-2651 0 0,0 0 0 0 0,0 1 0 0 0,1-1 0 0 0,-1 1 1 0 0,1-1-1 0 0,0 1 0 0 0,0-1 0 0 0,0 1 0 0 0,0 0 0 0 0,1-1 1 0 0,0 1-1 0 0,0 0 0 0 0,0-1 0 0 0,0 1 0 0 0,0 0 0 0 0,1 0 1 0 0,0 4-1 0 0,1-5-53 0 0,-1-1 1 0 0,0 1 0 0 0,1 0-1 0 0,0-1 1 0 0,0 1 0 0 0,0-1-1 0 0,0 0 1 0 0,0 0 0 0 0,0 0-1 0 0,1 0 1 0 0,-1 0 0 0 0,1 0-1 0 0,-1 0 1 0 0,1-1 0 0 0,0 1-1 0 0,-1-1 1 0 0,1 0 0 0 0,0 0-1 0 0,0 0 1 0 0,0 0 0 0 0,4 0-1 0 0,5 2 130 0 0,1-1 0 0 0,-1-1 0 0 0,1 0 0 0 0,0 0 0 0 0,0-1 0 0 0,-1-1 0 0 0,1 0 0 0 0,17-5 0 0 0,9-3 303 0 0,50-21 1 0 0,-55 17-2279 0 0,69-16 0 0 0,-80 26-4615 0 0</inkml:trace>
</inkml:ink>
</file>

<file path=ppt/ink/ink2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49.0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123 4 7834 0 0,'-1'0'130'0'0,"-1"-1"0"0"0,1 1 0 0 0,0-1 0 0 0,-1 1-1 0 0,1-1 1 0 0,-1 1 0 0 0,1 0 0 0 0,0 0 0 0 0,-1 0 0 0 0,1 0 0 0 0,-1 0 0 0 0,1 0 0 0 0,0 0 0 0 0,-1 0 0 0 0,1 0 0 0 0,-1 1 0 0 0,1-1 0 0 0,0 0 0 0 0,-1 1 0 0 0,1 0 0 0 0,0-1 0 0 0,-2 2 0 0 0,0 0 183 0 0,0 0 1 0 0,0 1 0 0 0,0 0-1 0 0,0-1 1 0 0,0 1-1 0 0,1 0 1 0 0,-1 0-1 0 0,-1 4 1 0 0,-5 8 915 0 0,1 1 0 0 0,-11 29 0 0 0,19-43-1168 0 0,-7 19 314 0 0,1 1 0 0 0,2-1 0 0 0,0 1 0 0 0,1 0 0 0 0,1 0 0 0 0,1 0 0 0 0,3 28 0 0 0,4 16 232 0 0,16 73 0 0 0,-16-107-512 0 0,1-1 1 0 0,2 0-1 0 0,1 0 0 0 0,19 38 0 0 0,-21-53-548 0 0,1 0 0 0 0,1-1 0 0 0,0 0 0 0 0,1-1 0 0 0,0 0 0 0 0,2 0 0 0 0,-1-2 0 0 0,2 1 0 0 0,17 12 0 0 0,16 8-7053 0 0,-37-25 3132 0 0</inkml:trace>
</inkml:ink>
</file>

<file path=ppt/ink/ink2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49.4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31 374 2304 0 0,'-1'0'106'0'0,"-1"0"0"0"0,1-1 0 0 0,0 1 0 0 0,-1 0-1 0 0,1 0 1 0 0,0-1 0 0 0,-1 1 0 0 0,1 0 0 0 0,0-1-1 0 0,0 1 1 0 0,0-1 0 0 0,-1 0 0 0 0,1 1-1 0 0,0-1 1 0 0,0 0 0 0 0,0 0 0 0 0,0 0 0 0 0,0 0-1 0 0,0 0 1 0 0,0 0 0 0 0,1 0 0 0 0,-1 0-1 0 0,0 0 1 0 0,0 0 0 0 0,1 0 0 0 0,-1 0 0 0 0,1-1-1 0 0,-1 1 1 0 0,0-2 0 0 0,2-2 294 0 0,-1 1 0 0 0,1 0 0 0 0,-1 0-1 0 0,1 1 1 0 0,0-1 0 0 0,1 0 0 0 0,-1 0 0 0 0,1 0 0 0 0,2-3 0 0 0,5-10 305 0 0,0 1 0 0 0,2-1 0 0 0,0 2-1 0 0,1 0 1 0 0,0 0 0 0 0,1 1 0 0 0,24-20 0 0 0,-1 6-133 0 0,1 0 0 0 0,42-23 0 0 0,-26 22-1522 0 0,-1 2-4682 0 0</inkml:trace>
</inkml:ink>
</file>

<file path=ppt/ink/ink2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1.4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48 132 3225 0 0,'-6'-42'619'0'0,"6"36"-75"0"0,0 0 1 0 0,0 0-1 0 0,-1-1 1 0 0,0 1-1 0 0,0 0 1 0 0,-1 0-1 0 0,1 0 1 0 0,-1 0-1 0 0,-1 0 1 0 0,1 1-1 0 0,-1-1 1 0 0,-7-10 1403 0 0,9 16-1808 0 0,1 0 1 0 0,0-1-1 0 0,-1 1 0 0 0,1 0 1 0 0,0 0-1 0 0,-1 0 1 0 0,1 0-1 0 0,-1-1 0 0 0,1 1 1 0 0,0 0-1 0 0,-1 0 0 0 0,1 0 1 0 0,-1 0-1 0 0,1 0 1 0 0,0 0-1 0 0,-1 0 0 0 0,1 0 1 0 0,-1 0-1 0 0,1 0 0 0 0,0 0 1 0 0,-1 1-1 0 0,1-1 0 0 0,-6 13 1311 0 0,5 28-1955 0 0,2-33 935 0 0,39 715 1985 0 0,-14-387-2173 0 0,22 416-110 0 0,-23-439 459 0 0,5 246 887 0 0,-30-489-1286 0 0,-1-15-73 0 0,-7 61 1 0 0,4-107-538 0 0,-1-17-409 0 0,-2-18-577 0 0,6-25-1478 0 0,1 16-3275 0 0</inkml:trace>
</inkml:ink>
</file>

<file path=ppt/ink/ink2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2.2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163 148 3225 0 0,'-4'-10'247'0'0,"0"0"1"0"0,0 1-1 0 0,-1 0 1 0 0,0 0 0 0 0,0 0-1 0 0,-1 0 1 0 0,0 1-1 0 0,-1 0 1 0 0,0 0 0 0 0,0 1-1 0 0,0-1 1 0 0,-1 2-1 0 0,-1-1 1 0 0,1 1-1 0 0,-1 0 1 0 0,-16-8 0 0 0,24 14-76 0 0,-1-1-1 0 0,1 1 1 0 0,0-1 0 0 0,-1 1 0 0 0,1-1 0 0 0,0 1 0 0 0,-1-1 0 0 0,1 1 0 0 0,-1 0 0 0 0,1 0 0 0 0,0 0 0 0 0,-1 0-1 0 0,1 0 1 0 0,-1 0 0 0 0,1 0 0 0 0,-1 0 0 0 0,1 1 0 0 0,0-1 0 0 0,-1 1 0 0 0,1-1 0 0 0,-3 2 0 0 0,4-2-65 0 0,-1 1 0 0 0,1-1 1 0 0,0 1-1 0 0,-1 0 0 0 0,1-1 1 0 0,0 1-1 0 0,-1 0 0 0 0,1-1 1 0 0,0 1-1 0 0,0 0 0 0 0,0-1 1 0 0,-1 1-1 0 0,1 0 0 0 0,0-1 1 0 0,0 1-1 0 0,0 0 0 0 0,0-1 1 0 0,0 1-1 0 0,0 0 0 0 0,0-1 1 0 0,1 1-1 0 0,-1 0 0 0 0,0 0 1 0 0,0-1-1 0 0,0 1 0 0 0,1-1 1 0 0,-1 1-1 0 0,0 0 0 0 0,1-1 0 0 0,-1 1 1 0 0,0-1-1 0 0,1 1 0 0 0,-1 0 1 0 0,1-1-1 0 0,-1 1 0 0 0,1-1 1 0 0,-1 0-1 0 0,1 1 0 0 0,0-1 1 0 0,-1 1-1 0 0,1-1 0 0 0,-1 0 1 0 0,2 1-1 0 0,24 21 486 0 0,34 31 51 0 0,2-3 0 0 0,2-2 0 0 0,77 43 0 0 0,52 3-382 0 0,47 26 29 0 0,-182-86-279 0 0,59 35 110 0 0,164 68 0 0 0,-106-64-95 0 0,191 110 0 0 0,-320-156 45 0 0,2-2 1 0 0,0-2 0 0 0,2-2 0 0 0,0-3-1 0 0,1-1 1 0 0,61 10 0 0 0,-63-14-167 0 0,11 1-2737 0 0,-45-19-621 0 0</inkml:trace>
</inkml:ink>
</file>

<file path=ppt/ink/ink2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2.9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2488 1 3369 0 0,'-32'33'17363'0'0,"23"-31"-17265"0"0,0 0 0 0 0,0 1 0 0 0,1 0 0 0 0,-1 0 0 0 0,1 1 0 0 0,-1 0 0 0 0,1 0 0 0 0,-14 11 0 0 0,-67 55 216 0 0,60-45-363 0 0,-363 311 358 0 0,211-178-311 0 0,-56 57-148 0 0,132-117-167 0 0,36-35 251 0 0,-259 244-508 0 0,23 25 195 0 0,279-301 379 0 0,-1-1 0 0 0,-51 42 0 0 0,59-54 10 0 0,-24 27-1 0 0,30-30 3 0 0,-1 0 0 0 0,-1-1 0 0 0,-26 20 0 0 0,-1-1 180 0 0,2 2 0 0 0,1 1 0 0 0,-51 63-1 0 0,69-75-32 0 0,-96 116 617 0 0,113-130-450 0 0,4-10-381 0 0,0 0 0 0 0,0 1 1 0 0,1-1-1 0 0,-1 0 0 0 0,0 0 0 0 0,0 0 0 0 0,1 0 0 0 0,-1 0 0 0 0,0 0 1 0 0,1 0-1 0 0,-1 1 0 0 0,0-1 0 0 0,0 0 0 0 0,1 0 0 0 0,-1 0 0 0 0,0 0 1 0 0,1 0-1 0 0,-1 0 0 0 0,0 0 0 0 0,0 0 0 0 0,1-1 0 0 0,-1 1 0 0 0,0 0 1 0 0,1 0-1 0 0,-1 0 0 0 0,0 0 0 0 0,0 0 0 0 0,1 0 0 0 0,-1 0 0 0 0,0-1 1 0 0,0 1-1 0 0,1 0 0 0 0,-1 0 0 0 0,0-1 0 0 0</inkml:trace>
</inkml:ink>
</file>

<file path=ppt/ink/ink2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5.1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123 154 3225 0 0,'-4'-2'87'0'0,"1"0"0"0"0,-1 0 0 0 0,0 1 1 0 0,1 0-1 0 0,-1-1 0 0 0,0 1 0 0 0,0 0 1 0 0,0 1-1 0 0,0-1 0 0 0,0 1 0 0 0,0 0 1 0 0,0 0-1 0 0,0 0 0 0 0,0 0 0 0 0,-7 2 1 0 0,8-1 109 0 0,1-1 0 0 0,-1 1 1 0 0,1 0-1 0 0,-1 0 1 0 0,1 0-1 0 0,0 0 0 0 0,0 0 1 0 0,-1 0-1 0 0,1 1 0 0 0,0-1 1 0 0,0 1-1 0 0,0-1 1 0 0,0 1-1 0 0,1 0 0 0 0,-1 0 1 0 0,0 0-1 0 0,1 0 1 0 0,-1 0-1 0 0,1 0 0 0 0,0 0 1 0 0,-1 0-1 0 0,1 1 1 0 0,0-1-1 0 0,1 1 0 0 0,-2 3 1 0 0,-1 12 105 0 0,2 0 1 0 0,0 0 0 0 0,1 1 0 0 0,0-1-1 0 0,2 0 1 0 0,5 28 0 0 0,-5-37-269 0 0,0 0 0 0 0,1 0 1 0 0,-1 0-1 0 0,2 0 0 0 0,-1-1 0 0 0,1 0 1 0 0,0 1-1 0 0,1-2 0 0 0,0 1 1 0 0,0 0-1 0 0,1-1 0 0 0,0 0 0 0 0,0 0 1 0 0,13 10-1 0 0,-10-12 9 0 0,-1 0 1 0 0,1-1-1 0 0,1 0 1 0 0,-1-1-1 0 0,0 1 1 0 0,1-2-1 0 0,-1 0 1 0 0,1 0-1 0 0,0 0 1 0 0,0-1-1 0 0,0-1 1 0 0,0 0-1 0 0,0 0 1 0 0,-1-1-1 0 0,1 0 1 0 0,0-1-1 0 0,0 0 1 0 0,-1 0-1 0 0,18-8 1 0 0,-16 7 53 0 0,-1-2 1 0 0,-1 1-1 0 0,1-1 0 0 0,-1-1 0 0 0,1 0 1 0 0,-2 0-1 0 0,1-1 0 0 0,-1 0 1 0 0,0 0-1 0 0,0-1 0 0 0,-1 0 0 0 0,0 0 1 0 0,0-1-1 0 0,-1 0 0 0 0,0 0 1 0 0,-1 0-1 0 0,8-20 0 0 0,-8 13-8 0 0,-1-1 1 0 0,-1 1-1 0 0,-1-1 0 0 0,0 1 0 0 0,-1-1 0 0 0,-1 0 1 0 0,-1 1-1 0 0,0-1 0 0 0,-1 0 0 0 0,-1 1 0 0 0,-8-29 0 0 0,9 37-33 0 0,-1 0 0 0 0,0 1-1 0 0,-1-1 1 0 0,0 1-1 0 0,0 0 1 0 0,-1 0-1 0 0,1 1 1 0 0,-2-1-1 0 0,1 1 1 0 0,0 0-1 0 0,-9-7 1 0 0,9 10-39 0 0,0-1 0 0 0,-1 1-1 0 0,1 0 1 0 0,-1 0 0 0 0,1 1 0 0 0,-1 0 0 0 0,0 0 0 0 0,0 0 0 0 0,0 1 0 0 0,0-1-1 0 0,0 2 1 0 0,-1-1 0 0 0,1 1 0 0 0,0 0 0 0 0,0 0 0 0 0,-9 1 0 0 0,10 0-101 0 0,1-1 1 0 0,0 1-1 0 0,0-1 1 0 0,-1 1-1 0 0,1 1 0 0 0,0-1 1 0 0,0 0-1 0 0,0 1 1 0 0,1 0-1 0 0,-1 0 1 0 0,0 0-1 0 0,1 1 1 0 0,-1-1-1 0 0,1 1 1 0 0,0 0-1 0 0,-1 0 1 0 0,1 0-1 0 0,1 0 0 0 0,-1 0 1 0 0,0 1-1 0 0,1-1 1 0 0,0 1-1 0 0,0-1 1 0 0,0 1-1 0 0,0 0 1 0 0,-2 6-1 0 0,0 13-1161 0 0</inkml:trace>
</inkml:ink>
</file>

<file path=ppt/ink/ink2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5.4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1 131 3225 0 0,'0'-3'180'0'0,"0"-1"1"0"0,0 1-1 0 0,0 0 1 0 0,1 0 0 0 0,-1-1-1 0 0,1 1 1 0 0,0 0-1 0 0,0 0 1 0 0,0 0 0 0 0,0 0-1 0 0,0 0 1 0 0,1 0-1 0 0,0 0 1 0 0,-1 0 0 0 0,1 1-1 0 0,0-1 1 0 0,0 1-1 0 0,5-5 1 0 0,-2 4 5 0 0,-1-1-1 0 0,1 2 1 0 0,0-1-1 0 0,0 1 1 0 0,0-1 0 0 0,1 1-1 0 0,-1 1 1 0 0,0-1 0 0 0,1 1-1 0 0,7-1 1 0 0,87-16 1189 0 0,-65 9-1136 0 0,1 2 0 0 0,1 2 0 0 0,-1 1 0 0 0,1 2 0 0 0,71 5-1 0 0,-75 1-607 0 0,-18-2 10 0 0</inkml:trace>
</inkml:ink>
</file>

<file path=ppt/ink/ink2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6.5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1 466 3209 0 0,'4'-3'31'0'0,"-1"-1"-1"0"0,1 0 1 0 0,0 1 0 0 0,-1-1 0 0 0,0 0 0 0 0,0-1 0 0 0,0 1 0 0 0,2-5 0 0 0,6-9 72 0 0,1 2 1084 0 0,-1-1-1 0 0,-1 0 1 0 0,0-1-1 0 0,10-27 1 0 0,-12 24-603 0 0,-2 0 0 0 0,-1-1 0 0 0,6-40 0 0 0,-9 54 43 0 0,2 8-223 0 0,6 18-65 0 0,6 30-80 0 0,-3 21 364 0 0,-8-36-7 0 0,14 42 0 0 0,-16-65-564 0 0,0-1 0 0 0,1 0 0 0 0,0 0-1 0 0,1 0 1 0 0,0 0 0 0 0,0-1-1 0 0,1 0 1 0 0,12 15 0 0 0,-17-22-53 0 0,0 0 0 0 0,-1 0 0 0 0,1-1 0 0 0,0 1 0 0 0,-1 0 0 0 0,1 0 0 0 0,0 0 0 0 0,0-1 0 0 0,0 1 0 0 0,0 0 0 0 0,-1-1 0 0 0,1 1 0 0 0,0-1 0 0 0,0 1 0 0 0,0-1 0 0 0,0 1 0 0 0,1-1 0 0 0,-1 0 0 0 0,0 1 0 0 0,0-1 0 0 0,0 0 0 0 0,0 0 0 0 0,0 0 0 0 0,0 0 0 0 0,0 0 0 0 0,0 0 1 0 0,0 0-1 0 0,1 0 0 0 0,-1-1 0 0 0,0 1 0 0 0,0 0 0 0 0,0-1 0 0 0,0 1 0 0 0,0 0 0 0 0,0-1 0 0 0,0 0 0 0 0,0 1 0 0 0,0-1 0 0 0,-1 1 0 0 0,1-1 0 0 0,0 0 0 0 0,0 0 0 0 0,0 1 0 0 0,-1-1 0 0 0,1 0 0 0 0,0 0 0 0 0,-1 0 0 0 0,1 0 0 0 0,-1 0 0 0 0,1 0 0 0 0,-1 0 0 0 0,1 0 0 0 0,-1-2 0 0 0,4-7-14 0 0,0 0-1 0 0,-1-1 0 0 0,-1 1 0 0 0,2-14 0 0 0,-3 21 22 0 0,11-85 61 0 0,-7 41-48 0 0,2-1 0 0 0,20-66 0 0 0,-25 108-11 0 0,16-40 0 0 0,-17 44 2 0 0,0-1 0 0 0,0 1-1 0 0,0 0 1 0 0,0 0 0 0 0,1 0-1 0 0,-1 0 1 0 0,1 0-1 0 0,-1 0 1 0 0,1 1 0 0 0,0-1-1 0 0,0 0 1 0 0,0 1 0 0 0,0-1-1 0 0,0 1 1 0 0,0 0 0 0 0,3-2-1 0 0,-3 3-10 0 0,-1 0-1 0 0,1 0 0 0 0,-1 0 1 0 0,1 1-1 0 0,-1-1 0 0 0,1 0 0 0 0,-1 1 1 0 0,1-1-1 0 0,-1 1 0 0 0,0-1 0 0 0,1 1 1 0 0,-1-1-1 0 0,0 1 0 0 0,1 0 1 0 0,-1 0-1 0 0,0 0 0 0 0,0 0 0 0 0,0 0 1 0 0,0 0-1 0 0,0 0 0 0 0,0 0 0 0 0,0 0 1 0 0,0 1-1 0 0,1 1 0 0 0,20 36-80 0 0,-19-34 79 0 0,73 136-19 0 0,33 71-20 0 0,-109-210 42 0 0,1 0 0 0 0,0 0 0 0 0,0 0 0 0 0,0 0 0 0 0,0 0 0 0 0,1 0 0 0 0,-1-1 0 0 0,0 1 0 0 0,1 0 0 0 0,2 1 0 0 0,-4-3 0 0 0,0 1 0 0 0,1-1 0 0 0,-1 0 0 0 0,1 0 0 0 0,-1 0 0 0 0,1 1 0 0 0,-1-1 0 0 0,0 0 0 0 0,1 0 0 0 0,-1 0 0 0 0,1 0 0 0 0,-1 0 0 0 0,1 0 0 0 0,-1 0 0 0 0,1 0 0 0 0,-1 0 0 0 0,1 0 0 0 0,-1 0 0 0 0,1 0 0 0 0,-1 0 0 0 0,1 0 0 0 0,-1 0 0 0 0,1-1 0 0 0,-1 1 0 0 0,1 0 0 0 0,-1 0 0 0 0,0-1 0 0 0,1 1 0 0 0,1-3 0 0 0,1 1 0 0 0,-1-1 0 0 0,0 1 0 0 0,-1-1 0 0 0,1 0 0 0 0,0 0 0 0 0,-1 0 0 0 0,0 0 0 0 0,0 0 0 0 0,0 0 0 0 0,2-7 0 0 0,7-41 57 0 0,5-72-1 0 0,-11 78-4 0 0,2 0-1 0 0,16-63 1 0 0,-20 102-58 0 0,0 1 0 0 0,0 0 0 0 0,0 0 0 0 0,0 0 0 0 0,1 0 0 0 0,0 0 0 0 0,0 1 0 0 0,0-1 0 0 0,0 1 0 0 0,6-6 0 0 0,-8 10 4 0 0,0-1 1 0 0,0 0-1 0 0,0 0 1 0 0,0 1-1 0 0,0-1 1 0 0,0 0-1 0 0,0 1 1 0 0,0-1-1 0 0,1 1 1 0 0,-1 0-1 0 0,0-1 1 0 0,0 1-1 0 0,1 0 1 0 0,-1 0-1 0 0,0 0 0 0 0,0 0 1 0 0,1 0-1 0 0,1 0 1 0 0,-1 1 1 0 0,0-1 0 0 0,0 1 0 0 0,0 0 0 0 0,0 0 0 0 0,0 0 0 0 0,0 0 0 0 0,0 1 0 0 0,-1-1 0 0 0,1 0 0 0 0,-1 1 0 0 0,1-1 0 0 0,-1 1-1 0 0,1-1 1 0 0,1 5 0 0 0,37 47-12 0 0,-3 2 0 0 0,-2 2 0 0 0,-3 1 0 0 0,36 88 0 0 0,-65-137 12 0 0,-2-4 0 0 0,0 0 0 0 0,1-1 0 0 0,-1 1 0 0 0,1 0 0 0 0,0-1 0 0 0,1 0 0 0 0,4 8 0 0 0,-6-12 5 0 0,-1-1 0 0 0,1 1 0 0 0,-1 0 1 0 0,1 0-1 0 0,-1 0 0 0 0,1-1 0 0 0,-1 1 0 0 0,0 0 0 0 0,1-1 0 0 0,-1 1 0 0 0,1 0 0 0 0,-1-1 0 0 0,0 1 0 0 0,1-1 0 0 0,-1 1 0 0 0,0 0 0 0 0,1-1 0 0 0,-1 1 0 0 0,0-1 0 0 0,0 1 0 0 0,0-1 0 0 0,1 1 0 0 0,-1-1 0 0 0,0 1 0 0 0,0-1 0 0 0,0 1 0 0 0,0-1 0 0 0,0 0 0 0 0,0 1 0 0 0,0-2 0 0 0,5-22-87 0 0,-5 22 87 0 0,6-40-321 0 0,2 1 0 0 0,1-1 0 0 0,3 1 1 0 0,1 1-1 0 0,2 0 0 0 0,30-56 0 0 0,-42 91 314 0 0,-1 1 0 0 0,1 0 0 0 0,0-1-1 0 0,0 1 1 0 0,0 0 0 0 0,7-5 0 0 0,-9 8 2 0 0,0 1 0 0 0,0-1 0 0 0,0 1 0 0 0,0 0 0 0 0,0-1 0 0 0,-1 1 0 0 0,1 0 1 0 0,0-1-1 0 0,0 1 0 0 0,1 0 0 0 0,-1 0 0 0 0,0 0 0 0 0,0 0 0 0 0,0 0 0 0 0,0 0 0 0 0,0 0 0 0 0,0 0 0 0 0,0 1 0 0 0,0-1 0 0 0,0 0 1 0 0,0 0-1 0 0,0 1 0 0 0,-1-1 0 0 0,1 1 0 0 0,0-1 0 0 0,0 1 0 0 0,0-1 0 0 0,0 1 0 0 0,0 0 0 0 0,-1-1 0 0 0,1 1 0 0 0,0 0 0 0 0,-1 0 1 0 0,1-1-1 0 0,0 1 0 0 0,-1 0 0 0 0,1 0 0 0 0,0 1 0 0 0,19 28-19 0 0,-1 1 1 0 0,-2 1-1 0 0,-1 1 0 0 0,14 40 0 0 0,-17-41-38 0 0,15 55-4070 0 0,-20-56 43 0 0</inkml:trace>
</inkml:ink>
</file>

<file path=ppt/ink/ink2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7.0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88 118 3193 0 0,'-45'-4'1027'0'0,"3"1"4909"0"0,76-24-2561 0 0,-21 19-3207 0 0,0 1 0 0 0,1 0 1 0 0,0 1-1 0 0,0 1 0 0 0,1 0 1 0 0,0 1-1 0 0,-1 1 0 0 0,18-2 1 0 0,14 1 967 0 0,62 2 0 0 0,-4 1-434 0 0,41-10-704 0 0,165-4 16 0 0,-30 30 270 0 0,-266-14-571 0 0,0-1 0 0 0,23-3 1 0 0,7 0-488 0 0,-40 3 151 0 0</inkml:trace>
</inkml:ink>
</file>

<file path=ppt/ink/ink2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7.6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242 1519 2689 0 0,'-1'1'62'0'0,"0"-1"1"0"0,0 1 0 0 0,0 0 0 0 0,0 0 0 0 0,0-1 0 0 0,0 1-1 0 0,0-1 1 0 0,0 1 0 0 0,0-1 0 0 0,0 1 0 0 0,0-1-1 0 0,0 0 1 0 0,0 0 0 0 0,0 1 0 0 0,0-1 0 0 0,-1 0 0 0 0,1 0-1 0 0,0 0 1 0 0,0 0 0 0 0,0 0 0 0 0,0 0 0 0 0,0-1 0 0 0,0 1-1 0 0,-1 0 1 0 0,1-1 0 0 0,0 1 0 0 0,0 0 0 0 0,0-1 0 0 0,0 1-1 0 0,0-1 1 0 0,0 0 0 0 0,0 1 0 0 0,0-1 0 0 0,0 0-1 0 0,1 1 1 0 0,-1-1 0 0 0,-1-2 0 0 0,-2 0 497 0 0,1-1 0 0 0,0 0 1 0 0,0 1-1 0 0,1-1 0 0 0,-1 0 1 0 0,1-1-1 0 0,-3-6 0 0 0,-10-41 1155 0 0,2 0 0 0 0,-9-84 0 0 0,8 43-583 0 0,-11-46 145 0 0,-30-199 387 0 0,45 251-1165 0 0,3-167 1 0 0,11 184-482 0 0,-4-1-1 0 0,-9-77 1 0 0,-1 111-122 0 0,10 37 30 0 0,7 11-863 0 0,-2-5 60 0 0</inkml:trace>
</inkml:ink>
</file>

<file path=ppt/ink/ink2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8.1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82 2761 0 0,'0'0'43'0'0,"-1"0"0"0"0,1 0 0 0 0,0-1 0 0 0,0 1 0 0 0,0 0 1 0 0,0 0-1 0 0,0 0 0 0 0,-1 0 0 0 0,1-1 0 0 0,0 1 0 0 0,0 0 1 0 0,0 0-1 0 0,0 0 0 0 0,0-1 0 0 0,0 1 0 0 0,0 0 1 0 0,0 0-1 0 0,0-1 0 0 0,0 1 0 0 0,0 0 0 0 0,0 0 0 0 0,0 0 1 0 0,0-1-1 0 0,0 1 0 0 0,0 0 0 0 0,0 0 0 0 0,0 0 0 0 0,0-1 1 0 0,0 1-1 0 0,0 0 0 0 0,0 0 0 0 0,1 0 0 0 0,-1-1 0 0 0,0 1 1 0 0,0 0-1 0 0,0 0 0 0 0,0 0 0 0 0,0 0 0 0 0,1-1 0 0 0,-1 1 1 0 0,0 0-1 0 0,0 0 0 0 0,0 0 0 0 0,0 0 0 0 0,1 0 0 0 0,-1 0 1 0 0,0 0-1 0 0,0 0 0 0 0,0-1 0 0 0,1 1 0 0 0,-1 0 0 0 0,20-12 1380 0 0,26-9 77 0 0,-15 11-833 0 0,0 2-1 0 0,0 1 0 0 0,1 1 1 0 0,-1 2-1 0 0,57-1 1 0 0,163 20 473 0 0,-24 0-492 0 0,-130-16-499 0 0,263 13 190 0 0,-313-7-328 0 0,0-1 1 0 0,0-2-1 0 0,0-2 1 0 0,1-3-1 0 0,-1-1 1 0 0,60-15-1 0 0,-94 16-11 0 0,0 1 0 0 0,-1-1 0 0 0,22 1 0 0 0,-23-4-2602 0 0,-7 5 1651 0 0</inkml:trace>
</inkml:ink>
</file>

<file path=ppt/ink/ink2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9.1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39 616 2881 0 0,'-1'-77'4265'0'0,"-22"-142"1"0"0,18 194-3598 0 0,1-2 0 0 0,1 1 0 0 0,1 0-1 0 0,1-1 1 0 0,6-45 0 0 0,21 138-1033 0 0,15 58 228 0 0,24 67-381 0 0,-63-185 506 0 0,24 53-208 0 0,-24-56 211 0 0,-1 1 0 0 0,2 0 0 0 0,-1-1 1 0 0,0 1-1 0 0,1-1 0 0 0,-1 0 0 0 0,1 0 0 0 0,0 0 0 0 0,0 0 0 0 0,0 0 0 0 0,0-1 0 0 0,5 4 0 0 0,-7-6 10 0 0,0 0 1 0 0,0 0-1 0 0,0 1 0 0 0,0-1 1 0 0,0 0-1 0 0,0 0 0 0 0,-1 0 1 0 0,1 0-1 0 0,0 0 0 0 0,0 0 0 0 0,0 0 1 0 0,0-1-1 0 0,0 1 0 0 0,0 0 1 0 0,0 0-1 0 0,0-1 0 0 0,-1 1 1 0 0,1 0-1 0 0,0-1 0 0 0,0 1 1 0 0,0-1-1 0 0,-1 1 0 0 0,1-1 1 0 0,0 0-1 0 0,0 1 0 0 0,-1-1 1 0 0,1 0-1 0 0,-1 1 0 0 0,1-1 1 0 0,0 0-1 0 0,-1 0 0 0 0,0 1 0 0 0,1-1 1 0 0,-1 0-1 0 0,1 0 0 0 0,-1 0 1 0 0,0 0-1 0 0,0 0 0 0 0,1 0 1 0 0,-1 1-1 0 0,0-1 0 0 0,0-2 1 0 0,5-41 149 0 0,-7-53-85 0 0,0 37 414 0 0,2-1-1 0 0,4 1 1 0 0,10-65-1 0 0,-14 123-459 0 0,1 0 0 0 0,-1 0-1 0 0,0-1 1 0 0,1 1 0 0 0,-1 0 0 0 0,1 0-1 0 0,0 0 1 0 0,0 0 0 0 0,0 0-1 0 0,0 0 1 0 0,0 0 0 0 0,0 0-1 0 0,1 0 1 0 0,-1 0 0 0 0,1 1-1 0 0,-1-1 1 0 0,1 1 0 0 0,-1-1-1 0 0,1 1 1 0 0,0-1 0 0 0,0 1-1 0 0,0 0 1 0 0,0 0 0 0 0,0 0-1 0 0,3-1 1 0 0,-2 2-17 0 0,0-1-1 0 0,0 1 1 0 0,0 1-1 0 0,0-1 1 0 0,0 0-1 0 0,0 1 1 0 0,0 0-1 0 0,0 0 1 0 0,0 0 0 0 0,0 0-1 0 0,0 0 1 0 0,0 0-1 0 0,-1 1 1 0 0,1-1-1 0 0,-1 1 1 0 0,1 0-1 0 0,-1 0 1 0 0,3 2 0 0 0,4 4-1 0 0,-1 0 0 0 0,1 0 0 0 0,-2 1 0 0 0,1 0 0 0 0,-1 1 0 0 0,10 18 0 0 0,26 68-64 0 0,-34-73 37 0 0,0-1-1 0 0,2 0 0 0 0,0-1 0 0 0,19 27 1 0 0,-26-43 23 0 0,0 1 1 0 0,1-1-1 0 0,-1 0 1 0 0,2-1-1 0 0,-1 1 1 0 0,0-1 0 0 0,10 6-1 0 0,-13-9 2 0 0,-1 0 0 0 0,1 0 0 0 0,0-1 0 0 0,-1 1 0 0 0,1-1 0 0 0,-1 0 0 0 0,1 1 0 0 0,0-1 0 0 0,-1 0 0 0 0,1 0 0 0 0,0 0 0 0 0,-1 0 0 0 0,1 0 0 0 0,0 0 0 0 0,-1 0 0 0 0,1-1 0 0 0,0 1 1 0 0,-1-1-1 0 0,1 1 0 0 0,-1-1 0 0 0,1 1 0 0 0,-1-1 0 0 0,1 0 0 0 0,-1 0 0 0 0,1 0 0 0 0,-1 0 0 0 0,0 0 0 0 0,0 0 0 0 0,1 0 0 0 0,-1 0 0 0 0,0-1 0 0 0,0 1 0 0 0,0 0 0 0 0,0-1 0 0 0,0 1 0 0 0,1-3 0 0 0,10-22 17 0 0,0-1 0 0 0,-2 0 0 0 0,-1 0 0 0 0,-1-1-1 0 0,6-46 1 0 0,-8 46 21 0 0,-5 21-29 0 0,5-21 10 0 0,1 1 0 0 0,11-32 0 0 0,-15 52-19 0 0,0 1 0 0 0,0-1-1 0 0,0 1 1 0 0,1-1 0 0 0,0 1 0 0 0,0 0 0 0 0,0 0 0 0 0,1 1-1 0 0,0-1 1 0 0,0 1 0 0 0,1 0 0 0 0,-1 1 0 0 0,12-8 0 0 0,-16 11-1 0 0,0 1 0 0 0,0-1 0 0 0,0 1 0 0 0,1-1 1 0 0,-1 1-1 0 0,0-1 0 0 0,0 1 0 0 0,0 0 0 0 0,1 0 0 0 0,-1 0 1 0 0,0 0-1 0 0,0 0 0 0 0,1 0 0 0 0,-1 0 0 0 0,0 0 1 0 0,0 0-1 0 0,1 0 0 0 0,-1 1 0 0 0,0-1 0 0 0,0 0 0 0 0,0 1 1 0 0,0-1-1 0 0,1 1 0 0 0,-1-1 0 0 0,0 1 0 0 0,0 0 1 0 0,0 0-1 0 0,0-1 0 0 0,0 1 0 0 0,0 0 0 0 0,-1 0 1 0 0,1 0-1 0 0,0 0 0 0 0,0 0 0 0 0,-1 0 0 0 0,1 0 0 0 0,0 0 1 0 0,-1 0-1 0 0,1 0 0 0 0,0 3 0 0 0,3 6 14 0 0,-1-1-1 0 0,0 1 0 0 0,4 21 1 0 0,-5-20-29 0 0,12 52 53 0 0,3-1 1 0 0,32 80 0 0 0,-31-103-58 0 0,0-1-1 0 0,3-1 0 0 0,1 0 1 0 0,42 52-1 0 0,-33-53-838 0 0</inkml:trace>
</inkml:ink>
</file>

<file path=ppt/ink/ink2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9.6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0 269 2961 0 0,'0'0'137'0'0,"0"0"-56"0"0,1-8 425 0 0,0-1 0 0 0,0 0 0 0 0,4-14 0 0 0,3-26 1284 0 0,-7 47-1631 0 0,0-1-1 0 0,-1 1 1 0 0,1-1-1 0 0,1 1 1 0 0,-1-1-1 0 0,0 1 0 0 0,0 0 1 0 0,1 0-1 0 0,0-1 1 0 0,-1 1-1 0 0,1 0 0 0 0,0 0 1 0 0,0 1-1 0 0,0-1 1 0 0,0 0-1 0 0,0 1 1 0 0,0-1-1 0 0,1 1 0 0 0,-1 0 1 0 0,5-2-1 0 0,4-3 17 0 0,1 1-1 0 0,0 0 1 0 0,12-3-1 0 0,68-12 1326 0 0,2 4-1 0 0,162-8 1 0 0,178 17 1692 0 0,-320 7-2841 0 0,-81 0-424 0 0,-11 2-125 0 0,-1-2-1 0 0,0-1 0 0 0,0 0 0 0 0,0-2 0 0 0,39-10 0 0 0,-41 5-1142 0 0,16-4-6179 0 0</inkml:trace>
</inkml:ink>
</file>

<file path=ppt/ink/ink2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00.0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142 38 920 0 0,'-4'-4'809'0'0,"-1"0"0"0"0,1 0 0 0 0,-1 0-1 0 0,1 1 1 0 0,-1-1 0 0 0,0 1 0 0 0,0 0-1 0 0,0 1 1 0 0,-1-1 0 0 0,-6-1 0 0 0,11 5-621 0 0,0-1-1 0 0,-1 1 1 0 0,1 0 0 0 0,0 0 0 0 0,0 0-1 0 0,-1 0 1 0 0,1 0 0 0 0,0 0 0 0 0,0 0 0 0 0,0 0-1 0 0,0 0 1 0 0,1 0 0 0 0,-1 1 0 0 0,0-1-1 0 0,0 0 1 0 0,1 1 0 0 0,-2 1 0 0 0,-10 26 654 0 0,0 8-338 0 0,2 1 1 0 0,1 0-1 0 0,2 0 0 0 0,-4 59 1 0 0,9 159 172 0 0,4-110-482 0 0,-3-107-174 0 0,14 433-99 0 0,140 562 164 0 0,-151-1025-83 0 0,7 28-37 0 0,-3-1 0 0 0,4 62 1 0 0,-10-98 26 0 0,0 0 1 0 0,0 0-1 0 0,0 0 0 0 0,0 0 1 0 0,0 0-1 0 0,0 0 1 0 0,0 1-1 0 0,0-1 1 0 0,0 0-1 0 0,0 0 1 0 0,0 0-1 0 0,0 0 0 0 0,0 0 1 0 0,0 0-1 0 0,0 0 1 0 0,0 1-1 0 0,0-1 1 0 0,0 0-1 0 0,0 0 1 0 0,0 0-1 0 0,0 0 0 0 0,0 0 1 0 0,0 0-1 0 0,0 0 1 0 0,0 1-1 0 0,0-1 1 0 0,0 0-1 0 0,0 0 0 0 0,0 0 1 0 0,0 0-1 0 0,0 0 1 0 0,-1 0-1 0 0,1 0 1 0 0,0 0-1 0 0,0 0 1 0 0,0 0-1 0 0,0 0 0 0 0,0 1 1 0 0,0-1-1 0 0,0 0 1 0 0,0 0-1 0 0,-1 0 1 0 0,1 0-1 0 0,0 0 0 0 0,0 0 1 0 0,0 0-1 0 0,0 0 1 0 0,0 0-1 0 0,0 0 1 0 0,0 0-1 0 0,-1 0 1 0 0,1 0-1 0 0,0 0 0 0 0,0 0 1 0 0,0 0-1 0 0,-7-7-1046 0 0,-6-11-2821 0 0,6 5-1314 0 0</inkml:trace>
</inkml:ink>
</file>

<file path=ppt/ink/ink2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00.6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113 144 920 0 0,'-11'5'558'0'0,"0"0"-1"0"0,0-1 1 0 0,-1 0-1 0 0,0 0 0 0 0,0-2 1 0 0,-21 3-1 0 0,32-4-489 0 0,1-1-1 0 0,0 0 1 0 0,0 0-1 0 0,-1 0 0 0 0,1 0 1 0 0,0 0-1 0 0,-1 0 1 0 0,1 0-1 0 0,0 0 0 0 0,-1 0 1 0 0,1 0-1 0 0,0 0 1 0 0,0 0-1 0 0,-1 0 0 0 0,1 0 1 0 0,0 0-1 0 0,-1 0 1 0 0,1 0-1 0 0,0 0 1 0 0,0 0-1 0 0,-1 0 0 0 0,1 0 1 0 0,0-1-1 0 0,0 1 1 0 0,-1 0-1 0 0,1 0 0 0 0,0 0 1 0 0,0-1-1 0 0,-1 1 1 0 0,1 0-1 0 0,0 0 0 0 0,0 0 1 0 0,0-1-1 0 0,-1 1 1 0 0,1 0-1 0 0,0 0 0 0 0,0-1 1 0 0,0 1-1 0 0,0 0 1 0 0,0-1-1 0 0,0 1 1 0 0,10-10 1429 0 0,19-7-342 0 0,0 9-605 0 0,0 1 1 0 0,1 1-1 0 0,0 2 0 0 0,-1 1 0 0 0,49 1 0 0 0,3-1-74 0 0,443-47 2170 0 0,-499 48-2418 0 0,442-14 1327 0 0,-275 16-1087 0 0,47 10-201 0 0,-162-4-260 0 0,-1-3 1 0 0,1-3-1 0 0,77-11 0 0 0,-123 6-422 0 0,0-2-1 0 0,-1-1 1 0 0,52-20-1 0 0</inkml:trace>
</inkml:ink>
</file>

<file path=ppt/ink/ink2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01.1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142 242 2761 0 0,'-31'-27'1223'0'0,"28"23"-642"0"0,-1 0 1 0 0,1 0-1 0 0,-1 1 1 0 0,0-1-1 0 0,0 1 0 0 0,0 0 1 0 0,-1 0-1 0 0,1 1 1 0 0,-1-1-1 0 0,0 1 1 0 0,1 0-1 0 0,-1 0 0 0 0,-7-1 1 0 0,10 3-506 0 0,1 0 0 0 0,-1 1 0 0 0,1-1 0 0 0,-1 1 0 0 0,1-1 0 0 0,-1 1 0 0 0,1 0 0 0 0,-1-1 0 0 0,1 1 0 0 0,0 0 0 0 0,-1 0 0 0 0,1 0 0 0 0,0 0 0 0 0,0 0 0 0 0,0 0-1 0 0,0 1 1 0 0,0-1 0 0 0,0 0 0 0 0,0 0 0 0 0,0 1 0 0 0,0-1 0 0 0,0 1 0 0 0,1-1 0 0 0,-1 1 0 0 0,1-1 0 0 0,-1 1 0 0 0,1-1 0 0 0,0 1 0 0 0,-1 1 0 0 0,-9 50 95 0 0,10-51-155 0 0,-2 14-23 0 0,2 0 1 0 0,-1-1-1 0 0,2 1 0 0 0,0 0 1 0 0,1-1-1 0 0,0 1 1 0 0,1-1-1 0 0,7 18 0 0 0,-8-25 3 0 0,2 0-1 0 0,-1 0 0 0 0,1-1 1 0 0,0 1-1 0 0,1-1 0 0 0,-1 0 1 0 0,2 0-1 0 0,-1 0 0 0 0,1 0 1 0 0,0-1-1 0 0,0 0 0 0 0,0-1 1 0 0,1 1-1 0 0,0-1 0 0 0,0-1 1 0 0,10 6-1 0 0,-9-6 20 0 0,-1-1-1 0 0,0 0 1 0 0,1 0-1 0 0,0-1 1 0 0,0 1 0 0 0,0-2-1 0 0,0 1 1 0 0,0-1-1 0 0,0-1 1 0 0,0 1 0 0 0,0-1-1 0 0,0-1 1 0 0,1 1-1 0 0,-1-2 1 0 0,0 1 0 0 0,0-1-1 0 0,0 0 1 0 0,-1 0-1 0 0,1-1 1 0 0,-1 0 0 0 0,1-1-1 0 0,-1 0 1 0 0,0 0-1 0 0,0 0 1 0 0,0-1-1 0 0,-1 0 1 0 0,0 0 0 0 0,0-1-1 0 0,0 1 1 0 0,0-1-1 0 0,-1-1 1 0 0,0 1 0 0 0,7-13-1 0 0,-3 3 219 0 0,-2 0 0 0 0,1 0 0 0 0,-2-1 0 0 0,0 1 0 0 0,-1-2 0 0 0,-1 1 0 0 0,-1 0 0 0 0,0-1 0 0 0,-1 1 0 0 0,-1-1 0 0 0,0 0 0 0 0,-3-20 0 0 0,1 28-107 0 0,0 0 0 0 0,0-1 0 0 0,-1 1 0 0 0,0 0 0 0 0,-1 0 1 0 0,0 0-1 0 0,-1 1 0 0 0,0-1 0 0 0,0 1 0 0 0,-1 0 0 0 0,-1 0 0 0 0,1 0 0 0 0,-1 1 0 0 0,-1 0 1 0 0,1 0-1 0 0,-1 1 0 0 0,-1-1 0 0 0,1 1 0 0 0,-1 1 0 0 0,-1 0 0 0 0,1 0 0 0 0,-11-5 0 0 0,12 8-442 0 0,0 0 1 0 0,0 0-1 0 0,0 1 0 0 0,0 0 0 0 0,0 0 0 0 0,-1 1 0 0 0,1 0 0 0 0,-1 0 0 0 0,1 1 0 0 0,-1 0 0 0 0,1 0 0 0 0,-1 1 0 0 0,-12 2 0 0 0,2 3-5791 0 0</inkml:trace>
</inkml:ink>
</file>

<file path=ppt/ink/ink2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04.0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1127 139 3697 0 0,'29'-122'-1366'0'0,"-29"121"1460"0"0,0 1 1 0 0,0-1-1 0 0,0 1 0 0 0,-1-1 0 0 0,1 1 1 0 0,0 0-1 0 0,0-1 0 0 0,-1 1 0 0 0,1-1 1 0 0,0 1-1 0 0,-1 0 0 0 0,1-1 0 0 0,0 1 0 0 0,-1-1 1 0 0,1 1-1 0 0,0 0 0 0 0,-1 0 0 0 0,1-1 1 0 0,-1 1-1 0 0,1 0 0 0 0,-1 0 0 0 0,1-1 1 0 0,-1 1-1 0 0,1 0 0 0 0,-1 0 0 0 0,1 0 1 0 0,0 0-1 0 0,-1 0 0 0 0,1 0 0 0 0,-1 0 0 0 0,1 0 1 0 0,-1 0-1 0 0,0 0 0 0 0,-27-3 2551 0 0,15 3-1647 0 0,-19-3 58 0 0,1 2 0 0 0,0 1 1 0 0,0 2-1 0 0,-56 9 0 0 0,26-3-265 0 0,-116 18 1039 0 0,-65 6 653 0 0,200-29-2095 0 0,-1-2 0 0 0,0-2 0 0 0,-74-11 0 0 0,-10-20 10 0 0,100 24-470 0 0,26 8-46 0 0,1 0 50 0 0,-1 0 0 0 0,1 0 0 0 0,0-1 0 0 0,0 1 0 0 0,-1 0 0 0 0,1 0 0 0 0,0 0 0 0 0,0 0 0 0 0,0 0 0 0 0,-1 0 0 0 0,1 0 1 0 0,0 0-1 0 0,-1-1 0 0 0,1 1 0 0 0,0 0 0 0 0,0 0 0 0 0,-1 0 0 0 0,1 0 0 0 0,0 0 0 0 0,0 0 0 0 0,-1 0 0 0 0,1 1 0 0 0,0-1 0 0 0,0 0 0 0 0,-1 0 0 0 0,1 0 0 0 0,0 0 0 0 0,0 0 1 0 0,-1 0-1 0 0,1 0 0 0 0,0 1 0 0 0,0-1 0 0 0,0 0 0 0 0,-1 0 0 0 0,1 0 0 0 0,0 0 0 0 0,0 1 0 0 0,0-1 0 0 0,0 0 0 0 0,-1 0 0 0 0,1 1 0 0 0</inkml:trace>
</inkml:ink>
</file>

<file path=ppt/ink/ink2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04.6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3 6913 0 0,'-7'-3'3934'0'0,"7"4"-3852"0"0,-1-1 19 0 0,1 0 0 0 0,-1 1 0 0 0,1-1 0 0 0,-1 1 0 0 0,1-1 0 0 0,-1 1 0 0 0,1 0 0 0 0,-1-1 0 0 0,1 1 0 0 0,-1-1-1 0 0,1 1 1 0 0,0 0 0 0 0,-1-1 0 0 0,1 1 0 0 0,0 0 0 0 0,0 0 0 0 0,0-1 0 0 0,-1 1 0 0 0,1 0 0 0 0,0 0 0 0 0,0 0-1 0 0,-3 96 529 0 0,20 185 0 0 0,-8-172-449 0 0,128 848 618 0 0,-113-815-789 0 0,-6 1-1 0 0,-3 285 1 0 0,-21-369-386 0 0</inkml:trace>
</inkml:ink>
</file>

<file path=ppt/ink/ink2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05.6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54 3681 0 0,'3'-7'10556'0'0,"13"10"-9869"0"0,-23-5-93 0 0,-7-18 332 0 0,14 19-920 0 0,1-1 0 0 0,-1 1 0 0 0,0 0 0 0 0,1-1 1 0 0,-1 1-1 0 0,1 0 0 0 0,0 0 0 0 0,-1-1 1 0 0,1 1-1 0 0,0 0 0 0 0,0 0 0 0 0,0 0 0 0 0,-1 0 1 0 0,1 0-1 0 0,0 0 0 0 0,0 0 0 0 0,1 0 1 0 0,-1 1-1 0 0,0-1 0 0 0,0 0 0 0 0,0 1 0 0 0,0-1 1 0 0,1 0-1 0 0,-1 1 0 0 0,0-1 0 0 0,1 1 1 0 0,-1 0-1 0 0,0 0 0 0 0,1-1 0 0 0,-1 1 1 0 0,0 0-1 0 0,3 0 0 0 0,47-1 301 0 0,120 19 42 0 0,206 17-762 0 0,-332-30-1657 0 0,-28 0-3334 0 0</inkml:trace>
</inkml:ink>
</file>

<file path=ppt/ink/ink2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05.9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70 26 3225 0 0,'-5'0'-39'0'0,"-32"-2"899"0"0,35 2-654 0 0,1 0 1 0 0,0 0-1 0 0,-1 0 1 0 0,1 0-1 0 0,0-1 1 0 0,0 1-1 0 0,-1 0 0 0 0,1-1 1 0 0,0 1-1 0 0,0-1 1 0 0,-1 1-1 0 0,1-1 1 0 0,0 1-1 0 0,0-1 0 0 0,0 0 1 0 0,0 0-1 0 0,0 0 1 0 0,0 1-1 0 0,0-1 1 0 0,0 0-1 0 0,0 0 0 0 0,-1-2 1 0 0,2 3-143 0 0,0-1 1 0 0,0 1 0 0 0,0 0-1 0 0,0 0 1 0 0,0-1-1 0 0,0 1 1 0 0,0 0-1 0 0,0-1 1 0 0,0 1 0 0 0,0 0-1 0 0,0 0 1 0 0,0-1-1 0 0,0 1 1 0 0,0 0-1 0 0,1 0 1 0 0,-1-1 0 0 0,0 1-1 0 0,0 0 1 0 0,0 0-1 0 0,0-1 1 0 0,0 1 0 0 0,1 0-1 0 0,-1 0 1 0 0,0 0-1 0 0,0-1 1 0 0,0 1-1 0 0,1 0 1 0 0,-1 0 0 0 0,0 0-1 0 0,0 0 1 0 0,0-1-1 0 0,1 1 1 0 0,-1 0-1 0 0,0 0 1 0 0,0 0 0 0 0,1 0-1 0 0,-1 0 1 0 0,16-1 1319 0 0,12 6 123 0 0,15 14-957 0 0,-1 2-1 0 0,-1 1 1 0 0,-1 2-1 0 0,-2 2 1 0 0,0 1 0 0 0,-2 3-1 0 0,53 52 1 0 0,-50-40-499 0 0,43 59-1 0 0,-37-34-5936 0 0</inkml:trace>
</inkml:ink>
</file>

<file path=ppt/ink/ink2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06.3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242 30 920 0 0,'8'-30'7172'0'0,"-17"41"-4950"0"0,-35 60 1708 0 0,-17 41-2229 0 0,-13 20-1188 0 0,20-32-1685 0 0,47-81-4312 0 0</inkml:trace>
</inkml:ink>
</file>

<file path=ppt/ink/ink2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3.6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95 2761 0 0,'-1'-1'123'0'0,"1"1"0"0"0,0 0 1 0 0,-1-1-1 0 0,1 1 0 0 0,-1 0 0 0 0,1 0 1 0 0,0-1-1 0 0,-1 1 0 0 0,1-1 1 0 0,0 1-1 0 0,0 0 0 0 0,-1-1 1 0 0,1 1-1 0 0,0-1 0 0 0,0 1 1 0 0,0-1-1 0 0,-1 1 0 0 0,1 0 0 0 0,0-1 1 0 0,0 1-1 0 0,0-1 0 0 0,0 1 1 0 0,0-1-1 0 0,0 1 0 0 0,0-1 1 0 0,0 1-1 0 0,0-1 0 0 0,0 1 1 0 0,0-1-1 0 0,0 1 0 0 0,1-1 1 0 0,-1 1-1 0 0,0 0 0 0 0,0-1 0 0 0,0 1 1 0 0,1-1-1 0 0,-1 1 0 0 0,0-1 1 0 0,0 1-1 0 0,1 0 0 0 0,-1-1 1 0 0,0 1-1 0 0,1 0 0 0 0,-1-1 1 0 0,0 1-1 0 0,1 0 0 0 0,-1 0 0 0 0,1-1 1 0 0,-1 1-1 0 0,0 0 0 0 0,1 0 1 0 0,-1 0-1 0 0,1-1 0 0 0,0 1 1 0 0,34-8 2417 0 0,-22 5-2494 0 0,36-14 1297 0 0,60-18 892 0 0,-94 32-2215 0 0,0 0 0 0 0,0 1 0 0 0,0 1 0 0 0,0 0 0 0 0,26 2 0 0 0,-21 6-2778 0 0</inkml:trace>
</inkml:ink>
</file>

<file path=ppt/ink/ink2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4.1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1 116 9674 0 0,'16'-1'440'0'0,"0"0"0"0"0,0-2 0 0 0,0 1 0 0 0,-1-2-1 0 0,1 0 1 0 0,-1-1 0 0 0,19-8 0 0 0,-4-1-787 0 0,-1-2-1 0 0,42-28 1 0 0,-61 35-4098 0 0</inkml:trace>
</inkml:ink>
</file>

<file path=ppt/ink/ink2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4.5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80 15 6449 0 0,'-14'-5'191'0'0,"11"3"317"0"0,-1 0 1 0 0,0 1 0 0 0,0 0-1 0 0,0 0 1 0 0,1 0 0 0 0,-1 0 0 0 0,-6 0-1 0 0,9 1-374 0 0,0 0 0 0 0,0 1 0 0 0,0-1-1 0 0,0 0 1 0 0,0 1 0 0 0,0-1 0 0 0,0 1-1 0 0,0-1 1 0 0,0 1 0 0 0,0-1 0 0 0,0 1-1 0 0,0 0 1 0 0,0-1 0 0 0,0 1 0 0 0,0 0-1 0 0,1 0 1 0 0,-1 0 0 0 0,0-1 0 0 0,1 1-1 0 0,-1 0 1 0 0,0 0 0 0 0,1 0 0 0 0,-1 0-1 0 0,1 0 1 0 0,0 0 0 0 0,-1 0 0 0 0,1 0-1 0 0,0 1 1 0 0,0-1 0 0 0,-1 0 0 0 0,1 0-1 0 0,0 1 1 0 0,-4 44 721 0 0,2 0 0 0 0,1 0 0 0 0,3-1 0 0 0,8 50 0 0 0,-10-93-841 0 0,3 24-426 0 0,0 0-1 0 0,2-1 1 0 0,1 0-1 0 0,0 0 0 0 0,15 34 1 0 0,-7-31-5739 0 0</inkml:trace>
</inkml:ink>
</file>

<file path=ppt/ink/ink2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5.82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56 95 3681 0 0,'-21'-39'2373'0'0,"18"32"-1292"0"0,-1 0 1 0 0,0-1 0 0 0,0 1-1 0 0,0 1 1 0 0,-1-1 0 0 0,-6-6 0 0 0,37 48 3155 0 0,-15-12-3966 0 0,-1 0 0 0 0,9 32 0 0 0,-19-55-239 0 0,24 78 140 0 0,38 105 224 0 0,-52-159-670 0 0,2 1 0 0 0,0-2 0 0 0,2 0 0 0 0,0 0 0 0 0,20 22 0 0 0,-26-34-1424 0 0</inkml:trace>
</inkml:ink>
</file>

<file path=ppt/ink/ink2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6.3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64 1368 0 0,'-1'0'66'0'0,"1"0"0"0"0,-1 1-1 0 0,1-1 1 0 0,0 0 0 0 0,-1 0 0 0 0,1 0-1 0 0,0 0 1 0 0,-1 0 0 0 0,1 0-1 0 0,-1 0 1 0 0,1-1 0 0 0,0 1-1 0 0,-1 0 1 0 0,1 0 0 0 0,0 0 0 0 0,-1 0-1 0 0,1 0 1 0 0,0 0 0 0 0,-1-1-1 0 0,1 1 1 0 0,0 0 0 0 0,-1 0 0 0 0,1-1-1 0 0,0 1 1 0 0,0 0 0 0 0,-1 0-1 0 0,1-1 1 0 0,0 1 0 0 0,0 0-1 0 0,-1-1 1 0 0,1 1 0 0 0,0 0 0 0 0,0-1-1 0 0,0 1 1 0 0,-1-1 0 0 0,8-13 1947 0 0,17-13 279 0 0,-22 26-2237 0 0,0-1 0 0 0,0 0 1 0 0,0 1-1 0 0,0-1 0 0 0,0 1 0 0 0,1 0 0 0 0,-1 0 0 0 0,0 0 1 0 0,1 0-1 0 0,-1 0 0 0 0,1 0 0 0 0,4 0 0 0 0,-5 1 9 0 0,-1 0 0 0 0,0 0-1 0 0,1 0 1 0 0,-1 0 0 0 0,1 0 0 0 0,-1 0-1 0 0,0 1 1 0 0,1-1 0 0 0,-1 1-1 0 0,1-1 1 0 0,-1 1 0 0 0,0 0-1 0 0,0-1 1 0 0,1 1 0 0 0,-1 0-1 0 0,0 0 1 0 0,2 1 0 0 0,-1 1 12 0 0,0-1 1 0 0,0 1 0 0 0,-1 0-1 0 0,1 0 1 0 0,-1-1-1 0 0,1 1 1 0 0,-1 0-1 0 0,0 0 1 0 0,0 0 0 0 0,-1 0-1 0 0,1 1 1 0 0,-1-1-1 0 0,1 0 1 0 0,-1 0 0 0 0,0 0-1 0 0,0 0 1 0 0,0 0-1 0 0,0 1 1 0 0,-2 4-1 0 0,-48 163-92 0 0,44-152 22 0 0,6-19 2 0 0,0 0 1 0 0,0 1-1 0 0,0-1 1 0 0,0 0-1 0 0,-1 1 1 0 0,1-1-1 0 0,0 0 1 0 0,0 1-1 0 0,0-1 1 0 0,0 0-1 0 0,0 1 1 0 0,0-1-1 0 0,0 0 1 0 0,0 1-1 0 0,0-1 1 0 0,0 0-1 0 0,0 1 1 0 0,0-1-1 0 0,1 0 1 0 0,-1 1-1 0 0,0-1 1 0 0,0 0-1 0 0,0 1 1 0 0,0-1-1 0 0,0 0 1 0 0,1 1-1 0 0,-1-1 1 0 0,0 0-1 0 0,0 0 1 0 0,1 1-1 0 0,-1-1 0 0 0,0 0 1 0 0,0 0-1 0 0,1 0 1 0 0,-1 1-1 0 0,0-1 1 0 0,1 0-1 0 0,-1 0 1 0 0,0 0-1 0 0,0 0 1 0 0,1 0-1 0 0,-1 0 1 0 0,0 1-1 0 0,1-1 1 0 0,-1 0-1 0 0,0 0 1 0 0,1 0-1 0 0,-1 0 1 0 0,1 0-1 0 0,-1 0 1 0 0,0 0-1 0 0,1 0 1 0 0,-1-1-1 0 0,0 1 1 0 0,1 0-1 0 0,-1 0 1 0 0,0 0-1 0 0,0 0 1 0 0,1-1-1 0 0,61-22 543 0 0,-36 11 43 0 0,1 2 1 0 0,53-12-1 0 0,-36 16-383 0 0,1 3-1 0 0,52 2 1 0 0,45-3-4830 0 0,-124 2 196 0 0</inkml:trace>
</inkml:ink>
</file>

<file path=ppt/ink/ink2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6.7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18 2304 0 0,'1'-17'13766'0'0,"4"20"-13651"0"0,0 1 1 0 0,-1-1-1 0 0,1 1 0 0 0,-1 1 1 0 0,0-1-1 0 0,0 1 1 0 0,0-1-1 0 0,-1 1 0 0 0,1 0 1 0 0,-1 0-1 0 0,0 1 0 0 0,2 6 1 0 0,7 18-15 0 0,10 33 1 0 0,-9-20-371 0 0,15 25-1077 0 0,-21-48 343 0 0</inkml:trace>
</inkml:ink>
</file>

<file path=ppt/ink/ink2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7.0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 16 5065 0 0,'-6'-4'-864'0'0,"-26"-7"8690"0"0,32 24-5206 0 0,2-8-2557 0 0,0-1-1 0 0,0 1 1 0 0,1-1 0 0 0,-1 0-1 0 0,1 0 1 0 0,0 0-1 0 0,5 5 1 0 0,-7-7-336 0 0</inkml:trace>
</inkml:ink>
</file>

<file path=ppt/ink/ink2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7.6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6913 0 0,'13'51'5156'0'0,"-2"-25"-4268"0"0,1 0 1 0 0,24 36-1 0 0,13 28 5 0 0,-5-2-395 0 0,8 18-607 0 0,-46-90-1536 0 0,0 1 1 0 0,5 23-1 0 0</inkml:trace>
</inkml:ink>
</file>

<file path=ppt/ink/ink2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8.0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3 242 2761 0 0,'-1'-10'-4'0'0,"0"0"0"0"0,1-1 0 0 0,0 1 0 0 0,1 0 0 0 0,0 0 1 0 0,1 0-1 0 0,0 0 0 0 0,4-11 0 0 0,-3 11 507 0 0,1-1-1 0 0,0 1 0 0 0,1 1 1 0 0,0-1-1 0 0,0 0 1 0 0,1 1-1 0 0,0 0 1 0 0,1 1-1 0 0,0-1 1 0 0,1 1-1 0 0,-1 1 1 0 0,14-11-1 0 0,-20 17-440 0 0,0 0 1 0 0,0 0-1 0 0,0 0 1 0 0,0 0-1 0 0,1 0 1 0 0,-1 0-1 0 0,0 1 1 0 0,0-1-1 0 0,1 0 1 0 0,-1 1-1 0 0,1-1 1 0 0,-1 1-1 0 0,0-1 1 0 0,1 1-1 0 0,-1 0 1 0 0,1 0-1 0 0,-1-1 1 0 0,1 1-1 0 0,-1 0 1 0 0,1 0-1 0 0,-1 1 1 0 0,0-1-1 0 0,1 0 1 0 0,-1 0-1 0 0,1 1 1 0 0,-1-1-1 0 0,1 1 1 0 0,-1-1-1 0 0,0 1 1 0 0,1-1-1 0 0,-1 1 1 0 0,0 0-1 0 0,0 0 0 0 0,0 0 1 0 0,1 0-1 0 0,-1 0 1 0 0,0 0-1 0 0,0 0 1 0 0,0 0-1 0 0,0 0 1 0 0,-1 0-1 0 0,1 0 1 0 0,0 1-1 0 0,0-1 1 0 0,-1 0-1 0 0,1 1 1 0 0,-1-1-1 0 0,1 0 1 0 0,-1 1-1 0 0,1-1 1 0 0,-1 3-1 0 0,3 8 81 0 0,-1-1-1 0 0,0 0 1 0 0,-1 1 0 0 0,0-1-1 0 0,-2 16 1 0 0,-7 57 136 0 0,4-55 156 0 0,2 1 0 0 0,1 54 0 0 0,1-82-390 0 0,0-1-1 0 0,0 1 1 0 0,0-1 0 0 0,1 1-1 0 0,-1-1 1 0 0,0 1-1 0 0,1-1 1 0 0,-1 1 0 0 0,1-1-1 0 0,-1 0 1 0 0,1 1-1 0 0,0-1 1 0 0,0 0 0 0 0,-1 1-1 0 0,1-1 1 0 0,0 0-1 0 0,0 0 1 0 0,0 0 0 0 0,0 1-1 0 0,1-1 1 0 0,-1 0-1 0 0,0-1 1 0 0,0 1 0 0 0,2 1-1 0 0,0-1 14 0 0,-1-1-1 0 0,1 1 0 0 0,-1-1 1 0 0,1 0-1 0 0,-1 0 0 0 0,1 0 1 0 0,-1 0-1 0 0,1 0 1 0 0,-1 0-1 0 0,1-1 0 0 0,-1 1 1 0 0,1-1-1 0 0,3-1 0 0 0,5-2 149 0 0,0-1 0 0 0,0-1 0 0 0,0 0-1 0 0,-1 0 1 0 0,11-9 0 0 0,15-13 163 0 0,-3 1-1040 0 0,37-23-1 0 0,-45 35-467 0 0</inkml:trace>
</inkml:ink>
</file>

<file path=ppt/ink/ink2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8.5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40 0 3681 0 0,'-3'3'328'0'0,"0"-1"-1"0"0,0 1 1 0 0,0 0 0 0 0,1 0 0 0 0,-1 0 0 0 0,1 0-1 0 0,0 0 1 0 0,-1 0 0 0 0,1 1 0 0 0,1-1-1 0 0,-1 1 1 0 0,0 0 0 0 0,1-1 0 0 0,0 1 0 0 0,0 0-1 0 0,0 0 1 0 0,0 0 0 0 0,0 8 0 0 0,0 6 615 0 0,-1 0 0 0 0,4 35 1 0 0,1-33-483 0 0,0 0 1 0 0,2 0-1 0 0,0 0 0 0 0,1-1 1 0 0,16 36-1 0 0,55 86 22 0 0,-76-140-478 0 0,29 43-21 0 0,1-2 0 0 0,44 47 0 0 0,-63-75-64 0 0,-6-7-1053 0 0</inkml:trace>
</inkml:ink>
</file>

<file path=ppt/ink/ink2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8.8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26 426 456 0 0,'-1'0'106'0'0,"-1"0"0"0"0,1 0 0 0 0,0 0-1 0 0,0 0 1 0 0,0-1 0 0 0,0 1 0 0 0,0-1 0 0 0,-1 1 0 0 0,1-1-1 0 0,0 1 1 0 0,0-1 0 0 0,0 1 0 0 0,0-1 0 0 0,1 0-1 0 0,-1 0 1 0 0,0 1 0 0 0,0-1 0 0 0,0 0 0 0 0,0 0 0 0 0,1 0-1 0 0,-1 0 1 0 0,0 0 0 0 0,0-2 0 0 0,1 0 244 0 0,-1 1 1 0 0,1-1-1 0 0,0 1 1 0 0,0-1-1 0 0,0 0 1 0 0,0 1-1 0 0,1-1 0 0 0,-1 1 1 0 0,1-1-1 0 0,1-4 1 0 0,7-15 869 0 0,1 0 0 0 0,1 0 0 0 0,1 1 0 0 0,1 1-1 0 0,1 0 1 0 0,28-32 0 0 0,4-6 674 0 0,-28 34-1288 0 0,27-28 0 0 0,-38 43-991 0 0,2 2 0 0 0,-1-1 0 0 0,1 1 0 0 0,1 0 0 0 0,-1 1 0 0 0,17-8 0 0 0,-12 8-5374 0 0</inkml:trace>
</inkml:ink>
</file>

<file path=ppt/ink/ink2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0.5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36 592 3225 0 0,'-3'-2'241'0'0,"0"0"0"0"0,0-1 0 0 0,1 1 0 0 0,-1-1 0 0 0,1 0 0 0 0,-1 0 0 0 0,1 0 0 0 0,0 0 0 0 0,0 0 0 0 0,1 0 0 0 0,-1 0 0 0 0,1-1 0 0 0,-1 1 0 0 0,1-1 0 0 0,0 1 0 0 0,0-1 0 0 0,1 1 0 0 0,-1-1-1 0 0,1 0 1 0 0,0 1 0 0 0,-1-1 0 0 0,2 0 0 0 0,-1 1 0 0 0,0-1 0 0 0,1 0 0 0 0,1-6 0 0 0,-2 9-136 0 0,1 0-1 0 0,-1 0 0 0 0,0 0 1 0 0,0 0-1 0 0,1 0 0 0 0,-1 0 1 0 0,0 0-1 0 0,1 0 0 0 0,-1 0 0 0 0,1 0 1 0 0,-1 1-1 0 0,1-1 0 0 0,0 0 1 0 0,-1 0-1 0 0,1 0 0 0 0,0 1 1 0 0,0-1-1 0 0,-1 0 0 0 0,1 1 1 0 0,0-1-1 0 0,0 1 0 0 0,0-1 0 0 0,0 1 1 0 0,0-1-1 0 0,0 1 0 0 0,0 0 1 0 0,0-1-1 0 0,0 1 0 0 0,0 0 1 0 0,0 0-1 0 0,0 0 0 0 0,0-1 0 0 0,0 1 1 0 0,0 0-1 0 0,0 0 0 0 0,0 1 1 0 0,0-1-1 0 0,0 0 0 0 0,0 0 1 0 0,0 0-1 0 0,0 1 0 0 0,0-1 1 0 0,0 1-1 0 0,0-1 0 0 0,0 0 0 0 0,0 1 1 0 0,-1 0-1 0 0,1-1 0 0 0,1 2 1 0 0,8 4 103 0 0,-2 0 0 0 0,1 0 0 0 0,13 14 1 0 0,-19-18-92 0 0,54 53 80 0 0,-28-25-160 0 0,2-1-1 0 0,1-2 1 0 0,1-1 0 0 0,69 42 0 0 0,-92-64-3 0 0,0 0 1 0 0,0 0-1 0 0,0-1 0 0 0,1-1 1 0 0,0 1-1 0 0,-1-2 0 0 0,1 1 0 0 0,0-1 1 0 0,15-1-1 0 0,-24-1-1 0 0,0 1-1 0 0,0 0 1 0 0,-1-1-1 0 0,1 0 1 0 0,0 1 0 0 0,0-1-1 0 0,0 0 1 0 0,-1 0 0 0 0,1 0-1 0 0,0 0 1 0 0,-1 0 0 0 0,1 0-1 0 0,-1-1 1 0 0,1 1 0 0 0,-1 0-1 0 0,0-1 1 0 0,0 1 0 0 0,1-1-1 0 0,-1 0 1 0 0,0 1-1 0 0,0-1 1 0 0,0 0 0 0 0,-1 1-1 0 0,1-1 1 0 0,0 0 0 0 0,-1 0-1 0 0,1 0 1 0 0,-1 0 0 0 0,0 0-1 0 0,1 0 1 0 0,-1-3 0 0 0,0-3 212 0 0,1-1 0 0 0,-1 1 0 0 0,-1 0 0 0 0,0 0 0 0 0,0 0 0 0 0,-3-11 0 0 0,-43-143 1503 0 0,-20-78-936 0 0,55 187-2162 0 0,2 0 0 0 0,-3-83-1 0 0,12 112-5217 0 0</inkml:trace>
</inkml:ink>
</file>

<file path=ppt/ink/ink2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0.9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7370 0 0,'2'7'638'0'0,"0"0"0"0"0,0-1 0 0 0,0 1 1 0 0,1-1-1 0 0,0 0 0 0 0,1 0 0 0 0,7 11 1 0 0,4 8 197 0 0,50 98 478 0 0,-17-46-3368 0 0</inkml:trace>
</inkml:ink>
</file>

<file path=ppt/ink/ink2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1.3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78 86 10594 0 0,'-7'-4'176'0'0,"0"0"-1"0"0,1 0 1 0 0,0-1-1 0 0,0 0 1 0 0,0 0-1 0 0,1 0 1 0 0,-1-1-1 0 0,1 0 1 0 0,1 0 0 0 0,-1 0-1 0 0,1-1 1 0 0,-6-12-1 0 0,10 19-166 0 0,0 0-1 0 0,0 1 1 0 0,0-1 0 0 0,0 0-1 0 0,0 0 1 0 0,0 0 0 0 0,0 0-1 0 0,1 0 1 0 0,-1 0-1 0 0,0 0 1 0 0,0 0 0 0 0,0 0-1 0 0,0 0 1 0 0,0 0 0 0 0,0 0-1 0 0,0 0 1 0 0,0 0 0 0 0,0-1-1 0 0,1 1 1 0 0,-1 0-1 0 0,0 0 1 0 0,0 0 0 0 0,0 0-1 0 0,0 0 1 0 0,0 0 0 0 0,0 0-1 0 0,0 0 1 0 0,0 0 0 0 0,0 0-1 0 0,0 0 1 0 0,0 0-1 0 0,1 0 1 0 0,-1 0 0 0 0,0-1-1 0 0,0 1 1 0 0,0 0 0 0 0,0 0-1 0 0,0 0 1 0 0,0 0 0 0 0,0 0-1 0 0,0 0 1 0 0,0 0-1 0 0,0 0 1 0 0,0 0 0 0 0,0-1-1 0 0,0 1 1 0 0,0 0 0 0 0,0 0-1 0 0,0 0 1 0 0,0 0-1 0 0,0 0 1 0 0,0 0 0 0 0,0 0-1 0 0,0 0 1 0 0,0 0 0 0 0,0-1-1 0 0,0 1 1 0 0,0 0 0 0 0,0 0-1 0 0,-1 0 1 0 0,1 0-1 0 0,0 0 1 0 0,0 0 0 0 0,0 0-1 0 0,0 0 1 0 0,0 0 0 0 0,0 0-1 0 0,0 0 1 0 0,0 0 0 0 0,9 6-26 0 0,10 12-526 0 0,38 52-4756 0 0,-34-41 2550 0 0</inkml:trace>
</inkml:ink>
</file>

<file path=ppt/ink/ink2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1.6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88 2761 0 0,'4'-2'1812'0'0,"-3"2"-1758"0"0,-1-1 1 0 0,0 1-1 0 0,0 0 1 0 0,1-1-1 0 0,-1 1 1 0 0,0 0-1 0 0,1 0 1 0 0,-1 0-1 0 0,0-1 1 0 0,1 1-1 0 0,-1 0 1 0 0,0 0-1 0 0,1 0 1 0 0,-1 0-1 0 0,1-1 1 0 0,-1 1-1 0 0,0 0 1 0 0,1 0-1 0 0,-1 0 1 0 0,1 0-1 0 0,-1 0 1 0 0,1 0-1 0 0,-1 0 1 0 0,0 0-1 0 0,1 0 1 0 0,-1 1-1 0 0,1-1 1 0 0,-1 0-1 0 0,0 0 1 0 0,1 0-1 0 0,-1 0 1 0 0,0 0-1 0 0,1 1 1 0 0,-1-1-1 0 0,0 0 1 0 0,1 0-1 0 0,-1 1 1 0 0,0-1-1 0 0,1 0 1 0 0,-1 1-1 0 0,0-1 1 0 0,0 0-1 0 0,1 1 1 0 0,6 6 223 0 0,0 0 0 0 0,0 1 1 0 0,0 0-1 0 0,-1 0 0 0 0,-1 1 0 0 0,1 0 1 0 0,-2 0-1 0 0,1 0 0 0 0,6 19 0 0 0,-7-18-172 0 0,0 0 0 0 0,0 0-1 0 0,1 0 1 0 0,0-1-1 0 0,1 0 1 0 0,0 0-1 0 0,0 0 1 0 0,11 10 0 0 0,-17-19-107 0 0,1 1-1 0 0,-1 0 1 0 0,1-1 0 0 0,-1 1 0 0 0,1-1 0 0 0,0 1 0 0 0,-1-1 0 0 0,1 1 0 0 0,0-1 0 0 0,-1 1 0 0 0,1-1-1 0 0,0 0 1 0 0,0 1 0 0 0,-1-1 0 0 0,1 0 0 0 0,0 0 0 0 0,0 1 0 0 0,0-1 0 0 0,0 0 0 0 0,-1 0 0 0 0,1 0 0 0 0,0 0-1 0 0,0 0 1 0 0,0 0 0 0 0,0 0 0 0 0,0-1 0 0 0,0 1 4 0 0,0-1-1 0 0,-1 0 0 0 0,1 0 1 0 0,0 0-1 0 0,-1 1 1 0 0,1-1-1 0 0,-1 0 1 0 0,1 0-1 0 0,-1 0 1 0 0,0 0-1 0 0,1 0 1 0 0,-1 0-1 0 0,0 0 1 0 0,0 0-1 0 0,0 0 1 0 0,1 0-1 0 0,-1-2 1 0 0,-4-55 185 0 0,3 49-141 0 0,-6-37-51 0 0,4 33 319 0 0,1 0 0 0 0,1-1 0 0 0,0 1 0 0 0,0 0 0 0 0,1-1 0 0 0,4-26 0 0 0,-3 38-232 0 0,-1 0 1 0 0,0 1 0 0 0,1-1-1 0 0,-1 0 1 0 0,1 0 0 0 0,-1 0-1 0 0,1 1 1 0 0,0-1 0 0 0,0 0-1 0 0,0 1 1 0 0,0-1-1 0 0,0 1 1 0 0,0-1 0 0 0,0 1-1 0 0,0-1 1 0 0,1 1 0 0 0,-1 0-1 0 0,1 0 1 0 0,-1 0 0 0 0,1-1-1 0 0,-1 1 1 0 0,1 1 0 0 0,0-1-1 0 0,-1 0 1 0 0,1 0-1 0 0,0 1 1 0 0,0-1 0 0 0,-1 1-1 0 0,1-1 1 0 0,0 1 0 0 0,0 0-1 0 0,0-1 1 0 0,2 1 0 0 0,0 1-22 0 0,0 0 0 0 0,0 0 0 0 0,-1 0 0 0 0,1 1 1 0 0,0-1-1 0 0,-1 1 0 0 0,1-1 0 0 0,-1 1 1 0 0,0 1-1 0 0,0-1 0 0 0,0 0 0 0 0,0 1 1 0 0,0-1-1 0 0,0 1 0 0 0,2 3 0 0 0,9 13-149 0 0,0 0 0 0 0,14 31-1 0 0,-10-18-283 0 0,-1-4-67 0 0</inkml:trace>
</inkml:ink>
</file>

<file path=ppt/ink/ink2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4.2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13 100 10594 0 0,'-1'-1'108'0'0,"0"1"0"0"0,0-1-1 0 0,0 1 1 0 0,1-1-1 0 0,-1 0 1 0 0,0 0 0 0 0,0 1-1 0 0,1-1 1 0 0,-1 0 0 0 0,0 0-1 0 0,1 0 1 0 0,-1 0 0 0 0,1 0-1 0 0,-1 1 1 0 0,1-1-1 0 0,0 0 1 0 0,-1 0 0 0 0,1 0-1 0 0,0 0 1 0 0,0 0 0 0 0,0-1-1 0 0,0 1 1 0 0,-1 0 0 0 0,1 0-1 0 0,1 0 1 0 0,-1 0 0 0 0,0 0-1 0 0,0 0 1 0 0,0 0-1 0 0,0 0 1 0 0,1-1 0 0 0,0 2-2 0 0,-1-1 0 0 0,1 0 0 0 0,0 1 0 0 0,-1-1 0 0 0,1 1 0 0 0,0-1 0 0 0,-1 1 0 0 0,1-1 0 0 0,0 1 1 0 0,0 0-1 0 0,-1-1 0 0 0,1 1 0 0 0,0 0 0 0 0,0 0 0 0 0,0 0 0 0 0,0-1 0 0 0,-1 1 0 0 0,1 0 0 0 0,0 0 0 0 0,0 0 0 0 0,0 0 0 0 0,0 0 1 0 0,0 1-1 0 0,-1-1 0 0 0,1 0 0 0 0,0 0 0 0 0,0 1 0 0 0,0-1 0 0 0,-1 0 0 0 0,1 1 0 0 0,0-1 0 0 0,0 0 0 0 0,-1 1 0 0 0,1-1 1 0 0,0 1-1 0 0,-1 0 0 0 0,1-1 0 0 0,0 2 0 0 0,38 29 733 0 0,66 71 1 0 0,-47-43-491 0 0,50 48-30 0 0,102 97 323 0 0,-206-200-594 0 0,0 0 1 0 0,1-1-1 0 0,-1 0 1 0 0,1 0-1 0 0,0 0 1 0 0,0-1-1 0 0,0 0 1 0 0,0 0-1 0 0,6 2 1 0 0,-10-4-37 0 0,1 1 1 0 0,-1-1 0 0 0,0 0 0 0 0,1 0 0 0 0,-1 0 0 0 0,0 0-1 0 0,1 0 1 0 0,-1 0 0 0 0,0 0 0 0 0,1-1 0 0 0,-1 1-1 0 0,0 0 1 0 0,0-1 0 0 0,1 1 0 0 0,-1-1 0 0 0,0 1 0 0 0,0-1-1 0 0,0 0 1 0 0,1 1 0 0 0,-1-1 0 0 0,0 0 0 0 0,0 0-1 0 0,0 0 1 0 0,0 0 0 0 0,-1 0 0 0 0,1 0 0 0 0,0 0-1 0 0,0 0 1 0 0,0 0 0 0 0,-1 0 0 0 0,1-1 0 0 0,-1 1 0 0 0,1 0-1 0 0,-1 0 1 0 0,1-1 0 0 0,-1 1 0 0 0,0 0 0 0 0,0-1-1 0 0,1 1 1 0 0,-1 0 0 0 0,0-1 0 0 0,-1-1 0 0 0,4-41 167 0 0,-3 1 0 0 0,-10-85 0 0 0,1 28-143 0 0,5-67-835 0 0,7 97-6161 0 0,-1 51 492 0 0</inkml:trace>
</inkml:ink>
</file>

<file path=ppt/ink/ink2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4.6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72 116 2304 0 0,'-15'-20'2555'0'0,"13"17"-1963"0"0,0 0 1 0 0,1 0-1 0 0,-1 1 0 0 0,0-1 1 0 0,-1 0-1 0 0,1 1 0 0 0,0 0 1 0 0,-1 0-1 0 0,1-1 0 0 0,-1 1 1 0 0,0 1-1 0 0,1-1 1 0 0,-1 0-1 0 0,-4-1 0 0 0,7 3-480 0 0,-1 0-1 0 0,1 1 0 0 0,0-1 0 0 0,-1 0 1 0 0,1 0-1 0 0,0 1 0 0 0,-1-1 0 0 0,1 0 1 0 0,0 0-1 0 0,0 1 0 0 0,-1-1 0 0 0,1 0 1 0 0,0 1-1 0 0,0-1 0 0 0,0 0 1 0 0,-1 1-1 0 0,1-1 0 0 0,0 1 0 0 0,0-1 1 0 0,0 0-1 0 0,0 1 0 0 0,0-1 0 0 0,0 0 1 0 0,0 1-1 0 0,0-1 0 0 0,0 1 0 0 0,0-1 1 0 0,0 0-1 0 0,0 1 0 0 0,0-1 1 0 0,0 1-1 0 0,0-1 0 0 0,0 0 0 0 0,0 1 1 0 0,0-1-1 0 0,1 1 0 0 0,-1-1 0 0 0,0 0 1 0 0,1 1-1 0 0,5 23 581 0 0,-5-22-440 0 0,4 14-83 0 0,0-1 1 0 0,2 1 0 0 0,0-2 0 0 0,0 1-1 0 0,2-1 1 0 0,0 0 0 0 0,20 24 0 0 0,-25-33-173 0 0,0 0 0 0 0,0-1 0 0 0,0 0 1 0 0,1 0-1 0 0,-1 0 0 0 0,1-1 1 0 0,0 1-1 0 0,0-1 0 0 0,0 0 0 0 0,1-1 1 0 0,-1 1-1 0 0,1-1 0 0 0,-1 0 0 0 0,1-1 1 0 0,0 1-1 0 0,0-1 0 0 0,-1 0 0 0 0,1 0 1 0 0,0-1-1 0 0,0 0 0 0 0,0 0 1 0 0,0 0-1 0 0,0-1 0 0 0,11-2 0 0 0,-14 2 3 0 0,0 0 1 0 0,1-1-1 0 0,-1 1 0 0 0,0-1 0 0 0,0 0 0 0 0,0 0 0 0 0,-1 0 0 0 0,1 0 0 0 0,0 0 0 0 0,-1 0 0 0 0,1-1 0 0 0,-1 0 1 0 0,0 1-1 0 0,0-1 0 0 0,0 0 0 0 0,0 0 0 0 0,0 0 0 0 0,-1 0 0 0 0,1 0 0 0 0,-1-1 0 0 0,0 1 0 0 0,0 0 0 0 0,0-1 1 0 0,0 1-1 0 0,-1 0 0 0 0,1-1 0 0 0,-1 1 0 0 0,0-1 0 0 0,0 1 0 0 0,-1-5 0 0 0,1-2-3 0 0,-2 1 0 0 0,1 0 0 0 0,-1 0 0 0 0,0-1-1 0 0,-1 1 1 0 0,0 0 0 0 0,-1 1 0 0 0,0-1 0 0 0,0 1 0 0 0,-6-9-1 0 0,4 9-106 0 0,0 0 0 0 0,0 0 0 0 0,-1 1 0 0 0,0-1-1 0 0,-1 2 1 0 0,1-1 0 0 0,-1 1 0 0 0,-1 0-1 0 0,1 1 1 0 0,-18-9 0 0 0,19 11-195 0 0,0 1 0 0 0,1 0 0 0 0,-1 0 1 0 0,0 0-1 0 0,0 1 0 0 0,0 0 0 0 0,0 0 0 0 0,0 1 0 0 0,0 0 1 0 0,0 0-1 0 0,-1 1 0 0 0,1 0 0 0 0,0 0 0 0 0,0 0 0 0 0,1 1 1 0 0,-11 4-1 0 0,-2 2-1505 0 0,1-1-2764 0 0</inkml:trace>
</inkml:ink>
</file>

<file path=ppt/ink/ink2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5.0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90 5529 0 0,'44'32'3809'0'0,"-35"-20"-2990"0"0,-1-1 1 0 0,0 2-1 0 0,0-1 0 0 0,-1 1 1 0 0,9 25-1 0 0,-11-27-680 0 0,-1 1 0 0 0,2-1 0 0 0,-1 0-1 0 0,2 0 1 0 0,-1-1 0 0 0,1 0 0 0 0,1 0 0 0 0,13 13-1 0 0,-20-21-140 0 0,0-1 0 0 0,1 0 0 0 0,-1 0 0 0 0,1 0 0 0 0,-1 0 0 0 0,1 0 0 0 0,-1 0 0 0 0,1 0 0 0 0,0 0-1 0 0,-1 0 1 0 0,1-1 0 0 0,0 1 0 0 0,-1-1 0 0 0,1 1 0 0 0,0-1 0 0 0,0 0 0 0 0,0 0 0 0 0,-1 0 0 0 0,1 0 0 0 0,0 0-1 0 0,0 0 1 0 0,3-1 0 0 0,-3 0-37 0 0,0 0 0 0 0,0 0 0 0 0,0 0 0 0 0,0-1 0 0 0,-1 1 0 0 0,1-1 0 0 0,0 1 0 0 0,-1-1 0 0 0,1 0 0 0 0,-1 0 0 0 0,1 0 1 0 0,-1 0-1 0 0,0 0 0 0 0,0 0 0 0 0,1-3 0 0 0,4-10-228 0 0,-1 0 1 0 0,-1 0 0 0 0,0-1 0 0 0,1-17 0 0 0,-3 25 216 0 0,4-33 100 0 0,-3 15 182 0 0,2 1 0 0 0,0-1 0 0 0,16-45-1 0 0,-20 70-176 0 0,-1 0-1 0 0,1-1 0 0 0,-1 1 1 0 0,1 0-1 0 0,-1 0 0 0 0,1-1 0 0 0,0 1 1 0 0,0 0-1 0 0,0 0 0 0 0,0 0 1 0 0,-1 0-1 0 0,1 0 0 0 0,1 0 0 0 0,-1 1 1 0 0,0-1-1 0 0,0 0 0 0 0,0 0 1 0 0,0 1-1 0 0,0-1 0 0 0,1 1 0 0 0,-1-1 1 0 0,0 1-1 0 0,1-1 0 0 0,-1 1 1 0 0,0 0-1 0 0,1-1 0 0 0,-1 1 0 0 0,0 0 1 0 0,1 0-1 0 0,-1 0 0 0 0,0 0 1 0 0,1 1-1 0 0,-1-1 0 0 0,0 0 0 0 0,1 0 1 0 0,-1 1-1 0 0,0-1 0 0 0,1 1 1 0 0,-1-1-1 0 0,0 1 0 0 0,0 0 0 0 0,0-1 1 0 0,1 1-1 0 0,-1 0 0 0 0,1 1 1 0 0,8 5 186 0 0,0 2 1 0 0,0-1-1 0 0,-1 1 0 0 0,9 11 1 0 0,-5-6-58 0 0,16 18-33 0 0,0-1-1079 0 0,-8-12-3939 0 0</inkml:trace>
</inkml:ink>
</file>

<file path=ppt/ink/ink2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5.4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30 133 3225 0 0,'-9'-27'382'0'0,"-7"-39"0"0"0,12 27 3744 0 0,11 56 326 0 0,8 24-2531 0 0,8 33-206 0 0,37 83 0 0 0,-4-48-2376 0 0,-36-77-1600 0 0,31 38 0 0 0,-29-43-3208 0 0</inkml:trace>
</inkml:ink>
</file>

<file path=ppt/ink/ink2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5.8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4 315 3225 0 0,'-1'-2'104'0'0,"1"0"0"0"0,-1 1 0 0 0,1-1 0 0 0,-1 0 0 0 0,1 0 1 0 0,0 1-1 0 0,-1-1 0 0 0,1 0 0 0 0,0 0 0 0 0,0 0 0 0 0,0 1 0 0 0,0-1 1 0 0,1 0-1 0 0,-1 0 0 0 0,0 0 0 0 0,1 1 0 0 0,0-1 0 0 0,-1 0 0 0 0,1 0 1 0 0,0 1-1 0 0,0-1 0 0 0,0 1 0 0 0,0-1 0 0 0,1-1 0 0 0,34-41 1952 0 0,-27 34-1634 0 0,33-32 772 0 0,88-69 1 0 0,-81 71-2073 0 0,-20 17 367 0 0</inkml:trace>
</inkml:ink>
</file>

<file path=ppt/ink/ink2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59.6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219 26 2761 0 0,'-3'-3'247'0'0,"-1"1"1"0"0,1-1 0 0 0,-1 1-1 0 0,0-1 1 0 0,0 1 0 0 0,0 0-1 0 0,0 1 1 0 0,0-1 0 0 0,0 1-1 0 0,0 0 1 0 0,0 0 0 0 0,-1 0-1 0 0,1 0 1 0 0,-1 1 0 0 0,1 0-1 0 0,0 0 1 0 0,-1 0 0 0 0,1 0-1 0 0,0 1 1 0 0,-1 0 0 0 0,1-1-1 0 0,0 2 1 0 0,-1-1 0 0 0,1 0-1 0 0,0 1 1 0 0,0 0 0 0 0,0 0-1 0 0,1 0 1 0 0,-1 0 0 0 0,0 1-1 0 0,1 0 1 0 0,-4 3 0 0 0,-1 1-3 0 0,1 1 0 0 0,0-1 0 0 0,1 2 0 0 0,0-1 0 0 0,0 1 0 0 0,1 0 1 0 0,0 0-1 0 0,1 0 0 0 0,0 1 0 0 0,0-1 0 0 0,1 1 0 0 0,-4 20 0 0 0,2 3-7 0 0,2 0 0 0 0,1 0 0 0 0,2 0 0 0 0,7 63 0 0 0,-3-72-151 0 0,0-1-1 0 0,1 1 1 0 0,2-1-1 0 0,0-1 1 0 0,1 1-1 0 0,2-1 1 0 0,19 34-1 0 0,-25-50-71 0 0,1 0 0 0 0,-1-1 0 0 0,2 1 0 0 0,-1-1 0 0 0,0 0 0 0 0,1-1 1 0 0,0 1-1 0 0,0-1 0 0 0,0 0 0 0 0,1-1 0 0 0,-1 1 0 0 0,1-1 0 0 0,0 0 0 0 0,12 2 0 0 0,-4-1-34 0 0,1-1 1 0 0,-1 0-1 0 0,1-1 0 0 0,0-1 0 0 0,30-2 0 0 0,-45 1 17 0 0,0 0 0 0 0,0 0 0 0 0,0 0 0 0 0,0 0-1 0 0,0 0 1 0 0,0 0 0 0 0,0 0 0 0 0,0 0-1 0 0,1 0 1 0 0,-1-1 0 0 0,0 1 0 0 0,0 0-1 0 0,0-1 1 0 0,0 1 0 0 0,0-1 0 0 0,0 1 0 0 0,0-1-1 0 0,0 0 1 0 0,-1 1 0 0 0,1-1 0 0 0,0 0-1 0 0,0 0 1 0 0,0 1 0 0 0,-1-1 0 0 0,1 0-1 0 0,0 0 1 0 0,-1 0 0 0 0,1 0 0 0 0,-1 0 0 0 0,1-1-1 0 0,-1 1 3 0 0,0-1 0 0 0,-1 1 0 0 0,1 0 0 0 0,0-1 0 0 0,-1 1 0 0 0,1 0-1 0 0,-1-1 1 0 0,0 1 0 0 0,1 0 0 0 0,-1 0 0 0 0,0 0 0 0 0,0-1 0 0 0,0 1 0 0 0,0 0-1 0 0,0 0 1 0 0,0 0 0 0 0,0 1 0 0 0,0-1 0 0 0,0 0 0 0 0,0 0 0 0 0,-1 1 0 0 0,0-2-1 0 0,-17-8-44 0 0,2-2 0 0 0,-1 0 0 0 0,-18-17 0 0 0,30 22 38 0 0,0 1-1 0 0,1-1 0 0 0,-1 0 1 0 0,1 0-1 0 0,0 0 1 0 0,1-1-1 0 0,0 1 0 0 0,0-1 1 0 0,1 0-1 0 0,-4-14 0 0 0,5 14 2 0 0,1 1 0 0 0,0-1 0 0 0,1 0 0 0 0,0 0 0 0 0,0 1 0 0 0,0-1 0 0 0,1 0-1 0 0,0 0 1 0 0,1 1 0 0 0,0-1 0 0 0,0 1 0 0 0,0-1 0 0 0,1 1 0 0 0,5-10 0 0 0,-4 9 11 0 0,0 1 0 0 0,1-1 0 0 0,0 1 0 0 0,0 0 0 0 0,1 0 0 0 0,-1 1 0 0 0,1-1 0 0 0,1 1 0 0 0,-1 1 0 0 0,1-1 0 0 0,0 1 0 0 0,15-8 0 0 0,-19 12 2 0 0,-1-1-1 0 0,1 2 1 0 0,-1-1 0 0 0,1 0 0 0 0,0 0 0 0 0,-1 1-1 0 0,1-1 1 0 0,0 1 0 0 0,-1 0 0 0 0,1 0 0 0 0,0 0 0 0 0,-1 0-1 0 0,1 1 1 0 0,0-1 0 0 0,-1 1 0 0 0,1-1 0 0 0,3 3 0 0 0,-1-1-2 0 0,-1 0 1 0 0,0 0 0 0 0,0 1-1 0 0,0 0 1 0 0,0 0 0 0 0,-1 0 0 0 0,1 0-1 0 0,-1 1 1 0 0,4 4 0 0 0,5 8 12 0 0,-1 1 0 0 0,-1 1 0 0 0,14 32 0 0 0,-20-41-4 0 0,8 18-1 0 0,1-1 0 0 0,1 0 0 0 0,1-1 0 0 0,25 30-1 0 0,-22-37 215 0 0,-4-5-949 0 0,-5-2-3362 0 0</inkml:trace>
</inkml:ink>
</file>

<file path=ppt/ink/ink2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0.0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3681 0 0,'7'7'955'0'0,"-2"-2"-309"0"0,0 0 0 0 0,0 1 0 0 0,0-1 0 0 0,5 9 0 0 0,6 24 189 0 0,-1 1 1 0 0,-2 0 0 0 0,-2 0-1 0 0,8 52 1 0 0,-4-19-737 0 0,25 63-519 0 0,-36-123 51 0 0</inkml:trace>
</inkml:ink>
</file>

<file path=ppt/ink/ink2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0.3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7 263 3225 0 0,'1'0'2'0'0,"-1"-1"0"0"0,0 1 0 0 0,0 0 0 0 0,0 0 0 0 0,0 0 0 0 0,0-1 0 0 0,0 1 0 0 0,0 0 0 0 0,0 0 0 0 0,0 0 0 0 0,0 0 0 0 0,0-1 0 0 0,0 1 0 0 0,-1 0 0 0 0,1 0 1 0 0,0 0-1 0 0,0 0 0 0 0,0-1 0 0 0,0 1 0 0 0,0 0 0 0 0,0 0 0 0 0,0 0 0 0 0,0 0 0 0 0,0 0 0 0 0,-1-1 0 0 0,1 1 0 0 0,0 0 0 0 0,0 0 0 0 0,0 0 0 0 0,0 0 0 0 0,0 0 0 0 0,-1 0 0 0 0,1 0 1 0 0,0 0-1 0 0,0 0 0 0 0,0-1 0 0 0,0 1 0 0 0,-1 0 0 0 0,1 0 0 0 0,0 0 0 0 0,0 0 0 0 0,0 0 0 0 0,0 0 0 0 0,-1 0 0 0 0,1 0 0 0 0,0 0 0 0 0,0 0 0 0 0,0 0 0 0 0,-1 0 0 0 0,1 1 0 0 0,0-1 0 0 0,0 0 1 0 0,0 0-1 0 0,0 0 0 0 0,0 0 0 0 0,-1 0 0 0 0,1 0 0 0 0,0 0 0 0 0,0 0 0 0 0,0 0 0 0 0,0 1 0 0 0,0-1 0 0 0,-1 0 0 0 0,3 10 4458 0 0,-1-9-4266 0 0,123 94 2930 0 0,-69-54-2513 0 0,-49-37-592 0 0,0 0 0 0 0,0 0 0 0 0,1 0-1 0 0,0-1 1 0 0,-1 0 0 0 0,1 0 0 0 0,0-1 0 0 0,0 0 0 0 0,0 0-1 0 0,1 0 1 0 0,12 0 0 0 0,-18-2 23 0 0,1 0 0 0 0,0 0 0 0 0,-1 0 0 0 0,1-1 0 0 0,-1 1 0 0 0,1-1 0 0 0,0 0 0 0 0,-1 1 0 0 0,0-1 0 0 0,1 0 0 0 0,-1-1 0 0 0,1 1 0 0 0,-1 0 0 0 0,0-1 0 0 0,0 1 0 0 0,0-1 0 0 0,0 0 0 0 0,0 0 0 0 0,0 1 0 0 0,0-1 0 0 0,-1 0 0 0 0,1-1 0 0 0,-1 1 0 0 0,1 0 0 0 0,-1 0 0 0 0,0-1 0 0 0,0 1 0 0 0,0-1 0 0 0,0 1 0 0 0,0-1 0 0 0,-1 1 0 0 0,1-1 0 0 0,-1 1 0 0 0,1-1 0 0 0,-1-3 0 0 0,1-5 166 0 0,-1 0-1 0 0,0 1 1 0 0,-1-1 0 0 0,0 0-1 0 0,-1 1 1 0 0,0-1 0 0 0,-6-17 0 0 0,-33-73 1998 0 0,22 57-1825 0 0,8 22-1084 0 0,0 0-1 0 0,-1 1 1 0 0,-25-33 0 0 0,28 42-4766 0 0</inkml:trace>
</inkml:ink>
</file>

<file path=ppt/ink/ink2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0.7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5529 0 0,'0'0'1068'0'0,"4"18"2193"0"0,14 15-1586 0 0,33 44 0 0 0,-31-50-1455 0 0,-1 2-1 0 0,19 40 1 0 0,-18-22-303 0 0,7 15-12 0 0,-4-23-3859 0 0</inkml:trace>
</inkml:ink>
</file>

<file path=ppt/ink/ink2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1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63 1840 0 0,'0'-3'231'0'0,"0"0"-1"0"0,0 0 1 0 0,0 1-1 0 0,0-1 1 0 0,1 0-1 0 0,-1 1 1 0 0,1-1-1 0 0,-1 0 1 0 0,1 1-1 0 0,0-1 1 0 0,0 1-1 0 0,0-1 1 0 0,1 1-1 0 0,-1-1 1 0 0,0 1-1 0 0,1 0 0 0 0,0 0 1 0 0,3-4-1 0 0,-3 4-41 0 0,0 1-1 0 0,0 0 0 0 0,0 0 1 0 0,1 0-1 0 0,-1 0 1 0 0,0 0-1 0 0,1 1 0 0 0,-1-1 1 0 0,0 1-1 0 0,1-1 0 0 0,-1 1 1 0 0,1 0-1 0 0,-1 0 0 0 0,1 0 1 0 0,-1 0-1 0 0,5 1 0 0 0,2 1 83 0 0,1 1 0 0 0,-1 0 0 0 0,0 0 0 0 0,-1 1 0 0 0,1 0 0 0 0,0 1 0 0 0,-1-1 0 0 0,0 2 0 0 0,7 5 0 0 0,-5-2-183 0 0,-1 1 1 0 0,0 0 0 0 0,-1 0-1 0 0,0 1 1 0 0,0 0-1 0 0,-1 0 1 0 0,-1 1 0 0 0,0-1-1 0 0,5 15 1 0 0,-5-10-65 0 0,0 0 1 0 0,-1 1-1 0 0,-1 0 0 0 0,-1 0 0 0 0,0 0 1 0 0,0 26-1 0 0,-4-26 20 0 0,0 0 1 0 0,-2 0-1 0 0,0 0 1 0 0,0 0-1 0 0,-2-1 1 0 0,-7 21-1 0 0,-49 92 214 0 0,51-110-395 0 0</inkml:trace>
</inkml:ink>
</file>

<file path=ppt/ink/ink2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4.2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1 3225 0 0,'-10'0'8513'0'0,"11"14"-8835"0"0,0 59 2995 0 0,18 130 0 0 0,-1-120-2745 0 0,44 121 0 0 0,-50-175-2612 0 0</inkml:trace>
</inkml:ink>
</file>

<file path=ppt/ink/ink2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4.7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328 182 4145 0 0,'-10'-4'314'0'0,"0"0"0"0"0,0 1-1 0 0,-1 0 1 0 0,1 1 0 0 0,0 0 0 0 0,-1 1 0 0 0,0 0-1 0 0,1 1 1 0 0,-1 0 0 0 0,0 0 0 0 0,1 1 0 0 0,-1 1 0 0 0,1-1-1 0 0,-1 2 1 0 0,1 0 0 0 0,0 0 0 0 0,0 1 0 0 0,0 0-1 0 0,0 0 1 0 0,1 1 0 0 0,-1 1 0 0 0,1-1 0 0 0,1 2 0 0 0,-1-1-1 0 0,1 1 1 0 0,0 0 0 0 0,1 1 0 0 0,0 0 0 0 0,0 0-1 0 0,0 1 1 0 0,-6 11 0 0 0,10-13-152 0 0,0 1-1 0 0,0-1 1 0 0,0 1-1 0 0,1 0 1 0 0,1 0-1 0 0,-1 0 1 0 0,1 0-1 0 0,1 0 1 0 0,-1 10-1 0 0,3 14 25 0 0,5 32-1 0 0,-4-39-199 0 0,2 16 23 0 0,2 0 0 0 0,2 0 0 0 0,1-1-1 0 0,2-1 1 0 0,2 0 0 0 0,26 52 0 0 0,-27-67-30 0 0,1-1 1 0 0,0-1 0 0 0,2 0-1 0 0,0-2 1 0 0,2 1 0 0 0,0-2-1 0 0,1-1 1 0 0,1 0 0 0 0,0-1-1 0 0,2-1 1 0 0,24 14 0 0 0,-25-18-40 0 0,1 0 0 0 0,0-1 1 0 0,1-2-1 0 0,-1 0 0 0 0,2-2 0 0 0,40 9 1 0 0,-53-15 3 0 0,0 0 1 0 0,0 0-1 0 0,0-1 1 0 0,0 0-1 0 0,0-1 1 0 0,0-1-1 0 0,0 0 1 0 0,0 0-1 0 0,0-1 1 0 0,-1 0 0 0 0,1-1-1 0 0,-1 0 1 0 0,0-1-1 0 0,0 0 1 0 0,-1 0-1 0 0,1-1 1 0 0,9-8-1 0 0,-7 2 36 0 0,1 0-1 0 0,-1 0 0 0 0,-1-1 1 0 0,0-1-1 0 0,-1 0 0 0 0,-1 0 1 0 0,0-1-1 0 0,-1-1 1 0 0,-1 1-1 0 0,0-1 0 0 0,-1 0 1 0 0,0-1-1 0 0,5-32 0 0 0,-5 15 35 0 0,-1-1 0 0 0,-2 0-1 0 0,-1-1 1 0 0,-2 1 0 0 0,-9-66 0 0 0,0 55 351 0 0,-2 0 0 0 0,-2 1 0 0 0,-3 0 1 0 0,-1 1-1 0 0,-2 1 0 0 0,-28-46 0 0 0,30 55 12 0 0,5 10 121 0 0,-1 0 0 0 0,-1 1 0 0 0,-29-37 0 0 0,39 54-415 0 0,-1 1 0 0 0,-1 0-1 0 0,1 0 1 0 0,0 0 0 0 0,-1 1 0 0 0,0 0-1 0 0,0 0 1 0 0,0 0 0 0 0,-1 1-1 0 0,1 0 1 0 0,-1 0 0 0 0,0 1 0 0 0,0-1-1 0 0,0 2 1 0 0,0-1 0 0 0,0 1 0 0 0,0 0-1 0 0,-14 0 1 0 0,7 2-22 0 0,0 1 0 0 0,1 0 0 0 0,-1 1 0 0 0,1 0 0 0 0,-1 1 0 0 0,1 1 0 0 0,0 0 0 0 0,1 0 0 0 0,-17 11-1 0 0,20-11-240 0 0,0 1 0 0 0,1 0 0 0 0,0 0-1 0 0,0 0 1 0 0,1 1 0 0 0,0 0-1 0 0,0 1 1 0 0,0 0 0 0 0,1 0-1 0 0,0 0 1 0 0,1 1 0 0 0,0-1-1 0 0,-6 15 1 0 0,3 4-6665 0 0</inkml:trace>
</inkml:ink>
</file>

<file path=ppt/ink/ink2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5.5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49 167 2761 0 0,'-25'10'1988'0'0,"24"-10"-1794"0"0,0 1 0 0 0,0-1 0 0 0,0 1 0 0 0,0-1-1 0 0,0 0 1 0 0,0 1 0 0 0,-1-1 0 0 0,1 0-1 0 0,0 0 1 0 0,0 0 0 0 0,0 0 0 0 0,0 0-1 0 0,-1 0 1 0 0,1 0 0 0 0,0 0 0 0 0,0-1 0 0 0,0 1-1 0 0,-2-1 1 0 0,3 0-59 0 0,0 0-1 0 0,0 0 0 0 0,0 0 1 0 0,1 0-1 0 0,-1 0 1 0 0,0 0-1 0 0,1 1 0 0 0,-1-1 1 0 0,1 0-1 0 0,-1 0 1 0 0,1 0-1 0 0,-1 1 1 0 0,1-1-1 0 0,0 0 0 0 0,-1 0 1 0 0,1 1-1 0 0,0-1 1 0 0,0 1-1 0 0,-1-1 0 0 0,1 1 1 0 0,0-1-1 0 0,0 1 1 0 0,0-1-1 0 0,0 1 0 0 0,0 0 1 0 0,1-1-1 0 0,20-8 431 0 0,35-12 880 0 0,86-18-1 0 0,-103 29-1140 0 0,32-3-211 0 0,1 2-1 0 0,1 4 1 0 0,89 3-1 0 0,67-6 43 0 0,28-1 280 0 0,11-1 75 0 0,-165 4-221 0 0,1 4 0 0 0,112 11 1 0 0,-36-3-50 0 0,51 4-260 0 0,-207 2-2281 0 0</inkml:trace>
</inkml:ink>
</file>

<file path=ppt/ink/ink2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6.1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205 44 3225 0 0,'-8'-6'508'0'0,"-2"0"1"0"0,1 1-1 0 0,0 1 1 0 0,-1-1-1 0 0,0 2 1 0 0,0-1 0 0 0,0 1-1 0 0,-11-1 1 0 0,14 3 170 0 0,1 0 0 0 0,-1 0 0 0 0,0 1 0 0 0,1 0 0 0 0,-1 0 0 0 0,1 1 0 0 0,-1 0 0 0 0,0 0 0 0 0,1 0 0 0 0,0 1 1 0 0,-1 0-1 0 0,1 0 0 0 0,0 1 0 0 0,-8 4 0 0 0,14-6-643 0 0,-1-1 0 0 0,1 1 0 0 0,0 0 0 0 0,-1 0 0 0 0,1 0 0 0 0,0-1 0 0 0,0 1-1 0 0,0 0 1 0 0,0 0 0 0 0,0 0 0 0 0,0-1 0 0 0,0 1 0 0 0,0 0 0 0 0,0 0 0 0 0,0 0 0 0 0,0-1 0 0 0,0 1 0 0 0,1 0 0 0 0,-1 0 0 0 0,0 0 0 0 0,1-1 0 0 0,-1 1 0 0 0,0 0 0 0 0,1 0 0 0 0,-1-1 0 0 0,1 1 0 0 0,-1-1 0 0 0,1 1 0 0 0,-1 0 0 0 0,1-1-1 0 0,0 1 1 0 0,-1-1 0 0 0,1 1 0 0 0,0-1 0 0 0,0 1 0 0 0,1 1-30 0 0,0 0 0 0 0,-1 0 0 0 0,1-1 0 0 0,0 1 0 0 0,0-1 0 0 0,0 1-1 0 0,1-1 1 0 0,-1 0 0 0 0,0 0 0 0 0,0 0 0 0 0,1 0 0 0 0,2 1 0 0 0,12 0-4 0 0,0 0 0 0 0,0 2 0 0 0,-1 0 0 0 0,1 0 0 0 0,-1 2 0 0 0,0 0 0 0 0,0 1 0 0 0,19 12 1 0 0,-9-6-39 0 0,41 14-1 0 0,-60-25 28 0 0,0 1 0 0 0,0-1-1 0 0,0 1 1 0 0,0 0-1 0 0,-1 1 1 0 0,0-1 0 0 0,0 1-1 0 0,9 7 1 0 0,-14-9 7 0 0,1 0-1 0 0,-1-1 1 0 0,1 1 0 0 0,-1 0 0 0 0,0 0-1 0 0,1 0 1 0 0,-1 0 0 0 0,0 0 0 0 0,0 1-1 0 0,-1-1 1 0 0,1 0 0 0 0,0 0 0 0 0,-1 1 0 0 0,1-1-1 0 0,-1 0 1 0 0,0 1 0 0 0,0-1 0 0 0,0 0-1 0 0,0 1 1 0 0,0-1 0 0 0,0 1 0 0 0,-1-1-1 0 0,1 0 1 0 0,-1 0 0 0 0,1 1 0 0 0,-1-1 0 0 0,0 0-1 0 0,-2 4 1 0 0,-3 4 29 0 0,0 0-1 0 0,0 0 0 0 0,-1-1 1 0 0,-1 0-1 0 0,0 0 1 0 0,0-1-1 0 0,0 0 0 0 0,-1 0 1 0 0,0-1-1 0 0,-1 0 1 0 0,0 0-1 0 0,0-1 0 0 0,0-1 1 0 0,-16 7-1 0 0,0 1-52 0 0,-50 35-1 0 0,40-24-549 0 0,24-16-923 0 0</inkml:trace>
</inkml:ink>
</file>

<file path=ppt/ink/ink2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57.1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107 8 4609 0 0,'-106'-7'7073'0'0,"157"10"-3205"0"0,-10-1-3407 0 0,167 10 1228 0 0,128 2-1089 0 0,-75-16-239 0 0,215 3 654 0 0,263-16 480 0 0,-697 11-1621 0 0,-1 0 319 0 0,43 2 1 0 0,-74 3-398 0 0,0-1 1 0 0,1 2 0 0 0,-1-1-1 0 0,0 1 1 0 0,0 1-1 0 0,0 0 1 0 0,0 0-1 0 0,-1 1 1 0 0,14 7-1 0 0</inkml:trace>
</inkml:ink>
</file>

<file path=ppt/ink/ink2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57.8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195 84 4369 0 0,'-126'-83'10515'0'0,"149"95"-8362"0"0,8 16-1269 0 0,68 47 0 0 0,-45-36-1120 0 0,-53-38 218 0 0,0 0-1 0 0,0-1 0 0 0,0 1 0 0 0,0 0 1 0 0,-1 0-1 0 0,1 0 0 0 0,0-1 0 0 0,-1 1 1 0 0,1 0-1 0 0,0 0 0 0 0,-1 0 0 0 0,1 0 1 0 0,-1 0-1 0 0,1 0 0 0 0,-1 0 0 0 0,0 0 1 0 0,0 1-1 0 0,1-1 0 0 0,-1 0 0 0 0,0 0 1 0 0,0 0-1 0 0,0 0 0 0 0,0 2 0 0 0,-1 0 13 0 0,1-1-1 0 0,-1 1 0 0 0,0-1 0 0 0,0 0 1 0 0,0 1-1 0 0,0-1 0 0 0,-1 0 0 0 0,1 1 1 0 0,0-1-1 0 0,-3 2 0 0 0,-5 6 5 0 0,0 0 0 0 0,-1-1 1 0 0,-13 9-1 0 0,19-14-55 0 0,-166 108-2616 0 0,160-106 2367 0 0,-28 17-661 0 0</inkml:trace>
</inkml:ink>
</file>

<file path=ppt/ink/ink2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59.1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67 76 1376 0 0,'-4'-2'405'0'0,"0"0"-1"0"0,0-1 0 0 0,1 1 1 0 0,-1-1-1 0 0,1 0 0 0 0,0 0 0 0 0,-6-7 1 0 0,4 5 481 0 0,-21-14 4741 0 0,26 19-5424 0 0,-1-1 1 0 0,1 1-1 0 0,0-1 1 0 0,-1 0-1 0 0,2-1-85 0 0,0 1-1 0 0,0 0 1 0 0,0 0-1 0 0,0 0 1 0 0,0 0-1 0 0,0 0 1 0 0,0 0 0 0 0,1 0-1 0 0,-1 0 1 0 0,0 0-1 0 0,0 0 1 0 0,1 1-1 0 0,1-2 1 0 0,0 1-48 0 0,0 0 0 0 0,0 0 1 0 0,0 0-1 0 0,0 1 0 0 0,1-1 0 0 0,-1 1 1 0 0,0 0-1 0 0,0 0 0 0 0,0 0 0 0 0,1 0 1 0 0,-1 0-1 0 0,0 1 0 0 0,0-1 0 0 0,0 1 1 0 0,0 0-1 0 0,1 0 0 0 0,-1 0 0 0 0,-1 0 0 0 0,1 1 1 0 0,0-1-1 0 0,0 1 0 0 0,3 2 0 0 0,2 1 1 0 0,-1 0 0 0 0,1 1 0 0 0,-1 0 0 0 0,0 1-1 0 0,0-1 1 0 0,7 11 0 0 0,-3-1-36 0 0,-1 0-1 0 0,0 1 1 0 0,-2 0 0 0 0,0 0-1 0 0,0 1 1 0 0,6 26-1 0 0,18 116 80 0 0,-26-120-75 0 0,-6-39-20 0 0,1 0 1 0 0,-1-1-1 0 0,0 1 0 0 0,0-1 1 0 0,0 1-1 0 0,0 0 1 0 0,1-1-1 0 0,-1 1 1 0 0,0-1-1 0 0,0 1 0 0 0,1-1 1 0 0,-1 1-1 0 0,0-1 1 0 0,1 1-1 0 0,-1-1 0 0 0,1 1 1 0 0,-1-1-1 0 0,1 0 1 0 0,-1 1-1 0 0,1-1 1 0 0,-1 0-1 0 0,1 1 0 0 0,-1-1 1 0 0,1 0-1 0 0,-1 1 1 0 0,1-1-1 0 0,0 0 0 0 0,0 0 1 0 0,20-3 606 0 0,18-18 165 0 0,48-58-470 0 0,-21 18-3578 0 0,-48 46-2374 0 0</inkml:trace>
</inkml:ink>
</file>

<file path=ppt/ink/ink2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59.6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375 9 6913 0 0,'-16'-3'377'0'0,"0"1"-1"0"0,0 0 0 0 0,0 1 0 0 0,0 1 1 0 0,0 0-1 0 0,1 2 0 0 0,-1-1 0 0 0,-19 6 1 0 0,25-5-73 0 0,1 0 1 0 0,0 1-1 0 0,0 0 1 0 0,0 0-1 0 0,1 1 1 0 0,-1 0-1 0 0,1 0 1 0 0,0 1-1 0 0,0 0 1 0 0,0 1-1 0 0,1 0 1 0 0,0 0-1 0 0,0 1 1 0 0,1-1-1 0 0,-1 1 1 0 0,-8 13-1 0 0,6-4-153 0 0,1-1 0 0 0,0 1 0 0 0,1 0 0 0 0,0 1 0 0 0,2 0 0 0 0,0 0 0 0 0,-5 34 0 0 0,5-12-117 0 0,2 0 1 0 0,2 0 0 0 0,1 0 0 0 0,11 75 0 0 0,1-47-40 0 0,2-1 0 0 0,24 65 1 0 0,-32-112 4 0 0,2-1 0 0 0,-1 0 1 0 0,2 0-1 0 0,0-1 1 0 0,1 0-1 0 0,1-1 0 0 0,1 0 1 0 0,0 0-1 0 0,1-2 0 0 0,18 18 1 0 0,-17-21-38 0 0,0 0-1 0 0,1-1 1 0 0,0-1 0 0 0,0 0 0 0 0,1-1-1 0 0,0-1 1 0 0,0-1 0 0 0,1 0 0 0 0,0-1-1 0 0,0 0 1 0 0,28 3 0 0 0,-27-6 9 0 0,0-1 1 0 0,-1-1 0 0 0,1 0-1 0 0,-1-2 1 0 0,1 0-1 0 0,-1 0 1 0 0,1-2 0 0 0,-1 0-1 0 0,0-1 1 0 0,-1-1-1 0 0,1 0 1 0 0,-1-1 0 0 0,0-1-1 0 0,-1-1 1 0 0,0 0-1 0 0,0-1 1 0 0,-1 0 0 0 0,0-1-1 0 0,-1-1 1 0 0,0 0-1 0 0,17-23 1 0 0,-13 14 121 0 0,-1-1 0 0 0,-1 0 0 0 0,-1-1 0 0 0,-1-1 0 0 0,-1 0 0 0 0,-2-1 0 0 0,10-30 0 0 0,-15 35 106 0 0,0 0 0 0 0,-2 0-1 0 0,0 0 1 0 0,-1 0 0 0 0,-1-1-1 0 0,-1 1 1 0 0,-1-1 0 0 0,-1 1-1 0 0,0 0 1 0 0,-7-22 0 0 0,2 12-33 0 0,-38-136 1366 0 0,37 143-1293 0 0,-1 0 1 0 0,-1 0 0 0 0,-1 1-1 0 0,-26-38 1 0 0,31 52-216 0 0,0 1 0 0 0,-1-1 0 0 0,0 2-1 0 0,-1-1 1 0 0,1 1 0 0 0,-1 0 0 0 0,0 0 0 0 0,-1 1 0 0 0,1 1 0 0 0,-1-1 0 0 0,0 1 0 0 0,0 1-1 0 0,-1-1 1 0 0,-16-2 0 0 0,7 2-422 0 0,0 2-1 0 0,0 0 1 0 0,-1 1 0 0 0,1 1-1 0 0,0 1 1 0 0,-32 5-1 0 0,6 3-6576 0 0</inkml:trace>
</inkml:ink>
</file>

<file path=ppt/ink/ink2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9:43.81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0 159 5529 0 0,'40'-10'1621'0'0,"91"-49"112"0"0,-98 42-1542 0 0,0 1 1 0 0,2 2-1 0 0,-1 1 0 0 0,48-11 0 0 0,-50 19-3701 0 0</inkml:trace>
</inkml:ink>
</file>

<file path=ppt/ink/ink2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9:44.14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128 82 5065 0 0,'-6'-3'155'0'0,"0"-1"-1"0"0,0 1 0 0 0,0-1 1 0 0,1 0-1 0 0,-1 0 1 0 0,1-1-1 0 0,0 0 1 0 0,-8-9-1 0 0,-8-7 307 0 0,19 19-456 0 0,0 1-1 0 0,0-1 1 0 0,0 1 0 0 0,0-1-1 0 0,0 1 1 0 0,0 0-1 0 0,0 0 1 0 0,-1 0 0 0 0,-2-1-1 0 0,4 2-6 0 0,0 0 0 0 0,1 0 1 0 0,-1-1-1 0 0,0 1 0 0 0,1 0 0 0 0,-1 0 0 0 0,0 0 0 0 0,1 1 0 0 0,-1-1 0 0 0,0 0 1 0 0,1 0-1 0 0,-1 0 0 0 0,0 0 0 0 0,1 1 0 0 0,-1-1 0 0 0,1 0 0 0 0,-1 1 0 0 0,0-1 0 0 0,1 0 1 0 0,-1 1-1 0 0,1-1 0 0 0,-2 1 0 0 0,1 2-9 0 0,0-1-1 0 0,0 0 1 0 0,0 1 0 0 0,0-1-1 0 0,0 1 1 0 0,0-1 0 0 0,1 1-1 0 0,-1-1 1 0 0,1 1 0 0 0,0-1-1 0 0,0 1 1 0 0,0-1-1 0 0,0 1 1 0 0,0 0 0 0 0,1 4-1 0 0,8 39 31 0 0,2-1-1 0 0,1 1 1 0 0,3-2-1 0 0,26 56 0 0 0,-10-25 130 0 0,32 102 183 0 0,-7 3-1 0 0,-8 1 0 0 0,35 266 0 0 0,-78-405-370 0 0,20 115 1836 0 0,-19-132-997 0 0,0 0 1 0 0,2 0-1 0 0,0-1 1 0 0,14 24-1 0 0,-21-45-697 0 0,0 0 0 0 0,1 0 1 0 0,-1 0-1 0 0,1 0 0 0 0,0 0 0 0 0,0 0 1 0 0,0-1-1 0 0,1 1 0 0 0,-1-1 0 0 0,0 1 1 0 0,1-1-1 0 0,0 0 0 0 0,5 3 0 0 0,-5-4-69 0 0,-1-1-1 0 0,1 1 1 0 0,-1-1-1 0 0,1 0 0 0 0,-1 0 1 0 0,1 0-1 0 0,-1 0 1 0 0,1 0-1 0 0,-1-1 0 0 0,1 1 1 0 0,-1-1-1 0 0,1 0 1 0 0,-1 0-1 0 0,1 0 0 0 0,-1 0 1 0 0,0 0-1 0 0,0 0 1 0 0,4-3-1 0 0,97-66 378 0 0,-51 32-372 0 0,-15 13-333 0 0</inkml:trace>
</inkml:ink>
</file>

<file path=ppt/ink/ink2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9:44.83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9 4609 0 0,'62'-4'5058'0'0,"-37"1"-4482"0"0,0 2-1 0 0,-1 0 0 0 0,1 2 1 0 0,29 3-1 0 0,8 1-404 0 0,92 1-1504 0 0,-128-4-2783 0 0</inkml:trace>
</inkml:ink>
</file>

<file path=ppt/ink/ink2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9:45.32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83 0 7834 0 0,'0'1'115'0'0,"-1"-1"1"0"0,0 0 0 0 0,1 1 0 0 0,-1-1-1 0 0,1 0 1 0 0,-1 1 0 0 0,1-1 0 0 0,-1 1-1 0 0,1 0 1 0 0,-1-1 0 0 0,1 1 0 0 0,-1-1-1 0 0,1 1 1 0 0,-1 0 0 0 0,1-1 0 0 0,0 1-1 0 0,0 0 1 0 0,-1-1 0 0 0,1 1-1 0 0,0 0 1 0 0,0-1 0 0 0,0 1 0 0 0,0 0-1 0 0,-1 0 1 0 0,1-1 0 0 0,0 1 0 0 0,0 0-1 0 0,1-1 1 0 0,-1 1 0 0 0,0 0 0 0 0,0 0-1 0 0,0-1 1 0 0,0 1 0 0 0,1 0 0 0 0,10 34 1754 0 0,-7-21-1309 0 0,41 167 324 0 0,-8 2 1 0 0,23 348-1 0 0,-36-326-802 0 0,-15-162-61 0 0,16 47 1 0 0,-24-86-109 0 0,1 0 1 0 0,0 0 0 0 0,0-1-1 0 0,0 1 1 0 0,1-1 0 0 0,-1 1-1 0 0,1-1 1 0 0,0 0 0 0 0,6 6-1 0 0,-3-3 3 0 0,-65 1 1217 0 0,46-6-1331 0 0,-26 2 1064 0 0,0 2 1 0 0,-47 11-1 0 0,70-11-2541 0 0,0 0-1 0 0,-19 10 1 0 0,14-4-4619 0 0</inkml:trace>
</inkml:ink>
</file>

<file path=ppt/ink/ink2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14.551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44 486 3225 0 0,'-5'-5'198'0'0,"1"0"0"0"0,0-1 0 0 0,0 0 1 0 0,1 0-1 0 0,0 0 0 0 0,0 0 0 0 0,0-1 0 0 0,1 1 1 0 0,-1-1-1 0 0,2 1 0 0 0,-1-1 0 0 0,0-8 1 0 0,0-2 101 0 0,0-1-1 0 0,2 0 1 0 0,2-26 0 0 0,1 17-13 0 0,2 1-1 0 0,1-1 0 0 0,1 1 1 0 0,1 1-1 0 0,2 0 0 0 0,0 0 1 0 0,1 0-1 0 0,2 2 0 0 0,18-27 1 0 0,-21 37-723 0 0,-1 5-183 0 0</inkml:trace>
</inkml:ink>
</file>

<file path=ppt/ink/ink2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14.972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5 5 1840 0 0,'-4'-4'1369'0'0,"15"8"-238"0"0,18 9 222 0 0,5 6-223 0 0,-13-8-483 0 0,0 0-1 0 0,24 19 0 0 0,-4 1-208 0 0,1-1 0 0 0,69 34 0 0 0,-88-52-276 0 0,1-1 0 0 0,1-2 0 0 0,0 0 0 0 0,0-2 0 0 0,1-1 0 0 0,46 6 0 0 0,-64-12-181 0 0,-1-1 0 0 0,1 1 0 0 0,-1-1 0 0 0,0 0 0 0 0,1-1 0 0 0,-1 0 0 0 0,0 0-1 0 0,0 0 1 0 0,0-1 0 0 0,-1 0 0 0 0,1-1 0 0 0,-1 1 0 0 0,1-1 0 0 0,-1 0 0 0 0,0-1 0 0 0,-1 0-1 0 0,9-8 1 0 0,-1 2-381 0 0</inkml:trace>
</inkml:ink>
</file>

<file path=ppt/ink/ink2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21.2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 3 2304 0 0,'0'-1'58'0'0,"0"1"0"0"0,-1 0-1 0 0,1 0 1 0 0,0 0-1 0 0,-1-1 1 0 0,1 1-1 0 0,-1 0 1 0 0,1 0-1 0 0,0 0 1 0 0,-1 0-1 0 0,1 0 1 0 0,-1 0-1 0 0,1 0 1 0 0,0 0-1 0 0,-1 0 1 0 0,1 0-1 0 0,-1 0 1 0 0,1 0 0 0 0,0 0-1 0 0,-1 0 1 0 0,1 0-1 0 0,-1 0 1 0 0,1 0-1 0 0,0 0 1 0 0,-1 0-1 0 0,1 1 1 0 0,0-1-1 0 0,-1 0 1 0 0,1 0-1 0 0,0 0 1 0 0,-1 1-1 0 0,1-1 1 0 0,-1 1-1 0 0,-2 16 1107 0 0,10 32-215 0 0,-4-34-730 0 0,23 145 1106 0 0,54 180 0 0 0,-66-297-1336 0 0,2-1 1 0 0,34 68-1 0 0,-34-81-349 0 0</inkml:trace>
</inkml:ink>
</file>

<file path=ppt/ink/ink2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21.6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 86 456 0 0,'-1'0'6'0'0,"0"-1"1"0"0,1 1-1 0 0,-1 0 0 0 0,1-1 0 0 0,-1 1 0 0 0,0-1 1 0 0,1 1-1 0 0,-1-1 0 0 0,1 1 0 0 0,0-1 0 0 0,-1 1 1 0 0,1-1-1 0 0,-1 1 0 0 0,1-1 0 0 0,0 0 0 0 0,-1 1 1 0 0,1-1-1 0 0,0 1 0 0 0,0-1 0 0 0,0 0 1 0 0,-1 0-1 0 0,1 1 0 0 0,0-1 0 0 0,0 0 0 0 0,0 1 1 0 0,0-1-1 0 0,0 0 0 0 0,0 1 0 0 0,0-1 0 0 0,1 0 1 0 0,-1 1-1 0 0,0-1 0 0 0,0 0 0 0 0,0 1 1 0 0,1-1-1 0 0,-1 0 0 0 0,1 0 0 0 0,0-1 10 0 0,-1 1 0 0 0,1 0-1 0 0,0-1 1 0 0,0 1 0 0 0,0 0 0 0 0,0 0-1 0 0,0-1 1 0 0,0 1 0 0 0,0 0 0 0 0,1 0-1 0 0,-1 0 1 0 0,0 0 0 0 0,1 0-1 0 0,1 0 1 0 0,4-2 5 0 0,0 0-1 0 0,0 0 1 0 0,0-1-1 0 0,-1 1 0 0 0,1-2 1 0 0,-1 1-1 0 0,0 0 1 0 0,7-8-1 0 0,-12 10-20 0 0,-1 1 0 0 0</inkml:trace>
</inkml:ink>
</file>

<file path=ppt/ink/ink2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21.9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5 175 456 0 0,'-1'2'0'0'0,"-2"2"1161"0"0,3-4-1124 0 0,0 0 1 0 0,0 0-1 0 0,1 0 0 0 0,-1 0 1 0 0,0 0-1 0 0,0 0 0 0 0,0 0 1 0 0,0 0-1 0 0,1 0 0 0 0,-1 0 1 0 0,0 0-1 0 0,0 1 0 0 0,0-1 1 0 0,0 0-1 0 0,1 0 0 0 0,-1 0 1 0 0,0 0-1 0 0,0 0 0 0 0,0 0 1 0 0,0 0-1 0 0,0 0 0 0 0,1 0 1 0 0,-1 1-1 0 0,0-1 0 0 0,0 0 1 0 0,0 0-1 0 0,0 0 0 0 0,0 0 1 0 0,0 0-1 0 0,0 1 0 0 0,0-1 1 0 0,0 0-1 0 0,0 0 0 0 0,1 0 1 0 0,-1 0-1 0 0,0 1 0 0 0,0-1 1 0 0,0 0-1 0 0,0 0 0 0 0,0 0 1 0 0,0 0-1 0 0,0 1 0 0 0,-3 2 1478 0 0,6-4-1420 0 0,-1 0 0 0 0,1 0 0 0 0,-1-1 0 0 0,0 1 0 0 0,0-1 0 0 0,0 1 0 0 0,0-1 0 0 0,0 0 0 0 0,0 0 0 0 0,3-4 0 0 0,2-1 228 0 0,-4 5-209 0 0,24-25 279 0 0,0 2 0 0 0,2 1 0 0 0,1 1 0 0 0,46-27 0 0 0,-55 41-767 0 0</inkml:trace>
  <inkml:trace contextRef="#ctx0" brushRef="#br0" timeOffset="1">350 1074 6913 0 0,'-5'8'609'0'0,"3"-7"-481"0"0,1-1-128 0 0,0 0 264 0 0,2-1 32 0 0,0-2 8 0 0,3-2 0 0 0,2-4-112 0 0,4-3-16 0 0,1-3-8 0 0,2-3 0 0 0,4-1-64 0 0,1-3-8 0 0,2-3-8 0 0,16-18-1816 0 0,-3 4-369 0 0,-1-1-71 0 0</inkml:trace>
</inkml:ink>
</file>

<file path=ppt/ink/ink2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22.62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 4609 0 0,'2'-1'268'0'0,"-1"0"1"0"0,1 1-1 0 0,-1-1 0 0 0,1 0 1 0 0,0 1-1 0 0,-1-1 0 0 0,1 1 1 0 0,0-1-1 0 0,-1 1 0 0 0,1 0 1 0 0,0 0-1 0 0,-1 0 0 0 0,1 0 1 0 0,2 0-1 0 0,30 0 1036 0 0,12 4-461 0 0,-34-2-889 0 0,-1 0 1 0 0,1-1-1 0 0,0-1 0 0 0,0 0 0 0 0,0 0 1 0 0,13-3-1 0 0,-13-1-477 0 0</inkml:trace>
</inkml:ink>
</file>

<file path=ppt/ink/ink2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23.0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 0 6449 0 0,'-1'6'137'0'0,"1"0"0"0"0,0 0 0 0 0,0 0 0 0 0,0 0 0 0 0,1 0 0 0 0,0-1 0 0 0,0 1 0 0 0,0 0 0 0 0,1 0 0 0 0,0-1 0 0 0,0 1 0 0 0,4 6-1 0 0,5 21 766 0 0,-1 14 224 0 0,-2 0-1 0 0,3 71 1 0 0,-9-71-920 0 0,-3 1 0 0 0,-2-1 1 0 0,-1 0-1 0 0,-3 0 0 0 0,-2-1 1 0 0,-2 0-1 0 0,-2 0 0 0 0,-32 75 0 0 0,41-112 43 0 0,0-2-44 0 0</inkml:trace>
</inkml:ink>
</file>

<file path=ppt/ink/ink2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23.35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174 1 7834 0 0,'-9'8'496'0'0,"-1"0"0"0"0,0 0 0 0 0,0-1 0 0 0,-1-1 0 0 0,0 0 0 0 0,0 0 0 0 0,-1-1 1 0 0,1-1-1 0 0,-1 0 0 0 0,0 0 0 0 0,0-1 0 0 0,-17 2 0 0 0,28-5-539 0 0,1 0 0 0 0,-1 1-1 0 0,1-1 1 0 0,0 0 0 0 0,-1 0-1 0 0,1 0 1 0 0,0 0 0 0 0,-1 0 0 0 0,1 0-1 0 0,-1 0 1 0 0,1 0 0 0 0,0 0 0 0 0,-1 0-1 0 0,1 0 1 0 0,-1 0 0 0 0,1 0-1 0 0,0 0 1 0 0,-1 0 0 0 0,1 0 0 0 0,-1 0-1 0 0,1-1 1 0 0,0 1 0 0 0,-1 0 0 0 0,1 0-1 0 0,0 0 1 0 0,-1-1 0 0 0,1 1-1 0 0,0 0 1 0 0,-1-1 0 0 0,1 1 0 0 0,0 0-1 0 0,0 0 1 0 0,-1-1 0 0 0,1 1 0 0 0,0 0-1 0 0,0-1 1 0 0,-1 0 0 0 0,10-13-3474 0 0</inkml:trace>
</inkml:ink>
</file>

<file path=ppt/ink/ink2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6:44.10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168 161 3681 0 0,'-11'-8'667'0'0,"1"0"0"0"0,0-1 0 0 0,0 0 0 0 0,1 0 0 0 0,0-1-1 0 0,1 0 1 0 0,-9-15 0 0 0,8 13-41 0 0,-4-8 552 0 0,11 16-709 0 0,0 0 0 0 0,0 0 0 0 0,-1 0 0 0 0,1 1 0 0 0,-1-1 0 0 0,0 1 0 0 0,0 0 0 0 0,0 0 0 0 0,0 0 0 0 0,-4-3 0 0 0,6 7-386 0 0,1-1-1 0 0,-1 0 1 0 0,1 1 0 0 0,-1-1-1 0 0,1 0 1 0 0,-1 1-1 0 0,1-1 1 0 0,-1 1-1 0 0,1-1 1 0 0,-1 1-1 0 0,1-1 1 0 0,0 1-1 0 0,-1-1 1 0 0,1 1-1 0 0,0-1 1 0 0,0 1 0 0 0,-1 0-1 0 0,1-1 1 0 0,0 1-1 0 0,0-1 1 0 0,0 1-1 0 0,0 0 1 0 0,0-1-1 0 0,0 1 1 0 0,0-1-1 0 0,0 2 1 0 0,-4 18 161 0 0,-8 110 907 0 0,9 235 0 0 0,41 131-1112 0 0,-11-195 194 0 0,-7 433 160 0 0,-73 150 1061 0 0,33-757-1336 0 0,6-59-611 0 0,14-61-1218 0 0</inkml:trace>
</inkml:ink>
</file>

<file path=ppt/ink/ink2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6:45.26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138 107 4145 0 0,'-15'-7'872'0'0,"0"-1"1"0"0,0-1-1 0 0,1-1 1 0 0,1 0-1 0 0,-1 0 1 0 0,2-2-1 0 0,-1 1 1 0 0,-13-19-1 0 0,31 35-227 0 0,1-1 0 0 0,-1 0 0 0 0,1-1 0 0 0,0 1 0 0 0,0-1 0 0 0,9 4 0 0 0,54 21-562 0 0,-59-24 342 0 0,146 53 918 0 0,50 19-226 0 0,-167-59-1093 0 0,542 251 884 0 0,-203-64-662 0 0,39 22 100 0 0,-287-151-101 0 0,215 113 167 0 0,-254-146-292 0 0,-2 4 1 0 0,-3 4 0 0 0,94 71-1 0 0,-17 22 449 0 0,-162-142-549 0 0,0 0 1 0 0,-1-1 0 0 0,1 1 0 0 0,-1 0 0 0 0,1 0 0 0 0,-1 0 0 0 0,1-1 0 0 0,-1 1 0 0 0,0 0 0 0 0,1 0 0 0 0,-1 0 0 0 0,0 0 0 0 0,0 0 0 0 0,0 0 0 0 0,0 0 0 0 0,0 0-1 0 0,0 0 1 0 0,0-1 0 0 0,0 1 0 0 0,0 0 0 0 0,0 0 0 0 0,0 0 0 0 0,0 0 0 0 0,-1 0 0 0 0,1 0 0 0 0,0 0 0 0 0,-1 0 0 0 0,1-1 0 0 0,-1 1 0 0 0,1 0 0 0 0,-1 0 0 0 0,1 0 0 0 0,-1-1-1 0 0,0 1 1 0 0,1 0 0 0 0,-1-1 0 0 0,0 1 0 0 0,1-1 0 0 0,-1 1 0 0 0,0-1 0 0 0,0 1 0 0 0,-1 0 0 0 0,-42 24 209 0 0,35-20-171 0 0,-127 65-16 0 0,-137 75 26 0 0,26-15-216 0 0,144-80 16 0 0,-151 100 1 0 0,-70 61 6 0 0,80-41-29 0 0,42-27 142 0 0,171-123 9 0 0,-261 182-60 0 0,140-70 62 0 0,86-72 0 0 0,22-20 52 0 0,15-12 48 0 0,-2-1 0 0 0,-1-2-1 0 0,-38 23 1 0 0,61-42-100 0 0,-15 6 257 0 0,16-16-657 0 0,7-11-839 0 0,2 9 578 0 0</inkml:trace>
</inkml:ink>
</file>

<file path=ppt/ink/ink2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6:47.31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36 75 2304 0 0,'-2'-1'367'0'0,"1"1"0"0"0,-1-1 0 0 0,1 0 0 0 0,-1 0 0 0 0,0 1 0 0 0,1-1 0 0 0,-1 1 0 0 0,0-1 0 0 0,1 1 0 0 0,-1 0 0 0 0,0 0 0 0 0,0 0 0 0 0,1 0-1 0 0,-1 0 1 0 0,0 0 0 0 0,-7 1 2928 0 0,23-9-2632 0 0,6-1 179 0 0,1 2 0 0 0,0 0 0 0 0,0 0 1 0 0,0 2-1 0 0,25-2 0 0 0,109-7 480 0 0,-126 12-1106 0 0,-19 0-93 0 0,0 1 1 0 0,0 1-1 0 0,0-1 1 0 0,0 2-1 0 0,0-1 1 0 0,15 4-1 0 0,-24-4-178 0 0,-1 0 1 0 0,1 1-1 0 0,0-1 0 0 0,-1 0 0 0 0,1 0 1 0 0,0 1-1 0 0,-1-1 0 0 0,1 1 0 0 0,-1-1 1 0 0,1 0-1 0 0,-1 1 0 0 0,1-1 0 0 0,-1 1 0 0 0,1-1 1 0 0,-1 1-1 0 0,0-1 0 0 0,1 1 0 0 0,-1 0 1 0 0,0-1-1 0 0,1 1 0 0 0,-1-1 0 0 0,0 1 1 0 0,0 0-1 0 0,0-1 0 0 0,1 1 0 0 0,-1 0 1 0 0,0-1-1 0 0,0 1 0 0 0,0 0 0 0 0,0 0 0 0 0</inkml:trace>
</inkml:ink>
</file>

<file path=ppt/ink/ink2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6:48.49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30 75 920 0 0,'-10'0'422'0'0,"-9"-3"6764"0"0,27-2-6225 0 0,-7 4-611 0 0,54-14 1483 0 0,-8 11-961 0 0,58 4-1 0 0,-61 1-821 0 0,75-7 0 0 0,-92 2-216 0 0,19-1-980 0 0,84-23 0 0 0,-119 23 363 0 0</inkml:trace>
</inkml:ink>
</file>

<file path=ppt/ink/ink2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6:49.21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59 30 4145 0 0,'-17'-29'15158'0'0,"11"37"-13385"0"0,-2 10-2029 0 0,5-5 332 0 0,2-3 41 0 0,-2 0 0 0 0,1 0 0 0 0,-6 13 1 0 0,5-16-115 0 0,1 1 1 0 0,0-1-1 0 0,1 0 1 0 0,0 0-1 0 0,0 1 1 0 0,1-1-1 0 0,-1 1 1 0 0,3 14 0 0 0,12 59 28 0 0,-10-65-46 0 0,11 46 12 0 0,-2 1 0 0 0,-4 1 0 0 0,3 77 0 0 0,-12-94-753 0 0,0-26-4831 0 0,0-4-894 0 0</inkml:trace>
</inkml:ink>
</file>

<file path=ppt/ink/ink2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7:11.24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264 279 1840 0 0,'-1'-14'916'0'0,"0"1"-1"0"0,0-1 1 0 0,-2 1-1 0 0,-5-22 0 0 0,6 29-432 0 0,0-1-1 0 0,-1 1 0 0 0,1-1 1 0 0,-1 1-1 0 0,-1 0 0 0 0,1 0 1 0 0,-1 1-1 0 0,0-1 0 0 0,0 1 1 0 0,0 0-1 0 0,-6-5 0 0 0,8 8-313 0 0,0 1-1 0 0,0-1 0 0 0,0 1 1 0 0,0 0-1 0 0,0 0 0 0 0,0 0 1 0 0,0 0-1 0 0,0 0 0 0 0,-1 0 1 0 0,1 1-1 0 0,0-1 1 0 0,-1 1-1 0 0,1-1 0 0 0,0 1 1 0 0,-1 0-1 0 0,1 0 0 0 0,0 0 1 0 0,-1 0-1 0 0,-3 1 0 0 0,2 1-2 0 0,0-1 0 0 0,0 1 0 0 0,0-1 1 0 0,0 1-1 0 0,1 0 0 0 0,-1 1 0 0 0,1-1 0 0 0,-1 1 0 0 0,1-1 0 0 0,-4 5 0 0 0,-2 2-40 0 0,1 1 0 0 0,0 1-1 0 0,0 0 1 0 0,1 0 0 0 0,1 0 0 0 0,-7 13 0 0 0,2 4-120 0 0,2 1 0 0 0,0 0 0 0 0,2 0 0 0 0,1 1 0 0 0,1-1 0 0 0,1 1 0 0 0,2 0 0 0 0,1 1 0 0 0,5 44 0 0 0,-3-71-19 0 0,-1 0-1 0 0,1 0 1 0 0,0 0 0 0 0,0 0 0 0 0,0 0-1 0 0,1 0 1 0 0,-1 0 0 0 0,1 0-1 0 0,0 0 1 0 0,0-1 0 0 0,1 1 0 0 0,-1-1-1 0 0,1 0 1 0 0,-1 1 0 0 0,1-1 0 0 0,0 0-1 0 0,0-1 1 0 0,0 1 0 0 0,1-1 0 0 0,-1 1-1 0 0,1-1 1 0 0,-1 0 0 0 0,1 0-1 0 0,0 0 1 0 0,0-1 0 0 0,0 1 0 0 0,0-1-1 0 0,0 0 1 0 0,8 1 0 0 0,-3-1-14 0 0,0-1-1 0 0,0 1 1 0 0,0-2 0 0 0,0 1 0 0 0,0-1-1 0 0,-1-1 1 0 0,1 1 0 0 0,0-2 0 0 0,0 1-1 0 0,-1-1 1 0 0,1 0 0 0 0,15-9 0 0 0,-5 0 158 0 0,0-1 0 0 0,0 0 1 0 0,-1-2-1 0 0,-1 0 0 0 0,0-1 0 0 0,-1 0 1 0 0,-1-1-1 0 0,-1-1 0 0 0,0-1 1 0 0,11-21-1 0 0,-19 31-33 0 0,-2 0 0 0 0,1 0 1 0 0,-1-1-1 0 0,-1 1 0 0 0,0-1 1 0 0,0 0-1 0 0,-1 0 0 0 0,0 0 0 0 0,-1 0 1 0 0,0 0-1 0 0,0 0 0 0 0,-1 0 1 0 0,0-1-1 0 0,-1 1 0 0 0,-1 0 0 0 0,1 0 1 0 0,-1 0-1 0 0,-1 0 0 0 0,0 1 1 0 0,0-1-1 0 0,-1 1 0 0 0,0-1 0 0 0,-1 1 1 0 0,0 0-1 0 0,-6-8 0 0 0,-3-1 147 0 0,-1 0-1 0 0,-1 1 1 0 0,-33-28 0 0 0,39 37-196 0 0,-1 0 1 0 0,0 0-1 0 0,0 1 1 0 0,-1 0 0 0 0,0 1-1 0 0,-1 0 1 0 0,-24-7-1 0 0,35 12-81 0 0,1 1 0 0 0,0 0 0 0 0,0-1 0 0 0,-1 1 0 0 0,1 0-1 0 0,0 0 1 0 0,-1 0 0 0 0,1 0 0 0 0,0 0 0 0 0,-1 0 0 0 0,1 0 0 0 0,0 0-1 0 0,0 0 1 0 0,-1 1 0 0 0,1-1 0 0 0,0 1 0 0 0,0-1 0 0 0,-1 1 0 0 0,1-1-1 0 0,0 1 1 0 0,0 0 0 0 0,0-1 0 0 0,0 1 0 0 0,0 0 0 0 0,0 0 0 0 0,-1 1-1 0 0,1-1-223 0 0,0 1 0 0 0,1-1 0 0 0,-1 1 0 0 0,0-1 0 0 0,1 1-1 0 0,-1-1 1 0 0,1 1 0 0 0,0-1 0 0 0,0 1 0 0 0,-1 0 0 0 0,1-1-1 0 0,0 1 1 0 0,0 2 0 0 0</inkml:trace>
</inkml:ink>
</file>

<file path=ppt/ink/ink2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7:11.71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17 51 6913 0 0,'-17'3'1293'0'0,"45"-12"2101"0"0,0 1-2623 0 0,2-1-19 0 0,0 1 1 0 0,1 1-1 0 0,1 2 1 0 0,53-3-1 0 0,128 13-1187 0 0,-108 0-1940 0 0,-82-5-2538 0 0</inkml:trace>
</inkml:ink>
</file>

<file path=ppt/ink/ink2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7:12.71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1 522 3225 0 0,'0'-1'3177'0'0,"11"-4"-610"0"0,3 0-1219 0 0,-1-1 0 0 0,0 0 0 0 0,0-1 0 0 0,-1-1 0 0 0,20-14 0 0 0,-27 15-1127 0 0,1-1-1 0 0,-1 1 1 0 0,-1-1 0 0 0,1 1-1 0 0,-1-1 1 0 0,-1 0 0 0 0,6-18-1 0 0,-2-1 189 0 0,3-34 0 0 0,-8 43-381 0 0,1 1 0 0 0,0 1 0 0 0,1-1 0 0 0,1 0 0 0 0,1 1 0 0 0,10-23 0 0 0,-16 38-26 0 0,0 1-1 0 0,1 0 1 0 0,-1 0-1 0 0,0-1 1 0 0,0 1-1 0 0,0 0 0 0 0,0-1 1 0 0,1 1-1 0 0,-1 0 1 0 0,0 0-1 0 0,0-1 1 0 0,1 1-1 0 0,-1 0 1 0 0,0 0-1 0 0,1 0 1 0 0,-1-1-1 0 0,0 1 0 0 0,0 0 1 0 0,1 0-1 0 0,-1 0 1 0 0,0 0-1 0 0,1 0 1 0 0,-1 0-1 0 0,0 0 1 0 0,1 0-1 0 0,-1 0 1 0 0,0 0-1 0 0,1 0 0 0 0,-1 0 1 0 0,1 0-1 0 0,-1 0 1 0 0,0 0-1 0 0,1 0 1 0 0,-1 0-1 0 0,1 0 1 0 0,11 12 39 0 0,12 27 97 0 0,-18-28-26 0 0,136 181 137 0 0,-98-137-250 0 0,-43-53 1 0 0,1 0 0 0 0,-1 1 0 0 0,1-1 0 0 0,0 0 0 0 0,0 0 0 0 0,0 0 0 0 0,0-1 0 0 0,0 1 0 0 0,1 0 0 0 0,-1-1 0 0 0,1 1 0 0 0,-1-1 0 0 0,1 0 0 0 0,4 2 0 0 0,-5-3 0 0 0,0-1 0 0 0,-1 1 0 0 0,1 0 0 0 0,-1 0 0 0 0,1-1 0 0 0,-1 1 0 0 0,1-1 0 0 0,-1 0 0 0 0,1 1 0 0 0,-1-1 0 0 0,0 0 0 0 0,1 0 0 0 0,-1 0 0 0 0,0 0 0 0 0,0 0 0 0 0,0 0 0 0 0,1 0 0 0 0,-1 0 0 0 0,0-1 0 0 0,-1 1 0 0 0,1 0 0 0 0,0-1 0 0 0,0 1 0 0 0,0-1 0 0 0,-1 1 0 0 0,2-3 0 0 0,13-32 146 0 0,-1 0 0 0 0,12-54 0 0 0,-11 36 24 0 0,1 1 39 0 0,44-98-1 0 0,-60 151-206 0 0,0-1 0 0 0,0 1 0 0 0,1-1 0 0 0,-1 1 0 0 0,0 0 0 0 0,0-1 0 0 0,1 1 0 0 0,-1-1 0 0 0,0 1 1 0 0,1 0-1 0 0,-1-1 0 0 0,0 1 0 0 0,1 0 0 0 0,-1-1 0 0 0,0 1 0 0 0,1 0 0 0 0,-1 0 0 0 0,1-1 0 0 0,-1 1 0 0 0,0 0 1 0 0,1 0-1 0 0,-1 0 0 0 0,1 0 0 0 0,-1-1 0 0 0,1 1 0 0 0,-1 0 0 0 0,1 0 0 0 0,-1 0 0 0 0,1 0 0 0 0,-1 0 0 0 0,1 0 1 0 0,-1 0-1 0 0,1 0 0 0 0,-1 1 0 0 0,1-1 0 0 0,17 15 165 0 0,8 25 92 0 0,24 81-218 0 0,-34-76-24 0 0,3-1-1 0 0,27 47 1 0 0,-26-64-85 0 0,-19-26 65 0 0,0 0 0 0 0,0 0-1 0 0,0 0 1 0 0,0 0 0 0 0,0 0 0 0 0,0 0 0 0 0,0 0 0 0 0,1-1 0 0 0,-1 1 0 0 0,0 0 0 0 0,0-1 0 0 0,1 1 0 0 0,-1-1-1 0 0,0 1 1 0 0,1-1 0 0 0,-1 0 0 0 0,0 0 0 0 0,1 0 0 0 0,-1 1 0 0 0,1-1 0 0 0,1-1 0 0 0,-1-1 3 0 0,-1 0 0 0 0,1 0 0 0 0,-1-1 0 0 0,0 1 0 0 0,1-1 0 0 0,-1 1 0 0 0,0-1 0 0 0,-1 1 0 0 0,1-1 0 0 0,0 0 0 0 0,-1 1 0 0 0,0-1 0 0 0,1 0 0 0 0,-1-4 0 0 0,1 0 0 0 0,11-47 104 0 0,3 0 0 0 0,2 2 0 0 0,39-81 1 0 0,-50 119-85 0 0,-3 7-12 0 0,1-1-1 0 0,-1 1 1 0 0,2 1 0 0 0,-1-1-1 0 0,1 1 1 0 0,10-12-1 0 0,-14 17-6 0 0,0 0 0 0 0,0 0 0 0 0,0 0 0 0 0,0 0 0 0 0,0 0 0 0 0,1 0 0 0 0,-1 0-1 0 0,0 1 1 0 0,1-1 0 0 0,-1 0 0 0 0,0 1 0 0 0,1-1 0 0 0,-1 1 0 0 0,1-1-1 0 0,-1 1 1 0 0,1 0 0 0 0,-1-1 0 0 0,1 1 0 0 0,-1 0 0 0 0,1 0 0 0 0,-1 0 0 0 0,1 0-1 0 0,-1 1 1 0 0,1-1 0 0 0,-1 0 0 0 0,1 1 0 0 0,-1-1 0 0 0,1 1 0 0 0,-1-1 0 0 0,0 1-1 0 0,1-1 1 0 0,-1 1 0 0 0,0 0 0 0 0,1 0 0 0 0,-1 0 0 0 0,0 0 0 0 0,0 0-1 0 0,0 0 1 0 0,0 0 0 0 0,0 0 0 0 0,0 0 0 0 0,1 2 0 0 0,8 12 18 0 0,-1 1 1 0 0,-1 0 0 0 0,0 0-1 0 0,-1 1 1 0 0,-1 0-1 0 0,-1 0 1 0 0,5 23-1 0 0,-3-13 3 0 0,0-1 0 0 0,14 28 1 0 0,-14-38-453 0 0,43 81 1485 0 0,-18-52-2380 0 0,6-8-4585 0 0</inkml:trace>
</inkml:ink>
</file>

<file path=ppt/ink/ink2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7:13.34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150 111 3225 0 0,'-150'40'10162'0'0,"181"-48"-7690"0"0,124-6-1915 0 0,299-8 1791 0 0,-377 23-2313 0 0,0-4 0 0 0,-1-3 0 0 0,143-29 0 0 0,124-26 1885 0 0,-338 61-1935 0 0,-1-1 81 0 0,0 0 0 0 0,0 1 0 0 0,0-1 0 0 0,0 1-1 0 0,1 0 1 0 0,-1 0 0 0 0,0 1 0 0 0,4 0 0 0 0,-11 6-812 0 0</inkml:trace>
</inkml:ink>
</file>

<file path=ppt/ink/ink2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7:14.53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124 615 10594 0 0,'-4'-1'278'0'0,"-83"-32"-969"0"0,54 12 8551 0 0,44 20-7044 0 0,12 4-562 0 0,-2 8-265 0 0,0 0 1 0 0,-1 2-1 0 0,31 24 1 0 0,-38-27-2 0 0,0 0 0 0 0,1 0-1 0 0,0-1 1 0 0,0 0 0 0 0,1-2 0 0 0,0 0 0 0 0,0 0 0 0 0,1-1 0 0 0,24 5 0 0 0,-29-10 127 0 0,0 0 1 0 0,0 0-1 0 0,-1-1 0 0 0,1-1 1 0 0,0 1-1 0 0,0-2 0 0 0,0 0 1 0 0,-1 0-1 0 0,1-1 0 0 0,-1 0 0 0 0,0-1 1 0 0,0 0-1 0 0,16-9 0 0 0,-19 9-25 0 0,0-1 0 0 0,0 0 0 0 0,-1 0 0 0 0,0-1-1 0 0,0 1 1 0 0,0-1 0 0 0,0 0 0 0 0,-1-1 0 0 0,0 1-1 0 0,-1-1 1 0 0,1 0 0 0 0,-2-1 0 0 0,1 1 0 0 0,-1-1 0 0 0,0 1-1 0 0,0-1 1 0 0,-1 0 0 0 0,3-13 0 0 0,-1-15 57 0 0,-2-1 0 0 0,-1 0 0 0 0,-2 0 0 0 0,-1 0 0 0 0,-9-40 0 0 0,-5-5 248 0 0,-32-92 0 0 0,46 168-354 0 0,-4-11-346 0 0,6 16 237 0 0,0 1-1 0 0,-1-1 1 0 0,1 1-1 0 0,0 0 1 0 0,0-1-1 0 0,0 1 1 0 0,0-1-1 0 0,0 1 0 0 0,0 0 1 0 0,0-1-1 0 0,0 1 1 0 0,0-1-1 0 0,0 1 1 0 0,0 0-1 0 0,0-1 1 0 0,0 1-1 0 0,0-1 0 0 0,0 1 1 0 0,1 0-1 0 0,-1-1 1 0 0,0 1-1 0 0,0 0 1 0 0,0-1-1 0 0,1 1 1 0 0,-1 0-1 0 0,0-1 1 0 0,0 1-1 0 0,1 0 0 0 0,-1-1 1 0 0,0 1-1 0 0,1 0 1 0 0,-1-1-1 0 0</inkml:trace>
</inkml:ink>
</file>

<file path=ppt/ink/ink2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7:14.80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0 3225 0 0,'1'6'299'0'0,"1"1"1"0"0,-1-1 0 0 0,2 0 0 0 0,-1 0-1 0 0,1 0 1 0 0,4 8 0 0 0,1 3 620 0 0,66 144 3584 0 0,-16-59-7783 0 0</inkml:trace>
</inkml:ink>
</file>

<file path=ppt/ink/ink2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7:15.01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116 86 3225 0 0,'-41'-41'1836'0'0,"33"35"-444"0"0,0 0-1 0 0,0 0 1 0 0,0 1-1 0 0,0-1 1 0 0,-1 2-1 0 0,-17-7 1 0 0,35 16-2964 0 0,-1 1 0 0 0,0 0 0 0 0,-1 1 0 0 0,13 13-1 0 0,-8-4 903 0 0,-1 1 488 0 0</inkml:trace>
</inkml:ink>
</file>

<file path=ppt/ink/ink2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7:15.50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8 219 1376 0 0,'-7'-13'8167'0'0,"20"23"-6187"0"0,24 30-1340 0 0,-24-15-108 0 0,18 28 83 0 0,-29-51-601 0 0,0 1-1 0 0,0-1 1 0 0,1 1-1 0 0,-1-1 1 0 0,0 0-1 0 0,1 0 1 0 0,0 0-1 0 0,-1 0 0 0 0,1 0 1 0 0,0 0-1 0 0,0-1 1 0 0,0 0-1 0 0,0 1 1 0 0,0-1-1 0 0,4 1 1 0 0,-6-2 35 0 0,0 0 1 0 0,0-1-1 0 0,-1 1 1 0 0,1 0 0 0 0,0 0-1 0 0,0 0 1 0 0,-1-1 0 0 0,1 1-1 0 0,0 0 1 0 0,0-1-1 0 0,-1 1 1 0 0,1-1 0 0 0,0 1-1 0 0,-1-1 1 0 0,1 1 0 0 0,0-1-1 0 0,-1 1 1 0 0,1-1-1 0 0,-1 0 1 0 0,1 1 0 0 0,-1-1-1 0 0,1 0 1 0 0,-1 1 0 0 0,1-1-1 0 0,-1 0 1 0 0,0 0-1 0 0,0 1 1 0 0,1-1 0 0 0,-1 0-1 0 0,0 0 1 0 0,0 1 0 0 0,0-1-1 0 0,0 0 1 0 0,0 0-1 0 0,0 0 1 0 0,0-1 0 0 0,2-40 1248 0 0,-2 28-826 0 0,0 4-242 0 0,9-91 1381 0 0,-7 88-1514 0 0,1 1 0 0 0,0 0-1 0 0,0-1 1 0 0,1 1 0 0 0,11-21 0 0 0,-14 32-91 0 0,-1-1 1 0 0,1 1 0 0 0,0-1 0 0 0,0 1 0 0 0,0-1-1 0 0,0 1 1 0 0,0 0 0 0 0,0 0 0 0 0,1 0 0 0 0,-1 0 0 0 0,0 0-1 0 0,1 0 1 0 0,-1 0 0 0 0,1 0 0 0 0,-1 0 0 0 0,1 0 0 0 0,-1 1-1 0 0,1-1 1 0 0,-1 1 0 0 0,1-1 0 0 0,-1 1 0 0 0,1 0 0 0 0,0-1-1 0 0,-1 1 1 0 0,1 0 0 0 0,0 0 0 0 0,-1 0 0 0 0,1 0-1 0 0,0 1 1 0 0,-1-1 0 0 0,1 0 0 0 0,0 1 0 0 0,-1-1 0 0 0,3 2-1 0 0,6 2 29 0 0,0 1 0 0 0,-1 0 0 0 0,0 1 0 0 0,13 11-1 0 0,6 2 44 0 0,-22-16-11 0 0,0 0 0 0 0,0 0-1 0 0,0-1 1 0 0,0 0 0 0 0,0 0-1 0 0,1 0 1 0 0,-1-1 0 0 0,1 0 0 0 0,-1 0-1 0 0,1-1 1 0 0,-1 0 0 0 0,1 0-1 0 0,0 0 1 0 0,-1-1 0 0 0,1 0-1 0 0,-1 0 1 0 0,0-1 0 0 0,1 0-1 0 0,-1 0 1 0 0,0 0 0 0 0,9-5 0 0 0,5-5-184 0 0,-1-1 0 0 0,1 0 1 0 0,-2-2-1 0 0,29-28 0 0 0,-22 19-7344 0 0</inkml:trace>
</inkml:ink>
</file>

<file path=ppt/ink/ink2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7:18.43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2102 3681 0 0,'1'1'79'0'0,"-1"-1"1"0"0,0 0-1 0 0,0 1 1 0 0,1-1-1 0 0,-1 0 1 0 0,0 1-1 0 0,1-1 1 0 0,-1 0-1 0 0,0 0 0 0 0,1 0 1 0 0,-1 1-1 0 0,0-1 1 0 0,1 0-1 0 0,-1 0 1 0 0,1 0-1 0 0,-1 0 1 0 0,0 0-1 0 0,1 0 1 0 0,-1 1-1 0 0,1-1 1 0 0,-1 0-1 0 0,1 0 0 0 0,-1-1 1 0 0,0 1-1 0 0,1 0 1 0 0,-1 0-1 0 0,1 0 1 0 0,-1 0-1 0 0,0 0 1 0 0,1 0-1 0 0,-1 0 1 0 0,1-1-1 0 0,9-13 1628 0 0,0-19-24 0 0,8-145 3462 0 0,-18-93-1963 0 0,-2 61-1753 0 0,29-384 727 0 0,55 5-1232 0 0,-78 570-917 0 0,11-71 291 0 0,-13 80-259 0 0,-2 0 0 0 0,0 0 0 0 0,0 0 0 0 0,0 0-1 0 0,-1 0 1 0 0,-5-17 0 0 0,-4 8-186 0 0,16 30-4711 0 0</inkml:trace>
</inkml:ink>
</file>

<file path=ppt/ink/ink2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7:18.82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95 91 1824 0 0,'-48'5'138'0'0,"1"1"2928"0"0,86-10 1004 0 0,26-11-2572 0 0,-10 1-692 0 0,101-15 209 0 0,2 8-1 0 0,0 6 0 0 0,316 11 0 0 0,-312 15-648 0 0,631 23 2197 0 0,-727-36-1470 0 0,113-16 1 0 0,-179 18-1126 0 0,1 0 0 0 0,-1 0 0 0 0,0 0 1 0 0,0 0-1 0 0,0 0 0 0 0,0 0 0 0 0,1-1 0 0 0,-1 1 0 0 0,0 0 0 0 0,0 0 1 0 0,0 0-1 0 0,0 0 0 0 0,1 0 0 0 0,-1 0 0 0 0,0 1 0 0 0,0-1 0 0 0,0 0 1 0 0,0 0-1 0 0,0 0 0 0 0,1 0 0 0 0,-1 0 0 0 0,0 0 0 0 0,0 0 0 0 0,0 0 1 0 0,0 0-1 0 0,0 0 0 0 0,1 0 0 0 0,-1 1 0 0 0,0-1 0 0 0,0 0 0 0 0,0 0 1 0 0,0 0-1 0 0,0 0 0 0 0,0 0 0 0 0,0 0 0 0 0,0 1 0 0 0,1-1 0 0 0,-1 0 1 0 0,0 0-1 0 0,0 0 0 0 0,0 0 0 0 0,0 1 0 0 0,0-1 0 0 0,0 0 0 0 0,0 0 1 0 0,0 0-1 0 0,0 0 0 0 0,0 1 0 0 0,0-1 0 0 0,0 0 0 0 0,0 0 0 0 0,0 0 1 0 0,0 0-1 0 0,0 0 0 0 0,0 1 0 0 0,0-1 0 0 0,-1 0 0 0 0,1 0 0 0 0,0 0 1 0 0,0 0-1 0 0,0 1 0 0 0,0-1 0 0 0</inkml:trace>
</inkml:ink>
</file>

<file path=ppt/ink/ink2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7:19.68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1 632 1368 0 0,'3'0'596'0'0,"-1"-1"-1"0"0,1 1 1 0 0,0 0-1 0 0,0-1 1 0 0,0 0 0 0 0,-1 1-1 0 0,1-1 1 0 0,0 0-1 0 0,-1 0 1 0 0,1-1-1 0 0,-1 1 1 0 0,1-1-1 0 0,2-2 1 0 0,0 1-116 0 0,-1-1 1 0 0,-1 0-1 0 0,1 0 0 0 0,0 0 0 0 0,-1 0 1 0 0,5-8-1 0 0,1-7-159 0 0,0 0 1 0 0,11-39-1 0 0,-8 26 1206 0 0,0-1-915 0 0,-1 1-214 0 0,1 0 1 0 0,2 2 0 0 0,1 0-1 0 0,32-49 1 0 0,-47 78-398 0 0,0 1 1 0 0,1 0-1 0 0,-1-1 0 0 0,0 1 1 0 0,0 0-1 0 0,1-1 0 0 0,-1 1 1 0 0,0 0-1 0 0,1 0 0 0 0,-1-1 1 0 0,0 1-1 0 0,1 0 1 0 0,-1 0-1 0 0,0-1 0 0 0,1 1 1 0 0,-1 0-1 0 0,0 0 0 0 0,1 0 1 0 0,-1 0-1 0 0,1 0 0 0 0,-1 0 1 0 0,0 0-1 0 0,1 0 1 0 0,-1 0-1 0 0,1 0 0 0 0,-1 0 1 0 0,1 0-1 0 0,-1 0 0 0 0,0 0 1 0 0,1 0-1 0 0,-1 0 0 0 0,1 0 1 0 0,-1 0-1 0 0,1 0 0 0 0,10 15 121 0 0,7 30 133 0 0,-15-36-223 0 0,26 74 56 0 0,3-1 0 0 0,47 82 0 0 0,-77-161-64 0 0,0 1 0 0 0,0-1-1 0 0,0 0 1 0 0,0 0 0 0 0,0 0 0 0 0,1 0-1 0 0,0 0 1 0 0,-1 0 0 0 0,1-1-1 0 0,6 4 1 0 0,-8-5 0 0 0,0-1 0 0 0,0 0 0 0 0,1 0 1 0 0,-1 1-1 0 0,0-1 0 0 0,1 0 0 0 0,-1 0 0 0 0,0 0 0 0 0,0 0 0 0 0,1-1 0 0 0,-1 1 0 0 0,0 0 0 0 0,1 0 0 0 0,-1-1 1 0 0,0 1-1 0 0,0-1 0 0 0,0 1 0 0 0,1-1 0 0 0,-1 1 0 0 0,0-1 0 0 0,0 0 0 0 0,0 0 0 0 0,0 0 0 0 0,0 1 0 0 0,0-1 1 0 0,0 0-1 0 0,0 0 0 0 0,-1 0 0 0 0,1 0 0 0 0,0 0 0 0 0,-1-1 0 0 0,1 1 0 0 0,0-1 0 0 0,11-19 163 0 0,0-1 0 0 0,-2 0 0 0 0,0-1 0 0 0,11-44 0 0 0,-6 19-344 0 0,-5 20 127 0 0,-4 6 55 0 0,2-1 1 0 0,0 1 0 0 0,2 0 0 0 0,0 1 0 0 0,1 0 0 0 0,21-28-1 0 0,-30 47-14 0 0,-1 0 0 0 0,1 0-1 0 0,-1 0 1 0 0,1 0-1 0 0,0 1 1 0 0,0-1-1 0 0,0 0 1 0 0,0 1-1 0 0,0-1 1 0 0,0 1 0 0 0,0 0-1 0 0,0 0 1 0 0,0 0-1 0 0,1 0 1 0 0,-1 0-1 0 0,0 0 1 0 0,1 1-1 0 0,-1-1 1 0 0,1 1-1 0 0,-1 0 1 0 0,1-1 0 0 0,-1 1-1 0 0,1 0 1 0 0,-1 0-1 0 0,1 1 1 0 0,-1-1-1 0 0,5 2 1 0 0,-3 0 4 0 0,0 0 0 0 0,0 1 0 0 0,0-1 0 0 0,0 1 0 0 0,-1 0 0 0 0,1 0 0 0 0,-1 0 0 0 0,0 1 0 0 0,0-1 0 0 0,0 1 0 0 0,0 0 0 0 0,-1-1 0 0 0,1 1 0 0 0,1 5 0 0 0,17 34 245 0 0,-6-12-119 0 0,24 38 0 0 0,-34-62-141 0 0,0 1 0 0 0,0-1 0 0 0,1 0 0 0 0,1 0 1 0 0,-1-1-1 0 0,1 0 0 0 0,0 0 0 0 0,0 0 1 0 0,15 7-1 0 0,-21-12 0 0 0,1 0 0 0 0,-1-1-1 0 0,0 1 1 0 0,1-1 0 0 0,-1 0 0 0 0,0 1 0 0 0,1-1 0 0 0,-1 0 0 0 0,0 0 0 0 0,1 0 0 0 0,-1 0 0 0 0,1 0-1 0 0,-1 0 1 0 0,0 0 0 0 0,1 0 0 0 0,-1-1 0 0 0,1 1 0 0 0,-1 0 0 0 0,0-1 0 0 0,1 1 0 0 0,-1-1 0 0 0,0 0-1 0 0,0 1 1 0 0,1-1 0 0 0,-1 0 0 0 0,0 0 0 0 0,0 0 0 0 0,0 0 0 0 0,0 0 0 0 0,0 0 0 0 0,0 0 0 0 0,0 0-1 0 0,-1 0 1 0 0,1 0 0 0 0,0 0 0 0 0,1-3 0 0 0,2-5 6 0 0,1-1-1 0 0,-2 1 1 0 0,1-1 0 0 0,2-11-1 0 0,-2 5 41 0 0,16-45 94 0 0,4-17 8 0 0,56-123 0 0 0,-79 199-151 0 0,0-1-1 0 0,0 0 1 0 0,1 1-1 0 0,-1-1 1 0 0,1 1-1 0 0,0 0 1 0 0,-1-1-1 0 0,1 1 1 0 0,0 0-1 0 0,1 0 1 0 0,2-2-1 0 0,-4 3 8 0 0,-1 1 0 0 0,1 0 0 0 0,-1 0 0 0 0,1 0 0 0 0,-1 0 0 0 0,1 0 0 0 0,-1-1 0 0 0,1 1 0 0 0,-1 0 0 0 0,1 0 0 0 0,-1 0 0 0 0,1 1 0 0 0,-1-1 0 0 0,1 0 0 0 0,-1 0-1 0 0,1 0 1 0 0,-1 0 0 0 0,1 0 0 0 0,-1 1 0 0 0,1-1 0 0 0,-1 0 0 0 0,1 0 0 0 0,-1 1 0 0 0,1-1 0 0 0,12 19 100 0 0,2 23-8 0 0,-1 0 1 0 0,9 48 0 0 0,-14-49-85 0 0,2 0-1 0 0,25 61 1 0 0,-17-65-483 0 0,22 35 1 0 0,-12-28-5985 0 0,-14-21-240 0 0</inkml:trace>
</inkml:ink>
</file>

<file path=ppt/ink/ink2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7:20.09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28 127 3225 0 0,'-27'8'3412'0'0,"42"-11"-1415"0"0,188-37 2867 0 0,-101 23-3517 0 0,104-4 1 0 0,335-30 1519 0 0,-523 49-3335 0 0</inkml:trace>
</inkml:ink>
</file>

<file path=ppt/ink/ink2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7:20.68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21 6449 0 0,'4'-7'-638'0'0,"12"-4"4636"0"0,-16 11-3856 0 0,1-1-1 0 0,-1 1 1 0 0,0 0-1 0 0,1 0 1 0 0,-1-1 0 0 0,1 1-1 0 0,-1 0 1 0 0,0 0-1 0 0,1 0 1 0 0,-1-1 0 0 0,1 1-1 0 0,-1 0 1 0 0,1 0-1 0 0,-1 0 1 0 0,1 0-1 0 0,-1 0 1 0 0,1 0 0 0 0,-1 0-1 0 0,0 0 1 0 0,1 0-1 0 0,-1 0 1 0 0,1 1 0 0 0,-1-1-1 0 0,1 0 1 0 0,-1 0-1 0 0,1 0 1 0 0,-1 0-1 0 0,0 1 1 0 0,1-1 0 0 0,-1 0-1 0 0,1 0 1 0 0,-1 1-1 0 0,0-1 1 0 0,1 0 0 0 0,-1 1-1 0 0,0-1 1 0 0,0 0-1 0 0,1 1 1 0 0,-1-1-1 0 0,0 1 1 0 0,0-1 0 0 0,1 1-1 0 0,-1-1 1 0 0,0 0-1 0 0,0 1 1 0 0,0-1 0 0 0,0 1-1 0 0,0-1 1 0 0,1 1-1 0 0,-1-1 1 0 0,0 1-1 0 0,0-1 1 0 0,0 1 0 0 0,0-1-1 0 0,0 0 1 0 0,-1 1-1 0 0,1-1 1 0 0,0 1 0 0 0,0-1-1 0 0,0 1 1 0 0,0-1-1 0 0,0 1 1 0 0,-1-1-1 0 0,1 1 1 0 0,-1 19 407 0 0,1 0 0 0 0,0 0 1 0 0,2 0-1 0 0,0-1 0 0 0,8 30 0 0 0,3 25-135 0 0,9 340-236 0 0,-11-129-88 0 0,59 652 91 0 0,-68-906-171 0 0,36 438 134 0 0,-37-463-143 0 0,2 13 72 0 0,0 1 1 0 0,6 19-1 0 0,-8-35-91 0 0,0-1 0 0 0,0 1 1 0 0,0-1-1 0 0,1 1 0 0 0,-1-1 0 0 0,1 0 0 0 0,0 0 0 0 0,-1 0 0 0 0,1 0 0 0 0,1 0 0 0 0,-1 0 0 0 0,0-1 0 0 0,1 1 0 0 0,-1-1 0 0 0,1 1 0 0 0,0-1 0 0 0,0 0 0 0 0,0 0 0 0 0,3 1 0 0 0,16-2-1130 0 0,-13-3-1913 0 0</inkml:trace>
</inkml:ink>
</file>

<file path=ppt/ink/ink2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7:21.77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39 184 3225 0 0,'-39'22'15307'0'0,"58"-28"-14835"0"0,-9 3-238 0 0,1 1 1 0 0,-1 1-1 0 0,1-1 0 0 0,16 2 0 0 0,-17 0-31 0 0,-1-1 0 0 0,1 1-1 0 0,-1-1 1 0 0,17-5 0 0 0,14-3-191 0 0,0 2 0 0 0,0 1 1 0 0,78-1-1 0 0,-19 2 15 0 0,156-9 252 0 0,20-2 166 0 0,-2-7-283 0 0,151-14 102 0 0,-285 20-223 0 0,138-11 36 0 0,-173 21-45 0 0,-3 0 84 0 0,167 8 0 0 0,-22 6-113 0 0,-244-6-403 0 0</inkml:trace>
</inkml:ink>
</file>

<file path=ppt/ink/ink2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7:25.87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13 95 1840 0 0,'-4'-13'1669'0'0,"1"-1"-1"0"0,-3-26 0 0 0,9 13 8049 0 0,-3 27-9650 0 0,10 11 1589 0 0,6 14-821 0 0,-8-4-509 0 0,-1 0 0 0 0,-1 0 0 0 0,0 1-1 0 0,-2 0 1 0 0,3 42 0 0 0,1 2 6 0 0,33 109 14 0 0,-9-49-334 0 0,-28-95 401 0 0,-2-17-6017 0 0</inkml:trace>
</inkml:ink>
</file>

<file path=ppt/ink/ink2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7:26.26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40 467 3209 0 0,'-9'-28'252'0'0,"1"-1"0"0"0,2 0 0 0 0,1 0-1 0 0,1 0 1 0 0,0-32 0 0 0,2 41 129 0 0,1 9-33 0 0,0-1 0 0 0,1 1 0 0 0,1-1 0 0 0,0 1 0 0 0,0 0-1 0 0,6-22 1 0 0,-5 26-60 0 0,1 1 0 0 0,0-1 0 0 0,0 1 0 0 0,0 0 0 0 0,1 0-1 0 0,0 0 1 0 0,0 1 0 0 0,0 0 0 0 0,1-1 0 0 0,0 1 0 0 0,0 1 0 0 0,9-8-1 0 0,-3 4 259 0 0,1 0 0 0 0,0 0 0 0 0,0 1 0 0 0,0 0 0 0 0,1 1 0 0 0,19-6 0 0 0,-30 11-469 0 0,1 0-1 0 0,-1 1 1 0 0,1-1 0 0 0,0 1 0 0 0,0-1 0 0 0,-1 1 0 0 0,1 0-1 0 0,0 0 1 0 0,0 0 0 0 0,-1 1 0 0 0,1-1 0 0 0,0 1-1 0 0,-1-1 1 0 0,1 1 0 0 0,0 0 0 0 0,-1 0 0 0 0,1 0-1 0 0,-1 0 1 0 0,1 0 0 0 0,-1 1 0 0 0,0-1 0 0 0,0 1 0 0 0,1 0-1 0 0,-1-1 1 0 0,0 1 0 0 0,0 0 0 0 0,-1 0 0 0 0,1 0-1 0 0,0 1 1 0 0,-1-1 0 0 0,1 0 0 0 0,-1 1 0 0 0,0-1 0 0 0,0 0-1 0 0,0 1 1 0 0,0 0 0 0 0,0-1 0 0 0,0 1 0 0 0,-1 0-1 0 0,1 3 1 0 0,1 1-27 0 0,-1 1 1 0 0,0 0-1 0 0,-1 0 0 0 0,0 0 0 0 0,0-1 0 0 0,0 1 0 0 0,-1 0 0 0 0,-2 8 1 0 0,-20 63 405 0 0,16-60-157 0 0,2 0 1 0 0,0 0-1 0 0,-4 26 1 0 0,9-42-250 0 0,0 0-1 0 0,1 1 1 0 0,-1-1 0 0 0,0-1 0 0 0,1 1-1 0 0,0 0 1 0 0,0 0 0 0 0,0 0-1 0 0,0 0 1 0 0,0 0 0 0 0,0-1 0 0 0,1 1-1 0 0,-1 0 1 0 0,1-1 0 0 0,0 0-1 0 0,0 1 1 0 0,0-1 0 0 0,0 0 0 0 0,0 0-1 0 0,0 0 1 0 0,1 0 0 0 0,-1 0-1 0 0,1 0 1 0 0,-1-1 0 0 0,1 1 0 0 0,5 1-1 0 0,7 4 72 0 0,0-2 0 0 0,1 0-1 0 0,28 6 1 0 0,-27-8-144 0 0,12 4-517 0 0,42 3 1 0 0,-27-8-6316 0 0,-30-2 722 0 0</inkml:trace>
</inkml:ink>
</file>

<file path=ppt/ink/ink2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7:26.66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195 4 2304 0 0,'-14'-2'1418'0'0,"0"1"0"0"0,0 1 0 0 0,0 0 0 0 0,-26 3 0 0 0,35-3-1008 0 0,0 1 0 0 0,0 0 0 0 0,0 0 0 0 0,0 0 1 0 0,0 1-1 0 0,0 0 0 0 0,0 0 0 0 0,1 0 0 0 0,-1 0 0 0 0,1 1 0 0 0,0-1 0 0 0,-1 1 0 0 0,1 0 0 0 0,0 1 0 0 0,1-1 0 0 0,-7 7 0 0 0,7-4-281 0 0,1 0 0 0 0,0 0 0 0 0,0 0 0 0 0,0 0 0 0 0,1 0 0 0 0,-1 0 0 0 0,2 0 1 0 0,-1 1-1 0 0,1-1 0 0 0,0 0 0 0 0,0 0 0 0 0,1 10 0 0 0,3 11 191 0 0,9 36 1 0 0,-13-63-320 0 0,5 17 97 0 0,0 0-1 0 0,1 0 0 0 0,0-1 0 0 0,2 0 0 0 0,0 0 0 0 0,0-1 1 0 0,20 25-1 0 0,-9-17-88 0 0,1-1 0 0 0,1-1 1 0 0,41 32-1 0 0,-47-42-150 0 0,6 5-15 0 0,28 28 0 0 0,-45-39-404 0 0,1 0 0 0 0,0 1-1 0 0,-1-1 1 0 0,0 1-1 0 0,-1 0 1 0 0,1 0-1 0 0,-1 0 1 0 0,0 0 0 0 0,-1 0-1 0 0,4 13 1 0 0</inkml:trace>
</inkml:ink>
</file>

<file path=ppt/ink/ink2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7:26.87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11 280 4609 0 0,'-1'-1'76'0'0,"0"1"-1"0"0,0-1 1 0 0,1 0-1 0 0,-1 0 1 0 0,0 1-1 0 0,1-1 1 0 0,-1 0-1 0 0,0 0 1 0 0,1 0-1 0 0,-1 0 1 0 0,1 0-1 0 0,-1 0 1 0 0,1 0-1 0 0,0 0 1 0 0,-1 0-1 0 0,1 0 1 0 0,0 0 0 0 0,0 0-1 0 0,0 0 1 0 0,0 0-1 0 0,0 0 1 0 0,0 0-1 0 0,0 0 1 0 0,0 0-1 0 0,0 0 1 0 0,1-2-1 0 0,0-1 213 0 0,0 1-1 0 0,1-1 1 0 0,-1 1-1 0 0,1-1 1 0 0,0 1-1 0 0,0-1 1 0 0,4-4-1 0 0,4-3 739 0 0,-1 1 0 0 0,1 0 0 0 0,16-12 0 0 0,16-6 1059 0 0,59-30 0 0 0,-22 13-1529 0 0,-36 21-2205 0 0,-22 12-4174 0 0</inkml:trace>
</inkml:ink>
</file>

<file path=ppt/ink/ink2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7:27.64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84 108 6449 0 0,'-6'-9'682'0'0,"1"1"0"0"0,-1 0-1 0 0,0 0 1 0 0,-13-12 0 0 0,12 12 233 0 0,0 1 1 0 0,1-1-1 0 0,0 0 1 0 0,-10-15-1 0 0,45 51 3609 0 0,-1-3-4070 0 0,22 38 141 0 0,-2 3-1 0 0,72 134 1 0 0,-59-86-3571 0 0,-59-110 1271 0 0</inkml:trace>
</inkml:ink>
</file>

<file path=ppt/ink/ink2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7:28.07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10 262 3225 0 0,'-2'-5'172'0'0,"0"-1"0"0"0,1 0 1 0 0,0 0-1 0 0,0 1 0 0 0,0-1 0 0 0,0 0 1 0 0,1 0-1 0 0,0 0 0 0 0,0 0 1 0 0,1 0-1 0 0,-1 0 0 0 0,1 0 1 0 0,1 1-1 0 0,-1-1 0 0 0,1 0 0 0 0,0 1 1 0 0,0-1-1 0 0,1 1 0 0 0,0-1 1 0 0,4-5-1 0 0,1-3 541 0 0,1 1 0 0 0,0 0 0 0 0,1 1 0 0 0,0 0 0 0 0,1 1 0 0 0,21-17 1 0 0,-27 23-419 0 0,1 1 1 0 0,0 0-1 0 0,1 0 1 0 0,-1 1 0 0 0,1 0-1 0 0,10-4 1 0 0,-16 7-264 0 0,0-1-1 0 0,0 1 1 0 0,0 0 0 0 0,0-1-1 0 0,1 1 1 0 0,-1 0 0 0 0,0 0 0 0 0,0 0-1 0 0,1 0 1 0 0,-1 0 0 0 0,0 0-1 0 0,0 0 1 0 0,0 1 0 0 0,0-1 0 0 0,1 0-1 0 0,-1 1 1 0 0,0-1 0 0 0,0 1-1 0 0,0-1 1 0 0,0 1 0 0 0,0 0-1 0 0,0-1 1 0 0,0 1 0 0 0,0 0 0 0 0,0 0-1 0 0,0-1 1 0 0,0 1 0 0 0,-1 0-1 0 0,1 0 1 0 0,0 0 0 0 0,0 0 0 0 0,-1 0-1 0 0,1 0 1 0 0,-1 0 0 0 0,1 0-1 0 0,-1 1 1 0 0,1-1 0 0 0,-1 0 0 0 0,0 0-1 0 0,0 0 1 0 0,1 0 0 0 0,-1 1-1 0 0,0-1 1 0 0,0 0 0 0 0,0 0 0 0 0,0 1-1 0 0,-1 1 1 0 0,0 20 98 0 0,0 0 0 0 0,-2 0 0 0 0,-1 0 0 0 0,0 0 0 0 0,-2 0-1 0 0,-9 24 1 0 0,6-21 229 0 0,2 1 1 0 0,0 0-1 0 0,-5 51 0 0 0,12-74-321 0 0,-1 7 131 0 0,1 1-1 0 0,0-1 0 0 0,0 0 0 0 0,1 0 1 0 0,5 20-1 0 0,-5-28-117 0 0,0-1 1 0 0,0 1-1 0 0,0 0 0 0 0,0-1 1 0 0,1 1-1 0 0,-1-1 0 0 0,1 0 1 0 0,0 1-1 0 0,-1-1 0 0 0,1 0 1 0 0,0 0-1 0 0,0 0 0 0 0,0 0 1 0 0,1-1-1 0 0,-1 1 0 0 0,0-1 1 0 0,1 1-1 0 0,-1-1 0 0 0,1 0 0 0 0,0 0 1 0 0,-1 0-1 0 0,1 0 0 0 0,0 0 1 0 0,-1 0-1 0 0,1-1 0 0 0,0 1 1 0 0,0-1-1 0 0,4 0 0 0 0,6 1 195 0 0,1-2 0 0 0,0 1-1 0 0,0-1 1 0 0,0-1-1 0 0,-1-1 1 0 0,22-6 0 0 0,-8-1-1241 0 0,0-1 1 0 0,27-16-1 0 0</inkml:trace>
</inkml:ink>
</file>

<file path=ppt/ink/ink2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7:28.69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29 0 5529 0 0,'-29'6'13139'0'0,"30"-2"-12860"0"0,9 40 674 0 0,-4-12-518 0 0,21 59 0 0 0,-9-40-373 0 0,-11-29 23 0 0,1 1-1 0 0,1-2 0 0 0,16 29 1 0 0,-21-44-72 0 0,-1-1 1 0 0,2 1 0 0 0,-1-1-1 0 0,1 1 1 0 0,-1-1 0 0 0,2-1-1 0 0,-1 1 1 0 0,0-1 0 0 0,1 0-1 0 0,0 0 1 0 0,0 0 0 0 0,0-1 0 0 0,0 0-1 0 0,1 0 1 0 0,11 3 0 0 0,-10-4-266 0 0,0 0 1 0 0,1-1 0 0 0,-1 0 0 0 0,1 0 0 0 0,-1-1-1 0 0,1-1 1 0 0,-1 1 0 0 0,0-1 0 0 0,10-2 0 0 0,-13 2-61 0 0,0-1 1 0 0,0 1 0 0 0,0-1-1 0 0,0 0 1 0 0,0 0 0 0 0,-1-1-1 0 0,1 1 1 0 0,-1-1 0 0 0,0 0-1 0 0,0 0 1 0 0,0-1 0 0 0,0 1 0 0 0,0-1-1 0 0,0 0 1 0 0,-1 0 0 0 0,3-4-1 0 0</inkml:trace>
</inkml:ink>
</file>

<file path=ppt/ink/ink2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7:29.08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40 30 4609 0 0,'-4'-4'804'0'0,"-32"-22"14262"0"0,44 49-13990 0 0,-2-12-2693 0 0</inkml:trace>
</inkml:ink>
</file>

<file path=ppt/ink/ink2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7:30.60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13 111 6913 0 0,'-6'40'673'0'0,"4"-31"-307"0"0,0 0 1 0 0,1 0-1 0 0,0 1 0 0 0,1 16 0 0 0,0-23-333 0 0,0-1 0 0 0,1 0 0 0 0,-1 0 0 0 0,1 1-1 0 0,0-1 1 0 0,-1 0 0 0 0,1 0 0 0 0,0 0 0 0 0,0 0 0 0 0,1 0-1 0 0,-1 0 1 0 0,0 0 0 0 0,1 0 0 0 0,-1-1 0 0 0,1 1 0 0 0,-1 0-1 0 0,1-1 1 0 0,0 1 0 0 0,-1-1 0 0 0,1 0 0 0 0,0 1 0 0 0,0-1 0 0 0,0 0-1 0 0,4 1 1 0 0,-3-1 134 0 0,-1 0 0 0 0,1 0 0 0 0,0 0 0 0 0,0-1 0 0 0,0 1 0 0 0,-1-1 0 0 0,1 0 0 0 0,0 0 0 0 0,0 0 0 0 0,0 0 0 0 0,0 0 0 0 0,0 0-1 0 0,0-1 1 0 0,0 0 0 0 0,-1 1 0 0 0,1-1 0 0 0,0 0 0 0 0,-1 0 0 0 0,1-1 0 0 0,0 1 0 0 0,-1 0 0 0 0,1-1 0 0 0,-1 0 0 0 0,0 1 0 0 0,0-1 0 0 0,1 0 0 0 0,-1 0 0 0 0,0-1 0 0 0,-1 1 0 0 0,1 0-1 0 0,0 0 1 0 0,-1-1 0 0 0,1 1 0 0 0,-1-1 0 0 0,0 0 0 0 0,2-3 0 0 0,0-3 80 0 0,1 1-1 0 0,-1-1 1 0 0,-1 0-1 0 0,1-1 1 0 0,-1 1-1 0 0,-1 0 1 0 0,0-1-1 0 0,-1 1 1 0 0,1 0-1 0 0,-2-11 1 0 0,-1 8 112 0 0,0 1 1 0 0,-1-1-1 0 0,0 1 0 0 0,-5-11 1 0 0,7 20-306 0 0,1-1 0 0 0,-1 1 0 0 0,0 0-1 0 0,0 0 1 0 0,0 0 0 0 0,0 1 0 0 0,0-1 0 0 0,0 0 0 0 0,0 0 0 0 0,-1 0 0 0 0,1 1 0 0 0,-1-1 0 0 0,1 1-1 0 0,-1-1 1 0 0,1 1 0 0 0,-1 0 0 0 0,0-1 0 0 0,0 1 0 0 0,0 0 0 0 0,0 0 0 0 0,0 0 0 0 0,0 1 0 0 0,0-1-1 0 0,0 0 1 0 0,0 1 0 0 0,0-1 0 0 0,0 1 0 0 0,-1 0 0 0 0,-1 0 0 0 0,2 0-54 0 0,1 0 0 0 0,-1 1 0 0 0,1-1 0 0 0,-1 1 0 0 0,1 0 1 0 0,0-1-1 0 0,0 1 0 0 0,-1 0 0 0 0,1 0 0 0 0,0 0 0 0 0,0-1 0 0 0,0 2 1 0 0,0-1-1 0 0,0 0 0 0 0,0 0 0 0 0,0 0 0 0 0,0 0 0 0 0,0 0 0 0 0,0 1 0 0 0,1-1 1 0 0,-1 0-1 0 0,1 1 0 0 0,-1-1 0 0 0,1 1 0 0 0,-1-1 0 0 0,1 0 0 0 0,0 1 1 0 0,0-1-1 0 0,-1 1 0 0 0,1 1 0 0 0,0 0-217 0 0,0 0 1 0 0,0 0-1 0 0,0 1 0 0 0,1-1 0 0 0,-1 0 1 0 0,1 0-1 0 0,0 0 0 0 0,-1 0 0 0 0,1 0 1 0 0,1 0-1 0 0,-1-1 0 0 0,0 1 1 0 0,3 4-1 0 0,4 3-82 0 0</inkml:trace>
</inkml:ink>
</file>

<file path=ppt/ink/ink2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7:31.08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263 398 9674 0 0,'-57'-20'999'0'0,"20"6"527"0"0,-2 1 0 0 0,1 3 0 0 0,-47-8 0 0 0,84 18-1502 0 0,1 0 0 0 0,0 0-1 0 0,0 0 1 0 0,0 0 0 0 0,-1 0 0 0 0,1 0 0 0 0,0 0-1 0 0,0 0 1 0 0,0 0 0 0 0,-1 0 0 0 0,1 0 0 0 0,0 0-1 0 0,0 0 1 0 0,0 0 0 0 0,-1 0 0 0 0,1 0 0 0 0,0 0-1 0 0,0 1 1 0 0,0-1 0 0 0,0 0 0 0 0,-1 0 0 0 0,1 0-1 0 0,0 0 1 0 0,0 0 0 0 0,0 0 0 0 0,0 1 0 0 0,0-1-1 0 0,-1 0 1 0 0,1 0 0 0 0,0 0 0 0 0,0 0 0 0 0,0 0 0 0 0,0 1-1 0 0,0-1 1 0 0,0 0 0 0 0,0 0 0 0 0,0 0 0 0 0,0 1-1 0 0,0-1 1 0 0,0 0 0 0 0,0 0 0 0 0,0 0 0 0 0,0 1-1 0 0,0-1 1 0 0,0 0 0 0 0,0 0 0 0 0,4 14 336 0 0,12 12-187 0 0,-2-9-28 0 0,1 0-1 0 0,0-1 0 0 0,1-1 1 0 0,1 0-1 0 0,0-1 0 0 0,1-1 1 0 0,1-1-1 0 0,0 0 1 0 0,0-1-1 0 0,1-2 0 0 0,1 0 1 0 0,-1-1-1 0 0,38 10 0 0 0,-44-15 11 0 0,0-1 0 0 0,0 0-1 0 0,1 0 1 0 0,-1-2-1 0 0,1 1 1 0 0,-1-2-1 0 0,1 0 1 0 0,-1-1 0 0 0,25-6-1 0 0,-29 5-72 0 0,0-1 0 0 0,0 0 0 0 0,0-1 0 0 0,0 0 0 0 0,-1-1 0 0 0,0 1 0 0 0,0-2-1 0 0,-1 1 1 0 0,0-1 0 0 0,0 0 0 0 0,0-1 0 0 0,-1 0 0 0 0,0 0 0 0 0,7-12 0 0 0,-7 8-19 0 0,-1 0 0 0 0,0 0 1 0 0,-1-1-1 0 0,0 1 0 0 0,-1-1 0 0 0,0 0 0 0 0,-1-1 1 0 0,-1 1-1 0 0,2-23 0 0 0,-2-13-47 0 0,-7-66 0 0 0,1 42-349 0 0,3 46 171 0 0,-1-7-4003 0 0</inkml:trace>
</inkml:ink>
</file>

<file path=ppt/ink/ink2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7:31.42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10 59 4145 0 0,'0'0'191'0'0,"-4"31"6381"0"0,2-25-6211 0 0,1 0 0 0 0,0 0 0 0 0,0 0 0 0 0,1 1 0 0 0,0-1 0 0 0,0 0 0 0 0,0 0 0 0 0,1 0 0 0 0,0 0 0 0 0,0 0 0 0 0,0 0 0 0 0,1 0 0 0 0,0-1 0 0 0,5 12 0 0 0,-5-14-250 0 0,0 1 0 0 0,1-1 0 0 0,0 0 1 0 0,-1 0-1 0 0,1 0 0 0 0,0 0 0 0 0,0-1 0 0 0,1 1 0 0 0,-1-1 0 0 0,0 1 0 0 0,1-1 0 0 0,0 0 0 0 0,-1-1 0 0 0,1 1 1 0 0,0-1-1 0 0,0 1 0 0 0,0-1 0 0 0,0 0 0 0 0,0-1 0 0 0,0 1 0 0 0,0-1 0 0 0,0 0 0 0 0,5 0 0 0 0,1-1 120 0 0,0 0 0 0 0,0-1-1 0 0,0 0 1 0 0,0 0-1 0 0,-1-1 1 0 0,1-1 0 0 0,-1 0-1 0 0,0 0 1 0 0,0 0-1 0 0,14-10 1 0 0,-18 10-170 0 0,-1 1 1 0 0,1-1-1 0 0,-1 0 0 0 0,1 0 1 0 0,-1-1-1 0 0,-1 1 1 0 0,1-1-1 0 0,5-9 0 0 0,-7 11-41 0 0,-1 0 0 0 0,0 0 0 0 0,0 0 1 0 0,0 0-1 0 0,0 0 0 0 0,0 0 0 0 0,-1-1 0 0 0,1 1 0 0 0,-1 0 0 0 0,0 0 0 0 0,0 0 0 0 0,0-1 0 0 0,0 1 0 0 0,-1 0 0 0 0,1 0 0 0 0,-3-6 0 0 0,1 3-6 0 0,-1 1 0 0 0,0-1-1 0 0,-1 1 1 0 0,1 0-1 0 0,-1 0 1 0 0,0 1 0 0 0,0-1-1 0 0,0 1 1 0 0,-1 0 0 0 0,0 0-1 0 0,0 0 1 0 0,0 0-1 0 0,0 1 1 0 0,0 0 0 0 0,-1 0-1 0 0,1 1 1 0 0,-1-1-1 0 0,0 1 1 0 0,1 1 0 0 0,-13-3-1 0 0,11 2-281 0 0,0 0 0 0 0,-1 1 0 0 0,1 0 0 0 0,-1 1 0 0 0,1-1 0 0 0,-1 1 0 0 0,1 1 0 0 0,0 0 0 0 0,-1 0-1 0 0,1 0 1 0 0,0 1 0 0 0,-1 0 0 0 0,1 0 0 0 0,0 1 0 0 0,0 0 0 0 0,-12 7 0 0 0</inkml:trace>
</inkml:ink>
</file>

<file path=ppt/ink/ink2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7:31.82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83 7834 0 0,'0'0'821'0'0,"0"28"2800"0"0,1-13-2914 0 0,0 0-1 0 0,1-1 1 0 0,1 1-1 0 0,0-1 1 0 0,8 21-1 0 0,-10-31-703 0 0,1-1 0 0 0,0 1 0 0 0,0-1 0 0 0,0 1 0 0 0,1-1 0 0 0,-1 0 0 0 0,1 0 0 0 0,-1 0 0 0 0,1 0 0 0 0,0-1 0 0 0,0 1 0 0 0,1-1 0 0 0,-1 1 0 0 0,0-1 0 0 0,1 0 0 0 0,-1 0 0 0 0,1-1 0 0 0,0 1 0 0 0,0-1 0 0 0,-1 0 0 0 0,1 0 0 0 0,0 0 0 0 0,0 0 0 0 0,0-1 0 0 0,6 1 0 0 0,-4-1-140 0 0,-1-1 0 0 0,1 1 0 0 0,-1-1 0 0 0,0 0 0 0 0,1 0 0 0 0,-1 0 0 0 0,0-1 0 0 0,0 0 0 0 0,0 0 0 0 0,0 0 0 0 0,0-1 0 0 0,0 1 0 0 0,0-1 0 0 0,-1 0 0 0 0,0-1 0 0 0,1 1 0 0 0,-1-1 0 0 0,-1 0 0 0 0,1 0 0 0 0,0 0 0 0 0,-1 0 0 0 0,0-1 0 0 0,0 1 0 0 0,3-8 0 0 0,5-10-50 0 0,0-1 0 0 0,-2 0-1 0 0,-1 0 1 0 0,5-25 0 0 0,-10 35 551 0 0,-1 4-84 0 0,-2 6-59 0 0,1 1 0 0 0,-1-1 0 0 0,1 0-1 0 0,-1 0 1 0 0,1 1 0 0 0,0-1 0 0 0,0 1 0 0 0,0-1 0 0 0,0 1 0 0 0,1-1 0 0 0,-1 1 0 0 0,1-1-1 0 0,-1 1 1 0 0,1 0 0 0 0,4-4 0 0 0,-6 6-168 0 0,1 0-1 0 0,-1 1 0 0 0,1-1 1 0 0,-1 0-1 0 0,1 0 1 0 0,-1 0-1 0 0,1 1 0 0 0,-1-1 1 0 0,0 0-1 0 0,1 0 1 0 0,-1 1-1 0 0,0-1 1 0 0,1 0-1 0 0,-1 1 0 0 0,1-1 1 0 0,-1 0-1 0 0,0 1 1 0 0,0-1-1 0 0,1 1 0 0 0,-1-1 1 0 0,0 1-1 0 0,0-1 1 0 0,0 1-1 0 0,1-1 0 0 0,-1 0 1 0 0,0 1-1 0 0,0-1 1 0 0,0 1-1 0 0,0-1 0 0 0,0 1 1 0 0,0-1-1 0 0,0 1 1 0 0,0-1-1 0 0,0 1 1 0 0,0 0-1 0 0,1 20 320 0 0,-1-21-341 0 0,0 3 9 0 0,0 23 364 0 0,1-1 0 0 0,4 28 0 0 0,-4-47-511 0 0,1 1-1 0 0,-1 0 1 0 0,1-1 0 0 0,0 1-1 0 0,1-1 1 0 0,-1 0 0 0 0,1 0-1 0 0,1 0 1 0 0,-1 0 0 0 0,1 0-1 0 0,0-1 1 0 0,0 1 0 0 0,6 4-1 0 0,5 3-1193 0 0</inkml:trace>
</inkml:ink>
</file>

<file path=ppt/ink/ink2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7:32.04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41 24 5065 0 0,'-7'-8'1109'0'0,"-11"-8"5616"0"0,10 20-3724 0 0,3 14-1983 0 0,3-4-726 0 0,2 1 0 0 0,-1-1 0 0 0,2 1 0 0 0,0-1 0 0 0,1 1 0 0 0,0-1 0 0 0,6 17-1 0 0,36 97-277 0 0,-2-29-1835 0 0,-28-66-4463 0 0</inkml:trace>
</inkml:ink>
</file>

<file path=ppt/ink/ink2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7:32.23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1 161 6913 0 0,'4'-10'305'0'0,"-1"4"63"0"0,3-1-296 0 0,0 1-72 0 0,-2 3 0 0 0,2 0 0 0 0,2-2-304 0 0,7-3-81 0 0,7-3-7 0 0,11-5-8 0 0,8-1 560 0 0,2 0 104 0 0,1 1 24 0 0,1 2 9 0 0,-2 2-185 0 0,-3 2-40 0 0</inkml:trace>
</inkml:ink>
</file>

<file path=ppt/ink/ink2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7:33.24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1072 31 2761 0 0,'42'-28'10380'0'0,"-54"27"-5830"0"0,-11-1-2559 0 0,-314 36 899 0 0,-284 47-2815 0 0,611-79-538 0 0,-3 0 598 0 0,0 1-1 0 0,0 1 1 0 0,-14 6 0 0 0,-1 8-2035 0 0,26-16 1289 0 0,0 0 1 0 0,1 0 0 0 0,-1 0 0 0 0,1 0-1 0 0,-1 1 1 0 0,1-1 0 0 0,0 0 0 0 0,0 0-1 0 0,0 1 1 0 0,-1 3 0 0 0</inkml:trace>
</inkml:ink>
</file>

<file path=ppt/ink/ink2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7:33.61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72 1 6913 0 0,'-4'3'8358'0'0,"-2"20"-5301"0"0,0 18-2957 0 0,-44 780 3085 0 0,45-733-3054 0 0,4 0 1 0 0,4 1 0 0 0,4-1 0 0 0,4-1 0 0 0,31 124-1 0 0,-36-189-512 0 0,-1 1-1 0 0,-1 0 0 0 0,-1 1 0 0 0,0 28 0 0 0</inkml:trace>
</inkml:ink>
</file>

<file path=ppt/ink/ink2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7:34.14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48 105 5065 0 0,'-7'-7'866'0'0,"-17"-16"1689"0"0,7 11 2465 0 0,28 13-1325 0 0,16-3-2393 0 0,-10 0-772 0 0,387-36 1980 0 0,-360 30-2856 0 0,-23 3-698 0 0,1 2 0 0 0,-1 0 0 0 0,1 1 0 0 0,29 1 0 0 0,-43 3-859 0 0</inkml:trace>
</inkml:ink>
</file>

<file path=ppt/ink/ink2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7:34.47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66 27 2761 0 0,'-65'-24'11218'0'0,"91"22"-9483"0"0,-16 3-1284 0 0,0 1 0 0 0,0 0-1 0 0,0 1 1 0 0,0 0 0 0 0,0 1 0 0 0,-1 0-1 0 0,1 0 1 0 0,14 10 0 0 0,70 55 724 0 0,-58-41-727 0 0,-10-8-401 0 0,0 1 0 0 0,-1 1 0 0 0,-2 1 0 0 0,0 1 0 0 0,-2 1 0 0 0,0 1 0 0 0,-2 1 1 0 0,-1 1-1 0 0,15 31 0 0 0,-21-39-1630 0 0</inkml:trace>
</inkml:ink>
</file>

<file path=ppt/ink/ink2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7:34.74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208 40 920 0 0,'-3'-40'14725'0'0,"2"40"-14486"0"0,-13 11 2744 0 0,3 5-2495 0 0,1 0 1 0 0,0 0-1 0 0,1 1 1 0 0,-11 32-1 0 0,2-6-258 0 0,-7 9 13 0 0,3 2 0 0 0,2 1-1 0 0,-20 90 1 0 0,38-135-144 0 0,1 0 0 0 0,0 0 0 0 0,1 1 0 0 0,1 15 1 0 0,-1-23-193 0 0,0 0 1 0 0,1 0 0 0 0,-1-1 0 0 0,1 1 0 0 0,0 0 0 0 0,-1 0-1 0 0,1-1 1 0 0,0 1 0 0 0,1-1 0 0 0,-1 1 0 0 0,0-1 0 0 0,1 1-1 0 0,-1-1 1 0 0,1 0 0 0 0,0 1 0 0 0,0-1 0 0 0,0 0-1 0 0,0 0 1 0 0,0-1 0 0 0,0 1 0 0 0,4 2 0 0 0</inkml:trace>
</inkml:ink>
</file>

<file path=ppt/ink/ink2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7:45.99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 7 6913 0 0,'-7'3'-241'0'0,"18"-3"804"0"0,18-3 277 0 0,5-1-270 0 0,0 2-1 0 0,1 2 1 0 0,-1 0 0 0 0,68 12 0 0 0,0-1-660 0 0,-61-9-126 0 0</inkml:trace>
</inkml:ink>
</file>

<file path=ppt/ink/ink2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7:46.46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62 30 6913 0 0,'-61'-30'3755'0'0,"65"33"-3630"0"0,1 0 1 0 0,-1 1-1 0 0,0-1 1 0 0,0 1-1 0 0,-1-1 1 0 0,1 1-1 0 0,-1 0 1 0 0,1 1-1 0 0,-1-1 1 0 0,0 0-1 0 0,-1 1 1 0 0,1 0-1 0 0,2 8 1 0 0,4 10-161 0 0,9 38 0 0 0,-15-47 180 0 0,73 394 681 0 0,-34 3-509 0 0,-41-405-317 0 0,62 972 150 0 0,-52-779-103 0 0,7 18-4 0 0,-12-178 248 0 0,2 0-1 0 0,1-1 0 0 0,21 56 1 0 0,-28-89-204 0 0,0-1 0 0 0,0 1 0 0 0,0 0-1 0 0,1-1 1 0 0,0 0 0 0 0,0 0 0 0 0,0 1 0 0 0,0-2 0 0 0,1 1 0 0 0,-1 0 0 0 0,1-1 0 0 0,0 1 0 0 0,0-1 0 0 0,0 0 0 0 0,6 3 0 0 0,-4-4-22 0 0,-1 0 1 0 0,1 0-1 0 0,0-1 0 0 0,0 0 0 0 0,0 0 0 0 0,-1 0 0 0 0,1 0 0 0 0,0-1 0 0 0,0 0 0 0 0,0-1 0 0 0,0 1 0 0 0,0-1 1 0 0,6-1-1 0 0,25-9-79 0 0,-1-1 0 0 0,-1-1 0 0 0,0-2 0 0 0,35-21 0 0 0,28-11-2142 0 0,-51 27-3356 0 0</inkml:trace>
</inkml:ink>
</file>

<file path=ppt/ink/ink2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7:47.49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64 7 6913 0 0,'-33'-6'1907'0'0,"32"6"-1855"0"0,-1 0 1 0 0,0-1-1 0 0,1 1 0 0 0,-1 0 1 0 0,1 0-1 0 0,-1 1 0 0 0,0-1 1 0 0,1 0-1 0 0,-1 0 0 0 0,1 1 1 0 0,-1-1-1 0 0,1 1 0 0 0,-1 0 1 0 0,1-1-1 0 0,-1 1 0 0 0,1 0 1 0 0,-3 2-1 0 0,4-2-45 0 0,0-1 1 0 0,0 1-1 0 0,0 0 0 0 0,0 0 0 0 0,1 0 1 0 0,-1 0-1 0 0,0 0 0 0 0,1 0 1 0 0,-1-1-1 0 0,0 1 0 0 0,1 0 0 0 0,-1 0 1 0 0,1-1-1 0 0,-1 1 0 0 0,1 0 0 0 0,-1 0 1 0 0,1-1-1 0 0,0 1 0 0 0,-1-1 1 0 0,1 1-1 0 0,0-1 0 0 0,0 1 0 0 0,-1-1 1 0 0,1 1-1 0 0,0-1 0 0 0,0 1 0 0 0,0-1 1 0 0,-1 0-1 0 0,3 1 0 0 0,28 12 196 0 0,-29-12-176 0 0,126 43 1591 0 0,-32-12-1045 0 0,144 70 1 0 0,-221-91-580 0 0,-1 0-1 0 0,-1 1 1 0 0,0 1 0 0 0,-1 1-1 0 0,0 1 1 0 0,-1 0 0 0 0,26 34 0 0 0,-17-16 24 0 0,-2 1 1 0 0,-2 1-1 0 0,21 48 1 0 0,-34-63 273 0 0,-2 0 1 0 0,0 0-1 0 0,-1 0 0 0 0,0 1 1 0 0,-2-1-1 0 0,-1 1 1 0 0,-1 32-1 0 0,-1-25 14 0 0,2 1 1 0 0,1-1-1 0 0,7 31 1 0 0,50 165 2130 0 0,-35-137-1666 0 0,-19-73-610 0 0,1 0-1 0 0,0-1 1 0 0,0 0 0 0 0,2-1-1 0 0,0 0 1 0 0,13 17 0 0 0,-11-16-142 0 0,-1-1 1 0 0,0 2-1 0 0,-1-1 1 0 0,-1 1-1 0 0,7 17 1 0 0,-13-28 32 0 0,0 0 0 0 0,0 1 0 0 0,-1-1 0 0 0,0 0 0 0 0,1 0 0 0 0,-1 0 1 0 0,0 0-1 0 0,-1 1 0 0 0,1-1 0 0 0,0 0 0 0 0,-1 0 0 0 0,0 0 0 0 0,0 0 0 0 0,-2 5 0 0 0,0-2 30 0 0,0 1 0 0 0,0-1-1 0 0,-1 0 1 0 0,0 0 0 0 0,-1 0-1 0 0,-5 5 1 0 0,-6 4 26 0 0,0 0-1 0 0,-1-1 0 0 0,-23 14 1 0 0,-6 0 63 0 0,-79 34 0 0 0,-21 12-2387 0 0,110-53-5304 0 0</inkml:trace>
</inkml:ink>
</file>

<file path=ppt/ink/ink2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8:11.91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26 300 11522 0 0,'-3'-5'708'0'0,"0"0"0"0"0,1 0-1 0 0,0 0 1 0 0,0-1-1 0 0,0 1 1 0 0,-1-10-1 0 0,0 1 350 0 0,-2-20 2086 0 0,5 34-3106 0 0,0 0 0 0 0,0 0 0 0 0,0 0 0 0 0,0-1 0 0 0,0 1 0 0 0,0 0 1 0 0,0 0-1 0 0,0-1 0 0 0,0 1 0 0 0,0 0 0 0 0,0 0 0 0 0,0-1 0 0 0,1 1 0 0 0,-1 0 1 0 0,0 0-1 0 0,0 0 0 0 0,0-1 0 0 0,0 1 0 0 0,0 0 0 0 0,1 0 0 0 0,-1 0 0 0 0,0 0 1 0 0,0-1-1 0 0,0 1 0 0 0,1 0 0 0 0,-1 0 0 0 0,0 0 0 0 0,0 0 0 0 0,0 0 0 0 0,1 0 1 0 0,-1 0-1 0 0,0 0 0 0 0,0 0 0 0 0,1 0 0 0 0,-1-1 0 0 0,0 1 0 0 0,1 0 0 0 0,15 12 275 0 0,-3 2-295 0 0,0 2 1 0 0,-1 0-1 0 0,0 0 1 0 0,14 28 0 0 0,31 78-33 0 0,-38-79 22 0 0,-14-31-7 0 0,17 37 0 0 0,1-1 0 0 0,57 85 0 0 0,-71-120 0 0 0,1-1 0 0 0,0 0 0 0 0,0 0 0 0 0,2-1 0 0 0,-1-1 0 0 0,1 0 0 0 0,1 0 0 0 0,0-1 0 0 0,0-1 0 0 0,1 0 0 0 0,0-1 0 0 0,0-1 0 0 0,1 0 0 0 0,24 7 0 0 0,-36-13 6 0 0,0 1 1 0 0,0 0-1 0 0,0-1 0 0 0,-1 0 1 0 0,1 1-1 0 0,0-1 1 0 0,0 0-1 0 0,0-1 1 0 0,0 1-1 0 0,0 0 0 0 0,-1-1 1 0 0,1 0-1 0 0,0 1 1 0 0,0-1-1 0 0,-1 0 0 0 0,1 0 1 0 0,0-1-1 0 0,-1 1 1 0 0,1 0-1 0 0,2-4 1 0 0,-2 2 30 0 0,0 0 1 0 0,0 0-1 0 0,0-1 1 0 0,-1 1 0 0 0,0-1-1 0 0,1 0 1 0 0,-1 0-1 0 0,-1 0 1 0 0,1 0 0 0 0,-1 0-1 0 0,1 0 1 0 0,0-5-1 0 0,1-11 228 0 0,0-1-1 0 0,-2 1 1 0 0,0-1-1 0 0,-4-30 1 0 0,-32-211 906 0 0,19 169-1155 0 0,-5-123 1 0 0,20 211-69 0 0,1-7-79 0 0,0 0 1 0 0,3-23-1 0 0,-3 34 36 0 0,0-1-1 0 0,1 0 1 0 0,-1 0-1 0 0,0 1 0 0 0,1-1 1 0 0,-1 0-1 0 0,1 1 0 0 0,-1-1 1 0 0,1 1-1 0 0,0-1 0 0 0,-1 1 1 0 0,1-1-1 0 0,0 1 0 0 0,0-1 1 0 0,0 1-1 0 0,0 0 0 0 0,1-1 1 0 0,-1 1-1 0 0,0 0 1 0 0,0 0-1 0 0,1 0 0 0 0,-1 0 1 0 0,1 0-1 0 0,-1 0 0 0 0,1 0 1 0 0,-1 1-1 0 0,1-1 0 0 0,0 0 1 0 0,1 0-1 0 0,9 1-1085 0 0</inkml:trace>
</inkml:ink>
</file>

<file path=ppt/ink/ink2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8:12.17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11522 0 0,'6'4'432'0'0,"0"0"0"0"0,0 1 0 0 0,-1-1-1 0 0,0 1 1 0 0,0 0 0 0 0,0 0 0 0 0,0 1-1 0 0,-1 0 1 0 0,0-1 0 0 0,0 1 0 0 0,0 1 0 0 0,4 8-1 0 0,4 13 946 0 0,14 45 0 0 0,-23-61-1091 0 0,7 21-159 0 0,-8-22-257 0 0,1 0 0 0 0,1 1 0 0 0,0-1 0 0 0,0-1 0 0 0,7 12 0 0 0</inkml:trace>
</inkml:ink>
</file>

<file path=ppt/ink/ink2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8:12.34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32 43 12899 0 0,'-22'-19'1778'0'0,"21"19"-1676"0"0,0 0 0 0 0,1-1 0 0 0,-1 1 0 0 0,0-1 0 0 0,1 0 0 0 0,-1 1 0 0 0,1-1 0 0 0,-1 0 0 0 0,1 1-1 0 0,-1-1 1 0 0,1 0 0 0 0,-1 1 0 0 0,1-1 0 0 0,0 0 0 0 0,-1 0 0 0 0,1 1 0 0 0,0-1 0 0 0,0 0 0 0 0,0 0 0 0 0,-1 0 0 0 0,1 1 0 0 0,0-1 0 0 0,0 0 0 0 0,0 0 0 0 0,0 0 0 0 0,0 0 0 0 0,1 1 0 0 0,-1-1 0 0 0,0 0 0 0 0,0 0 0 0 0,1-1 0 0 0,0 2-173 0 0,-1 0 1 0 0,1 0-1 0 0,-1 1 0 0 0,1-1 1 0 0,0 0-1 0 0,-1 0 1 0 0,1 1-1 0 0,-1-1 0 0 0,1 0 1 0 0,-1 1-1 0 0,1-1 1 0 0,-1 0-1 0 0,1 1 0 0 0,-1-1 1 0 0,1 1-1 0 0,-1-1 1 0 0,1 1-1 0 0,-1-1 0 0 0,0 1 1 0 0,1-1-1 0 0,-1 1 1 0 0,0-1-1 0 0,1 1 0 0 0,-1-1 1 0 0,0 1-1 0 0,0 0 1 0 0,0-1-1 0 0,0 1 0 0 0,1-1 1 0 0,-1 2-1 0 0,9 21-1284 0 0,-4-1 1002 0 0</inkml:trace>
</inkml:ink>
</file>

<file path=ppt/ink/ink2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8:12.74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1 114 6449 0 0,'4'-10'6115'0'0,"-4"10"-5940"0"0,12 7 2063 0 0,7 20-1682 0 0,-7 4-211 0 0,-1 0 0 0 0,7 35 0 0 0,-11-34-78 0 0,3 0 0 0 0,14 35 0 0 0,-24-67-263 0 0,0 0-1 0 0,0 1 0 0 0,0-1 1 0 0,0 0-1 0 0,0 0 1 0 0,0 1-1 0 0,0-1 1 0 0,0 0-1 0 0,0 0 1 0 0,0 1-1 0 0,0-1 0 0 0,1 0 1 0 0,-1 0-1 0 0,0 0 1 0 0,0 1-1 0 0,0-1 1 0 0,0 0-1 0 0,0 0 1 0 0,1 0-1 0 0,-1 1 1 0 0,0-1-1 0 0,0 0 0 0 0,0 0 1 0 0,1 0-1 0 0,-1 0 1 0 0,0 1-1 0 0,0-1 1 0 0,0 0-1 0 0,1 0 1 0 0,-1 0-1 0 0,0 0 0 0 0,0 0 1 0 0,1 0-1 0 0,-1 0 1 0 0,0 0-1 0 0,0 0 1 0 0,1 0-1 0 0,-1 0 1 0 0,0 0-1 0 0,0 0 1 0 0,1 0-1 0 0,-1 0 0 0 0,5-13 139 0 0,-1-30 201 0 0,-4 35-216 0 0,0 4-72 0 0,3-42 436 0 0,1 1-1 0 0,2 0 1 0 0,2 1-1 0 0,16-51 0 0 0,-23 91-415 0 0,1-1-1 0 0,0 1 0 0 0,0 0 0 0 0,0-1 0 0 0,0 1 0 0 0,1 0 0 0 0,0 0 0 0 0,0 1 0 0 0,0-1 0 0 0,0 1 1 0 0,6-6-1 0 0,-7 8-48 0 0,0 0 0 0 0,0 0 0 0 0,-1 0 0 0 0,1 1 0 0 0,0-1 0 0 0,0 1 0 0 0,0-1 0 0 0,0 1 0 0 0,0-1 0 0 0,0 1 0 0 0,0 0 0 0 0,0 0 0 0 0,0 0 0 0 0,0 0 0 0 0,0 1 0 0 0,0-1 0 0 0,0 0 0 0 0,0 1 0 0 0,0-1 0 0 0,0 1 0 0 0,0 0 0 0 0,0 0 0 0 0,0 0 0 0 0,-1 0 0 0 0,1 0 0 0 0,0 0 0 0 0,-1 0 0 0 0,1 0 0 0 0,1 2 0 0 0,20 19 10 0 0,-1 0 0 0 0,-1 1-1 0 0,-1 1 1 0 0,-1 1 0 0 0,19 33 0 0 0,-5-2-1246 0 0,-13-17-4158 0 0,-2-4-1485 0 0</inkml:trace>
</inkml:ink>
</file>

<file path=ppt/ink/ink2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8:13.28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221 601 9218 0 0,'-220'86'6335'0'0,"256"-105"-3912"0"0,31-15-1668 0 0,485-130 1355 0 0,12 39-1274 0 0,-516 114-762 0 0,404-73 353 0 0,-302 58-304 0 0,96-13 56 0 0,66-13 23 0 0,-217 36-134 0 0,-38 7 90 0 0,-1-3 0 0 0,84-27 0 0 0,-131 36-157 0 0,0 0 1 0 0,-1-1 0 0 0,1 0 0 0 0,-1 0-1 0 0,0-1 1 0 0,0 0 0 0 0,-1-1-1 0 0,0 0 1 0 0,12-11 0 0 0,-19 17-23 0 0</inkml:trace>
</inkml:ink>
</file>

<file path=ppt/ink/ink2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7:50.17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55 308 6913 0 0,'-5'-2'604'0'0,"-29"-19"3442"0"0,32 20-3677 0 0,1-1 0 0 0,0 1 0 0 0,-1-1-1 0 0,1 1 1 0 0,0-1 0 0 0,0 0 0 0 0,0 1 0 0 0,0-1 0 0 0,0 0 0 0 0,0 0 0 0 0,1 0 0 0 0,-1 1 0 0 0,1-1-1 0 0,-1 0 1 0 0,1 0 0 0 0,0 0 0 0 0,0 0 0 0 0,-1-2 0 0 0,22 11 5544 0 0,-13-3-5920 0 0,-2 1-1 0 0,1 0 0 0 0,-1 0 1 0 0,1 0-1 0 0,-1 1 0 0 0,-1 0 1 0 0,1 0-1 0 0,7 12 0 0 0,2 0-3 0 0,75 90 0 0 0,35 40-22 0 0,-95-117 26 0 0,2 0 1 0 0,50 37-1 0 0,-65-55 7 0 0,31 21 0 0 0,-44-32 0 0 0,-1 0 0 0 0,1 0 0 0 0,0-1 0 0 0,-1 1 0 0 0,1-1 0 0 0,0 1 0 0 0,0-1 0 0 0,0-1 0 0 0,0 1 0 0 0,0 0 0 0 0,6-1 0 0 0,-8 0 5 0 0,-1-1 0 0 0,1 1-1 0 0,0-1 1 0 0,-1 0 0 0 0,1 1-1 0 0,0-1 1 0 0,-1 0 0 0 0,1 0 0 0 0,-1 0-1 0 0,0 0 1 0 0,1 0 0 0 0,-1 0-1 0 0,0 0 1 0 0,1-1 0 0 0,-1 1-1 0 0,0 0 1 0 0,0-1 0 0 0,0 1 0 0 0,0-1-1 0 0,0 1 1 0 0,0-1 0 0 0,-1 0-1 0 0,1 1 1 0 0,-1-1 0 0 0,1 0 0 0 0,0-2-1 0 0,1-7 48 0 0,0 0 0 0 0,0 0 1 0 0,0-12-1 0 0,-2 15-25 0 0,-5-297 997 0 0,-1 31-1884 0 0,6 269 511 0 0,6-52 187 0 0,4 31-1671 0 0,-9 24 1341 0 0,0 1-1 0 0,0-1 0 0 0,0 1 0 0 0,0 0 0 0 0,0-1 1 0 0,1 1-1 0 0,-1 0 0 0 0,0 0 0 0 0,1 0 0 0 0,-1 0 1 0 0,0 0-1 0 0,3-1 0 0 0</inkml:trace>
</inkml:ink>
</file>

<file path=ppt/ink/ink2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7:50.45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 12899 0 0,'2'6'858'0'0,"1"1"0"0"0,0-1 1 0 0,0 0-1 0 0,0 0 0 0 0,1 0 0 0 0,4 6 1 0 0,0 2-566 0 0,0 1-1 0 0,-1 0 1 0 0,-1 0 0 0 0,0 0 0 0 0,-2 1 0 0 0,1-1-1 0 0,-2 1 1 0 0,0 0 0 0 0,1 22 0 0 0,11 53-641 0 0,-9-78-3769 0 0</inkml:trace>
</inkml:ink>
</file>

<file path=ppt/ink/ink2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7:50.62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29 46 4609 0 0,'-12'-22'135'0'0,"-5"-2"8129"0"0,26 48-8372 0 0,20 28-5925 0 0,-18-38 5367 0 0</inkml:trace>
</inkml:ink>
</file>

<file path=ppt/ink/ink2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7:51.02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64 3225 0 0,'2'0'148'0'0,"-1"0"0"0"0,1 1 1 0 0,-1-1-1 0 0,1 1 0 0 0,-1 0 1 0 0,1-1-1 0 0,-1 1 0 0 0,1 0 1 0 0,-1 0-1 0 0,0 0 0 0 0,1 0 1 0 0,-1 0-1 0 0,0 0 0 0 0,0 0 0 0 0,0 0 1 0 0,0 0-1 0 0,0 1 0 0 0,0-1 1 0 0,0 0-1 0 0,0 1 0 0 0,0 1 1 0 0,18 37 3148 0 0,-15-27-2496 0 0,15 38 944 0 0,-16-40-1536 0 0,0 0-1 0 0,1 0 1 0 0,1 0-1 0 0,0 0 0 0 0,0 0 1 0 0,1-1-1 0 0,0 0 1 0 0,14 16-1 0 0,-20-26-182 0 0,0 0 0 0 0,0 1-1 0 0,0-1 1 0 0,1 0 0 0 0,-1 0 0 0 0,0 1-1 0 0,1-1 1 0 0,-1 0 0 0 0,0 0-1 0 0,0 1 1 0 0,1-1 0 0 0,-1 0 0 0 0,0 0-1 0 0,1 0 1 0 0,-1 0 0 0 0,1 0 0 0 0,-1 1-1 0 0,0-1 1 0 0,1 0 0 0 0,-1 0 0 0 0,0 0-1 0 0,1 0 1 0 0,-1 0 0 0 0,0 0 0 0 0,1 0-1 0 0,-1 0 1 0 0,1 0 0 0 0,-1-1 0 0 0,0 1-1 0 0,1 0 1 0 0,-1 0 0 0 0,0 0 0 0 0,1 0-1 0 0,-1 0 1 0 0,0-1 0 0 0,1 1 0 0 0,8-16 1075 0 0,-1-25 614 0 0,-8 37-1591 0 0,4-22 524 0 0,-1-5-35 0 0,16-58-1 0 0,-17 82-567 0 0,0 1-1 0 0,0-1 1 0 0,1 1-1 0 0,0 0 0 0 0,0 0 1 0 0,0 0-1 0 0,1 0 0 0 0,0 0 1 0 0,0 1-1 0 0,0 0 1 0 0,1 0-1 0 0,-1 0 0 0 0,1 0 1 0 0,10-7-1 0 0,-13 12-23 0 0,0-1-1 0 0,-1 0 1 0 0,1 1 0 0 0,-1 0 0 0 0,1-1-1 0 0,0 1 1 0 0,-1 0 0 0 0,1 0-1 0 0,0 0 1 0 0,-1 0 0 0 0,1 0-1 0 0,0 0 1 0 0,0 0 0 0 0,-1 1 0 0 0,1-1-1 0 0,-1 1 1 0 0,1-1 0 0 0,0 1-1 0 0,-1-1 1 0 0,1 1 0 0 0,-1 0-1 0 0,1 0 1 0 0,-1 0 0 0 0,0 0-1 0 0,1 0 1 0 0,-1 0 0 0 0,0 0 0 0 0,0 0-1 0 0,0 1 1 0 0,1 1 0 0 0,6 5 205 0 0,-1 1 1 0 0,0 1 0 0 0,7 11 0 0 0,-10-13-142 0 0,22 34 92 0 0,29 45 243 0 0,-13-31-3382 0 0,-27-39-4279 0 0</inkml:trace>
</inkml:ink>
</file>

<file path=ppt/ink/ink2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7:51.76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81 124 3225 0 0,'-14'0'2700'0'0,"7"1"-1256"0"0,-1-1 0 0 0,1 0 0 0 0,-1 0 0 0 0,1-1 0 0 0,0 0 0 0 0,0 0 0 0 0,-8-3 0 0 0,16 4-1040 0 0,1 1-1 0 0,0-1 1 0 0,0 0-1 0 0,0 0 1 0 0,-1 0-1 0 0,1 0 1 0 0,0-1-1 0 0,0 1 1 0 0,0 0-1 0 0,-1-1 1 0 0,3 0-1 0 0,47-17-899 0 0,-36 12 827 0 0,147-46-304 0 0,-130 44 4 0 0,0 1 0 0 0,0 2 0 0 0,41-2 0 0 0,135-5 1152 0 0,-212 13-765 0 0</inkml:trace>
</inkml:ink>
</file>

<file path=ppt/ink/ink2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7:55.10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19 202 9218 0 0,'-1'-4'423'0'0,"-1"-1"0"0"0,1 1 0 0 0,0-1 0 0 0,0 0 0 0 0,0 1 0 0 0,1-1 0 0 0,0-9 0 0 0,0 10 42 0 0,0 0 0 0 0,0 0-1 0 0,0-1 1 0 0,-1 1 0 0 0,0 0 0 0 0,1 0 0 0 0,-2 0 0 0 0,1 0 0 0 0,0 0 0 0 0,-4-8 0 0 0,12 27 847 0 0,-2-2-34 0 0,1 0-1 0 0,15 23 1 0 0,108 144-1181 0 0,-79-106-7 0 0,3-1 1 0 0,96 100-1 0 0,-136-161-109 0 0,1 0 0 0 0,0 0 0 0 0,30 18-1 0 0,-40-28 30 0 0,-1 0 0 0 0,1 0 0 0 0,-1 0 0 0 0,1 0-1 0 0,0 0 1 0 0,0-1 0 0 0,0 0 0 0 0,0 0 0 0 0,0 0-1 0 0,0 0 1 0 0,0-1 0 0 0,0 1 0 0 0,0-1 0 0 0,1 0-1 0 0,-1-1 1 0 0,0 1 0 0 0,0-1 0 0 0,0 1 0 0 0,0-1-1 0 0,0 0 1 0 0,0-1 0 0 0,0 1 0 0 0,5-3 0 0 0,-6 2 45 0 0,-1-1 0 0 0,0 1-1 0 0,1 0 1 0 0,-1-1 0 0 0,0 1 0 0 0,-1-1 0 0 0,1 0 0 0 0,0 0 0 0 0,-1 1 0 0 0,1-1 0 0 0,-1 0 0 0 0,0 0 0 0 0,0 0 0 0 0,1-7 0 0 0,6-50 505 0 0,-7 39-407 0 0,21-286 744 0 0,-6 60-763 0 0,-16 239-265 0 0,0 1-135 0 0,1 1 0 0 0,-1-1 1 0 0,1 0-1 0 0,1 1 1 0 0,-1-1-1 0 0,1 1 0 0 0,3-9 1 0 0,1 13-1384 0 0</inkml:trace>
</inkml:ink>
</file>

<file path=ppt/ink/ink2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7:55.55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121 96 1896 0 0,'-60'8'3750'0'0,"0"0"4471"0"0,88-12-4769 0 0,16-11-2520 0 0,-17 5-251 0 0,146-37 2183 0 0,-69 21-1879 0 0,-89 18-737 0 0,-14 6-310 0 0,-7 5-632 0 0,1 0-46 0 0</inkml:trace>
</inkml:ink>
</file>

<file path=ppt/ink/ink2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7:57.19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304 861 4609 0 0,'-75'18'1026'0'0,"40"-8"958"0"0,0-2 0 0 0,0-2 0 0 0,-59 4 0 0 0,64-19 4103 0 0,80 6-6014 0 0,0-3 0 0 0,71-17 1 0 0,-18 3-38 0 0,1213-169 1191 0 0,-973 144-1147 0 0,-133 16 32 0 0,-13 2 197 0 0,176-20 354 0 0,673-60-123 0 0,-6-54-31 0 0,-725 103-373 0 0,232-46 35 0 0,-411 71-158 0 0,-79 17 4 0 0,2 2 0 0 0,89-8 0 0 0,-127 24-366 0 0,-19-1-22 0 0</inkml:trace>
</inkml:ink>
</file>

<file path=ppt/ink/ink2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7:57.80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 46 11058 0 0,'-14'-37'5556'0'0,"11"28"-2658"0"0,13 32-1858 0 0,117 347 822 0 0,-76-206-1789 0 0,-29-93-18 0 0,21 59-56 0 0,-32-101-115 0 0,-6-9-2997 0 0</inkml:trace>
</inkml:ink>
</file>

<file path=ppt/ink/ink2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7:58.21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39 441 5065 0 0,'-9'-24'389'0'0,"2"0"1"0"0,0 0-1 0 0,2-1 0 0 0,-4-35 1 0 0,8 47 88 0 0,1 0 0 0 0,0 0 0 0 0,0 0-1 0 0,1-1 1 0 0,1 1 0 0 0,0 0 0 0 0,1 0 0 0 0,1 1 0 0 0,0-1 0 0 0,6-14 0 0 0,-5 18-130 0 0,1 1 0 0 0,0 1 0 0 0,0-1 0 0 0,0 1 0 0 0,1 0 0 0 0,0 0 0 0 0,0 1 0 0 0,1 0 0 0 0,0 0 0 0 0,0 1 0 0 0,0 0 0 0 0,1 0 0 0 0,13-5 0 0 0,-8 4-45 0 0,0 1 1 0 0,1 0 0 0 0,0 1 0 0 0,0 1 0 0 0,0 0-1 0 0,0 1 1 0 0,30 0 0 0 0,-42 2-261 0 0,0 0 0 0 0,0 0 0 0 0,0 0 0 0 0,0 0 0 0 0,1 1 0 0 0,-1 0 0 0 0,0 0 0 0 0,0 0 0 0 0,0 0 0 0 0,-1 0 0 0 0,1 0 0 0 0,0 1 0 0 0,0-1 0 0 0,-1 1 0 0 0,1 0 0 0 0,0 0 0 0 0,-1 0 0 0 0,0 0 0 0 0,3 3 1 0 0,-3-1-13 0 0,0-1 1 0 0,-1 0 0 0 0,1 1-1 0 0,-1-1 1 0 0,0 1 0 0 0,0-1 0 0 0,0 1-1 0 0,0 0 1 0 0,-1 0 0 0 0,0-1 0 0 0,1 1-1 0 0,-1 0 1 0 0,-1-1 0 0 0,1 1-1 0 0,-2 7 1 0 0,-3 13 133 0 0,-2-1 1 0 0,-1 1-1 0 0,0-2 0 0 0,-2 1 1 0 0,-15 24-1 0 0,12-22-15 0 0,1 0 0 0 0,2 0-1 0 0,-12 41 1 0 0,21-63-132 0 0,0 0 0 0 0,0 0 1 0 0,0 0-1 0 0,1 0 0 0 0,0 1 0 0 0,0-1 0 0 0,0 0 0 0 0,0 0 1 0 0,0 1-1 0 0,0-1 0 0 0,1 0 0 0 0,0 0 0 0 0,-1 0 0 0 0,1 0 1 0 0,0 0-1 0 0,1 0 0 0 0,-1 0 0 0 0,1 0 0 0 0,-1 0 0 0 0,4 4 1 0 0,-2-4 6 0 0,0 0 1 0 0,1-1 0 0 0,-1 1 0 0 0,1-1-1 0 0,-1 1 1 0 0,1-1 0 0 0,0-1 0 0 0,0 1 0 0 0,0 0-1 0 0,0-1 1 0 0,0 0 0 0 0,0 0 0 0 0,7 1-1 0 0,9 0 37 0 0,-1-1-1 0 0,0-1 0 0 0,1-1 0 0 0,-1-1 0 0 0,30-6 1 0 0,-38 6-94 0 0,151-26-762 0 0,-128 24-1287 0 0,42 2 0 0 0,-46 3 705 0 0</inkml:trace>
</inkml:ink>
</file>

<file path=ppt/ink/ink2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7:58.49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8290 0 0,'-1'11'15110'0'0,"15"21"-15412"0"0,1 3 341 0 0,16 66-66 0 0,-21-59-332 0 0,3-1 1 0 0,2 0-1 0 0,30 59 0 0 0,-45-99 71 0 0,8 11-719 0 0</inkml:trace>
</inkml:ink>
</file>

<file path=ppt/ink/ink2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7:58.73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 35 9674 0 0,'-1'-2'306'0'0,"0"1"0"0"0,0 0 1 0 0,0 0-1 0 0,0 0 0 0 0,0 0 0 0 0,0-1 1 0 0,0 1-1 0 0,0 0 0 0 0,-11-23 9757 0 0,17 27-11678 0 0</inkml:trace>
</inkml:ink>
</file>

<file path=ppt/ink/ink2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7:59.35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3 113 12899 0 0,'-3'-5'4626'0'0,"4"5"-4557"0"0,10-11 1900 0 0,15-6-1074 0 0,-18 12-850 0 0,93-44 261 0 0,-88 44-1381 0 0,1 0 1 0 0,0 1-1 0 0,0 1 1 0 0,0 0-1 0 0,25-2 1 0 0,-23 5-4326 0 0</inkml:trace>
</inkml:ink>
</file>

<file path=ppt/ink/ink2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7:59.56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23 160 7370 0 0,'-1'1'-237'0'0,"-21"-1"4692"0"0,29-8-1789 0 0,13-7-1967 0 0,0 1 0 0 0,1 1 0 0 0,1 1-1 0 0,0 1 1 0 0,25-9 0 0 0,4-3-1265 0 0,32-11-461 0 0,-56 24 1009 0 0</inkml:trace>
</inkml:ink>
</file>

<file path=ppt/ink/ink2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8:01.64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134 340 5065 0 0,'-118'-102'6181'0'0,"102"80"2847"0"0,18 26-8831 0 0,14 26-49 0 0,0-1-1 0 0,2-1 1 0 0,1-1 0 0 0,2 0-1 0 0,0-1 1 0 0,32 28 0 0 0,-37-39-103 0 0,1-1-1 0 0,0-1 1 0 0,1 0 0 0 0,1-2 0 0 0,0 0 0 0 0,0-1 0 0 0,1 0-1 0 0,1-2 1 0 0,-1-1 0 0 0,40 10 0 0 0,-58-17-3 0 0,1 1 1 0 0,-1-1-1 0 0,1 1 0 0 0,-1-1 1 0 0,0 0-1 0 0,1 0 0 0 0,-1 0 1 0 0,1 0-1 0 0,-1 0 0 0 0,0 0 1 0 0,1-1-1 0 0,-1 1 0 0 0,1-1 1 0 0,-1 1-1 0 0,0-1 0 0 0,0 0 1 0 0,1 0-1 0 0,-1 0 0 0 0,0-1 1 0 0,4-2-1 0 0,-4 2 22 0 0,-1-1 0 0 0,1 1 0 0 0,-1-1 0 0 0,1 0-1 0 0,-1 0 1 0 0,0 0 0 0 0,0 1 0 0 0,0-1 0 0 0,-1 0 0 0 0,1 0 0 0 0,-1 0 0 0 0,1-1 0 0 0,-1 1-1 0 0,0 0 1 0 0,0 0 0 0 0,-1-4 0 0 0,-2-62 577 0 0,-2-353-578 0 0,5 422-167 0 0,0-1 0 0 0,0 0-1 0 0,0 0 1 0 0,0 0 0 0 0,0 0-1 0 0,0 0 1 0 0,0 0 0 0 0,1 0-1 0 0,-1 0 1 0 0,0 0 0 0 0,1 1-1 0 0,-1-1 1 0 0,1 0 0 0 0,-1 0-1 0 0,1 0 1 0 0,0-1 0 0 0,2 5-683 0 0</inkml:trace>
</inkml:ink>
</file>

<file path=ppt/ink/ink2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8:02.00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1 208 2761 0 0,'1'-5'8580'0'0,"16"-10"-6302"0"0,28-16-766 0 0,139-54 4531 0 0,7 17-3607 0 0,-190 68-2837 0 0,15-3 851 0 0</inkml:trace>
</inkml:ink>
</file>

<file path=ppt/ink/ink2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8:02.73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0 149 3681 0 0,'77'-8'9182'0'0,"15"-11"-5513"0"0,92-34-567 0 0,-110 27-1887 0 0,-48 16-848 0 0,1 0 0 0 0,0 2 1 0 0,37-6-1 0 0,-64 14-404 0 0,0 0 0 0 0,1 0 0 0 0,-1 0 1 0 0,0-1-1 0 0,0 1 0 0 0,1 0 0 0 0,-1 0 0 0 0,0 0 0 0 0,0 0 0 0 0,1 0 0 0 0,-1 0 0 0 0,0 0 0 0 0,0 0 1 0 0,1 0-1 0 0,-1 0 0 0 0,0 0 0 0 0,0 0 0 0 0,1 0 0 0 0,-1 0 0 0 0,0 0 0 0 0,0 0 0 0 0,1 1 0 0 0,-1-1 1 0 0,0 0-1 0 0,0 0 0 0 0,1 0 0 0 0,-1 0 0 0 0,0 0 0 0 0,0 1 0 0 0,0-1 0 0 0,1 0 0 0 0,-1 0 0 0 0,0 0 1 0 0,0 0-1 0 0,0 1 0 0 0,0-1 0 0 0,0 0 0 0 0,1 0 0 0 0,-1 1 0 0 0,0-1 0 0 0,0 0 0 0 0,0 0 1 0 0,0 1-1 0 0,0-1 0 0 0,0 0 0 0 0,0 0 0 0 0,0 1 0 0 0,0-1 0 0 0,0 0 0 0 0,0 1 0 0 0</inkml:trace>
</inkml:ink>
</file>

<file path=ppt/ink/ink2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8:03.91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11 233 11522 0 0,'-2'-7'430'0'0,"-1"-1"0"0"0,1 0 0 0 0,1 0 0 0 0,0 1 0 0 0,0-1 0 0 0,0 0 0 0 0,1 0 0 0 0,1-11-1 0 0,-1-3 690 0 0,0 16-793 0 0,0 0-1 0 0,0 1 0 0 0,1-1 1 0 0,0 0-1 0 0,0 0 0 0 0,0 1 1 0 0,1-1-1 0 0,0 0 1 0 0,0 1-1 0 0,0-1 0 0 0,4-5 1 0 0,-6 10-266 0 0,1-1 1 0 0,0 1 0 0 0,1 0-1 0 0,-1 0 1 0 0,0-1 0 0 0,0 1-1 0 0,0 0 1 0 0,1 0 0 0 0,-1 0 0 0 0,0 0-1 0 0,1 0 1 0 0,-1 1 0 0 0,1-1-1 0 0,-1 0 1 0 0,1 1 0 0 0,0-1-1 0 0,2 0 1 0 0,-2 1-37 0 0,0 0 0 0 0,1 0 0 0 0,-1 0 0 0 0,1 1-1 0 0,-1-1 1 0 0,1 1 0 0 0,-1-1 0 0 0,0 1 0 0 0,1 0 0 0 0,-1 0-1 0 0,0 0 1 0 0,0 0 0 0 0,0 0 0 0 0,0 1 0 0 0,3 1 0 0 0,3 3 8 0 0,0 0 0 0 0,-1 0 0 0 0,0 0 0 0 0,0 1 0 0 0,0 0 0 0 0,-1 1 1 0 0,0 0-1 0 0,-1 0 0 0 0,0 0 0 0 0,0 0 0 0 0,4 11 0 0 0,-15-24 189 0 0,5 5-133 0 0,0-4-29 0 0,0-1-58 0 0,0 0 0 0 0,1 1-1 0 0,-1-1 1 0 0,1 0 0 0 0,0 0-1 0 0,1 0 1 0 0,-1 0 0 0 0,1 0 0 0 0,0 1-1 0 0,0-1 1 0 0,0 0 0 0 0,1 1-1 0 0,-1-1 1 0 0,5-7 0 0 0,-45 4-13 0 0,38 8-47 0 0,-3-1-124 0 0,-31-22 14 0 0,4 0 58 0 0,29 22 81 0 0,0 0 0 0 0,0 1 0 0 0,0-1-1 0 0,0 1 1 0 0,0-1 0 0 0,0 1-1 0 0,0 0 1 0 0,0 0 0 0 0,0 0 0 0 0,0 0-1 0 0,-1 0 1 0 0,-3 1 0 0 0,-2 5-1381 0 0,9-5 1189 0 0,-1 0 0 0 0,0-1 0 0 0,0 1-1 0 0,0 0 1 0 0,1-1 0 0 0,-1 1 0 0 0,0 0 0 0 0,1-1-1 0 0,-1 1 1 0 0,0 0 0 0 0,1-1 0 0 0,-1 1 0 0 0,1-1 0 0 0,-1 1-1 0 0,1-1 1 0 0,-1 1 0 0 0,1-1 0 0 0,-1 1 0 0 0,2 0-1 0 0</inkml:trace>
</inkml:ink>
</file>

<file path=ppt/ink/ink2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8:04.61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66 289 6913 0 0,'-4'-5'747'0'0,"0"1"0"0"0,-1-1-1 0 0,0 1 1 0 0,0 1-1 0 0,0-1 1 0 0,-1 1-1 0 0,1 0 1 0 0,-12-4-1 0 0,7 2 217 0 0,32 40 859 0 0,70 109 621 0 0,-65-96-2140 0 0,46 59 1 0 0,107 84 363 0 0,-64-72 621 0 0,-108-109-1123 0 0,21 20 380 0 0,-28-28-498 0 0,1-1-1 0 0,0 1 0 0 0,0-1 1 0 0,0 1-1 0 0,0-1 0 0 0,0 0 1 0 0,0 0-1 0 0,0 0 0 0 0,0 0 1 0 0,0 0-1 0 0,0 0 0 0 0,1-1 1 0 0,3 2-1 0 0,-5-3-9 0 0,0 1 0 0 0,0-1 0 0 0,0 1 0 0 0,0-1 0 0 0,1 1 1 0 0,-1-1-1 0 0,0 0 0 0 0,0 1 0 0 0,0-1 0 0 0,0 0 0 0 0,0 0 0 0 0,-1 0 0 0 0,1 0 1 0 0,0 0-1 0 0,0 0 0 0 0,-1 0 0 0 0,1 0 0 0 0,0 0 0 0 0,-1 0 0 0 0,1 0 0 0 0,-1 0 0 0 0,1 0 1 0 0,-1-1-1 0 0,0 1 0 0 0,0 0 0 0 0,1 0 0 0 0,-1-3 0 0 0,6-41 410 0 0,-6 36-322 0 0,109-780-1157 0 0,-95 735-241 0 0,-5 33-5217 0 0</inkml:trace>
</inkml:ink>
</file>

<file path=ppt/ink/ink2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8:05.27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40 104 8754 0 0,'-2'-5'883'0'0,"1"0"-150"0"0,0 1 0 0 0,-1 0 0 0 0,1 0 0 0 0,-1 0 0 0 0,0 0 0 0 0,0 0 0 0 0,0 0-1 0 0,-1 0 1 0 0,1 1 0 0 0,-1-1 0 0 0,-6-5 0 0 0,9 9-669 0 0,-1 0-1 0 0,1 0 1 0 0,0 0-1 0 0,-1 1 1 0 0,1-1-1 0 0,-1 0 1 0 0,1 0-1 0 0,0 1 1 0 0,-1-1 0 0 0,1 0-1 0 0,0 1 1 0 0,-1-1-1 0 0,1 0 1 0 0,0 1-1 0 0,0-1 1 0 0,-1 0 0 0 0,1 1-1 0 0,0-1 1 0 0,0 0-1 0 0,0 1 1 0 0,-1-1-1 0 0,1 1 1 0 0,0-1 0 0 0,0 1-1 0 0,0-1 1 0 0,0 0-1 0 0,0 1 1 0 0,0-1-1 0 0,0 1 1 0 0,0-1 0 0 0,0 1-1 0 0,0-1 1 0 0,0 1-1 0 0,0-1 1 0 0,0 0-1 0 0,0 1 1 0 0,1-1 0 0 0,-1 1-1 0 0,0 22 107 0 0,0-23-124 0 0,2 34-17 0 0,1-1 0 0 0,2 0-1 0 0,11 44 1 0 0,-12-65-25 0 0,-1-1 1 0 0,1 1-1 0 0,1-1 1 0 0,0 0-1 0 0,0 0 1 0 0,1 0-1 0 0,1-1 1 0 0,0 0-1 0 0,0 0 1 0 0,1 0 0 0 0,0-1-1 0 0,15 12 1 0 0,-18-17 18 0 0,0-1 1 0 0,0 0 0 0 0,0-1 0 0 0,1 1 0 0 0,-1-1 0 0 0,1 0 0 0 0,-1-1-1 0 0,1 1 1 0 0,0-1 0 0 0,-1 0 0 0 0,1-1 0 0 0,0 1 0 0 0,0-1 0 0 0,0 0-1 0 0,-1-1 1 0 0,1 1 0 0 0,0-1 0 0 0,0 0 0 0 0,-1-1 0 0 0,1 1 0 0 0,-1-1 0 0 0,1 0-1 0 0,-1 0 1 0 0,0-1 0 0 0,0 0 0 0 0,0 0 0 0 0,6-4 0 0 0,-5 3 6 0 0,-1 0 1 0 0,1 0-1 0 0,-1-1 0 0 0,0 0 1 0 0,0 0-1 0 0,0 0 1 0 0,-1-1-1 0 0,0 1 1 0 0,0-1-1 0 0,0 0 1 0 0,-1 0-1 0 0,0-1 0 0 0,0 1 1 0 0,0-1-1 0 0,-1 1 1 0 0,0-1-1 0 0,0 0 1 0 0,-1 0-1 0 0,0 0 1 0 0,0 0-1 0 0,-1 0 0 0 0,0-8 1 0 0,-2 0 52 0 0,-1 1 1 0 0,-1-1 0 0 0,0 1-1 0 0,-1 0 1 0 0,0 0-1 0 0,-1 1 1 0 0,-1-1-1 0 0,0 2 1 0 0,-16-23 0 0 0,15 25-291 0 0,-1-1 0 0 0,0 2 1 0 0,-1-1-1 0 0,-17-13 0 0 0,20 17-617 0 0,-1 2-1 0 0,1-1 0 0 0,-1 1 1 0 0,0 0-1 0 0,0 1 0 0 0,-1-1 1 0 0,-13-2-1 0 0,6 4-6007 0 0</inkml:trace>
</inkml:ink>
</file>

<file path=ppt/ink/ink2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8:06.22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 32 10594 0 0,'-14'-31'5387'0'0,"19"49"-4252"0"0,11 53-528 0 0,-11-43 58 0 0,14 46 1 0 0,-17-67-604 0 0,1 0-1 0 0,0-1 0 0 0,0 1 0 0 0,0-1 0 0 0,1 1 0 0 0,0-1 0 0 0,0-1 1 0 0,1 1-1 0 0,-1 0 0 0 0,1-1 0 0 0,9 7 0 0 0,-12-10-64 0 0,-1-1 1 0 0,1 0-1 0 0,0 1 0 0 0,0-1 0 0 0,0 0 0 0 0,0 0 1 0 0,1 0-1 0 0,-1 0 0 0 0,0 0 0 0 0,0-1 0 0 0,0 1 0 0 0,1-1 1 0 0,-1 1-1 0 0,0-1 0 0 0,1 0 0 0 0,-1 0 0 0 0,0 0 1 0 0,1 0-1 0 0,-1 0 0 0 0,0-1 0 0 0,3 0 0 0 0,-1 0-7 0 0,-1-1 0 0 0,0 0 0 0 0,0 1 0 0 0,-1-1-1 0 0,1 0 1 0 0,0-1 0 0 0,-1 1 0 0 0,1 0 0 0 0,-1-1-1 0 0,1 1 1 0 0,-1-1 0 0 0,3-5 0 0 0,2-3-12 0 0,-2 0-1 0 0,0-1 1 0 0,0 0 0 0 0,-1 1-1 0 0,0-1 1 0 0,4-22-1 0 0,-4-5 288 0 0,-3 26-147 0 0,0 0 1 0 0,1 1 0 0 0,0-1-1 0 0,1 1 1 0 0,1-1 0 0 0,4-11-1 0 0,-7 35 212 0 0,1 0 0 0 0,0 0 0 0 0,4 13-1 0 0,-4-15-312 0 0,0-1 0 0 0,1 0 0 0 0,-1-1 0 0 0,2 1 0 0 0,-1 0 0 0 0,1-1 0 0 0,1 0 0 0 0,-1 0 0 0 0,1 0 0 0 0,0 0 0 0 0,1-1 0 0 0,-1 0 0 0 0,8 6 0 0 0,-7-8-432 0 0,-1 0 0 0 0,1 0 0 0 0,0-1 1 0 0,0 0-1 0 0,0 0 0 0 0,9 2 0 0 0</inkml:trace>
</inkml:ink>
</file>

<file path=ppt/ink/ink2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8:06.44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28 6449 0 0,'9'-28'9246'0'0,"-5"43"-7313"0"0,10 78 1344 0 0,-4-25-2629 0 0,32 122 0 0 0,31 43-6189 0 0,-65-212 5525 0 0</inkml:trace>
</inkml:ink>
</file>

<file path=ppt/ink/ink2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8:06.67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0 223 6449 0 0,'3'-2'329'0'0,"1"-1"0"0"0,-1 1-1 0 0,1 0 1 0 0,0 0 0 0 0,-1 0-1 0 0,9-2 1 0 0,94-35 4054 0 0,129-30 0 0 0,-69 22-2832 0 0,-15 3-3328 0 0,-123 38-4455 0 0</inkml:trace>
</inkml:ink>
</file>

<file path=ppt/ink/ink2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8:07.51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1 894 9674 0 0,'26'-4'3617'0'0,"23"-11"-2413"0"0,-13 5-608 0 0,430-91 2013 0 0,-245 60-2356 0 0,41-7-55 0 0,697-93 1370 0 0,263-22 166 0 0,385-63-678 0 0,-988 133-996 0 0,-507 78-56 0 0,-25 1-5 0 0,-33 5-119 0 0,97-5-1 0 0,-135 15-317 0 0</inkml:trace>
</inkml:ink>
</file>

<file path=ppt/ink/ink2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8:08.00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 91 4609 0 0,'-1'-5'725'0'0,"0"0"-1"0"0,0-1 1 0 0,0 1 0 0 0,1-1-1 0 0,0 1 1 0 0,0 0 0 0 0,0-1 0 0 0,1 1-1 0 0,0-1 1 0 0,2-8 0 0 0,-3 13-481 0 0,1-1 1 0 0,-1 1 0 0 0,1 0 0 0 0,-1-1 0 0 0,1 1-1 0 0,0 0 1 0 0,-1 0 0 0 0,1 0 0 0 0,0-1-1 0 0,0 1 1 0 0,0 0 0 0 0,0 0 0 0 0,0 0-1 0 0,0 0 1 0 0,0 1 0 0 0,0-1 0 0 0,0 0-1 0 0,2-1 1 0 0,-1 2-86 0 0,-1 0 0 0 0,1 0 0 0 0,-1 0 0 0 0,1 0 0 0 0,0 0 0 0 0,-1 0 0 0 0,1 0 0 0 0,-1 0 0 0 0,1 1 0 0 0,-1-1 0 0 0,1 0 0 0 0,-1 1 0 0 0,0-1 0 0 0,1 1 0 0 0,-1 0 0 0 0,1 0 0 0 0,-1-1 0 0 0,0 1 0 0 0,0 0 0 0 0,1 0-1 0 0,0 1 1 0 0,9 8 54 0 0,-1 0 1 0 0,0 0-1 0 0,-1 1 0 0 0,0 0 0 0 0,-1 0 0 0 0,0 1 0 0 0,-1 0 0 0 0,0 1 0 0 0,10 25 0 0 0,1 13-284 0 0,15 65 1 0 0,-25-84 130 0 0,33 111 39 0 0,-18-84-4381 0 0</inkml:trace>
</inkml:ink>
</file>

<file path=ppt/ink/ink2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8:08.40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39 254 1840 0 0,'-5'-8'291'0'0,"0"1"0"0"0,1-1 1 0 0,0 0-1 0 0,0 0 0 0 0,1 0 0 0 0,0 0 0 0 0,0-1 0 0 0,1 1 0 0 0,0-1 0 0 0,1 1 0 0 0,0-1 0 0 0,0 0 0 0 0,1 0 0 0 0,0 0 0 0 0,0 1 0 0 0,3-11 0 0 0,-3 16-92 0 0,1 0 1 0 0,0 0-1 0 0,0 0 0 0 0,0 0 1 0 0,1 0-1 0 0,-1 0 0 0 0,1 0 1 0 0,-1 1-1 0 0,1-1 0 0 0,0 1 1 0 0,0-1-1 0 0,0 1 0 0 0,1 0 1 0 0,-1 0-1 0 0,0 0 0 0 0,1 0 1 0 0,0 0-1 0 0,-1 0 0 0 0,1 1 1 0 0,4-2-1 0 0,8-4 329 0 0,0 1 0 0 0,27-8 0 0 0,-20 8-1 0 0,-11 2-239 0 0,1 1-1 0 0,0 0 0 0 0,0 0 0 0 0,0 2 0 0 0,1-1 0 0 0,-1 1 0 0 0,19 2 0 0 0,-27-1-216 0 0,-1 1-1 0 0,1-1 1 0 0,0 1 0 0 0,0 0 0 0 0,0 0 0 0 0,-1 1 0 0 0,1-1-1 0 0,-1 1 1 0 0,1 0 0 0 0,-1 0 0 0 0,1 0 0 0 0,-1 0 0 0 0,0 0-1 0 0,0 1 1 0 0,0-1 0 0 0,0 1 0 0 0,-1 0 0 0 0,1 0 0 0 0,-1 0-1 0 0,0 0 1 0 0,0 1 0 0 0,0-1 0 0 0,0 1 0 0 0,0-1 0 0 0,-1 1-1 0 0,1-1 1 0 0,0 7 0 0 0,1 0 45 0 0,-1 0-1 0 0,0 0 1 0 0,-1 0-1 0 0,0 1 1 0 0,-1-1-1 0 0,0 1 1 0 0,-1-1 0 0 0,0 0-1 0 0,0 1 1 0 0,-1-1-1 0 0,-1 0 1 0 0,-5 15-1 0 0,-3 0 304 0 0,0 0-1 0 0,-2-2 0 0 0,-26 38 0 0 0,27-44-26 0 0,-19 30 480 0 0,29-43-746 0 0,0-1-1 0 0,1 1 0 0 0,-1-1 1 0 0,1 1-1 0 0,0 0 1 0 0,0-1-1 0 0,0 1 0 0 0,1 0 1 0 0,-1 0-1 0 0,1-1 1 0 0,0 9-1 0 0,1-11-129 0 0,-1 0 0 0 0,1 0 0 0 0,0 0 0 0 0,-1 0 0 0 0,1 0 0 0 0,0 0 0 0 0,0 0 0 0 0,-1 0 0 0 0,1 0 0 0 0,0 0 0 0 0,0-1-1 0 0,0 1 1 0 0,0 0 0 0 0,0-1 0 0 0,0 1 0 0 0,1 0 0 0 0,-1-1 0 0 0,0 0 0 0 0,0 1 0 0 0,0-1 0 0 0,0 0 0 0 0,1 1 0 0 0,-1-1 0 0 0,0 0 0 0 0,0 0 0 0 0,1 0 0 0 0,-1 0 0 0 0,0 0 0 0 0,2 0 0 0 0,43-4 385 0 0,-41 4-441 0 0,122-22-1529 0 0,-86 14-4192 0 0,-11 2-1164 0 0</inkml:trace>
</inkml:ink>
</file>

<file path=ppt/ink/ink2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8:08.70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125 84 4033 0 0,'-8'-25'35'0'0,"5"19"965"0"0,1-1-1 0 0,-1 1 0 0 0,-1 1 0 0 0,-7-12 1 0 0,11 16-777 0 0,-1-1 0 0 0,0 1 0 0 0,0 0-1 0 0,0 0 1 0 0,0 0 0 0 0,0 0 0 0 0,-1 0 0 0 0,1 0 0 0 0,0 0 0 0 0,0 0 0 0 0,-1 0 0 0 0,1 0 0 0 0,0 1 0 0 0,-1-1-1 0 0,1 1 1 0 0,-1-1 0 0 0,1 1 0 0 0,-1-1 0 0 0,1 1 0 0 0,-1 0 0 0 0,1 0 0 0 0,-1-1 0 0 0,1 1 0 0 0,-1 0 0 0 0,1 1 0 0 0,-1-1-1 0 0,0 0 1 0 0,1 0 0 0 0,-1 1 0 0 0,1-1 0 0 0,0 1 0 0 0,-1-1 0 0 0,1 1 0 0 0,-1 0 0 0 0,1-1 0 0 0,0 1 0 0 0,-1 0-1 0 0,1 0 1 0 0,0 0 0 0 0,0 0 0 0 0,0 0 0 0 0,0 0 0 0 0,0 0 0 0 0,0 0 0 0 0,-2 3 0 0 0,-1 1-33 0 0,0 1 0 0 0,1 0 1 0 0,0 0-1 0 0,-1 0 0 0 0,2 0 1 0 0,-1 1-1 0 0,1-1 0 0 0,0 1 1 0 0,0-1-1 0 0,1 1 0 0 0,0 0 1 0 0,0 0-1 0 0,1 0 0 0 0,0 9 1 0 0,0 6-95 0 0,2 0-1 0 0,1-1 1 0 0,6 27 0 0 0,-1-19-85 0 0,2-1 1 0 0,1 0 0 0 0,1 0-1 0 0,1-2 1 0 0,1 1-1 0 0,2-2 1 0 0,0 0 0 0 0,2 0-1 0 0,1-2 1 0 0,0 0-1 0 0,2-2 1 0 0,33 28 0 0 0,-39-36-146 0 0,-4-5-528 0 0,-1 1 1 0 0,0 0-1 0 0,-1 1 1 0 0,0 0 0 0 0,13 18-1 0 0,-17-16-563 0 0</inkml:trace>
</inkml:ink>
</file>

<file path=ppt/ink/ink2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8:08.91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0 345 9218 0 0,'1'-3'108'0'0,"-1"1"1"0"0,1-1-1 0 0,0 1 0 0 0,-1-1 0 0 0,1 1 1 0 0,0-1-1 0 0,0 1 0 0 0,1 0 1 0 0,-1 0-1 0 0,0-1 0 0 0,1 1 1 0 0,-1 0-1 0 0,1 0 0 0 0,0 0 0 0 0,2-2 1 0 0,37-29 1734 0 0,-24 21-1246 0 0,46-38 2821 0 0,89-53 1 0 0,-119 84-3527 0 0,0 1 1 0 0,1 2-1 0 0,1 1 0 0 0,73-20 1 0 0,-88 30-6972 0 0</inkml:trace>
</inkml:ink>
</file>

<file path=ppt/ink/ink2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8:15.53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1117 99 5985 0 0,'6'-17'1607'0'0,"0"-1"-1"0"0,-2 0 0 0 0,4-28 1 0 0,-23 86 1581 0 0,3-12-2698 0 0,-532 1294 57 0 0,305-767-1321 0 0,108-240 347 0 0,112-271 140 0 0,-37 62 0 0 0,45-89-131 0 0,0 0-1 0 0,-1-1 1 0 0,-1-1-1 0 0,-1 0 1 0 0,0-1-1 0 0,-21 17 1 0 0,21-22-3952 0 0</inkml:trace>
</inkml:ink>
</file>

<file path=ppt/ink/ink2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8:15.95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463 0 3225 0 0,'-45'32'366'0'0,"0"-3"0"0"0,-72 35 0 0 0,69-39 1364 0 0,1 1 1 0 0,-63 48-1 0 0,109-73-1610 0 0,-30 26 1258 0 0,29-25-1240 0 0,1-1 1 0 0,-1 1-1 0 0,1 0 1 0 0,-1 0-1 0 0,1 0 1 0 0,-1 0-1 0 0,1 0 1 0 0,0 0-1 0 0,0 0 1 0 0,0 0-1 0 0,0 1 1 0 0,1-1-1 0 0,-1 0 1 0 0,0 3-1 0 0,1-5-112 0 0,0 1-1 0 0,0-1 0 0 0,0 1 1 0 0,0-1-1 0 0,0 0 0 0 0,0 1 0 0 0,0-1 1 0 0,0 0-1 0 0,0 1 0 0 0,1-1 0 0 0,-1 0 1 0 0,0 1-1 0 0,0-1 0 0 0,0 0 1 0 0,0 1-1 0 0,1-1 0 0 0,-1 0 0 0 0,0 0 1 0 0,0 1-1 0 0,1-1 0 0 0,-1 0 1 0 0,0 0-1 0 0,0 1 0 0 0,1-1 0 0 0,-1 0 1 0 0,0 0-1 0 0,1 0 0 0 0,-1 0 0 0 0,0 1 1 0 0,1-1-1 0 0,-1 0 0 0 0,0 0 1 0 0,1 0-1 0 0,0 0 0 0 0,17-2 358 0 0,14-12-56 0 0,-32 14-301 0 0,22-13 251 0 0,-2 0 1 0 0,1-1 0 0 0,-2-1-1 0 0,30-30 1 0 0,-24 21 432 0 0,40-28-1 0 0,-63 51-660 0 0,-1 0 0 0 0,1 0-1 0 0,-1 0 1 0 0,1 0 0 0 0,0 0-1 0 0,-1 0 1 0 0,1 0 0 0 0,0 1 0 0 0,0-1-1 0 0,0 1 1 0 0,-1-1 0 0 0,1 1 0 0 0,0 0-1 0 0,0 0 1 0 0,0 0 0 0 0,0 0 0 0 0,0 0-1 0 0,0 0 1 0 0,-1 0 0 0 0,1 1-1 0 0,0-1 1 0 0,0 1 0 0 0,0-1 0 0 0,-1 1-1 0 0,1 0 1 0 0,0-1 0 0 0,0 1 0 0 0,-1 0-1 0 0,1 0 1 0 0,-1 0 0 0 0,1 1-1 0 0,-1-1 1 0 0,1 0 0 0 0,-1 0 0 0 0,0 1-1 0 0,0-1 1 0 0,0 1 0 0 0,0-1 0 0 0,0 1-1 0 0,2 2 1 0 0,4 9 160 0 0,-1 0-1 0 0,0 1 1 0 0,0 0-1 0 0,4 19 1 0 0,-2-9-8 0 0,51 121 103 0 0,-24-86-6260 0 0,-16-32-541 0 0</inkml:trace>
</inkml:ink>
</file>

<file path=ppt/ink/ink2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8:17.45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108 340 5065 0 0,'-1'-11'719'0'0,"-2"0"0"0"0,1-1 0 0 0,-1 1 0 0 0,-1 0 0 0 0,0 1 0 0 0,-7-16 0 0 0,9 23-420 0 0,1 0 1 0 0,-1-1 0 0 0,0 1-1 0 0,-1 0 1 0 0,1 0 0 0 0,0 0-1 0 0,-1 0 1 0 0,0 1 0 0 0,1-1 0 0 0,-1 1-1 0 0,0-1 1 0 0,0 1 0 0 0,-1 0-1 0 0,1 0 1 0 0,0 1 0 0 0,-1-1-1 0 0,1 1 1 0 0,-1-1 0 0 0,1 1 0 0 0,-1 0-1 0 0,0 0 1 0 0,1 1 0 0 0,-6-1-1 0 0,12 0-72 0 0,-1 0-1 0 0,0 0 0 0 0,1 0 1 0 0,-1 0-1 0 0,0-1 0 0 0,1 1 0 0 0,-1-1 1 0 0,0 1-1 0 0,0-1 0 0 0,0 0 1 0 0,0 0-1 0 0,-1 0 0 0 0,1 0 1 0 0,0 0-1 0 0,2-5 0 0 0,-1 4-188 0 0,-1-1-1 0 0,0 0 0 0 0,0 0 1 0 0,0 0-1 0 0,0 0 0 0 0,0 0 1 0 0,-1 0-1 0 0,1 0 0 0 0,0-6 1 0 0,-2 8 62 0 0,0 1-7 0 0,-2 0-53 0 0,0 0 0 0 0,1 0 0 0 0,-1 0 0 0 0,1-1 0 0 0,-1 1 0 0 0,1 0-1 0 0,0-1 1 0 0,-1 1 0 0 0,1-1 0 0 0,0 0 0 0 0,0 1 0 0 0,0-1 0 0 0,-1-2 0 0 0,-1-1-30 0 0,3 5 33 0 0,0 0-76 0 0,0 0 1 0 0,1 0-1 0 0,-1 0 0 0 0,0 0 1 0 0,0 0-1 0 0,1 0 0 0 0,-1 0 1 0 0,0 0-1 0 0,0 0 0 0 0,0 0 1 0 0,1-1-1 0 0,-1 1 0 0 0,0 0 1 0 0,0 0-1 0 0,0 0 0 0 0,1 0 0 0 0,-1 0 1 0 0,0-1-1 0 0,0 1 0 0 0,0 0 1 0 0,0 0-1 0 0,0 0 0 0 0,0-1 1 0 0,1 1-1 0 0,-1 0 0 0 0,0 0 1 0 0,0 0-1 0 0,0-1 0 0 0,0 1 1 0 0,0 0-1 0 0,0 0 0 0 0,0 0 1 0 0,0-1-1 0 0,0 1 0 0 0,0 0 1 0 0,0 0-1 0 0,0-1 0 0 0,0 1 1 0 0,0 0-1 0 0,0 0 0 0 0,0-1 0 0 0,0 1 1 0 0,0 0-1 0 0,0 0 0 0 0,0 0 1 0 0,-1-1-1 0 0,1 1 0 0 0,0 0 1 0 0,0 0-1 0 0,0 0 0 0 0,0 0 1 0 0,0-1-1 0 0,-1 1 0 0 0,1 0 1 0 0,0 0-1 0 0,0 0 0 0 0,0 0 1 0 0,0 0-1 0 0,-1-1 0 0 0,1 1 1 0 0,0 0-1 0 0,-5-14 461 0 0,0-23 888 0 0,5 35-1316 0 0,-1 0 0 0 0,1 0 0 0 0,-1 1-1 0 0,1-1 1 0 0,-1 0 0 0 0,1 0 0 0 0,-1 0 0 0 0,0 1-1 0 0,0-1 1 0 0,0 0 0 0 0,0 1 0 0 0,0-1-1 0 0,0 0 1 0 0,-1 1 0 0 0,1 0 0 0 0,-2-2 0 0 0,2 3 0 0 0,1 0 0 0 0,-1 0 0 0 0,1 0 0 0 0,-1 0 0 0 0,1 0 0 0 0,-1 0 0 0 0,1 0 0 0 0,-1 1 0 0 0,1-1 0 0 0,-1 0 0 0 0,1 0 0 0 0,-1 1 0 0 0,1-1 0 0 0,-1 0 0 0 0,1 1 0 0 0,0-1 0 0 0,-1 0 0 0 0,1 1 0 0 0,0-1 0 0 0,-1 0 0 0 0,1 1 0 0 0,0-1 0 0 0,-1 1 0 0 0,1-1 0 0 0,0 1 0 0 0,0-1 0 0 0,0 1 0 0 0,-1-1 0 0 0,1 1 0 0 0,0-1 0 0 0,0 1 0 0 0,0-1 0 0 0,0 1 0 0 0,0-1 0 0 0,0 1 0 0 0,0-1 0 0 0,0 2 0 0 0,-2 20 0 0 0,3 33-61 0 0,15 100 1 0 0,-12-129 35 0 0,2 0 0 0 0,0 0 1 0 0,2-1-1 0 0,1 0 0 0 0,24 46 0 0 0,-29-63-14 0 0,1 1-1 0 0,1-1 1 0 0,0-1-1 0 0,0 1 1 0 0,0-1 0 0 0,1 0-1 0 0,0 0 1 0 0,1 0-1 0 0,-1-1 1 0 0,1-1-1 0 0,17 10 1 0 0,-20-13 20 0 0,0 0 0 0 0,0 0 0 0 0,1 0 0 0 0,-1-1 0 0 0,0 0-1 0 0,1 0 1 0 0,-1-1 0 0 0,0 0 0 0 0,1 0 0 0 0,-1 0 0 0 0,0 0 0 0 0,1-1 0 0 0,-1 0 0 0 0,0 0 0 0 0,1 0 0 0 0,-1-1 0 0 0,0 1 0 0 0,0-1 0 0 0,0-1 0 0 0,0 1 0 0 0,-1-1 0 0 0,1 1-1 0 0,4-5 1 0 0,-1 1 65 0 0,-1 1 0 0 0,0-1 0 0 0,0-1 0 0 0,-1 1 0 0 0,0-1 0 0 0,0 0 0 0 0,0-1 0 0 0,-1 1 0 0 0,0-1 0 0 0,-1 0 1 0 0,0 0-1 0 0,0-1 0 0 0,-1 1 0 0 0,0-1 0 0 0,0 0 0 0 0,-1 0 0 0 0,0 0 0 0 0,0 0 0 0 0,-1 0 0 0 0,-1 0 0 0 0,0-16 0 0 0,-1 11 26 0 0,-1 0 0 0 0,0 0 1 0 0,-1 0-1 0 0,-1 0 0 0 0,0 1 0 0 0,-1-1 1 0 0,0 1-1 0 0,-1 0 0 0 0,0 1 1 0 0,-1-1-1 0 0,-1 1 0 0 0,0 1 1 0 0,-14-17-1 0 0,2 7-1 0 0,-28-25-1 0 0,39 38-404 0 0,1 2-1 0 0,-1-1 1 0 0,0 1-1 0 0,-1 1 1 0 0,0 0-1 0 0,-17-7 0 0 0,6 8-7026 0 0</inkml:trace>
</inkml:ink>
</file>

<file path=ppt/ink/ink2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8:18.11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852 89 11522 0 0,'28'-71'2922'0'0,"-20"53"-100"0"0,-632 1565-929 0 0,473-1158-2103 0 0,119-290-641 0 0,-39 203-1 0 0,66-259-919 0 0,1-2-3910 0 0</inkml:trace>
</inkml:ink>
</file>

<file path=ppt/ink/ink2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8:18.52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357 39 920 0 0,'27'-36'131'0'0,"-28"36"-34"0"0,1-1 1 0 0,-1 1-1 0 0,0 0 1 0 0,1-1-1 0 0,-1 1 0 0 0,0 0 1 0 0,0 0-1 0 0,1 0 1 0 0,-1-1-1 0 0,0 1 0 0 0,1 0 1 0 0,-1 0-1 0 0,0 0 1 0 0,0 0-1 0 0,1 0 0 0 0,-1 0 1 0 0,0 1-1 0 0,0-1 1 0 0,1 0-1 0 0,-1 0 1 0 0,0 0-1 0 0,-1 1 0 0 0,-18 12 1004 0 0,1 0-1 0 0,-1 1 0 0 0,2 1 1 0 0,-31 33-1 0 0,14-14-126 0 0,-158 158 971 0 0,182-177-1881 0 0,19-19 346 0 0,25-22 223 0 0,43-56-454 0 0,-56 59-130 0 0,0 0 0 0 0,2 1 0 0 0,0 2 0 0 0,47-34 0 0 0,-67 53 7 0 0,0-1 1 0 0,0 1-1 0 0,0 0 0 0 0,0 0 1 0 0,0 0-1 0 0,0 0 1 0 0,1 0-1 0 0,-1 0 0 0 0,0 1 1 0 0,1-1-1 0 0,-1 1 1 0 0,0-1-1 0 0,1 1 0 0 0,-1 0 1 0 0,1 0-1 0 0,-1 0 1 0 0,0 1-1 0 0,1-1 0 0 0,-1 0 1 0 0,1 1-1 0 0,-1-1 1 0 0,0 1-1 0 0,0 0 0 0 0,1 0 1 0 0,2 2-1 0 0,-1 0 83 0 0,0 1-1 0 0,0-1 1 0 0,0 1-1 0 0,-1 0 1 0 0,0 0-1 0 0,0 1 1 0 0,0-1-1 0 0,0 0 1 0 0,-1 1-1 0 0,1 0 1 0 0,1 5-1 0 0,46 130 373 0 0,-39-114-1222 0 0</inkml:trace>
</inkml:ink>
</file>

<file path=ppt/ink/ink2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8:18.89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85 44 7370 0 0,'-2'-1'103'0'0,"1"0"0"0"0,-1 0 0 0 0,0 1 0 0 0,0-1 1 0 0,0 1-1 0 0,1-1 0 0 0,-1 1 0 0 0,0 0 0 0 0,0-1 1 0 0,0 1-1 0 0,0 0 0 0 0,0 1 0 0 0,0-1 1 0 0,0 0-1 0 0,0 0 0 0 0,1 1 0 0 0,-1-1 0 0 0,0 1 1 0 0,0 0-1 0 0,0-1 0 0 0,1 1 0 0 0,-4 2 0 0 0,2-1 64 0 0,1 0-1 0 0,-1 1 1 0 0,1 0-1 0 0,0-1 1 0 0,0 1-1 0 0,0 0 1 0 0,0 0-1 0 0,0 0 1 0 0,1 0-1 0 0,-1 0 1 0 0,-1 6-1 0 0,-1 3 130 0 0,1 0 1 0 0,1 0-1 0 0,0 1 1 0 0,1-1-1 0 0,0 0 1 0 0,1 16-1 0 0,2-14-193 0 0,0 0-1 0 0,0-1 0 0 0,2 0 1 0 0,-1 1-1 0 0,2-1 0 0 0,0-1 1 0 0,0 1-1 0 0,1-1 1 0 0,1 0-1 0 0,0 0 0 0 0,1 0 1 0 0,0-1-1 0 0,0-1 0 0 0,1 1 1 0 0,1-1-1 0 0,0-1 0 0 0,0 0 1 0 0,1 0-1 0 0,0-1 1 0 0,0 0-1 0 0,1-1 0 0 0,0 0 1 0 0,0-1-1 0 0,1-1 0 0 0,-1 0 1 0 0,1 0-1 0 0,1-2 0 0 0,-1 1 1 0 0,0-2-1 0 0,1 1 1 0 0,0-2-1 0 0,-1 0 0 0 0,1-1 1 0 0,0 0-1 0 0,0-1 0 0 0,24-4 1 0 0,-31 3-6 0 0,0 0 1 0 0,0 0-1 0 0,0 0 1 0 0,0-1-1 0 0,-1 0 1 0 0,1 0-1 0 0,-1 0 1 0 0,1-1-1 0 0,-1 0 1 0 0,-1 0-1 0 0,1-1 1 0 0,0 0-1 0 0,-1 0 1 0 0,0 0-1 0 0,0-1 1 0 0,-1 1-1 0 0,0-1 1 0 0,1 0-1 0 0,-2 0 1 0 0,1-1-1 0 0,-1 1 1 0 0,3-10-1 0 0,-3 7 52 0 0,-1 0 0 0 0,0-1-1 0 0,0 1 1 0 0,-1-1-1 0 0,0 1 1 0 0,-1-1-1 0 0,0 1 1 0 0,-1-1-1 0 0,1 1 1 0 0,-2-1-1 0 0,0 1 1 0 0,0-1-1 0 0,0 1 1 0 0,-1 0-1 0 0,-1 0 1 0 0,-5-12-1 0 0,1 7-70 0 0,0 0 0 0 0,-1 1 0 0 0,0 0 0 0 0,-1 0-1 0 0,-1 1 1 0 0,0 0 0 0 0,0 1 0 0 0,-1 0 0 0 0,-19-13 0 0 0,20 17-243 0 0,1 1 0 0 0,-1 0 1 0 0,0 1-1 0 0,0 0 1 0 0,-1 1-1 0 0,1 0 0 0 0,-1 0 1 0 0,0 1-1 0 0,0 1 1 0 0,0 0-1 0 0,-1 1 0 0 0,-23 0 1 0 0,-1 6-7387 0 0</inkml:trace>
</inkml:ink>
</file>

<file path=ppt/ink/ink2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8:20.74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82 49 13827 0 0,'-18'-15'2037'0'0,"13"10"-1500"0"0,-1 0-1 0 0,0 1 1 0 0,0-1-1 0 0,0 1 1 0 0,-1 1 0 0 0,-7-4-1 0 0,13 7-509 0 0,1-1-1 0 0,-1 1 0 0 0,1 0 1 0 0,-1 0-1 0 0,1 1 1 0 0,-1-1-1 0 0,1 0 1 0 0,-1 0-1 0 0,1 0 1 0 0,-1 0-1 0 0,1 0 0 0 0,-1 0 1 0 0,1 1-1 0 0,0-1 1 0 0,-1 0-1 0 0,1 0 1 0 0,-1 1-1 0 0,1-1 0 0 0,0 0 1 0 0,-1 1-1 0 0,1-1 1 0 0,-1 0-1 0 0,1 1 1 0 0,0-1-1 0 0,0 1 0 0 0,-1-1 1 0 0,1 1-1 0 0,0-1 1 0 0,0 0-1 0 0,-1 1 1 0 0,1-1-1 0 0,0 1 1 0 0,0-1-1 0 0,0 1 0 0 0,0-1 1 0 0,0 1-1 0 0,0-1 1 0 0,0 1-1 0 0,0-1 1 0 0,0 1-1 0 0,0-1 0 0 0,0 1 1 0 0,0-1-1 0 0,0 1 1 0 0,0-1-1 0 0,0 1 1 0 0,1 0-1 0 0,2 27 262 0 0,17 66-530 0 0,4-1 0 0 0,4-1 0 0 0,73 162 1 0 0,-89-234-3031 0 0</inkml:trace>
</inkml:ink>
</file>

<file path=ppt/ink/ink2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8:21.06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5 323 4145 0 0,'-2'-11'384'0'0,"1"1"0"0"0,0-1 0 0 0,0 1 0 0 0,1-1 0 0 0,1 0 0 0 0,0 1 1 0 0,0-1-1 0 0,5-18 0 0 0,0 10 384 0 0,0 0 0 0 0,1 0 0 0 0,16-30 0 0 0,-18 40-395 0 0,1 0 0 0 0,0 0 1 0 0,1 1-1 0 0,0 0 0 0 0,0 0 0 0 0,1 1 0 0 0,0 0 0 0 0,0 0 0 0 0,14-8 0 0 0,-19 13-272 0 0,0 0 0 0 0,0 1-1 0 0,0-1 1 0 0,0 1 0 0 0,0-1-1 0 0,0 1 1 0 0,0 0 0 0 0,0 0-1 0 0,1 0 1 0 0,-1 0 0 0 0,0 1-1 0 0,1 0 1 0 0,-1-1 0 0 0,0 1-1 0 0,1 0 1 0 0,-1 1 0 0 0,1-1-1 0 0,-1 0 1 0 0,0 1 0 0 0,0 0-1 0 0,1 0 1 0 0,-1 0 0 0 0,0 0-1 0 0,0 0 1 0 0,0 1 0 0 0,0 0-1 0 0,0-1 1 0 0,0 1-1 0 0,0 0 1 0 0,-1 0 0 0 0,1 1-1 0 0,-1-1 1 0 0,4 4 0 0 0,-2 0-10 0 0,-1 0 0 0 0,1 0 0 0 0,-1 0-1 0 0,-1 1 1 0 0,1-1 0 0 0,-1 1 0 0 0,0 0 0 0 0,0 0 0 0 0,-1-1 0 0 0,0 1 0 0 0,0 0 0 0 0,-1 0 0 0 0,0 0 0 0 0,0 0-1 0 0,-2 9 1 0 0,-2 15 189 0 0,-1 1-1 0 0,-10 30 1 0 0,9-37-85 0 0,-3 7-41 0 0,5-17 96 0 0,-1 0 0 0 0,2 0-1 0 0,0 1 1 0 0,1 0 0 0 0,0 19 0 0 0,2-31-218 0 0,1 0 0 0 0,-1 0 1 0 0,1-1-1 0 0,-1 1 0 0 0,1 0 0 0 0,1-1 0 0 0,-1 1 1 0 0,0-1-1 0 0,1 1 0 0 0,0-1 0 0 0,-1 1 1 0 0,1-1-1 0 0,1 0 0 0 0,-1 0 0 0 0,0 0 1 0 0,1 0-1 0 0,-1-1 0 0 0,1 1 0 0 0,0-1 1 0 0,0 1-1 0 0,0-1 0 0 0,0 0 0 0 0,1 0 1 0 0,-1 0-1 0 0,0-1 0 0 0,1 1 0 0 0,3 0 1 0 0,8 3-233 0 0,0-1 1 0 0,1 0-1 0 0,-1-1 1 0 0,0-1-1 0 0,1-1 1 0 0,0 0 0 0 0,-1-1-1 0 0,1-1 1 0 0,-1 0-1 0 0,17-4 1 0 0,-10 0-1107 0 0</inkml:trace>
</inkml:ink>
</file>

<file path=ppt/ink/ink2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8:21.23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5585 0 0,'0'1'183'0'0,"1"-1"0"0"0,0 1 0 0 0,0-1-1 0 0,-1 1 1 0 0,1-1 0 0 0,0 1 0 0 0,-1-1 0 0 0,1 1-1 0 0,-1 0 1 0 0,1-1 0 0 0,-1 1 0 0 0,1 0-1 0 0,-1-1 1 0 0,1 1 0 0 0,-1 0 0 0 0,0 0 0 0 0,0-1-1 0 0,1 1 1 0 0,-1 0 0 0 0,0 0 0 0 0,0 0 0 0 0,0-1-1 0 0,1 1 1 0 0,-1 0 0 0 0,0 0 0 0 0,0 0-1 0 0,-1 1 1 0 0,7 37 4493 0 0,-5-31-4152 0 0,3 21 808 0 0,1 10 223 0 0,13 53 1 0 0,-14-79-2425 0 0,1 0 0 0 0,0 0 1 0 0,0 0-1 0 0,11 15 0 0 0</inkml:trace>
</inkml:ink>
</file>

<file path=ppt/ink/ink2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8:21.39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28 75 12443 0 0,'-9'-16'544'0'0,"5"7"128"0"0,0 2-544 0 0,1 1-128 0 0,2 2 0 0 0,-1 1 0 0 0,2 0 552 0 0,-1-1 88 0 0,-1-3 8 0 0,1 0 8 0 0,1 1-431 0 0,0 3-81 0 0,3 5-16 0 0,1 2-8 0 0,2 3-1433 0 0,1 3-287 0 0,3 3-64 0 0,1-4-1 0 0</inkml:trace>
</inkml:ink>
</file>

<file path=ppt/ink/ink2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8:21.76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 36 14283 0 0,'-12'-2'1832'0'0,"19"-5"363"0"0,-4 4-1622 0 0,16-7 216 0 0,14-1-1265 0 0,-19 10-998 0 0,0-1 0 0 0,-1 2 0 0 0,1 0 0 0 0,14 2-1 0 0,12 0 1300 0 0,-25-2 175 0 0</inkml:trace>
</inkml:ink>
</file>

<file path=ppt/ink/ink2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8:21.90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32 61 12899 0 0,'-13'4'576'0'0,"4"-3"112"0"0,3 1-552 0 0,2-1-136 0 0,5-1 352 0 0,-1-1 48 0 0,2-1 8 0 0,2 1 0 0 0,2-3-408 0 0,4-1 0 0 0,4-2 0 0 0,2 0-72 0 0,4-2-1664 0 0,2-1-336 0 0,-1 0-65 0 0,1-3-7 0 0</inkml:trace>
</inkml:ink>
</file>

<file path=ppt/ink/ink2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8:22.87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93 69 6913 0 0,'-11'4'1047'0'0,"1"0"-1"0"0,-1 1 1 0 0,1 1-1 0 0,-19 12 1 0 0,8-4 658 0 0,57-26 5011 0 0,79-30-5236 0 0,14-2-732 0 0,-108 38-726 0 0,1 1 1 0 0,0 1-1 0 0,-1 1 1 0 0,26-1 0 0 0,-12 9-675 0 0,-21 0-5262 0 0</inkml:trace>
</inkml:ink>
</file>

<file path=ppt/ink/ink2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8:23.28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14 347 9674 0 0,'-2'-3'215'0'0,"1"0"0"0"0,-1 0-1 0 0,1 0 1 0 0,-1 0 0 0 0,1 0-1 0 0,0-1 1 0 0,0 1 0 0 0,0-1 0 0 0,0-3-1 0 0,1 5-66 0 0,0 1 0 0 0,-1 0 0 0 0,1-1-1 0 0,0 1 1 0 0,0 0 0 0 0,1-1 0 0 0,-1 1 0 0 0,0 0-1 0 0,0 0 1 0 0,1-1 0 0 0,-1 1 0 0 0,0 0 0 0 0,1 0-1 0 0,-1 0 1 0 0,1-1 0 0 0,0 1 0 0 0,-1 0 0 0 0,1 0-1 0 0,0 0 1 0 0,0 0 0 0 0,0 0 0 0 0,0 0 0 0 0,-1 0-1 0 0,1 0 1 0 0,0 1 0 0 0,1-1 0 0 0,-1 0 0 0 0,1 0-1 0 0,0 0-46 0 0,-1 1 0 0 0,1 0-1 0 0,-1 0 1 0 0,1 0-1 0 0,-1 0 1 0 0,1 0-1 0 0,-1 1 1 0 0,1-1 0 0 0,-1 0-1 0 0,1 1 1 0 0,-1-1-1 0 0,1 1 1 0 0,-1-1-1 0 0,0 1 1 0 0,1 0 0 0 0,-1-1-1 0 0,0 1 1 0 0,0 0-1 0 0,0 0 1 0 0,1 0-1 0 0,-1 0 1 0 0,0 0 0 0 0,0 0-1 0 0,0 1 1 0 0,1 1-1 0 0,25 36 584 0 0,-24-34-511 0 0,29 44 125 0 0,2 0 0 0 0,1-3 0 0 0,3-1 0 0 0,2-1 0 0 0,54 45 0 0 0,-70-67-244 0 0,-17-15 24 0 0,-1 0 1 0 0,1-1 0 0 0,0 0-1 0 0,1 0 1 0 0,0-1 0 0 0,0 0-1 0 0,0 0 1 0 0,0 0 0 0 0,1-2-1 0 0,12 6 1 0 0,-20-9-51 0 0,0 0 0 0 0,1 0-1 0 0,-1 0 1 0 0,0 0 0 0 0,0 0 0 0 0,0-1 0 0 0,0 1-1 0 0,0 0 1 0 0,0 0 0 0 0,0-1 0 0 0,0 1 0 0 0,0 0-1 0 0,0-1 1 0 0,0 1 0 0 0,0-1 0 0 0,0 0-1 0 0,0 1 1 0 0,0-1 0 0 0,0 0 0 0 0,-1 1 0 0 0,1-1-1 0 0,0 0 1 0 0,0 0 0 0 0,-1 0 0 0 0,1 0-1 0 0,-1 0 1 0 0,1 0 0 0 0,-1 0 0 0 0,1 0 0 0 0,-1 0-1 0 0,1 0 1 0 0,-1 0 0 0 0,0 0 0 0 0,0 0 0 0 0,1 0-1 0 0,-1 0 1 0 0,0 0 0 0 0,0 0 0 0 0,0 0-1 0 0,0-2 1 0 0,0-7 124 0 0,0 1-1 0 0,0-1 1 0 0,-3-13 0 0 0,2 18-75 0 0,-12-91 636 0 0,-13-123-237 0 0,23 174-591 0 0,3 0-1 0 0,9-86 1 0 0,-7 117-176 0 0,0-1 1 0 0,1 1-1 0 0,0 0 0 0 0,1 0 0 0 0,11-25 1 0 0,-5 25-545 0 0</inkml:trace>
</inkml:ink>
</file>

<file path=ppt/ink/ink2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8:23.60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 0 4145 0 0,'0'0'319'0'0,"-2"24"1933"0"0,-1-7-1546 0 0,1 0 1 0 0,1 0-1 0 0,1 0 0 0 0,0 0 1 0 0,1 1-1 0 0,1-1 0 0 0,0 0 1 0 0,2-1-1 0 0,6 23 0 0 0,-8-32-607 0 0,1 0 0 0 0,0-1 0 0 0,0 1 0 0 0,0-1 0 0 0,1 0-1 0 0,0 0 1 0 0,0 0 0 0 0,1 0 0 0 0,-1-1 0 0 0,1 0-1 0 0,0 0 1 0 0,1 0 0 0 0,-1 0 0 0 0,1-1 0 0 0,0 0 0 0 0,0 0-1 0 0,0-1 1 0 0,1 1 0 0 0,-1-1 0 0 0,1-1 0 0 0,0 1 0 0 0,-1-1-1 0 0,1-1 1 0 0,0 1 0 0 0,8 0 0 0 0,-8-2 42 0 0,-1 0 0 0 0,0 0 0 0 0,0 0 0 0 0,1-1 0 0 0,-1 0 0 0 0,0-1 0 0 0,0 1 0 0 0,0-1 1 0 0,0 0-1 0 0,0-1 0 0 0,0 1 0 0 0,-1-1 0 0 0,1 0 0 0 0,-1-1 0 0 0,0 1 0 0 0,0-1 0 0 0,0 0 0 0 0,0 0 0 0 0,-1-1 0 0 0,1 1 0 0 0,-1-1 1 0 0,0 0-1 0 0,-1 0 0 0 0,1-1 0 0 0,-1 1 0 0 0,0-1 0 0 0,0 1 0 0 0,-1-1 0 0 0,0 0 0 0 0,2-7 0 0 0,-1 6-98 0 0,-1 0 0 0 0,-1 0-1 0 0,1 0 1 0 0,-1 0 0 0 0,0 0-1 0 0,0 0 1 0 0,-1 0 0 0 0,0 0-1 0 0,-1 0 1 0 0,1 0-1 0 0,-1 0 1 0 0,0 0 0 0 0,-1 0-1 0 0,0 0 1 0 0,0 1 0 0 0,-1-1-1 0 0,1 1 1 0 0,-1-1 0 0 0,-1 1-1 0 0,1 0 1 0 0,-1 0 0 0 0,0 0-1 0 0,-1 1 1 0 0,1-1 0 0 0,-1 1-1 0 0,0 0 1 0 0,-6-4 0 0 0,8 6-73 0 0,0 2-1 0 0,0-1 1 0 0,0 0 0 0 0,-1 0 0 0 0,1 1 0 0 0,-1 0 0 0 0,1 0 0 0 0,-1 0 0 0 0,1 0 0 0 0,-1 0-1 0 0,0 1 1 0 0,1-1 0 0 0,-1 1 0 0 0,0 0 0 0 0,-3 1 0 0 0,3-1-695 0 0,1 1 0 0 0,-1 0 0 0 0,1 0 0 0 0,-1 0 0 0 0,1 0 0 0 0,0 1 0 0 0,0-1-1 0 0,-1 1 1 0 0,-4 3 0 0 0</inkml:trace>
</inkml:ink>
</file>

<file path=ppt/ink/ink2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8:24.06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1 249 6449 0 0,'11'-15'689'0'0,"-1"14"1589"0"0,-9 3-1951 0 0,1-1-1 0 0,-1 1 0 0 0,1 0 1 0 0,-1 0-1 0 0,0 0 0 0 0,0 0 1 0 0,1 0-1 0 0,-1 0 0 0 0,-1 0 1 0 0,1 0-1 0 0,1 4 0 0 0,12 48 2149 0 0,-8-31-1672 0 0,0 1 0 0 0,17 39 0 0 0,-20-57-769 0 0,0-1 0 0 0,0 1 0 0 0,0-1 0 0 0,1 0 0 0 0,-1 0 0 0 0,1 0 0 0 0,0 0 0 0 0,1-1-1 0 0,-1 0 1 0 0,1 0 0 0 0,0 0 0 0 0,0 0 0 0 0,0-1 0 0 0,0 0 0 0 0,11 5 0 0 0,-13-7-203 0 0,0 0 0 0 0,0 0 0 0 0,-1 0 0 0 0,1-1 0 0 0,0 1 1 0 0,0-1-1 0 0,0 0 0 0 0,0 0 0 0 0,0 0 0 0 0,0 0 0 0 0,0 0 0 0 0,0-1 1 0 0,0 1-1 0 0,0-1 0 0 0,0 0 0 0 0,-1 0 0 0 0,5-1 0 0 0,-2-1-288 0 0,-1 0 0 0 0,0 0 1 0 0,0 0-1 0 0,0 0 0 0 0,0 0 0 0 0,-1-1 0 0 0,1 0 0 0 0,-1 0 0 0 0,4-6 0 0 0,4-7-1032 0 0,-2-2 1 0 0,0 1-1 0 0,12-39 1 0 0,-19 54 1501 0 0,94-255-2576 0 0,-91 249 2526 0 0,10-29-511 0 0,-14 36 751 0 0,-1 1 1 0 0,1-1-1 0 0,-1 0 1 0 0,0 1 0 0 0,1-1-1 0 0,-1 1 1 0 0,0-1-1 0 0,0 0 1 0 0,0 1 0 0 0,0-1-1 0 0,-17-19 9039 0 0,16 21-9018 0 0,-7 16 3777 0 0,5 24-1788 0 0,5-16-1906 0 0,1-1 0 0 0,2 1 0 0 0,0-1 0 0 0,1 0 0 0 0,12 27-1 0 0,-5-18-1720 0 0,22 39 0 0 0,-22-48-5472 0 0</inkml:trace>
</inkml:ink>
</file>

<file path=ppt/ink/ink2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8:24.52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20 83 9218 0 0,'-2'-13'746'0'0,"2"4"454"0"0,-1 0 0 0 0,-1 1 1 0 0,0-1-1 0 0,0 1 0 0 0,-1-1 0 0 0,-3-8 0 0 0,4 54 2134 0 0,10 22-3054 0 0,2 0 0 0 0,3-1 0 0 0,33 90 0 0 0,85 161 546 0 0,-118-281-1406 0 0,2-1-1 0 0,1 0 1 0 0,0-1 0 0 0,2-1-1 0 0,22 25 1 0 0,-17-27-6772 0 0</inkml:trace>
</inkml:ink>
</file>

<file path=ppt/ink/ink2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8:24.71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16 172 5529 0 0,'-1'0'127'0'0,"0"-1"-1"0"0,0 1 1 0 0,0-1-1 0 0,0 1 1 0 0,0-1-1 0 0,0 0 1 0 0,0 0-1 0 0,1 1 1 0 0,-1-1-1 0 0,0 0 1 0 0,0 0-1 0 0,1 0 1 0 0,-1 0-1 0 0,1 1 1 0 0,-1-1-1 0 0,1 0 1 0 0,-1 0-1 0 0,1 0 1 0 0,-1 0-1 0 0,1 0 1 0 0,0-1-1 0 0,0 1 1 0 0,-1 0-1 0 0,1 0 1 0 0,0 0-1 0 0,0 0 1 0 0,0 0-1 0 0,0 0 1 0 0,0 0-1 0 0,1-2 1 0 0,1 0 280 0 0,-1 0 0 0 0,1 0 0 0 0,0 1 1 0 0,0-1-1 0 0,1 1 0 0 0,-1-1 0 0 0,1 1 0 0 0,-1 0 1 0 0,5-3-1 0 0,16-13 582 0 0,1 2 1 0 0,0 0-1 0 0,34-15 1 0 0,-46 25-1339 0 0,0 1 1 0 0,1 0-1 0 0,0 1 1 0 0,0 0-1 0 0,0 1 0 0 0,1 1 1 0 0,-1 0-1 0 0,0 0 1 0 0,17 1-1 0 0,-26 2-248 0 0,0-1-1 0 0,0 1 1 0 0,0-1-1 0 0,-1 1 1 0 0,1 0-1 0 0,0 1 1 0 0,6 2-1 0 0,2 5-1864 0 0</inkml:trace>
</inkml:ink>
</file>

<file path=ppt/ink/ink2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8:25.15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304 701 13827 0 0,'-155'33'1721'0'0,"130"-26"-1486"0"0,0 2 0 0 0,0 0 1 0 0,-44 23-1 0 0,65-26 267 0 0,13-4-238 0 0,15-4 13 0 0,43-9 318 0 0,-1-3 1 0 0,74-25 0 0 0,125-59 905 0 0,-148 53-980 0 0,180-72 365 0 0,115-42-319 0 0,139-13-287 0 0,-443 142-265 0 0,21-7 15 0 0,229-35 0 0 0,-354 72-33 0 0,9-2-124 0 0,0 1-1 0 0,24 1 1 0 0,-35 0 100 0 0,-1 0 1 0 0,1 0-1 0 0,0 0 1 0 0,-1 0-1 0 0,1 0 0 0 0,0 1 1 0 0,0-1-1 0 0,-1 0 1 0 0,1 1-1 0 0,0 0 0 0 0,-1-1 1 0 0,1 1-1 0 0,-1 0 1 0 0,1-1-1 0 0,-1 1 0 0 0,1 0 1 0 0,-1 0-1 0 0,0 0 1 0 0,1 1-1 0 0,-1-1 0 0 0,0 0 1 0 0,0 0-1 0 0,0 1 1 0 0,0-1-1 0 0,0 0 0 0 0,0 1 1 0 0,0-1-1 0 0,0 1 1 0 0,-1 0-1 0 0,1-1 0 0 0,0 4 1 0 0,-2 10-1075 0 0</inkml:trace>
</inkml:ink>
</file>

<file path=ppt/ink/ink2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8:25.45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46 11522 0 0,'0'0'47'0'0,"0"-1"0"0"0,0 0-1 0 0,-1 1 1 0 0,1-1 0 0 0,0 0-1 0 0,0 1 1 0 0,0-1 0 0 0,0 0-1 0 0,0 1 1 0 0,0-1 0 0 0,0 0 0 0 0,0 1-1 0 0,0-1 1 0 0,0 1 0 0 0,0-1-1 0 0,0 0 1 0 0,1 1 0 0 0,-1-1-1 0 0,0 0 1 0 0,0 1 0 0 0,1-1-1 0 0,-1 1 1 0 0,0-1 0 0 0,1 0-1 0 0,-1 1 1 0 0,1-1 0 0 0,-1 1-1 0 0,1-1 1 0 0,22-13 743 0 0,-15 11-331 0 0,-1 0 0 0 0,1 1 0 0 0,0 0 0 0 0,13-1 0 0 0,-15 3-225 0 0,-1 0 0 0 0,0 1 0 0 0,1 0 1 0 0,-1 0-1 0 0,0 1 0 0 0,0-1 0 0 0,0 1 1 0 0,0 0-1 0 0,0 1 0 0 0,0-1 0 0 0,0 1 1 0 0,-1 0-1 0 0,1 0 0 0 0,-1 0 0 0 0,0 1 1 0 0,0-1-1 0 0,0 1 0 0 0,-1 0 0 0 0,1 0 1 0 0,-1 1-1 0 0,0-1 0 0 0,3 6 0 0 0,8 14 68 0 0,-1 1-1 0 0,-1 0 0 0 0,9 29 0 0 0,-10-25-62 0 0,16 39-218 0 0,-2-2-630 0 0,3-1 0 0 0,52 89 0 0 0,-74-146-1053 0 0</inkml:trace>
</inkml:ink>
</file>

<file path=ppt/ink/ink2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8:25.75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0 235 5065 0 0,'0'-6'97'0'0,"1"-1"-1"0"0,0 0 1 0 0,0 0 0 0 0,0 1 0 0 0,1-1-1 0 0,0 0 1 0 0,0 1 0 0 0,1 0-1 0 0,0-1 1 0 0,0 1 0 0 0,0 0-1 0 0,1 1 1 0 0,0-1 0 0 0,0 0-1 0 0,7-6 1 0 0,8-8 791 0 0,2 0-1 0 0,35-26 1 0 0,-49 41-507 0 0,1 0 1 0 0,-1 1 0 0 0,1-1-1 0 0,0 1 1 0 0,0 1-1 0 0,0 0 1 0 0,1 0-1 0 0,-1 0 1 0 0,1 1-1 0 0,0 0 1 0 0,-1 1-1 0 0,15-1 1 0 0,-21 2-234 0 0,1 0 0 0 0,-1 0 1 0 0,1 1-1 0 0,-1-1 0 0 0,1 1 0 0 0,-1-1 1 0 0,0 1-1 0 0,1 0 0 0 0,-1-1 0 0 0,0 1 0 0 0,1 0 1 0 0,-1 1-1 0 0,0-1 0 0 0,0 0 0 0 0,0 1 1 0 0,0-1-1 0 0,0 1 0 0 0,0 0 0 0 0,-1-1 0 0 0,1 1 1 0 0,1 3-1 0 0,-1-2 2 0 0,0 1 1 0 0,0 0-1 0 0,-1-1 0 0 0,0 1 1 0 0,0 0-1 0 0,0 0 1 0 0,0 0-1 0 0,-1 0 0 0 0,1 0 1 0 0,-1 0-1 0 0,-1 8 1 0 0,-1 7 113 0 0,-2 0 0 0 0,0 0 1 0 0,-1-1-1 0 0,-8 22 1 0 0,12-39-258 0 0,-17 44 316 0 0,-25 44 0 0 0,-9 22 654 0 0,51-109-951 0 0,0-1 0 0 0,0 1-1 0 0,1-1 1 0 0,-1 1 0 0 0,1-1 0 0 0,-1 1 0 0 0,1-1 0 0 0,0 1 0 0 0,-1 0 0 0 0,1-1 0 0 0,0 1-1 0 0,0 0 1 0 0,0-1 0 0 0,0 1 0 0 0,1 0 0 0 0,-1-1 0 0 0,0 1 0 0 0,1 0 0 0 0,-1-1 0 0 0,1 1 0 0 0,-1-1-1 0 0,2 3 1 0 0,-1-3-10 0 0,1 0-1 0 0,-1 0 1 0 0,1 0 0 0 0,-1 0-1 0 0,1 0 1 0 0,-1 0-1 0 0,1 0 1 0 0,-1-1-1 0 0,1 1 1 0 0,0 0-1 0 0,-1-1 1 0 0,1 1 0 0 0,0-1-1 0 0,0 0 1 0 0,-1 0-1 0 0,1 1 1 0 0,2-1-1 0 0,10-1 7 0 0,-1 0 0 0 0,1-1 0 0 0,-1 0-1 0 0,16-5 1 0 0,-22 5-14 0 0,100-27-114 0 0,72-14-4449 0 0,-141 37-2290 0 0</inkml:trace>
</inkml:ink>
</file>

<file path=ppt/ink/ink2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8:26.00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115 98 2304 0 0,'-20'-32'1337'0'0,"18"27"-403"0"0,-1 0 0 0 0,0 0 1 0 0,0 0-1 0 0,0 1 0 0 0,0-1 0 0 0,-1 1 1 0 0,0-1-1 0 0,0 1 0 0 0,0 0 1 0 0,0 1-1 0 0,-1-1 0 0 0,1 1 1 0 0,-9-5-1 0 0,12 8-797 0 0,1 0 1 0 0,-1-1-1 0 0,0 1 0 0 0,0 0 1 0 0,0 0-1 0 0,1 0 0 0 0,-1 0 1 0 0,0 0-1 0 0,0 0 0 0 0,0 0 1 0 0,1 0-1 0 0,-1 0 0 0 0,0 0 1 0 0,0 0-1 0 0,0 0 0 0 0,1 1 1 0 0,-1-1-1 0 0,0 0 0 0 0,0 1 1 0 0,1-1-1 0 0,-1 0 0 0 0,0 1 1 0 0,1-1-1 0 0,-1 1 0 0 0,0-1 1 0 0,1 1-1 0 0,-1 0 0 0 0,0 0 1 0 0,-1 2 31 0 0,1-1 0 0 0,0 0 1 0 0,-1 1-1 0 0,1-1 0 0 0,0 1 1 0 0,1 0-1 0 0,-1-1 0 0 0,-1 6 0 0 0,0 51 553 0 0,3-38-614 0 0,2 0-1 0 0,0 0 1 0 0,2 0 0 0 0,0-1-1 0 0,1 1 1 0 0,1-1 0 0 0,1-1 0 0 0,17 30-1 0 0,10 10-1603 0 0,55 70 0 0 0,-85-123 1181 0 0</inkml:trace>
</inkml:ink>
</file>

<file path=ppt/ink/ink2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8:26.18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8 249 12443 0 0,'0'0'71'0'0,"0"0"1"0"0,-1-1 0 0 0,1 1 0 0 0,-1 0-1 0 0,1 0 1 0 0,0 0 0 0 0,-1 0 0 0 0,1 0-1 0 0,0 0 1 0 0,-1 0 0 0 0,1-1 0 0 0,0 1-1 0 0,0 0 1 0 0,-1 0 0 0 0,1 0 0 0 0,0-1-1 0 0,0 1 1 0 0,-1 0 0 0 0,1 0 0 0 0,0-1-1 0 0,0 1 1 0 0,-1 0 0 0 0,1-1 0 0 0,0 1 0 0 0,0 0-1 0 0,0-1 1 0 0,0 1 0 0 0,0 0 0 0 0,-1-1-1 0 0,1 1 1 0 0,0 0 0 0 0,0-1 0 0 0,0 1-1 0 0,0 0 1 0 0,0-1 0 0 0,0 1 0 0 0,0 0-1 0 0,0-1 1 0 0,0 1 0 0 0,0-1 0 0 0,1 1-1 0 0,-1 0 1 0 0,0-1 0 0 0,14-18 1689 0 0,29-17-22 0 0,-39 33-1499 0 0,68-47 745 0 0,41-17-5154 0 0,-38 22 448 0 0,-49 28 3569 0 0</inkml:trace>
</inkml:ink>
</file>

<file path=ppt/ink/ink2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8:26.31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 0 8290 0 0,'0'5'8770'0'0,"-4"-4"-6890"0"0</inkml:trace>
</inkml:ink>
</file>

<file path=ppt/ink/ink2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8:27.06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57 357 14747 0 0,'-7'-6'507'0'0,"1"-1"0"0"0,0 1 0 0 0,0-1 0 0 0,0 0 0 0 0,1-1 0 0 0,0 1 0 0 0,1-1 0 0 0,-6-13-1 0 0,9 12 794 0 0,10 15-553 0 0,11 14-268 0 0,19 39-120 0 0,51 102 1 0 0,-6-7-220 0 0,-66-125-102 0 0,2-1-1 0 0,0-1 1 0 0,27 27 0 0 0,-37-43 3 0 0,1-1 1 0 0,0 0 0 0 0,1 0-1 0 0,-1-1 1 0 0,2-1 0 0 0,-1 0-1 0 0,1-1 1 0 0,1 0-1 0 0,22 8 1 0 0,-33-14-27 0 0,-1-1 0 0 0,0 0 0 0 0,0 1 0 0 0,0-1 0 0 0,0 0 0 0 0,1 0 1 0 0,-1 0-1 0 0,0 0 0 0 0,0 0 0 0 0,0 0 0 0 0,1-1 0 0 0,-1 1 0 0 0,0-1 0 0 0,0 0 0 0 0,0 0 0 0 0,0 1 0 0 0,0-1 0 0 0,0 0 1 0 0,3-3-1 0 0,-2 1 14 0 0,0 0 0 0 0,0 0 1 0 0,0 0-1 0 0,-1 0 0 0 0,0 0 0 0 0,1 0 1 0 0,-1-1-1 0 0,0 0 0 0 0,-1 1 1 0 0,3-6-1 0 0,0-5 65 0 0,0-1 1 0 0,0 0-1 0 0,-2-1 1 0 0,2-24-1 0 0,-3-38-68 0 0,-17-143 0 0 0,0 43-742 0 0,13 125-120 0 0,3 1 1 0 0,8-71-1 0 0,0 74-530 0 0</inkml:trace>
</inkml:ink>
</file>

<file path=ppt/ink/ink2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8:27.37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 1 11058 0 0,'-1'9'421'0'0,"-1"0"-1"0"0,1 0 0 0 0,1 0 0 0 0,0 0 1 0 0,0 0-1 0 0,2 14 0 0 0,0 11-90 0 0,6 111 1081 0 0,-6-128-1018 0 0,0-1 0 0 0,2 0 0 0 0,0 0 0 0 0,1 0 0 0 0,0-1 0 0 0,14 28 0 0 0,-17-41-294 0 0,-1 1 1 0 0,0 0-1 0 0,1 0 1 0 0,0-1 0 0 0,0 1-1 0 0,-1-1 1 0 0,2 0-1 0 0,-1 1 1 0 0,0-1-1 0 0,0 0 1 0 0,1 0-1 0 0,-1 0 1 0 0,1-1-1 0 0,-1 1 1 0 0,1 0-1 0 0,0-1 1 0 0,0 0-1 0 0,-1 0 1 0 0,1 0-1 0 0,0 0 1 0 0,0 0-1 0 0,0 0 1 0 0,0-1-1 0 0,1 0 1 0 0,-1 1-1 0 0,0-1 1 0 0,0 0-1 0 0,0-1 1 0 0,0 1-1 0 0,0 0 1 0 0,0-1-1 0 0,0 0 1 0 0,0 1-1 0 0,0-1 1 0 0,0-1-1 0 0,0 1 1 0 0,0 0 0 0 0,4-4-1 0 0,2 0-23 0 0,-1-1 0 0 0,0 0 0 0 0,-1-1 0 0 0,1 1 0 0 0,-1-2 0 0 0,0 1 0 0 0,-1-1 0 0 0,0 0 0 0 0,0 0 0 0 0,8-17 0 0 0,-8 12-45 0 0,0-1-1 0 0,-2-1 1 0 0,1 1 0 0 0,-2-1 0 0 0,0 1-1 0 0,-1-1 1 0 0,0 0 0 0 0,-1 0 0 0 0,-1-18 0 0 0,-1 25-22 0 0,1 1 1 0 0,-1-1 0 0 0,0 1 0 0 0,0-1-1 0 0,-1 1 1 0 0,0-1 0 0 0,-1 1 0 0 0,1 0-1 0 0,-1 0 1 0 0,-1 0 0 0 0,1 1 0 0 0,-1-1-1 0 0,0 1 1 0 0,-1 0 0 0 0,0 0 0 0 0,1 0-1 0 0,-2 0 1 0 0,1 1 0 0 0,-12-9 0 0 0,14 12-136 0 0,0 0 0 0 0,0 1 0 0 0,0-1 0 0 0,0 1 0 0 0,0 0 1 0 0,0 0-1 0 0,0 0 0 0 0,0 0 0 0 0,0 1 0 0 0,0-1 0 0 0,0 1 0 0 0,0 0 1 0 0,-1 0-1 0 0,1 0 0 0 0,0 0 0 0 0,0 0 0 0 0,0 1 0 0 0,-1-1 1 0 0,1 1-1 0 0,0 0 0 0 0,0 0 0 0 0,0 0 0 0 0,0 1 0 0 0,0-1 0 0 0,1 1 1 0 0,-5 2-1 0 0</inkml:trace>
</inkml:ink>
</file>

<file path=ppt/ink/ink2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8:27.72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0 113 15203 0 0,'4'2'252'0'0,"0"0"0"0"0,-1 0-1 0 0,0 0 1 0 0,1 0-1 0 0,-1 1 1 0 0,0 0 0 0 0,0-1-1 0 0,0 1 1 0 0,-1 0 0 0 0,1 1-1 0 0,-1-1 1 0 0,1 0-1 0 0,-1 1 1 0 0,0-1 0 0 0,1 5-1 0 0,24 62 989 0 0,-25-63-1017 0 0,-1-4-210 0 0,22 57 433 0 0,-22-58-428 0 0,1 1-1 0 0,-1 0 1 0 0,0-1-1 0 0,1 1 1 0 0,-1-1-1 0 0,1 1 1 0 0,0-1-1 0 0,0 0 1 0 0,0 0 0 0 0,0 0-1 0 0,0 0 1 0 0,1 0-1 0 0,-1 0 1 0 0,0-1-1 0 0,1 1 1 0 0,-1-1-1 0 0,1 0 1 0 0,4 2 0 0 0,-6-3-25 0 0,0 0 1 0 0,1-1 0 0 0,-1 1 0 0 0,0 0-1 0 0,0-1 1 0 0,0 1 0 0 0,0-1 0 0 0,0 0-1 0 0,0 1 1 0 0,0-1 0 0 0,-1 0-1 0 0,1 1 1 0 0,0-1 0 0 0,0 0 0 0 0,0 0-1 0 0,-1 0 1 0 0,1 0 0 0 0,0 0 0 0 0,-1 0-1 0 0,1 0 1 0 0,-1 0 0 0 0,1 0 0 0 0,-1 0-1 0 0,1-2 1 0 0,10-29-274 0 0,-11 31 267 0 0,61-264-4476 0 0,-62 264 4548 0 0,1 0 0 0 0,0 0 0 0 0,1 0 1 0 0,-1 0-1 0 0,0 0 0 0 0,0 0 0 0 0,0 0 0 0 0,1 0 0 0 0,-1 0 0 0 0,0 1 0 0 0,1-1 0 0 0,-1 0 0 0 0,1 0 0 0 0,-1 0 1 0 0,1 0-1 0 0,-1 0 0 0 0,1 1 0 0 0,0-1 0 0 0,-1 0 0 0 0,1 1 0 0 0,0-1 0 0 0,0 0 0 0 0,-1 1 0 0 0,1-1 1 0 0,0 1-1 0 0,0-1 0 0 0,0 1 0 0 0,0-1 0 0 0,0 1 0 0 0,2-1 0 0 0,-2 2 62 0 0,1 0-1 0 0,-1 0 1 0 0,0 0-1 0 0,1 0 1 0 0,-1 0-1 0 0,0 0 1 0 0,1 1-1 0 0,-1-1 1 0 0,0 0-1 0 0,0 1 1 0 0,0-1-1 0 0,0 1 1 0 0,0-1-1 0 0,0 1 1 0 0,-1-1-1 0 0,1 1 1 0 0,0 1-1 0 0,8 18 519 0 0,1-1-1 0 0,21 32 1 0 0,-26-46-727 0 0,-1 0 0 0 0,1 0 0 0 0,0 0 0 0 0,1-1 0 0 0,-1 0 0 0 0,1 0 0 0 0,0 0 0 0 0,0-1 0 0 0,1 0 0 0 0,-1 0 0 0 0,14 5 0 0 0,-2-3-787 0 0</inkml:trace>
</inkml:ink>
</file>

<file path=ppt/ink/ink2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8:27.93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 52 12899 0 0,'-14'-52'3172'0'0,"39"116"3111"0"0,5 10-5833 0 0,9 41-496 0 0,69 140 1 0 0,-91-223-663 0 0</inkml:trace>
</inkml:ink>
</file>

<file path=ppt/ink/ink2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8:28.11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20 253 8754 0 0,'-7'0'776'0'0,"1"0"-616"0"0,4-7 2577 0 0,-1 2-1209 0 0,1-3 8 0 0,2-5-688 0 0,6-3-135 0 0,5-1-25 0 0,5-2-8 0 0,4-1-680 0 0,5-1 0 0 0,1-2-152 0 0,17-9-3113 0 0,0-2-632 0 0,1-4-119 0 0</inkml:trace>
</inkml:ink>
</file>

<file path=ppt/ink/ink2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8:28.29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 1 6937 0 0,'-2'1'153'0'0,"-3"-1"31"0"0,2 0 200 0 0,2 0-384 0 0,-1 0 0 0 0</inkml:trace>
</inkml:ink>
</file>

<file path=ppt/ink/ink2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8:28.44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10 115 11979 0 0,'-3'7'101'0'0,"-4"16"1622"0"0,12-18-473 0 0,11-7-44 0 0,3-7-1314 0 0,-1 0 0 0 0,1-2 0 0 0,-2 0 0 0 0,1 0 0 0 0,-2-2 0 0 0,18-16 0 0 0,6-4-1056 0 0,-11 11 892 0 0</inkml:trace>
</inkml:ink>
</file>

<file path=ppt/ink/ink2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8:29.20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6 153 8290 0 0,'-5'11'7738'0'0,"16"-15"-5611"0"0,157-77 2344 0 0,-113 58-5416 0 0,71-21-1 0 0,-85 33-6506 0 0</inkml:trace>
</inkml:ink>
</file>

<file path=ppt/ink/ink2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8:31.53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68 126 6913 0 0,'-8'3'1223'0'0,"0"1"0"0"0,1 1 0 0 0,0-1 0 0 0,0 1 0 0 0,0 1 0 0 0,0-1 0 0 0,-9 11 0 0 0,19-16-734 0 0,1 0 1 0 0,-1 0 0 0 0,0 0-1 0 0,1 0 1 0 0,-1-1-1 0 0,0 0 1 0 0,1 0 0 0 0,3-1-1 0 0,262-112 1066 0 0,-184 74-3000 0 0,-53 26 804 0 0</inkml:trace>
</inkml:ink>
</file>

<file path=ppt/ink/ink2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8:31.80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38 12 9218 0 0,'-2'-2'711'0'0,"0"0"1"0"0,-1 1-1 0 0,1 0 0 0 0,-1-1 1 0 0,1 1-1 0 0,-1 0 0 0 0,0 0 1 0 0,1 1-1 0 0,-1-1 0 0 0,-9 6 3760 0 0,12-4-4360 0 0,6 17 931 0 0,47 93 173 0 0,-18-35-1076 0 0,3-3 1 0 0,74 109 0 0 0,-104-171-944 0 0,1 0 0 0 0,1-1 0 0 0,14 12-1 0 0</inkml:trace>
</inkml:ink>
</file>

<file path=ppt/ink/ink2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8:32.31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281 676 3225 0 0,'-44'-42'691'0'0,"3"-1"0"0"0,-44-58 0 0 0,70 80 227 0 0,1 0 1 0 0,1 0-1 0 0,1-1 0 0 0,1-1 1 0 0,1 0-1 0 0,0 0 1 0 0,-10-48-1 0 0,18 63-691 0 0,1 0 1 0 0,0 0-1 0 0,0 0 0 0 0,1 0 0 0 0,0-1 0 0 0,0 1 0 0 0,1 0 0 0 0,0 0 0 0 0,1 0 1 0 0,-1 0-1 0 0,2 0 0 0 0,-1 1 0 0 0,1-1 0 0 0,0 1 0 0 0,1-1 0 0 0,-1 1 0 0 0,8-10 1 0 0,-4 9-119 0 0,-1 1 1 0 0,1 0 0 0 0,0 0 0 0 0,0 1-1 0 0,1 0 1 0 0,0 0 0 0 0,0 1 0 0 0,0 0-1 0 0,1 0 1 0 0,0 1 0 0 0,0 0 0 0 0,0 1-1 0 0,0 0 1 0 0,13-3 0 0 0,-10 4 108 0 0,0 0 0 0 0,1 0 0 0 0,-1 1 0 0 0,0 0 0 0 0,1 1 0 0 0,-1 1 0 0 0,1 0 0 0 0,-1 1 0 0 0,0 0 1 0 0,0 1-1 0 0,14 5 0 0 0,-21-7-168 0 0,0 1 1 0 0,-1 0-1 0 0,1 0 1 0 0,-1 1 0 0 0,0 0-1 0 0,0-1 1 0 0,0 1-1 0 0,0 0 1 0 0,0 1-1 0 0,-1-1 1 0 0,1 1 0 0 0,-1 0-1 0 0,0 0 1 0 0,0 0-1 0 0,0 0 1 0 0,-1 0 0 0 0,0 1-1 0 0,1-1 1 0 0,-1 1-1 0 0,-1-1 1 0 0,1 1-1 0 0,-1 0 1 0 0,0 0 0 0 0,0 0-1 0 0,0 0 1 0 0,-1 0-1 0 0,1-1 1 0 0,-1 1 0 0 0,-1 10-1 0 0,-4 12 27 0 0,0 0 0 0 0,-2-1 0 0 0,-1 0 0 0 0,-11 27 0 0 0,9-30 106 0 0,2 1 0 0 0,1 0 0 0 0,0 0 0 0 0,2 1 0 0 0,-2 26 0 0 0,6-49-178 0 0,1 0 1 0 0,0 0-1 0 0,0 0 0 0 0,-1 0 0 0 0,2 0 1 0 0,-1 0-1 0 0,0 0 0 0 0,0 0 0 0 0,1 0 1 0 0,-1 0-1 0 0,1 0 0 0 0,-1-1 1 0 0,1 1-1 0 0,0 0 0 0 0,0 0 0 0 0,0 0 1 0 0,0-1-1 0 0,0 1 0 0 0,0 0 0 0 0,0-1 1 0 0,0 1-1 0 0,1-1 0 0 0,-1 1 0 0 0,1-1 1 0 0,-1 0-1 0 0,1 0 0 0 0,0 0 0 0 0,-1 1 1 0 0,1-2-1 0 0,0 1 0 0 0,0 0 0 0 0,0 0 1 0 0,0 0-1 0 0,-1-1 0 0 0,1 1 0 0 0,0-1 1 0 0,0 0-1 0 0,0 1 0 0 0,0-1 1 0 0,0 0-1 0 0,0 0 0 0 0,0 0 0 0 0,0-1 1 0 0,0 1-1 0 0,0 0 0 0 0,3-2 0 0 0,8 0-102 0 0,0-1-1 0 0,0-1 1 0 0,0-1 0 0 0,0 0-1 0 0,18-9 1 0 0,54-36-1257 0 0,36-41-4970 0 0,65-78-4691 0 0,-152 136 10234 0 0,-33 33 785 0 0,64-67-80 0 0,-59 60 478 0 0,1-1-1 0 0,-2-1 1 0 0,1 1-1 0 0,-1-1 1 0 0,0 0 0 0 0,0-1-1 0 0,2-9 1 0 0,-6 18-219 0 0,-1 1 0 0 0,0-1-1 0 0,1 1 1 0 0,-1-1 0 0 0,0 0 0 0 0,0 1 0 0 0,1-1 0 0 0,-1 0 0 0 0,0 1-1 0 0,0-1 1 0 0,0 0 0 0 0,0 0 0 0 0,0 1 0 0 0,0-1 0 0 0,0 0-1 0 0,0 1 1 0 0,0-1 0 0 0,0 0 0 0 0,0 1 0 0 0,-1-1 0 0 0,1 0-1 0 0,0 1 1 0 0,0-1 0 0 0,-1 0 0 0 0,1 1 0 0 0,0-1 0 0 0,-1 0 0 0 0,1 1-1 0 0,-1-1 1 0 0,1 1 0 0 0,-1-1 0 0 0,1 1 0 0 0,-1-1 0 0 0,1 1-1 0 0,-1-1 1 0 0,1 1 0 0 0,-1 0 0 0 0,0-1 0 0 0,1 1 0 0 0,-1 0 0 0 0,0 0-1 0 0,1-1 1 0 0,-1 1 0 0 0,0 0 0 0 0,1 0 0 0 0,-1 0 0 0 0,0 0-1 0 0,1 0 1 0 0,-2 0 0 0 0,0 0 180 0 0,0 0-1 0 0,0 0 0 0 0,-1 1 1 0 0,1-1-1 0 0,0 1 1 0 0,0-1-1 0 0,0 1 0 0 0,0 0 1 0 0,0 0-1 0 0,0 0 0 0 0,0 0 1 0 0,1 0-1 0 0,-1 0 1 0 0,0 0-1 0 0,-2 3 0 0 0,-1 2-279 0 0,1 0 0 0 0,-1 0 0 0 0,1 1-1 0 0,0 0 1 0 0,1-1 0 0 0,0 1-1 0 0,0 0 1 0 0,0 1 0 0 0,1-1 0 0 0,0 0-1 0 0,1 1 1 0 0,0-1 0 0 0,0 1-1 0 0,0 0 1 0 0,1-1 0 0 0,0 1 0 0 0,0 0-1 0 0,1-1 1 0 0,0 1 0 0 0,1-1-1 0 0,2 9 1 0 0,0-1-66 0 0,1 1 1 0 0,1-1-1 0 0,1-1 1 0 0,0 1-1 0 0,0-1 1 0 0,2 0-1 0 0,0-1 0 0 0,0 0 1 0 0,12 12-1 0 0,6 1-863 0 0,39 31-1 0 0,-56-49-138 0 0</inkml:trace>
</inkml:ink>
</file>

<file path=ppt/ink/ink2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8:32.45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58 161 10594 0 0,'-5'-3'378'0'0,"-1"0"0"0"0,1-1 0 0 0,0 0 0 0 0,0 0 0 0 0,1-1 0 0 0,-1 1 0 0 0,1-1 0 0 0,0 0 0 0 0,-5-9 0 0 0,8 12-231 0 0,0 0 0 0 0,0 0 0 0 0,0 0 0 0 0,1 0 0 0 0,-1 0 0 0 0,1 0 0 0 0,0 0 0 0 0,-1 0-1 0 0,1 0 1 0 0,0-1 0 0 0,0 1 0 0 0,0 0 0 0 0,1 0 0 0 0,-1 0 0 0 0,1 0 0 0 0,-1 0 0 0 0,1 0 0 0 0,-1-1 0 0 0,1 1 0 0 0,0 0 0 0 0,0 1 0 0 0,0-1-1 0 0,0 0 1 0 0,1 0 0 0 0,-1 0 0 0 0,0 1 0 0 0,1-1 0 0 0,-1 1 0 0 0,1-1 0 0 0,-1 1 0 0 0,1-1 0 0 0,2-1 0 0 0,3-2-150 0 0,0 1 0 0 0,0-1-1 0 0,1 1 1 0 0,-1 0 0 0 0,1 0 0 0 0,0 1 0 0 0,14-4 0 0 0,31-1-3970 0 0,-34 8 2263 0 0</inkml:trace>
</inkml:ink>
</file>

<file path=ppt/ink/ink2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8:32.84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41 677 3225 0 0,'-3'3'-62'0'0,"-33"24"7744"0"0,36-26-7256 0 0,-1 0 1 0 0,1 0-1 0 0,0 0 1 0 0,-1 0 0 0 0,1 1-1 0 0,3-1-47 0 0,-1-1 0 0 0,1-1 0 0 0,0 1 0 0 0,-1 0 0 0 0,1-1 0 0 0,-1 1 0 0 0,1-1 0 0 0,0 0 0 0 0,-1 0-1 0 0,1 0 1 0 0,-1 0 0 0 0,3-2 0 0 0,-4 3-290 0 0,332-169 4679 0 0,-33 15-3958 0 0,-159 88-537 0 0,413-181-438 0 0,-426 189-2113 0 0,-107 47 558 0 0</inkml:trace>
</inkml:ink>
</file>

<file path=ppt/ink/ink2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8:33.67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20 28 8290 0 0,'-19'-27'12015'0'0,"29"42"-10447"0"0,97 185 443 0 0,-72-127-2557 0 0,88 132 0 0 0,-114-193-377 0 0</inkml:trace>
</inkml:ink>
</file>

<file path=ppt/ink/ink2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8:33.98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19 176 9674 0 0,'-2'-4'207'0'0,"-1"0"-1"0"0,1 0 1 0 0,0 0-1 0 0,0-1 1 0 0,1 1-1 0 0,-1 0 0 0 0,1-1 1 0 0,0 1-1 0 0,0-1 1 0 0,0 0-1 0 0,1 1 1 0 0,0-1-1 0 0,-1 0 1 0 0,2 1-1 0 0,-1-1 1 0 0,0 0-1 0 0,1 1 1 0 0,0-1-1 0 0,0 1 1 0 0,1-1-1 0 0,-1 1 1 0 0,1 0-1 0 0,0-1 1 0 0,0 1-1 0 0,0 0 1 0 0,1 0-1 0 0,-1 0 1 0 0,1 0-1 0 0,4-3 1 0 0,-3 3 82 0 0,0 0 0 0 0,0 0-1 0 0,0 1 1 0 0,1-1 0 0 0,-1 1 0 0 0,1 0 0 0 0,0 1 0 0 0,0-1 0 0 0,0 1 0 0 0,0 0 0 0 0,0 0 0 0 0,0 1 0 0 0,1-1 0 0 0,-1 1 0 0 0,1 0-1 0 0,-1 1 1 0 0,11-1 0 0 0,-13 1-243 0 0,0 0 0 0 0,0 1 0 0 0,0-1-1 0 0,0 1 1 0 0,0-1 0 0 0,0 1 0 0 0,-1 0 0 0 0,1 0 0 0 0,0 0-1 0 0,-1 1 1 0 0,1-1 0 0 0,-1 0 0 0 0,1 1 0 0 0,-1 0-1 0 0,1 0 1 0 0,-1-1 0 0 0,0 1 0 0 0,0 1 0 0 0,0-1-1 0 0,0 0 1 0 0,-1 0 0 0 0,1 1 0 0 0,0-1 0 0 0,-1 1-1 0 0,0-1 1 0 0,0 1 0 0 0,1 0 0 0 0,-1-1 0 0 0,-1 1-1 0 0,1 0 1 0 0,0 0 0 0 0,-1 0 0 0 0,0 0 0 0 0,1 0-1 0 0,-1 3 1 0 0,-1 14 6 0 0,0 0 1 0 0,-2-1-1 0 0,0 1 0 0 0,-1-1 1 0 0,-9 26-1 0 0,5-18 183 0 0,-7 46 0 0 0,14-69-197 0 0,1-1 0 0 0,-1 0 0 0 0,1 0 0 0 0,0 0 0 0 0,0 0 0 0 0,1 0 0 0 0,-1 0 0 0 0,0 1 0 0 0,1-1 0 0 0,0 0 0 0 0,0 0 0 0 0,0 0 0 0 0,0 0 0 0 0,0 0 0 0 0,0-1 0 0 0,1 1 0 0 0,0 0 0 0 0,-1-1 0 0 0,1 1 0 0 0,0-1 0 0 0,0 1 0 0 0,1-1 0 0 0,-1 0 0 0 0,0 0 0 0 0,1 0 0 0 0,-1 0 0 0 0,1 0 0 0 0,0-1 0 0 0,-1 1 0 0 0,1-1 0 0 0,3 2 0 0 0,0-2-32 0 0,0 1 0 0 0,-1-1 0 0 0,1 0 0 0 0,0 0-1 0 0,0-1 1 0 0,0 1 0 0 0,0-2 0 0 0,0 1 0 0 0,0 0 0 0 0,-1-1 0 0 0,1 0-1 0 0,0-1 1 0 0,0 1 0 0 0,-1-1 0 0 0,11-5 0 0 0,47-29-878 0 0,-42 21 169 0 0</inkml:trace>
</inkml:ink>
</file>

<file path=ppt/ink/ink2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8:34.10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0 7346 0 0,'1'0'59'0'0,"0"1"0"0"0,-1-1 1 0 0,1 0-1 0 0,-1 0 1 0 0,1 1-1 0 0,-1-1 0 0 0,1 0 1 0 0,0 1-1 0 0,-1-1 1 0 0,1 1-1 0 0,-1-1 1 0 0,0 1-1 0 0,1-1 0 0 0,-1 1 1 0 0,1-1-1 0 0,-1 1 1 0 0,0-1-1 0 0,1 1 1 0 0,-1 0-1 0 0,0-1 0 0 0,0 1 1 0 0,1-1-1 0 0,-1 1 1 0 0,0 0-1 0 0,0-1 0 0 0,0 1 1 0 0,0 0-1 0 0,0-1 1 0 0,0 1-1 0 0,0 0 1 0 0,0-1-1 0 0,0 2 0 0 0,-1 30 3977 0 0,0-21-2590 0 0,0 3-567 0 0,0 13 1459 0 0,1 1 1 0 0,5 46-1 0 0,-3-64-2414 0 0,0-1-1 0 0,1 1 1 0 0,0-1-1 0 0,6 13 1 0 0,-6-15-739 0 0,1 0 0 0 0,0-1 0 0 0,0 0 0 0 0,1 1 0 0 0,0-2 0 0 0,9 10 1 0 0</inkml:trace>
</inkml:ink>
</file>

<file path=ppt/ink/ink2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8:34.29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19 50 5985 0 0,'-9'-7'264'0'0,"4"1"56"0"0,2 1-256 0 0,1 2-64 0 0,2 0 0 0 0,0 2 0 0 0,2-1 449 0 0,-1 1 63 0 0,2-4 24 0 0,1 1 0 0 0,4 0-344 0 0,0-1-64 0 0,1 3-8 0 0,2 0-8 0 0,1 4-40 0 0,-4-2-8 0 0</inkml:trace>
</inkml:ink>
</file>

<file path=ppt/ink/ink2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8:35.39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9 264 13827 0 0,'-2'-5'339'0'0,"1"0"1"0"0,-1 0-1 0 0,1 0 1 0 0,0 0-1 0 0,0 0 1 0 0,1-1-1 0 0,-1 1 1 0 0,1 0-1 0 0,0 0 1 0 0,1-1-1 0 0,-1 1 1 0 0,1 0-1 0 0,0 0 1 0 0,1 0-1 0 0,-1 0 1 0 0,1 0-1 0 0,2-6 1 0 0,-3 10-294 0 0,0 1 0 0 0,-1 0 0 0 0,1-1 0 0 0,-1 1 0 0 0,1 0 0 0 0,-1 0 0 0 0,1-1 0 0 0,0 1 0 0 0,-1 0 0 0 0,1 0 1 0 0,0 0-1 0 0,-1 0 0 0 0,1 0 0 0 0,-1 0 0 0 0,1 0 0 0 0,0 0 0 0 0,-1 0 0 0 0,1 0 0 0 0,0 0 0 0 0,-1 0 0 0 0,1 1 0 0 0,-1-1 1 0 0,1 0-1 0 0,0 0 0 0 0,-1 1 0 0 0,1-1 0 0 0,-1 0 0 0 0,1 1 0 0 0,-1-1 0 0 0,1 1 0 0 0,-1-1 0 0 0,1 0 0 0 0,-1 1 1 0 0,1-1-1 0 0,-1 1 0 0 0,0-1 0 0 0,1 1 0 0 0,-1-1 0 0 0,1 2 0 0 0,19 23 332 0 0,-19-23-351 0 0,31 45 190 0 0,76 100 30 0 0,-90-126-214 0 0,1-1-1 0 0,1-1 1 0 0,0 0-1 0 0,41 26 1 0 0,-37-29 30 0 0,0-2 1 0 0,31 13 0 0 0,-46-23-21 0 0,0-1 0 0 0,0 0 0 0 0,0 0 0 0 0,0-1 0 0 0,0 0 0 0 0,1 0 0 0 0,-1-1 0 0 0,1-1 0 0 0,-1 1 0 0 0,13-3 0 0 0,-18 2 10 0 0,1-1 0 0 0,-2 0 1 0 0,1 0-1 0 0,0 0 0 0 0,0-1 0 0 0,0 1 0 0 0,0-1 0 0 0,-1 0 1 0 0,1 0-1 0 0,-1-1 0 0 0,0 1 0 0 0,1-1 0 0 0,-1 1 1 0 0,0-1-1 0 0,-1 0 0 0 0,4-4 0 0 0,-2 1 26 0 0,0 0 0 0 0,-1 1-1 0 0,0-1 1 0 0,-1-1 0 0 0,1 1 0 0 0,-1 0 0 0 0,-1 0-1 0 0,1-1 1 0 0,0-7 0 0 0,0-11 59 0 0,-1-1 0 0 0,-1 1-1 0 0,-2 0 1 0 0,-4-27 0 0 0,6 51-140 0 0,-13-85 85 0 0,5 44-561 0 0,2 0 0 0 0,2 0 0 0 0,2-62-1 0 0,4 87-1565 0 0</inkml:trace>
</inkml:ink>
</file>

<file path=ppt/ink/ink2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8:35.58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 10594 0 0,'3'7'851'0'0,"0"0"0"0"0,1 0 0 0 0,0 0 0 0 0,8 10 0 0 0,9 15 454 0 0,-11-12-812 0 0,-1 0-1 0 0,-1 1 1 0 0,-1 0 0 0 0,4 23-1 0 0,-1 14-5483 0 0</inkml:trace>
</inkml:ink>
</file>

<file path=ppt/ink/ink2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8:35.81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16 7 11979 0 0,'-9'-4'537'0'0,"2"1"329"0"0,17 19 1639 0 0,-3-9-2752 0 0,-2 1 0 0 0,1 0-1 0 0,-1 0 1 0 0,-1 1-1 0 0,7 14 1 0 0,-8-11 247 0 0</inkml:trace>
</inkml:ink>
</file>

<file path=ppt/ink/ink2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8:36.10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29 5529 0 0,'3'1'111'0'0,"0"-1"0"0"0,0 1 0 0 0,0 0 0 0 0,0 0 0 0 0,0 0 0 0 0,0 0 0 0 0,0 0 0 0 0,0 1 0 0 0,-1-1 0 0 0,1 1 0 0 0,0 0 0 0 0,-1 0 0 0 0,0 0 0 0 0,1 0 0 0 0,-1 0 0 0 0,0 1 0 0 0,0-1 0 0 0,0 1 0 0 0,-1-1 0 0 0,1 1 0 0 0,0 0 0 0 0,-1-1 0 0 0,0 1 0 0 0,1 3 0 0 0,5 11 1223 0 0,0 0-1 0 0,6 32 0 0 0,-12-43-1106 0 0,5 23 1206 0 0,-6-22-1104 0 0,1 0-1 0 0,0 0 1 0 0,1 0-1 0 0,-1 0 1 0 0,2 0-1 0 0,-1-1 1 0 0,1 1-1 0 0,3 6 1 0 0,-6-53-730 0 0,-1 23-25 0 0,0 0 0 0 0,1 0 1 0 0,1 1-1 0 0,5-33 1 0 0,-5 42 666 0 0,1-1 1 0 0,0 1-1 0 0,0 0 1 0 0,1 0-1 0 0,0 0 0 0 0,0 0 1 0 0,0 0-1 0 0,1 1 1 0 0,0 0-1 0 0,1 0 1 0 0,-1 0-1 0 0,1 0 0 0 0,8-7 1 0 0,-13 12-158 0 0,1 0 0 0 0,0 1 0 0 0,-1-1 1 0 0,1 1-1 0 0,0-1 0 0 0,-1 1 0 0 0,1-1 0 0 0,0 1 1 0 0,-1 0-1 0 0,1-1 0 0 0,0 1 0 0 0,0 0 0 0 0,0-1 1 0 0,-1 1-1 0 0,1 0 0 0 0,0 0 0 0 0,0 0 0 0 0,0 0 0 0 0,0 0 1 0 0,0 0-1 0 0,-1 0 0 0 0,1 0 0 0 0,0 0 0 0 0,0 0 1 0 0,0 0-1 0 0,0 0 0 0 0,-1 1 0 0 0,1-1 0 0 0,0 0 1 0 0,0 1-1 0 0,-1-1 0 0 0,1 0 0 0 0,0 1 0 0 0,0 0 1 0 0,10 14 377 0 0,-4-3-3275 0 0</inkml:trace>
</inkml:ink>
</file>

<file path=ppt/ink/ink2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8:36.89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152 14 9674 0 0,'0'-1'99'0'0,"-1"0"1"0"0,0 0-1 0 0,0 0 0 0 0,0 0 1 0 0,0 0-1 0 0,0 0 0 0 0,0 0 1 0 0,-1 0-1 0 0,1 1 0 0 0,0-1 1 0 0,0 0-1 0 0,0 1 0 0 0,-1-1 1 0 0,1 1-1 0 0,0 0 0 0 0,-1-1 1 0 0,1 1-1 0 0,0 0 0 0 0,-1 0 1 0 0,1 0-1 0 0,-3 0 0 0 0,2 1 3 0 0,0 0-1 0 0,0 0 1 0 0,0 0-1 0 0,0 0 1 0 0,0 1-1 0 0,0-1 1 0 0,0 1-1 0 0,0-1 1 0 0,0 1-1 0 0,1 0 1 0 0,-1 0-1 0 0,-1 3 1 0 0,-5 5 177 0 0,1 0 1 0 0,1 1-1 0 0,0 0 1 0 0,0 1 0 0 0,1 0-1 0 0,1-1 1 0 0,0 1-1 0 0,-3 16 1 0 0,-13 105 523 0 0,17-106-635 0 0,-12 139 157 0 0,8 1 0 0 0,7 1 0 0 0,28 216 1 0 0,-18-309-546 0 0,3-1 1 0 0,3 0-1 0 0,3-1 1 0 0,38 91-1 0 0,-41-125-45 0 0,2-1-1 0 0,2 0 0 0 0,2-2 0 0 0,1 0 0 0 0,1-2 0 0 0,2-1 1 0 0,2-1-1 0 0,0-1 0 0 0,40 33 0 0 0,294 203-467 0 0,16-24 1026 0 0,-271-182-4083 0 0,-57-34-502 0 0</inkml:trace>
</inkml:ink>
</file>

<file path=ppt/ink/ink2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8:37.42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140 137 8754 0 0,'-103'-99'3223'0'0,"67"62"1532"0"0,74 80-779 0 0,14 31-3274 0 0,-22-31-294 0 0,338 536 499 0 0,-330-511-916 0 0,-3 3 0 0 0,-3 0 1 0 0,-4 2-1 0 0,30 116 0 0 0,-44-123 103 0 0,-2 1 0 0 0,-3 0 0 0 0,-3 1 0 0 0,-4-1 0 0 0,-8 105 0 0 0,3-131 52 0 0,-2-1 1 0 0,-16 61-1 0 0,15-83-2401 0 0,-1 1 0 0 0,-9 17-1 0 0,7-18-5012 0 0</inkml:trace>
</inkml:ink>
</file>

<file path=ppt/ink/ink2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8:38.24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 7370 0 0,'2'0'660'0'0,"0"0"0"0"0,-1 0 0 0 0,1 0 0 0 0,0 1 1 0 0,0-1-1 0 0,-1 1 0 0 0,1-1 0 0 0,0 1 0 0 0,5 4 2641 0 0,-4-3-2641 0 0,18 24 3415 0 0,-16-17-3688 0 0,0 1 1 0 0,-1 0 0 0 0,5 18 0 0 0,13 56-2091 0 0</inkml:trace>
</inkml:ink>
</file>

<file path=ppt/ink/ink2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9:30.63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60 510 920 0 0,'-7'5'489'0'0,"1"-1"0"0"0,-1 0-1 0 0,0 0 1 0 0,0-1 0 0 0,-1 1-1 0 0,-9 2 1 0 0,40-35 1394 0 0,43-26-659 0 0,2 2 1 0 0,3 4-1 0 0,122-65 0 0 0,-87 55-769 0 0,-46 22-93 0 0,3 4 1 0 0,127-50-1 0 0,-171 77-230 0 0,-1 0 1 0 0,1 2-1 0 0,0 0 1 0 0,0 1-1 0 0,1 1 1 0 0,-1 0-1 0 0,1 2 0 0 0,-1 0 1 0 0,0 2-1 0 0,1 0 1 0 0,-1 0-1 0 0,0 2 1 0 0,0 1-1 0 0,0 0 0 0 0,25 12 1 0 0,-25-7-49 0 0,0 1 0 0 0,-1 1 1 0 0,0 1-1 0 0,-1 0 1 0 0,-1 1-1 0 0,0 1 0 0 0,-1 1 1 0 0,-1 0-1 0 0,0 1 0 0 0,14 22 1 0 0,5 14 175 0 0,-3 0 1 0 0,31 76 0 0 0,49 173 634 0 0,-25 9-588 0 0,-82-300-304 0 0,87 378 385 0 0,16 58 507 0 0,117 372 512 0 0,-176-592-259 0 0,-32-144-469 0 0,34 112 0 0 0,-37-168-2314 0 0,7-5-3312 0 0</inkml:trace>
</inkml:ink>
</file>

<file path=ppt/ink/ink2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9:31.55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119 478 2761 0 0,'-13'-5'867'0'0,"0"-1"1"0"0,0 0-1 0 0,-16-11 1 0 0,-12-12 3031 0 0,32 17-1979 0 0,12 6 222 0 0,-2 5-1998 0 0,1 1-1 0 0,0 0 1 0 0,-1-1-1 0 0,1 1 1 0 0,0 0 0 0 0,-1 0-1 0 0,1 0 1 0 0,-1 0-1 0 0,1 1 1 0 0,0-1-1 0 0,-1 0 1 0 0,1 1 0 0 0,2 0-1 0 0,24 12 191 0 0,-1 1 1 0 0,-1 0-1 0 0,0 3 0 0 0,24 19 0 0 0,-19-14-211 0 0,-8-6-43 0 0,-5-2 6 0 0,1 0-1 0 0,1-2 0 0 0,0 0 0 0 0,1-1 1 0 0,36 13-1 0 0,-56-23-35 0 0,1-1-1 0 0,0 0 1 0 0,-1 0-1 0 0,1 1 1 0 0,-1-1-1 0 0,1 0 1 0 0,-1 0 0 0 0,1-1-1 0 0,0 1 1 0 0,-1 0-1 0 0,1 0 1 0 0,-1-1 0 0 0,1 1-1 0 0,-1-1 1 0 0,1 0-1 0 0,-1 1 1 0 0,1-1 0 0 0,-1 0-1 0 0,3-1 1 0 0,-1-1 55 0 0,-1 1 1 0 0,1-1-1 0 0,0 0 1 0 0,-1 0-1 0 0,0 0 1 0 0,1 0-1 0 0,-1 0 1 0 0,1-4-1 0 0,4-8 193 0 0,-1 0 0 0 0,-1 0 0 0 0,4-17-1 0 0,-7 26-260 0 0,11-57 292 0 0,8-89 0 0 0,8-38-910 0 0,-26 177 227 0 0,0 1 0 0 0,1 0 0 0 0,1 0 0 0 0,5-12 0 0 0,2 4-922 0 0</inkml:trace>
</inkml:ink>
</file>

<file path=ppt/ink/ink2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9:33.42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129 379 3225 0 0,'-10'-1'72'0'0,"0"-1"1"0"0,0-1 0 0 0,0 0-1 0 0,1 0 1 0 0,-12-6 0 0 0,14 6 705 0 0,1 0 0 0 0,0 0 1 0 0,1-1-1 0 0,-1 0 1 0 0,1 0-1 0 0,-1-1 0 0 0,1 0 1 0 0,-8-9-1 0 0,31 26 6214 0 0,71 54-6381 0 0,-20 6-413 0 0,29 26 102 0 0,152 86 705 0 0,-184-140-357 0 0,-60-39-497 0 0,0 0 0 0 0,0 0-1 0 0,0 1 1 0 0,5 7 0 0 0,5 5 640 0 0,-16-18-776 0 0,1 0 0 0 0,-1 0 0 0 0,0 1-1 0 0,0-1 1 0 0,0 0 0 0 0,0 0 0 0 0,0 0 0 0 0,0 0 0 0 0,1 1 0 0 0,-1-1 0 0 0,0 0 0 0 0,0 0 0 0 0,0 0 0 0 0,0 0 0 0 0,1 0 0 0 0,-1 0 0 0 0,0 0 0 0 0,0 0 0 0 0,0 0 0 0 0,0 1 0 0 0,1-1 0 0 0,-1 0-1 0 0,0 0 1 0 0,0 0 0 0 0,0 0 0 0 0,1 0 0 0 0,-1 0 0 0 0,0 0 0 0 0,0 0 0 0 0,0 0 0 0 0,1-1 0 0 0,-1 1 0 0 0,0 0 0 0 0,0 0 0 0 0,0 0 0 0 0,1 0 0 0 0,-1 0 0 0 0,0 0 0 0 0,0 0 0 0 0,0 0 0 0 0,0 0-1 0 0,1-1 1 0 0,-1 1 0 0 0,0 0 0 0 0,0 0 0 0 0,0 0 0 0 0,0 0 0 0 0,0 0 0 0 0,0-1 0 0 0,1 1 0 0 0,-1 0 0 0 0,0 0 0 0 0,0 0 0 0 0,0 0 0 0 0,0-1 0 0 0,0 1 0 0 0,0 0 0 0 0,0 0 0 0 0,0-1 0 0 0,2-10 209 0 0,-2 10-128 0 0,-1-5 7 0 0,-25-300 419 0 0,8 125-316 0 0,6 96-628 0 0,-2-23-717 0 0,14 96 1008 0 0,0-1 1 0 0,0 1-1 0 0,1-1 1 0 0,0 0-1 0 0,1 1 0 0 0,5-16 1 0 0,-7 26-72 0 0,1 0-1 0 0,0 0 1 0 0,0 0 0 0 0,0 0 0 0 0,0 0-1 0 0,0 0 1 0 0,0 1 0 0 0,0-1-1 0 0,0 0 1 0 0,1 1 0 0 0,-1-1 0 0 0,1 0-1 0 0,-1 1 1 0 0,1 0 0 0 0,0-1-1 0 0,0 1 1 0 0,-1 0 0 0 0,1 0 0 0 0,0 0-1 0 0,0 0 1 0 0,0 0 0 0 0,0 0-1 0 0,0 1 1 0 0,0-1 0 0 0,0 1 0 0 0,1-1-1 0 0,-1 1 1 0 0,0 0 0 0 0,0 0 0 0 0,4 0-1 0 0,8 1-1237 0 0</inkml:trace>
</inkml:ink>
</file>

<file path=ppt/ink/ink2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9:33.83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14 176 456 0 0,'-14'14'7619'0'0,"20"-24"-5102"0"0,0-1-1827 0 0,1 0 1 0 0,0 0 0 0 0,1 1-1 0 0,0 0 1 0 0,0 1-1 0 0,1 0 1 0 0,1 0 0 0 0,0 1-1 0 0,0 0 1 0 0,0 1 0 0 0,1 0-1 0 0,0 0 1 0 0,0 1 0 0 0,17-6-1 0 0,81-28 1356 0 0,-103 36-3582 0 0</inkml:trace>
</inkml:ink>
</file>

<file path=ppt/ink/ink2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9:38.01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73 5985 0 0,'4'-6'4458'0'0,"28"-22"-2021"0"0,-25 25-1924 0 0,1 0 0 0 0,-1 1 0 0 0,1 0 1 0 0,0 0-1 0 0,9-1 0 0 0,13-3-1110 0 0,0-5-3472 0 0,-17 4-783 0 0</inkml:trace>
</inkml:ink>
</file>

<file path=ppt/ink/ink2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9:38.27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30 2761 0 0,'-1'1'393'0'0,"1"-1"-314"0"0,0 1-1 0 0,0-1 1 0 0,0 0 0 0 0,0 0-1 0 0,0 0 1 0 0,0 1 0 0 0,0-1-1 0 0,0 0 1 0 0,-1 0 0 0 0,1 0 0 0 0,0 1-1 0 0,0-1 1 0 0,0 0 0 0 0,0 0-1 0 0,0 1 1 0 0,0-1 0 0 0,0 0-1 0 0,0 0 1 0 0,0 0 0 0 0,1 1-1 0 0,-1-1 1 0 0,0 0 0 0 0,1 2 944 0 0,0-1-945 0 0,-1-1 1 0 0,0 0 0 0 0,0 0-1 0 0,0 0 1 0 0,1 0 0 0 0,-1 0-1 0 0,0 0 1 0 0,0 0 0 0 0,0 0 0 0 0,1 0-1 0 0,-1 1 1 0 0,22-1 2983 0 0,29-9 499 0 0,-48 8-3259 0 0,112-25 317 0 0,-99 22-1099 0 0</inkml:trace>
</inkml:ink>
</file>

<file path=ppt/ink/ink2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9:39.03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42 303 4609 0 0,'-3'-4'648'0'0,"0"0"0"0"0,0-1-1 0 0,0 1 1 0 0,0-1 0 0 0,-3-8 0 0 0,4 8 276 0 0,0 1 1 0 0,0-1-1 0 0,-1 1 1 0 0,0 0-1 0 0,-5-8 1 0 0,30 15 2376 0 0,3 0-3017 0 0,-15 2-157 0 0,-1 1 0 0 0,1 0 1 0 0,-1 1-1 0 0,-1 0 0 0 0,1 0 0 0 0,-1 1 1 0 0,0 0-1 0 0,-1 0 0 0 0,0 1 1 0 0,8 13-1 0 0,23 24 202 0 0,167 149-66 0 0,-119-116-244 0 0,-36-36 464 0 0,54 38 1 0 0,-103-80-418 0 0,0 0 0 0 0,0-1 0 0 0,0 1 0 0 0,0 0 0 0 0,0-1 0 0 0,0 1 0 0 0,0-1 1 0 0,0 0-1 0 0,0 1 0 0 0,0-1 0 0 0,1 0 0 0 0,-1 0 0 0 0,0 0 0 0 0,0 0 0 0 0,0 1 0 0 0,0-2 0 0 0,0 1 1 0 0,0 0-1 0 0,1 0 0 0 0,-1 0 0 0 0,0 0 0 0 0,0-1 0 0 0,2 0 0 0 0,-1 0-19 0 0,0 0 0 0 0,0-1 0 0 0,0 1-1 0 0,0-1 1 0 0,0 0 0 0 0,-1 1 0 0 0,1-1-1 0 0,0 0 1 0 0,-1 0 0 0 0,3-3 0 0 0,0-2-33 0 0,-1 0 1 0 0,1-1-1 0 0,-1 1 1 0 0,-1 0 0 0 0,4-16-1 0 0,-2-2 23 0 0,-2 0 0 0 0,-1-1-1 0 0,-3-41 1 0 0,-16-79 191 0 0,-1-9-96 0 0,18 148-133 0 0,-2-46-287 0 0,1 1 0 0 0,9-79-1 0 0,-3 118-2440 0 0</inkml:trace>
</inkml:ink>
</file>

<file path=ppt/ink/ink2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9:39.57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2 181 6913 0 0,'-1'-1'144'0'0,"1"-1"0"0"0,0 1 0 0 0,0 0 0 0 0,0-1 0 0 0,0 1 0 0 0,0-1 0 0 0,0 1-1 0 0,0-1 1 0 0,0 1 0 0 0,1 0 0 0 0,-1-1 0 0 0,0 1 0 0 0,1-1 0 0 0,-1 1-1 0 0,2-2 1 0 0,4-5 667 0 0,0 0-1 0 0,0 0 1 0 0,1 0-1 0 0,0 1 0 0 0,1 1 1 0 0,14-11-1 0 0,0 2 600 0 0,31-17 0 0 0,-44 28-1219 0 0,1 0 1 0 0,-1 0-1 0 0,1 1 0 0 0,0 1 1 0 0,0-1-1 0 0,0 2 0 0 0,0-1 1 0 0,1 1-1 0 0,-1 1 1 0 0,0 0-1 0 0,19 2 0 0 0,-23-2-228 0 0,0 0 0 0 0,1-1 0 0 0,-1 1 0 0 0,0-1 0 0 0,0-1 0 0 0,0 1 0 0 0,0-1 0 0 0,9-4 0 0 0,10-6-6003 0 0</inkml:trace>
</inkml:ink>
</file>

<file path=ppt/ink/ink2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9:40.17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99 65 864 0 0,'-35'-36'18753'0'0,"35"37"-18496"0"0,-1 0-172 0 0,1 0 1 0 0,-1 0-1 0 0,0 0 1 0 0,1 0 0 0 0,-1-1-1 0 0,0 1 1 0 0,0 0-1 0 0,0-1 1 0 0,0 1 0 0 0,0-1-1 0 0,1 1 1 0 0,-1-1-1 0 0,0 1 1 0 0,0-1-1 0 0,0 1 1 0 0,0-1 0 0 0,0 0-1 0 0,0 0 1 0 0,-1 1-1 0 0,1-1 1 0 0,0 0 0 0 0,0 0-1 0 0,0 0 1 0 0,-1 0-1 0 0,1-1-98 0 0,-1 0-1 0 0,1 0 0 0 0,0 0 0 0 0,-1 0 1 0 0,1 0-1 0 0,0 0 0 0 0,0-1 0 0 0,0 1 1 0 0,0 0-1 0 0,0 0 0 0 0,-1-3 0 0 0,-9-11 99 0 0,-3 5 112 0 0,21 25 177 0 0,6 13-145 0 0,21 74-220 0 0,8 17 30 0 0,35 174 1 0 0,-74-275-101 0 0,10 37-2079 0 0</inkml:trace>
</inkml:ink>
</file>

<file path=ppt/ink/ink2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9:40.80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52 57 920 0 0,'-10'2'689'0'0,"6"-1"-231"0"0,0-1 1 0 0,0 1-1 0 0,0 1 0 0 0,-22 10 10432 0 0,39-19-8772 0 0,5-3-1756 0 0,-6 1 94 0 0,0 0 0 0 0,1 1 0 0 0,20-9 0 0 0,-26 14-1511 0 0,0 0 1 0 0,0 1-1 0 0,0 0 1 0 0,1 0 0 0 0,8-1-1 0 0</inkml:trace>
</inkml:ink>
</file>

<file path=ppt/ink/ink2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9:41.04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0 159 3681 0 0,'29'-9'4329'0'0,"133"-131"1089"0"0,-148 130-5691 0 0</inkml:trace>
</inkml:ink>
</file>

<file path=ppt/ink/ink2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9:42.99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12 268 3681 0 0,'-12'-1'380'0'0,"12"1"-378"0"0,0 0 1 0 0,0 0-1 0 0,0 0 0 0 0,0 0 0 0 0,1 0 0 0 0,-1 0 1 0 0,0 0-1 0 0,0 1 0 0 0,0-1 0 0 0,0 0 1 0 0,0 0-1 0 0,0 0 0 0 0,0 0 0 0 0,0 0 0 0 0,0 0 1 0 0,0 0-1 0 0,0 0 0 0 0,0 1 0 0 0,0-1 0 0 0,0 0 1 0 0,0 0-1 0 0,0 0 0 0 0,0 0 0 0 0,0 0 1 0 0,0 0-1 0 0,0 0 0 0 0,0 1 0 0 0,0-1 0 0 0,0 0 1 0 0,0 0-1 0 0,0 0 0 0 0,-1 0 0 0 0,1 0 0 0 0,0 0 1 0 0,0 0-1 0 0,0 1 218 0 0,9-1 193 0 0,0-1 1 0 0,0 0-1 0 0,0 0 1 0 0,-1-1-1 0 0,1 0 0 0 0,-1-1 1 0 0,1 0-1 0 0,-1 0 1 0 0,9-5-1 0 0,-1 1 515 0 0,-10 5-815 0 0,0-1 0 0 0,0-1 0 0 0,0 1 0 0 0,0-1 0 0 0,-1 0 0 0 0,1-1 0 0 0,-1 1 0 0 0,0-1 0 0 0,0 0 0 0 0,-1 0 0 0 0,1-1 0 0 0,-1 1 0 0 0,-1-1 0 0 0,1 0 0 0 0,-1 0 0 0 0,3-7 0 0 0,-2 4 5 0 0,-1 0-1 0 0,0 0 1 0 0,0 0 0 0 0,-1 0-1 0 0,0-1 1 0 0,-1 1 0 0 0,0-1 0 0 0,-1 1-1 0 0,0-1 1 0 0,-2-17 0 0 0,2 24-97 0 0,-1 0 0 0 0,1 0 0 0 0,-1 0 1 0 0,0 0-1 0 0,0 0 0 0 0,0 0 0 0 0,0 0 1 0 0,-2-3-1 0 0,2 6-18 0 0,1-1 0 0 0,0 1 1 0 0,0 0-1 0 0,-1 0 0 0 0,1-1 0 0 0,0 1 1 0 0,0 0-1 0 0,-1 0 0 0 0,1 0 1 0 0,0-1-1 0 0,0 1 0 0 0,-1 0 0 0 0,1 0 1 0 0,0 0-1 0 0,-1 0 0 0 0,1 0 1 0 0,0 0-1 0 0,-1 0 0 0 0,1-1 0 0 0,0 1 1 0 0,-1 0-1 0 0,1 0 0 0 0,0 0 1 0 0,-1 0-1 0 0,1 0 0 0 0,0 1 0 0 0,-1-1 1 0 0,1 0-1 0 0,-1 0 0 0 0,-12 13 40 0 0,8-4-43 0 0,1 1 0 0 0,-1-1 0 0 0,2 1 0 0 0,-1 0 0 0 0,1 0 0 0 0,1 0 0 0 0,0 1 0 0 0,0-1 0 0 0,1 1 0 0 0,0-1 0 0 0,1 1 0 0 0,0-1 0 0 0,1 0 0 0 0,0 1 0 0 0,1-1 0 0 0,0 1 0 0 0,4 12 0 0 0,-5-20 53 0 0,1-1 0 0 0,-1 1 1 0 0,0-1-1 0 0,1 1 0 0 0,0-1 1 0 0,-1 0-1 0 0,1 1 1 0 0,0-1-1 0 0,0 0 0 0 0,0 0 1 0 0,0 0-1 0 0,1-1 0 0 0,-1 1 1 0 0,0 0-1 0 0,1-1 0 0 0,-1 0 1 0 0,1 1-1 0 0,0-1 0 0 0,-1 0 1 0 0,4 0-1 0 0,-4-1-19 0 0,-1 1 1 0 0,1-1-1 0 0,0-1 1 0 0,-1 1-1 0 0,1 0 1 0 0,0 0-1 0 0,-1-1 1 0 0,1 1-1 0 0,-1 0 1 0 0,1-1-1 0 0,-1 0 0 0 0,1 1 1 0 0,-1-1-1 0 0,1 0 1 0 0,-1 0-1 0 0,0 0 1 0 0,1 0-1 0 0,-1 0 1 0 0,0 0-1 0 0,0 0 1 0 0,0 0-1 0 0,0-1 0 0 0,0 1 1 0 0,0 0-1 0 0,0-1 1 0 0,0 1-1 0 0,0 0 1 0 0,-1-1-1 0 0,1 1 1 0 0,-1-1-1 0 0,1 1 0 0 0,-1-1 1 0 0,1 0-1 0 0,-1 1 1 0 0,0-3-1 0 0,1-2 88 0 0,0 0 0 0 0,-1 1 0 0 0,1-1-1 0 0,-2 0 1 0 0,1 0 0 0 0,0 1 0 0 0,-1-1 0 0 0,0 0-1 0 0,-1 1 1 0 0,1-1 0 0 0,-1 1 0 0 0,-5-11 0 0 0,6 13-94 0 0,-1-1 0 0 0,0 1 0 0 0,0 0 1 0 0,0-1-1 0 0,0 1 0 0 0,-1 0 0 0 0,1 0 1 0 0,-1 1-1 0 0,0-1 0 0 0,0 0 0 0 0,0 1 1 0 0,0 0-1 0 0,0 0 0 0 0,0 0 0 0 0,-1 0 0 0 0,1 0 1 0 0,-1 1-1 0 0,1-1 0 0 0,-1 1 0 0 0,-5-1 1 0 0,8 2-29 0 0,0 0 0 0 0,-1 0 0 0 0,1 1 0 0 0,0-1 0 0 0,0 0 0 0 0,-1 1 0 0 0,1-1 0 0 0,0 1 1 0 0,0 0-1 0 0,0-1 0 0 0,0 1 0 0 0,0 0 0 0 0,0-1 0 0 0,0 1 0 0 0,0 0 0 0 0,0 0 0 0 0,0 0 0 0 0,0 0 1 0 0,0 0-1 0 0,1 0 0 0 0,-1 0 0 0 0,0 0 0 0 0,1 1 0 0 0,-1-1 0 0 0,1 0 0 0 0,-1 0 0 0 0,0 2 0 0 0,-12 40-101 0 0,12-36 40 0 0,-2 5-22 0 0,0 0 0 0 0,1 1 1 0 0,-1 21-1 0 0,3-31 75 0 0,0 0 0 0 0,0 1-1 0 0,0-1 1 0 0,0 0 0 0 0,1 1 0 0 0,0-1-1 0 0,0 0 1 0 0,0 0 0 0 0,0 0-1 0 0,0 0 1 0 0,0 0 0 0 0,1 0 0 0 0,-1 0-1 0 0,1 0 1 0 0,0 0 0 0 0,0-1-1 0 0,0 1 1 0 0,0-1 0 0 0,5 4 0 0 0,-6-5 7 0 0,0 0 1 0 0,0-1 0 0 0,0 1 0 0 0,0-1 0 0 0,0 1 0 0 0,0-1 0 0 0,0 1 0 0 0,0-1 0 0 0,1 0-1 0 0,-1 1 1 0 0,0-1 0 0 0,0 0 0 0 0,0 0 0 0 0,1 0 0 0 0,-1 0 0 0 0,0 0 0 0 0,0 0-1 0 0,1 0 1 0 0,-1 0 0 0 0,0-1 0 0 0,0 1 0 0 0,2-1 0 0 0,0 0 6 0 0,0-1 0 0 0,-1 1 0 0 0,1-1 0 0 0,0 0 1 0 0,-1 0-1 0 0,1 0 0 0 0,-1 0 0 0 0,4-4 0 0 0,0-1 101 0 0,0-1-1 0 0,-1 0 1 0 0,0 0 0 0 0,8-16-1 0 0,-9 13 50 0 0,0-1 0 0 0,0 1 0 0 0,3-23-1 0 0,-6 30-148 0 0,0 0 1 0 0,-1 0-1 0 0,0 0 0 0 0,0 0 0 0 0,0 0 0 0 0,0 0 0 0 0,-1 0 0 0 0,1 0 0 0 0,-1 0 0 0 0,0 0 0 0 0,0 0 0 0 0,-1 0 0 0 0,1 0 0 0 0,-5-7 1 0 0,6 11-5 0 0,0-1 0 0 0,-1 1 0 0 0,1-1 0 0 0,-1 1 0 0 0,1-1 1 0 0,-1 1-1 0 0,1 0 0 0 0,-1-1 0 0 0,1 1 0 0 0,-1 0 0 0 0,0-1 1 0 0,1 1-1 0 0,-1 0 0 0 0,0 0 0 0 0,1 0 0 0 0,-1 0 0 0 0,1-1 1 0 0,-1 1-1 0 0,0 0 0 0 0,1 0 0 0 0,-1 0 0 0 0,0 0 0 0 0,1 0 1 0 0,-1 1-1 0 0,0-1 0 0 0,1 0 0 0 0,-1 0 0 0 0,0 0 0 0 0,1 0 0 0 0,-1 1 1 0 0,1-1-1 0 0,-1 0 0 0 0,0 1 0 0 0,1-1 0 0 0,-1 0 0 0 0,1 1 1 0 0,-1-1-1 0 0,1 1 0 0 0,-1-1 0 0 0,1 1 0 0 0,0-1 0 0 0,-1 1 1 0 0,1-1-1 0 0,-1 2 0 0 0,-20 27 73 0 0,18-25-60 0 0,-37 51-11 0 0,26-37-11 0 0,1 0 0 0 0,-15 28 0 0 0,28-46 5 0 0,-1 1 0 0 0,1-1 0 0 0,0 0 0 0 0,0 0 0 0 0,-1 0-1 0 0,1 1 1 0 0,0-1 0 0 0,0 0 0 0 0,0 1 0 0 0,-1-1 0 0 0,1 0 0 0 0,0 0 0 0 0,0 1 0 0 0,0-1 0 0 0,0 0 0 0 0,0 1 0 0 0,0-1-1 0 0,0 0 1 0 0,0 1 0 0 0,0-1 0 0 0,0 0 0 0 0,0 1 0 0 0,0-1 0 0 0,0 0 0 0 0,0 1 0 0 0,0-1 0 0 0,0 0 0 0 0,0 1-1 0 0,0-1 1 0 0,0 0 0 0 0,0 1 0 0 0,0-1 0 0 0,1 0 0 0 0,-1 0 0 0 0,0 1 0 0 0,13-6-93 0 0,18-20-115 0 0,-28 23 182 0 0,4-5-24 0 0,16-10-5053 0 0,-11 8-430 0 0</inkml:trace>
</inkml:ink>
</file>

<file path=ppt/ink/ink2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9:44.80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80 63 5697 0 0,'1'0'0'0'0,"0"-1"13"0"0,0 1-1 0 0,0-1 0 0 0,-1 1 0 0 0,1-1 1 0 0,0 1-1 0 0,-1-1 0 0 0,1 0 1 0 0,0 1-1 0 0,-1-1 0 0 0,1 0 0 0 0,-1 0 1 0 0,1 1-1 0 0,-1-1 0 0 0,0 0 1 0 0,1 0-1 0 0,-1 0 0 0 0,0 0 0 0 0,0 1 1 0 0,1-1-1 0 0,-1 0 0 0 0,0 0 1 0 0,0 0-1 0 0,0 0 0 0 0,0 0 0 0 0,0 0 1 0 0,0 0-1 0 0,0 0 0 0 0,0 1 1 0 0,-1-1-1 0 0,1 0 0 0 0,0 0 1 0 0,0 0-1 0 0,-1 0 0 0 0,1 0 0 0 0,0 1 1 0 0,-2-2-1 0 0,-15-13 4034 0 0,15 13-3505 0 0,1 0 0 0 0,-1 1 1 0 0,0-1-1 0 0,0 0 0 0 0,0 1 0 0 0,0 0 0 0 0,0-1 0 0 0,0 1 0 0 0,-1 0 0 0 0,-2-1 0 0 0,4 2-457 0 0,0 0-1 0 0,0 0 1 0 0,0 1-1 0 0,-1-1 1 0 0,1 0-1 0 0,0 1 1 0 0,0-1 0 0 0,1 1-1 0 0,-1-1 1 0 0,0 1-1 0 0,0 0 1 0 0,0-1-1 0 0,0 1 1 0 0,0 0-1 0 0,1-1 1 0 0,-1 1-1 0 0,0 0 1 0 0,0 0 0 0 0,1 0-1 0 0,-1 0 1 0 0,1 0-1 0 0,-1 0 1 0 0,1 0-1 0 0,-1 0 1 0 0,1 0-1 0 0,0 0 1 0 0,-1 0-1 0 0,1 0 1 0 0,0 0-1 0 0,0 2 1 0 0,-6 17 0 0 0,0 1 0 0 0,2 0 0 0 0,1 0 0 0 0,0 1 0 0 0,2-1 0 0 0,0 0 0 0 0,4 34 0 0 0,0-26 18 0 0,1-1-1 0 0,1 0 0 0 0,2 0 1 0 0,1 0-1 0 0,14 32 0 0 0,-15-46-102 0 0,0 0-1 0 0,1-1 1 0 0,1 0 0 0 0,0-1-1 0 0,1 1 1 0 0,0-2-1 0 0,1 0 1 0 0,0 0-1 0 0,1-1 1 0 0,0 0 0 0 0,1-1-1 0 0,0 0 1 0 0,0-1-1 0 0,29 13 1 0 0,-28-15 78 0 0,-10-3-37 0 0,0-1 0 0 0,1 0 0 0 0,-1 0 0 0 0,1 0 0 0 0,0 0 0 0 0,0-1 0 0 0,0 0 0 0 0,0 0 0 0 0,0 0 0 0 0,0-1 0 0 0,9 1 0 0 0,-14-2-42 0 0,0 1 0 0 0,0 0 0 0 0,0 0 0 0 0,0-1 0 0 0,1 1 0 0 0,-1 0 0 0 0,0 0 0 0 0,0-1 0 0 0,0 1 0 0 0,0 0 0 0 0,0 0 0 0 0,0-1 0 0 0,0 1 0 0 0,0 0 0 0 0,0-1 0 0 0,0 1 0 0 0,0 0 0 0 0,0 0 0 0 0,-1-1 0 0 0,1 1 0 0 0,0 0 0 0 0,0 0 0 0 0,0-1 0 0 0,0 1 0 0 0,0 0 0 0 0,0 0 0 0 0,-1-1 0 0 0,1 1 0 0 0,0 0 0 0 0,0 0 0 0 0,0 0 0 0 0,0-1 0 0 0,-1 1 0 0 0,1 0 0 0 0,0 0 0 0 0,0 0 0 0 0,-1 0 0 0 0,1 0 0 0 0,0-1 0 0 0,0 1 0 0 0,-1 0 0 0 0,1 0 0 0 0,0 0 0 0 0,0 0 0 0 0,-1 0 0 0 0,1 0 0 0 0,-22-17-116 0 0,8 7-26 0 0,8 4 41 0 0,1 0 0 0 0,0 0-1 0 0,0-1 1 0 0,0 0 0 0 0,1 0-1 0 0,0 0 1 0 0,0-1 0 0 0,1 1-1 0 0,0-1 1 0 0,1 0-1 0 0,-1 0 1 0 0,1 0 0 0 0,1 0-1 0 0,-1 0 1 0 0,2 0 0 0 0,-1-10-1 0 0,1 11 22 0 0,0 1-1 0 0,1-1 0 0 0,0 0 0 0 0,0 0 0 0 0,1 1 0 0 0,0-1 0 0 0,0 1 1 0 0,0-1-1 0 0,1 1 0 0 0,0 0 0 0 0,0 0 0 0 0,1 0 0 0 0,0 0 0 0 0,0 1 1 0 0,0-1-1 0 0,0 1 0 0 0,1 0 0 0 0,0 0 0 0 0,8-6 0 0 0,7-3 38 0 0,31-18-1 0 0,-46 29 143 0 0,1 0 0 0 0,-1 1 0 0 0,0 0 0 0 0,1 0 0 0 0,-1 0 0 0 0,1 0 0 0 0,-1 1 0 0 0,1 0 0 0 0,0 0 0 0 0,0 1 0 0 0,-1-1 0 0 0,9 2 0 0 0,-12-1-27 0 0,1 2-1 0 0,-1-1 1 0 0,1 0 0 0 0,-1 0 0 0 0,0 1 0 0 0,1-1 0 0 0,-1 1-1 0 0,0 0 1 0 0,0 0 0 0 0,0 0 0 0 0,-1 0 0 0 0,1 0-1 0 0,0 0 1 0 0,-1 0 0 0 0,1 0 0 0 0,-1 1 0 0 0,0-1-1 0 0,0 0 1 0 0,0 1 0 0 0,0 0 0 0 0,1 2 0 0 0,3 11 223 0 0,-1 0 1 0 0,3 20 0 0 0,-5-27-191 0 0,-2-7-88 0 0,10 52 221 0 0,20 64-1 0 0,-30-118-278 0 0,3 6-211 0 0</inkml:trace>
</inkml:ink>
</file>

<file path=ppt/ink/ink2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9:45.07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35 1 10138 0 0,'-1'0'91'0'0,"0"0"-1"0"0,0 0 1 0 0,-1 0-1 0 0,1 0 1 0 0,0 0-1 0 0,-1 0 1 0 0,1 0-1 0 0,0 1 1 0 0,0-1-1 0 0,0 0 1 0 0,-1 1-1 0 0,1-1 1 0 0,0 1-1 0 0,0 0 1 0 0,0-1-1 0 0,-2 2 1 0 0,2 0 40 0 0,0-1 0 0 0,0 1 0 0 0,0 0 0 0 0,0 0 0 0 0,1 0 0 0 0,-1-1 0 0 0,0 1 0 0 0,1 0 0 0 0,0 0 0 0 0,-1 3-1 0 0,-1 13 549 0 0,0-1-1 0 0,2 1 0 0 0,0 0 0 0 0,1 0 1 0 0,4 21-1 0 0,21 89 869 0 0,-20-103-1246 0 0,-2-9-142 0 0,75 289 625 0 0,-79-303-814 0 0,1 2-194 0 0,0 1 0 0 0,1 0 0 0 0,-1 0 0 0 0,1-1 0 0 0,0 1-1 0 0,1-1 1 0 0,-1 0 0 0 0,1 1 0 0 0,0-1 0 0 0,0 0 0 0 0,4 4-1 0 0</inkml:trace>
</inkml:ink>
</file>

<file path=ppt/ink/ink2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9:45.48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91 253 7370 0 0,'-28'-2'1308'0'0,"21"2"-370"0"0,0 0 0 0 0,-1-1 0 0 0,1 1 0 0 0,0-2 0 0 0,-1 1 0 0 0,-11-5 1 0 0,50 23 4029 0 0,-17-7-4662 0 0,-1-1-1 0 0,0 2 0 0 0,19 19 0 0 0,-18-16-252 0 0,0 0 0 0 0,1-1 0 0 0,1 0 0 0 0,29 18 0 0 0,-35-26-53 0 0,0 0 0 0 0,0 0 1 0 0,0-1-1 0 0,1-1 0 0 0,0 1 0 0 0,0-2 0 0 0,-1 1 0 0 0,2-2 0 0 0,-1 0 1 0 0,12 1-1 0 0,-21-2 12 0 0,1 0 0 0 0,0-1-1 0 0,0 1 1 0 0,0 0 0 0 0,-1-1 0 0 0,1 0 0 0 0,0 1 0 0 0,-1-1 0 0 0,1 0 0 0 0,0 0 0 0 0,-1-1 0 0 0,1 1 0 0 0,-1 0 0 0 0,0-1 0 0 0,1 0 0 0 0,-1 1 0 0 0,0-1 0 0 0,0 0 0 0 0,3-3-1 0 0,-3 1 42 0 0,1-1 0 0 0,0 1-1 0 0,-1-1 1 0 0,0 0-1 0 0,0 1 1 0 0,0-1-1 0 0,0 0 1 0 0,-1 0-1 0 0,2-10 1 0 0,-2-3 100 0 0,0-1-1 0 0,-1 0 1 0 0,-1 1 0 0 0,-5-34 0 0 0,-1 21-623 0 0,-16-48 0 0 0,12 49-238 0 0,-9-49-1 0 0,20 68-1450 0 0</inkml:trace>
</inkml:ink>
</file>

<file path=ppt/ink/ink2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9:45.77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22 5065 0 0,'0'-1'159'0'0,"0"0"-1"0"0,0 0 0 0 0,0 0 1 0 0,0 1-1 0 0,0-1 1 0 0,0 0-1 0 0,0 0 0 0 0,0 0 1 0 0,0 1-1 0 0,1-1 1 0 0,-1 0-1 0 0,0 0 1 0 0,1 1-1 0 0,-1-1 0 0 0,0 0 1 0 0,1 0-1 0 0,-1 1 1 0 0,1-1-1 0 0,-1 1 0 0 0,1-1 1 0 0,0 0-1 0 0,-1 1 1 0 0,1-1-1 0 0,0 1 1 0 0,-1-1-1 0 0,1 1 0 0 0,0 0 1 0 0,-1-1-1 0 0,1 1 1 0 0,0 0-1 0 0,0-1 1 0 0,-1 1-1 0 0,1 0 0 0 0,0 0 1 0 0,0 0-1 0 0,0-1 1 0 0,-1 1-1 0 0,1 0 0 0 0,0 0 1 0 0,0 0-1 0 0,0 0 1 0 0,0 1-1 0 0,-1-1 1 0 0,1 0-1 0 0,0 0 0 0 0,0 0 1 0 0,1 1-1 0 0,1 0 160 0 0,0 0 0 0 0,0 0 0 0 0,0 0 1 0 0,0 1-1 0 0,0-1 0 0 0,0 1 0 0 0,-1 0 0 0 0,1 0 0 0 0,0 0 0 0 0,-1 0 0 0 0,3 2 0 0 0,5 11 237 0 0,0-1 0 0 0,-1 2 0 0 0,0-1 0 0 0,-2 1 0 0 0,9 22 0 0 0,22 89 437 0 0,-21-62-830 0 0,-6-27-614 0 0,1 0 1 0 0,2-1 0 0 0,27 50-1 0 0,-27-65-6445 0 0</inkml:trace>
</inkml:ink>
</file>

<file path=ppt/ink/ink2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9:46.07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11 209 5529 0 0,'-2'-3'187'0'0,"1"1"0"0"0,0-1 0 0 0,-1 1 1 0 0,1-1-1 0 0,1 1 0 0 0,-1-1 0 0 0,0 1 0 0 0,0-1 0 0 0,1 0 0 0 0,0 0 0 0 0,0 1 0 0 0,-1-1 1 0 0,1 0-1 0 0,1 0 0 0 0,-1 1 0 0 0,0-1 0 0 0,1 0 0 0 0,-1 1 0 0 0,1-1 0 0 0,0 0 0 0 0,0 1 0 0 0,0-1 1 0 0,0 1-1 0 0,1-1 0 0 0,-1 1 0 0 0,3-4 0 0 0,2-4 32 0 0,0 1 0 0 0,1-1 0 0 0,0 1 0 0 0,1 0 0 0 0,0 1 0 0 0,0 0 0 0 0,1 0 0 0 0,0 1 0 0 0,0 0 0 0 0,0 1 0 0 0,1 0 0 0 0,0 0 0 0 0,1 1 0 0 0,-1 0 0 0 0,1 1 0 0 0,0 0 0 0 0,0 1 1 0 0,0 0-1 0 0,0 1 0 0 0,1 0 0 0 0,-1 0 0 0 0,15 1 0 0 0,-16 1-44 0 0,0 0 1 0 0,0 0 0 0 0,0 1 0 0 0,0 0-1 0 0,0 1 1 0 0,-1 0 0 0 0,1 1 0 0 0,0 0-1 0 0,-1 0 1 0 0,0 1 0 0 0,0 0 0 0 0,0 1-1 0 0,0 0 1 0 0,-1 0 0 0 0,0 1 0 0 0,0 0 0 0 0,0 0-1 0 0,-1 1 1 0 0,0 0 0 0 0,0 0 0 0 0,0 1-1 0 0,-1 0 1 0 0,-1 0 0 0 0,1 0 0 0 0,7 17-1 0 0,-7-7-122 0 0,0-1 0 0 0,-1 1-1 0 0,-2 0 1 0 0,1 0-1 0 0,-2 1 1 0 0,0-1 0 0 0,-2 0-1 0 0,0 1 1 0 0,-4 33-1 0 0,0-27-270 0 0,-1 0 0 0 0,0-1 0 0 0,-2 1 0 0 0,-1-1 0 0 0,-1-1 0 0 0,-20 38 0 0 0,15-38-6623 0 0</inkml:trace>
</inkml:ink>
</file>

<file path=ppt/ink/ink2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9:47.77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 2211 6913 0 0,'-1'0'5'0'0,"1"-1"0"0"0,0 1 0 0 0,-1 0 0 0 0,1 0-1 0 0,0 0 1 0 0,-1-1 0 0 0,1 1 0 0 0,0 0 0 0 0,-1-1-1 0 0,1 1 1 0 0,0 0 0 0 0,-1-1 0 0 0,1 1 0 0 0,0 0-1 0 0,0-1 1 0 0,-1 1 0 0 0,1-1 0 0 0,0 1 0 0 0,0 0-1 0 0,0-1 1 0 0,0 1 0 0 0,0-1 0 0 0,0 1 0 0 0,0 0-1 0 0,-1-1 1 0 0,1 1 0 0 0,0-1 0 0 0,0 1 0 0 0,1-1-1 0 0,-1 1 1 0 0,0-1 0 0 0,10-12-63 0 0,21-7-150 0 0,77-33 423 0 0,65-36 357 0 0,-80 38 182 0 0,3 3 0 0 0,125-42 0 0 0,290-68 836 0 0,605-146-187 0 0,-444 44-665 0 0,-48 15 304 0 0,-357 162-814 0 0,4 12 0 0 0,314-41 0 0 0,-385 85-245 0 0,430-68-180 0 0,-11-53 5 0 0,-199 1-57 0 0,-338 117 375 0 0,291-79 604 0 0,-318 95-699 0 0,-23 5-55 0 0,1 2 0 0 0,0 1 0 0 0,0 1 0 0 0,1 2 0 0 0,-1 1 0 0 0,1 2 0 0 0,-1 1 0 0 0,0 2 0 0 0,1 1 0 0 0,34 9 0 0 0,-60-10 219 0 0,1-1 0 0 0,-1-1-1 0 0,1 0 1 0 0,0 0 0 0 0,-1 0 0 0 0,1-1-1 0 0,0-1 1 0 0,-1 1 0 0 0,1-1-1 0 0,0-1 1 0 0,14-4 0 0 0,-22 6-123 0 0,0 0 1 0 0,0 0-1 0 0,0-1 1 0 0,0 1 0 0 0,0 0-1 0 0,1 0 1 0 0,-1 0-1 0 0,0 1 1 0 0,0-1-1 0 0,0 0 1 0 0,0 0-1 0 0,0 1 1 0 0,0-1-1 0 0,0 0 1 0 0,0 1 0 0 0,0-1-1 0 0,0 1 1 0 0,0 0-1 0 0,0-1 1 0 0,0 1-1 0 0,0 0 1 0 0,0-1-1 0 0,0 1 1 0 0,-1 0-1 0 0,1 0 1 0 0,0 0 0 0 0,-1 0-1 0 0,1 0 1 0 0,0-1-1 0 0,-1 1 1 0 0,1 0-1 0 0,-1 1 1 0 0,0-1-1 0 0,1 0 1 0 0,-1 0-1 0 0,1 2 1 0 0,2 8 226 0 0,-1-1 0 0 0,0 1 0 0 0,1 13 0 0 0,1 2-42 0 0,7 12-238 0 0,3 1 0 0 0,0-2 0 0 0,3 0 0 0 0,1-1 0 0 0,34 51 1 0 0,131 159 39 0 0,-146-199-57 0 0,415 620 200 0 0,-316-426 39 0 0,-114-193-245 0 0,-2 0-1 0 0,-2 1 0 0 0,15 65 0 0 0,-31-105 50 0 0,0 0 1 0 0,0 1 0 0 0,-1-1-1 0 0,-1 1 1 0 0,0-1-1 0 0,0 1 1 0 0,-1-1 0 0 0,0 1-1 0 0,-3 12 1 0 0,2-15-17 0 0,-1-1-1 0 0,1 1 1 0 0,-1-1 0 0 0,0 0 0 0 0,-1 0 0 0 0,1-1 0 0 0,-1 1-1 0 0,0-1 1 0 0,0 0 0 0 0,-1 0 0 0 0,0 0 0 0 0,0 0-1 0 0,0-1 1 0 0,-7 5 0 0 0,-48 28-53 0 0,-2-2 1 0 0,-104 40-1 0 0,77-36-18 0 0,-392 143-1067 0 0,295-118 547 0 0,-850 369-183 0 0,231-80 744 0 0,507-226 28 0 0,107-51 90 0 0,-220 55-1 0 0,-207 21-1783 0 0,-4 1 739 0 0,-186 82 2835 0 0,642-187-1770 0 0,4 8 0 0 0,2 7 0 0 0,-203 110 0 0 0,282-129-210 0 0,-2-3 0 0 0,-2-4 0 0 0,-143 43 0 0 0,218-77-138 0 0,0 0-1 0 0,-1-1 1 0 0,1 0-1 0 0,-1-1 1 0 0,1 0-1 0 0,-1 0 1 0 0,0-1 0 0 0,1-1-1 0 0,-1 0 1 0 0,-20-4-1 0 0,8-4-6379 0 0</inkml:trace>
</inkml:ink>
</file>

<file path=ppt/ink/ink2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09:48.08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50 49 3681 0 0,'-7'-3'-79'0'0,"-24"-10"1250"0"0,30 12-1039 0 0,0 0 1 0 0,1 1-1 0 0,-1-1 1 0 0,0 0-1 0 0,0 1 1 0 0,0-1-1 0 0,1 0 0 0 0,-1 0 1 0 0,0 0-1 0 0,1 0 1 0 0,-1 0-1 0 0,1 0 1 0 0,-1 0-1 0 0,1 0 1 0 0,0 0-1 0 0,-1 0 1 0 0,1 0-1 0 0,0 0 1 0 0,0 0-1 0 0,-1 0 1 0 0,1 0-1 0 0,0 0 0 0 0,0 0 1 0 0,0 0-1 0 0,1 0 1 0 0,-1 0-1 0 0,0-2 1 0 0,0 3-101 0 0,0-1 1 0 0,0 1-1 0 0,0 0 0 0 0,0 0 1 0 0,0 0-1 0 0,1 0 1 0 0,-1-1-1 0 0,0 1 0 0 0,0 0 1 0 0,0 0-1 0 0,0 0 1 0 0,0 0-1 0 0,0-1 0 0 0,0 1 1 0 0,0 0-1 0 0,1 0 1 0 0,-1 0-1 0 0,0 0 0 0 0,0 0 1 0 0,0 0-1 0 0,0 0 0 0 0,0-1 1 0 0,1 1-1 0 0,-1 0 1 0 0,0 0-1 0 0,0 0 0 0 0,0 0 1 0 0,0 0-1 0 0,1 0 1 0 0,-1 0-1 0 0,0 0 0 0 0,0 0 1 0 0,0 0-1 0 0,0 0 1 0 0,1 0-1 0 0,-1 0 0 0 0,0 0 1 0 0,0 0-1 0 0,0 0 1 0 0,0 0-1 0 0,1 0 0 0 0,-1 0 1 0 0,0 0-1 0 0,0 0 1 0 0,0 0-1 0 0,0 1 0 0 0,1-1 1 0 0,-1 0-1 0 0,0 0 0 0 0,0 0 1 0 0,12 11 719 0 0,6 15-77 0 0,5 19-167 0 0,-2 1 0 0 0,19 65-1 0 0,-20-54-117 0 0,57 163 909 0 0,64 174-333 0 0,33-14-582 0 0,11-81-1382 0 0,-134-229-4397 0 0</inkml:trace>
</inkml:ink>
</file>

<file path=ppt/ink/ink2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1.4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48 132 3225 0 0,'-6'-42'619'0'0,"6"36"-75"0"0,0 0 1 0 0,0 0-1 0 0,-1-1 1 0 0,0 1-1 0 0,0 0 1 0 0,-1 0-1 0 0,1 0 1 0 0,-1 0-1 0 0,-1 0 1 0 0,1 1-1 0 0,-1-1 1 0 0,-7-10 1403 0 0,9 16-1808 0 0,1 0 1 0 0,0-1-1 0 0,-1 1 0 0 0,1 0 1 0 0,0 0-1 0 0,-1 0 1 0 0,1 0-1 0 0,-1-1 0 0 0,1 1 1 0 0,0 0-1 0 0,-1 0 0 0 0,1 0 1 0 0,-1 0-1 0 0,1 0 1 0 0,0 0-1 0 0,-1 0 0 0 0,1 0 1 0 0,-1 0-1 0 0,1 0 0 0 0,0 0 1 0 0,-1 1-1 0 0,1-1 0 0 0,-6 13 1311 0 0,5 28-1955 0 0,2-33 935 0 0,39 715 1985 0 0,-14-387-2173 0 0,22 416-110 0 0,-23-439 459 0 0,5 246 887 0 0,-30-489-1286 0 0,-1-15-73 0 0,-7 61 1 0 0,4-107-538 0 0,-1-17-409 0 0,-2-18-577 0 0,6-25-1478 0 0,1 16-3275 0 0</inkml:trace>
</inkml:ink>
</file>

<file path=ppt/ink/ink2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2.2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163 148 3225 0 0,'-4'-10'247'0'0,"0"0"1"0"0,0 1-1 0 0,-1 0 1 0 0,0 0 0 0 0,0 0-1 0 0,-1 0 1 0 0,0 1-1 0 0,-1 0 1 0 0,0 0 0 0 0,0 1-1 0 0,0-1 1 0 0,-1 2-1 0 0,-1-1 1 0 0,1 1-1 0 0,-1 0 1 0 0,-16-8 0 0 0,24 14-76 0 0,-1-1-1 0 0,1 1 1 0 0,0-1 0 0 0,-1 1 0 0 0,1-1 0 0 0,0 1 0 0 0,-1-1 0 0 0,1 1 0 0 0,-1 0 0 0 0,1 0 0 0 0,0 0 0 0 0,-1 0-1 0 0,1 0 1 0 0,-1 0 0 0 0,1 0 0 0 0,-1 0 0 0 0,1 1 0 0 0,0-1 0 0 0,-1 1 0 0 0,1-1 0 0 0,-3 2 0 0 0,4-2-65 0 0,-1 1 0 0 0,1-1 1 0 0,0 1-1 0 0,-1 0 0 0 0,1-1 1 0 0,0 1-1 0 0,-1 0 0 0 0,1-1 1 0 0,0 1-1 0 0,0 0 0 0 0,0-1 1 0 0,-1 1-1 0 0,1 0 0 0 0,0-1 1 0 0,0 1-1 0 0,0 0 0 0 0,0-1 1 0 0,0 1-1 0 0,0 0 0 0 0,0-1 1 0 0,1 1-1 0 0,-1 0 0 0 0,0 0 1 0 0,0-1-1 0 0,0 1 0 0 0,1-1 1 0 0,-1 1-1 0 0,0 0 0 0 0,1-1 0 0 0,-1 1 1 0 0,0-1-1 0 0,1 1 0 0 0,-1 0 1 0 0,1-1-1 0 0,-1 1 0 0 0,1-1 1 0 0,-1 0-1 0 0,1 1 0 0 0,0-1 1 0 0,-1 1-1 0 0,1-1 0 0 0,-1 0 1 0 0,2 1-1 0 0,24 21 486 0 0,34 31 51 0 0,2-3 0 0 0,2-2 0 0 0,77 43 0 0 0,52 3-382 0 0,47 26 29 0 0,-182-86-279 0 0,59 35 110 0 0,164 68 0 0 0,-106-64-95 0 0,191 110 0 0 0,-320-156 45 0 0,2-2 1 0 0,0-2 0 0 0,2-2 0 0 0,0-3-1 0 0,1-1 1 0 0,61 10 0 0 0,-63-14-167 0 0,11 1-2737 0 0,-45-19-621 0 0</inkml:trace>
</inkml:ink>
</file>

<file path=ppt/ink/ink2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2.9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2488 1 3369 0 0,'-32'33'17363'0'0,"23"-31"-17265"0"0,0 0 0 0 0,0 1 0 0 0,1 0 0 0 0,-1 0 0 0 0,1 1 0 0 0,-1 0 0 0 0,1 0 0 0 0,-14 11 0 0 0,-67 55 216 0 0,60-45-363 0 0,-363 311 358 0 0,211-178-311 0 0,-56 57-148 0 0,132-117-167 0 0,36-35 251 0 0,-259 244-508 0 0,23 25 195 0 0,279-301 379 0 0,-1-1 0 0 0,-51 42 0 0 0,59-54 10 0 0,-24 27-1 0 0,30-30 3 0 0,-1 0 0 0 0,-1-1 0 0 0,-26 20 0 0 0,-1-1 180 0 0,2 2 0 0 0,1 1 0 0 0,-51 63-1 0 0,69-75-32 0 0,-96 116 617 0 0,113-130-450 0 0,4-10-381 0 0,0 0 0 0 0,0 1 1 0 0,1-1-1 0 0,-1 0 0 0 0,0 0 0 0 0,0 0 0 0 0,1 0 0 0 0,-1 0 0 0 0,0 0 1 0 0,1 0-1 0 0,-1 1 0 0 0,0-1 0 0 0,0 0 0 0 0,1 0 0 0 0,-1 0 0 0 0,0 0 1 0 0,1 0-1 0 0,-1 0 0 0 0,0 0 0 0 0,0 0 0 0 0,1-1 0 0 0,-1 1 0 0 0,0 0 1 0 0,1 0-1 0 0,-1 0 0 0 0,0 0 0 0 0,0 0 0 0 0,1 0 0 0 0,-1 0 0 0 0,0-1 1 0 0,0 1-1 0 0,1 0 0 0 0,-1 0 0 0 0,0-1 0 0 0</inkml:trace>
</inkml:ink>
</file>

<file path=ppt/ink/ink2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5.1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123 154 3225 0 0,'-4'-2'87'0'0,"1"0"0"0"0,-1 0 0 0 0,0 1 1 0 0,1 0-1 0 0,-1-1 0 0 0,0 1 0 0 0,0 0 1 0 0,0 1-1 0 0,0-1 0 0 0,0 1 0 0 0,0 0 1 0 0,0 0-1 0 0,0 0 0 0 0,0 0 0 0 0,-7 2 1 0 0,8-1 109 0 0,1-1 0 0 0,-1 1 1 0 0,1 0-1 0 0,-1 0 1 0 0,1 0-1 0 0,0 0 0 0 0,0 0 1 0 0,-1 0-1 0 0,1 1 0 0 0,0-1 1 0 0,0 1-1 0 0,0-1 1 0 0,0 1-1 0 0,1 0 0 0 0,-1 0 1 0 0,0 0-1 0 0,1 0 1 0 0,-1 0-1 0 0,1 0 0 0 0,0 0 1 0 0,-1 0-1 0 0,1 1 1 0 0,0-1-1 0 0,1 1 0 0 0,-2 3 1 0 0,-1 12 105 0 0,2 0 1 0 0,0 0 0 0 0,1 1 0 0 0,0-1-1 0 0,2 0 1 0 0,5 28 0 0 0,-5-37-269 0 0,0 0 0 0 0,1 0 1 0 0,-1 0-1 0 0,2 0 0 0 0,-1-1 0 0 0,1 0 1 0 0,0 1-1 0 0,1-2 0 0 0,0 1 1 0 0,0 0-1 0 0,1-1 0 0 0,0 0 0 0 0,0 0 1 0 0,13 10-1 0 0,-10-12 9 0 0,-1 0 1 0 0,1-1-1 0 0,1 0 1 0 0,-1-1-1 0 0,0 1 1 0 0,1-2-1 0 0,-1 0 1 0 0,1 0-1 0 0,0 0 1 0 0,0-1-1 0 0,0-1 1 0 0,0 0-1 0 0,0 0 1 0 0,-1-1-1 0 0,1 0 1 0 0,0-1-1 0 0,0 0 1 0 0,-1 0-1 0 0,18-8 1 0 0,-16 7 53 0 0,-1-2 1 0 0,-1 1-1 0 0,1-1 0 0 0,-1-1 0 0 0,1 0 1 0 0,-2 0-1 0 0,1-1 0 0 0,-1 0 1 0 0,0 0-1 0 0,0-1 0 0 0,-1 0 0 0 0,0 0 1 0 0,0-1-1 0 0,-1 0 0 0 0,0 0 1 0 0,-1 0-1 0 0,8-20 0 0 0,-8 13-8 0 0,-1-1 1 0 0,-1 1-1 0 0,-1-1 0 0 0,0 1 0 0 0,-1-1 0 0 0,-1 0 1 0 0,-1 1-1 0 0,0-1 0 0 0,-1 0 0 0 0,-1 1 0 0 0,-8-29 0 0 0,9 37-33 0 0,-1 0 0 0 0,0 1-1 0 0,-1-1 1 0 0,0 1-1 0 0,0 0 1 0 0,-1 0-1 0 0,1 1 1 0 0,-2-1-1 0 0,1 1 1 0 0,0 0-1 0 0,-9-7 1 0 0,9 10-39 0 0,0-1 0 0 0,-1 1-1 0 0,1 0 1 0 0,-1 0 0 0 0,1 1 0 0 0,-1 0 0 0 0,0 0 0 0 0,0 0 0 0 0,0 1 0 0 0,0-1-1 0 0,0 2 1 0 0,-1-1 0 0 0,1 1 0 0 0,0 0 0 0 0,0 0 0 0 0,-9 1 0 0 0,10 0-101 0 0,1-1 1 0 0,0 1-1 0 0,0-1 1 0 0,-1 1-1 0 0,1 1 0 0 0,0-1 1 0 0,0 0-1 0 0,0 1 1 0 0,1 0-1 0 0,-1 0 1 0 0,0 0-1 0 0,1 1 1 0 0,-1-1-1 0 0,1 1 1 0 0,0 0-1 0 0,-1 0 1 0 0,1 0-1 0 0,1 0 0 0 0,-1 0 1 0 0,0 1-1 0 0,1-1 1 0 0,0 1-1 0 0,0-1 1 0 0,0 1-1 0 0,0 0 1 0 0,-2 6-1 0 0,0 13-1161 0 0</inkml:trace>
</inkml:ink>
</file>

<file path=ppt/ink/ink2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5.4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1 131 3225 0 0,'0'-3'180'0'0,"0"-1"1"0"0,0 1-1 0 0,0 0 1 0 0,1 0 0 0 0,-1-1-1 0 0,1 1 1 0 0,0 0-1 0 0,0 0 1 0 0,0 0 0 0 0,0 0-1 0 0,0 0 1 0 0,1 0-1 0 0,0 0 1 0 0,-1 0 0 0 0,1 1-1 0 0,0-1 1 0 0,0 1-1 0 0,5-5 1 0 0,-2 4 5 0 0,-1-1-1 0 0,1 2 1 0 0,0-1-1 0 0,0 1 1 0 0,0-1 0 0 0,1 1-1 0 0,-1 1 1 0 0,0-1 0 0 0,1 1-1 0 0,7-1 1 0 0,87-16 1189 0 0,-65 9-1136 0 0,1 2 0 0 0,1 2 0 0 0,-1 1 0 0 0,1 2 0 0 0,71 5-1 0 0,-75 1-607 0 0,-18-2 10 0 0</inkml:trace>
</inkml:ink>
</file>

<file path=ppt/ink/ink2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6.5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1 466 3209 0 0,'4'-3'31'0'0,"-1"-1"-1"0"0,1 0 1 0 0,0 1 0 0 0,-1-1 0 0 0,0 0 0 0 0,0-1 0 0 0,0 1 0 0 0,2-5 0 0 0,6-9 72 0 0,1 2 1084 0 0,-1-1-1 0 0,-1 0 1 0 0,0-1-1 0 0,10-27 1 0 0,-12 24-603 0 0,-2 0 0 0 0,-1-1 0 0 0,6-40 0 0 0,-9 54 43 0 0,2 8-223 0 0,6 18-65 0 0,6 30-80 0 0,-3 21 364 0 0,-8-36-7 0 0,14 42 0 0 0,-16-65-564 0 0,0-1 0 0 0,1 0 0 0 0,0 0-1 0 0,1 0 1 0 0,0 0 0 0 0,0-1-1 0 0,1 0 1 0 0,12 15 0 0 0,-17-22-53 0 0,0 0 0 0 0,-1 0 0 0 0,1-1 0 0 0,0 1 0 0 0,-1 0 0 0 0,1 0 0 0 0,0 0 0 0 0,0-1 0 0 0,0 1 0 0 0,0 0 0 0 0,-1-1 0 0 0,1 1 0 0 0,0-1 0 0 0,0 1 0 0 0,0-1 0 0 0,0 1 0 0 0,1-1 0 0 0,-1 0 0 0 0,0 1 0 0 0,0-1 0 0 0,0 0 0 0 0,0 0 0 0 0,0 0 0 0 0,0 0 0 0 0,0 0 0 0 0,0 0 1 0 0,0 0-1 0 0,1 0 0 0 0,-1-1 0 0 0,0 1 0 0 0,0 0 0 0 0,0-1 0 0 0,0 1 0 0 0,0 0 0 0 0,0-1 0 0 0,0 0 0 0 0,0 1 0 0 0,0-1 0 0 0,-1 1 0 0 0,1-1 0 0 0,0 0 0 0 0,0 0 0 0 0,0 1 0 0 0,-1-1 0 0 0,1 0 0 0 0,0 0 0 0 0,-1 0 0 0 0,1 0 0 0 0,-1 0 0 0 0,1 0 0 0 0,-1 0 0 0 0,1 0 0 0 0,-1-2 0 0 0,4-7-14 0 0,0 0-1 0 0,-1-1 0 0 0,-1 1 0 0 0,2-14 0 0 0,-3 21 22 0 0,11-85 61 0 0,-7 41-48 0 0,2-1 0 0 0,20-66 0 0 0,-25 108-11 0 0,16-40 0 0 0,-17 44 2 0 0,0-1 0 0 0,0 1-1 0 0,0 0 1 0 0,0 0 0 0 0,1 0-1 0 0,-1 0 1 0 0,1 0-1 0 0,-1 0 1 0 0,1 1 0 0 0,0-1-1 0 0,0 0 1 0 0,0 1 0 0 0,0-1-1 0 0,0 1 1 0 0,0 0 0 0 0,3-2-1 0 0,-3 3-10 0 0,-1 0-1 0 0,1 0 0 0 0,-1 0 1 0 0,1 1-1 0 0,-1-1 0 0 0,1 0 0 0 0,-1 1 1 0 0,1-1-1 0 0,-1 1 0 0 0,0-1 0 0 0,1 1 1 0 0,-1-1-1 0 0,0 1 0 0 0,1 0 1 0 0,-1 0-1 0 0,0 0 0 0 0,0 0 0 0 0,0 0 1 0 0,0 0-1 0 0,0 0 0 0 0,0 0 0 0 0,0 0 1 0 0,0 1-1 0 0,1 1 0 0 0,20 36-80 0 0,-19-34 79 0 0,73 136-19 0 0,33 71-20 0 0,-109-210 42 0 0,1 0 0 0 0,0 0 0 0 0,0 0 0 0 0,0 0 0 0 0,0 0 0 0 0,1 0 0 0 0,-1-1 0 0 0,0 1 0 0 0,1 0 0 0 0,2 1 0 0 0,-4-3 0 0 0,0 1 0 0 0,1-1 0 0 0,-1 0 0 0 0,1 0 0 0 0,-1 0 0 0 0,1 1 0 0 0,-1-1 0 0 0,0 0 0 0 0,1 0 0 0 0,-1 0 0 0 0,1 0 0 0 0,-1 0 0 0 0,1 0 0 0 0,-1 0 0 0 0,1 0 0 0 0,-1 0 0 0 0,1 0 0 0 0,-1 0 0 0 0,1 0 0 0 0,-1 0 0 0 0,1 0 0 0 0,-1 0 0 0 0,1-1 0 0 0,-1 1 0 0 0,1 0 0 0 0,-1 0 0 0 0,0-1 0 0 0,1 1 0 0 0,1-3 0 0 0,1 1 0 0 0,-1-1 0 0 0,0 1 0 0 0,-1-1 0 0 0,1 0 0 0 0,0 0 0 0 0,-1 0 0 0 0,0 0 0 0 0,0 0 0 0 0,0 0 0 0 0,2-7 0 0 0,7-41 57 0 0,5-72-1 0 0,-11 78-4 0 0,2 0-1 0 0,16-63 1 0 0,-20 102-58 0 0,0 1 0 0 0,0 0 0 0 0,0 0 0 0 0,0 0 0 0 0,1 0 0 0 0,0 0 0 0 0,0 1 0 0 0,0-1 0 0 0,0 1 0 0 0,6-6 0 0 0,-8 10 4 0 0,0-1 1 0 0,0 0-1 0 0,0 0 1 0 0,0 1-1 0 0,0-1 1 0 0,0 0-1 0 0,0 1 1 0 0,0-1-1 0 0,1 1 1 0 0,-1 0-1 0 0,0-1 1 0 0,0 1-1 0 0,1 0 1 0 0,-1 0-1 0 0,0 0 0 0 0,0 0 1 0 0,1 0-1 0 0,1 0 1 0 0,-1 1 1 0 0,0-1 0 0 0,0 1 0 0 0,0 0 0 0 0,0 0 0 0 0,0 0 0 0 0,0 0 0 0 0,0 1 0 0 0,-1-1 0 0 0,1 0 0 0 0,-1 1 0 0 0,1-1 0 0 0,-1 1-1 0 0,1-1 1 0 0,1 5 0 0 0,37 47-12 0 0,-3 2 0 0 0,-2 2 0 0 0,-3 1 0 0 0,36 88 0 0 0,-65-137 12 0 0,-2-4 0 0 0,0 0 0 0 0,1-1 0 0 0,-1 1 0 0 0,1 0 0 0 0,0-1 0 0 0,1 0 0 0 0,4 8 0 0 0,-6-12 5 0 0,-1-1 0 0 0,1 1 0 0 0,-1 0 1 0 0,1 0-1 0 0,-1 0 0 0 0,1-1 0 0 0,-1 1 0 0 0,0 0 0 0 0,1-1 0 0 0,-1 1 0 0 0,1 0 0 0 0,-1-1 0 0 0,0 1 0 0 0,1-1 0 0 0,-1 1 0 0 0,0 0 0 0 0,1-1 0 0 0,-1 1 0 0 0,0-1 0 0 0,0 1 0 0 0,0-1 0 0 0,1 1 0 0 0,-1-1 0 0 0,0 1 0 0 0,0-1 0 0 0,0 1 0 0 0,0-1 0 0 0,0 0 0 0 0,0 1 0 0 0,0-2 0 0 0,5-22-87 0 0,-5 22 87 0 0,6-40-321 0 0,2 1 0 0 0,1-1 0 0 0,3 1 1 0 0,1 1-1 0 0,2 0 0 0 0,30-56 0 0 0,-42 91 314 0 0,-1 1 0 0 0,1 0 0 0 0,0-1-1 0 0,0 1 1 0 0,0 0 0 0 0,7-5 0 0 0,-9 8 2 0 0,0 1 0 0 0,0-1 0 0 0,0 1 0 0 0,0 0 0 0 0,0-1 0 0 0,-1 1 0 0 0,1 0 1 0 0,0-1-1 0 0,0 1 0 0 0,1 0 0 0 0,-1 0 0 0 0,0 0 0 0 0,0 0 0 0 0,0 0 0 0 0,0 0 0 0 0,0 0 0 0 0,0 0 0 0 0,0 1 0 0 0,0-1 0 0 0,0 0 1 0 0,0 0-1 0 0,0 1 0 0 0,-1-1 0 0 0,1 1 0 0 0,0-1 0 0 0,0 1 0 0 0,0-1 0 0 0,0 1 0 0 0,0 0 0 0 0,-1-1 0 0 0,1 1 0 0 0,0 0 0 0 0,-1 0 1 0 0,1-1-1 0 0,0 1 0 0 0,-1 0 0 0 0,1 0 0 0 0,0 1 0 0 0,19 28-19 0 0,-1 1 1 0 0,-2 1-1 0 0,-1 1 0 0 0,14 40 0 0 0,-17-41-38 0 0,15 55-4070 0 0,-20-56 43 0 0</inkml:trace>
</inkml:ink>
</file>

<file path=ppt/ink/ink2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7.0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88 118 3193 0 0,'-45'-4'1027'0'0,"3"1"4909"0"0,76-24-2561 0 0,-21 19-3207 0 0,0 1 0 0 0,1 0 1 0 0,0 1-1 0 0,0 1 0 0 0,1 0 1 0 0,0 1-1 0 0,-1 1 0 0 0,18-2 1 0 0,14 1 967 0 0,62 2 0 0 0,-4 1-434 0 0,41-10-704 0 0,165-4 16 0 0,-30 30 270 0 0,-266-14-571 0 0,0-1 0 0 0,23-3 1 0 0,7 0-488 0 0,-40 3 151 0 0</inkml:trace>
</inkml:ink>
</file>

<file path=ppt/ink/ink2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7.6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242 1519 2689 0 0,'-1'1'62'0'0,"0"-1"1"0"0,0 1 0 0 0,0 0 0 0 0,0 0 0 0 0,0-1 0 0 0,0 1-1 0 0,0-1 1 0 0,0 1 0 0 0,0-1 0 0 0,0 1 0 0 0,0-1-1 0 0,0 0 1 0 0,0 0 0 0 0,0 1 0 0 0,0-1 0 0 0,-1 0 0 0 0,1 0-1 0 0,0 0 1 0 0,0 0 0 0 0,0 0 0 0 0,0 0 0 0 0,0-1 0 0 0,0 1-1 0 0,-1 0 1 0 0,1-1 0 0 0,0 1 0 0 0,0 0 0 0 0,0-1 0 0 0,0 1-1 0 0,0-1 1 0 0,0 0 0 0 0,0 1 0 0 0,0-1 0 0 0,0 0-1 0 0,1 1 1 0 0,-1-1 0 0 0,-1-2 0 0 0,-2 0 497 0 0,1-1 0 0 0,0 0 1 0 0,0 1-1 0 0,1-1 0 0 0,-1 0 1 0 0,1-1-1 0 0,-3-6 0 0 0,-10-41 1155 0 0,2 0 0 0 0,-9-84 0 0 0,8 43-583 0 0,-11-46 145 0 0,-30-199 387 0 0,45 251-1165 0 0,3-167 1 0 0,11 184-482 0 0,-4-1-1 0 0,-9-77 1 0 0,-1 111-122 0 0,10 37 30 0 0,7 11-863 0 0,-2-5 60 0 0</inkml:trace>
</inkml:ink>
</file>

<file path=ppt/ink/ink2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8.1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82 2761 0 0,'0'0'43'0'0,"-1"0"0"0"0,1 0 0 0 0,0-1 0 0 0,0 1 0 0 0,0 0 1 0 0,0 0-1 0 0,0 0 0 0 0,-1 0 0 0 0,1-1 0 0 0,0 1 0 0 0,0 0 1 0 0,0 0-1 0 0,0 0 0 0 0,0-1 0 0 0,0 1 0 0 0,0 0 1 0 0,0 0-1 0 0,0-1 0 0 0,0 1 0 0 0,0 0 0 0 0,0 0 0 0 0,0 0 1 0 0,0-1-1 0 0,0 1 0 0 0,0 0 0 0 0,0 0 0 0 0,0 0 0 0 0,0-1 1 0 0,0 1-1 0 0,0 0 0 0 0,0 0 0 0 0,1 0 0 0 0,-1-1 0 0 0,0 1 1 0 0,0 0-1 0 0,0 0 0 0 0,0 0 0 0 0,0 0 0 0 0,1-1 0 0 0,-1 1 1 0 0,0 0-1 0 0,0 0 0 0 0,0 0 0 0 0,0 0 0 0 0,1 0 0 0 0,-1 0 1 0 0,0 0-1 0 0,0 0 0 0 0,0-1 0 0 0,1 1 0 0 0,-1 0 0 0 0,20-12 1380 0 0,26-9 77 0 0,-15 11-833 0 0,0 2-1 0 0,0 1 0 0 0,1 1 1 0 0,-1 2-1 0 0,57-1 1 0 0,163 20 473 0 0,-24 0-492 0 0,-130-16-499 0 0,263 13 190 0 0,-313-7-328 0 0,0-1 1 0 0,0-2-1 0 0,0-2 1 0 0,1-3-1 0 0,-1-1 1 0 0,60-15-1 0 0,-94 16-11 0 0,0 1 0 0 0,-1-1 0 0 0,22 1 0 0 0,-23-4-2602 0 0,-7 5 1651 0 0</inkml:trace>
</inkml:ink>
</file>

<file path=ppt/ink/ink2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9.1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39 616 2881 0 0,'-1'-77'4265'0'0,"-22"-142"1"0"0,18 194-3598 0 0,1-2 0 0 0,1 1 0 0 0,1 0-1 0 0,1-1 1 0 0,6-45 0 0 0,21 138-1033 0 0,15 58 228 0 0,24 67-381 0 0,-63-185 506 0 0,24 53-208 0 0,-24-56 211 0 0,-1 1 0 0 0,2 0 0 0 0,-1-1 1 0 0,0 1-1 0 0,1-1 0 0 0,-1 0 0 0 0,1 0 0 0 0,0 0 0 0 0,0 0 0 0 0,0 0 0 0 0,0-1 0 0 0,5 4 0 0 0,-7-6 10 0 0,0 0 1 0 0,0 0-1 0 0,0 1 0 0 0,0-1 1 0 0,0 0-1 0 0,0 0 0 0 0,-1 0 1 0 0,1 0-1 0 0,0 0 0 0 0,0 0 0 0 0,0 0 1 0 0,0-1-1 0 0,0 1 0 0 0,0 0 1 0 0,0 0-1 0 0,0-1 0 0 0,-1 1 1 0 0,1 0-1 0 0,0-1 0 0 0,0 1 1 0 0,0-1-1 0 0,-1 1 0 0 0,1-1 1 0 0,0 0-1 0 0,0 1 0 0 0,-1-1 1 0 0,1 0-1 0 0,-1 1 0 0 0,1-1 1 0 0,0 0-1 0 0,-1 0 0 0 0,0 1 0 0 0,1-1 1 0 0,-1 0-1 0 0,1 0 0 0 0,-1 0 1 0 0,0 0-1 0 0,0 0 0 0 0,1 0 1 0 0,-1 1-1 0 0,0-1 0 0 0,0-2 1 0 0,5-41 149 0 0,-7-53-85 0 0,0 37 414 0 0,2-1-1 0 0,4 1 1 0 0,10-65-1 0 0,-14 123-459 0 0,1 0 0 0 0,-1 0-1 0 0,0-1 1 0 0,1 1 0 0 0,-1 0 0 0 0,1 0-1 0 0,0 0 1 0 0,0 0 0 0 0,0 0-1 0 0,0 0 1 0 0,0 0 0 0 0,0 0-1 0 0,1 0 1 0 0,-1 0 0 0 0,1 1-1 0 0,-1-1 1 0 0,1 1 0 0 0,-1-1-1 0 0,1 1 1 0 0,0-1 0 0 0,0 1-1 0 0,0 0 1 0 0,0 0 0 0 0,0 0-1 0 0,3-1 1 0 0,-2 2-17 0 0,0-1-1 0 0,0 1 1 0 0,0 1-1 0 0,0-1 1 0 0,0 0-1 0 0,0 1 1 0 0,0 0-1 0 0,0 0 1 0 0,0 0 0 0 0,0 0-1 0 0,0 0 1 0 0,0 0-1 0 0,-1 1 1 0 0,1-1-1 0 0,-1 1 1 0 0,1 0-1 0 0,-1 0 1 0 0,3 2 0 0 0,4 4-1 0 0,-1 0 0 0 0,1 0 0 0 0,-2 1 0 0 0,1 0 0 0 0,-1 1 0 0 0,10 18 0 0 0,26 68-64 0 0,-34-73 37 0 0,0-1-1 0 0,2 0 0 0 0,0-1 0 0 0,19 27 1 0 0,-26-43 23 0 0,0 1 1 0 0,1-1-1 0 0,-1 0 1 0 0,2-1-1 0 0,-1 1 1 0 0,0-1 0 0 0,10 6-1 0 0,-13-9 2 0 0,-1 0 0 0 0,1 0 0 0 0,0-1 0 0 0,-1 1 0 0 0,1-1 0 0 0,-1 0 0 0 0,1 1 0 0 0,0-1 0 0 0,-1 0 0 0 0,1 0 0 0 0,0 0 0 0 0,-1 0 0 0 0,1 0 0 0 0,0 0 0 0 0,-1 0 0 0 0,1-1 0 0 0,0 1 1 0 0,-1-1-1 0 0,1 1 0 0 0,-1-1 0 0 0,1 1 0 0 0,-1-1 0 0 0,1 0 0 0 0,-1 0 0 0 0,1 0 0 0 0,-1 0 0 0 0,0 0 0 0 0,0 0 0 0 0,1 0 0 0 0,-1 0 0 0 0,0-1 0 0 0,0 1 0 0 0,0 0 0 0 0,0-1 0 0 0,0 1 0 0 0,1-3 0 0 0,10-22 17 0 0,0-1 0 0 0,-2 0 0 0 0,-1 0 0 0 0,-1-1-1 0 0,6-46 1 0 0,-8 46 21 0 0,-5 21-29 0 0,5-21 10 0 0,1 1 0 0 0,11-32 0 0 0,-15 52-19 0 0,0 1 0 0 0,0-1-1 0 0,0 1 1 0 0,1-1 0 0 0,0 1 0 0 0,0 0 0 0 0,0 0 0 0 0,1 1-1 0 0,0-1 1 0 0,0 1 0 0 0,1 0 0 0 0,-1 1 0 0 0,12-8 0 0 0,-16 11-1 0 0,0 1 0 0 0,0-1 0 0 0,0 1 0 0 0,1-1 1 0 0,-1 1-1 0 0,0-1 0 0 0,0 1 0 0 0,0 0 0 0 0,1 0 0 0 0,-1 0 1 0 0,0 0-1 0 0,0 0 0 0 0,1 0 0 0 0,-1 0 0 0 0,0 0 1 0 0,0 0-1 0 0,1 0 0 0 0,-1 1 0 0 0,0-1 0 0 0,0 0 0 0 0,0 1 1 0 0,0-1-1 0 0,1 1 0 0 0,-1-1 0 0 0,0 1 0 0 0,0 0 1 0 0,0 0-1 0 0,0-1 0 0 0,0 1 0 0 0,0 0 0 0 0,-1 0 1 0 0,1 0-1 0 0,0 0 0 0 0,0 0 0 0 0,-1 0 0 0 0,1 0 0 0 0,0 0 1 0 0,-1 0-1 0 0,1 0 0 0 0,0 3 0 0 0,3 6 14 0 0,-1-1-1 0 0,0 1 0 0 0,4 21 1 0 0,-5-20-29 0 0,12 52 53 0 0,3-1 1 0 0,32 80 0 0 0,-31-103-58 0 0,0-1-1 0 0,3-1 0 0 0,1 0 1 0 0,42 52-1 0 0,-33-53-838 0 0</inkml:trace>
</inkml:ink>
</file>

<file path=ppt/ink/ink2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9.6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0 269 2961 0 0,'0'0'137'0'0,"0"0"-56"0"0,1-8 425 0 0,0-1 0 0 0,0 0 0 0 0,4-14 0 0 0,3-26 1284 0 0,-7 47-1631 0 0,0-1-1 0 0,-1 1 1 0 0,1-1-1 0 0,1 1 1 0 0,-1-1-1 0 0,0 1 0 0 0,0 0 1 0 0,1 0-1 0 0,0-1 1 0 0,-1 1-1 0 0,1 0 0 0 0,0 0 1 0 0,0 1-1 0 0,0-1 1 0 0,0 0-1 0 0,0 1 1 0 0,0-1-1 0 0,1 1 0 0 0,-1 0 1 0 0,5-2-1 0 0,4-3 17 0 0,1 1-1 0 0,0 0 1 0 0,12-3-1 0 0,68-12 1326 0 0,2 4-1 0 0,162-8 1 0 0,178 17 1692 0 0,-320 7-2841 0 0,-81 0-424 0 0,-11 2-125 0 0,-1-2-1 0 0,0-1 0 0 0,0 0 0 0 0,0-2 0 0 0,39-10 0 0 0,-41 5-1142 0 0,16-4-6179 0 0</inkml:trace>
</inkml:ink>
</file>

<file path=ppt/ink/ink2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00.0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142 38 920 0 0,'-4'-4'809'0'0,"-1"0"0"0"0,1 0 0 0 0,-1 0-1 0 0,1 1 1 0 0,-1-1 0 0 0,0 1 0 0 0,0 0-1 0 0,0 1 1 0 0,-1-1 0 0 0,-6-1 0 0 0,11 5-621 0 0,0-1-1 0 0,-1 1 1 0 0,1 0 0 0 0,0 0 0 0 0,0 0-1 0 0,-1 0 1 0 0,1 0 0 0 0,0 0 0 0 0,0 0 0 0 0,0 0-1 0 0,0 0 1 0 0,1 0 0 0 0,-1 1 0 0 0,0-1-1 0 0,0 0 1 0 0,1 1 0 0 0,-2 1 0 0 0,-10 26 654 0 0,0 8-338 0 0,2 1 1 0 0,1 0-1 0 0,2 0 0 0 0,-4 59 1 0 0,9 159 172 0 0,4-110-482 0 0,-3-107-174 0 0,14 433-99 0 0,140 562 164 0 0,-151-1025-83 0 0,7 28-37 0 0,-3-1 0 0 0,4 62 1 0 0,-10-98 26 0 0,0 0 1 0 0,0 0-1 0 0,0 0 0 0 0,0 0 1 0 0,0 0-1 0 0,0 0 1 0 0,0 1-1 0 0,0-1 1 0 0,0 0-1 0 0,0 0 1 0 0,0 0-1 0 0,0 0 0 0 0,0 0 1 0 0,0 0-1 0 0,0 0 1 0 0,0 1-1 0 0,0-1 1 0 0,0 0-1 0 0,0 0 1 0 0,0 0-1 0 0,0 0 0 0 0,0 0 1 0 0,0 0-1 0 0,0 0 1 0 0,0 1-1 0 0,0-1 1 0 0,0 0-1 0 0,0 0 0 0 0,0 0 1 0 0,0 0-1 0 0,0 0 1 0 0,-1 0-1 0 0,1 0 1 0 0,0 0-1 0 0,0 0 1 0 0,0 0-1 0 0,0 0 0 0 0,0 1 1 0 0,0-1-1 0 0,0 0 1 0 0,0 0-1 0 0,-1 0 1 0 0,1 0-1 0 0,0 0 0 0 0,0 0 1 0 0,0 0-1 0 0,0 0 1 0 0,0 0-1 0 0,0 0 1 0 0,0 0-1 0 0,-1 0 1 0 0,1 0-1 0 0,0 0 0 0 0,0 0 1 0 0,0 0-1 0 0,-7-7-1046 0 0,-6-11-2821 0 0,6 5-1314 0 0</inkml:trace>
</inkml:ink>
</file>

<file path=ppt/ink/ink2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00.6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113 144 920 0 0,'-11'5'558'0'0,"0"0"-1"0"0,0-1 1 0 0,-1 0-1 0 0,0 0 0 0 0,0-2 1 0 0,-21 3-1 0 0,32-4-489 0 0,1-1-1 0 0,0 0 1 0 0,0 0-1 0 0,-1 0 0 0 0,1 0 1 0 0,0 0-1 0 0,-1 0 1 0 0,1 0-1 0 0,0 0 0 0 0,-1 0 1 0 0,1 0-1 0 0,0 0 1 0 0,0 0-1 0 0,-1 0 0 0 0,1 0 1 0 0,0 0-1 0 0,-1 0 1 0 0,1 0-1 0 0,0 0 1 0 0,0 0-1 0 0,-1 0 0 0 0,1 0 1 0 0,0-1-1 0 0,0 1 1 0 0,-1 0-1 0 0,1 0 0 0 0,0 0 1 0 0,0-1-1 0 0,-1 1 1 0 0,1 0-1 0 0,0 0 0 0 0,0 0 1 0 0,0-1-1 0 0,-1 1 1 0 0,1 0-1 0 0,0 0 0 0 0,0-1 1 0 0,0 1-1 0 0,0 0 1 0 0,0-1-1 0 0,0 1 1 0 0,10-10 1429 0 0,19-7-342 0 0,0 9-605 0 0,0 1 1 0 0,1 1-1 0 0,0 2 0 0 0,-1 1 0 0 0,49 1 0 0 0,3-1-74 0 0,443-47 2170 0 0,-499 48-2418 0 0,442-14 1327 0 0,-275 16-1087 0 0,47 10-201 0 0,-162-4-260 0 0,-1-3 1 0 0,1-3-1 0 0,77-11 0 0 0,-123 6-422 0 0,0-2-1 0 0,-1-1 1 0 0,52-20-1 0 0</inkml:trace>
</inkml:ink>
</file>

<file path=ppt/ink/ink2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01.1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142 242 2761 0 0,'-31'-27'1223'0'0,"28"23"-642"0"0,-1 0 1 0 0,1 0-1 0 0,-1 1 1 0 0,0-1-1 0 0,0 1 0 0 0,0 0 1 0 0,-1 0-1 0 0,1 1 1 0 0,-1-1-1 0 0,0 1 1 0 0,1 0-1 0 0,-1 0 0 0 0,-7-1 1 0 0,10 3-506 0 0,1 0 0 0 0,-1 1 0 0 0,1-1 0 0 0,-1 1 0 0 0,1-1 0 0 0,-1 1 0 0 0,1 0 0 0 0,-1-1 0 0 0,1 1 0 0 0,0 0 0 0 0,-1 0 0 0 0,1 0 0 0 0,0 0 0 0 0,0 0 0 0 0,0 0-1 0 0,0 1 1 0 0,0-1 0 0 0,0 0 0 0 0,0 0 0 0 0,0 1 0 0 0,0-1 0 0 0,0 1 0 0 0,1-1 0 0 0,-1 1 0 0 0,1-1 0 0 0,-1 1 0 0 0,1-1 0 0 0,0 1 0 0 0,-1 1 0 0 0,-9 50 95 0 0,10-51-155 0 0,-2 14-23 0 0,2 0 1 0 0,-1-1-1 0 0,2 1 0 0 0,0 0 1 0 0,1-1-1 0 0,0 1 1 0 0,1-1-1 0 0,7 18 0 0 0,-8-25 3 0 0,2 0-1 0 0,-1 0 0 0 0,1-1 1 0 0,0 1-1 0 0,1-1 0 0 0,-1 0 1 0 0,2 0-1 0 0,-1 0 0 0 0,1 0 1 0 0,0-1-1 0 0,0 0 0 0 0,0-1 1 0 0,1 1-1 0 0,0-1 0 0 0,0-1 1 0 0,10 6-1 0 0,-9-6 20 0 0,-1-1-1 0 0,0 0 1 0 0,1 0-1 0 0,0-1 1 0 0,0 1 0 0 0,0-2-1 0 0,0 1 1 0 0,0-1-1 0 0,0-1 1 0 0,0 1 0 0 0,0-1-1 0 0,0-1 1 0 0,1 1-1 0 0,-1-2 1 0 0,0 1 0 0 0,0-1-1 0 0,0 0 1 0 0,-1 0-1 0 0,1-1 1 0 0,-1 0 0 0 0,1-1-1 0 0,-1 0 1 0 0,0 0-1 0 0,0 0 1 0 0,0-1-1 0 0,-1 0 1 0 0,0 0 0 0 0,0-1-1 0 0,0 1 1 0 0,0-1-1 0 0,-1-1 1 0 0,0 1 0 0 0,7-13-1 0 0,-3 3 219 0 0,-2 0 0 0 0,1 0 0 0 0,-2-1 0 0 0,0 1 0 0 0,-1-2 0 0 0,-1 1 0 0 0,-1 0 0 0 0,0-1 0 0 0,-1 1 0 0 0,-1-1 0 0 0,0 0 0 0 0,-3-20 0 0 0,1 28-107 0 0,0 0 0 0 0,0-1 0 0 0,-1 1 0 0 0,0 0 0 0 0,-1 0 1 0 0,0 0-1 0 0,-1 1 0 0 0,0-1 0 0 0,0 1 0 0 0,-1 0 0 0 0,-1 0 0 0 0,1 0 0 0 0,-1 1 0 0 0,-1 0 1 0 0,1 0-1 0 0,-1 1 0 0 0,-1-1 0 0 0,1 1 0 0 0,-1 1 0 0 0,-1 0 0 0 0,1 0 0 0 0,-11-5 0 0 0,12 8-442 0 0,0 0 1 0 0,0 0-1 0 0,0 1 0 0 0,0 0 0 0 0,0 0 0 0 0,-1 1 0 0 0,1 0 0 0 0,-1 0 0 0 0,1 1 0 0 0,-1 0 0 0 0,1 0 0 0 0,-1 1 0 0 0,-12 2 0 0 0,2 3-5791 0 0</inkml:trace>
</inkml:ink>
</file>

<file path=ppt/ink/ink2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04.0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1127 139 3697 0 0,'29'-122'-1366'0'0,"-29"121"1460"0"0,0 1 1 0 0,0-1-1 0 0,0 1 0 0 0,-1-1 0 0 0,1 1 1 0 0,0 0-1 0 0,0-1 0 0 0,-1 1 0 0 0,1-1 1 0 0,0 1-1 0 0,-1 0 0 0 0,1-1 0 0 0,0 1 0 0 0,-1-1 1 0 0,1 1-1 0 0,0 0 0 0 0,-1 0 0 0 0,1-1 1 0 0,-1 1-1 0 0,1 0 0 0 0,-1 0 0 0 0,1-1 1 0 0,-1 1-1 0 0,1 0 0 0 0,-1 0 0 0 0,1 0 1 0 0,0 0-1 0 0,-1 0 0 0 0,1 0 0 0 0,-1 0 0 0 0,1 0 1 0 0,-1 0-1 0 0,0 0 0 0 0,-27-3 2551 0 0,15 3-1647 0 0,-19-3 58 0 0,1 2 0 0 0,0 1 1 0 0,0 2-1 0 0,-56 9 0 0 0,26-3-265 0 0,-116 18 1039 0 0,-65 6 653 0 0,200-29-2095 0 0,-1-2 0 0 0,0-2 0 0 0,-74-11 0 0 0,-10-20 10 0 0,100 24-470 0 0,26 8-46 0 0,1 0 50 0 0,-1 0 0 0 0,1 0 0 0 0,0-1 0 0 0,0 1 0 0 0,-1 0 0 0 0,1 0 0 0 0,0 0 0 0 0,0 0 0 0 0,0 0 0 0 0,-1 0 0 0 0,1 0 1 0 0,0 0-1 0 0,-1-1 0 0 0,1 1 0 0 0,0 0 0 0 0,0 0 0 0 0,-1 0 0 0 0,1 0 0 0 0,0 0 0 0 0,0 0 0 0 0,-1 0 0 0 0,1 1 0 0 0,0-1 0 0 0,0 0 0 0 0,-1 0 0 0 0,1 0 0 0 0,0 0 0 0 0,0 0 1 0 0,-1 0-1 0 0,1 0 0 0 0,0 1 0 0 0,0-1 0 0 0,0 0 0 0 0,-1 0 0 0 0,1 0 0 0 0,0 0 0 0 0,0 1 0 0 0,0-1 0 0 0,0 0 0 0 0,-1 0 0 0 0,1 1 0 0 0</inkml:trace>
</inkml:ink>
</file>

<file path=ppt/ink/ink2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04.6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3 6913 0 0,'-7'-3'3934'0'0,"7"4"-3852"0"0,-1-1 19 0 0,1 0 0 0 0,-1 1 0 0 0,1-1 0 0 0,-1 1 0 0 0,1-1 0 0 0,-1 1 0 0 0,1 0 0 0 0,-1-1 0 0 0,1 1 0 0 0,-1-1-1 0 0,1 1 1 0 0,0 0 0 0 0,-1-1 0 0 0,1 1 0 0 0,0 0 0 0 0,0 0 0 0 0,0-1 0 0 0,-1 1 0 0 0,1 0 0 0 0,0 0 0 0 0,0 0-1 0 0,-3 96 529 0 0,20 185 0 0 0,-8-172-449 0 0,128 848 618 0 0,-113-815-789 0 0,-6 1-1 0 0,-3 285 1 0 0,-21-369-386 0 0</inkml:trace>
</inkml:ink>
</file>

<file path=ppt/ink/ink2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05.6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54 3681 0 0,'3'-7'10556'0'0,"13"10"-9869"0"0,-23-5-93 0 0,-7-18 332 0 0,14 19-920 0 0,1-1 0 0 0,-1 1 0 0 0,0 0 0 0 0,1-1 1 0 0,-1 1-1 0 0,1 0 0 0 0,0 0 0 0 0,-1-1 1 0 0,1 1-1 0 0,0 0 0 0 0,0 0 0 0 0,0 0 0 0 0,-1 0 1 0 0,1 0-1 0 0,0 0 0 0 0,0 0 0 0 0,1 0 1 0 0,-1 1-1 0 0,0-1 0 0 0,0 0 0 0 0,0 1 0 0 0,0-1 1 0 0,1 0-1 0 0,-1 1 0 0 0,0-1 0 0 0,1 1 1 0 0,-1 0-1 0 0,0 0 0 0 0,1-1 0 0 0,-1 1 1 0 0,0 0-1 0 0,3 0 0 0 0,47-1 301 0 0,120 19 42 0 0,206 17-762 0 0,-332-30-1657 0 0,-28 0-3334 0 0</inkml:trace>
</inkml:ink>
</file>

<file path=ppt/ink/ink2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05.9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70 26 3225 0 0,'-5'0'-39'0'0,"-32"-2"899"0"0,35 2-654 0 0,1 0 1 0 0,0 0-1 0 0,-1 0 1 0 0,1 0-1 0 0,0-1 1 0 0,0 1-1 0 0,-1 0 0 0 0,1-1 1 0 0,0 1-1 0 0,0-1 1 0 0,-1 1-1 0 0,1-1 1 0 0,0 1-1 0 0,0-1 0 0 0,0 0 1 0 0,0 0-1 0 0,0 0 1 0 0,0 1-1 0 0,0-1 1 0 0,0 0-1 0 0,0 0 0 0 0,-1-2 1 0 0,2 3-143 0 0,0-1 1 0 0,0 1 0 0 0,0 0-1 0 0,0 0 1 0 0,0-1-1 0 0,0 1 1 0 0,0 0-1 0 0,0-1 1 0 0,0 1 0 0 0,0 0-1 0 0,0 0 1 0 0,0-1-1 0 0,0 1 1 0 0,0 0-1 0 0,1 0 1 0 0,-1-1 0 0 0,0 1-1 0 0,0 0 1 0 0,0 0-1 0 0,0-1 1 0 0,0 1 0 0 0,1 0-1 0 0,-1 0 1 0 0,0 0-1 0 0,0-1 1 0 0,0 1-1 0 0,1 0 1 0 0,-1 0 0 0 0,0 0-1 0 0,0 0 1 0 0,0-1-1 0 0,1 1 1 0 0,-1 0-1 0 0,0 0 1 0 0,0 0 0 0 0,1 0-1 0 0,-1 0 1 0 0,16-1 1319 0 0,12 6 123 0 0,15 14-957 0 0,-1 2-1 0 0,-1 1 1 0 0,-1 2-1 0 0,-2 2 1 0 0,0 1 0 0 0,-2 3-1 0 0,53 52 1 0 0,-50-40-499 0 0,43 59-1 0 0,-37-34-5936 0 0</inkml:trace>
</inkml:ink>
</file>

<file path=ppt/ink/ink2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06.3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242 30 920 0 0,'8'-30'7172'0'0,"-17"41"-4950"0"0,-35 60 1708 0 0,-17 41-2229 0 0,-13 20-1188 0 0,20-32-1685 0 0,47-81-4312 0 0</inkml:trace>
</inkml:ink>
</file>

<file path=ppt/ink/ink2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3.6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95 2761 0 0,'-1'-1'123'0'0,"1"1"0"0"0,0 0 1 0 0,-1-1-1 0 0,1 1 0 0 0,-1 0 0 0 0,1 0 1 0 0,0-1-1 0 0,-1 1 0 0 0,1-1 1 0 0,0 1-1 0 0,0 0 0 0 0,-1-1 1 0 0,1 1-1 0 0,0-1 0 0 0,0 1 1 0 0,0-1-1 0 0,-1 1 0 0 0,1 0 0 0 0,0-1 1 0 0,0 1-1 0 0,0-1 0 0 0,0 1 1 0 0,0-1-1 0 0,0 1 0 0 0,0-1 1 0 0,0 1-1 0 0,0-1 0 0 0,0 1 1 0 0,0-1-1 0 0,0 1 0 0 0,1-1 1 0 0,-1 1-1 0 0,0 0 0 0 0,0-1 0 0 0,0 1 1 0 0,1-1-1 0 0,-1 1 0 0 0,0-1 1 0 0,0 1-1 0 0,1 0 0 0 0,-1-1 1 0 0,0 1-1 0 0,1 0 0 0 0,-1-1 1 0 0,0 1-1 0 0,1 0 0 0 0,-1 0 0 0 0,1-1 1 0 0,-1 1-1 0 0,0 0 0 0 0,1 0 1 0 0,-1 0-1 0 0,1-1 0 0 0,0 1 1 0 0,34-8 2417 0 0,-22 5-2494 0 0,36-14 1297 0 0,60-18 892 0 0,-94 32-2215 0 0,0 0 0 0 0,0 1 0 0 0,0 1 0 0 0,0 0 0 0 0,26 2 0 0 0,-21 6-2778 0 0</inkml:trace>
</inkml:ink>
</file>

<file path=ppt/ink/ink2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4.1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1 116 9674 0 0,'16'-1'440'0'0,"0"0"0"0"0,0-2 0 0 0,0 1 0 0 0,-1-2-1 0 0,1 0 1 0 0,-1-1 0 0 0,19-8 0 0 0,-4-1-787 0 0,-1-2-1 0 0,42-28 1 0 0,-61 35-4098 0 0</inkml:trace>
</inkml:ink>
</file>

<file path=ppt/ink/ink2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4.5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80 15 6449 0 0,'-14'-5'191'0'0,"11"3"317"0"0,-1 0 1 0 0,0 1 0 0 0,0 0-1 0 0,0 0 1 0 0,1 0 0 0 0,-1 0 0 0 0,-6 0-1 0 0,9 1-374 0 0,0 0 0 0 0,0 1 0 0 0,0-1-1 0 0,0 0 1 0 0,0 1 0 0 0,0-1 0 0 0,0 1-1 0 0,0-1 1 0 0,0 1 0 0 0,0-1 0 0 0,0 1-1 0 0,0 0 1 0 0,0-1 0 0 0,0 1 0 0 0,0 0-1 0 0,1 0 1 0 0,-1 0 0 0 0,0-1 0 0 0,1 1-1 0 0,-1 0 1 0 0,0 0 0 0 0,1 0 0 0 0,-1 0-1 0 0,1 0 1 0 0,0 0 0 0 0,-1 0 0 0 0,1 0-1 0 0,0 1 1 0 0,0-1 0 0 0,-1 0 0 0 0,1 0-1 0 0,0 1 1 0 0,-4 44 721 0 0,2 0 0 0 0,1 0 0 0 0,3-1 0 0 0,8 50 0 0 0,-10-93-841 0 0,3 24-426 0 0,0 0-1 0 0,2-1 1 0 0,1 0-1 0 0,0 0 0 0 0,15 34 1 0 0,-7-31-5739 0 0</inkml:trace>
</inkml:ink>
</file>

<file path=ppt/ink/ink2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5.82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56 95 3681 0 0,'-21'-39'2373'0'0,"18"32"-1292"0"0,-1 0 1 0 0,0-1 0 0 0,0 1-1 0 0,0 1 1 0 0,-1-1 0 0 0,-6-6 0 0 0,37 48 3155 0 0,-15-12-3966 0 0,-1 0 0 0 0,9 32 0 0 0,-19-55-239 0 0,24 78 140 0 0,38 105 224 0 0,-52-159-670 0 0,2 1 0 0 0,0-2 0 0 0,2 0 0 0 0,0 0 0 0 0,20 22 0 0 0,-26-34-1424 0 0</inkml:trace>
</inkml:ink>
</file>

<file path=ppt/ink/ink2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6.3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64 1368 0 0,'-1'0'66'0'0,"1"0"0"0"0,-1 1-1 0 0,1-1 1 0 0,0 0 0 0 0,-1 0 0 0 0,1 0-1 0 0,0 0 1 0 0,-1 0 0 0 0,1 0-1 0 0,-1 0 1 0 0,1-1 0 0 0,0 1-1 0 0,-1 0 1 0 0,1 0 0 0 0,0 0 0 0 0,-1 0-1 0 0,1 0 1 0 0,0 0 0 0 0,-1-1-1 0 0,1 1 1 0 0,0 0 0 0 0,-1 0 0 0 0,1-1-1 0 0,0 1 1 0 0,0 0 0 0 0,-1 0-1 0 0,1-1 1 0 0,0 1 0 0 0,0 0-1 0 0,-1-1 1 0 0,1 1 0 0 0,0 0 0 0 0,0-1-1 0 0,0 1 1 0 0,-1-1 0 0 0,8-13 1947 0 0,17-13 279 0 0,-22 26-2237 0 0,0-1 0 0 0,0 0 1 0 0,0 1-1 0 0,0-1 0 0 0,0 1 0 0 0,1 0 0 0 0,-1 0 0 0 0,0 0 1 0 0,1 0-1 0 0,-1 0 0 0 0,1 0 0 0 0,4 0 0 0 0,-5 1 9 0 0,-1 0 0 0 0,0 0-1 0 0,1 0 1 0 0,-1 0 0 0 0,1 0 0 0 0,-1 0-1 0 0,0 1 1 0 0,1-1 0 0 0,-1 1-1 0 0,1-1 1 0 0,-1 1 0 0 0,0 0-1 0 0,0-1 1 0 0,1 1 0 0 0,-1 0-1 0 0,0 0 1 0 0,2 1 0 0 0,-1 1 12 0 0,0-1 1 0 0,0 1 0 0 0,-1 0-1 0 0,1 0 1 0 0,-1-1-1 0 0,1 1 1 0 0,-1 0-1 0 0,0 0 1 0 0,0 0 0 0 0,-1 0-1 0 0,1 1 1 0 0,-1-1-1 0 0,1 0 1 0 0,-1 0 0 0 0,0 0-1 0 0,0 0 1 0 0,0 0-1 0 0,0 1 1 0 0,-2 4-1 0 0,-48 163-92 0 0,44-152 22 0 0,6-19 2 0 0,0 0 1 0 0,0 1-1 0 0,0-1 1 0 0,0 0-1 0 0,-1 1 1 0 0,1-1-1 0 0,0 0 1 0 0,0 1-1 0 0,0-1 1 0 0,0 0-1 0 0,0 1 1 0 0,0-1-1 0 0,0 0 1 0 0,0 1-1 0 0,0-1 1 0 0,0 0-1 0 0,0 1 1 0 0,0-1-1 0 0,1 0 1 0 0,-1 1-1 0 0,0-1 1 0 0,0 0-1 0 0,0 1 1 0 0,0-1-1 0 0,0 0 1 0 0,1 1-1 0 0,-1-1 1 0 0,0 0-1 0 0,0 0 1 0 0,1 1-1 0 0,-1-1 0 0 0,0 0 1 0 0,0 0-1 0 0,1 0 1 0 0,-1 1-1 0 0,0-1 1 0 0,1 0-1 0 0,-1 0 1 0 0,0 0-1 0 0,0 0 1 0 0,1 0-1 0 0,-1 0 1 0 0,0 1-1 0 0,1-1 1 0 0,-1 0-1 0 0,0 0 1 0 0,1 0-1 0 0,-1 0 1 0 0,1 0-1 0 0,-1 0 1 0 0,0 0-1 0 0,1 0 1 0 0,-1-1-1 0 0,0 1 1 0 0,1 0-1 0 0,-1 0 1 0 0,0 0-1 0 0,0 0 1 0 0,1-1-1 0 0,61-22 543 0 0,-36 11 43 0 0,1 2 1 0 0,53-12-1 0 0,-36 16-383 0 0,1 3-1 0 0,52 2 1 0 0,45-3-4830 0 0,-124 2 196 0 0</inkml:trace>
</inkml:ink>
</file>

<file path=ppt/ink/ink2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6.7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18 2304 0 0,'1'-17'13766'0'0,"4"20"-13651"0"0,0 1 1 0 0,-1-1-1 0 0,1 1 0 0 0,-1 1 1 0 0,0-1-1 0 0,0 1 1 0 0,0-1-1 0 0,-1 1 0 0 0,1 0 1 0 0,-1 0-1 0 0,0 1 0 0 0,2 6 1 0 0,7 18-15 0 0,10 33 1 0 0,-9-20-371 0 0,15 25-1077 0 0,-21-48 343 0 0</inkml:trace>
</inkml:ink>
</file>

<file path=ppt/ink/ink2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7.0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 16 5065 0 0,'-6'-4'-864'0'0,"-26"-7"8690"0"0,32 24-5206 0 0,2-8-2557 0 0,0-1-1 0 0,0 1 1 0 0,1-1 0 0 0,-1 0-1 0 0,1 0 1 0 0,0 0-1 0 0,5 5 1 0 0,-7-7-336 0 0</inkml:trace>
</inkml:ink>
</file>

<file path=ppt/ink/ink2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7.6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6913 0 0,'13'51'5156'0'0,"-2"-25"-4268"0"0,1 0 1 0 0,24 36-1 0 0,13 28 5 0 0,-5-2-395 0 0,8 18-607 0 0,-46-90-1536 0 0,0 1 1 0 0,5 23-1 0 0</inkml:trace>
</inkml:ink>
</file>

<file path=ppt/ink/ink2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8.0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3 242 2761 0 0,'-1'-10'-4'0'0,"0"0"0"0"0,1-1 0 0 0,0 1 0 0 0,1 0 0 0 0,0 0 1 0 0,1 0-1 0 0,0 0 0 0 0,4-11 0 0 0,-3 11 507 0 0,1-1-1 0 0,0 1 0 0 0,1 1 1 0 0,0-1-1 0 0,0 0 1 0 0,1 1-1 0 0,0 0 1 0 0,1 1-1 0 0,0-1 1 0 0,1 1-1 0 0,-1 1 1 0 0,14-11-1 0 0,-20 17-440 0 0,0 0 1 0 0,0 0-1 0 0,0 0 1 0 0,0 0-1 0 0,1 0 1 0 0,-1 0-1 0 0,0 1 1 0 0,0-1-1 0 0,1 0 1 0 0,-1 1-1 0 0,1-1 1 0 0,-1 1-1 0 0,0-1 1 0 0,1 1-1 0 0,-1 0 1 0 0,1 0-1 0 0,-1-1 1 0 0,1 1-1 0 0,-1 0 1 0 0,1 0-1 0 0,-1 1 1 0 0,0-1-1 0 0,1 0 1 0 0,-1 0-1 0 0,1 1 1 0 0,-1-1-1 0 0,1 1 1 0 0,-1-1-1 0 0,0 1 1 0 0,1-1-1 0 0,-1 1 1 0 0,0 0-1 0 0,0 0 0 0 0,0 0 1 0 0,1 0-1 0 0,-1 0 1 0 0,0 0-1 0 0,0 0 1 0 0,0 0-1 0 0,0 0 1 0 0,-1 0-1 0 0,1 0 1 0 0,0 1-1 0 0,0-1 1 0 0,-1 0-1 0 0,1 1 1 0 0,-1-1-1 0 0,1 0 1 0 0,-1 1-1 0 0,1-1 1 0 0,-1 3-1 0 0,3 8 81 0 0,-1-1-1 0 0,0 0 1 0 0,-1 1 0 0 0,0-1-1 0 0,-2 16 1 0 0,-7 57 136 0 0,4-55 156 0 0,2 1 0 0 0,1 54 0 0 0,1-82-390 0 0,0-1-1 0 0,0 1 1 0 0,0-1 0 0 0,1 1-1 0 0,-1-1 1 0 0,0 1-1 0 0,1-1 1 0 0,-1 1 0 0 0,1-1-1 0 0,-1 0 1 0 0,1 1-1 0 0,0-1 1 0 0,0 0 0 0 0,-1 1-1 0 0,1-1 1 0 0,0 0-1 0 0,0 0 1 0 0,0 0 0 0 0,0 1-1 0 0,1-1 1 0 0,-1 0-1 0 0,0-1 1 0 0,0 1 0 0 0,2 1-1 0 0,0-1 14 0 0,-1-1-1 0 0,1 1 0 0 0,-1-1 1 0 0,1 0-1 0 0,-1 0 0 0 0,1 0 1 0 0,-1 0-1 0 0,1 0 1 0 0,-1 0-1 0 0,1-1 0 0 0,-1 1 1 0 0,1-1-1 0 0,3-1 0 0 0,5-2 149 0 0,0-1 0 0 0,0-1 0 0 0,0 0-1 0 0,-1 0 1 0 0,11-9 0 0 0,15-13 163 0 0,-3 1-1040 0 0,37-23-1 0 0,-45 35-467 0 0</inkml:trace>
</inkml:ink>
</file>

<file path=ppt/ink/ink2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8.5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40 0 3681 0 0,'-3'3'328'0'0,"0"-1"-1"0"0,0 1 1 0 0,0 0 0 0 0,1 0 0 0 0,-1 0 0 0 0,1 0-1 0 0,0 0 1 0 0,-1 0 0 0 0,1 1 0 0 0,1-1-1 0 0,-1 1 1 0 0,0 0 0 0 0,1-1 0 0 0,0 1 0 0 0,0 0-1 0 0,0 0 1 0 0,0 0 0 0 0,0 8 0 0 0,0 6 615 0 0,-1 0 0 0 0,4 35 1 0 0,1-33-483 0 0,0 0 1 0 0,2 0-1 0 0,0 0 0 0 0,1-1 1 0 0,16 36-1 0 0,55 86 22 0 0,-76-140-478 0 0,29 43-21 0 0,1-2 0 0 0,44 47 0 0 0,-63-75-64 0 0,-6-7-1053 0 0</inkml:trace>
</inkml:ink>
</file>

<file path=ppt/ink/ink2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8.8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26 426 456 0 0,'-1'0'106'0'0,"-1"0"0"0"0,1 0 0 0 0,0 0-1 0 0,0 0 1 0 0,0-1 0 0 0,0 1 0 0 0,0-1 0 0 0,-1 1 0 0 0,1-1-1 0 0,0 1 1 0 0,0-1 0 0 0,0 1 0 0 0,0-1 0 0 0,1 0-1 0 0,-1 0 1 0 0,0 1 0 0 0,0-1 0 0 0,0 0 0 0 0,0 0 0 0 0,1 0-1 0 0,-1 0 1 0 0,0 0 0 0 0,0-2 0 0 0,1 0 244 0 0,-1 1 1 0 0,1-1-1 0 0,0 1 1 0 0,0-1-1 0 0,0 0 1 0 0,0 1-1 0 0,1-1 0 0 0,-1 1 1 0 0,1-1-1 0 0,1-4 1 0 0,7-15 869 0 0,1 0 0 0 0,1 0 0 0 0,1 1 0 0 0,1 1-1 0 0,1 0 1 0 0,28-32 0 0 0,4-6 674 0 0,-28 34-1288 0 0,27-28 0 0 0,-38 43-991 0 0,2 2 0 0 0,-1-1 0 0 0,1 1 0 0 0,1 0 0 0 0,-1 1 0 0 0,17-8 0 0 0,-12 8-5374 0 0</inkml:trace>
</inkml:ink>
</file>

<file path=ppt/ink/ink2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0.5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36 592 3225 0 0,'-3'-2'241'0'0,"0"0"0"0"0,0-1 0 0 0,1 1 0 0 0,-1-1 0 0 0,1 0 0 0 0,-1 0 0 0 0,1 0 0 0 0,0 0 0 0 0,0 0 0 0 0,1 0 0 0 0,-1 0 0 0 0,1-1 0 0 0,-1 1 0 0 0,1-1 0 0 0,0 1 0 0 0,0-1 0 0 0,1 1 0 0 0,-1-1-1 0 0,1 0 1 0 0,0 1 0 0 0,-1-1 0 0 0,2 0 0 0 0,-1 1 0 0 0,0-1 0 0 0,1 0 0 0 0,1-6 0 0 0,-2 9-136 0 0,1 0-1 0 0,-1 0 0 0 0,0 0 1 0 0,0 0-1 0 0,1 0 0 0 0,-1 0 1 0 0,0 0-1 0 0,1 0 0 0 0,-1 0 0 0 0,1 0 1 0 0,-1 1-1 0 0,1-1 0 0 0,0 0 1 0 0,-1 0-1 0 0,1 0 0 0 0,0 1 1 0 0,0-1-1 0 0,-1 0 0 0 0,1 1 1 0 0,0-1-1 0 0,0 1 0 0 0,0-1 0 0 0,0 1 1 0 0,0-1-1 0 0,0 1 0 0 0,0 0 1 0 0,0-1-1 0 0,0 1 0 0 0,0 0 1 0 0,0 0-1 0 0,0 0 0 0 0,0-1 0 0 0,0 1 1 0 0,0 0-1 0 0,0 0 0 0 0,0 1 1 0 0,0-1-1 0 0,0 0 0 0 0,0 0 1 0 0,0 0-1 0 0,0 1 0 0 0,0-1 1 0 0,0 1-1 0 0,0-1 0 0 0,0 0 0 0 0,0 1 1 0 0,-1 0-1 0 0,1-1 0 0 0,1 2 1 0 0,8 4 103 0 0,-2 0 0 0 0,1 0 0 0 0,13 14 1 0 0,-19-18-92 0 0,54 53 80 0 0,-28-25-160 0 0,2-1-1 0 0,1-2 1 0 0,1-1 0 0 0,69 42 0 0 0,-92-64-3 0 0,0 0 1 0 0,0 0-1 0 0,0-1 0 0 0,1-1 1 0 0,0 1-1 0 0,-1-2 0 0 0,1 1 0 0 0,0-1 1 0 0,15-1-1 0 0,-24-1-1 0 0,0 1-1 0 0,0 0 1 0 0,-1-1-1 0 0,1 0 1 0 0,0 1 0 0 0,0-1-1 0 0,0 0 1 0 0,-1 0 0 0 0,1 0-1 0 0,0 0 1 0 0,-1 0 0 0 0,1 0-1 0 0,-1-1 1 0 0,1 1 0 0 0,-1 0-1 0 0,0-1 1 0 0,0 1 0 0 0,1-1-1 0 0,-1 0 1 0 0,0 1-1 0 0,0-1 1 0 0,0 0 0 0 0,-1 1-1 0 0,1-1 1 0 0,0 0 0 0 0,-1 0-1 0 0,1 0 1 0 0,-1 0 0 0 0,0 0-1 0 0,1 0 1 0 0,-1-3 0 0 0,0-3 212 0 0,1-1 0 0 0,-1 1 0 0 0,-1 0 0 0 0,0 0 0 0 0,0 0 0 0 0,-3-11 0 0 0,-43-143 1503 0 0,-20-78-936 0 0,55 187-2162 0 0,2 0 0 0 0,-3-83-1 0 0,12 112-5217 0 0</inkml:trace>
</inkml:ink>
</file>

<file path=ppt/ink/ink2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0.9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7370 0 0,'2'7'638'0'0,"0"0"0"0"0,0-1 0 0 0,0 1 1 0 0,1-1-1 0 0,0 0 0 0 0,1 0 0 0 0,7 11 1 0 0,4 8 197 0 0,50 98 478 0 0,-17-46-3368 0 0</inkml:trace>
</inkml:ink>
</file>

<file path=ppt/ink/ink2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1.3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78 86 10594 0 0,'-7'-4'176'0'0,"0"0"-1"0"0,1 0 1 0 0,0-1-1 0 0,0 0 1 0 0,0 0-1 0 0,1 0 1 0 0,-1-1-1 0 0,1 0 1 0 0,1 0 0 0 0,-1 0-1 0 0,1-1 1 0 0,-6-12-1 0 0,10 19-166 0 0,0 0-1 0 0,0 1 1 0 0,0-1 0 0 0,0 0-1 0 0,0 0 1 0 0,0 0 0 0 0,0 0-1 0 0,1 0 1 0 0,-1 0-1 0 0,0 0 1 0 0,0 0 0 0 0,0 0-1 0 0,0 0 1 0 0,0 0 0 0 0,0 0-1 0 0,0 0 1 0 0,0 0 0 0 0,0-1-1 0 0,1 1 1 0 0,-1 0-1 0 0,0 0 1 0 0,0 0 0 0 0,0 0-1 0 0,0 0 1 0 0,0 0 0 0 0,0 0-1 0 0,0 0 1 0 0,0 0 0 0 0,0 0-1 0 0,0 0 1 0 0,0 0-1 0 0,1 0 1 0 0,-1 0 0 0 0,0-1-1 0 0,0 1 1 0 0,0 0 0 0 0,0 0-1 0 0,0 0 1 0 0,0 0 0 0 0,0 0-1 0 0,0 0 1 0 0,0 0-1 0 0,0 0 1 0 0,0 0 0 0 0,0-1-1 0 0,0 1 1 0 0,0 0 0 0 0,0 0-1 0 0,0 0 1 0 0,0 0-1 0 0,0 0 1 0 0,0 0 0 0 0,0 0-1 0 0,0 0 1 0 0,0 0 0 0 0,0-1-1 0 0,0 1 1 0 0,0 0 0 0 0,0 0-1 0 0,-1 0 1 0 0,1 0-1 0 0,0 0 1 0 0,0 0 0 0 0,0 0-1 0 0,0 0 1 0 0,0 0 0 0 0,0 0-1 0 0,0 0 1 0 0,0 0 0 0 0,9 6-26 0 0,10 12-526 0 0,38 52-4756 0 0,-34-41 2550 0 0</inkml:trace>
</inkml:ink>
</file>

<file path=ppt/ink/ink2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1.6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88 2761 0 0,'4'-2'1812'0'0,"-3"2"-1758"0"0,-1-1 1 0 0,0 1-1 0 0,0 0 1 0 0,1-1-1 0 0,-1 1 1 0 0,0 0-1 0 0,1 0 1 0 0,-1 0-1 0 0,0-1 1 0 0,1 1-1 0 0,-1 0 1 0 0,0 0-1 0 0,1 0 1 0 0,-1 0-1 0 0,1-1 1 0 0,-1 1-1 0 0,0 0 1 0 0,1 0-1 0 0,-1 0 1 0 0,1 0-1 0 0,-1 0 1 0 0,1 0-1 0 0,-1 0 1 0 0,0 0-1 0 0,1 0 1 0 0,-1 1-1 0 0,1-1 1 0 0,-1 0-1 0 0,0 0 1 0 0,1 0-1 0 0,-1 0 1 0 0,0 0-1 0 0,1 1 1 0 0,-1-1-1 0 0,0 0 1 0 0,1 0-1 0 0,-1 1 1 0 0,0-1-1 0 0,1 0 1 0 0,-1 1-1 0 0,0-1 1 0 0,0 0-1 0 0,1 1 1 0 0,6 6 223 0 0,0 0 0 0 0,0 1 1 0 0,0 0-1 0 0,-1 0 0 0 0,-1 1 0 0 0,1 0 1 0 0,-2 0-1 0 0,1 0 0 0 0,6 19 0 0 0,-7-18-172 0 0,0 0 0 0 0,0 0-1 0 0,1 0 1 0 0,0-1-1 0 0,1 0 1 0 0,0 0-1 0 0,0 0 1 0 0,11 10 0 0 0,-17-19-107 0 0,1 1-1 0 0,-1 0 1 0 0,1-1 0 0 0,-1 1 0 0 0,1-1 0 0 0,0 1 0 0 0,-1-1 0 0 0,1 1 0 0 0,0-1 0 0 0,-1 1 0 0 0,1-1-1 0 0,0 0 1 0 0,0 1 0 0 0,-1-1 0 0 0,1 0 0 0 0,0 0 0 0 0,0 1 0 0 0,0-1 0 0 0,0 0 0 0 0,-1 0 0 0 0,1 0 0 0 0,0 0-1 0 0,0 0 1 0 0,0 0 0 0 0,0 0 0 0 0,0-1 0 0 0,0 1 4 0 0,0-1-1 0 0,-1 0 0 0 0,1 0 1 0 0,0 0-1 0 0,-1 1 1 0 0,1-1-1 0 0,-1 0 1 0 0,1 0-1 0 0,-1 0 1 0 0,0 0-1 0 0,1 0 1 0 0,-1 0-1 0 0,0 0 1 0 0,0 0-1 0 0,0 0 1 0 0,1 0-1 0 0,-1-2 1 0 0,-4-55 185 0 0,3 49-141 0 0,-6-37-51 0 0,4 33 319 0 0,1 0 0 0 0,1-1 0 0 0,0 1 0 0 0,0 0 0 0 0,1-1 0 0 0,4-26 0 0 0,-3 38-232 0 0,-1 0 1 0 0,0 1 0 0 0,1-1-1 0 0,-1 0 1 0 0,1 0 0 0 0,-1 0-1 0 0,1 1 1 0 0,0-1 0 0 0,0 0-1 0 0,0 1 1 0 0,0-1-1 0 0,0 1 1 0 0,0-1 0 0 0,0 1-1 0 0,0-1 1 0 0,1 1 0 0 0,-1 0-1 0 0,1 0 1 0 0,-1 0 0 0 0,1-1-1 0 0,-1 1 1 0 0,1 1 0 0 0,0-1-1 0 0,-1 0 1 0 0,1 0-1 0 0,0 1 1 0 0,0-1 0 0 0,-1 1-1 0 0,1-1 1 0 0,0 1 0 0 0,0 0-1 0 0,0-1 1 0 0,2 1 0 0 0,0 1-22 0 0,0 0 0 0 0,0 0 0 0 0,-1 0 0 0 0,1 1 1 0 0,0-1-1 0 0,-1 1 0 0 0,1-1 0 0 0,-1 1 1 0 0,0 1-1 0 0,0-1 0 0 0,0 0 0 0 0,0 1 1 0 0,0-1-1 0 0,0 1 0 0 0,2 3 0 0 0,9 13-149 0 0,0 0 0 0 0,14 31-1 0 0,-10-18-283 0 0,-1-4-67 0 0</inkml:trace>
</inkml:ink>
</file>

<file path=ppt/ink/ink2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4.2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13 100 10594 0 0,'-1'-1'108'0'0,"0"1"0"0"0,0-1-1 0 0,0 1 1 0 0,1-1-1 0 0,-1 0 1 0 0,0 0 0 0 0,0 1-1 0 0,1-1 1 0 0,-1 0 0 0 0,0 0-1 0 0,1 0 1 0 0,-1 0 0 0 0,1 0-1 0 0,-1 1 1 0 0,1-1-1 0 0,0 0 1 0 0,-1 0 0 0 0,1 0-1 0 0,0 0 1 0 0,0 0 0 0 0,0-1-1 0 0,0 1 1 0 0,-1 0 0 0 0,1 0-1 0 0,1 0 1 0 0,-1 0 0 0 0,0 0-1 0 0,0 0 1 0 0,0 0-1 0 0,0 0 1 0 0,1-1 0 0 0,0 2-2 0 0,-1-1 0 0 0,1 0 0 0 0,0 1 0 0 0,-1-1 0 0 0,1 1 0 0 0,0-1 0 0 0,-1 1 0 0 0,1-1 0 0 0,0 1 1 0 0,0 0-1 0 0,-1-1 0 0 0,1 1 0 0 0,0 0 0 0 0,0 0 0 0 0,0 0 0 0 0,0-1 0 0 0,-1 1 0 0 0,1 0 0 0 0,0 0 0 0 0,0 0 0 0 0,0 0 0 0 0,0 0 1 0 0,0 1-1 0 0,-1-1 0 0 0,1 0 0 0 0,0 0 0 0 0,0 1 0 0 0,0-1 0 0 0,-1 0 0 0 0,1 1 0 0 0,0-1 0 0 0,0 0 0 0 0,-1 1 0 0 0,1-1 1 0 0,0 1-1 0 0,-1 0 0 0 0,1-1 0 0 0,0 2 0 0 0,38 29 733 0 0,66 71 1 0 0,-47-43-491 0 0,50 48-30 0 0,102 97 323 0 0,-206-200-594 0 0,0 0 1 0 0,1-1-1 0 0,-1 0 1 0 0,1 0-1 0 0,0 0 1 0 0,0-1-1 0 0,0 0 1 0 0,0 0-1 0 0,6 2 1 0 0,-10-4-37 0 0,1 1 1 0 0,-1-1 0 0 0,0 0 0 0 0,1 0 0 0 0,-1 0 0 0 0,0 0-1 0 0,1 0 1 0 0,-1 0 0 0 0,0 0 0 0 0,1-1 0 0 0,-1 1-1 0 0,0 0 1 0 0,0-1 0 0 0,1 1 0 0 0,-1-1 0 0 0,0 1 0 0 0,0-1-1 0 0,0 0 1 0 0,1 1 0 0 0,-1-1 0 0 0,0 0 0 0 0,0 0-1 0 0,0 0 1 0 0,0 0 0 0 0,-1 0 0 0 0,1 0 0 0 0,0 0-1 0 0,0 0 1 0 0,0 0 0 0 0,-1 0 0 0 0,1-1 0 0 0,-1 1 0 0 0,1 0-1 0 0,-1 0 1 0 0,1-1 0 0 0,-1 1 0 0 0,0 0 0 0 0,0-1-1 0 0,1 1 1 0 0,-1 0 0 0 0,0-1 0 0 0,-1-1 0 0 0,4-41 167 0 0,-3 1 0 0 0,-10-85 0 0 0,1 28-143 0 0,5-67-835 0 0,7 97-6161 0 0,-1 51 492 0 0</inkml:trace>
</inkml:ink>
</file>

<file path=ppt/ink/ink2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4.6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72 116 2304 0 0,'-15'-20'2555'0'0,"13"17"-1963"0"0,0 0 1 0 0,1 0-1 0 0,-1 1 0 0 0,0-1 1 0 0,-1 0-1 0 0,1 1 0 0 0,0 0 1 0 0,-1 0-1 0 0,1-1 0 0 0,-1 1 1 0 0,0 1-1 0 0,1-1 1 0 0,-1 0-1 0 0,-4-1 0 0 0,7 3-480 0 0,-1 0-1 0 0,1 1 0 0 0,0-1 0 0 0,-1 0 1 0 0,1 0-1 0 0,0 1 0 0 0,-1-1 0 0 0,1 0 1 0 0,0 0-1 0 0,0 1 0 0 0,-1-1 0 0 0,1 0 1 0 0,0 1-1 0 0,0-1 0 0 0,0 0 1 0 0,-1 1-1 0 0,1-1 0 0 0,0 1 0 0 0,0-1 1 0 0,0 0-1 0 0,0 1 0 0 0,0-1 0 0 0,0 0 1 0 0,0 1-1 0 0,0-1 0 0 0,0 1 0 0 0,0-1 1 0 0,0 0-1 0 0,0 1 0 0 0,0-1 1 0 0,0 1-1 0 0,0-1 0 0 0,0 0 0 0 0,0 1 1 0 0,0-1-1 0 0,1 1 0 0 0,-1-1 0 0 0,0 0 1 0 0,1 1-1 0 0,5 23 581 0 0,-5-22-440 0 0,4 14-83 0 0,0-1 1 0 0,2 1 0 0 0,0-2 0 0 0,0 1-1 0 0,2-1 1 0 0,0 0 0 0 0,20 24 0 0 0,-25-33-173 0 0,0 0 0 0 0,0-1 0 0 0,0 0 1 0 0,1 0-1 0 0,-1 0 0 0 0,1-1 1 0 0,0 1-1 0 0,0-1 0 0 0,0 0 0 0 0,1-1 1 0 0,-1 1-1 0 0,1-1 0 0 0,-1 0 0 0 0,1-1 1 0 0,0 1-1 0 0,0-1 0 0 0,-1 0 0 0 0,1 0 1 0 0,0-1-1 0 0,0 0 0 0 0,0 0 1 0 0,0 0-1 0 0,0-1 0 0 0,11-2 0 0 0,-14 2 3 0 0,0 0 1 0 0,1-1-1 0 0,-1 1 0 0 0,0-1 0 0 0,0 0 0 0 0,0 0 0 0 0,-1 0 0 0 0,1 0 0 0 0,0 0 0 0 0,-1 0 0 0 0,1-1 0 0 0,-1 0 1 0 0,0 1-1 0 0,0-1 0 0 0,0 0 0 0 0,0 0 0 0 0,0 0 0 0 0,-1 0 0 0 0,1 0 0 0 0,-1-1 0 0 0,0 1 0 0 0,0 0 0 0 0,0-1 1 0 0,0 1-1 0 0,-1 0 0 0 0,1-1 0 0 0,-1 1 0 0 0,0-1 0 0 0,0 1 0 0 0,-1-5 0 0 0,1-2-3 0 0,-2 1 0 0 0,1 0 0 0 0,-1 0 0 0 0,0-1-1 0 0,-1 1 1 0 0,0 0 0 0 0,-1 1 0 0 0,0-1 0 0 0,0 1 0 0 0,-6-9-1 0 0,4 9-106 0 0,0 0 0 0 0,0 0 0 0 0,-1 1 0 0 0,0-1-1 0 0,-1 2 1 0 0,1-1 0 0 0,-1 1 0 0 0,-1 0-1 0 0,1 1 1 0 0,-18-9 0 0 0,19 11-195 0 0,0 1 0 0 0,1 0 0 0 0,-1 0 1 0 0,0 0-1 0 0,0 1 0 0 0,0 0 0 0 0,0 0 0 0 0,0 1 0 0 0,0 0 1 0 0,0 0-1 0 0,-1 1 0 0 0,1 0 0 0 0,0 0 0 0 0,0 0 0 0 0,1 1 1 0 0,-11 4-1 0 0,-2 2-1505 0 0,1-1-2764 0 0</inkml:trace>
</inkml:ink>
</file>

<file path=ppt/ink/ink2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5.0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90 5529 0 0,'44'32'3809'0'0,"-35"-20"-2990"0"0,-1-1 1 0 0,0 2-1 0 0,0-1 0 0 0,-1 1 1 0 0,9 25-1 0 0,-11-27-680 0 0,-1 1 0 0 0,2-1 0 0 0,-1 0-1 0 0,2 0 1 0 0,-1-1 0 0 0,1 0 0 0 0,1 0 0 0 0,13 13-1 0 0,-20-21-140 0 0,0-1 0 0 0,1 0 0 0 0,-1 0 0 0 0,1 0 0 0 0,-1 0 0 0 0,1 0 0 0 0,-1 0 0 0 0,1 0 0 0 0,0 0-1 0 0,-1 0 1 0 0,1-1 0 0 0,0 1 0 0 0,-1-1 0 0 0,1 1 0 0 0,0-1 0 0 0,0 0 0 0 0,0 0 0 0 0,-1 0 0 0 0,1 0 0 0 0,0 0-1 0 0,0 0 1 0 0,3-1 0 0 0,-3 0-37 0 0,0 0 0 0 0,0 0 0 0 0,0 0 0 0 0,0-1 0 0 0,-1 1 0 0 0,1-1 0 0 0,0 1 0 0 0,-1-1 0 0 0,1 0 0 0 0,-1 0 0 0 0,1 0 1 0 0,-1 0-1 0 0,0 0 0 0 0,0 0 0 0 0,1-3 0 0 0,4-10-228 0 0,-1 0 1 0 0,-1 0 0 0 0,0-1 0 0 0,1-17 0 0 0,-3 25 216 0 0,4-33 100 0 0,-3 15 182 0 0,2 1 0 0 0,0-1 0 0 0,16-45-1 0 0,-20 70-176 0 0,-1 0-1 0 0,1-1 0 0 0,-1 1 1 0 0,1 0-1 0 0,-1 0 0 0 0,1-1 0 0 0,0 1 1 0 0,0 0-1 0 0,0 0 0 0 0,0 0 1 0 0,-1 0-1 0 0,1 0 0 0 0,1 0 0 0 0,-1 1 1 0 0,0-1-1 0 0,0 0 0 0 0,0 0 1 0 0,0 1-1 0 0,0-1 0 0 0,1 1 0 0 0,-1-1 1 0 0,0 1-1 0 0,1-1 0 0 0,-1 1 1 0 0,0 0-1 0 0,1-1 0 0 0,-1 1 0 0 0,0 0 1 0 0,1 0-1 0 0,-1 0 0 0 0,0 0 1 0 0,1 1-1 0 0,-1-1 0 0 0,0 0 0 0 0,1 0 1 0 0,-1 1-1 0 0,0-1 0 0 0,1 1 1 0 0,-1-1-1 0 0,0 1 0 0 0,0 0 0 0 0,0-1 1 0 0,1 1-1 0 0,-1 0 0 0 0,1 1 1 0 0,8 5 186 0 0,0 2 1 0 0,0-1-1 0 0,-1 1 0 0 0,9 11 1 0 0,-5-6-58 0 0,16 18-33 0 0,0-1-1079 0 0,-8-12-3939 0 0</inkml:trace>
</inkml:ink>
</file>

<file path=ppt/ink/ink2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5.4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30 133 3225 0 0,'-9'-27'382'0'0,"-7"-39"0"0"0,12 27 3744 0 0,11 56 326 0 0,8 24-2531 0 0,8 33-206 0 0,37 83 0 0 0,-4-48-2376 0 0,-36-77-1600 0 0,31 38 0 0 0,-29-43-3208 0 0</inkml:trace>
</inkml:ink>
</file>

<file path=ppt/ink/ink2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5.8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4 315 3225 0 0,'-1'-2'104'0'0,"1"0"0"0"0,-1 1 0 0 0,1-1 0 0 0,-1 0 0 0 0,1 0 1 0 0,0 1-1 0 0,-1-1 0 0 0,1 0 0 0 0,0 0 0 0 0,0 0 0 0 0,0 1 0 0 0,0-1 1 0 0,1 0-1 0 0,-1 0 0 0 0,0 0 0 0 0,1 1 0 0 0,0-1 0 0 0,-1 0 0 0 0,1 0 1 0 0,0 1-1 0 0,0-1 0 0 0,0 1 0 0 0,0-1 0 0 0,1-1 0 0 0,34-41 1952 0 0,-27 34-1634 0 0,33-32 772 0 0,88-69 1 0 0,-81 71-2073 0 0,-20 17 367 0 0</inkml:trace>
</inkml:ink>
</file>

<file path=ppt/ink/ink2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59.6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219 26 2761 0 0,'-3'-3'247'0'0,"-1"1"1"0"0,1-1 0 0 0,-1 1-1 0 0,0-1 1 0 0,0 1 0 0 0,0 0-1 0 0,0 1 1 0 0,0-1 0 0 0,0 1-1 0 0,0 0 1 0 0,0 0 0 0 0,-1 0-1 0 0,1 0 1 0 0,-1 1 0 0 0,1 0-1 0 0,0 0 1 0 0,-1 0 0 0 0,1 0-1 0 0,0 1 1 0 0,-1 0 0 0 0,1-1-1 0 0,0 2 1 0 0,-1-1 0 0 0,1 0-1 0 0,0 1 1 0 0,0 0 0 0 0,0 0-1 0 0,1 0 1 0 0,-1 0 0 0 0,0 1-1 0 0,1 0 1 0 0,-4 3 0 0 0,-1 1-3 0 0,1 1 0 0 0,0-1 0 0 0,1 2 0 0 0,0-1 0 0 0,0 1 0 0 0,1 0 1 0 0,0 0-1 0 0,1 0 0 0 0,0 1 0 0 0,0-1 0 0 0,1 1 0 0 0,-4 20 0 0 0,2 3-7 0 0,2 0 0 0 0,1 0 0 0 0,2 0 0 0 0,7 63 0 0 0,-3-72-151 0 0,0-1-1 0 0,1 1 1 0 0,2-1-1 0 0,0-1 1 0 0,1 1-1 0 0,2-1 1 0 0,19 34-1 0 0,-25-50-71 0 0,1 0 0 0 0,-1-1 0 0 0,2 1 0 0 0,-1-1 0 0 0,0 0 0 0 0,1-1 1 0 0,0 1-1 0 0,0-1 0 0 0,0 0 0 0 0,1-1 0 0 0,-1 1 0 0 0,1-1 0 0 0,0 0 0 0 0,12 2 0 0 0,-4-1-34 0 0,1-1 1 0 0,-1 0-1 0 0,1-1 0 0 0,0-1 0 0 0,30-2 0 0 0,-45 1 17 0 0,0 0 0 0 0,0 0 0 0 0,0 0 0 0 0,0 0-1 0 0,0 0 1 0 0,0 0 0 0 0,0 0 0 0 0,0 0-1 0 0,1 0 1 0 0,-1-1 0 0 0,0 1 0 0 0,0 0-1 0 0,0-1 1 0 0,0 1 0 0 0,0-1 0 0 0,0 1 0 0 0,0-1-1 0 0,0 0 1 0 0,-1 1 0 0 0,1-1 0 0 0,0 0-1 0 0,0 0 1 0 0,0 1 0 0 0,-1-1 0 0 0,1 0-1 0 0,0 0 1 0 0,-1 0 0 0 0,1 0 0 0 0,-1 0 0 0 0,1-1-1 0 0,-1 1 3 0 0,0-1 0 0 0,-1 1 0 0 0,1 0 0 0 0,0-1 0 0 0,-1 1 0 0 0,1 0-1 0 0,-1-1 1 0 0,0 1 0 0 0,1 0 0 0 0,-1 0 0 0 0,0 0 0 0 0,0-1 0 0 0,0 1 0 0 0,0 0-1 0 0,0 0 1 0 0,0 0 0 0 0,0 1 0 0 0,0-1 0 0 0,0 0 0 0 0,0 0 0 0 0,-1 1 0 0 0,0-2-1 0 0,-17-8-44 0 0,2-2 0 0 0,-1 0 0 0 0,-18-17 0 0 0,30 22 38 0 0,0 1-1 0 0,1-1 0 0 0,-1 0 1 0 0,1 0-1 0 0,0 0 1 0 0,1-1-1 0 0,0 1 0 0 0,0-1 1 0 0,1 0-1 0 0,-4-14 0 0 0,5 14 2 0 0,1 1 0 0 0,0-1 0 0 0,1 0 0 0 0,0 0 0 0 0,0 1 0 0 0,0-1 0 0 0,1 0-1 0 0,0 0 1 0 0,1 1 0 0 0,0-1 0 0 0,0 1 0 0 0,0-1 0 0 0,1 1 0 0 0,5-10 0 0 0,-4 9 11 0 0,0 1 0 0 0,1-1 0 0 0,0 1 0 0 0,0 0 0 0 0,1 0 0 0 0,-1 1 0 0 0,1-1 0 0 0,1 1 0 0 0,-1 1 0 0 0,1-1 0 0 0,0 1 0 0 0,15-8 0 0 0,-19 12 2 0 0,-1-1-1 0 0,1 2 1 0 0,-1-1 0 0 0,1 0 0 0 0,0 0 0 0 0,-1 1-1 0 0,1-1 1 0 0,0 1 0 0 0,-1 0 0 0 0,1 0 0 0 0,0 0 0 0 0,-1 0-1 0 0,1 1 1 0 0,0-1 0 0 0,-1 1 0 0 0,1-1 0 0 0,3 3 0 0 0,-1-1-2 0 0,-1 0 1 0 0,0 0 0 0 0,0 1-1 0 0,0 0 1 0 0,0 0 0 0 0,-1 0 0 0 0,1 0-1 0 0,-1 1 1 0 0,4 4 0 0 0,5 8 12 0 0,-1 1 0 0 0,-1 1 0 0 0,14 32 0 0 0,-20-41-4 0 0,8 18-1 0 0,1-1 0 0 0,1 0 0 0 0,1-1 0 0 0,25 30-1 0 0,-22-37 215 0 0,-4-5-949 0 0,-5-2-3362 0 0</inkml:trace>
</inkml:ink>
</file>

<file path=ppt/ink/ink2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0.0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3681 0 0,'7'7'955'0'0,"-2"-2"-309"0"0,0 0 0 0 0,0 1 0 0 0,0-1 0 0 0,5 9 0 0 0,6 24 189 0 0,-1 1 1 0 0,-2 0 0 0 0,-2 0-1 0 0,8 52 1 0 0,-4-19-737 0 0,25 63-519 0 0,-36-123 51 0 0</inkml:trace>
</inkml:ink>
</file>

<file path=ppt/ink/ink2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0.3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7 263 3225 0 0,'1'0'2'0'0,"-1"-1"0"0"0,0 1 0 0 0,0 0 0 0 0,0 0 0 0 0,0 0 0 0 0,0-1 0 0 0,0 1 0 0 0,0 0 0 0 0,0 0 0 0 0,0 0 0 0 0,0 0 0 0 0,0-1 0 0 0,0 1 0 0 0,-1 0 0 0 0,1 0 1 0 0,0 0-1 0 0,0 0 0 0 0,0-1 0 0 0,0 1 0 0 0,0 0 0 0 0,0 0 0 0 0,0 0 0 0 0,0 0 0 0 0,0 0 0 0 0,-1-1 0 0 0,1 1 0 0 0,0 0 0 0 0,0 0 0 0 0,0 0 0 0 0,0 0 0 0 0,0 0 0 0 0,-1 0 0 0 0,1 0 1 0 0,0 0-1 0 0,0 0 0 0 0,0-1 0 0 0,0 1 0 0 0,-1 0 0 0 0,1 0 0 0 0,0 0 0 0 0,0 0 0 0 0,0 0 0 0 0,0 0 0 0 0,-1 0 0 0 0,1 0 0 0 0,0 0 0 0 0,0 0 0 0 0,0 0 0 0 0,-1 0 0 0 0,1 1 0 0 0,0-1 0 0 0,0 0 1 0 0,0 0-1 0 0,0 0 0 0 0,0 0 0 0 0,-1 0 0 0 0,1 0 0 0 0,0 0 0 0 0,0 0 0 0 0,0 0 0 0 0,0 1 0 0 0,0-1 0 0 0,-1 0 0 0 0,3 10 4458 0 0,-1-9-4266 0 0,123 94 2930 0 0,-69-54-2513 0 0,-49-37-592 0 0,0 0 0 0 0,0 0 0 0 0,1 0-1 0 0,0-1 1 0 0,-1 0 0 0 0,1 0 0 0 0,0-1 0 0 0,0 0 0 0 0,0 0-1 0 0,1 0 1 0 0,12 0 0 0 0,-18-2 23 0 0,1 0 0 0 0,0 0 0 0 0,-1 0 0 0 0,1-1 0 0 0,-1 1 0 0 0,1-1 0 0 0,0 0 0 0 0,-1 1 0 0 0,0-1 0 0 0,1 0 0 0 0,-1-1 0 0 0,1 1 0 0 0,-1 0 0 0 0,0-1 0 0 0,0 1 0 0 0,0-1 0 0 0,0 0 0 0 0,0 0 0 0 0,0 1 0 0 0,0-1 0 0 0,-1 0 0 0 0,1-1 0 0 0,-1 1 0 0 0,1 0 0 0 0,-1 0 0 0 0,0-1 0 0 0,0 1 0 0 0,0-1 0 0 0,0 1 0 0 0,0-1 0 0 0,-1 1 0 0 0,1-1 0 0 0,-1 1 0 0 0,1-1 0 0 0,-1-3 0 0 0,1-5 166 0 0,-1 0-1 0 0,0 1 1 0 0,-1-1 0 0 0,0 0-1 0 0,-1 1 1 0 0,0-1 0 0 0,-6-17 0 0 0,-33-73 1998 0 0,22 57-1825 0 0,8 22-1084 0 0,0 0-1 0 0,-1 1 1 0 0,-25-33 0 0 0,28 42-4766 0 0</inkml:trace>
</inkml:ink>
</file>

<file path=ppt/ink/ink2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0.7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5529 0 0,'0'0'1068'0'0,"4"18"2193"0"0,14 15-1586 0 0,33 44 0 0 0,-31-50-1455 0 0,-1 2-1 0 0,19 40 1 0 0,-18-22-303 0 0,7 15-12 0 0,-4-23-3859 0 0</inkml:trace>
</inkml:ink>
</file>

<file path=ppt/ink/ink2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1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63 1840 0 0,'0'-3'231'0'0,"0"0"-1"0"0,0 0 1 0 0,0 1-1 0 0,0-1 1 0 0,1 0-1 0 0,-1 1 1 0 0,1-1-1 0 0,-1 0 1 0 0,1 1-1 0 0,0-1 1 0 0,0 1-1 0 0,0-1 1 0 0,1 1-1 0 0,-1-1 1 0 0,0 1-1 0 0,1 0 0 0 0,0 0 1 0 0,3-4-1 0 0,-3 4-41 0 0,0 1-1 0 0,0 0 0 0 0,0 0 1 0 0,1 0-1 0 0,-1 0 1 0 0,0 0-1 0 0,1 1 0 0 0,-1-1 1 0 0,0 1-1 0 0,1-1 0 0 0,-1 1 1 0 0,1 0-1 0 0,-1 0 0 0 0,1 0 1 0 0,-1 0-1 0 0,5 1 0 0 0,2 1 83 0 0,1 1 0 0 0,-1 0 0 0 0,0 0 0 0 0,-1 1 0 0 0,1 0 0 0 0,0 1 0 0 0,-1-1 0 0 0,0 2 0 0 0,7 5 0 0 0,-5-2-183 0 0,-1 1 1 0 0,0 0 0 0 0,-1 0-1 0 0,0 1 1 0 0,0 0-1 0 0,-1 0 1 0 0,-1 1 0 0 0,0-1-1 0 0,5 15 1 0 0,-5-10-65 0 0,0 0 1 0 0,-1 1-1 0 0,-1 0 0 0 0,-1 0 0 0 0,0 0 1 0 0,0 26-1 0 0,-4-26 20 0 0,0 0 1 0 0,-2 0-1 0 0,0 0 1 0 0,0 0-1 0 0,-2-1 1 0 0,-7 21-1 0 0,-49 92 214 0 0,51-110-395 0 0</inkml:trace>
</inkml:ink>
</file>

<file path=ppt/ink/ink2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4.2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1 3225 0 0,'-10'0'8513'0'0,"11"14"-8835"0"0,0 59 2995 0 0,18 130 0 0 0,-1-120-2745 0 0,44 121 0 0 0,-50-175-2612 0 0</inkml:trace>
</inkml:ink>
</file>

<file path=ppt/ink/ink2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4.7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328 182 4145 0 0,'-10'-4'314'0'0,"0"0"0"0"0,0 1-1 0 0,-1 0 1 0 0,1 1 0 0 0,0 0 0 0 0,-1 1 0 0 0,0 0-1 0 0,1 1 1 0 0,-1 0 0 0 0,0 0 0 0 0,1 1 0 0 0,-1 1 0 0 0,1-1-1 0 0,-1 2 1 0 0,1 0 0 0 0,0 0 0 0 0,0 1 0 0 0,0 0-1 0 0,0 0 1 0 0,1 1 0 0 0,-1 1 0 0 0,1-1 0 0 0,1 2 0 0 0,-1-1-1 0 0,1 1 1 0 0,0 0 0 0 0,1 1 0 0 0,0 0 0 0 0,0 0-1 0 0,0 1 1 0 0,-6 11 0 0 0,10-13-152 0 0,0 1-1 0 0,0-1 1 0 0,0 1-1 0 0,1 0 1 0 0,1 0-1 0 0,-1 0 1 0 0,1 0-1 0 0,1 0 1 0 0,-1 10-1 0 0,3 14 25 0 0,5 32-1 0 0,-4-39-199 0 0,2 16 23 0 0,2 0 0 0 0,2 0 0 0 0,1-1-1 0 0,2-1 1 0 0,2 0 0 0 0,26 52 0 0 0,-27-67-30 0 0,1-1 1 0 0,0-1 0 0 0,2 0-1 0 0,0-2 1 0 0,2 1 0 0 0,0-2-1 0 0,1-1 1 0 0,1 0 0 0 0,0-1-1 0 0,2-1 1 0 0,24 14 0 0 0,-25-18-40 0 0,1 0 0 0 0,0-1 1 0 0,1-2-1 0 0,-1 0 0 0 0,2-2 0 0 0,40 9 1 0 0,-53-15 3 0 0,0 0 1 0 0,0 0-1 0 0,0-1 1 0 0,0 0-1 0 0,0-1 1 0 0,0-1-1 0 0,0 0 1 0 0,0 0-1 0 0,0-1 1 0 0,-1 0 0 0 0,1-1-1 0 0,-1 0 1 0 0,0-1-1 0 0,0 0 1 0 0,-1 0-1 0 0,1-1 1 0 0,9-8-1 0 0,-7 2 36 0 0,1 0-1 0 0,-1 0 0 0 0,-1-1 1 0 0,0-1-1 0 0,-1 0 0 0 0,-1 0 1 0 0,0-1-1 0 0,-1-1 1 0 0,-1 1-1 0 0,0-1 0 0 0,-1 0 1 0 0,0-1-1 0 0,5-32 0 0 0,-5 15 35 0 0,-1-1 0 0 0,-2 0-1 0 0,-1-1 1 0 0,-2 1 0 0 0,-9-66 0 0 0,0 55 351 0 0,-2 0 0 0 0,-2 1 0 0 0,-3 0 1 0 0,-1 1-1 0 0,-2 1 0 0 0,-28-46 0 0 0,30 55 12 0 0,5 10 121 0 0,-1 0 0 0 0,-1 1 0 0 0,-29-37 0 0 0,39 54-415 0 0,-1 1 0 0 0,-1 0-1 0 0,1 0 1 0 0,0 0 0 0 0,-1 1 0 0 0,0 0-1 0 0,0 0 1 0 0,0 0 0 0 0,-1 1-1 0 0,1 0 1 0 0,-1 0 0 0 0,0 1 0 0 0,0-1-1 0 0,0 2 1 0 0,0-1 0 0 0,0 1 0 0 0,0 0-1 0 0,-14 0 1 0 0,7 2-22 0 0,0 1 0 0 0,1 0 0 0 0,-1 1 0 0 0,1 0 0 0 0,-1 1 0 0 0,1 1 0 0 0,0 0 0 0 0,1 0 0 0 0,-17 11-1 0 0,20-11-240 0 0,0 1 0 0 0,1 0 0 0 0,0 0-1 0 0,0 0 1 0 0,1 1 0 0 0,0 0-1 0 0,0 1 1 0 0,0 0 0 0 0,1 0-1 0 0,0 0 1 0 0,1 1 0 0 0,0-1-1 0 0,-6 15 1 0 0,3 4-6665 0 0</inkml:trace>
</inkml:ink>
</file>

<file path=ppt/ink/ink2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5.5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49 167 2761 0 0,'-25'10'1988'0'0,"24"-10"-1794"0"0,0 1 0 0 0,0-1 0 0 0,0 1 0 0 0,0-1-1 0 0,0 0 1 0 0,0 1 0 0 0,-1-1 0 0 0,1 0-1 0 0,0 0 1 0 0,0 0 0 0 0,0 0 0 0 0,0 0-1 0 0,-1 0 1 0 0,1 0 0 0 0,0 0 0 0 0,0-1 0 0 0,0 1-1 0 0,-2-1 1 0 0,3 0-59 0 0,0 0-1 0 0,0 0 0 0 0,0 0 1 0 0,1 0-1 0 0,-1 0 1 0 0,0 0-1 0 0,1 1 0 0 0,-1-1 1 0 0,1 0-1 0 0,-1 0 1 0 0,1 0-1 0 0,-1 1 1 0 0,1-1-1 0 0,0 0 0 0 0,-1 0 1 0 0,1 1-1 0 0,0-1 1 0 0,0 1-1 0 0,-1-1 0 0 0,1 1 1 0 0,0-1-1 0 0,0 1 1 0 0,0-1-1 0 0,0 1 0 0 0,0 0 1 0 0,1-1-1 0 0,20-8 431 0 0,35-12 880 0 0,86-18-1 0 0,-103 29-1140 0 0,32-3-211 0 0,1 2-1 0 0,1 4 1 0 0,89 3-1 0 0,67-6 43 0 0,28-1 280 0 0,11-1 75 0 0,-165 4-221 0 0,1 4 0 0 0,112 11 1 0 0,-36-3-50 0 0,51 4-260 0 0,-207 2-2281 0 0</inkml:trace>
</inkml:ink>
</file>

<file path=ppt/ink/ink2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6.1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205 44 3225 0 0,'-8'-6'508'0'0,"-2"0"1"0"0,1 1-1 0 0,0 1 1 0 0,-1-1-1 0 0,0 2 1 0 0,0-1 0 0 0,0 1-1 0 0,-11-1 1 0 0,14 3 170 0 0,1 0 0 0 0,-1 0 0 0 0,0 1 0 0 0,1 0 0 0 0,-1 0 0 0 0,1 1 0 0 0,-1 0 0 0 0,0 0 0 0 0,1 0 0 0 0,0 1 1 0 0,-1 0-1 0 0,1 0 0 0 0,0 1 0 0 0,-8 4 0 0 0,14-6-643 0 0,-1-1 0 0 0,1 1 0 0 0,0 0 0 0 0,-1 0 0 0 0,1 0 0 0 0,0-1 0 0 0,0 1-1 0 0,0 0 1 0 0,0 0 0 0 0,0 0 0 0 0,0-1 0 0 0,0 1 0 0 0,0 0 0 0 0,0 0 0 0 0,0 0 0 0 0,0-1 0 0 0,0 1 0 0 0,1 0 0 0 0,-1 0 0 0 0,0 0 0 0 0,1-1 0 0 0,-1 1 0 0 0,0 0 0 0 0,1 0 0 0 0,-1-1 0 0 0,1 1 0 0 0,-1-1 0 0 0,1 1 0 0 0,-1 0 0 0 0,1-1-1 0 0,0 1 1 0 0,-1-1 0 0 0,1 1 0 0 0,0-1 0 0 0,0 1 0 0 0,1 1-30 0 0,0 0 0 0 0,-1 0 0 0 0,1-1 0 0 0,0 1 0 0 0,0-1 0 0 0,0 1-1 0 0,1-1 1 0 0,-1 0 0 0 0,0 0 0 0 0,0 0 0 0 0,1 0 0 0 0,2 1 0 0 0,12 0-4 0 0,0 0 0 0 0,0 2 0 0 0,-1 0 0 0 0,1 0 0 0 0,-1 2 0 0 0,0 0 0 0 0,0 1 0 0 0,19 12 1 0 0,-9-6-39 0 0,41 14-1 0 0,-60-25 28 0 0,0 1 0 0 0,0-1-1 0 0,0 1 1 0 0,0 0-1 0 0,-1 1 1 0 0,0-1 0 0 0,0 1-1 0 0,9 7 1 0 0,-14-9 7 0 0,1 0-1 0 0,-1-1 1 0 0,1 1 0 0 0,-1 0 0 0 0,0 0-1 0 0,1 0 1 0 0,-1 0 0 0 0,0 0 0 0 0,0 1-1 0 0,-1-1 1 0 0,1 0 0 0 0,0 0 0 0 0,-1 1 0 0 0,1-1-1 0 0,-1 0 1 0 0,0 1 0 0 0,0-1 0 0 0,0 0-1 0 0,0 1 1 0 0,0-1 0 0 0,0 1 0 0 0,-1-1-1 0 0,1 0 1 0 0,-1 0 0 0 0,1 1 0 0 0,-1-1 0 0 0,0 0-1 0 0,-2 4 1 0 0,-3 4 29 0 0,0 0-1 0 0,0 0 0 0 0,-1-1 1 0 0,-1 0-1 0 0,0 0 1 0 0,0-1-1 0 0,0 0 0 0 0,-1 0 1 0 0,0-1-1 0 0,-1 0 1 0 0,0 0-1 0 0,0-1 0 0 0,0-1 1 0 0,-16 7-1 0 0,0 1-52 0 0,-50 35-1 0 0,40-24-549 0 0,24-16-923 0 0</inkml:trace>
</inkml:ink>
</file>

<file path=ppt/ink/ink2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8.5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6 8754 0 0,'0'-1'44'0'0,"-1"1"0"0"0,1-1-1 0 0,-1 1 1 0 0,1-1 0 0 0,-1 1 0 0 0,1 0 0 0 0,-1-1 0 0 0,1 1-1 0 0,-1 0 1 0 0,1-1 0 0 0,-1 1 0 0 0,0 0 0 0 0,1 0 0 0 0,-1-1-1 0 0,1 1 1 0 0,-1 0 0 0 0,0 0 0 0 0,1 0 0 0 0,-1 0 0 0 0,0 0-1 0 0,1 0 1 0 0,-1 0 0 0 0,1 0 0 0 0,-1 0 0 0 0,0 0 0 0 0,1 1-1 0 0,-1-1 1 0 0,1 0 0 0 0,-1 0 0 0 0,0 1 0 0 0,-1 17 923 0 0,3-6-586 0 0,2 241 6110 0 0,29 124-6143 0 0,-27-351-1428 0 0</inkml:trace>
</inkml:ink>
</file>

<file path=ppt/ink/ink2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9.1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625 334 3225 0 0,'-6'-6'367'0'0,"1"1"0"0"0,-1 0 0 0 0,0 0 0 0 0,0 1 0 0 0,-1 0 0 0 0,1 0 0 0 0,-10-4 0 0 0,11 6-54 0 0,1 0 0 0 0,-1 1 0 0 0,0 0 0 0 0,0 0-1 0 0,0 1 1 0 0,0-1 0 0 0,1 1 0 0 0,-1 0-1 0 0,0 0 1 0 0,0 1 0 0 0,0-1 0 0 0,-8 3 0 0 0,-20 8 506 0 0,2 1 0 0 0,0 1 0 0 0,0 2 0 0 0,1 1 0 0 0,1 1 0 0 0,1 1 0 0 0,-26 23 0 0 0,36-26-737 0 0,1 1 1 0 0,1 1 0 0 0,0 0-1 0 0,1 2 1 0 0,1-1 0 0 0,1 2-1 0 0,1-1 1 0 0,0 2 0 0 0,2 0-1 0 0,-14 36 1 0 0,9-13-66 0 0,3 0 0 0 0,1 1 0 0 0,2 0 0 0 0,-4 68 0 0 0,12-84 16 0 0,1-1 0 0 0,1 1 1 0 0,2 0-1 0 0,0-1 0 0 0,2 0 0 0 0,2 0 0 0 0,0 0 0 0 0,2-1 0 0 0,1 0 0 0 0,1 0 0 0 0,25 42 0 0 0,-24-48-43 0 0,1-1 0 0 0,1-1 1 0 0,0 0-1 0 0,2-1 0 0 0,0-1 0 0 0,1-1 1 0 0,1 0-1 0 0,0-1 0 0 0,2-1 1 0 0,-1 0-1 0 0,1-2 0 0 0,1 0 1 0 0,0-1-1 0 0,34 11 0 0 0,-27-14-133 0 0,-1-1 0 0 0,1-1 0 0 0,0-2 0 0 0,1 0 0 0 0,-1-2 0 0 0,1-2 0 0 0,-1 0 0 0 0,1-2 0 0 0,-1-1 0 0 0,0-1 1 0 0,0-1-1 0 0,53-18 0 0 0,-55 13 43 0 0,-1 0 0 0 0,-1-2 1 0 0,0 0-1 0 0,-1-2 0 0 0,0 0 1 0 0,-1-2-1 0 0,-1 0 0 0 0,0-2 1 0 0,-1 0-1 0 0,-1-1 0 0 0,-1-1 1 0 0,-1-1-1 0 0,26-40 0 0 0,-18 16 193 0 0,-2-1-1 0 0,-2 0 1 0 0,-2-2-1 0 0,-2 0 1 0 0,-3-1 0 0 0,-1 0-1 0 0,6-58 1 0 0,-12 51 376 0 0,-3-1 1 0 0,-2 0-1 0 0,-2 1 0 0 0,-3-1 1 0 0,-3 0-1 0 0,-14-65 0 0 0,15 100-358 0 0,-1 1-1 0 0,-1 1 1 0 0,0-1 0 0 0,-2 1-1 0 0,0 0 1 0 0,-1 1-1 0 0,-1 0 1 0 0,-1 1 0 0 0,-1 0-1 0 0,0 1 1 0 0,-1 0-1 0 0,-1 1 1 0 0,-1 1-1 0 0,0 0 1 0 0,-1 1 0 0 0,0 1-1 0 0,-1 1 1 0 0,-1 0-1 0 0,0 1 1 0 0,0 1-1 0 0,-1 1 1 0 0,-42-13 0 0 0,28 12 22 0 0,-1 1 1 0 0,-66-7 0 0 0,87 14-238 0 0,0 1-1 0 0,0 1 1 0 0,0 1 0 0 0,-1 0 0 0 0,1 1-1 0 0,0 0 1 0 0,0 1 0 0 0,1 0 0 0 0,-1 1-1 0 0,-14 7 1 0 0,4 3-4900 0 0,4 5-1697 0 0</inkml:trace>
</inkml:ink>
</file>

<file path=ppt/ink/ink2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11.6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72 231 5985 0 0,'-7'-8'536'0'0,"0"-1"1"0"0,1 1-1 0 0,-8-15 0 0 0,8 13 990 0 0,0 1 0 0 0,0 1 0 0 0,-13-7 2780 0 0,21 52-3580 0 0,4 2-691 0 0,2 1 1 0 0,2-1-1 0 0,1-1 1 0 0,2 0 0 0 0,1-1-1 0 0,3 0 1 0 0,1-1-1 0 0,24 37 1 0 0,-37-67-37 0 0,0 0 1 0 0,-1 0-1 0 0,2-1 1 0 0,-1 1-1 0 0,1-1 1 0 0,0-1-1 0 0,0 1 1 0 0,9 4-1 0 0,-13-7 3 0 0,0-1 0 0 0,0 0 0 0 0,0 0 0 0 0,0 0 0 0 0,0 0-1 0 0,0-1 1 0 0,1 1 0 0 0,-1-1 0 0 0,0 1 0 0 0,0-1 0 0 0,1 0 0 0 0,-1 0 0 0 0,0 0-1 0 0,1 0 1 0 0,-1 0 0 0 0,0 0 0 0 0,0-1 0 0 0,1 1 0 0 0,-1-1 0 0 0,0 1-1 0 0,0-1 1 0 0,0 0 0 0 0,0 0 0 0 0,1 0 0 0 0,-1 0 0 0 0,-1-1 0 0 0,1 1 0 0 0,0 0-1 0 0,0-1 1 0 0,2-2 0 0 0,6-8 77 0 0,0 0-1 0 0,-1 0 0 0 0,-1-1 1 0 0,0 0-1 0 0,-1-1 0 0 0,0 0 1 0 0,-1 0-1 0 0,0 0 0 0 0,-2-1 1 0 0,0 0-1 0 0,0 0 0 0 0,2-21 1 0 0,-4 10-36 0 0,-2-1 1 0 0,0 1-1 0 0,-2 0 1 0 0,0 0-1 0 0,-2 1 1 0 0,-10-39-1 0 0,3 22-92 0 0,5 15-122 0 0,-1 0-1 0 0,-2 0 0 0 0,-13-29 0 0 0,24 82-3021 0 0,-2-12 1372 0 0,2 6-3311 0 0</inkml:trace>
</inkml:ink>
</file>

<file path=ppt/ink/ink2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12.0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8 2761 0 0,'3'-2'202'0'0,"0"1"0"0"0,0 0 1 0 0,0 0-1 0 0,-1 0 1 0 0,1 1-1 0 0,0-1 0 0 0,0 1 1 0 0,0-1-1 0 0,0 1 0 0 0,0 0 1 0 0,0 0-1 0 0,0 1 1 0 0,0-1-1 0 0,0 0 0 0 0,0 1 1 0 0,0 0-1 0 0,0 0 1 0 0,0 0-1 0 0,4 2 0 0 0,-4-1 49 0 0,0 0 1 0 0,0 1-1 0 0,0 0 0 0 0,0-1 0 0 0,0 1 0 0 0,-1 0 0 0 0,1 0 0 0 0,-1 1 0 0 0,0-1 0 0 0,0 0 1 0 0,0 1-1 0 0,-1-1 0 0 0,2 5 0 0 0,3 10 411 0 0,-2-1 0 0 0,0 1 1 0 0,-1-1-1 0 0,-1 1 0 0 0,0 24 1 0 0,1 27 223 0 0,15 78 0 0 0,-18-144-1185 0 0,0-4-77 0 0</inkml:trace>
</inkml:ink>
</file>

<file path=ppt/ink/ink2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12.4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28 218 3225 0 0,'-8'-49'191'0'0,"0"6"5034"0"0,-4-82 0 0 0,15 125-4029 0 0,4 7-1042 0 0,4 11-751 0 0,-6-8 341 0 0</inkml:trace>
</inkml:ink>
</file>

<file path=ppt/ink/ink2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12.8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1 194 1376 0 0,'1'-1'160'0'0,"0"-1"0"0"0,1 1 0 0 0,-1 0 0 0 0,0-1 0 0 0,1 1 0 0 0,-1 0 0 0 0,1 0 0 0 0,0 0 0 0 0,-1 0 0 0 0,1 0 0 0 0,0 0 0 0 0,0 0 0 0 0,-1 1 0 0 0,1-1 0 0 0,0 0 0 0 0,0 1 0 0 0,0 0 0 0 0,0-1 0 0 0,0 1 0 0 0,0 0 0 0 0,3 0 0 0 0,-2 1 82 0 0,-1 1-1 0 0,0-1 1 0 0,0 0 0 0 0,0 0 0 0 0,1 1 0 0 0,-1-1-1 0 0,0 1 1 0 0,-1 0 0 0 0,1 0 0 0 0,0 0-1 0 0,0-1 1 0 0,-1 2 0 0 0,1-1 0 0 0,-1 0-1 0 0,0 0 1 0 0,2 4 0 0 0,1 2 103 0 0,-3-5-282 0 0,1-1 1 0 0,-1 0-1 0 0,0 1 0 0 0,0-1 1 0 0,1 0-1 0 0,0 0 0 0 0,-1 0 1 0 0,1 0-1 0 0,0 0 0 0 0,2 2 1 0 0,-4-4-62 0 0,1 0 0 0 0,-1 0 0 0 0,0 0 1 0 0,1 0-1 0 0,-1 0 0 0 0,1 0 0 0 0,-1 0 0 0 0,0 0 1 0 0,1 0-1 0 0,-1 0 0 0 0,1 0 0 0 0,-1 0 1 0 0,0 0-1 0 0,1 0 0 0 0,-1 0 0 0 0,1 0 1 0 0,-1 0-1 0 0,0-1 0 0 0,1 1 0 0 0,-1 0 1 0 0,0 0-1 0 0,1 0 0 0 0,-1-1 0 0 0,0 1 0 0 0,1 0 1 0 0,-1-1-1 0 0,13-17 9 0 0,15-57-78 0 0,-22 55 69 0 0,1 0-1 0 0,11-22 1 0 0,-17 41 53 0 0,-1-1 0 0 0,1 0-1 0 0,0 1 1 0 0,0-1 0 0 0,0 1 0 0 0,0-1 0 0 0,0 1 0 0 0,0 0 0 0 0,0-1 0 0 0,0 1-1 0 0,1 0 1 0 0,-1 0 0 0 0,0 0 0 0 0,1 0 0 0 0,-1 0 0 0 0,1 0 0 0 0,-1 0 0 0 0,1 0-1 0 0,0 0 1 0 0,-1 1 0 0 0,1-1 0 0 0,0 1 0 0 0,-1-1 0 0 0,1 1 0 0 0,0 0 0 0 0,3-1-1 0 0,-3 2 21 0 0,0 0 0 0 0,0 0 0 0 0,0 0-1 0 0,-1 0 1 0 0,1 0 0 0 0,0 0-1 0 0,-1 1 1 0 0,1-1 0 0 0,-1 0-1 0 0,1 1 1 0 0,-1-1 0 0 0,1 1-1 0 0,-1 0 1 0 0,0-1 0 0 0,0 1-1 0 0,0 0 1 0 0,0 0 0 0 0,0 0-1 0 0,0 0 1 0 0,-1 0 0 0 0,1 0-1 0 0,-1 0 1 0 0,1 2 0 0 0,18 90 1132 0 0,-16-73-1394 0 0,0 0 0 0 0,2-1-1 0 0,0 1 1 0 0,1-1 0 0 0,1 0-1 0 0,13 24 1 0 0,-13-33-389 0 0</inkml:trace>
  <inkml:trace contextRef="#ctx0" brushRef="#br0" timeOffset="1">623 112 2761 0 0,'3'-3'301'0'0,"0"0"0"0"0,0 0 0 0 0,1 0 0 0 0,-1 0 0 0 0,1 0 1 0 0,0 1-1 0 0,-1 0 0 0 0,10-4 0 0 0,-11 5 89 0 0,126-55 4160 0 0,-80 36-5467 0 0,-32 13-2504 0 0</inkml:trace>
</inkml:ink>
</file>

<file path=ppt/ink/ink2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14.3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156 286 4609 0 0,'-2'-5'331'0'0,"-5"-18"1919"0"0,-20-40 1 0 0,24 58-1897 0 0,0-1 1 0 0,0 1 0 0 0,0 0-1 0 0,-1 0 1 0 0,0 1 0 0 0,0-1-1 0 0,0 1 1 0 0,0-1 0 0 0,-1 1-1 0 0,1 1 1 0 0,-1-1-1 0 0,0 1 1 0 0,-6-4 0 0 0,10 7-304 0 0,0 0 0 0 0,0-1-1 0 0,0 1 1 0 0,0 0 0 0 0,0 0 0 0 0,0 0 0 0 0,0 0 0 0 0,0 0 0 0 0,-1 0 0 0 0,1 0 0 0 0,0 1 0 0 0,0-1 0 0 0,0 0 0 0 0,0 0-1 0 0,0 1 1 0 0,0-1 0 0 0,0 1 0 0 0,0-1 0 0 0,0 1 0 0 0,0-1 0 0 0,1 1 0 0 0,-1-1 0 0 0,0 1 0 0 0,0 0 0 0 0,0 0-1 0 0,1-1 1 0 0,-1 1 0 0 0,0 0 0 0 0,1 0 0 0 0,-1 0 0 0 0,1 0 0 0 0,-1 0 0 0 0,1 0 0 0 0,-1 0 0 0 0,1 0 0 0 0,0 0-1 0 0,-1 2 1 0 0,-12 44 375 0 0,13-44-366 0 0,-5 22-6 0 0,1 0-1 0 0,2 0 1 0 0,0 0-1 0 0,2 0 0 0 0,1 0 1 0 0,1 1-1 0 0,9 46 1 0 0,-9-64-58 0 0,0 0 1 0 0,1 0 0 0 0,0 0 0 0 0,0-1-1 0 0,1 1 1 0 0,-1-1 0 0 0,2 0-1 0 0,-1 0 1 0 0,1 0 0 0 0,0-1-1 0 0,0 0 1 0 0,1 0 0 0 0,0 0-1 0 0,0 0 1 0 0,0-1 0 0 0,1 0-1 0 0,-1 0 1 0 0,1-1 0 0 0,0 0 0 0 0,1 0-1 0 0,-1-1 1 0 0,1 0 0 0 0,0 0-1 0 0,0-1 1 0 0,-1 1 0 0 0,2-2-1 0 0,13 2 1 0 0,-13-2-1 0 0,1-1 0 0 0,-1 0 1 0 0,1-1-1 0 0,-1 0 0 0 0,0 0 0 0 0,1-1 0 0 0,-1 0 1 0 0,0 0-1 0 0,0-1 0 0 0,0-1 0 0 0,0 0 0 0 0,-1 0 1 0 0,1 0-1 0 0,-1-1 0 0 0,0 0 0 0 0,-1-1 1 0 0,1 0-1 0 0,-1 0 0 0 0,0 0 0 0 0,0-1 0 0 0,-1 0 1 0 0,8-11-1 0 0,-8 9 8 0 0,-1 0 0 0 0,1 0 0 0 0,-2 0 0 0 0,1 0 1 0 0,-1-1-1 0 0,-1 0 0 0 0,0 1 0 0 0,0-1 0 0 0,-1-1 0 0 0,0 1 0 0 0,0 0 1 0 0,-1 0-1 0 0,-1-1 0 0 0,0 1 0 0 0,0-1 0 0 0,-1 1 0 0 0,-1 0 1 0 0,1 0-1 0 0,-2-1 0 0 0,-4-12 0 0 0,-2 2 142 0 0,-1-1 0 0 0,-1 1 0 0 0,-1 1 0 0 0,-1 0 0 0 0,-1 1 0 0 0,-1 0 0 0 0,0 1-1 0 0,-2 1 1 0 0,0 0 0 0 0,0 1 0 0 0,-2 1 0 0 0,0 1 0 0 0,-24-14 0 0 0,39 26-219 0 0,0-1-1 0 0,0 1 1 0 0,0 1-1 0 0,0-1 1 0 0,-1 0 0 0 0,1 1-1 0 0,-1 0 1 0 0,1 0-1 0 0,-1 0 1 0 0,1 1 0 0 0,-1 0-1 0 0,1 0 1 0 0,-1 0-1 0 0,0 0 1 0 0,1 0 0 0 0,-1 1-1 0 0,1 0 1 0 0,-1 0-1 0 0,1 0 1 0 0,0 1 0 0 0,-1 0-1 0 0,-6 3 1 0 0,-10 10-527 0 0</inkml:trace>
</inkml:ink>
</file>

<file path=ppt/ink/ink2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15.2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52 323 6913 0 0,'-2'-1'-77'0'0,"-1"-1"0"0"0,0 1 0 0 0,-1-1-1 0 0,1 1 1 0 0,0 0 0 0 0,0 0-1 0 0,0 0 1 0 0,-1 1 0 0 0,-3-1-1 0 0,-10 0 2900 0 0,129 15 1199 0 0,-36-12-3164 0 0,99-8 1 0 0,-63 0-697 0 0,243-20 274 0 0,-69 3-166 0 0,598-34 341 0 0,-511 18 0 0 0,35-3 539 0 0,439 24-229 0 0,-782 18-923 0 0,1-3 1 0 0,86-14-1 0 0,125-39 85 0 0,-244 49-49 0 0,94-16 284 0 0,-109 21-250 0 0,0 1-1 0 0,1 0 0 0 0,-1 1 0 0 0,35 6 0 0 0,-51-6-65 0 0,-1 0 0 0 0,0 0 0 0 0,1 1 1 0 0,-1-1-1 0 0,0 1 0 0 0,1-1 0 0 0,-1 1 1 0 0,0-1-1 0 0,1 1 0 0 0,-1 0 0 0 0,0-1 0 0 0,0 1 1 0 0,0 0-1 0 0,0 0 0 0 0,0 0 0 0 0,2 2 1 0 0,-2-2-97 0 0,-1 0 1 0 0,0 0 0 0 0,0 0 0 0 0,1 0 0 0 0,-1 0 0 0 0,0 0 0 0 0,0 1 0 0 0,0-1 0 0 0,0 0-1 0 0,0 0 1 0 0,0 0 0 0 0,-1 0 0 0 0,1 0 0 0 0,0 0 0 0 0,0 0 0 0 0,-1 0 0 0 0,1 0 0 0 0,-1 0-1 0 0,1 0 1 0 0,-1 0 0 0 0,0 2 0 0 0</inkml:trace>
</inkml:ink>
</file>

<file path=ppt/ink/ink2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21.3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11 6913 0 0,'-19'-11'7756'0'0,"20"36"-3265"0"0,1-12-4970 0 0,21 123 2243 0 0,-11-70-1273 0 0,5 73 0 0 0,-14-79-365 0 0,10 131 202 0 0,-8-159-459 0 0,0 1 0 0 0,3-1 0 0 0,20 56 0 0 0,-22-75-1134 0 0</inkml:trace>
</inkml:ink>
</file>

<file path=ppt/ink/ink2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21.7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1 238 3225 0 0,'4'-20'44'0'0,"0"1"1"0"0,2-1-1 0 0,1 1 1 0 0,15-33-1 0 0,-17 43 395 0 0,0 0-1 0 0,1 0 0 0 0,0 0 0 0 0,0 1 0 0 0,1 0 1 0 0,0 0-1 0 0,0 0 0 0 0,1 1 0 0 0,0 0 0 0 0,0 1 1 0 0,10-6-1 0 0,-16 11-286 0 0,0 0 0 0 0,0 0 0 0 0,0 0 0 0 0,0 0-1 0 0,0 0 1 0 0,1 1 0 0 0,-1-1 0 0 0,0 1 0 0 0,0-1 0 0 0,1 1 0 0 0,-1 0 0 0 0,0 0 0 0 0,0 0 0 0 0,1 0 0 0 0,-1 1 0 0 0,0-1-1 0 0,0 1 1 0 0,0-1 0 0 0,3 2 0 0 0,-1-1 26 0 0,0 1 0 0 0,-1 1-1 0 0,1-1 1 0 0,-1 0 0 0 0,1 1-1 0 0,-1 0 1 0 0,0-1-1 0 0,0 1 1 0 0,4 6 0 0 0,1 2 13 0 0,0 1 0 0 0,-1 0 0 0 0,-1 0 0 0 0,0 0 0 0 0,6 19 0 0 0,-5-8-172 0 0,-1 1-1 0 0,-1 0 1 0 0,-1 0-1 0 0,-1 1 1 0 0,-1-1-1 0 0,-1 29 1 0 0,-2-34-51 0 0,0-1 1 0 0,-2 0 0 0 0,0 1-1 0 0,0-1 1 0 0,-2 0 0 0 0,0 0 0 0 0,-1-1-1 0 0,-16 31 1 0 0,17-39 148 0 0,-1-1 0 0 0,0 0 0 0 0,0 0-1 0 0,-9 7 1 0 0,20-18 292 0 0,0 0-1 0 0,1 0 1 0 0,-1 0-1 0 0,1 0 1 0 0,-1 1-1 0 0,1 0 1 0 0,11-3-1 0 0,47-7 397 0 0,-20 10-341 0 0,58 5 1 0 0,6 0-210 0 0,-5-3-2648 0 0,-83 0-4112 0 0</inkml:trace>
</inkml:ink>
</file>

<file path=ppt/ink/ink2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30.2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5065 0 0,'0'1'528'0'0,"0"0"-408"0"0,2 94 9980 0 0,5 1-6544 0 0,-3-66-3078 0 0,2 0 0 0 0,0 0 0 0 0,2-1 0 0 0,15 37 0 0 0,-13-46-247 0 0,7 10-23 0 0,-17-28-276 0 0,1-1-1 0 0,-1 0 1 0 0,1 1-1 0 0,-1-1 1 0 0,1 0-1 0 0,-1 1 1 0 0,0-1-1 0 0,1 1 1 0 0,-1-1-1 0 0,0 1 1 0 0,0-1-1 0 0,0 0 1 0 0,0 1-1 0 0,-1-1 1 0 0,1 1-1 0 0,-1 1 1 0 0</inkml:trace>
</inkml:ink>
</file>

<file path=ppt/ink/ink2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30.6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47 6913 0 0,'1'-4'252'0'0,"10"-23"1443"0"0,2 11 2852 0 0,-11 19-3782 0 0</inkml:trace>
</inkml:ink>
</file>

<file path=ppt/ink/ink2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31.2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71 6913 0 0,'0'0'15'0'0,"0"0"-1"0"0,0 0 1 0 0,0 0-1 0 0,0 0 1 0 0,-1 0-1 0 0,1 0 1 0 0,0 0 0 0 0,0 0-1 0 0,0 0 1 0 0,0 0-1 0 0,0-1 1 0 0,0 1-1 0 0,0 0 1 0 0,0 0-1 0 0,0 0 1 0 0,-1 0-1 0 0,1 0 1 0 0,0 0-1 0 0,0-1 1 0 0,0 1-1 0 0,0 0 1 0 0,0 0-1 0 0,0 0 1 0 0,0 0-1 0 0,0 0 1 0 0,0 0-1 0 0,0-1 1 0 0,0 1-1 0 0,0 0 1 0 0,0 0-1 0 0,0 0 1 0 0,0 0-1 0 0,0 0 1 0 0,0-1-1 0 0,0 1 1 0 0,0 0-1 0 0,1 0 1 0 0,-1 0-1 0 0,0 0 1 0 0,0 0-1 0 0,0 0 1 0 0,0 0-1 0 0,0-1 1 0 0,0 1-1 0 0,0 0 1 0 0,0 0-1 0 0,0 0 1 0 0,1 0-1 0 0,-1 0 1 0 0,0 0-1 0 0,0 0 1 0 0,0 0-1 0 0,0 0 1 0 0,0 0-1 0 0,0 0 1 0 0,1 0-1 0 0,-1-1 1 0 0,12-9 4135 0 0,51-26-1733 0 0,-57 33-2607 0 0,0 0 0 0 0,1 0 0 0 0,-1 1 0 0 0,1 0 0 0 0,0 0 0 0 0,0 1-1 0 0,-1 0 1 0 0,1 0 0 0 0,8 0 0 0 0,-4 3-4357 0 0</inkml:trace>
</inkml:ink>
</file>

<file path=ppt/ink/ink2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31.6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1 130 5529 0 0,'13'-11'1343'0'0,"1"0"0"0"0,0 1 1 0 0,1 1-1 0 0,28-14 0 0 0,3-2-82 0 0,18-8-2004 0 0,-50 26-3842 0 0</inkml:trace>
</inkml:ink>
</file>

<file path=ppt/ink/ink2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40.4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34 4609 0 0,'-2'-2'359'0'0,"0"0"1"0"0,0 1 0 0 0,0 0-1 0 0,0 0 1 0 0,-1 0-1 0 0,1 0 1 0 0,0 0-1 0 0,-1 0 1 0 0,1 0-1 0 0,0 1 1 0 0,-1-1-1 0 0,1 1 1 0 0,-5-1-1 0 0,6 1-241 0 0,-1 1 1 0 0,0-1-1 0 0,0 1 0 0 0,0 0 1 0 0,0-1-1 0 0,1 1 0 0 0,-1 0 1 0 0,0 0-1 0 0,1 0 0 0 0,-1 0 1 0 0,1 0-1 0 0,-1 0 0 0 0,1 1 1 0 0,-1-1-1 0 0,1 0 0 0 0,0 1 1 0 0,0-1-1 0 0,-1 1 0 0 0,1 0 1 0 0,0-1-1 0 0,1 1 0 0 0,-1 0 1 0 0,0-1-1 0 0,0 1 0 0 0,1 0 1 0 0,-1 0-1 0 0,0 3 0 0 0,-2 8 158 0 0,1-1-1 0 0,-2 24 0 0 0,4-35-254 0 0,-3 29 147 0 0,2 0 0 0 0,1 0 0 0 0,2 0 0 0 0,1-1-1 0 0,1 1 1 0 0,15 54 0 0 0,-16-73-161 0 0,1-1 0 0 0,1 1 0 0 0,-1-2-1 0 0,2 1 1 0 0,0 0 0 0 0,0-1-1 0 0,0 0 1 0 0,1 0 0 0 0,12 11 0 0 0,-13-15 10 0 0,1 1 1 0 0,0-1 0 0 0,1-1-1 0 0,-1 1 1 0 0,1-1 0 0 0,0 0 0 0 0,0-1-1 0 0,0 0 1 0 0,0 0 0 0 0,1-1-1 0 0,-1 0 1 0 0,1 0 0 0 0,12 0 0 0 0,-15-1-1 0 0,-1-1 1 0 0,1 0 0 0 0,-1 0-1 0 0,0 0 1 0 0,1-1 0 0 0,-1 1 0 0 0,1-1-1 0 0,-1-1 1 0 0,0 1 0 0 0,0-1-1 0 0,0 0 1 0 0,0 0 0 0 0,0 0-1 0 0,0-1 1 0 0,0 0 0 0 0,-1 0 0 0 0,1 0-1 0 0,-1 0 1 0 0,0-1 0 0 0,0 1-1 0 0,0-1 1 0 0,-1 0 0 0 0,1-1-1 0 0,-1 1 1 0 0,0 0 0 0 0,0-1 0 0 0,4-8-1 0 0,-4 4 181 0 0,1-1-1 0 0,-2 1 1 0 0,1-1-1 0 0,-1 0 1 0 0,-1 1-1 0 0,1-1 1 0 0,-2 0-1 0 0,1 0 1 0 0,-2 0-1 0 0,1 0 1 0 0,-1 0-1 0 0,0 1 1 0 0,-1-1-1 0 0,-4-13 1 0 0,-1 3 88 0 0,-1-1 1 0 0,-1 1 0 0 0,-1 0-1 0 0,0 0 1 0 0,-2 1 0 0 0,0 1-1 0 0,-1 0 1 0 0,-29-31-1 0 0,32 39-410 0 0,-1 0 0 0 0,0 1-1 0 0,-1 0 1 0 0,0 0 0 0 0,0 1-1 0 0,-1 1 1 0 0,0 0 0 0 0,0 1-1 0 0,0 0 1 0 0,-1 1 0 0 0,0 1 0 0 0,0 0-1 0 0,-1 1 1 0 0,-20-2-1 0 0,33 5-69 0 0,1-1 90 0 0,0 1 1 0 0,0 0-1 0 0,0 0 1 0 0,0 0-1 0 0,0 0 1 0 0,0 0 0 0 0,0 0-1 0 0,1 0 1 0 0,-1 0-1 0 0,0 0 1 0 0,0 0-1 0 0,0 0 1 0 0,0 1 0 0 0,0-1-1 0 0,0 0 1 0 0,0 1-1 0 0,1-1 1 0 0,-1 1-1 0 0,0-1 1 0 0,0 1 0 0 0,1-1-1 0 0,-1 1 1 0 0,0-1-1 0 0,-1 2 1 0 0,0 6-1195 0 0</inkml:trace>
</inkml:ink>
</file>

<file path=ppt/ink/ink2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40.9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32 5065 0 0,'-9'16'5382'0'0,"9"-16"-5314"0"0,1 0 1 0 0,180-36 6975 0 0,-99 26-7244 0 0,-73 8-440 0 0</inkml:trace>
</inkml:ink>
</file>

<file path=ppt/ink/ink2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44.5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51 253 3225 0 0,'-17'-22'2358'0'0,"14"18"-1704"0"0,1 0 0 0 0,-1 0-1 0 0,0 0 1 0 0,0 1 0 0 0,-1-1-1 0 0,1 1 1 0 0,-1 0 0 0 0,-5-4-1 0 0,10 16 2415 0 0,7 29-2007 0 0,9 22-742 0 0,2-1-1 0 0,4 0 1 0 0,2-2-1 0 0,59 99 1 0 0,-64-124-288 0 0,29 34 1 0 0,-42-59-24 0 0,0 1 1 0 0,0-1-1 0 0,0 0 0 0 0,1 0 1 0 0,-1-1-1 0 0,2 0 0 0 0,-1 0 1 0 0,1-1-1 0 0,14 7 0 0 0,-20-11 22 0 0,0 0-1 0 0,0 0 1 0 0,-1-1 0 0 0,1 1-1 0 0,0-1 1 0 0,0 1-1 0 0,0-1 1 0 0,-1 0-1 0 0,1 0 1 0 0,0 0 0 0 0,0 0-1 0 0,0-1 1 0 0,0 1-1 0 0,-1-1 1 0 0,1 0-1 0 0,0 0 1 0 0,-1 0 0 0 0,6-2-1 0 0,-5 1 79 0 0,0-1 0 0 0,0 0 0 0 0,0 1 0 0 0,0-1-1 0 0,0 0 1 0 0,0 0 0 0 0,-1 0 0 0 0,0-1 0 0 0,0 1 0 0 0,1-1-1 0 0,1-6 1 0 0,1-3 200 0 0,-1 0-1 0 0,0-1 0 0 0,-1 1 0 0 0,-1-1 0 0 0,0 1 0 0 0,0-25 1 0 0,-7-63 341 0 0,-22-126 0 0 0,16 151-611 0 0,7 46-84 0 0,2 5-46 0 0,-2 1-1 0 0,0-1 0 0 0,-1 1 0 0 0,-2 0 0 0 0,-1 0 0 0 0,-11-25 0 0 0,19 49 50 0 0,0-1 1 0 0,0 1 0 0 0,0-1 0 0 0,0 1-1 0 0,0 0 1 0 0,0-1 0 0 0,0 1 0 0 0,0 0-1 0 0,0-1 1 0 0,-1 1 0 0 0,1 0 0 0 0,0-1-1 0 0,0 1 1 0 0,0 0 0 0 0,-1 0-1 0 0,1-1 1 0 0,0 1 0 0 0,0 0 0 0 0,0 0-1 0 0,-1-1 1 0 0,1 1 0 0 0,0 0 0 0 0,-1 0-1 0 0,1 0 1 0 0,0-1 0 0 0,-1 1 0 0 0,1 0-1 0 0,0 0 1 0 0,-1 0 0 0 0,1 0 0 0 0,0 0-1 0 0,-1 0 1 0 0,1-1 0 0 0,0 1 0 0 0,-1 0-1 0 0,1 0 1 0 0,0 0 0 0 0,-1 0-1 0 0,1 1 1 0 0,0-1 0 0 0,-1 0 0 0 0,1 0-1 0 0,0 0 1 0 0,-1 0 0 0 0,1 0 0 0 0,-1 0-1 0 0,-3 18-6391 0 0,5-1 572 0 0</inkml:trace>
</inkml:ink>
</file>

<file path=ppt/ink/ink2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44.9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0 164 5985 0 0,'1'0'68'0'0,"4"-24"807"0"0,-1 16 175 0 0,-2 13 1035 0 0,-3 84 473 0 0,3-78-2500 0 0,0 0-1 0 0,1 0 1 0 0,0-1-1 0 0,1 1 1 0 0,0-1-1 0 0,1 1 0 0 0,0-1 1 0 0,0-1-1 0 0,13 18 1 0 0,-16-24-55 0 0,0-1 0 0 0,0 1 0 0 0,0-1 0 0 0,0 0 0 0 0,0 0 0 0 0,0 0 0 0 0,1 0 0 0 0,-1 0 0 0 0,1 0 0 0 0,-1-1 0 0 0,1 1 0 0 0,0-1 0 0 0,-1 1-1 0 0,1-1 1 0 0,0 0 0 0 0,0 0 0 0 0,0-1 0 0 0,0 1 0 0 0,0-1 0 0 0,0 1 0 0 0,0-1 0 0 0,0 0 0 0 0,0 0 0 0 0,0 0 0 0 0,0 0 0 0 0,0-1 0 0 0,0 1 0 0 0,0-1 0 0 0,0 0 0 0 0,0 0 0 0 0,0 0 0 0 0,0 0 0 0 0,0 0 0 0 0,-1-1 0 0 0,1 1 0 0 0,0-1 0 0 0,-1 0 0 0 0,0 0 0 0 0,5-4 0 0 0,-1 1 84 0 0,-1 1 0 0 0,0-1 0 0 0,0 0 1 0 0,-1-1-1 0 0,1 1 0 0 0,-1-1 0 0 0,-1 0 0 0 0,1 0 1 0 0,-1-1-1 0 0,0 1 0 0 0,0 0 0 0 0,0-1 0 0 0,-1 0 1 0 0,0 0-1 0 0,-1 0 0 0 0,0 0 0 0 0,0 0 0 0 0,0 0 1 0 0,-1 0-1 0 0,0 0 0 0 0,0 0 0 0 0,0 0 0 0 0,-1 0 1 0 0,-1 0-1 0 0,1 0 0 0 0,-1 0 0 0 0,0 1 0 0 0,0-1 0 0 0,-1 0 1 0 0,0 1-1 0 0,0 0 0 0 0,-1-1 0 0 0,-4-5 0 0 0,-10-13 39 0 0,-26-27 0 0 0,39 45-135 0 0,-1 1-1 0 0,-1 1 1 0 0,1-1 0 0 0,-1 1 0 0 0,1 0 0 0 0,-1 1 0 0 0,-1-1 0 0 0,1 1 0 0 0,-13-4 0 0 0,18 7-37 0 0,1 1 0 0 0,0-1 0 0 0,-1 1 0 0 0,1 0 0 0 0,-1 0 0 0 0,1-1 0 0 0,0 1 0 0 0,-1 0 0 0 0,1 0 0 0 0,-1 1 0 0 0,1-1 1 0 0,0 0-1 0 0,-1 0 0 0 0,1 1 0 0 0,0-1 0 0 0,-1 1 0 0 0,1-1 0 0 0,0 1 0 0 0,0-1 0 0 0,-1 1 0 0 0,1 0 0 0 0,0 0 0 0 0,0 0 1 0 0,0-1-1 0 0,0 1 0 0 0,0 0 0 0 0,-1 2 0 0 0,-5 5-961 0 0</inkml:trace>
</inkml:ink>
</file>

<file path=ppt/ink/ink2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45.3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29 3225 0 0,'-5'0'5085'0'0,"2"20"-3696"0"0,0-1 0 0 0,1 1 0 0 0,1 28 0 0 0,2-40-1335 0 0,-1-1 1 0 0,1 1 0 0 0,0 0-1 0 0,0 0 1 0 0,1-1-1 0 0,0 1 1 0 0,1-1-1 0 0,-1 1 1 0 0,2-1-1 0 0,-1 0 1 0 0,7 10-1 0 0,-9-16-53 0 0,0 1 0 0 0,0-1-1 0 0,0 0 1 0 0,0 0 0 0 0,0 0-1 0 0,0 0 1 0 0,0 0 0 0 0,0 0-1 0 0,1 0 1 0 0,-1 0 0 0 0,0-1-1 0 0,1 1 1 0 0,-1 0 0 0 0,0-1-1 0 0,1 1 1 0 0,-1-1 0 0 0,1 0-1 0 0,-1 1 1 0 0,1-1 0 0 0,-1 0-1 0 0,1 0 1 0 0,-1 0 0 0 0,3 0-1 0 0,-1-1-1 0 0,-1 1 0 0 0,1-1 0 0 0,0 0 0 0 0,0 0 0 0 0,-1-1 0 0 0,1 1 0 0 0,-1-1-1 0 0,1 1 1 0 0,-1-1 0 0 0,0 0 0 0 0,4-2 0 0 0,1-4-24 0 0,0 0-1 0 0,0 0 1 0 0,0-1 0 0 0,-1 0-1 0 0,8-15 1 0 0,-7 9 285 0 0,-1 0 0 0 0,0-1-1 0 0,-1 1 1 0 0,-1-1 0 0 0,-1-1 0 0 0,0 1-1 0 0,-1 0 1 0 0,0-25 0 0 0,9 78 2569 0 0,23 46-3107 0 0,-30-75-392 0 0,0 0-1 0 0,0 0 1 0 0,1-1 0 0 0,1 0-1 0 0,5 7 1 0 0</inkml:trace>
</inkml:ink>
</file>

<file path=ppt/ink/ink2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45.7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1 130 5985 0 0,'1'-23'66'0'0,"3"-31"1418"0"0,-3 47-504 0 0,0-1 0 0 0,1 0 1 0 0,0 1-1 0 0,6-16 1691 0 0,-7 23-2618 0 0,-1 0-1 0 0,0 0 1 0 0,0 0 0 0 0,0 0 0 0 0,0 0 0 0 0,0 0 0 0 0,0 0-1 0 0,2 1 582 0 0,-2-1-581 0 0,4 9 1380 0 0,1 18-400 0 0,-5-25-871 0 0,14 92 1500 0 0,51 179 1 0 0,-32-165-2387 0 0,34 88-1821 0 0,-61-181 907 0 0,0-4-297 0 0</inkml:trace>
</inkml:ink>
</file>

<file path=ppt/ink/ink2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46.0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15 237 4609 0 0,'-1'0'52'0'0,"0"-1"1"0"0,1 1-1 0 0,-1 0 0 0 0,0 0 0 0 0,1-1 1 0 0,-1 1-1 0 0,0 0 0 0 0,0-1 0 0 0,1 1 1 0 0,-1-1-1 0 0,1 1 0 0 0,-1 0 0 0 0,0-1 1 0 0,1 0-1 0 0,-1 1 0 0 0,1-1 1 0 0,-1 1-1 0 0,1-1 0 0 0,0 0 0 0 0,-1 1 1 0 0,1-1-1 0 0,0 0 0 0 0,-1 1 0 0 0,1-1 1 0 0,0 0-1 0 0,0 0 0 0 0,-1 1 1 0 0,1-1-1 0 0,0 0 0 0 0,0 0 0 0 0,0 1 1 0 0,0-1-1 0 0,0 0 0 0 0,0 0 0 0 0,0 1 1 0 0,0-1-1 0 0,1 0 0 0 0,-1 0 0 0 0,0 0 1 0 0,3-3 373 0 0,-1 1 0 0 0,0 0 0 0 0,1 0 0 0 0,0 0 0 0 0,0 1 0 0 0,5-5 0 0 0,-5 5-346 0 0,30-24 2877 0 0,69-39 1 0 0,-6 12-3715 0 0,-47 26-2411 0 0,-22 13-1871 0 0</inkml:trace>
</inkml:ink>
</file>

<file path=ppt/ink/ink2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46.8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1 152 4609 0 0,'23'-7'1655'0'0,"37"-5"300"0"0,-1 3 0 0 0,1 2 0 0 0,84 1 0 0 0,1 0-804 0 0,359-21 1703 0 0,2 40-1702 0 0,-367-1-1107 0 0,345 24-10 0 0,0-35-40 0 0,-157-27 386 0 0,215-8 1437 0 0,164-4-1686 0 0,-670 33-118 0 0,47-14 0 0 0,-12 2-2529 0 0</inkml:trace>
</inkml:ink>
</file>

<file path=ppt/ink/ink2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48.5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11058 0 0,'0'0'853'0'0,"1"23"468"0"0,22 220 2854 0 0,6 76-3054 0 0,-22-215-1065 0 0,1 47-1632 0 0,-8-144-75 0 0</inkml:trace>
</inkml:ink>
</file>

<file path=ppt/ink/ink2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48.9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0 168 3225 0 0,'4'-8'393'0'0,"-1"-1"0"0"0,1 0 1 0 0,1 1-1 0 0,0 0 1 0 0,0 0-1 0 0,0 0 0 0 0,1 1 1 0 0,0 0-1 0 0,8-7 0 0 0,0 0 672 0 0,0 2 0 0 0,1 0-1 0 0,24-15 1 0 0,-36 25-918 0 0,0 0-1 0 0,0 0 1 0 0,1 0-1 0 0,-1 1 1 0 0,0-1-1 0 0,1 1 1 0 0,-1 0-1 0 0,1 0 1 0 0,0 0-1 0 0,-1 0 1 0 0,1 1-1 0 0,0-1 1 0 0,-1 1-1 0 0,1 0 1 0 0,0 0-1 0 0,0 1 1 0 0,-1-1-1 0 0,1 1 1 0 0,0 0-1 0 0,-1 0 1 0 0,1 0-1 0 0,6 3 1 0 0,-7-2-109 0 0,1 1 0 0 0,-1-1 0 0 0,0 1 0 0 0,0 0 0 0 0,0 0 0 0 0,0 0 0 0 0,-1 1 0 0 0,1-1 0 0 0,-1 1 0 0 0,0-1 0 0 0,0 1 0 0 0,0 0 0 0 0,0 0 0 0 0,-1 0 0 0 0,1 0 0 0 0,-1 0 0 0 0,0 0 0 0 0,0 0 0 0 0,0 9 0 0 0,0 0-37 0 0,-1 0 0 0 0,0 0-1 0 0,-1 1 1 0 0,-1-1 0 0 0,0 0-1 0 0,-1 0 1 0 0,0 0 0 0 0,-1 0 0 0 0,0-1-1 0 0,-1 1 1 0 0,-7 13 0 0 0,-10 13-9 0 0,-51 70-1 0 0,69-104 9 0 0,-8 8 304 0 0,9-8 269 0 0,17-11-175 0 0,6-4 33 0 0,1 2 0 0 0,0 0-1 0 0,1 1 1 0 0,0 1-1 0 0,0 1 1 0 0,1 1 0 0 0,43-3-1 0 0,-51 7-654 0 0,0 0 0 0 0,0 1-1 0 0,0 1 1 0 0,-1 0-1 0 0,1 1 1 0 0,-1 0 0 0 0,0 1-1 0 0,0 1 1 0 0,0 0 0 0 0,0 1-1 0 0,-1 1 1 0 0,0 0 0 0 0,15 11-1 0 0</inkml:trace>
</inkml:ink>
</file>

<file path=ppt/ink/ink2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49.4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109 97 5529 0 0,'-4'-53'2409'0'0,"4"50"-2109"0"0,0 1-1 0 0,-1 0 0 0 0,1-1 0 0 0,-1 1 0 0 0,0 0 0 0 0,1-1 0 0 0,-1 1 1 0 0,0 0-1 0 0,-1 0 0 0 0,1 0 0 0 0,0 0 0 0 0,-1 0 0 0 0,1 0 1 0 0,-1 0-1 0 0,1 0 0 0 0,-1 0 0 0 0,0 1 0 0 0,0-1 0 0 0,-3-1 1 0 0,4 3-204 0 0,1-1 0 0 0,-1 1 0 0 0,0 0 1 0 0,0 0-1 0 0,0 0 0 0 0,0 0 0 0 0,0 1 0 0 0,0-1 1 0 0,0 0-1 0 0,0 0 0 0 0,1 0 0 0 0,-1 1 1 0 0,0-1-1 0 0,0 0 0 0 0,0 1 0 0 0,0-1 0 0 0,1 1 1 0 0,-1-1-1 0 0,0 1 0 0 0,0-1 0 0 0,1 1 1 0 0,-1 0-1 0 0,1-1 0 0 0,-1 1 0 0 0,0 0 0 0 0,1 0 1 0 0,-1-1-1 0 0,1 1 0 0 0,-1 0 0 0 0,1 1 1 0 0,-16 28 838 0 0,15-27-811 0 0,-7 19 101 0 0,1 0 1 0 0,1 0 0 0 0,1 1-1 0 0,0 0 1 0 0,-1 32-1 0 0,4-3 30 0 0,5 68 0 0 0,0-91-138 0 0,1-1 0 0 0,1 1 0 0 0,1-1 1 0 0,2 0-1 0 0,17 41 0 0 0,-4-24-372 0 0,1-1 0 0 0,40 58 1 0 0,-52-80-2863 0 0</inkml:trace>
</inkml:ink>
</file>

<file path=ppt/ink/ink2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49.7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17 298 1376 0 0,'-14'-25'994'0'0,"14"23"-594"0"0,-1-1 0 0 0,0 0-1 0 0,1 0 1 0 0,0 0 0 0 0,0 0-1 0 0,0 0 1 0 0,0 0 0 0 0,0 0-1 0 0,1 0 1 0 0,-1 0 0 0 0,1 1-1 0 0,0-1 1 0 0,0 0 0 0 0,0 0-1 0 0,0 0 1 0 0,0 1 0 0 0,0-1-1 0 0,1 1 1 0 0,2-4 0 0 0,6-9 265 0 0,0 1 1 0 0,2 0 0 0 0,-1 1 0 0 0,2 1 0 0 0,18-16-1 0 0,-1 5-278 0 0,46-29 1 0 0,-17 22-1719 0 0,-31 18-3637 0 0</inkml:trace>
</inkml:ink>
</file>

<file path=ppt/ink/ink2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57.1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107 8 4609 0 0,'-106'-7'7073'0'0,"157"10"-3205"0"0,-10-1-3407 0 0,167 10 1228 0 0,128 2-1089 0 0,-75-16-239 0 0,215 3 654 0 0,263-16 480 0 0,-697 11-1621 0 0,-1 0 319 0 0,43 2 1 0 0,-74 3-398 0 0,0-1 1 0 0,1 2 0 0 0,-1-1-1 0 0,0 1 1 0 0,0 1-1 0 0,0 0 1 0 0,0 0-1 0 0,-1 1 1 0 0,14 7-1 0 0</inkml:trace>
</inkml:ink>
</file>

<file path=ppt/ink/ink2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57.8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195 84 4369 0 0,'-126'-83'10515'0'0,"149"95"-8362"0"0,8 16-1269 0 0,68 47 0 0 0,-45-36-1120 0 0,-53-38 218 0 0,0 0-1 0 0,0-1 0 0 0,0 1 0 0 0,0 0 1 0 0,-1 0-1 0 0,1 0 0 0 0,0-1 0 0 0,-1 1 1 0 0,1 0-1 0 0,0 0 0 0 0,-1 0 0 0 0,1 0 1 0 0,-1 0-1 0 0,1 0 0 0 0,-1 0 0 0 0,0 0 1 0 0,0 1-1 0 0,1-1 0 0 0,-1 0 0 0 0,0 0 1 0 0,0 0-1 0 0,0 0 0 0 0,0 2 0 0 0,-1 0 13 0 0,1-1-1 0 0,-1 1 0 0 0,0-1 0 0 0,0 0 1 0 0,0 1-1 0 0,0-1 0 0 0,-1 0 0 0 0,1 1 1 0 0,0-1-1 0 0,-3 2 0 0 0,-5 6 5 0 0,0 0 0 0 0,-1-1 1 0 0,-13 9-1 0 0,19-14-55 0 0,-166 108-2616 0 0,160-106 2367 0 0,-28 17-661 0 0</inkml:trace>
</inkml:ink>
</file>

<file path=ppt/ink/ink2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59.1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67 76 1376 0 0,'-4'-2'405'0'0,"0"0"-1"0"0,0-1 0 0 0,1 1 1 0 0,-1-1-1 0 0,1 0 0 0 0,0 0 0 0 0,-6-7 1 0 0,4 5 481 0 0,-21-14 4741 0 0,26 19-5424 0 0,-1-1 1 0 0,1 1-1 0 0,0-1 1 0 0,-1 0-1 0 0,2-1-85 0 0,0 1-1 0 0,0 0 1 0 0,0 0-1 0 0,0 0 1 0 0,0 0-1 0 0,0 0 1 0 0,0 0 0 0 0,1 0-1 0 0,-1 0 1 0 0,0 0-1 0 0,0 0 1 0 0,1 1-1 0 0,1-2 1 0 0,0 1-48 0 0,0 0 0 0 0,0 0 1 0 0,0 0-1 0 0,0 1 0 0 0,1-1 0 0 0,-1 1 1 0 0,0 0-1 0 0,0 0 0 0 0,0 0 0 0 0,1 0 1 0 0,-1 0-1 0 0,0 1 0 0 0,0-1 0 0 0,0 1 1 0 0,0 0-1 0 0,1 0 0 0 0,-1 0 0 0 0,-1 0 0 0 0,1 1 1 0 0,0-1-1 0 0,0 1 0 0 0,3 2 0 0 0,2 1 1 0 0,-1 0 0 0 0,1 1 0 0 0,-1 0 0 0 0,0 1-1 0 0,0-1 1 0 0,7 11 0 0 0,-3-1-36 0 0,-1 0-1 0 0,0 1 1 0 0,-2 0 0 0 0,0 0-1 0 0,0 1 1 0 0,6 26-1 0 0,18 116 80 0 0,-26-120-75 0 0,-6-39-20 0 0,1 0 1 0 0,-1-1-1 0 0,0 1 0 0 0,0-1 1 0 0,0 1-1 0 0,0 0 1 0 0,1-1-1 0 0,-1 1 1 0 0,0-1-1 0 0,0 1 0 0 0,1-1 1 0 0,-1 1-1 0 0,0-1 1 0 0,1 1-1 0 0,-1-1 0 0 0,1 1 1 0 0,-1-1-1 0 0,1 0 1 0 0,-1 1-1 0 0,1-1 1 0 0,-1 0-1 0 0,1 1 0 0 0,-1-1 1 0 0,1 0-1 0 0,-1 1 1 0 0,1-1-1 0 0,0 0 0 0 0,0 0 1 0 0,20-3 606 0 0,18-18 165 0 0,48-58-470 0 0,-21 18-3578 0 0,-48 46-2374 0 0</inkml:trace>
</inkml:ink>
</file>

<file path=ppt/ink/ink2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59.6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375 9 6913 0 0,'-16'-3'377'0'0,"0"1"-1"0"0,0 0 0 0 0,0 1 0 0 0,0 1 1 0 0,0 0-1 0 0,1 2 0 0 0,-1-1 0 0 0,-19 6 1 0 0,25-5-73 0 0,1 0 1 0 0,0 1-1 0 0,0 0 1 0 0,0 0-1 0 0,1 1 1 0 0,-1 0-1 0 0,1 0 1 0 0,0 1-1 0 0,0 0 1 0 0,0 1-1 0 0,1 0 1 0 0,0 0-1 0 0,0 1 1 0 0,1-1-1 0 0,-1 1 1 0 0,-8 13-1 0 0,6-4-153 0 0,1-1 0 0 0,0 1 0 0 0,1 0 0 0 0,0 1 0 0 0,2 0 0 0 0,0 0 0 0 0,-5 34 0 0 0,5-12-117 0 0,2 0 1 0 0,2 0 0 0 0,1 0 0 0 0,11 75 0 0 0,1-47-40 0 0,2-1 0 0 0,24 65 1 0 0,-32-112 4 0 0,2-1 0 0 0,-1 0 1 0 0,2 0-1 0 0,0-1 1 0 0,1 0-1 0 0,1-1 0 0 0,1 0 1 0 0,0 0-1 0 0,1-2 0 0 0,18 18 1 0 0,-17-21-38 0 0,0 0-1 0 0,1-1 1 0 0,0-1 0 0 0,0 0 0 0 0,1-1-1 0 0,0-1 1 0 0,0-1 0 0 0,1 0 0 0 0,0-1-1 0 0,0 0 1 0 0,28 3 0 0 0,-27-6 9 0 0,0-1 1 0 0,-1-1 0 0 0,1 0-1 0 0,-1-2 1 0 0,1 0-1 0 0,-1 0 1 0 0,1-2 0 0 0,-1 0-1 0 0,0-1 1 0 0,-1-1-1 0 0,1 0 1 0 0,-1-1 0 0 0,0-1-1 0 0,-1-1 1 0 0,0 0-1 0 0,0-1 1 0 0,-1 0 0 0 0,0-1-1 0 0,-1-1 1 0 0,0 0-1 0 0,17-23 1 0 0,-13 14 121 0 0,-1-1 0 0 0,-1 0 0 0 0,-1-1 0 0 0,-1-1 0 0 0,-1 0 0 0 0,-2-1 0 0 0,10-30 0 0 0,-15 35 106 0 0,0 0 0 0 0,-2 0-1 0 0,0 0 1 0 0,-1 0 0 0 0,-1-1-1 0 0,-1 1 1 0 0,-1-1 0 0 0,-1 1-1 0 0,0 0 1 0 0,-7-22 0 0 0,2 12-33 0 0,-38-136 1366 0 0,37 143-1293 0 0,-1 0 1 0 0,-1 0 0 0 0,-1 1-1 0 0,-26-38 1 0 0,31 52-216 0 0,0 1 0 0 0,-1-1 0 0 0,0 2-1 0 0,-1-1 1 0 0,1 1 0 0 0,-1 0 0 0 0,0 0 0 0 0,-1 1 0 0 0,1 1 0 0 0,-1-1 0 0 0,0 1 0 0 0,0 1-1 0 0,-1-1 1 0 0,-16-2 0 0 0,7 2-422 0 0,0 2-1 0 0,0 0 1 0 0,-1 1 0 0 0,1 1-1 0 0,0 1 1 0 0,-32 5-1 0 0,6 3-6576 0 0</inkml:trace>
</inkml:ink>
</file>

<file path=ppt/ink/ink2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01.9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78 38 920 0 0,'-18'3'596'0'0,"-41"5"8242"0"0,85-33-5276 0 0,-18 21-3407 0 0,-1 1 0 0 0,1 0 0 0 0,0 0 0 0 0,-1 0 0 0 0,1 1 0 0 0,1 1 0 0 0,-1-1 0 0 0,0 1 0 0 0,0 0 0 0 0,0 1 0 0 0,1 0-1 0 0,-1 0 1 0 0,0 1 0 0 0,0 0 0 0 0,14 4 0 0 0,-16-3-49 0 0,1 0-1 0 0,-1 0 1 0 0,0 1 0 0 0,1 0-1 0 0,-1 1 1 0 0,-1-1 0 0 0,1 1-1 0 0,0 0 1 0 0,-1 0 0 0 0,0 1-1 0 0,0 0 1 0 0,0 0-1 0 0,-1 0 1 0 0,0 0 0 0 0,0 1-1 0 0,0-1 1 0 0,0 1 0 0 0,-1 0-1 0 0,3 8 1 0 0,1 4-67 0 0,-2 0 1 0 0,0 0-1 0 0,-1 0 1 0 0,0 1-1 0 0,0 27 1 0 0,-6 92 412 0 0,0 11-170 0 0,2-147-260 0 0,0 0-1 0 0,0 0 1 0 0,0 0 0 0 0,1 0 0 0 0,-1 0-1 0 0,0-1 1 0 0,1 1 0 0 0,-1 0 0 0 0,1 0-1 0 0,0 0 1 0 0,0-1 0 0 0,-1 1 0 0 0,1 0-1 0 0,0 0 1 0 0,1-1 0 0 0,-1 1 0 0 0,0-1-1 0 0,0 1 1 0 0,2 1 0 0 0,-1-3-10 0 0,-1 1-1 0 0,0-1 1 0 0,1 1 0 0 0,-1-1 0 0 0,1 0 0 0 0,-1 1-1 0 0,1-1 1 0 0,-1 0 0 0 0,0 0 0 0 0,1 0 0 0 0,-1 0-1 0 0,1 0 1 0 0,-1 0 0 0 0,1 0 0 0 0,-1-1-1 0 0,1 1 1 0 0,-1-1 0 0 0,0 1 0 0 0,3-1 0 0 0,4-3-110 0 0,0-1 1 0 0,0 0 0 0 0,-1 0 0 0 0,1 0 0 0 0,-1-1 0 0 0,10-10-1 0 0,52-52-2885 0 0,-52 49 1844 0 0</inkml:trace>
</inkml:ink>
</file>

<file path=ppt/ink/ink2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02.4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884 99 6449 0 0,'-27'-16'756'0'0,"-1"1"1"0"0,0 2-1 0 0,-1 1 0 0 0,-1 1 0 0 0,-52-12 0 0 0,66 20-399 0 0,0 1-1 0 0,0 0 1 0 0,0 1 0 0 0,0 1 0 0 0,0 0-1 0 0,0 2 1 0 0,0-1 0 0 0,0 2-1 0 0,0 0 1 0 0,1 1 0 0 0,-1 1 0 0 0,-28 12-1 0 0,16-3-210 0 0,1 0 0 0 0,1 2 0 0 0,1 1 0 0 0,0 1 0 0 0,1 1 0 0 0,1 1 0 0 0,1 1-1 0 0,0 1 1 0 0,2 1 0 0 0,1 0 0 0 0,1 2 0 0 0,1 0 0 0 0,1 1 0 0 0,1 1 0 0 0,1 0-1 0 0,2 1 1 0 0,-11 33 0 0 0,10-13-147 0 0,2-1-1 0 0,2 2 0 0 0,2-1 1 0 0,-1 73-1 0 0,8-97 0 0 0,1 0 0 0 0,1 1 0 0 0,0-1 0 0 0,2 0 0 0 0,1 0 0 0 0,2-1 1 0 0,0 1-1 0 0,1-1 0 0 0,1-1 0 0 0,23 43 0 0 0,-23-52-29 0 0,1 0 0 0 0,0 0 1 0 0,1 0-1 0 0,0-2 0 0 0,1 1 0 0 0,0-1 1 0 0,1-1-1 0 0,0-1 0 0 0,0 1 0 0 0,30 13 1 0 0,-25-15 17 0 0,1-1 1 0 0,0-1-1 0 0,0 0 0 0 0,0-2 1 0 0,1 0-1 0 0,0-1 1 0 0,-1-1-1 0 0,27 0 0 0 0,-17-4 39 0 0,-1 0-1 0 0,1-2 1 0 0,-1-1-1 0 0,0-1 1 0 0,0-1-1 0 0,-1-2 1 0 0,0 0-1 0 0,0-2 1 0 0,-1-2-1 0 0,0 0 1 0 0,-2-1-1 0 0,40-30 1 0 0,-28 16 121 0 0,-1-2 1 0 0,-1-1-1 0 0,-2-1 0 0 0,39-52 1 0 0,-61 70-79 0 0,0 0 0 0 0,-1 0 0 0 0,-1-1 0 0 0,0-1 0 0 0,-1 1 0 0 0,-1-1 0 0 0,-1 0 0 0 0,0-1 0 0 0,-1 1 0 0 0,-1-1 0 0 0,0 0 0 0 0,-1 0 0 0 0,-1 0 0 0 0,-1 0 1 0 0,-1-17-1 0 0,-3 5 94 0 0,-1 1 0 0 0,-1 0 0 0 0,-2 0 0 0 0,-1 1 0 0 0,-1 0 0 0 0,-1 1 1 0 0,-1 0-1 0 0,-2 1 0 0 0,0 0 0 0 0,-2 1 0 0 0,0 0 0 0 0,-2 2 0 0 0,-37-38 1 0 0,34 40-617 0 0,-1 1 1 0 0,-1 1 0 0 0,-1 1 0 0 0,0 1 0 0 0,-1 1 0 0 0,-1 1 0 0 0,0 1 0 0 0,-37-12 0 0 0,26 14-6191 0 0</inkml:trace>
</inkml:ink>
</file>

<file path=ppt/ink/ink2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06.2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83 135 456 0 0,'-3'-2'465'0'0,"0"1"0"0"0,0-1-1 0 0,0 0 1 0 0,0 0 0 0 0,0 0 0 0 0,1 0 0 0 0,-1 0-1 0 0,1 0 1 0 0,-1-1 0 0 0,1 1 0 0 0,0-1-1 0 0,0 0 1 0 0,-2-3 0 0 0,-17-44 2092 0 0,17 41-1376 0 0,1-1-1 0 0,-1 1 0 0 0,-8-14 1 0 0,22 46 3305 0 0,6 31-3834 0 0,-3-9-422 0 0,13 36-164 0 0,72 187 338 0 0,-85-240-371 0 0,0-1-1 0 0,3 0 1 0 0,0-1-1 0 0,1-1 1 0 0,2 0-1 0 0,0-1 1 0 0,26 23-1 0 0,-38-40 31 0 0,0-1-1 0 0,1 1 0 0 0,0-1 1 0 0,1-1-1 0 0,15 9 0 0 0,-22-13-48 0 0,0-1-1 0 0,0 1 0 0 0,-1 0 0 0 0,1-1 0 0 0,0 1 0 0 0,0-1 1 0 0,0 1-1 0 0,0-1 0 0 0,0 0 0 0 0,0 0 0 0 0,0 0 0 0 0,0 0 1 0 0,0 0-1 0 0,0 0 0 0 0,0-1 0 0 0,0 1 0 0 0,0-1 0 0 0,-1 1 1 0 0,1-1-1 0 0,0 0 0 0 0,0 0 0 0 0,0 1 0 0 0,-1-1 0 0 0,1 0 1 0 0,0-1-1 0 0,-1 1 0 0 0,1 0 0 0 0,-1 0 0 0 0,0-1 1 0 0,1 1-1 0 0,-1-1 0 0 0,0 1 0 0 0,0-1 0 0 0,0 0 0 0 0,2-2 1 0 0,5-13 164 0 0,0 0 0 0 0,-2-1 1 0 0,0 0-1 0 0,-1 0 0 0 0,0 0 1 0 0,-2 0-1 0 0,3-29 1 0 0,-3-5-3 0 0,-6-74 0 0 0,-4 56-263 0 0,4 41-677 0 0,0-1 0 0 0,3-39-1 0 0,0 69 585 0 0,-1-1-1 0 0,1 0 0 0 0,0 1 0 0 0,0-1 0 0 0,1 0 0 0 0,-1 0 0 0 0,0 1 0 0 0,0-1 1 0 0,0 0-1 0 0,0 0 0 0 0,1 1 0 0 0,-1-1 0 0 0,0 0 0 0 0,1 1 0 0 0,-1-1 0 0 0,0 0 0 0 0,1 1 1 0 0,-1-1-1 0 0,1 1 0 0 0,-1-1 0 0 0,1 1 0 0 0,-1-1 0 0 0,1 1 0 0 0,-1-1 0 0 0,1 1 1 0 0,0-1-1 0 0</inkml:trace>
</inkml:ink>
</file>

<file path=ppt/ink/ink2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06.6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14 2304 0 0,'1'-1'198'0'0,"0"0"0"0"0,0 0 0 0 0,0 0 0 0 0,0 0-1 0 0,0 0 1 0 0,1 0 0 0 0,-1 0 0 0 0,0 0 0 0 0,0 0-1 0 0,1 1 1 0 0,-1-1 0 0 0,0 0 0 0 0,1 1 0 0 0,-1 0-1 0 0,1-1 1 0 0,-1 1 0 0 0,1 0 0 0 0,-1-1 0 0 0,1 1-1 0 0,-1 0 1 0 0,3 0 0 0 0,-3 1 15 0 0,0-1 1 0 0,0 1-1 0 0,1 0 0 0 0,-1-1 1 0 0,0 1-1 0 0,0 0 1 0 0,0 0-1 0 0,0 0 0 0 0,0 0 1 0 0,0 0-1 0 0,0 0 0 0 0,0 0 1 0 0,0 0-1 0 0,0 0 1 0 0,0 0-1 0 0,-1 1 0 0 0,2 1 1 0 0,1 5 411 0 0,0 0 1 0 0,-1 0 0 0 0,0 0 0 0 0,0 1-1 0 0,1 16 1 0 0,10 144 3170 0 0,3 0-3839 0 0,-16-163-1333 0 0</inkml:trace>
</inkml:ink>
</file>

<file path=ppt/ink/ink2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07.0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 26 8754 0 0,'-23'-26'1003'0'0,"23"27"-942"0"0,0-1 0 0 0,-1 0 1 0 0,1 0-1 0 0,-1 1 0 0 0,1-1 0 0 0,0 0 1 0 0,-1 0-1 0 0,1 1 0 0 0,0-1 0 0 0,0 0 1 0 0,-1 1-1 0 0,1-1 0 0 0,0 1 0 0 0,0-1 1 0 0,-1 0-1 0 0,1 1 0 0 0,0-1 0 0 0,0 1 1 0 0,0-1-1 0 0,0 1 0 0 0,0-1 0 0 0,-1 0 1 0 0,1 1-1 0 0,0-1 0 0 0,0 1 0 0 0,0-1 1 0 0,0 1-1 0 0,0-1 0 0 0,1 1 0 0 0,-1-1 1 0 0,0 1-1 0 0,-2 18 553 0 0,2-14-630 0 0,1 1 1 0 0,0 0-1 0 0,0-1 0 0 0,0 1 1 0 0,0-1-1 0 0,1 1 1 0 0,0-1-1 0 0,0 1 1 0 0,1-1-1 0 0,-1 0 0 0 0,1 0 1 0 0,0 0-1 0 0,1-1 1 0 0,-1 1-1 0 0,1-1 1 0 0,0 0-1 0 0,4 5 1 0 0,3 1 15 0 0</inkml:trace>
</inkml:ink>
</file>

<file path=ppt/ink/ink2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07.3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6913 0 0,'0'3'8'0'0,"0"0"-1"0"0,0 0 0 0 0,0-1 0 0 0,0 1 1 0 0,0 0-1 0 0,1-1 0 0 0,-1 1 0 0 0,1 0 1 0 0,0-1-1 0 0,1 5 0 0 0,0-1 75 0 0,15 96 2827 0 0,-14-74-2467 0 0,1 0-1 0 0,13 46 1 0 0,-16-71-434 0 0,0 1 0 0 0,0-1 0 0 0,1 0 0 0 0,-1 0 0 0 0,1 0 0 0 0,0 0 0 0 0,0 0 1 0 0,0 0-1 0 0,0-1 0 0 0,1 1 0 0 0,-1 0 0 0 0,5 2 0 0 0,-6-4-8 0 0,-1-1 0 0 0,1 0 1 0 0,-1 1-1 0 0,1-1 0 0 0,-1 0 1 0 0,1 0-1 0 0,0 1 0 0 0,-1-1 0 0 0,1 0 1 0 0,-1 0-1 0 0,1 0 0 0 0,0 0 1 0 0,-1 0-1 0 0,1 0 0 0 0,-1 0 0 0 0,1 0 1 0 0,0 0-1 0 0,-1 0 0 0 0,1 0 0 0 0,-1-1 1 0 0,1 1-1 0 0,0 0 0 0 0,-1 0 1 0 0,1 0-1 0 0,-1-1 0 0 0,2 0 0 0 0,-1 0 0 0 0,0 0 0 0 0,0-1 0 0 0,0 1 0 0 0,0-1-1 0 0,0 1 1 0 0,0-1 0 0 0,0 0 0 0 0,0 1 0 0 0,-1-1-1 0 0,1 0 1 0 0,-1 0 0 0 0,1 1 0 0 0,0-4-1 0 0,6-40 162 0 0,-3 18 262 0 0,1 1 1 0 0,2-1-1 0 0,10-28 1 0 0,-15 49-280 0 0,0 0 1 0 0,1 0-1 0 0,0 0 0 0 0,0 1 1 0 0,0 0-1 0 0,1-1 1 0 0,-1 1-1 0 0,1 0 1 0 0,1 1-1 0 0,-1-1 0 0 0,1 1 1 0 0,-1 0-1 0 0,1 0 1 0 0,0 0-1 0 0,1 1 0 0 0,-1-1 1 0 0,1 1-1 0 0,11-4 1 0 0,-14 7-72 0 0,0-1 1 0 0,0 1 0 0 0,0-1-1 0 0,0 1 1 0 0,0 0 0 0 0,0 1-1 0 0,0-1 1 0 0,0 0-1 0 0,0 1 1 0 0,0 0 0 0 0,0-1-1 0 0,-1 1 1 0 0,1 0 0 0 0,0 1-1 0 0,0-1 1 0 0,-1 0 0 0 0,1 1-1 0 0,0 0 1 0 0,-1-1-1 0 0,0 1 1 0 0,1 0 0 0 0,-1 0-1 0 0,0 0 1 0 0,0 1 0 0 0,3 4-1 0 0,6 7 130 0 0,-1 1 1 0 0,-1 0-1 0 0,10 21 0 0 0,-10-18-154 0 0,65 118-1360 0 0,-60-115 793 0 0</inkml:trace>
</inkml:ink>
</file>

<file path=ppt/ink/ink2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07.7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498 289 4609 0 0,'-27'6'118'0'0,"-1"-1"0"0"0,1-1-1 0 0,-48 0 1 0 0,-82-11 433 0 0,9 0 2584 0 0,120 10-1635 0 0,20-3 1521 0 0,26-9-1394 0 0,41-16-731 0 0,2 3 1 0 0,0 2 0 0 0,108-19-1 0 0,197-9 1060 0 0,-343 45-1838 0 0,259-16 343 0 0,313 20 1 0 0,-201 22-272 0 0,-20-1-1 0 0,-2-24 28 0 0,-276-6-127 0 0,1-5 0 0 0,-1-3 0 0 0,123-38 0 0 0,-55-11-2151 0 0</inkml:trace>
</inkml:ink>
</file>

<file path=ppt/ink/ink2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08.1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70 49 9674 0 0,'-10'-6'699'0'0,"0"0"0"0"0,1-1-1 0 0,-14-12 1 0 0,11 9 1410 0 0,12 10-2061 0 0,0 0 1 0 0,0 0-1 0 0,-1 0 1 0 0,1 0-1 0 0,0-1 1 0 0,0 1-1 0 0,0 0 1 0 0,0 0-1 0 0,0 0 1 0 0,0 0-1 0 0,-1 0 1 0 0,1 0-1 0 0,0 0 1 0 0,0 0-1 0 0,0 0 1 0 0,-2 2 921 0 0,2-2-922 0 0,-1 0 1 0 0,1 0-1 0 0,0 0 1 0 0,0 0-1 0 0,0 0 1 0 0,0 1-1 0 0,0-1 1 0 0,-1 13 1178 0 0,5 20-440 0 0,-3-29-429 0 0,29 189 728 0 0,10 73 165 0 0,30 92-1832 0 0,-65-322-2575 0 0</inkml:trace>
</inkml:ink>
</file>

<file path=ppt/ink/ink2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08.5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0 142 3225 0 0,'1'-5'312'0'0,"0"0"0"0"0,0 0 0 0 0,0 0 1 0 0,1 0-1 0 0,-1 0 0 0 0,1 0 0 0 0,1 0 0 0 0,-1 1 1 0 0,1-1-1 0 0,0 1 0 0 0,0-1 0 0 0,0 1 0 0 0,0 0 1 0 0,1 0-1 0 0,6-5 0 0 0,-1 0 441 0 0,1 1 0 0 0,0 1 0 0 0,0 0 0 0 0,0 0 0 0 0,19-8-1 0 0,-26 13-599 0 0,0 1-1 0 0,0 0 0 0 0,0-1 0 0 0,1 1 0 0 0,-1 1 0 0 0,0-1 0 0 0,1 0 1 0 0,-1 1-1 0 0,1 0 0 0 0,-1-1 0 0 0,1 2 0 0 0,-1-1 0 0 0,0 0 0 0 0,1 1 1 0 0,-1-1-1 0 0,1 1 0 0 0,-1 0 0 0 0,5 2 0 0 0,-4-1-40 0 0,0 1 0 0 0,-1-1 0 0 0,1 1-1 0 0,-1 0 1 0 0,1 0 0 0 0,-1 0 0 0 0,0 0 0 0 0,0 0 0 0 0,0 1-1 0 0,-1 0 1 0 0,0-1 0 0 0,4 8 0 0 0,0 2-22 0 0,-1 1 0 0 0,0 0 1 0 0,-1 1-1 0 0,0-1 0 0 0,-1 1 0 0 0,-1-1 1 0 0,1 24-1 0 0,-3-18-85 0 0,-1-1 0 0 0,0 1 0 0 0,-2-1 0 0 0,0 1-1 0 0,-1-1 1 0 0,-1 0 0 0 0,0 0 0 0 0,-2 0 0 0 0,0-1 0 0 0,-1 0 0 0 0,-1 0 0 0 0,-15 21 0 0 0,19-33 4 0 0,0 0-1 0 0,-1 0 1 0 0,0 0 0 0 0,-12 9 0 0 0,15-13 2 0 0,1-1 1 0 0,0 1 0 0 0,0-1 0 0 0,-1 1 0 0 0,1-1-1 0 0,-1 0 1 0 0,1 0 0 0 0,-1 0 0 0 0,1 0 0 0 0,-1 0-1 0 0,0 0 1 0 0,1-1 0 0 0,-1 1 0 0 0,0-1 0 0 0,0 0-1 0 0,1 0 1 0 0,-1 0 0 0 0,-3-1 0 0 0,6 1 1 0 0,-1 0-1 0 0,1 0 1 0 0,-1 0 0 0 0,1 0 0 0 0,-1 0-1 0 0,1 0 1 0 0,0-1 0 0 0,-1 1 0 0 0,1 0-1 0 0,-1 0 1 0 0,1-1 0 0 0,0 1-1 0 0,-1 0 1 0 0,1 0 0 0 0,0-1 0 0 0,-1 1-1 0 0,1 0 1 0 0,0-1 0 0 0,0 1 0 0 0,-1-1-1 0 0,1 1 1 0 0,0 0 0 0 0,0-1 0 0 0,-1 1-1 0 0,1-1 1 0 0,0 1 0 0 0,0 0-1 0 0,0-1 1 0 0,0 1 0 0 0,0-1 0 0 0,0 1-1 0 0,0-1 1 0 0,0 1 0 0 0,0-1 0 0 0,0 0-1 0 0,11-15 519 0 0,22-10 315 0 0,-22 20-778 0 0,0 0 1 0 0,1 1-1 0 0,0 0 0 0 0,0 1 0 0 0,0 0 1 0 0,0 1-1 0 0,1 0 0 0 0,-1 1 0 0 0,1 0 1 0 0,-1 1-1 0 0,1 0 0 0 0,0 1 1 0 0,0 1-1 0 0,-1 0 0 0 0,1 1 0 0 0,14 3 1 0 0,3 2-449 0 0,53 20 0 0 0,25 19-4588 0 0,-94-40 3840 0 0,17 9-5010 0 0</inkml:trace>
</inkml:ink>
</file>

<file path=ppt/ink/ink2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08.8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 0 10594 0 0,'-2'4'248'0'0,"-1"-1"0"0"0,1 1 0 0 0,-1 0 0 0 0,1 0 0 0 0,0 0-1 0 0,1 0 1 0 0,-1 1 0 0 0,1-1 0 0 0,0 0 0 0 0,0 1 0 0 0,0-1 0 0 0,0 1 0 0 0,1-1-1 0 0,0 1 1 0 0,0-1 0 0 0,0 1 0 0 0,0-1 0 0 0,2 8 0 0 0,3 13 799 0 0,0-1 1 0 0,11 28 0 0 0,-10-31-879 0 0,29 84 549 0 0,-5-17-1217 0 0,-13-29-2581 0 0</inkml:trace>
</inkml:ink>
</file>

<file path=ppt/ink/ink2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09.2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26 212 4145 0 0,'-21'-102'949'0'0,"19"81"552"0"0,0 1 1 0 0,1-1-1 0 0,2-20 1 0 0,-1 41-1451 0 0,0-1 1 0 0,0 1-1 0 0,0 0 0 0 0,0 0 1 0 0,0-1-1 0 0,0 1 1 0 0,1 0-1 0 0,-1 0 1 0 0,0-1-1 0 0,0 1 1 0 0,0 0-1 0 0,0 0 0 0 0,0-1 1 0 0,0 1-1 0 0,0 0 1 0 0,0 0-1 0 0,1 0 1 0 0,-1-1-1 0 0,0 1 0 0 0,0 0 1 0 0,0 0-1 0 0,1 0 1 0 0,-1 0-1 0 0,0-1 1 0 0,0 1-1 0 0,0 0 1 0 0,1 0-1 0 0,-1 0 0 0 0,0 0 1 0 0,0 0-1 0 0,1 0 1 0 0,-1 0-1 0 0,0-1 1 0 0,0 1-1 0 0,1 0 1 0 0,-1 0-1 0 0,0 0 0 0 0,0 0 1 0 0,1 0-1 0 0,-1 0 1 0 0,0 0-1 0 0,0 0 1 0 0,1 1-1 0 0,-1-1 0 0 0,0 0 1 0 0,0 0-1 0 0,1 0 1 0 0,-1 0-1 0 0,0 0 1 0 0,0 0-1 0 0,1 0 1 0 0,-1 0-1 0 0,0 1 0 0 0,0-1 1 0 0,0 0-1 0 0,1 0 1 0 0,-1 0-1 0 0,0 1 1 0 0,0-1-1 0 0,0 0 0 0 0,0 0 1 0 0,1 0-1 0 0,-1 1 1 0 0,0-1-1 0 0,20 21-952 0 0,-8-9-1345 0 0,-2-5 424 0 0</inkml:trace>
</inkml:ink>
</file>

<file path=ppt/ink/ink2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09.6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97 9 6257 0 0</inkml:trace>
  <inkml:trace contextRef="#ctx0" brushRef="#br0" timeOffset="1">85 23 2304 0 0,'-32'18'2662'0'0,"10"-8"-1025"0"0,-8 14 5415 0 0,48-29-5698 0 0,44-20-457 0 0,-38 14-1354 0 0,0 1 0 0 0,40-10 0 0 0,-43 16-4772 0 0</inkml:trace>
</inkml:ink>
</file>

<file path=ppt/ink/ink2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09.9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3 148 5985 0 0,'0'3'536'0'0,"-2"-1"-432"0"0,4-4 152 0 0,-1 2 25 0 0,3-2 7 0 0,1-3 0 0 0,2 0-64 0 0,5-7 0 0 0,1-1-8 0 0,-1-1 0 0 0,2-1-616 0 0,1-3-120 0 0,1 2-24 0 0,2-1-9 0 0,-1 0 425 0 0,1 1 128 0 0</inkml:trace>
</inkml:ink>
</file>

<file path=ppt/ink/ink2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10.5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13 4609 0 0,'-15'13'5967'0'0,"15"-13"-5883"0"0,18 5 3399 0 0,-2-5-4087 0 0,126-13 5903 0 0,87-4-7289 0 0,-202 17-4120 0 0</inkml:trace>
</inkml:ink>
</file>

<file path=ppt/ink/ink2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10.9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1 241 7370 0 0,'3'-15'7233'0'0,"3"18"-6741"0"0,0 3-329 0 0,0-1-1 0 0,0 1 1 0 0,-1 0 0 0 0,0 0-1 0 0,0 0 1 0 0,0 1 0 0 0,7 13-1 0 0,25 62 605 0 0,-16-34-556 0 0,7 12-146 0 0,3 0 0 0 0,46 64 0 0 0,-62-103-52 0 0,0-2 0 0 0,1 0 0 0 0,1 0 0 0 0,1-2 0 0 0,0 0 1 0 0,1-1-1 0 0,1-1 0 0 0,1-1 0 0 0,26 14 0 0 0,-45-27 5 0 0,0 0 0 0 0,0 0 1 0 0,0 0-1 0 0,0 0 0 0 0,0 0 1 0 0,0-1-1 0 0,0 1 0 0 0,1-1 0 0 0,-1 1 1 0 0,0-1-1 0 0,0 0 0 0 0,1 0 1 0 0,-1 0-1 0 0,0 0 0 0 0,0 0 0 0 0,1-1 1 0 0,-1 1-1 0 0,0-1 0 0 0,0 1 1 0 0,0-1-1 0 0,3-1 0 0 0,-2 0 47 0 0,-1 1 1 0 0,1-1-1 0 0,-1-1 0 0 0,0 1 0 0 0,0 0 1 0 0,0-1-1 0 0,0 1 0 0 0,0-1 0 0 0,0 1 1 0 0,-1-1-1 0 0,1 0 0 0 0,-1 0 0 0 0,2-4 1 0 0,2-9 253 0 0,-1 0 1 0 0,-1 0 0 0 0,0 0-1 0 0,1-24 1 0 0,6-157 1338 0 0,-6 85-2232 0 0,32-198-1 0 0,-16 242-1392 0 0,-10 44 359 0 0</inkml:trace>
</inkml:ink>
</file>

<file path=ppt/ink/ink2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11.4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103 65 10594 0 0,'-1'-1'136'0'0,"0"0"0"0"0,0 0-1 0 0,-1 0 1 0 0,1 1 0 0 0,0-1 0 0 0,0 0-1 0 0,-1 0 1 0 0,1 1 0 0 0,0-1 0 0 0,-1 1-1 0 0,1-1 1 0 0,-1 1 0 0 0,1 0-1 0 0,-1 0 1 0 0,1-1 0 0 0,-1 1 0 0 0,1 0-1 0 0,-1 0 1 0 0,1 0 0 0 0,0 1 0 0 0,-1-1-1 0 0,1 0 1 0 0,-1 0 0 0 0,1 1-1 0 0,-1-1 1 0 0,1 1 0 0 0,0-1 0 0 0,-1 1-1 0 0,1 0 1 0 0,0 0 0 0 0,-1-1 0 0 0,1 1-1 0 0,0 0 1 0 0,0 0 0 0 0,0 0-1 0 0,-2 2 1 0 0,-1 2 160 0 0,-1 0 0 0 0,1-1 0 0 0,0 1 0 0 0,1 1 0 0 0,-1-1 0 0 0,-5 11 0 0 0,5-5-250 0 0,1 0 0 0 0,0 0 0 0 0,0 0 0 0 0,1 0 0 0 0,0 0 0 0 0,1 0 0 0 0,0 0 0 0 0,1 1 0 0 0,0-1 0 0 0,1 0 0 0 0,1 0 0 0 0,-1 0 0 0 0,2 1 0 0 0,4 13 0 0 0,-2-11-62 0 0,0 1-1 0 0,2-1 0 0 0,-1-1 1 0 0,2 1-1 0 0,0-1 1 0 0,0 0-1 0 0,2-1 1 0 0,-1 0-1 0 0,1-1 0 0 0,14 12 1 0 0,-21-19 15 0 0,0-1 0 0 0,1 0 0 0 0,0 0-1 0 0,0-1 1 0 0,-1 1 0 0 0,2-1 0 0 0,-1 0 0 0 0,0 0 0 0 0,0 0 0 0 0,1 0 0 0 0,-1-1-1 0 0,1 0 1 0 0,-1 0 0 0 0,1 0 0 0 0,-1 0 0 0 0,1-1 0 0 0,0 0 0 0 0,-1 0 0 0 0,8-1-1 0 0,-7 0-4 0 0,0-1 0 0 0,0 0-1 0 0,0 0 1 0 0,0 0-1 0 0,0 0 1 0 0,-1-1-1 0 0,1 0 1 0 0,-1 0-1 0 0,1 0 1 0 0,-1-1 0 0 0,0 0-1 0 0,0 0 1 0 0,-1 0-1 0 0,1 0 1 0 0,-1 0-1 0 0,4-7 1 0 0,3-5 24 0 0,-1-1 0 0 0,-1 0 0 0 0,-1 0 0 0 0,0-1 0 0 0,-1 0-1 0 0,-1 0 1 0 0,-1 0 0 0 0,0-1 0 0 0,-2 1 0 0 0,0-1 0 0 0,-1 0 0 0 0,0 1 0 0 0,-2-1 0 0 0,0 0 0 0 0,-2 0 0 0 0,0 1 0 0 0,-1-1 0 0 0,0 1 0 0 0,-12-28 0 0 0,15 43-131 0 0,0 1-14 0 0,1 0 0 0 0,-1 0 0 0 0,0 1 0 0 0,0-1 0 0 0,0 0 0 0 0,0 0 0 0 0,0 1 0 0 0,0-1 0 0 0,0 0 0 0 0,0 1 0 0 0,-1 0 0 0 0,1-1 0 0 0,-1 1 0 0 0,1 0 0 0 0,-1-1 0 0 0,0 1 0 0 0,1 0 0 0 0,-3-1 0 0 0</inkml:trace>
</inkml:ink>
</file>

<file path=ppt/ink/ink2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12.1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74 5985 0 0,'-15'-45'2304'0'0,"4"17"4350"0"0,8 37-5527 0 0,0 11-145 0 0,2 5-673 0 0,1-1-1 0 0,0 1 1 0 0,2-1 0 0 0,1 0 0 0 0,10 39 0 0 0,-10-55-309 0 0,-1 1 1 0 0,2-1-1 0 0,-1 0 1 0 0,1 0-1 0 0,1-1 0 0 0,-1 1 1 0 0,1-1-1 0 0,8 9 1 0 0,-9-12-24 0 0,0 0 1 0 0,0 0-1 0 0,1-1 0 0 0,-1 1 1 0 0,1-1-1 0 0,0 0 0 0 0,0 0 1 0 0,0-1-1 0 0,0 0 0 0 0,1 1 1 0 0,-1-2-1 0 0,0 1 1 0 0,1-1-1 0 0,5 1 0 0 0,-8-1-119 0 0,0-1-1 0 0,0 0 1 0 0,0 0-1 0 0,-1-1 1 0 0,1 1-1 0 0,0 0 1 0 0,0-1 0 0 0,0 0-1 0 0,-1 1 1 0 0,1-1-1 0 0,-1 0 1 0 0,1 0-1 0 0,0-1 1 0 0,-1 1-1 0 0,3-3 1 0 0,1 0-129 0 0,-1 0-1 0 0,0 0 1 0 0,-1-1 0 0 0,1 1 0 0 0,-1-1 0 0 0,5-8 0 0 0,1-3-94 0 0,-1 0 0 0 0,-1-1 0 0 0,11-29 0 0 0,-2-15 260 0 0,-14 48 599 0 0,0-1 1 0 0,1 1 0 0 0,0-1 0 0 0,1 1 0 0 0,1 0-1 0 0,8-15 1 0 0,-13 27-449 0 0,-1 1-1 0 0,1-1 0 0 0,-1 0 1 0 0,1 1-1 0 0,-1-1 1 0 0,1 0-1 0 0,-1 1 1 0 0,1-1-1 0 0,-1 0 0 0 0,1 1 1 0 0,0-1-1 0 0,-1 1 1 0 0,1-1-1 0 0,0 1 1 0 0,0-1-1 0 0,-1 1 0 0 0,1 0 1 0 0,0-1-1 0 0,0 1 1 0 0,0 0-1 0 0,-1 0 1 0 0,1 0-1 0 0,0-1 0 0 0,0 1 1 0 0,0 0-1 0 0,0 0 1 0 0,0 0-1 0 0,-1 0 1 0 0,1 0-1 0 0,0 1 0 0 0,0-1 1 0 0,0 0-1 0 0,0 0 1 0 0,-1 0-1 0 0,1 1 0 0 0,0-1 1 0 0,0 1-1 0 0,0-1 1 0 0,-1 0-1 0 0,1 1 1 0 0,0-1-1 0 0,-1 1 0 0 0,1-1 1 0 0,0 1-1 0 0,-1 0 1 0 0,1-1-1 0 0,-1 1 1 0 0,1 0-1 0 0,0 1 1 0 0,4 5 31 0 0,0 0 0 0 0,0 1 0 0 0,-1-1 0 0 0,3 10 0 0 0,-2-8 84 0 0,58 106 187 0 0,-54-101-904 0 0,1 0 0 0 0,0-1 0 0 0,1 0 0 0 0,1-1 1 0 0,23 19-1 0 0,-13-14-5355 0 0</inkml:trace>
</inkml:ink>
</file>

<file path=ppt/ink/ink2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12.4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41 59 4609 0 0,'-1'-4'652'0'0,"-10"-30"-1431"0"0,-5 14 7728 0 0,14 20-6718 0 0,1 1-59 0 0,1-1-1 0 0,-1 1 1 0 0,0-1-1 0 0,0 1 1 0 0,1 0-1 0 0,-1 0 1 0 0,0 0-1 0 0,1-1 1 0 0,-1 1-1 0 0,1 0 1 0 0,-1 0-1 0 0,1 0 1 0 0,-1 0-1 0 0,1 0 1 0 0,0 0-1 0 0,-1 0 1 0 0,1 0-1 0 0,0 0 1 0 0,0 0-1 0 0,0 0 1 0 0,-1 0-1 0 0,1 0 1 0 0,1 2-1 0 0,-1 30 631 0 0,0-28-410 0 0,3 40-247 0 0,1-1 0 0 0,2 0 0 0 0,3 0 1 0 0,1-1-1 0 0,2 0 0 0 0,2 0 0 0 0,2-1 1 0 0,1-1-1 0 0,3-1 0 0 0,1-1 0 0 0,37 53 1 0 0,-40-68-1537 0 0,-1-1-4835 0 0</inkml:trace>
</inkml:ink>
</file>

<file path=ppt/ink/ink2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12.8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27 276 4609 0 0,'-3'-2'109'0'0,"1"0"-1"0"0,-1 0 1 0 0,1-1-1 0 0,0 1 1 0 0,-1-1-1 0 0,1 1 1 0 0,0-1-1 0 0,0 0 1 0 0,1 0-1 0 0,-3-3 1 0 0,4 4 142 0 0,0 0 0 0 0,-1 0 0 0 0,1-1 0 0 0,0 1 0 0 0,0 0 0 0 0,0 0 0 0 0,0 0 0 0 0,1 0 0 0 0,-1-1 0 0 0,1 1 0 0 0,-1 0 0 0 0,1 0 0 0 0,0 0 0 0 0,-1 0 0 0 0,1 0 0 0 0,0 0 0 0 0,2-2 0 0 0,4-7 59 0 0,0 0 1 0 0,1 0-1 0 0,1 1 1 0 0,0-1-1 0 0,0 2 1 0 0,1 0-1 0 0,0 0 1 0 0,14-9-1 0 0,95-55 2017 0 0,-117 72-2326 0 0,29-15-1026 0 0,2 0-4103 0 0</inkml:trace>
</inkml:ink>
</file>

<file path=ppt/ink/ink2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13.2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20 327 5065 0 0,'-2'0'200'0'0,"1"1"-1"0"0,-1 0 1 0 0,1 0 0 0 0,-1 0-1 0 0,1-1 1 0 0,-1 1 0 0 0,1 1-1 0 0,-1-1 1 0 0,1 0 0 0 0,0 0-1 0 0,-2 3 1 0 0,3 3 1762 0 0,13-4-881 0 0,46-6 1016 0 0,100-19 1 0 0,-64 7-875 0 0,1563-112 5356 0 0,-1334 117-6541 0 0,724-51 196 0 0,-721 1-723 0 0,-109 16-226 0 0,-168 35-346 0 0</inkml:trace>
</inkml:ink>
</file>

<file path=ppt/ink/ink2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13.6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10594 0 0,'1'9'6002'0'0,"3"16"-4421"0"0,62 370 2505 0 0,-11-50-3895 0 0,-48-318-725 0 0,6 44 681 0 0,-12-64-1348 0 0,-1-1 0 0 0,0 0 0 0 0,0 1 1 0 0,-1-1-1 0 0,0 7 0 0 0</inkml:trace>
</inkml:ink>
</file>

<file path=ppt/ink/ink2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13.9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0 185 2761 0 0,'1'-6'345'0'0,"0"-1"1"0"0,1 1-1 0 0,-1 0 1 0 0,1-1-1 0 0,0 1 1 0 0,1 0-1 0 0,0 0 1 0 0,6-10-1 0 0,32-44 2894 0 0,-37 55-2869 0 0,0 0-1 0 0,0 0 1 0 0,0 1 0 0 0,1 0 0 0 0,-1 0 0 0 0,1 0 0 0 0,0 0 0 0 0,0 1 0 0 0,1 0 0 0 0,-1 0 0 0 0,1 0 0 0 0,0 1 0 0 0,-1 0 0 0 0,1 0 0 0 0,0 0 0 0 0,0 1-1 0 0,9-1 1 0 0,-11 2-274 0 0,0 0 0 0 0,0 0 0 0 0,0 0 0 0 0,-1 1-1 0 0,1 0 1 0 0,0 0 0 0 0,0 0 0 0 0,-1 0 0 0 0,1 1-1 0 0,0-1 1 0 0,-1 1 0 0 0,0 0 0 0 0,1 0-1 0 0,-1 0 1 0 0,0 0 0 0 0,0 1 0 0 0,0-1 0 0 0,0 1-1 0 0,0 0 1 0 0,-1 0 0 0 0,0 0 0 0 0,1 0 0 0 0,-1 0-1 0 0,0 1 1 0 0,0-1 0 0 0,-1 1 0 0 0,1-1-1 0 0,1 6 1 0 0,1 3-90 0 0,0 1 0 0 0,0 0 0 0 0,-2 0 0 0 0,0 0 0 0 0,0 0 0 0 0,-1 0 0 0 0,0 0-1 0 0,-2 1 1 0 0,-1 17 0 0 0,-5 8 38 0 0,-19 68 0 0 0,15-71-28 0 0,2 1 0 0 0,-5 40 0 0 0,14-76-10 0 0,0 0-1 0 0,0 0 1 0 0,0 0 0 0 0,0-1 0 0 0,0 1-1 0 0,0 0 1 0 0,1 0 0 0 0,-1-1 0 0 0,0 1-1 0 0,1 0 1 0 0,-1 0 0 0 0,0-1 0 0 0,1 1-1 0 0,-1 0 1 0 0,1-1 0 0 0,-1 1 0 0 0,1 0-1 0 0,-1-1 1 0 0,1 1 0 0 0,-1-1-1 0 0,1 1 1 0 0,0-1 0 0 0,-1 1 0 0 0,1-1-1 0 0,0 0 1 0 0,-1 1 0 0 0,1-1 0 0 0,0 0-1 0 0,0 1 1 0 0,-1-1 0 0 0,1 0 0 0 0,0 0-1 0 0,0 0 1 0 0,-1 0 0 0 0,1 1 0 0 0,0-1-1 0 0,0 0 1 0 0,0-1 0 0 0,-1 1-1 0 0,1 0 1 0 0,0 0 0 0 0,0 0 0 0 0,-1 0-1 0 0,1-1 1 0 0,1 1 0 0 0,45-12 443 0 0,-37 9-352 0 0,146-46 782 0 0,-54 16-2786 0 0,1 4-5150 0 0,-76 23 6377 0 0,-2 2 497 0 0</inkml:trace>
</inkml:ink>
</file>

<file path=ppt/ink/ink2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14.4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78 33 8290 0 0,'-1'-2'276'0'0,"1"0"0"0"0,-1 0 0 0 0,0 0 0 0 0,0 1 0 0 0,0-1 0 0 0,0 0 0 0 0,0 0 0 0 0,-1 1 0 0 0,1-1 1 0 0,0 1-1 0 0,-1-1 0 0 0,0 1 0 0 0,1 0 0 0 0,-1-1 0 0 0,0 1 0 0 0,1 0 0 0 0,-1 0 0 0 0,-3-1 0 0 0,4 2-160 0 0,0-1-1 0 0,0 1 1 0 0,0 0-1 0 0,0-1 0 0 0,0 1 1 0 0,0 0-1 0 0,0 0 1 0 0,0 0-1 0 0,0 0 0 0 0,0 0 1 0 0,0 0-1 0 0,0 0 1 0 0,0 0-1 0 0,0 0 1 0 0,0 1-1 0 0,0-1 0 0 0,0 0 1 0 0,0 1-1 0 0,0-1 1 0 0,0 1-1 0 0,0-1 0 0 0,0 1 1 0 0,0-1-1 0 0,1 1 1 0 0,-1 0-1 0 0,0-1 0 0 0,0 1 1 0 0,1 0-1 0 0,-1 0 1 0 0,0-1-1 0 0,1 1 1 0 0,-1 0-1 0 0,1 0 0 0 0,-1 0 1 0 0,1 0-1 0 0,-1 0 1 0 0,1 0-1 0 0,0 0 0 0 0,-1 1 1 0 0,-4 14 322 0 0,2-1 1 0 0,0 1 0 0 0,0 0-1 0 0,1 0 1 0 0,1 0-1 0 0,1 20 1 0 0,14 96 370 0 0,-8-99-698 0 0,2 0-1 0 0,1-1 0 0 0,2 0 1 0 0,17 37-1 0 0,70 115-35 0 0,-23-45-2326 0 0,-62-114-5097 0 0</inkml:trace>
</inkml:ink>
</file>

<file path=ppt/ink/ink2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14.7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8 280 2705 0 0,'-1'-1'24'0'0,"1"0"1"0"0,-1 0 0 0 0,0 1-1 0 0,1-1 1 0 0,-1 0 0 0 0,1 0-1 0 0,-1 0 1 0 0,1 0 0 0 0,-1 0-1 0 0,1 0 1 0 0,-1 0 0 0 0,1 0-1 0 0,0 0 1 0 0,0 0 0 0 0,0 0-1 0 0,-1 0 1 0 0,1 0 0 0 0,0 0-1 0 0,0 0 1 0 0,0 0 0 0 0,0 0-1 0 0,1 0 1 0 0,-1 0 0 0 0,0 0-1 0 0,0 0 1 0 0,1 0 0 0 0,-1 0-1 0 0,0 0 1 0 0,1 0 0 0 0,-1 0-1 0 0,1 0 1 0 0,-1 0 0 0 0,1 1-1 0 0,0-1 1 0 0,-1 0 0 0 0,1 0 0 0 0,0 0-1 0 0,0 1 1 0 0,1-2 0 0 0,39-34 2762 0 0,-31 28-1902 0 0,59-45 1862 0 0,98-57-1 0 0,-150 100-2688 0 0,8-5-58 0 0,-2 5 0 0 0</inkml:trace>
</inkml:ink>
</file>

<file path=ppt/ink/ink2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19.4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67 77 9218 0 0,'-15'-16'1555'0'0,"0"0"-1"0"0,-21-29 1 0 0,188 317 2145 0 0,-95-162-3406 0 0,-1 0-184 0 0,26 48 9 0 0,-63-126-112 0 0,1-1-1 0 0,41 48 0 0 0,-60-77 12 0 0,0 0 0 0 0,1 0 1 0 0,0-1-1 0 0,-1 1 0 0 0,1 0 0 0 0,0-1 0 0 0,0 0 1 0 0,0 1-1 0 0,0-1 0 0 0,0 0 0 0 0,0 0 1 0 0,0 0-1 0 0,0 0 0 0 0,1 0 0 0 0,-1-1 0 0 0,0 1 1 0 0,0-1-1 0 0,1 1 0 0 0,-1-1 0 0 0,3 0 1 0 0,-3 0 31 0 0,0-1 1 0 0,0 0 0 0 0,-1 0-1 0 0,1 0 1 0 0,0 1 0 0 0,0-1-1 0 0,-1-1 1 0 0,1 1 0 0 0,-1 0-1 0 0,1 0 1 0 0,-1-1 0 0 0,0 1-1 0 0,1 0 1 0 0,-1-1 0 0 0,0 0-1 0 0,0 1 1 0 0,0-1 0 0 0,0 0-1 0 0,0 1 1 0 0,0-1 0 0 0,-1 0 0 0 0,1 0-1 0 0,0 0 1 0 0,0-3 0 0 0,4-18 248 0 0,0 0 0 0 0,-2 0 0 0 0,0-1 1 0 0,-2-37-1 0 0,-11-96 194 0 0,8 133-411 0 0,-11-96-81 0 0,-4-44-565 0 0,14 54-6016 0 0,5 80 248 0 0</inkml:trace>
</inkml:ink>
</file>

<file path=ppt/ink/ink2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19.8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37 144 6913 0 0,'-36'-34'6042'0'0,"35"67"-4034"0"0,4-19-1935 0 0,-1 0 0 0 0,2 0 0 0 0,-1 0 0 0 0,2-1 0 0 0,0 1 0 0 0,1-1 0 0 0,0 0 0 0 0,1-1 0 0 0,11 17 0 0 0,-15-25-63 0 0,1 1 0 0 0,0-1 0 0 0,0 0 1 0 0,0 0-1 0 0,0 0 0 0 0,0-1 0 0 0,1 0 0 0 0,0 0 1 0 0,-1 0-1 0 0,1 0 0 0 0,9 3 0 0 0,-10-5-1 0 0,0 0-1 0 0,0 0 0 0 0,1-1 0 0 0,-1 1 0 0 0,0-1 0 0 0,0 0 0 0 0,1 0 0 0 0,-1 0 0 0 0,0-1 0 0 0,0 0 0 0 0,1 1 0 0 0,-1-1 0 0 0,0-1 0 0 0,0 1 1 0 0,0-1-1 0 0,0 1 0 0 0,4-4 0 0 0,-3 3 50 0 0,-1-1 0 0 0,1 0 1 0 0,0 0-1 0 0,-1-1 0 0 0,0 0 0 0 0,0 1 1 0 0,0-1-1 0 0,0 0 0 0 0,0-1 1 0 0,-1 1-1 0 0,0-1 0 0 0,0 0 0 0 0,0 1 1 0 0,-1-1-1 0 0,1-1 0 0 0,-1 1 1 0 0,0 0-1 0 0,-1 0 0 0 0,1-1 0 0 0,-1 1 1 0 0,0-1-1 0 0,0 1 0 0 0,-1-1 1 0 0,0 0-1 0 0,0 1 0 0 0,-1-8 0 0 0,0 0 84 0 0,-2 0 0 0 0,1 1-1 0 0,-2-1 1 0 0,0 0-1 0 0,0 1 1 0 0,-1 0 0 0 0,-1 0-1 0 0,0 0 1 0 0,0 1-1 0 0,-10-12 1 0 0,11 16-308 0 0,-17-22-2315 0 0,21 27 2222 0 0,-1 1 1 0 0,1 0-1 0 0,0-1 1 0 0,-1 1 0 0 0,1 0-1 0 0,-1 0 1 0 0,1 0 0 0 0,-1 0-1 0 0,0 0 1 0 0,1 0-1 0 0,-1 1 1 0 0,0-1 0 0 0,0 0-1 0 0,1 1 1 0 0,-5-1 0 0 0</inkml:trace>
</inkml:ink>
</file>

<file path=ppt/ink/ink2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20.2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0 110 6913 0 0,'1'-1'120'0'0,"0"0"-1"0"0,-1 0 1 0 0,1 1-1 0 0,0-1 1 0 0,-1 0-1 0 0,1 0 1 0 0,0 0-1 0 0,0 1 0 0 0,0-1 1 0 0,0 0-1 0 0,0 1 1 0 0,0-1-1 0 0,0 1 1 0 0,0-1-1 0 0,0 1 1 0 0,0 0-1 0 0,0-1 0 0 0,0 1 1 0 0,0 0-1 0 0,0 0 1 0 0,0-1-1 0 0,0 1 1 0 0,0 0-1 0 0,0 0 0 0 0,0 0 1 0 0,0 1-1 0 0,0-1 1 0 0,1 0-1 0 0,-1 0 1 0 0,0 0-1 0 0,0 1 1 0 0,0-1-1 0 0,0 1 0 0 0,0-1 1 0 0,0 1-1 0 0,0-1 1 0 0,0 1-1 0 0,-1-1 1 0 0,1 1-1 0 0,0 0 1 0 0,0-1-1 0 0,0 1 0 0 0,-1 0 1 0 0,1 0-1 0 0,0 0 1 0 0,-1 0-1 0 0,1 0 1 0 0,0 0-1 0 0,-1 0 1 0 0,1 0-1 0 0,0 2 0 0 0,3 7 202 0 0,0 1 0 0 0,0 1 0 0 0,-1-1 0 0 0,2 13 0 0 0,-1-6-112 0 0,1 1 6 0 0,3 14 112 0 0,20 48 0 0 0,-24-72-326 0 0,0 0 0 0 0,1 0 0 0 0,0-1-1 0 0,0 0 1 0 0,0 0 0 0 0,1 0 0 0 0,1-1 0 0 0,-1 0 0 0 0,1 0 0 0 0,9 7 0 0 0,-15-13-8 0 0,0 0 0 0 0,0-1 1 0 0,0 1-1 0 0,0 0 0 0 0,1-1 1 0 0,-1 1-1 0 0,0-1 0 0 0,0 1 0 0 0,0-1 1 0 0,0 1-1 0 0,1-1 0 0 0,-1 0 1 0 0,0 0-1 0 0,0 0 0 0 0,0 0 1 0 0,1 1-1 0 0,-1-2 0 0 0,0 1 0 0 0,0 0 1 0 0,1 0-1 0 0,-1 0 0 0 0,0-1 1 0 0,3 0-1 0 0,-2 0-10 0 0,0 0 0 0 0,-1-1 1 0 0,1 1-1 0 0,0-1 0 0 0,0 1 0 0 0,-1-1 0 0 0,1 0 0 0 0,0 1 1 0 0,-1-1-1 0 0,0 0 0 0 0,2-4 0 0 0,3-4-126 0 0,-2-1 1 0 0,0 0-1 0 0,5-20 0 0 0,-3-1-235 0 0,-1 1-1 0 0,0-61 1 0 0,-5 64 815 0 0,2-1 0 0 0,1 1 1 0 0,1 0-1 0 0,8-31 0 0 0,-12 58-342 0 0,0 0-1 0 0,1 0 0 0 0,-1 0 1 0 0,0 0-1 0 0,1 0 1 0 0,-1 0-1 0 0,0 0 1 0 0,1-1-1 0 0,0 1 0 0 0,-1 1 1 0 0,1-1-1 0 0,0 0 1 0 0,-1 0-1 0 0,1 0 1 0 0,0 0-1 0 0,0 0 0 0 0,0 1 1 0 0,0-1-1 0 0,-1 0 1 0 0,1 1-1 0 0,2-2 1 0 0,-2 2-31 0 0,0 0 0 0 0,0 0 0 0 0,0 0 1 0 0,0 1-1 0 0,0-1 0 0 0,0 0 0 0 0,0 0 0 0 0,-1 1 1 0 0,1-1-1 0 0,0 0 0 0 0,0 1 0 0 0,0-1 1 0 0,0 1-1 0 0,-1-1 0 0 0,1 1 0 0 0,0 0 1 0 0,-1-1-1 0 0,1 1 0 0 0,0 0 0 0 0,0 1 1 0 0,6 6 189 0 0,0 2 1 0 0,-1-1-1 0 0,7 16 1 0 0,-7-13-267 0 0,10 15-293 0 0,26 34 0 0 0,5-7-3093 0 0,-30-38-2623 0 0</inkml:trace>
</inkml:ink>
</file>

<file path=ppt/ink/ink2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20.6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1 116 7834 0 0,'2'-19'248'0'0,"7"-42"1380"0"0,-9 57-1190 0 0,1 1-1 0 0,1 0 0 0 0,-1 0 0 0 0,0 0 1 0 0,1 0-1 0 0,-1 0 0 0 0,1 1 0 0 0,0-1 1 0 0,3-3-1 0 0,-5 6-357 0 0,0-1-1 0 0,1 1 0 0 0,-1 0 1 0 0,0 0-1 0 0,1-1 1 0 0,-1 1-1 0 0,0 0 1 0 0,1 0-1 0 0,-1 0 1 0 0,0 0-1 0 0,1-1 1 0 0,-1 1-1 0 0,1 0 1 0 0,-1 0-1 0 0,0 0 1 0 0,1 0-1 0 0,-1 0 1 0 0,0 0-1 0 0,1 0 1 0 0,-1 0-1 0 0,1 0 1 0 0,-1 0-1 0 0,0 0 1 0 0,1 0-1 0 0,-1 0 1 0 0,0 1-1 0 0,1-1 1 0 0,-1 0-1 0 0,1 0 1 0 0,-1 0-1 0 0,1 1 1 0 0,11 12 1206 0 0,7 21-337 0 0,-17-29-719 0 0,122 245 2427 0 0,-2-2-5282 0 0,-107-220-4288 0 0</inkml:trace>
</inkml:ink>
</file>

<file path=ppt/ink/ink2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20.9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1 217 7834 0 0,'-1'-1'54'0'0,"1"1"0"0"0,0-1-1 0 0,0 0 1 0 0,0 1 0 0 0,0-1 0 0 0,0 0 0 0 0,0 1 0 0 0,1-1 0 0 0,-1 0 0 0 0,0 1 0 0 0,0-1 0 0 0,0 0 0 0 0,1 1 0 0 0,-1-1 0 0 0,0 1 0 0 0,1-1-1 0 0,-1 1 1 0 0,0-1 0 0 0,1 1 0 0 0,-1-1 0 0 0,1 1 0 0 0,-1-1 0 0 0,1 1 0 0 0,-1-1 0 0 0,1 1 0 0 0,-1-1 0 0 0,1 1 0 0 0,-1 0 0 0 0,1 0 0 0 0,-1-1-1 0 0,1 1 1 0 0,0 0 0 0 0,0-1 0 0 0,30-16 1358 0 0,-24 13-1161 0 0,169-91 3653 0 0,-127 73-4932 0 0,88-28-1 0 0,-100 39 135 0 0</inkml:trace>
</inkml:ink>
</file>

<file path=ppt/ink/ink2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29.3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79 11979 0 0,'25'-15'3252'0'0,"1"2"-2034"0"0,0 0-1 0 0,35-11 0 0 0,-50 20-2187 0 0,0 1 0 0 0,0 1 0 0 0,1 0 0 0 0,0 0 0 0 0,11 1 0 0 0,-5 1-4643 0 0</inkml:trace>
</inkml:ink>
</file>

<file path=ppt/ink/ink2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29.6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0 151 9674 0 0,'25'-33'4260'0'0,"-10"17"-3595"0"0,0 0 1 0 0,0 1 0 0 0,22-16-1 0 0,-31 26-977 0 0,1 1 1 0 0,-1 0-1 0 0,1 0 0 0 0,0 0 0 0 0,1 1 0 0 0,-1 0 1 0 0,0 0-1 0 0,1 1 0 0 0,-1 0 0 0 0,1 0 0 0 0,0 1 0 0 0,11-1 1 0 0,-8 3 263 0 0,-3 3 36 0 0</inkml:trace>
</inkml:ink>
</file>

<file path=ppt/ink/ink2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35.3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67 4609 0 0,'-13'1'9205'0'0,"30"-12"-6908"0"0,37-16-1060 0 0,-21 19-872 0 0,1 0 0 0 0,-1 3 0 0 0,1 0 1 0 0,0 3-1 0 0,1 0 0 0 0,36 5 0 0 0,-58-2-2014 0 0</inkml:trace>
</inkml:ink>
</file>

<file path=ppt/ink/ink2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35.7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51 5065 0 0,'1'-4'591'0'0,"0"0"-1"0"0,1 1 1 0 0,-1-1 0 0 0,1 0 0 0 0,0 1-1 0 0,1-1 1 0 0,-1 1 0 0 0,1 0-1 0 0,-1 0 1 0 0,1 0 0 0 0,0 0-1 0 0,0 0 1 0 0,5-3 0 0 0,-8 6-482 0 0,1 0 1 0 0,-1 0 0 0 0,1 0-1 0 0,-1 0 1 0 0,1 1-1 0 0,-1-1 1 0 0,1 0-1 0 0,-1 0 1 0 0,1 0 0 0 0,-1 1-1 0 0,1-1 1 0 0,-1 0-1 0 0,1 1 1 0 0,-1-1-1 0 0,1 0 1 0 0,-1 1 0 0 0,0-1-1 0 0,1 1 1 0 0,-1-1-1 0 0,0 1 1 0 0,1-1-1 0 0,-1 1 1 0 0,0-1 0 0 0,0 1-1 0 0,1-1 1 0 0,-1 1-1 0 0,0 0 1 0 0,7 16 734 0 0,-7-16-703 0 0,14 56 1486 0 0,14 105 1 0 0,-10-40-1221 0 0,-12-90-419 0 0,-2-9-145 0 0,0 1 0 0 0,1-1 0 0 0,1 0 0 0 0,2-1 0 0 0,0 1 0 0 0,13 22 0 0 0</inkml:trace>
</inkml:ink>
</file>

<file path=ppt/ink/ink2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36.1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1 279 1376 0 0,'1'-10'440'0'0,"0"1"-1"0"0,0-1 0 0 0,1 1 1 0 0,1-1-1 0 0,0 1 0 0 0,0 0 1 0 0,0 0-1 0 0,10-16 1 0 0,3-2 1103 0 0,27-35 1 0 0,-35 51-960 0 0,0 1 1 0 0,1 0 0 0 0,0 0-1 0 0,1 1 1 0 0,0 0 0 0 0,16-10-1 0 0,-24 18-489 0 0,0-1 0 0 0,0 1 0 0 0,0 0-1 0 0,0 0 1 0 0,0 0 0 0 0,1 0 0 0 0,-1 0 0 0 0,0 0-1 0 0,0 1 1 0 0,1-1 0 0 0,-1 1 0 0 0,1 0-1 0 0,-1-1 1 0 0,1 1 0 0 0,-1 0 0 0 0,0 1 0 0 0,1-1-1 0 0,-1 0 1 0 0,1 1 0 0 0,-1-1 0 0 0,0 1 0 0 0,1 0-1 0 0,-1 0 1 0 0,0 0 0 0 0,0 0 0 0 0,0 0 0 0 0,0 0-1 0 0,0 0 1 0 0,0 1 0 0 0,0-1 0 0 0,0 1-1 0 0,0 0 1 0 0,0-1 0 0 0,-1 1 0 0 0,1 0 0 0 0,-1 0-1 0 0,0 0 1 0 0,1 0 0 0 0,-1 0 0 0 0,0 0 0 0 0,0 1-1 0 0,1 2 1 0 0,2 4-37 0 0,0 0 0 0 0,-1 0 0 0 0,0 0 0 0 0,-1 1 0 0 0,0-1 0 0 0,0 1 0 0 0,-1-1 0 0 0,-1 1 0 0 0,1 0 0 0 0,-1-1 0 0 0,-2 13 0 0 0,-3 9-32 0 0,-1 0-1 0 0,-12 34 0 0 0,-4 18 405 0 0,22-82-367 0 0,-1 0 0 0 0,1 0-1 0 0,0 0 1 0 0,0 1 0 0 0,-1-1 0 0 0,1 0 0 0 0,0 0 0 0 0,0 0 0 0 0,0 0 0 0 0,1 1 0 0 0,-1-1-1 0 0,0 0 1 0 0,0 0 0 0 0,1 0 0 0 0,-1 0 0 0 0,0 1 0 0 0,1-1 0 0 0,-1 0 0 0 0,1 0 0 0 0,0 0 0 0 0,-1 0-1 0 0,1 0 1 0 0,0 0 0 0 0,-1 0 0 0 0,1-1 0 0 0,0 1 0 0 0,1 1 0 0 0,1 0 115 0 0,1-1 1 0 0,-1 0 0 0 0,0 0-1 0 0,1 0 1 0 0,-1 0 0 0 0,1 0-1 0 0,-1 0 1 0 0,6-1 0 0 0,19 1 74 0 0,0-1 0 0 0,48-6 1 0 0,22-1-2345 0 0,-73 7 968 0 0,0 2-200 0 0</inkml:trace>
</inkml:ink>
</file>

<file path=ppt/ink/ink2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36.5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67 20 3681 0 0,'0'-1'166'0'0,"0"0"1"0"0,0 1-1 0 0,0-1 1 0 0,0 0-1 0 0,0 1 0 0 0,0-1 1 0 0,0 0-1 0 0,0 0 1 0 0,0 1-1 0 0,0-1 1 0 0,-1 0-1 0 0,1 1 1 0 0,0-1-1 0 0,0 0 0 0 0,-1 1 1 0 0,1-1-1 0 0,0 1 1 0 0,-1-1-1 0 0,1 0 1 0 0,-1 1-1 0 0,1-1 1 0 0,-1 1-1 0 0,1-1 0 0 0,-1 1 1 0 0,1-1-1 0 0,-1 1 1 0 0,1-1-1 0 0,-1 1 1 0 0,1 0-1 0 0,-1-1 1 0 0,0 1-1 0 0,1 0 0 0 0,-1 0 1 0 0,-1-1-1 0 0,1 1 31 0 0,0 0 1 0 0,0 0-1 0 0,0 1 0 0 0,0-1 0 0 0,0 0 0 0 0,0 1 0 0 0,0-1 0 0 0,0 1 1 0 0,0-1-1 0 0,0 1 0 0 0,0-1 0 0 0,0 1 0 0 0,0 0 0 0 0,0-1 0 0 0,0 1 0 0 0,1 0 1 0 0,-1 0-1 0 0,0-1 0 0 0,1 1 0 0 0,-1 0 0 0 0,0 0 0 0 0,0 2 0 0 0,-5 10 240 0 0,1 0-1 0 0,0 0 0 0 0,1 0 1 0 0,0 1-1 0 0,1 0 0 0 0,1 0 0 0 0,0 0 1 0 0,1 0-1 0 0,1 0 0 0 0,0 0 1 0 0,0 0-1 0 0,5 19 0 0 0,2 9-141 0 0,2 0-1 0 0,25 71 0 0 0,-23-85-224 0 0,0-2 0 0 0,2 1 0 0 0,31 45-1 0 0,60 65-199 0 0,-81-109 6 0 0,-20-23-231 0 0,1-1 0 0 0,-1 1-1 0 0,0 0 1 0 0,0 0-1 0 0,0 0 1 0 0,-1 0 0 0 0,0 0-1 0 0,0 0 1 0 0,0 1-1 0 0,0-1 1 0 0,0 7-1 0 0,-1 3-5709 0 0</inkml:trace>
</inkml:ink>
</file>

<file path=ppt/ink/ink2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36.8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49 346 920 0 0,'-6'-7'666'0'0,"0"-2"0"0"0,1 1-1 0 0,0-1 1 0 0,1 1 0 0 0,-1-1 0 0 0,2 0-1 0 0,-1-1 1 0 0,1 1 0 0 0,1-1 0 0 0,0 1-1 0 0,-1-16 1 0 0,2 19-416 0 0,1-1 1 0 0,1 1-1 0 0,-1-1 1 0 0,1 0-1 0 0,1 1 0 0 0,-1-1 1 0 0,1 1-1 0 0,0 0 1 0 0,0-1-1 0 0,1 1 0 0 0,0 0 1 0 0,0 0-1 0 0,0 1 1 0 0,1-1-1 0 0,0 1 0 0 0,0-1 1 0 0,9-7-1 0 0,2-2-56 0 0,1 2-1 0 0,0-1 1 0 0,1 2 0 0 0,1 0-1 0 0,35-17 1 0 0,-30 19-577 0 0</inkml:trace>
</inkml:ink>
</file>

<file path=ppt/ink/ink2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37.2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64 347 6913 0 0,'-1'0'116'0'0,"-39"5"630"0"0,39-5-662 0 0,1 0 1 0 0,-1 0-1 0 0,0 0 0 0 0,0 0 1 0 0,1 0-1 0 0,-1 0 0 0 0,0 0 1 0 0,0 0-1 0 0,1 0 0 0 0,-1 0 1 0 0,0 0-1 0 0,0 0 0 0 0,1-1 1 0 0,-1 1-1 0 0,0 0 0 0 0,0-1 1 0 0,1 1-1 0 0,-1 0 0 0 0,0-1 1 0 0,1 1-1 0 0,-1-1 0 0 0,1 1 1 0 0,-1-1-1 0 0,1 1 0 0 0,-1-1 0 0 0,1 1 1 0 0,-1-1-1 0 0,1 0 0 0 0,-1 1 1 0 0,1-1-1 0 0,0 0 0 0 0,-1 1 1 0 0,1-1-1 0 0,0 0 0 0 0,0 0 1 0 0,-1 1-1 0 0,1-1 0 0 0,0 0 1 0 0,0 0-1 0 0,0 1 0 0 0,0-1 1 0 0,0 0-1 0 0,0 0 0 0 0,0 1 1 0 0,0-1-1 0 0,0 0 0 0 0,1-1 1 0 0,0-1 115 0 0,0 1 0 0 0,0 0 1 0 0,1 0-1 0 0,-1-1 1 0 0,1 1-1 0 0,-1 0 1 0 0,1 0-1 0 0,0 0 0 0 0,-1 1 1 0 0,1-1-1 0 0,0 0 1 0 0,0 1-1 0 0,1-1 1 0 0,-1 1-1 0 0,4-2 0 0 0,40-17 1265 0 0,-34 16-1079 0 0,73-23 974 0 0,0 4 0 0 0,117-16 0 0 0,-58 13-739 0 0,-103 17-467 0 0,536-97 836 0 0,-279 70-966 0 0,-215 30-176 0 0,134 8 0 0 0,-198-1-769 0 0,0 2-1 0 0,0 1 1 0 0,0 0 0 0 0,21 8-1 0 0,-18-3-5690 0 0</inkml:trace>
</inkml:ink>
</file>

<file path=ppt/ink/ink2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37.6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1 5985 0 0,'-9'0'758'0'0,"-36"11"7462"0"0,45-8-7842 0 0,0-1 0 0 0,0 1 0 0 0,1 0 0 0 0,-1 0 0 0 0,1 0 0 0 0,0 0 0 0 0,0 0 0 0 0,0-1 0 0 0,0 1 0 0 0,3 5 0 0 0,0 4 313 0 0,25 82 540 0 0,19 123 0 0 0,-15-56-1071 0 0,12 90-885 0 0,-44-248 644 0 0,1 51-1131 0 0,-3-50 742 0 0,1 0 0 0 0,-1-1 0 0 0,0 1 0 0 0,0-1 0 0 0,0 1 0 0 0,0-1 0 0 0,-2 5 0 0 0</inkml:trace>
</inkml:ink>
</file>

<file path=ppt/ink/ink2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37.9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5 352 3225 0 0,'-2'-14'280'0'0,"1"1"0"0"0,0-1 0 0 0,1 0 0 0 0,0 1 1 0 0,1-1-1 0 0,1 0 0 0 0,0 1 0 0 0,1-1 0 0 0,6-16 1 0 0,-9 29-261 0 0,10-27 1302 0 0,1 1 1 0 0,17-30-1 0 0,-24 50-1002 0 0,-1 1 0 0 0,1 0-1 0 0,0 0 1 0 0,1 0 0 0 0,-1 1 0 0 0,1-1-1 0 0,1 1 1 0 0,-1 0 0 0 0,1 1-1 0 0,-1-1 1 0 0,1 1 0 0 0,0 0-1 0 0,1 0 1 0 0,11-4 0 0 0,-15 7-234 0 0,-1 0-1 0 0,0 1 1 0 0,1-1 0 0 0,-1 1-1 0 0,0-1 1 0 0,1 1 0 0 0,-1 0-1 0 0,1 0 1 0 0,-1 0 0 0 0,1 0-1 0 0,-1 0 1 0 0,0 1 0 0 0,1-1-1 0 0,-1 1 1 0 0,0 0 0 0 0,1-1-1 0 0,-1 1 1 0 0,0 0 0 0 0,0 1-1 0 0,4 1 1 0 0,-3 0 4 0 0,0 0 0 0 0,0 0-1 0 0,-1 0 1 0 0,1 0 0 0 0,-1 0 0 0 0,0 0-1 0 0,0 1 1 0 0,0-1 0 0 0,-1 0 0 0 0,1 1 0 0 0,1 7-1 0 0,0 1 52 0 0,0 1-1 0 0,-1-1 0 0 0,-1 1 0 0 0,0 0 1 0 0,-1 0-1 0 0,-2 24 0 0 0,-2-17-49 0 0,-1 0 1 0 0,-1-1-1 0 0,-9 20 0 0 0,9-25 19 0 0,1 0 1 0 0,0 1-1 0 0,1 0 0 0 0,0 0 0 0 0,1 1 0 0 0,-1 19 0 0 0,4-34-67 0 0,0 1-1 0 0,1 0 1 0 0,-1-1-1 0 0,0 1 1 0 0,1 0-1 0 0,-1-1 1 0 0,1 1 0 0 0,0-1-1 0 0,-1 1 1 0 0,1-1-1 0 0,0 1 1 0 0,0-1-1 0 0,0 1 1 0 0,0-1-1 0 0,0 0 1 0 0,0 0-1 0 0,1 1 1 0 0,-1-1 0 0 0,0 0-1 0 0,1 0 1 0 0,-1 0-1 0 0,0 0 1 0 0,1-1-1 0 0,-1 1 1 0 0,1 0-1 0 0,0 0 1 0 0,-1-1-1 0 0,1 1 1 0 0,-1-1 0 0 0,1 0-1 0 0,0 1 1 0 0,-1-1-1 0 0,1 0 1 0 0,2 0-1 0 0,8 1 115 0 0,1-1 1 0 0,-1 0-1 0 0,20-4 0 0 0,-21 3-126 0 0,108-1-401 0 0,-71 2-971 0 0,-25 0 183 0 0</inkml:trace>
</inkml:ink>
</file>

<file path=ppt/ink/ink2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38.3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91 369 456 0 0,'27'61'8614'0'0,"-6"4"-3629"0"0,-3 16-2602 0 0,-13-50-2751 0 0,1 59 0 0 0,-6-80-1182 0 0</inkml:trace>
  <inkml:trace contextRef="#ctx0" brushRef="#br0" timeOffset="1">5 25 6449 0 0,'0'-1'221'0'0,"-1"0"-1"0"0,1 1 0 0 0,-1-1 1 0 0,1 0-1 0 0,-1 1 0 0 0,1-1 1 0 0,-1 0-1 0 0,1 0 0 0 0,0 1 0 0 0,6-17 6947 0 0,-5 17-7051 0 0,9 7-192 0 0,29 43-1764 0 0,-8-8-1055 0 0,2-2 2769 0 0,-21-26 66 0 0</inkml:trace>
</inkml:ink>
</file>

<file path=ppt/ink/ink2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40.4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76 34 6913 0 0,'0'-1'160'0'0,"0"0"-1"0"0,0-1 1 0 0,0 1-1 0 0,0 0 0 0 0,0-1 1 0 0,0 1-1 0 0,0 0 0 0 0,0-1 1 0 0,0 1-1 0 0,-1 0 1 0 0,1 0-1 0 0,-1-1 0 0 0,1 1 1 0 0,-1 0-1 0 0,1 0 0 0 0,-1 0 1 0 0,1-1-1 0 0,-1 1 0 0 0,0 0 1 0 0,0 0-1 0 0,0 0 1 0 0,0 0-1 0 0,0 0 0 0 0,0 0 1 0 0,0 1-1 0 0,0-1 0 0 0,0 0 1 0 0,-1 0-1 0 0,0 1-78 0 0,1 0 0 0 0,0 0 0 0 0,0 0 0 0 0,0 0 0 0 0,0 0 1 0 0,0 1-1 0 0,0-1 0 0 0,0 0 0 0 0,0 1 0 0 0,0-1 0 0 0,0 1 0 0 0,0-1 0 0 0,0 1 0 0 0,0 0 0 0 0,0-1 0 0 0,0 1 0 0 0,0 0 0 0 0,0 0 0 0 0,1 0 0 0 0,-1-1 0 0 0,0 1 1 0 0,0 0-1 0 0,1 0 0 0 0,-1 0 0 0 0,1 0 0 0 0,-1 0 0 0 0,1 0 0 0 0,0 0 0 0 0,-1 2 0 0 0,-5 14 157 0 0,0 0 0 0 0,1 0 0 0 0,1 1 0 0 0,-2 30 0 0 0,0 74 185 0 0,6-89-284 0 0,10 505 1200 0 0,25-1-558 0 0,-32-492-731 0 0,-1-20-33 0 0,22 238 182 0 0,-13-183-131 0 0,27 104-1 0 0,-26-142-86 0 0,2 0-1 0 0,2-2 0 0 0,1 1 1 0 0,23 37-1 0 0,-24-51-52 0 0,1-2 1 0 0,2 1-1 0 0,0-2 0 0 0,2-1 0 0 0,0 0 1 0 0,39 30-1 0 0,-17-21-356 0 0</inkml:trace>
</inkml:ink>
</file>

<file path=ppt/ink/ink2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40.9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25 8754 0 0,'-1'0'27'0'0,"1"-1"1"0"0,-1 1-1 0 0,1 0 1 0 0,0 0-1 0 0,-1 0 1 0 0,1-1-1 0 0,0 1 0 0 0,-1 0 1 0 0,1 0-1 0 0,0-1 1 0 0,-1 1-1 0 0,1 0 1 0 0,0 0-1 0 0,0-1 1 0 0,-1 1-1 0 0,1 0 0 0 0,0-1 1 0 0,0 1-1 0 0,0-1 1 0 0,-1 1-1 0 0,1 0 1 0 0,0-1-1 0 0,0 1 1 0 0,0-1-1 0 0,0 1 0 0 0,0 0 1 0 0,0-1-1 0 0,0 1 1 0 0,0-1-1 0 0,0 1 1 0 0,0 0-1 0 0,0-1 1 0 0,12-7 421 0 0,23 3 616 0 0,-26 6-826 0 0,1 0 1 0 0,-1 1-1 0 0,1 0 0 0 0,-1 1 0 0 0,0 0 0 0 0,0 0 0 0 0,0 1 0 0 0,0 0 0 0 0,0 1 0 0 0,-1-1 0 0 0,0 2 1 0 0,0-1-1 0 0,13 13 0 0 0,5 6 415 0 0,-2 0 0 0 0,33 44 0 0 0,-7-1-320 0 0,-3 1 1 0 0,-4 3-1 0 0,-2 1 1 0 0,-4 2-1 0 0,-3 2 1 0 0,-3 1-1 0 0,-4 1 1 0 0,23 106 0 0 0,-35-111-456 0 0,-4 0 0 0 0,-2 1 0 0 0,-4 0 0 0 0,-3 0 1 0 0,-4 0-1 0 0,-2 0 0 0 0,-4 0 0 0 0,-3 0 0 0 0,-30 107 1 0 0,28-142-6428 0 0</inkml:trace>
</inkml:ink>
</file>

<file path=ppt/ink/ink2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41.4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22 212 10594 0 0,'-2'-3'282'0'0,"-1"0"1"0"0,1 0-1 0 0,0 0 0 0 0,0-1 0 0 0,0 1 0 0 0,0-1 0 0 0,1 1 1 0 0,-1-1-1 0 0,1 0 0 0 0,0 0 0 0 0,-1-5 0 0 0,23 27 2118 0 0,48 97-528 0 0,-25-38-1217 0 0,-19-36-328 0 0,78 113 668 0 0,-89-137-857 0 0,0 0 0 0 0,1-1 0 0 0,1 0 1 0 0,0-2-1 0 0,2 1 0 0 0,23 14 1 0 0,-39-27-100 0 0,1 0 0 0 0,0-1 0 0 0,0 1 0 0 0,0-1 0 0 0,0 1 0 0 0,1-1 0 0 0,-1 0 0 0 0,0 0 0 0 0,0 0 0 0 0,1-1 0 0 0,-1 1 0 0 0,1-1 0 0 0,-1 0 0 0 0,0 0 0 0 0,1 0 0 0 0,-1 0 0 0 0,1 0 0 0 0,-1-1 0 0 0,0 0 0 0 0,7-1 0 0 0,-7 0-6 0 0,0 0-1 0 0,0 0 1 0 0,0-1-1 0 0,0 1 1 0 0,0-1 0 0 0,-1 1-1 0 0,1-1 1 0 0,-1 0-1 0 0,0 0 1 0 0,1 0 0 0 0,-1 0-1 0 0,-1-1 1 0 0,1 1-1 0 0,0 0 1 0 0,-1-1 0 0 0,0 1-1 0 0,1-1 1 0 0,0-6 0 0 0,6-35 41 0 0,-2 0 1 0 0,-2-1-1 0 0,-2 0 1 0 0,-4-56 0 0 0,2-67-886 0 0,2 144 76 0 0,1-1 0 0 0,1 1 0 0 0,2 0 0 0 0,12-38 0 0 0,-8 38-856 0 0</inkml:trace>
</inkml:ink>
</file>

<file path=ppt/ink/ink2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41.8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8754 0 0,'3'51'2319'0'0,"3"-1"-1"0"0,20 91 1 0 0,5-24-2313 0 0,-17-68-2549 0 0,-10-35-2308 0 0</inkml:trace>
</inkml:ink>
</file>

<file path=ppt/ink/ink2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42.2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 57 4145 0 0,'-11'-28'985'0'0,"4"0"4649"0"0,7 28-5591 0 0,0 0 1 0 0,0 1-1 0 0,-1-1 1 0 0,1 0-1 0 0,0 0 1 0 0,0 0-1 0 0,0 0 1 0 0,0 0-1 0 0,0 0 1 0 0,0 0-1 0 0,-1 0 1 0 0,1 0-1 0 0,0 1 1 0 0,0-1-1 0 0,0 0 1 0 0,0 0-1 0 0,0 0 1 0 0,-1 0-1 0 0,1 0 1 0 0,0 0-1 0 0,0 0 1 0 0,0 0-1 0 0,0 0 1 0 0,-1 0-1 0 0,1 0 1 0 0,0 0-1 0 0,0 0 1 0 0,0 0-1 0 0,0 0 1 0 0,0 0 0 0 0,-1-1-1 0 0,1 1 1 0 0,0 0-1 0 0,0 0 1 0 0,0 0-1 0 0,0 0 1 0 0,0 0-1 0 0,-1 0 1 0 0,1 0-1 0 0,0 0 1 0 0,0 0-1 0 0,0-1 1 0 0,0 1-1 0 0,0 0 1 0 0,0 0-1 0 0,0 0 1 0 0,-1 0-1 0 0,-2 16-451 0 0,4 11-1178 0 0,2 0-1 0 0,1-1 1 0 0,2 0 0 0 0,10 33-1 0 0,-11-40 1268 0 0,3 10 191 0 0</inkml:trace>
</inkml:ink>
</file>

<file path=ppt/ink/ink2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42.5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54 4145 0 0,'4'-6'438'0'0,"-1"0"1"0"0,1 0-1 0 0,1 1 1 0 0,-1-1-1 0 0,1 1 1 0 0,8-7-1 0 0,-12 12-278 0 0,0-1 0 0 0,0 0-1 0 0,0 0 1 0 0,0 1-1 0 0,0-1 1 0 0,0 0 0 0 0,0 1-1 0 0,1-1 1 0 0,-1 1-1 0 0,0 0 1 0 0,0-1 0 0 0,1 1-1 0 0,-1 0 1 0 0,0 0-1 0 0,0 0 1 0 0,1 0 0 0 0,-1 0-1 0 0,0 0 1 0 0,0 0-1 0 0,1 0 1 0 0,-1 0 0 0 0,0 1-1 0 0,0-1 1 0 0,1 0-1 0 0,-1 1 1 0 0,0-1 0 0 0,0 1-1 0 0,0 0 1 0 0,0-1-1 0 0,0 1 1 0 0,0 0 0 0 0,0 0-1 0 0,0-1 1 0 0,0 1-1 0 0,0 0 1 0 0,0 0 0 0 0,0 0-1 0 0,0 0 1 0 0,-1 0-1 0 0,1 0 1 0 0,0 0 0 0 0,-1 1-1 0 0,1-1 1 0 0,0 1-1 0 0,12 26 990 0 0,-1-1-1 0 0,-1 2 1 0 0,10 40-1 0 0,-12-39-1061 0 0,0 1-1 0 0,27 54 0 0 0,-35-84-109 0 0,-1 0-1 0 0,0-1 1 0 0,0 1-1 0 0,0-1 1 0 0,1 1-1 0 0,-1 0 1 0 0,0-1-1 0 0,1 1 1 0 0,-1-1-1 0 0,0 1 1 0 0,1-1-1 0 0,-1 1 0 0 0,1-1 1 0 0,-1 0-1 0 0,1 1 1 0 0,-1-1-1 0 0,1 1 1 0 0,-1-1-1 0 0,1 0 1 0 0,-1 0-1 0 0,1 1 1 0 0,0-1-1 0 0,-1 0 1 0 0,1 0-1 0 0,-1 0 1 0 0,1 1-1 0 0,0-1 0 0 0,-1 0 1 0 0,1 0-1 0 0,0 0 1 0 0,-1 0-1 0 0,1 0 1 0 0,0 0-1 0 0,0-1 1 0 0,0 0-18 0 0,1 0-1 0 0,-1 0 1 0 0,1 0 0 0 0,-1 0 0 0 0,0 0 0 0 0,1-1 0 0 0,-1 1 0 0 0,0 0 0 0 0,0-1 0 0 0,0 1-1 0 0,0-1 1 0 0,1-2 0 0 0,22-59-426 0 0,-21 55 433 0 0,2-8 14 0 0,-2 3 140 0 0,2 0 1 0 0,0 0-1 0 0,0 0 1 0 0,1 0-1 0 0,11-16 1 0 0,-15 27-49 0 0,-1 0-1 0 0,1 0 1 0 0,0 0-1 0 0,0 0 1 0 0,-1 0-1 0 0,1 0 1 0 0,0 1-1 0 0,1-1 1 0 0,-1 1-1 0 0,0-1 1 0 0,0 1-1 0 0,1 0 1 0 0,-1 0-1 0 0,0 0 1 0 0,1 0-1 0 0,-1 1 1 0 0,1-1-1 0 0,0 0 1 0 0,-1 1-1 0 0,1 0 1 0 0,-1 0-1 0 0,1 0 1 0 0,0 0-1 0 0,-1 0 1 0 0,1 0-1 0 0,-1 1 1 0 0,1-1-1 0 0,-1 1 1 0 0,1-1-1 0 0,-1 1 1 0 0,1 0-1 0 0,-1 0 1 0 0,1 1-1 0 0,-1-1 1 0 0,3 2-1 0 0,10 7 105 0 0,-1 1-1 0 0,-1 0 1 0 0,0 1 0 0 0,-1 0-1 0 0,0 1 1 0 0,0 0 0 0 0,-2 1 0 0 0,12 18-1 0 0,-6-10-607 0 0,0 0 0 0 0,24 22 0 0 0,-13-19-644 0 0</inkml:trace>
</inkml:ink>
</file>

<file path=ppt/ink/ink2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2:15.2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100 328 10594 0 0,'-19'-37'927'0'0,"1"-1"0"0"0,2-1 0 0 0,2 0 0 0 0,-12-53 0 0 0,26 91-881 0 0,-1-3 41 0 0,-1 1-1 0 0,1-1 1 0 0,1 0 0 0 0,-1 1 0 0 0,0-1-1 0 0,1 0 1 0 0,0 0 0 0 0,0 0-1 0 0,0-4 1 0 0,2 9-8 0 0,0 0-1 0 0,-1 0 1 0 0,1 1-1 0 0,-1-1 1 0 0,1 1-1 0 0,-1-1 1 0 0,1 1-1 0 0,-1 0 1 0 0,0 0-1 0 0,0 0 1 0 0,0-1 0 0 0,0 1-1 0 0,1 3 1 0 0,-1-2 3 0 0,81 183 487 0 0,-35-70-346 0 0,-30-79-225 0 0,108 220-62 0 0,-108-229 64 0 0,1-1-1 0 0,0 0 0 0 0,2-2 0 0 0,1 0 1 0 0,1-1-1 0 0,43 35 0 0 0,-63-57 44 0 0,-1-1 0 0 0,1 1-1 0 0,0-1 1 0 0,-1 0 0 0 0,1 0 0 0 0,0 0-1 0 0,0 0 1 0 0,0 0 0 0 0,0 0 0 0 0,0 0-1 0 0,0 0 1 0 0,0-1 0 0 0,0 1 0 0 0,1-1-1 0 0,-1 0 1 0 0,0 0 0 0 0,0 0 0 0 0,0 0-1 0 0,0 0 1 0 0,1 0 0 0 0,-1 0 0 0 0,0-1 0 0 0,0 1-1 0 0,0-1 1 0 0,0 1 0 0 0,0-1 0 0 0,0 0-1 0 0,0 0 1 0 0,0 0 0 0 0,0 0 0 0 0,0 0-1 0 0,0 0 1 0 0,-1-1 0 0 0,1 1 0 0 0,0-1-1 0 0,-1 1 1 0 0,1-1 0 0 0,-1 1 0 0 0,0-1-1 0 0,0 0 1 0 0,1 0 0 0 0,0-2 0 0 0,5-8 186 0 0,-1 0 1 0 0,-1 0-1 0 0,0 0 1 0 0,-1-1-1 0 0,5-20 1 0 0,-3 2-63 0 0,-1 0 1 0 0,-1 0 0 0 0,-1-36-1 0 0,-10-97-282 0 0,1-10-873 0 0,11 50-747 0 0,1 41-3362 0 0,2 17-937 0 0</inkml:trace>
</inkml:ink>
</file>

<file path=ppt/ink/ink2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2:15.6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2 162 11979 0 0,'-1'-4'131'0'0,"1"0"1"0"0,0 0-1 0 0,0 1 1 0 0,0-1-1 0 0,0 0 1 0 0,0 0 0 0 0,1 0-1 0 0,0 0 1 0 0,0 0-1 0 0,0 0 1 0 0,0 0 0 0 0,1 1-1 0 0,-1-1 1 0 0,1 0-1 0 0,0 1 1 0 0,0-1-1 0 0,3-2 1 0 0,-4 7-239 0 0,0 0 0 0 0,-1 0 0 0 0,1 0 0 0 0,0 0 0 0 0,0 0 0 0 0,-1 0-1 0 0,1 0 1 0 0,0 1 0 0 0,-1-1 0 0 0,1 0 0 0 0,-1 0 0 0 0,0 1 0 0 0,1-1 0 0 0,-1 0 0 0 0,0 1 0 0 0,0 2 0 0 0,6 55-2220 0 0,-4-31 2383 0 0,1 0 0 0 0,1-1 1 0 0,9 34-1 0 0,-11-55 171 0 0,1 1 0 0 0,-1 0 0 0 0,1 0 1 0 0,0-1-1 0 0,1 1 0 0 0,-1-1 0 0 0,1 0 0 0 0,1 0 0 0 0,-1-1 1 0 0,1 1-1 0 0,0-1 0 0 0,0 0 0 0 0,1 0 0 0 0,-1-1 0 0 0,1 1 0 0 0,0-1 1 0 0,9 4-1 0 0,-12-7-175 0 0,0 1 1 0 0,0-1 0 0 0,0 0-1 0 0,0 0 1 0 0,0 0-1 0 0,0 0 1 0 0,1-1 0 0 0,-1 0-1 0 0,0 1 1 0 0,0-1 0 0 0,1 0-1 0 0,-1 0 1 0 0,0-1-1 0 0,1 1 1 0 0,-1-1 0 0 0,0 0-1 0 0,5-1 1 0 0,-4 0-92 0 0,1-1 0 0 0,-1 1 1 0 0,1-1-1 0 0,-1 0 0 0 0,0 0 1 0 0,-1 0-1 0 0,1 0 0 0 0,0-1 1 0 0,-1 0-1 0 0,5-6 0 0 0,-1 0-99 0 0,0-1-1 0 0,-1 0 0 0 0,0 0 0 0 0,-1-1 1 0 0,0 0-1 0 0,-1 0 0 0 0,-1 0 1 0 0,4-17-1 0 0,-6 16 58 0 0,0-1-1 0 0,0 0 1 0 0,-2 0-1 0 0,1 0 1 0 0,-2 0-1 0 0,0 0 1 0 0,-8-27 0 0 0,8 31 44 0 0,-1 1 1 0 0,-1 0 0 0 0,0 0 0 0 0,0 1 0 0 0,-1-1 0 0 0,0 1-1 0 0,0-1 1 0 0,-1 2 0 0 0,0-1 0 0 0,0 1 0 0 0,-1 0 0 0 0,-10-9-1 0 0,16 15 15 0 0,-1 0 1 0 0,1 0-1 0 0,0 0 0 0 0,-1 0 0 0 0,1 0 0 0 0,-1 0 0 0 0,1 0 0 0 0,-1 1 0 0 0,0-1 0 0 0,1 0 0 0 0,-1 1 0 0 0,1 0 1 0 0,-1-1-1 0 0,0 1 0 0 0,0 0 0 0 0,1 0 0 0 0,-1 0 0 0 0,0 0 0 0 0,1 0 0 0 0,-1 0 0 0 0,0 0 0 0 0,-3 2 0 0 0,3-1-73 0 0,0 0-1 0 0,1 0 1 0 0,-1 1-1 0 0,0-1 1 0 0,1 1-1 0 0,-1-1 1 0 0,1 1-1 0 0,-1-1 1 0 0,1 1-1 0 0,0 0 1 0 0,-1 0-1 0 0,1 0 1 0 0,0 0-1 0 0,0 0 1 0 0,0 3-1 0 0,-3 5-675 0 0,1 0 1 0 0,1 1-1 0 0,0 0 0 0 0,0-1 0 0 0,1 21 0 0 0,0-8-561 0 0,-1-3 809 0 0</inkml:trace>
</inkml:ink>
</file>

<file path=ppt/ink/ink2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2:16.07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76 17972 0 0,'2'4'216'0'0,"0"1"0"0"0,1-1 1 0 0,0 0-1 0 0,0 0 0 0 0,6 6 0 0 0,10 15-1458 0 0,-1 1 0 0 0,-2 0 0 0 0,0 2 0 0 0,-2 0 0 0 0,14 37-1 0 0,7 12 292 0 0,-31-68 1455 0 0,1-1 0 0 0,0 1 0 0 0,1-1 0 0 0,-1 0 0 0 0,2-1 1 0 0,-1 1-1 0 0,12 9 0 0 0,-17-16-412 0 0,1 0 1 0 0,-1 1-1 0 0,1-1 0 0 0,-1 0 1 0 0,1 0-1 0 0,-1 0 1 0 0,1 0-1 0 0,0 0 0 0 0,0-1 1 0 0,-1 1-1 0 0,1-1 1 0 0,0 1-1 0 0,0-1 0 0 0,0 1 1 0 0,0-1-1 0 0,-1 0 1 0 0,1 0-1 0 0,0 0 1 0 0,0 0-1 0 0,0 0 0 0 0,0 0 1 0 0,0-1-1 0 0,0 1 1 0 0,0-1-1 0 0,-1 1 0 0 0,1-1 1 0 0,0 0-1 0 0,0 1 1 0 0,-1-1-1 0 0,1 0 0 0 0,0 0 1 0 0,-1 0-1 0 0,1 0 1 0 0,-1-1-1 0 0,0 1 0 0 0,1 0 1 0 0,-1-1-1 0 0,0 1 1 0 0,0-1-1 0 0,1 1 0 0 0,-1-1 1 0 0,0 0-1 0 0,-1 1 1 0 0,2-4-1 0 0,4-6-265 0 0,-1 0 0 0 0,0 0 0 0 0,-1 0-1 0 0,0 0 1 0 0,-1-1 0 0 0,0 0 0 0 0,1-16 0 0 0,-1-10-1077 0 0,-3-38 0 0 0,-1 52 834 0 0,1 1 0 0 0,1-1 0 0 0,1 1 0 0 0,1-1 0 0 0,8-31 0 0 0,-10 53 448 0 0,-1-1 0 0 0,1 1-1 0 0,0 0 1 0 0,0-1 0 0 0,0 1 0 0 0,0 0 0 0 0,0 0 0 0 0,0-1 0 0 0,1 1 0 0 0,-1 0 0 0 0,1 0 0 0 0,-1 1 0 0 0,1-1-1 0 0,0 0 1 0 0,0 0 0 0 0,0 1 0 0 0,0-1 0 0 0,0 1 0 0 0,0 0 0 0 0,0 0 0 0 0,1 0 0 0 0,-1 0 0 0 0,0 0-1 0 0,5-1 1 0 0,-4 2 19 0 0,0 0 0 0 0,0 0 0 0 0,0 1 0 0 0,0-1 0 0 0,0 1 0 0 0,0-1 0 0 0,0 1 0 0 0,-1 0 0 0 0,1 1 0 0 0,0-1 0 0 0,-1 0-1 0 0,1 1 1 0 0,0-1 0 0 0,-1 1 0 0 0,0 0 0 0 0,1 0 0 0 0,-1 0 0 0 0,0 0 0 0 0,0 0 0 0 0,3 5 0 0 0,22 31 949 0 0,-3 0 0 0 0,0 2 0 0 0,29 71 0 0 0,-7-14-1713 0 0,8-5-3549 0 0,-44-78-823 0 0</inkml:trace>
</inkml:ink>
</file>

<file path=ppt/ink/ink2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2:16.4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12443 0 0,'12'27'3951'0'0,"3"31"-3175"0"0,-12-46-398 0 0,49 261 539 0 0,-15-70-4830 0 0,-28-164-1469 0 0</inkml:trace>
</inkml:ink>
</file>

<file path=ppt/ink/ink2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2:16.83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2 179 12843 0 0,'-2'-3'280'0'0,"4"-2"56"0"0,0-1 16 0 0,1 2 16 0 0,1 0-296 0 0,0 1-72 0 0,2-2 0 0 0,4-3 0 0 0,5-5 72 0 0,5-5 0 0 0,8-2 0 0 0,2-2 0 0 0,0 4-1944 0 0,2-1-393 0 0,0 3-71 0 0,-6 1-25 0 0</inkml:trace>
</inkml:ink>
</file>

<file path=ppt/ink/ink2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2:17.27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58 16588 0 0,'1'-1'1472'0'0,"3"0"-1176"0"0,2 1-232 0 0,-1-2-64 0 0,1-1-160 0 0,2 1-32 0 0,6-1-16 0 0,7-4 0 0 0,8-3-1513 0 0,4 1-295 0 0,1-2-64 0 0,-5 3-17 0 0</inkml:trace>
  <inkml:trace contextRef="#ctx0" brushRef="#br0" timeOffset="1">238 195 14283 0 0,'4'1'632'0'0,"1"-1"136"0"0,4 1-616 0 0,0-2-152 0 0,-1 0 0 0 0,2-2 0 0 0,4-1-336 0 0,8-5-96 0 0,14-2-16 0 0,10-5-8 0 0,11-6 368 0 0,-4 0 88 0 0</inkml:trace>
</inkml:ink>
</file>

<file path=ppt/ink/ink2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2:17.64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287 9 17972 0 0,'0'-1'55'0'0,"0"1"1"0"0,0 0-1 0 0,0-1 0 0 0,0 1 1 0 0,0 0-1 0 0,0-1 1 0 0,0 1-1 0 0,-1 0 1 0 0,1-1-1 0 0,0 1 0 0 0,0 0 1 0 0,0 0-1 0 0,0-1 1 0 0,0 1-1 0 0,-1 0 0 0 0,1-1 1 0 0,0 1-1 0 0,0 0 1 0 0,-1 0-1 0 0,1-1 0 0 0,0 1 1 0 0,0 0-1 0 0,-1 0 1 0 0,1 0-1 0 0,0-1 1 0 0,0 1-1 0 0,-1 0 0 0 0,1 0 1 0 0,0 0-1 0 0,-1 0 1 0 0,1 0-1 0 0,0 0 0 0 0,-1 0 1 0 0,1 0-1 0 0,0 0 1 0 0,-1 0-1 0 0,0 0 0 0 0,-4 13-107 0 0,0 1 62 0 0,-57 160-3866 0 0,-54 241 0 0 0,86-281 4650 0 0,-20 190 0 0 0,43-247-62 0 0,4 1 0 0 0,3-1 0 0 0,4 0 0 0 0,14 79-1 0 0,-10-114-495 0 0,2-2-1 0 0,1 1 0 0 0,3-1 0 0 0,1-1 1 0 0,2-1-1 0 0,1 0 0 0 0,2-1 0 0 0,2-1 0 0 0,1-1 1 0 0,29 34-1 0 0,-32-46-201 0 0,2 0-1 0 0,0-1 1 0 0,2-1 0 0 0,0-1-1 0 0,1-1 1 0 0,1-1 0 0 0,1-1-1 0 0,0-2 1 0 0,1-1 0 0 0,1-1-1 0 0,0-1 1 0 0,1-1 0 0 0,0-2-1 0 0,31 5 1 0 0,-43-11-548 0 0,-1-1-1 0 0,1-1 1 0 0,0 0 0 0 0,0-2-1 0 0,32-4 1 0 0,-20-2-5893 0 0</inkml:trace>
</inkml:ink>
</file>

<file path=ppt/ink/ink2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2:18.0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138 97 6449 0 0,'-137'-11'2282'0'0,"207"5"5418"0"0,47-16-5003 0 0,-88 16-2093 0 0,45-11-118 0 0,-27 6-1406 0 0,0 1 0 0 0,50-2-1 0 0,-71 11-5446 0 0</inkml:trace>
</inkml:ink>
</file>

<file path=ppt/ink/ink2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2:18.3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94 59 6913 0 0,'1'-5'998'0'0,"2"0"-1"0"0,-1 1 0 0 0,0-1 0 0 0,1 0 0 0 0,0 1 0 0 0,0-1 0 0 0,0 1 0 0 0,7-7 0 0 0,1 1-1233 0 0,-22 23 274 0 0,0 0 1 0 0,1 1-1 0 0,1 0 0 0 0,0 1 0 0 0,1-1 0 0 0,1 2 0 0 0,0-1 0 0 0,1 1 0 0 0,1 0 0 0 0,-5 23 0 0 0,-3 29 982 0 0,-6 85 0 0 0,16-123-1270 0 0,-3 56 710 0 0,5 112 1 0 0,23 87 1201 0 0,-13-161-2622 0 0,-6-87-231 0 0</inkml:trace>
</inkml:ink>
</file>

<file path=ppt/ink/ink2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2:18.72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30 10594 0 0,'1'-2'131'0'0,"-1"1"1"0"0,1-1-1 0 0,0 1 0 0 0,-1-1 0 0 0,1 1 0 0 0,0-1 0 0 0,0 1 1 0 0,0-1-1 0 0,0 1 0 0 0,0 0 0 0 0,0-1 0 0 0,1 1 0 0 0,-1 0 1 0 0,0 0-1 0 0,1 0 0 0 0,-1 0 0 0 0,0 0 0 0 0,1 0 0 0 0,-1 1 1 0 0,1-1-1 0 0,0 0 0 0 0,-1 1 0 0 0,1-1 0 0 0,-1 1 0 0 0,1 0 1 0 0,0-1-1 0 0,-1 1 0 0 0,1 0 0 0 0,0 0 0 0 0,0 0 0 0 0,-1 0 1 0 0,1 0-1 0 0,0 1 0 0 0,-1-1 0 0 0,1 0 0 0 0,0 1 0 0 0,-1-1 1 0 0,1 1-1 0 0,-1 0 0 0 0,1-1 0 0 0,-1 1 0 0 0,1 0 0 0 0,-1 0 1 0 0,1 0-1 0 0,-1 0 0 0 0,0 0 0 0 0,1 0 0 0 0,1 3 0 0 0,6 5 335 0 0,1 1-1 0 0,-1 0 0 0 0,-1 1 1 0 0,13 20-1 0 0,101 182 1757 0 0,-51-84-1805 0 0,-67-123-416 0 0,65 117-1183 0 0,-26-40-2515 0 0,-35-64 2047 0 0</inkml:trace>
</inkml:ink>
</file>

<file path=ppt/ink/ink2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2:19.0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 46 11979 0 0,'-5'-1'-125'0'0,"-6"-2"4520"0"0,16 0-2139 0 0,0 2-1605 0 0,178-15 1468 0 0,-91 10-3337 0 0,-2-4-4497 0 0,-54 4-457 0 0</inkml:trace>
</inkml:ink>
</file>

<file path=ppt/ink/ink2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2:19.42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59 17508 0 0,'-1'-1'104'0'0,"1"1"0"0"0,-1 0 1 0 0,1 0-1 0 0,-1-1 0 0 0,1 1 0 0 0,0 0 1 0 0,-1 0-1 0 0,1-1 0 0 0,0 1 1 0 0,-1-1-1 0 0,1 1 0 0 0,0 0 1 0 0,0-1-1 0 0,-1 1 0 0 0,1 0 0 0 0,0-1 1 0 0,0 1-1 0 0,0-1 0 0 0,-1 1 1 0 0,1-1-1 0 0,0 1 0 0 0,0-1 0 0 0,0 1 1 0 0,0-1-1 0 0,0 1 0 0 0,0 0 1 0 0,0-1-1 0 0,0 1 0 0 0,0-1 0 0 0,0 1 1 0 0,0-1-1 0 0,0 1 0 0 0,0-1 1 0 0,1 0-1 0 0,12-18 949 0 0,-10 16-1091 0 0,0 1 0 0 0,-1-1 1 0 0,1 1-1 0 0,0 0 0 0 0,0 0 0 0 0,1 0 0 0 0,-1 0 0 0 0,0 1 0 0 0,1-1 0 0 0,-1 1 1 0 0,7-2-1 0 0,-5 3-64 0 0,1 1 1 0 0,0 0 0 0 0,-1 0-1 0 0,1 1 1 0 0,-1-1 0 0 0,1 1 0 0 0,-1 0-1 0 0,0 0 1 0 0,0 1 0 0 0,0 0-1 0 0,0 0 1 0 0,0 0 0 0 0,0 0-1 0 0,-1 1 1 0 0,7 7 0 0 0,8 8 148 0 0,-1 1 0 0 0,15 22 0 0 0,-25-31-85 0 0,71 93 619 0 0,-5 4 0 0 0,-4 3-1 0 0,73 160 1 0 0,-113-203-559 0 0,-3 1 1 0 0,-3 1-1 0 0,-3 1 0 0 0,-4 1 1 0 0,-2 1-1 0 0,-4 1 1 0 0,4 103-1 0 0,-22 6-2388 0 0,4-142-4982 0 0</inkml:trace>
</inkml:ink>
</file>

<file path=ppt/ink/ink2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2:20.02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0 115 13827 0 0,'7'0'75'0'0,"-1"1"0"0"0,0 0 1 0 0,1 1-1 0 0,-1-1 0 0 0,0 1 1 0 0,0 1-1 0 0,0-1 0 0 0,0 1 0 0 0,-1 0 1 0 0,1 0-1 0 0,-1 0 0 0 0,1 1 0 0 0,-1 0 1 0 0,0 0-1 0 0,-1 1 0 0 0,1-1 1 0 0,-1 1-1 0 0,0 0 0 0 0,6 8 0 0 0,3 7-279 0 0,0 0 0 0 0,-2 1-1 0 0,17 41 1 0 0,0 10 327 0 0,29 68 991 0 0,-50-125-888 0 0,1 0-1 0 0,1 0 1 0 0,1-1-1 0 0,0 0 1 0 0,0 0-1 0 0,19 17 0 0 0,-28-30-186 0 0,1 0 0 0 0,-1 1 0 0 0,1-1-1 0 0,-1 0 1 0 0,1 1 0 0 0,-1-1-1 0 0,1 0 1 0 0,0 0 0 0 0,-1 0 0 0 0,1-1-1 0 0,0 1 1 0 0,0 0 0 0 0,0-1 0 0 0,-1 1-1 0 0,1-1 1 0 0,0 1 0 0 0,0-1 0 0 0,0 0-1 0 0,0 0 1 0 0,0 0 0 0 0,3 0-1 0 0,-3-1 9 0 0,-1 0 0 0 0,1 0 0 0 0,0 0 0 0 0,0 0-1 0 0,-1 0 1 0 0,1 0 0 0 0,-1-1 0 0 0,1 1 0 0 0,-1 0-1 0 0,1-1 1 0 0,-1 1 0 0 0,0-1 0 0 0,0 0-1 0 0,0 1 1 0 0,0-1 0 0 0,0 0 0 0 0,1-2 0 0 0,3-8 192 0 0,-1-1 0 0 0,0 0 1 0 0,-1-1-1 0 0,3-23 1 0 0,1-67-21 0 0,-6-139 0 0 0,-3 106-3075 0 0,2 86-3658 0 0</inkml:trace>
</inkml:ink>
</file>

<file path=ppt/ink/ink2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2:20.42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14283 0 0,'0'4'119'0'0,"1"-1"0"0"0,-1 0 0 0 0,1 0 0 0 0,0 0 0 0 0,0 0 0 0 0,0 0 0 0 0,0 0 0 0 0,0 0 0 0 0,1 0 0 0 0,-1 0 0 0 0,1-1 0 0 0,0 1 0 0 0,2 2 0 0 0,33 34-444 0 0,-6-7-557 0 0,-25-25 234 0 0,0 1 0 0 0,-1 0 0 0 0,0 0 0 0 0,0 0 0 0 0,3 11 0 0 0,-7-16 346 0 0,0 0 1 0 0,0 0-1 0 0,0 0 1 0 0,0 0-1 0 0,-1 0 0 0 0,1 0 1 0 0,-1 0-1 0 0,0 1 1 0 0,0-1-1 0 0,0 0 1 0 0,-1 0-1 0 0,1 0 0 0 0,-1 0 1 0 0,0 0-1 0 0,1 0 1 0 0,-1 0-1 0 0,-1 0 1 0 0,1 0-1 0 0,-2 3 0 0 0,1-4 169 0 0,-1-4 117 0 0</inkml:trace>
</inkml:ink>
</file>

<file path=ppt/ink/ink2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2:20.7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15 17972 0 0,'-4'-1'1600'0'0,"1"0"-1216"0"0,4 1-384 0 0,2 0-216 0 0,-2 0-48 0 0,2-2-16 0 0,0 1 0 0 0,4-1-1664 0 0,0 0-329 0 0,0-1-71 0 0,-1 0-17 0 0</inkml:trace>
</inkml:ink>
</file>

<file path=ppt/ink/ink2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2:21.13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10 6449 0 0,'5'0'147'0'0,"-1"1"0"0"0,0 0 0 0 0,1 0 0 0 0,-1 1 0 0 0,0-1 0 0 0,0 1-1 0 0,0 0 1 0 0,0 0 0 0 0,0 0 0 0 0,0 1 0 0 0,-1-1 0 0 0,1 1 0 0 0,-1 0-1 0 0,0 0 1 0 0,1 0 0 0 0,-2 0 0 0 0,1 1 0 0 0,4 5 0 0 0,2 3 300 0 0,-1 1 0 0 0,-1 0 0 0 0,0 0 0 0 0,7 18-1 0 0,-8-12-405 0 0,-1 0 1 0 0,-1 1-1 0 0,0-1 0 0 0,-2 1 0 0 0,1 25 0 0 0,1 5 631 0 0,-4-50-654 0 0,0 0 1 0 0,0 0-1 0 0,0 0 0 0 0,0 0 0 0 0,0 0 0 0 0,0 0 0 0 0,0 0 0 0 0,0 0 0 0 0,0 0 1 0 0,1 0-1 0 0,-1 0 0 0 0,0 0 0 0 0,0 0 0 0 0,0-1 0 0 0,0 1 0 0 0,0 0 1 0 0,0 0-1 0 0,0 0 0 0 0,0 0 0 0 0,0 0 0 0 0,1 0 0 0 0,-1 0 0 0 0,0 0 0 0 0,0 0 1 0 0,0 0-1 0 0,0 0 0 0 0,0 0 0 0 0,0 0 0 0 0,0 0 0 0 0,0 0 0 0 0,0 1 0 0 0,1-1 1 0 0,-1 0-1 0 0,0 0 0 0 0,0 0 0 0 0,0 0 0 0 0,0 0 0 0 0,0 0 0 0 0,0 0 1 0 0,0 0-1 0 0,0 0 0 0 0,0 0 0 0 0,0 0 0 0 0,0 0 0 0 0,0 0 0 0 0,0 0 0 0 0,1 1 1 0 0,-1-1-1 0 0,0 0 0 0 0,0 0 0 0 0,0 0 0 0 0,0 0 0 0 0,0 0 0 0 0,0 0 0 0 0,0 0 1 0 0,0 0-1 0 0,0 0 0 0 0,0 1 0 0 0,0-1 0 0 0,0 0 0 0 0,0 0 0 0 0,0 0 1 0 0,0 0-1 0 0,0 0 0 0 0,0 0 0 0 0,0 0 0 0 0,0 0 0 0 0,0 0 0 0 0,-1 1 0 0 0,8-12 422 0 0,5-14-310 0 0,15-66-675 0 0,-14 46-409 0 0,28-66 1 0 0,-40 108 1162 0 0,1 0-1 0 0,-1 0 1 0 0,1 0 0 0 0,-1 0 0 0 0,1 0 0 0 0,0 0-1 0 0,0 1 1 0 0,0-1 0 0 0,0 1 0 0 0,1 0 0 0 0,-1-1 0 0 0,1 1-1 0 0,-1 0 1 0 0,1 0 0 0 0,0 1 0 0 0,0-1 0 0 0,0 1-1 0 0,0-1 1 0 0,0 1 0 0 0,0 0 0 0 0,0 0 0 0 0,0 0-1 0 0,4 0 1 0 0,-4 1 43 0 0,1 0 0 0 0,-1 1-1 0 0,1-1 1 0 0,-1 1 0 0 0,1 0-1 0 0,-1 0 1 0 0,0 0 0 0 0,0 0 0 0 0,1 1-1 0 0,-1-1 1 0 0,0 1 0 0 0,0 0-1 0 0,0 0 1 0 0,-1 0 0 0 0,1 0 0 0 0,0 1-1 0 0,-1-1 1 0 0,0 1 0 0 0,1-1-1 0 0,-1 1 1 0 0,3 5 0 0 0,11 17 243 0 0,20 43 0 0 0,-23-43-570 0 0,0 0-1 0 0,19 27 1 0 0,-11-25-1591 0 0,-1-1-6022 0 0</inkml:trace>
</inkml:ink>
</file>

<file path=ppt/ink/ink2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6:30.73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489 1756 4145 0 0,'-2'2'166'0'0,"1"0"1"0"0,-1 0-1 0 0,0 0 1 0 0,1-1-1 0 0,-1 1 1 0 0,0-1-1 0 0,0 1 1 0 0,0-1-1 0 0,0 1 1 0 0,0-1-1 0 0,0 0 1 0 0,-1 0-1 0 0,1 0 1 0 0,0 0-1 0 0,-1-1 1 0 0,1 1-1 0 0,0 0 1 0 0,-1-1-1 0 0,1 0 1 0 0,-1 1-1 0 0,1-1 1 0 0,-4-1-1 0 0,-1 1 141 0 0,0 0 0 0 0,0 0 0 0 0,0-1 0 0 0,0 0-1 0 0,0-1 1 0 0,-11-3 0 0 0,10 0-104 0 0,-1 1 1 0 0,1-1-1 0 0,0-1 0 0 0,0 1 0 0 0,0-1 0 0 0,1-1 0 0 0,0 1 1 0 0,0-1-1 0 0,1-1 0 0 0,0 1 0 0 0,0-1 0 0 0,1 0 0 0 0,0 0 1 0 0,-5-11-1 0 0,-7-16 450 0 0,2-2 1 0 0,-12-44 0 0 0,17 48-399 0 0,-89-353 1194 0 0,29-5-1416 0 0,56 297-29 0 0,-2-107 0 0 0,16 148-29 0 0,2-1 0 0 0,2 1 1 0 0,17-80-1 0 0,-21 129-2 0 0,24-87-3087 0 0,-18 75-1920 0 0</inkml:trace>
</inkml:ink>
</file>

<file path=ppt/ink/ink2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6:31.21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118 1 2128 0 0,'-9'4'390'0'0,"1"0"-1"0"0,-1 1 1 0 0,1 1-1 0 0,0 0 1 0 0,0 0-1 0 0,1 0 0 0 0,0 1 1 0 0,0 0-1 0 0,1 0 1 0 0,-1 1-1 0 0,-5 9 0 0 0,9-13-202 0 0,1 0 0 0 0,-1 0 0 0 0,1 1 0 0 0,0-1 0 0 0,0 0 0 0 0,0 1 0 0 0,1 0 0 0 0,0-1 0 0 0,0 1 0 0 0,0 0 0 0 0,0-1-1 0 0,1 1 1 0 0,0 0 0 0 0,-1 0 0 0 0,2 0 0 0 0,-1 0 0 0 0,1-1 0 0 0,0 1 0 0 0,0 0 0 0 0,0-1 0 0 0,0 1 0 0 0,1 0 0 0 0,0-1 0 0 0,3 7-1 0 0,-4-10-187 0 0,0-1-1 0 0,-1 1 0 0 0,1 0 1 0 0,0-1-1 0 0,0 1 0 0 0,0-1 0 0 0,0 1 1 0 0,0-1-1 0 0,0 0 0 0 0,0 1 0 0 0,-1-1 1 0 0,1 0-1 0 0,0 0 0 0 0,0 0 0 0 0,0 0 1 0 0,0 1-1 0 0,0-1 0 0 0,0 0 1 0 0,0-1-1 0 0,0 1 0 0 0,0 0 0 0 0,0 0 1 0 0,0 0-1 0 0,0-1 0 0 0,0 1 0 0 0,0 0 1 0 0,0-1-1 0 0,0 1 0 0 0,0-1 1 0 0,0 1-1 0 0,-1-1 0 0 0,1 1 0 0 0,0-1 1 0 0,0 0-1 0 0,-1 1 0 0 0,2-2 0 0 0,28-26-62 0 0,9-27 575 0 0,-31 41-115 0 0,2 0 1 0 0,-1 1 0 0 0,2 0-1 0 0,18-18 1 0 0,-25 28-330 0 0,0 0 0 0 0,0 0 0 0 0,1 0 1 0 0,-1 1-1 0 0,1-1 0 0 0,0 1 0 0 0,0 0 0 0 0,-1 0 0 0 0,1 1 0 0 0,1-1 0 0 0,-1 1 0 0 0,0 0 1 0 0,0 1-1 0 0,0-1 0 0 0,0 1 0 0 0,1 0 0 0 0,-1 0 0 0 0,9 2 0 0 0,-7-1 14 0 0,1 0 1 0 0,-1 1-1 0 0,0 0 0 0 0,0 0 0 0 0,0 1 1 0 0,0-1-1 0 0,0 2 0 0 0,-1-1 0 0 0,1 1 0 0 0,-1 0 1 0 0,0 0-1 0 0,0 0 0 0 0,-1 1 0 0 0,1 0 0 0 0,-1 1 1 0 0,0-1-1 0 0,0 1 0 0 0,-1 0 0 0 0,1 0 1 0 0,-2 0-1 0 0,1 0 0 0 0,0 1 0 0 0,-1 0 0 0 0,0 0 1 0 0,-1 0-1 0 0,0 0 0 0 0,0 0 0 0 0,0 0 1 0 0,0 8-1 0 0,-1-2-198 0 0,-1-7-98 0 0,0 1-1 0 0,0 0 1 0 0,1 0-1 0 0,0-1 1 0 0,1 1-1 0 0,0-1 1 0 0,0 1-1 0 0,0-1 1 0 0,5 11 0 0 0</inkml:trace>
</inkml:ink>
</file>

<file path=ppt/ink/ink2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6:35.15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85 173 5065 0 0,'0'0'32'0'0,"0"0"-1"0"0,1 0 1 0 0,-1 0 0 0 0,0 0-1 0 0,0 1 1 0 0,0-1-1 0 0,0 0 1 0 0,1 0 0 0 0,-1 0-1 0 0,0 0 1 0 0,0 0 0 0 0,0 0-1 0 0,1 0 1 0 0,-1 0-1 0 0,0 0 1 0 0,0 0 0 0 0,1 0-1 0 0,-1 0 1 0 0,0 0-1 0 0,0 0 1 0 0,0 0 0 0 0,1 0-1 0 0,-1 0 1 0 0,0 0 0 0 0,0 0-1 0 0,0 0 1 0 0,1 0-1 0 0,-1 0 1 0 0,0 0 0 0 0,0 0-1 0 0,0 0 1 0 0,1 0-1 0 0,-1-1 1 0 0,0 1 0 0 0,0 0-1 0 0,0 0 1 0 0,0 0 0 0 0,1 0-1 0 0,-1-1 1 0 0,7-11 463 0 0,0-14-222 0 0,-7 20-382 0 0,0 0 1 0 0,0 0-1 0 0,-1 0 1 0 0,1 1 0 0 0,-2-1-1 0 0,1 0 1 0 0,0 1 0 0 0,-1-1-1 0 0,0 0 1 0 0,0 1 0 0 0,-6-9-1 0 0,7 11 70 0 0,-1 1 1 0 0,0-1-1 0 0,0 1 0 0 0,0 0 0 0 0,0 0 0 0 0,0 0 0 0 0,0 0 0 0 0,-1 0 0 0 0,1 0 0 0 0,-1 0 1 0 0,1 1-1 0 0,-1-1 0 0 0,0 1 0 0 0,0 0 0 0 0,1 0 0 0 0,-1 0 0 0 0,0 0 0 0 0,0 0 0 0 0,0 1 0 0 0,0-1 1 0 0,0 1-1 0 0,0 0 0 0 0,0 0 0 0 0,-4 0 0 0 0,6 0 81 0 0,0 0 0 0 0,0 0 1 0 0,1 1-1 0 0,-1-1 0 0 0,0 0 0 0 0,0 0 0 0 0,0 1 1 0 0,1-1-1 0 0,-1 0 0 0 0,0 1 0 0 0,0-1 0 0 0,1 1 0 0 0,-1-1 1 0 0,0 1-1 0 0,1-1 0 0 0,-1 1 0 0 0,0-1 0 0 0,1 1 1 0 0,-1 0-1 0 0,1 0 0 0 0,-1-1 0 0 0,1 1 0 0 0,-1 0 1 0 0,1 0-1 0 0,-4 26 828 0 0,14 28 385 0 0,-9-51-1146 0 0,5 18 298 0 0,14 35 1 0 0,-17-51-365 0 0,-1 1 1 0 0,1-1 0 0 0,1 0 0 0 0,-1-1-1 0 0,1 1 1 0 0,0-1 0 0 0,1 1 0 0 0,-1-1-1 0 0,1 0 1 0 0,7 5 0 0 0,-11-9-42 0 0,0 0-1 0 0,0 0 1 0 0,1 0 0 0 0,-1 0 0 0 0,1 0-1 0 0,-1 0 1 0 0,1-1 0 0 0,-1 1 0 0 0,1-1-1 0 0,-1 1 1 0 0,1-1 0 0 0,-1 1 0 0 0,1-1-1 0 0,0 0 1 0 0,-1 0 0 0 0,1 0-1 0 0,0 0 1 0 0,-1 0 0 0 0,1 0 0 0 0,-1 0-1 0 0,1 0 1 0 0,0-1 0 0 0,-1 1 0 0 0,1-1-1 0 0,-1 1 1 0 0,1-1 0 0 0,-1 1 0 0 0,1-1-1 0 0,-1 0 1 0 0,1 0 0 0 0,-1 0-1 0 0,0 0 1 0 0,1 0 0 0 0,-1 0 0 0 0,0 0-1 0 0,0 0 1 0 0,0-1 0 0 0,0 1 0 0 0,0 0-1 0 0,0-1 1 0 0,1-1 0 0 0,0-2 17 0 0,1 0 0 0 0,-1 0 1 0 0,0 0-1 0 0,-1 0 0 0 0,1 0 0 0 0,-1-1 1 0 0,0 1-1 0 0,-1 0 0 0 0,1 0 1 0 0,-1-1-1 0 0,0-8 0 0 0,-5-11 289 0 0,-12-44-1 0 0,-3-8 680 0 0,22 117 2380 0 0,-2-38-3364 0 0,-1-7-397 0 0,1 0 0 0 0,-1 0 0 0 0,0 0 0 0 0,0 0 0 0 0,-1 1 0 0 0,-2-6 0 0 0,-3-6 173 0 0</inkml:trace>
</inkml:ink>
</file>

<file path=ppt/ink/ink2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6:35.8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1310 4574 1840 0 0,'1'0'58'0'0,"-1"1"0"0"0,0-1 0 0 0,0 0 0 0 0,0 1 0 0 0,0-1-1 0 0,0 0 1 0 0,0 1 0 0 0,0-1 0 0 0,-1 1 0 0 0,1-1 0 0 0,0 0 0 0 0,0 1-1 0 0,0-1 1 0 0,0 0 0 0 0,0 1 0 0 0,0-1 0 0 0,-1 0 0 0 0,1 1-1 0 0,0-1 1 0 0,0 0 0 0 0,-1 0 0 0 0,1 1 0 0 0,0-1 0 0 0,0 0 0 0 0,-1 0-1 0 0,1 1 1 0 0,0-1 0 0 0,-1 0 0 0 0,1 0 0 0 0,0 0 0 0 0,-1 1-1 0 0,1-1 1 0 0,0 0 0 0 0,-1 0 0 0 0,1 0 0 0 0,0 0 0 0 0,-1 0 0 0 0,1 0-1 0 0,0 0 1 0 0,-1 0 0 0 0,1 0 0 0 0,-1 0 0 0 0,1 0 0 0 0,0 0-1 0 0,-1 0 1 0 0,1 0 0 0 0,0 0 0 0 0,-1 0 0 0 0,1 0 0 0 0,0-1 0 0 0,-1 1-1 0 0,1 0 1 0 0,0 0 0 0 0,-1 0 0 0 0,1 0 0 0 0,0-1 0 0 0,-1 1-1 0 0,1 0 1 0 0,0 0 0 0 0,0-1 0 0 0,-1 1 0 0 0,1 0 0 0 0,0-1-1 0 0,0 1 1 0 0,0 0 0 0 0,-1-1 0 0 0,1 1 0 0 0,0 0 0 0 0,0-1 0 0 0,-14-25 1604 0 0,-16-262 2888 0 0,15 110-3969 0 0,-8-33-477 0 0,-77-491 933 0 0,-119-94-775 0 0,73 299 597 0 0,106 345-291 0 0,-58-203 427 0 0,-77-135-615 0 0,143 408-368 0 0,-85-192 183 0 0,1 2 487 0 0,111 260-645 0 0,-46-110 474 0 0,44 107-442 0 0,-1 1 1 0 0,0 0-1 0 0,-1 1 1 0 0,0 0 0 0 0,-1 0-1 0 0,-13-11 1 0 0,23 23-67 0 0,-1 0-1 0 0,0 0 1 0 0,0 0 0 0 0,0 0-1 0 0,0 0 1 0 0,0 0 0 0 0,0 0-1 0 0,-1 0 1 0 0,1 0 0 0 0,0 1-1 0 0,0-1 1 0 0,-1 0 0 0 0,1 1-1 0 0,0-1 1 0 0,-1 1 0 0 0,1 0 0 0 0,0-1-1 0 0,-1 1 1 0 0,1 0 0 0 0,0 0-1 0 0,-1 0 1 0 0,1 0 0 0 0,-1 0-1 0 0,1 0 1 0 0,-2 1 0 0 0,2 0-89 0 0,0 0-1 0 0,1 0 1 0 0,-1 0 0 0 0,1 0 0 0 0,-1 0 0 0 0,1 0 0 0 0,-1 1 0 0 0,1-1 0 0 0,0 0 0 0 0,0 0 0 0 0,0 0 0 0 0,-1 1 0 0 0,1-1 0 0 0,0 0 0 0 0,1 0-1 0 0,-1 0 1 0 0,0 1 0 0 0,0-1 0 0 0,0 0 0 0 0,1 0 0 0 0,-1 0 0 0 0,0 1 0 0 0,1-1 0 0 0,-1 0 0 0 0,1 0 0 0 0,0 0 0 0 0,-1 0 0 0 0,1 0 0 0 0,1 1-1 0 0,22 43-4854 0 0,-15-33 633 0 0</inkml:trace>
</inkml:ink>
</file>

<file path=ppt/ink/ink2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6:36.31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85 139 2072 0 0,'-8'-33'686'0'0,"2"12"802"0"0,-13-36 1 0 0,19 57-1457 0 0,0 0 0 0 0,0 0 0 0 0,0-1 0 0 0,0 1 0 0 0,0 0 0 0 0,0 0 0 0 0,0 0 0 0 0,0 0-1 0 0,0 0 1 0 0,0-1 0 0 0,0 1 0 0 0,0 0 0 0 0,0 0 0 0 0,0 0 0 0 0,0 0 0 0 0,0 0 0 0 0,0 0 0 0 0,-1-1 0 0 0,1 1 0 0 0,0 0 0 0 0,0 0 0 0 0,0 0 0 0 0,0 0 0 0 0,0 0 0 0 0,0 0 0 0 0,-1 0 0 0 0,1 0 0 0 0,0 0 0 0 0,0-1 0 0 0,0 1 0 0 0,0 0 0 0 0,0 0 0 0 0,-1 0 0 0 0,1 0 0 0 0,0 0 0 0 0,0 0 0 0 0,0 0 0 0 0,0 0 0 0 0,0 0 0 0 0,-1 0 0 0 0,1 0 0 0 0,0 0 0 0 0,0 0 0 0 0,0 0 0 0 0,0 1 0 0 0,0-1 0 0 0,-1 0 0 0 0,1 0 0 0 0,0 0 0 0 0,0 0 0 0 0,0 0 0 0 0,0 0 0 0 0,-6 11 935 0 0,0 14 78 0 0,-12 172-98 0 0,1-10-358 0 0,22-242-634 0 0,-3-81 1 0 0,-3 80 36 0 0,10-90 1 0 0,-9 143 84 0 0,1 0-1 0 0,-1 0 0 0 0,1 0 0 0 0,-1 1 1 0 0,1-1-1 0 0,0 0 0 0 0,0 0 0 0 0,0 1 1 0 0,0-1-1 0 0,1 1 0 0 0,-1-1 0 0 0,1 1 0 0 0,-1-1 1 0 0,1 1-1 0 0,0 0 0 0 0,2-2 0 0 0,-2 3 64 0 0,0 0 0 0 0,0 0 0 0 0,0 1 0 0 0,0-1 0 0 0,0 1 0 0 0,0-1 0 0 0,0 1 0 0 0,0 0 0 0 0,0 0 0 0 0,0 0 0 0 0,0 0 0 0 0,0 0 0 0 0,0 0 0 0 0,0 1 0 0 0,0-1 0 0 0,0 1 0 0 0,0-1 0 0 0,-1 1 0 0 0,1 0 0 0 0,0 0 0 0 0,0 0 0 0 0,3 2 0 0 0,4 2 300 0 0,-1 1-1 0 0,1 0 1 0 0,-1 1 0 0 0,-1 0 0 0 0,1 0 0 0 0,-1 1-1 0 0,-1 0 1 0 0,1 0 0 0 0,8 16 0 0 0,20 23-809 0 0,-30-42-453 0 0,0 0 0 0 0,0 0 0 0 0,0 0 0 0 0,1-1 0 0 0,12 8 0 0 0,2-3-5399 0 0</inkml:trace>
</inkml:ink>
</file>

<file path=ppt/ink/ink2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6:31.78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34 539 5985 0 0,'-16'-32'1651'0'0,"13"29"-1409"0"0,1 0 1 0 0,0-1 0 0 0,0 1 0 0 0,0-1 0 0 0,1 1-1 0 0,-1-1 1 0 0,1 1 0 0 0,-1-6 0 0 0,2 9-222 0 0,0-1-1 0 0,0 1 1 0 0,0 0 0 0 0,0 0 0 0 0,0 0 0 0 0,0 0 0 0 0,0 0-1 0 0,0-1 1 0 0,0 1 0 0 0,0 0 0 0 0,0 0 0 0 0,0 0 0 0 0,0 0-1 0 0,0 0 1 0 0,0-1 0 0 0,0 1 0 0 0,0 0 0 0 0,0 0 0 0 0,0 0-1 0 0,0 0 1 0 0,0 0 0 0 0,0-1 0 0 0,0 1 0 0 0,0 0 0 0 0,1 0-1 0 0,-1 0 1 0 0,0 0 0 0 0,0 0 0 0 0,0 0 0 0 0,0 0 0 0 0,0 0-1 0 0,0-1 1 0 0,1 1 0 0 0,-1 0 0 0 0,0 0 0 0 0,0 0 0 0 0,0 0-1 0 0,0 0 1 0 0,0 0 0 0 0,1 0 0 0 0,-1 0 0 0 0,0 0 0 0 0,0 0-1 0 0,0 0 1 0 0,0 0 0 0 0,0 0 0 0 0,1 0 0 0 0,-1 0 0 0 0,12 4 560 0 0,8 9-1 0 0,0 6-22 0 0,-13-12-395 0 0,0 0 0 0 0,1-1 1 0 0,0 1-1 0 0,0-1 0 0 0,0-1 0 0 0,0 0 0 0 0,1 0 0 0 0,9 4 1 0 0,-7-5-88 0 0,0 2-1 0 0,0 0 1 0 0,-1 0 0 0 0,0 1 0 0 0,0 0 0 0 0,9 9 0 0 0,-12-9-68 0 0,0-1 0 0 0,0-1 0 0 0,0 1 0 0 0,1-1 0 0 0,-1 0 0 0 0,1-1 0 0 0,1 0 0 0 0,-1 0 0 0 0,0 0 0 0 0,1-1 0 0 0,0-1-1 0 0,9 2 1 0 0,-17-4 6 0 0,0 0-1 0 0,0 0 0 0 0,0 0 0 0 0,0 0 0 0 0,0 0 0 0 0,0 0 0 0 0,1-1 0 0 0,-1 1 0 0 0,0 0 0 0 0,0-1 0 0 0,0 1 1 0 0,0-1-1 0 0,0 1 0 0 0,0-1 0 0 0,0 0 0 0 0,-1 1 0 0 0,1-1 0 0 0,0 0 0 0 0,0 1 0 0 0,0-1 0 0 0,-1 0 1 0 0,1 0-1 0 0,0 0 0 0 0,-1 0 0 0 0,1 0 0 0 0,-1 0 0 0 0,1 0 0 0 0,-1 0 0 0 0,1 0 0 0 0,-1 0 0 0 0,0 0 0 0 0,1 0 1 0 0,-1 0-1 0 0,0 0 0 0 0,0 0 0 0 0,0-2 0 0 0,1-5 177 0 0,-1 0 0 0 0,0 0-1 0 0,-2-16 1 0 0,1 16-117 0 0,-10-76 1388 0 0,-3 0 0 0 0,-45-146 0 0 0,41 181-1484 0 0,12 35-275 0 0,1 0-1 0 0,0 0 1 0 0,1 0-1 0 0,0-1 1 0 0,1 0-1 0 0,1 0 1 0 0,-1-24-1 0 0</inkml:trace>
</inkml:ink>
</file>

<file path=ppt/ink/ink2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6:32.2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7 10594 0 0,'5'-6'4097'0'0,"-4"6"-3986"0"0,13 3 1806 0 0,11 10-1379 0 0,-14-4-451 0 0,-1 1 0 0 0,0 1 0 0 0,12 17-1 0 0,-16-20-298 0 0,0 0 0 0 0,0 0 0 0 0,1-1 0 0 0,0 1 0 0 0,1-2 0 0 0,-1 1 0 0 0,1-1-1 0 0,13 8 1 0 0,-12-10-1513 0 0</inkml:trace>
</inkml:ink>
</file>

<file path=ppt/ink/ink2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6:32.58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33 1 9218 0 0,'-1'4'366'0'0,"0"0"0"0"0,0 0 0 0 0,0 0 0 0 0,-1 0 0 0 0,1-1 0 0 0,-1 1 0 0 0,0 0 0 0 0,-3 4 0 0 0,-9 22 562 0 0,13-25-1068 0 0,0 0-1 0 0,1 0 1 0 0,0 0 0 0 0,0 1-1 0 0,0-1 1 0 0,1 0 0 0 0,0 0-1 0 0,0 0 1 0 0,0 0 0 0 0,0 0-1 0 0,1 0 1 0 0,0 0 0 0 0,0 0-1 0 0,3 4 1 0 0,4 14-287 0 0,-2-5 401 0 0</inkml:trace>
</inkml:ink>
</file>

<file path=ppt/ink/ink2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6:32.94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0 215 920 0 0,'1'-2'162'0'0,"0"0"1"0"0,0 1-1 0 0,0-1 0 0 0,0 0 0 0 0,0 0 1 0 0,0 0-1 0 0,0 1 0 0 0,1-1 0 0 0,-1 1 0 0 0,1-1 1 0 0,-1 1-1 0 0,1-1 0 0 0,0 1 0 0 0,0 0 1 0 0,-1 0-1 0 0,1 0 0 0 0,0 0 0 0 0,0 0 0 0 0,0 0 1 0 0,0 1-1 0 0,0-1 0 0 0,0 1 0 0 0,0-1 1 0 0,0 1-1 0 0,1 0 0 0 0,-1-1 0 0 0,0 1 0 0 0,0 0 1 0 0,0 1-1 0 0,0-1 0 0 0,0 0 0 0 0,0 1 1 0 0,0-1-1 0 0,0 1 0 0 0,0-1 0 0 0,0 1 0 0 0,0 0 1 0 0,0 0-1 0 0,0 0 0 0 0,3 2 0 0 0,1 1 86 0 0,0 0 0 0 0,0 0 0 0 0,0 1 0 0 0,-1 0 0 0 0,1 0 0 0 0,-1 1 0 0 0,0-1-1 0 0,-1 1 1 0 0,1 0 0 0 0,5 10 0 0 0,-6-5-14 0 0,-3-8-206 0 0,-1 0 0 0 0,1 0 0 0 0,0-1 0 0 0,0 1 0 0 0,0-1-1 0 0,0 1 1 0 0,1-1 0 0 0,-1 1 0 0 0,1-1 0 0 0,0 0 0 0 0,-1 0 0 0 0,1 0-1 0 0,4 4 1 0 0,-5-7-27 0 0,-1 0 0 0 0,1 0 0 0 0,0 0 0 0 0,0 0 0 0 0,-1 0 0 0 0,1 0 0 0 0,-1 1-1 0 0,1-1 1 0 0,-1-1 0 0 0,1 1 0 0 0,-1 0 0 0 0,0 0 0 0 0,1 0 0 0 0,-1 0 0 0 0,0 0 0 0 0,0 0-1 0 0,0 0 1 0 0,0-2 0 0 0,3-22-34 0 0,-3-38 149 0 0,-1 35 90 0 0,4-40 0 0 0,-2 59-170 0 0,0 1 0 0 0,1 0 0 0 0,0 0 0 0 0,1 0 0 0 0,-1 0-1 0 0,1 0 1 0 0,1 0 0 0 0,0 1 0 0 0,5-9 0 0 0,-8 15 5 0 0,-1 0 0 0 0,1 0-1 0 0,0 0 1 0 0,-1 0 0 0 0,1 0-1 0 0,0 0 1 0 0,0 1 0 0 0,0-1 0 0 0,-1 0-1 0 0,1 0 1 0 0,0 1 0 0 0,0-1-1 0 0,0 1 1 0 0,0-1 0 0 0,0 1-1 0 0,0-1 1 0 0,0 1 0 0 0,0 0 0 0 0,0-1-1 0 0,0 1 1 0 0,1 0 0 0 0,-1 0-1 0 0,0 0 1 0 0,0 0 0 0 0,1 0-1 0 0,0 1 45 0 0,0-1-1 0 0,0 1 0 0 0,0 0 0 0 0,0 0 0 0 0,0 0 0 0 0,0 0 0 0 0,0 0 0 0 0,-1 0 0 0 0,1 0 1 0 0,-1 1-1 0 0,1-1 0 0 0,2 3 0 0 0,5 8-450 0 0,-1 0 0 0 0,1 0 0 0 0,7 17 0 0 0,-8-16-1959 0 0,5 10-2038 0 0</inkml:trace>
</inkml:ink>
</file>

<file path=ppt/ink/ink2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6:48.56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1 162 9218 0 0,'6'0'1112'0'0,"0"-1"0"0"0,-1 0 1 0 0,1 0-1 0 0,0 0 0 0 0,7-3 0 0 0,54-27 592 0 0,-7 3-1695 0 0,-41 21-208 0 0,0-1 0 0 0,34-22 0 0 0,2-8-3366 0 0,-41 27-1435 0 0</inkml:trace>
</inkml:ink>
</file>

<file path=ppt/ink/ink2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6:49.04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 77 3681 0 0,'-10'-6'2684'0'0,"9"6"-2534"0"0,1 1 0 0 0,0-1 0 0 0,0 0 0 0 0,-1 1 0 0 0,1-1 0 0 0,0 1 0 0 0,0-1 0 0 0,0 0 0 0 0,0 1 0 0 0,0-1 0 0 0,0 1 0 0 0,0-1 0 0 0,0 1 0 0 0,0-1-1 0 0,0 0 1 0 0,0 1 0 0 0,0-1 0 0 0,0 1 0 0 0,0-1 0 0 0,0 1 0 0 0,0-1 0 0 0,0 0 0 0 0,0 1 0 0 0,1 0 0 0 0,0 12 20 0 0,0 1 0 0 0,2 0 0 0 0,-1-1 0 0 0,2 1 0 0 0,0-1 0 0 0,1 0 0 0 0,0 0 0 0 0,0-1 0 0 0,2 1 0 0 0,-1-1 0 0 0,2-1 0 0 0,-1 1 0 0 0,2-1 0 0 0,-1-1 0 0 0,2 1 0 0 0,12 10 0 0 0,-5-5-69 0 0,-1-2-1 0 0,2-1 1 0 0,0 0 0 0 0,1-1-1 0 0,0-1 1 0 0,0 0 0 0 0,1-2 0 0 0,1 0-1 0 0,36 9 1 0 0,-53-16-82 0 0,1-1-1 0 0,-1 0 1 0 0,1-1-1 0 0,0 1 1 0 0,-1-1 0 0 0,1 0-1 0 0,0 0 1 0 0,0 0 0 0 0,-1 0-1 0 0,1-1 1 0 0,0 0-1 0 0,-1 0 1 0 0,1 0 0 0 0,-1-1-1 0 0,1 0 1 0 0,-1 1 0 0 0,6-5-1 0 0,-7 3 46 0 0,1 0 0 0 0,-1 0 0 0 0,1 0 0 0 0,-1-1 0 0 0,0 0 1 0 0,0 0-1 0 0,0 1 0 0 0,-1-2 0 0 0,0 1 0 0 0,0 0 0 0 0,0 0 0 0 0,0-1 0 0 0,0 1 0 0 0,-1-1 0 0 0,0 0 0 0 0,2-8 0 0 0,-2-3 238 0 0,1-1 0 0 0,-2 1 0 0 0,0-1 0 0 0,-1 1 0 0 0,0 0 1 0 0,-2-1-1 0 0,0 1 0 0 0,0 0 0 0 0,-2 1 0 0 0,0-1 0 0 0,-1 1 0 0 0,-13-26 0 0 0,15 33-157 0 0,-2 0 0 0 0,1-1 0 0 0,-1 2-1 0 0,0-1 1 0 0,-1 1 0 0 0,0 0 0 0 0,0 0 0 0 0,0 0 0 0 0,-16-9 0 0 0,16 12-94 0 0,1 1 0 0 0,-1 0 0 0 0,1 0 0 0 0,-1 1 0 0 0,0 0 0 0 0,0 0 0 0 0,-1 0 0 0 0,1 1 0 0 0,0 0 0 0 0,0 1 0 0 0,-1-1 0 0 0,1 1 1 0 0,0 1-1 0 0,-11 1 0 0 0,2 1-244 0 0,0 1 0 0 0,0 0 0 0 0,0 1 0 0 0,1 1 0 0 0,-23 12 0 0 0,29-13-529 0 0,-1 0 0 0 0,2 1 0 0 0,-1 1 0 0 0,1-1 0 0 0,-13 14 0 0 0,4 2-5283 0 0</inkml:trace>
</inkml:ink>
</file>

<file path=ppt/ink/ink2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6:49.59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181 1150 3681 0 0,'-5'4'337'0'0,"1"-1"0"0"0,-1 1 1 0 0,0-1-1 0 0,0-1 0 0 0,0 1 1 0 0,-1-1-1 0 0,1 0 0 0 0,-7 2 0 0 0,-14 6 443 0 0,4 2 813 0 0,0 0 0 0 0,-36 28 0 0 0,78-44 1749 0 0,15-9-2933 0 0,41-20 432 0 0,357-174 1087 0 0,-126 51-1284 0 0,-18 5-510 0 0,33-16-84 0 0,-222 122-62 0 0,662-269 897 0 0,-693 290-848 0 0,191-61 190 0 0,-201 69-401 0 0,-1 3 1 0 0,94-8-1 0 0,-125 19-824 0 0,-1 2-311 0 0</inkml:trace>
</inkml:ink>
</file>

<file path=ppt/ink/ink2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6:55.36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8290 0 0,'3'0'638'0'0,"0"0"0"0"0,0 1 0 0 0,0-1 1 0 0,0 1-1 0 0,0 0 0 0 0,0 0 0 0 0,0 0 0 0 0,-1 0 1 0 0,4 2-1 0 0,28 22 1282 0 0,-23-15-1708 0 0,-1 0 1 0 0,-1 0 0 0 0,15 22-1 0 0,124 210 1682 0 0,-51-80-4360 0 0,-92-154 487 0 0</inkml:trace>
</inkml:ink>
</file>

<file path=ppt/ink/ink2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6:55.74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21 56 2761 0 0,'-13'-5'142'0'0,"6"0"2364"0"0,19-5-704 0 0,-4 6-1421 0 0,0-1-1 0 0,0 1 1 0 0,0 0 0 0 0,0 0 0 0 0,1 1-1 0 0,-1 0 1 0 0,1 1 0 0 0,0 0 0 0 0,0 0 0 0 0,0 1-1 0 0,10-1 1 0 0,-15 3-331 0 0,0-1-1 0 0,-1 0 1 0 0,1 1 0 0 0,0 0-1 0 0,0 0 1 0 0,0 0-1 0 0,-1 0 1 0 0,1 1 0 0 0,0-1-1 0 0,-1 1 1 0 0,0 0-1 0 0,1 0 1 0 0,-1 0 0 0 0,0 0-1 0 0,0 1 1 0 0,0 0-1 0 0,0-1 1 0 0,0 1 0 0 0,-1 0-1 0 0,1 0 1 0 0,-1 0 0 0 0,0 1-1 0 0,0-1 1 0 0,0 0-1 0 0,0 1 1 0 0,-1 0 0 0 0,0-1-1 0 0,2 5 1 0 0,4 18-97 0 0,-1 0-1 0 0,-2 0 1 0 0,0 1 0 0 0,-2 0 0 0 0,-1 28 0 0 0,0-18-124 0 0,9 61 1 0 0,-10-95 166 0 0,1 0 1 0 0,-1 0 0 0 0,1 0 0 0 0,0 0 0 0 0,0 0-1 0 0,0 0 1 0 0,0 0 0 0 0,3 4 0 0 0,-3-7 2 0 0,-1 1 0 0 0,1-1 0 0 0,0 1 0 0 0,-1-1 0 0 0,1 0 0 0 0,0 1 1 0 0,-1-1-1 0 0,1 0 0 0 0,0 0 0 0 0,0 1 0 0 0,-1-1 0 0 0,1 0 0 0 0,0 0 0 0 0,0 0 0 0 0,0 0 0 0 0,-1 0 1 0 0,1 0-1 0 0,0 0 0 0 0,0 0 0 0 0,-1 0 0 0 0,1-1 0 0 0,0 1 0 0 0,0 0 0 0 0,-1 0 0 0 0,1-1 0 0 0,0 1 1 0 0,-1 0-1 0 0,1-1 0 0 0,0 1 0 0 0,-1-1 0 0 0,1 1 0 0 0,-1-1 0 0 0,1 1 0 0 0,0-1 0 0 0,-1 1 0 0 0,1-1 0 0 0,-1 1 1 0 0,1-2-1 0 0,34-23 48 0 0,-28 21 24 0 0,-1 0 0 0 0,1-1 0 0 0,-1 0 0 0 0,0 0 0 0 0,0-1 0 0 0,9-10 0 0 0,-13 13-58 0 0,1-1 0 0 0,0 1 0 0 0,0 1 1 0 0,0-1-1 0 0,0 0 0 0 0,0 1 0 0 0,1-1 1 0 0,-1 1-1 0 0,1 0 0 0 0,6-2 0 0 0,12-5-3656 0 0,-8 4-469 0 0</inkml:trace>
</inkml:ink>
</file>

<file path=ppt/ink/ink2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6:56.1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68 157 7834 0 0,'9'20'779'0'0,"1"-1"-1"0"0,1-1 1 0 0,17 24 0 0 0,7 9 356 0 0,24 36 558 0 0,-39-61-1459 0 0,-1 1 0 0 0,-2 1 0 0 0,-1 0 0 0 0,17 40 0 0 0,-27-48-514 0 0</inkml:trace>
  <inkml:trace contextRef="#ctx0" brushRef="#br0" timeOffset="1">6 0 9674 0 0,'-4'5'2993'0'0,"3"-3"-2297"0"0,2 2-376 0 0,2 1-80 0 0,4 0-16 0 0,0-1 0 0 0,2 3-224 0 0,0-1 0 0 0</inkml:trace>
</inkml:ink>
</file>

<file path=ppt/ink/ink2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7:23.30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52 0 3225 0 0,'-2'15'-140'0'0,"1"-1"1"0"0,0 1-1 0 0,1-1 1 0 0,1 1-1 0 0,0-1 1 0 0,6 28-1 0 0,-1-11 419 0 0,-3-12-213 0 0,1-2-1 0 0,7 19 0 0 0,2 7 858 0 0,-13-42-793 0 0,1-1 0 0 0,-1 1 0 0 0,0 0 0 0 0,0-1 0 0 0,0 1 0 0 0,0-1 0 0 0,1 1-1 0 0,-1-1 1 0 0,0 1 0 0 0,0 0 0 0 0,0-1 0 0 0,0 1 0 0 0,0-1 0 0 0,-1 1 0 0 0,1 0 0 0 0,0-1 0 0 0,0 1 0 0 0,0-1-1 0 0,0 1 1 0 0,-1-1 0 0 0,1 1 0 0 0,0-1 0 0 0,0 1 0 0 0,-1-1 0 0 0,1 1 0 0 0,0-1 0 0 0,-1 1 0 0 0,1-1 0 0 0,-1 1 0 0 0,1-1-1 0 0,-1 0 1 0 0,1 1 0 0 0,-1-1 0 0 0,1 0 0 0 0,-1 1 0 0 0,1-1 0 0 0,-1 0 0 0 0,0 1 0 0 0,-26-1 4549 0 0,-1 2-2156 0 0,27-1-2554 0 0,0-1-1 0 0,0 0 0 0 0,1 1 0 0 0,-1-1 0 0 0,0 0 0 0 0,0 0 0 0 0,0 0 0 0 0,0 0 0 0 0,0 1 0 0 0,0-1 1 0 0,0 0-1 0 0,0-1 0 0 0,0 1 0 0 0,0 0 0 0 0,0 0 0 0 0,0 0 0 0 0,0 0 0 0 0,0-1 0 0 0,1 1 0 0 0,-1-1 1 0 0,0 1-1 0 0,0 0 0 0 0,0-1 0 0 0,0 1 0 0 0,1-1 0 0 0,-1 0 0 0 0,0 1 0 0 0,0-1 0 0 0,1 0 0 0 0,-1 1 1 0 0,1-1-1 0 0,-1 0 0 0 0,1 0 0 0 0,-1 0 0 0 0,1 1 0 0 0,-1-3 0 0 0</inkml:trace>
</inkml:ink>
</file>

<file path=ppt/ink/ink2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7:24.05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475 5393 8754 0 0,'-8'12'447'0'0,"-1"-1"0"0"0,0 0 0 0 0,0 0 1 0 0,-1-1-1 0 0,-1 0 0 0 0,0-1 0 0 0,0 0 1 0 0,-21 12-1 0 0,30-20-342 0 0,-1-1 0 0 0,0 1-1 0 0,0-1 1 0 0,0 1 0 0 0,0-1 0 0 0,1 0 0 0 0,-1 0 0 0 0,0-1 0 0 0,0 1 0 0 0,0 0 0 0 0,1-1 0 0 0,-1 0 0 0 0,0 0 0 0 0,0 1 0 0 0,1-2-1 0 0,-1 1 1 0 0,1 0 0 0 0,-1 0 0 0 0,1-1 0 0 0,-1 0 0 0 0,1 1 0 0 0,0-1 0 0 0,0 0 0 0 0,0 0 0 0 0,0 0 0 0 0,0 0 0 0 0,-2-3-1 0 0,-5-7 104 0 0,0 0 0 0 0,0 0 0 0 0,-12-24 0 0 0,-2-15 16 0 0,3 0 0 0 0,-25-96 0 0 0,24 77-192 0 0,-24-104-66 0 0,-27-214 1 0 0,61 302 25 0 0,4 1 1 0 0,8-146-1 0 0,9 108-5 0 0,33-154 1 0 0,174-500-17 0 0,-215 770 29 0 0,285-727-11 0 0,-183 505-20 0 0,195-395-63 0 0,-11 162-189 0 0,-211 345 206 0 0,-17 29-76 0 0,4 3 0 0 0,3 3 0 0 0,134-126 1 0 0,-151 161-127 0 0,-4 2 348 0 0,2 3 0 0 0,81-56 0 0 0,-114 88-401 0 0,0 2-1 0 0,0-1 0 0 0,0 2 1 0 0,1 0-1 0 0,0 1 1 0 0,1 0-1 0 0,0 1 0 0 0,-1 1 1 0 0,1 1-1 0 0,1 1 0 0 0,-1 0 1 0 0,0 1-1 0 0,0 0 0 0 0,22 4 1 0 0,-26-1-2526 0 0,-1 1-647 0 0</inkml:trace>
</inkml:ink>
</file>

<file path=ppt/ink/ink2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7:24.43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113 0 6033 0 0,'-113'32'-77'0'0,"167"-31"1911"0"0,-1 2-1216 0 0,0 2 0 0 0,0 2 0 0 0,-1 2 1 0 0,0 3-1 0 0,-1 1 0 0 0,69 29 0 0 0,-114-40-595 0 0,0 1 0 0 0,0 0 0 0 0,-1-1 0 0 0,1 2 0 0 0,-1-1 1 0 0,1 1-1 0 0,-1 0 0 0 0,0 0 0 0 0,0 0 0 0 0,-1 1 0 0 0,1-1 0 0 0,3 7 0 0 0,-5-6-94 0 0,-1 0-1 0 0,1 0 1 0 0,-1 0 0 0 0,0 0 0 0 0,-1 0 0 0 0,1 1 0 0 0,-1-1-1 0 0,0 1 1 0 0,-1-1 0 0 0,1 1 0 0 0,-1-1 0 0 0,0 1-1 0 0,0-1 1 0 0,-2 10 0 0 0,-5 25-3996 0 0</inkml:trace>
</inkml:ink>
</file>

<file path=ppt/ink/ink2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7:25.90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282 4903 3681 0 0,'3'6'474'0'0,"0"0"0"0"0,0 0 1 0 0,-1 0-1 0 0,1 0 0 0 0,-2 0 1 0 0,1 0-1 0 0,-1 0 0 0 0,2 12 1 0 0,-4-17-390 0 0,1 0 1 0 0,0-1 0 0 0,-1 1-1 0 0,1 0 1 0 0,-1-1 0 0 0,1 1-1 0 0,-1-1 1 0 0,0 1-1 0 0,1-1 1 0 0,-1 1 0 0 0,1-1-1 0 0,-1 1 1 0 0,0-1 0 0 0,1 0-1 0 0,-1 1 1 0 0,0-1 0 0 0,0 0-1 0 0,1 1 1 0 0,-1-1-1 0 0,0 0 1 0 0,0 0 0 0 0,1 0-1 0 0,-1 0 1 0 0,0 0 0 0 0,0 0-1 0 0,1 0 1 0 0,-1 0 0 0 0,0 0-1 0 0,0 0 1 0 0,0 0-1 0 0,1 0 1 0 0,-1 0 0 0 0,0-1-1 0 0,-1 0 1 0 0,-25-10 1678 0 0,17-1-1577 0 0,1 0 0 0 0,0 0 0 0 0,1-1 0 0 0,1 0 0 0 0,0-1 1 0 0,1 0-1 0 0,-8-23 0 0 0,8 21-136 0 0,-26-66-57 0 0,3-1 0 0 0,4-1 0 0 0,4-1 1 0 0,-17-144-1 0 0,8-980-157 0 0,52 697 184 0 0,39 6 51 0 0,68-93 592 0 0,28 7-175 0 0,-24 27-403 0 0,-122 508-39 0 0,-4 25 84 0 0,-1 0 0 0 0,-1-1-1 0 0,-2 1 1 0 0,-2-38-1 0 0,-1 70-136 0 0,0-1-34 0 0,0 0 0 0 0,1 0 0 0 0,-1 0 0 0 0,0 1 0 0 0,0-1 0 0 0,0 0 0 0 0,-1 0 0 0 0,1 1 0 0 0,0-1 0 0 0,0 0 1 0 0,0 0-1 0 0,0 1 0 0 0,-1-1 0 0 0,1 0 0 0 0,0 1 0 0 0,-1-1 0 0 0,1 0 0 0 0,-1 1 0 0 0,1-1 0 0 0,-1 0 0 0 0,1 1 0 0 0,-1-1 1 0 0,1 1-1 0 0,-1-1 0 0 0,1 1 0 0 0,-1-1 0 0 0,0 1 0 0 0,1-1 0 0 0,-2 0 0 0 0</inkml:trace>
</inkml:ink>
</file>

<file path=ppt/ink/ink2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7:26.46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111 203 2761 0 0,'-11'-17'139'0'0,"4"6"2930"0"0,6 12-2961 0 0,1-1 0 0 0,-1 0 0 0 0,0 1 0 0 0,1-1 0 0 0,-1 0 0 0 0,1 1 0 0 0,-1-1 0 0 0,0 1 0 0 0,1-1 0 0 0,-1 1 0 0 0,1-1 0 0 0,-1 1 0 0 0,1-1 0 0 0,0 1 0 0 0,-1-1 0 0 0,1 1 0 0 0,0 0 0 0 0,-1-1 0 0 0,1 1 0 0 0,0 0 0 0 0,0-1-1 0 0,-1 2 1 0 0,-19 40 347 0 0,2 2 0 0 0,2 0 0 0 0,-11 51 0 0 0,71-170-445 0 0,-14 18-18 0 0,13-25 164 0 0,64-93 0 0 0,-106 173-138 0 0,0 1 0 0 0,0-1 0 0 0,0 0 0 0 0,1 1 0 0 0,-1-1 0 0 0,0 0-1 0 0,1 1 1 0 0,-1 0 0 0 0,1-1 0 0 0,0 1 0 0 0,-1 0 0 0 0,1 0 0 0 0,0 0-1 0 0,0 0 1 0 0,0 0 0 0 0,2-1 0 0 0,-3 3 15 0 0,0-1 0 0 0,1 1-1 0 0,-1-1 1 0 0,0 1 0 0 0,0 0 0 0 0,0-1-1 0 0,0 1 1 0 0,0 0 0 0 0,0 0 0 0 0,0 0-1 0 0,0 0 1 0 0,0 0 0 0 0,0 0 0 0 0,-1 0-1 0 0,1 0 1 0 0,0 0 0 0 0,-1 0 0 0 0,1 0-1 0 0,-1 1 1 0 0,1-1 0 0 0,-1 0 0 0 0,1 0 0 0 0,-1 1-1 0 0,0-1 1 0 0,0 0 0 0 0,0 3 0 0 0,18 63 1320 0 0,-11-37-1096 0 0,0-1-1 0 0,2 0 1 0 0,1-1-1 0 0,2 0 1 0 0,23 43-1 0 0,-23-54-376 0 0</inkml:trace>
</inkml:ink>
</file>

<file path=ppt/ink/ink2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7:28.35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21 265 2761 0 0,'-10'-16'2269'0'0,"10"16"-2184"0"0,-1 0 0 0 0,1 0 0 0 0,0 0 0 0 0,0 0 0 0 0,-1 0 0 0 0,1 0 0 0 0,-3 2 1190 0 0,3-1-1190 0 0,0-1 0 0 0,0 0 0 0 0,0 0 0 0 0,0 0 0 0 0,-1 1 0 0 0,1-1 0 0 0,0 0 0 0 0,0 0 0 0 0,0 1 0 0 0,0-1 0 0 0,0 0 0 0 0,0 0 0 0 0,0 1 0 0 0,0-1 0 0 0,0 0 0 0 0,-4 39 2668 0 0,4-37-2950 0 0,-1 23 354 0 0,1-1 0 0 0,1 1 1 0 0,2 0-1 0 0,0 0 0 0 0,2-1 0 0 0,12 42 1 0 0,-13-56-163 0 0,0 0 0 0 0,1-1 0 0 0,-1 0 0 0 0,2 0 0 0 0,-1 0 0 0 0,1 0 0 0 0,1-1 0 0 0,8 9 0 0 0,-9-12-5 0 0,-1 0 0 0 0,1-1 0 0 0,0 0 0 0 0,0 0 0 0 0,0 0 0 0 0,0-1 1 0 0,1 0-1 0 0,-1 0 0 0 0,1-1 0 0 0,0 1 0 0 0,0-2 0 0 0,0 1 0 0 0,8 0 0 0 0,-8-1-11 0 0,0-1 0 0 0,1 0 0 0 0,-1-1 0 0 0,0 1 0 0 0,1-2 0 0 0,-1 1-1 0 0,0-1 1 0 0,0 0 0 0 0,0 0 0 0 0,0-1 0 0 0,-1 0 0 0 0,1 0 0 0 0,-1 0 0 0 0,1-1 0 0 0,-1 0-1 0 0,0-1 1 0 0,-1 1 0 0 0,1-1 0 0 0,-1 0 0 0 0,0 0 0 0 0,0-1 0 0 0,8-12 0 0 0,-6 8 32 0 0,0-1 1 0 0,0 0-1 0 0,-2-1 1 0 0,1 0-1 0 0,-1 0 1 0 0,-1 0-1 0 0,0 0 1 0 0,-1 0-1 0 0,0-1 1 0 0,-1 0-1 0 0,0 0 1 0 0,-1-16-1 0 0,-2 6 185 0 0,-1 0-1 0 0,-2 1 1 0 0,0-1-1 0 0,-1 1 1 0 0,-1 0 0 0 0,-1 0-1 0 0,-1 1 1 0 0,-1 0-1 0 0,-1 1 1 0 0,-1-1 0 0 0,0 2-1 0 0,-2 0 1 0 0,0 0-1 0 0,-29-30 1 0 0,34 42-171 0 0,0 0 0 0 0,0 1 0 0 0,-1 0 0 0 0,-11-6 0 0 0,16 10-69 0 0,1 0 0 0 0,-1 1 0 0 0,1 0 0 0 0,-1-1 0 0 0,1 1 0 0 0,-1 0 0 0 0,0 1 0 0 0,1-1 0 0 0,-1 1 0 0 0,0 0 0 0 0,1-1 0 0 0,-1 2 0 0 0,0-1 0 0 0,0 0 0 0 0,-4 2 0 0 0,3 0-1159 0 0</inkml:trace>
</inkml:ink>
</file>

<file path=ppt/ink/ink2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7:28.80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14 148 4145 0 0,'-13'13'748'0'0,"13"-13"-721"0"0,0 0 1 0 0,0 0 0 0 0,0 0-1 0 0,0 0 1 0 0,0 0-1 0 0,0 0 1 0 0,0 0 0 0 0,0 0-1 0 0,0 0 1 0 0,0 0 0 0 0,0 1-1 0 0,0-1 1 0 0,0 0 0 0 0,0 0-1 0 0,0 0 1 0 0,0 0 0 0 0,0 0-1 0 0,0 0 1 0 0,0 0 0 0 0,0 0-1 0 0,0 1 416 0 0,1-1-416 0 0,-1 0 1 0 0,0 0 0 0 0,0 0-1 0 0,0 0 1 0 0,0 1 0 0 0,0-1-1 0 0,0 0 1 0 0,0 0 0 0 0,0 0-1 0 0,0 0 1 0 0,0 0-1 0 0,0 0 1 0 0,0 0 0 0 0,1 0-1 0 0,-1 0 1 0 0,0 0 0 0 0,0 0-1 0 0,0 0 1 0 0,0 0 0 0 0,0 0-1 0 0,0 0 1 0 0,0-1 0 0 0,0 1-1 0 0,0 0 1 0 0,0 0 0 0 0,1 0-1 0 0,26-9 3575 0 0,-17 6-3616 0 0,128-53 3839 0 0,-80 31-3305 0 0,0 2 1 0 0,82-20 0 0 0,-136 42-880 0 0,1 0 0 0 0,-1 0 0 0 0,1 1 1 0 0,0 0-1 0 0,-1-1 0 0 0,1 1 0 0 0,4 1 1 0 0</inkml:trace>
</inkml:ink>
</file>

<file path=ppt/ink/ink2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7:29.30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 93 7370 0 0,'-8'-26'3469'0'0,"10"21"-1199"0"0,7 16-1289 0 0,53 102 779 0 0,-44-74-1555 0 0,3-1-1 0 0,41 57 1 0 0,-56-86-201 0 0,1 0 0 0 0,1-1 0 0 0,0 0 0 0 0,0 0 0 0 0,0-1 0 0 0,1 0 0 0 0,0-1 0 0 0,0 1 0 0 0,1-2 0 0 0,0 1 0 0 0,0-2 0 0 0,0 1 0 0 0,1-1 0 0 0,20 4 0 0 0,-29-7-7 0 0,1 0 1 0 0,-1-1 0 0 0,1 1 0 0 0,-1-1 0 0 0,1 0 0 0 0,-1 0 0 0 0,0 0 0 0 0,1 0 0 0 0,-1 0-1 0 0,1-1 1 0 0,-1 1 0 0 0,1-1 0 0 0,-1 1 0 0 0,0-1 0 0 0,0 0 0 0 0,4-2 0 0 0,-5 2 27 0 0,0 0 0 0 0,0 0 0 0 0,0-1 1 0 0,0 1-1 0 0,0-1 0 0 0,0 1 0 0 0,-1-1 0 0 0,1 1 1 0 0,0-1-1 0 0,-1 0 0 0 0,1 1 0 0 0,-1-1 0 0 0,0 0 1 0 0,1 1-1 0 0,-1-1 0 0 0,0 0 0 0 0,0 0 1 0 0,0 1-1 0 0,0-1 0 0 0,-1 0 0 0 0,1 1 0 0 0,-1-4 1 0 0,-30-140 2417 0 0,-1-1-2597 0 0,29 121-1838 0 0,0 0-1 0 0,2-24 1 0 0,2 24-3778 0 0</inkml:trace>
</inkml:ink>
</file>

<file path=ppt/ink/ink2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7:29.66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0 1824 0 0,'5'64'323'0'0,"-3"-36"809"0"0,9 47 0 0 0,-10-68-825 0 0,1 0 0 0 0,0 0 0 0 0,1 0 0 0 0,0 0 0 0 0,0 0 0 0 0,0-1 0 0 0,1 0 0 0 0,-1 1 0 0 0,2-2 0 0 0,-1 1 0 0 0,8 8 0 0 0,-10-12-175 0 0,0 0-1 0 0,0 0 1 0 0,1 0 0 0 0,-1 0-1 0 0,0-1 1 0 0,1 1 0 0 0,-1-1-1 0 0,1 0 1 0 0,-1 1 0 0 0,1-1-1 0 0,0 0 1 0 0,0 0 0 0 0,-1-1-1 0 0,1 1 1 0 0,0-1 0 0 0,0 1 0 0 0,0-1-1 0 0,0 0 1 0 0,-1 0 0 0 0,1 0-1 0 0,0 0 1 0 0,0-1 0 0 0,0 1-1 0 0,0-1 1 0 0,-1 0 0 0 0,1 0-1 0 0,0 0 1 0 0,-1 0 0 0 0,1 0-1 0 0,0 0 1 0 0,-1-1 0 0 0,0 1-1 0 0,1-1 1 0 0,-1 0 0 0 0,3-2-1 0 0,-1 0 14 0 0,-1 0 0 0 0,1 1 0 0 0,-1-1 0 0 0,0-1 0 0 0,0 1 0 0 0,0 0 0 0 0,-1-1 0 0 0,1 0 0 0 0,-1 1 0 0 0,0-1 0 0 0,-1 0 0 0 0,1 0 0 0 0,-1 0 0 0 0,0 0 0 0 0,0-1 0 0 0,-1 1 0 0 0,1 0 0 0 0,-1-10 0 0 0,-2 6-53 0 0,0-1 0 0 0,0 1 0 0 0,-1-1-1 0 0,0 1 1 0 0,0 0 0 0 0,-1 0 0 0 0,0 1 0 0 0,-1-1 0 0 0,0 1-1 0 0,0 0 1 0 0,-10-12 0 0 0,13 18-206 0 0,0-1 0 0 0,0 1 0 0 0,-1 0-1 0 0,1 0 1 0 0,-1-1 0 0 0,1 2 0 0 0,-1-1 0 0 0,0 0 0 0 0,0 0-1 0 0,0 1 1 0 0,0 0 0 0 0,0-1 0 0 0,0 1 0 0 0,0 0 0 0 0,0 1-1 0 0,0-1 1 0 0,-1 0 0 0 0,1 1 0 0 0,0 0 0 0 0,0 0 0 0 0,-1 0-1 0 0,1 0 1 0 0,0 0 0 0 0,0 1 0 0 0,-1-1 0 0 0,1 1 0 0 0,0 0-1 0 0,0 0 1 0 0,0 0 0 0 0,0 1 0 0 0,0-1 0 0 0,0 1 0 0 0,0-1-1 0 0,1 1 1 0 0,-1 0 0 0 0,-4 4 0 0 0,-11 14-1462 0 0,12-10 1454 0 0</inkml:trace>
</inkml:ink>
</file>

<file path=ppt/ink/ink2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7:29.99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 81 6449 0 0,'-2'6'187'0'0,"1"1"0"0"0,0 0-1 0 0,0 0 1 0 0,0 0 0 0 0,1 0-1 0 0,0 0 1 0 0,1 0 0 0 0,-1 0 0 0 0,1 0-1 0 0,3 12 1 0 0,0 5 328 0 0,-2-7-144 0 0,1 0 0 0 0,0 0 0 0 0,9 24 1 0 0,-11-38-365 0 0,0 1 1 0 0,0-1 0 0 0,1 1 0 0 0,0-1 0 0 0,-1 1-1 0 0,1-1 1 0 0,0 0 0 0 0,0 0 0 0 0,1 0 0 0 0,-1 0 0 0 0,1 0-1 0 0,-1-1 1 0 0,1 1 0 0 0,0-1 0 0 0,0 0 0 0 0,0 1-1 0 0,0-1 1 0 0,0-1 0 0 0,1 1 0 0 0,-1 0 0 0 0,1-1-1 0 0,5 2 1 0 0,-7-3-53 0 0,0 0 0 0 0,-1 0 0 0 0,1 0 0 0 0,0-1 0 0 0,0 1 0 0 0,0 0 0 0 0,0-1 0 0 0,0 0 0 0 0,-1 1 0 0 0,1-1 0 0 0,0 0 0 0 0,0 0 0 0 0,-1 0 0 0 0,1 0 0 0 0,-1 0 0 0 0,1 0 0 0 0,-1-1 0 0 0,1 1 0 0 0,-1 0 0 0 0,0-1 0 0 0,0 1-1 0 0,1-1 1 0 0,-1 1 0 0 0,0-1 0 0 0,0 0 0 0 0,-1 1 0 0 0,2-4 0 0 0,4-7-537 0 0,-1-1-1 0 0,6-25 0 0 0,-6 22 657 0 0,11-62 69 0 0,-14 64 159 0 0,0 0-1 0 0,0 0 1 0 0,2 0 0 0 0,0 0-1 0 0,0 1 1 0 0,1 0 0 0 0,1 0-1 0 0,14-24 1 0 0,-20 36-220 0 0,1 0 1 0 0,0 0-1 0 0,0 0 0 0 0,0 0 1 0 0,0 0-1 0 0,0 0 0 0 0,1 0 1 0 0,-1 0-1 0 0,0 1 0 0 0,0-1 1 0 0,1 0-1 0 0,-1 1 0 0 0,0-1 1 0 0,1 1-1 0 0,-1 0 0 0 0,0-1 1 0 0,1 1-1 0 0,-1 0 1 0 0,0 0-1 0 0,1 0 0 0 0,-1 0 1 0 0,1 0-1 0 0,-1 0 0 0 0,0 0 1 0 0,1 0-1 0 0,-1 1 0 0 0,0-1 1 0 0,1 1-1 0 0,-1-1 0 0 0,0 1 1 0 0,1-1-1 0 0,-1 1 0 0 0,0 0 1 0 0,0-1-1 0 0,0 1 0 0 0,1 0 1 0 0,-1 0-1 0 0,0 0 1 0 0,0 0-1 0 0,1 2 0 0 0,7 5 407 0 0,-1 1 0 0 0,-1 0-1 0 0,12 18 1 0 0,-13-19-198 0 0,12 18 208 0 0,-5-6 30 0 0,32 37 0 0 0,-40-52-659 0 0,0 0-1 0 0,0-1 1 0 0,0 1-1 0 0,1-1 1 0 0,0 0-1 0 0,0 0 1 0 0,0-1-1 0 0,0 0 1 0 0,0 0-1 0 0,1 0 1 0 0,9 2-1 0 0,2-2-1164 0 0</inkml:trace>
</inkml:ink>
</file>

<file path=ppt/ink/ink2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7:30.35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20 92 3225 0 0,'-4'-28'558'0'0,"4"20"134"0"0,-1 1 1 0 0,0-1 0 0 0,0 1 0 0 0,-1 0 0 0 0,0-1 0 0 0,-5-11 0 0 0,6 44 4101 0 0,3 1-4053 0 0,2-1 0 0 0,2 1 1 0 0,0 0-1 0 0,1-1 0 0 0,1-1 0 0 0,15 30 0 0 0,7 5-298 0 0,48 69-1 0 0,-14-20-2302 0 0,-50-80-4498 0 0</inkml:trace>
</inkml:ink>
</file>

<file path=ppt/ink/ink2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7:30.73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1 190 6105 0 0,'4'-3'128'0'0,"3"-2"32"0"0,-1-1 8 0 0,1 1 8 0 0,-1 1-176 0 0,-1 0 0 0 0,5-2 0 0 0,4-3 0 0 0,9-8 513 0 0,7-5 71 0 0,5 1 16 0 0,-2 1 0 0 0,-3-1-808 0 0,-2 3-160 0 0,-2 3-32 0 0,-7 5-8 0 0,-5 6 408 0 0,-7 6 0 0 0</inkml:trace>
</inkml:ink>
</file>

<file path=ppt/ink/ink2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7:31.12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206 1148 5529 0 0,'-28'8'972'0'0,"1"2"-1"0"0,0 0 1 0 0,1 2 0 0 0,0 0-1 0 0,-39 28 1 0 0,59-37-626 0 0,114-50 1888 0 0,376-162 1269 0 0,-144 63-2197 0 0,-80 41-738 0 0,480-128 0 0 0,-3 19-508 0 0,-478 135-37 0 0,287-102 6 0 0,-489 162-780 0 0,-32 13-4215 0 0,-10 3-1175 0 0</inkml:trace>
</inkml:ink>
</file>

<file path=ppt/ink/ink3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7:31.50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18 8 6913 0 0,'-18'-7'2347'0'0,"29"8"-995"0"0,-4 1-935 0 0,0 0 0 0 0,-1 1 1 0 0,0-1-1 0 0,1 2 0 0 0,-1-1 0 0 0,0 0 1 0 0,0 1-1 0 0,-1 0 0 0 0,1 1 1 0 0,-1-1-1 0 0,0 1 0 0 0,8 10 1 0 0,3 4 430 0 0,0 2 1 0 0,13 24 0 0 0,-9-9-409 0 0,-1 0 1 0 0,-2 2-1 0 0,-1 1 1 0 0,-2 0-1 0 0,17 81 1 0 0,-25-84-2085 0 0,-1 0 0 0 0,-2 1 0 0 0,-2 71 0 0 0,-3-89-3892 0 0</inkml:trace>
</inkml:ink>
</file>

<file path=ppt/ink/ink3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7:31.88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1 112 1376 0 0,'19'-39'701'0'0,"-15"33"-119"0"0,0 0 0 0 0,0 0 0 0 0,0 0 0 0 0,1 1 0 0 0,0 0 0 0 0,0 0 0 0 0,0 0 0 0 0,1 0 0 0 0,0 1 0 0 0,0 0 0 0 0,0 0 0 0 0,11-5 0 0 0,-16 9-505 0 0,0-1 0 0 0,0 1 1 0 0,0 0-1 0 0,0-1 0 0 0,0 1 0 0 0,0 0 0 0 0,0 0 0 0 0,0 0 0 0 0,0 0 0 0 0,0 0 0 0 0,0 0 0 0 0,0 0 0 0 0,0 0 0 0 0,0 0 0 0 0,0 0 0 0 0,0 0 0 0 0,0 1 0 0 0,0-1 0 0 0,-1 0 0 0 0,1 1 0 0 0,0-1 1 0 0,0 1-1 0 0,0-1 0 0 0,0 1 0 0 0,0-1 0 0 0,-1 1 0 0 0,1 0 0 0 0,1 0 0 0 0,-1 1 15 0 0,0 0 0 0 0,1 1 0 0 0,-1-1 0 0 0,0 0 0 0 0,0 1 0 0 0,0-1 0 0 0,-1 1 0 0 0,1-1 0 0 0,-1 1 1 0 0,1 4-1 0 0,0 7 95 0 0,-1 0 0 0 0,0-1 0 0 0,-3 15 0 0 0,3-26-135 0 0,-6 29 290 0 0,-18 60-1 0 0,16-65-259 0 0,1 0 1 0 0,1 0-1 0 0,-3 36 0 0 0,8-61-16 0 0,1 0-1 0 0,0 0 1 0 0,0 0-1 0 0,0 0 1 0 0,0 1 0 0 0,1-1-1 0 0,-1 0 1 0 0,0 0-1 0 0,0 0 1 0 0,1 0 0 0 0,-1 0-1 0 0,0 0 1 0 0,1 0-1 0 0,-1 0 1 0 0,1 0-1 0 0,0 0 1 0 0,-1 0 0 0 0,1 0-1 0 0,0 0 1 0 0,-1 0-1 0 0,1-1 1 0 0,0 1 0 0 0,2 1-1 0 0,-1-1 42 0 0,0 0 0 0 0,0 0 0 0 0,0 0 0 0 0,0-1 0 0 0,0 1 0 0 0,1-1 0 0 0,-1 1 0 0 0,0-1 0 0 0,1 0 0 0 0,-1 0-1 0 0,3 0 1 0 0,9-1 289 0 0,0-2 0 0 0,0 1 0 0 0,17-7 1 0 0,-15 5-198 0 0,35-10 127 0 0,-15 4 60 0 0,-1 1-1 0 0,50-4 1 0 0,-76 12-603 0 0,0 0 0 0 0,0 1-1 0 0,0 0 1 0 0,0 0 0 0 0,-1 1-1 0 0,1 1 1 0 0,0-1 0 0 0,0 2-1 0 0,0-1 1 0 0,-1 1 0 0 0,1 0 0 0 0,-1 1-1 0 0,0 0 1 0 0,13 8 0 0 0,15 21-4254 0 0,-25-23 2872 0 0</inkml:trace>
</inkml:ink>
</file>

<file path=ppt/ink/ink3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7:32.21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78 75 5841 0 0,'-4'-4'496'0'0,"1"0"-1"0"0,-1 0 1 0 0,0 1-1 0 0,0-1 1 0 0,-1 1-1 0 0,1 0 1 0 0,0 0-1 0 0,-1 1 1 0 0,0-1-1 0 0,0 1 1 0 0,0 0-1 0 0,0 1 1 0 0,0-1-1 0 0,-10-1 1 0 0,16 3-442 0 0,-1 0 1 0 0,1 0 0 0 0,-1 0 0 0 0,1 0 0 0 0,0 0 0 0 0,-1 0 0 0 0,1 0 0 0 0,-1 0 0 0 0,1 0 0 0 0,0 0 0 0 0,-1 0 0 0 0,1 1 0 0 0,-1-1 0 0 0,1 0 0 0 0,-1 0 0 0 0,1 1 0 0 0,-1-1 0 0 0,1 0 0 0 0,-1 1 0 0 0,1-1 0 0 0,-1 0 0 0 0,1 1 0 0 0,-1-1 0 0 0,0 1 0 0 0,1-1-1 0 0,-1 1 1 0 0,0-1 0 0 0,1 1 0 0 0,-1-1 0 0 0,0 1 0 0 0,1-1 0 0 0,-1 1 0 0 0,0 0 0 0 0,0-1 0 0 0,0 1 0 0 0,0-1 0 0 0,0 1 0 0 0,1-1 0 0 0,-1 1 0 0 0,0 0 0 0 0,0-1 0 0 0,0 1 0 0 0,-1-1 0 0 0,1 1 0 0 0,0 0 0 0 0,0-1 0 0 0,0 1 0 0 0,0-1 0 0 0,-1 1 0 0 0,1-1 0 0 0,0 1-1 0 0,0 0 1 0 0,-1-1 0 0 0,1 1 0 0 0,0-1 0 0 0,-1 0 0 0 0,1 1 0 0 0,-1-1 0 0 0,1 1 0 0 0,0-1 0 0 0,-1 1 0 0 0,1-1 0 0 0,-1 0 0 0 0,1 1 0 0 0,-2-1 0 0 0,8-2 208 0 0,-1 1 1 0 0,0-2-1 0 0,0 1 1 0 0,0-1-1 0 0,0 1 0 0 0,0-1 1 0 0,7-7-1 0 0,-12 8-737 0 0,0 1 0 0 0,0-1-1 0 0,-1 0 1 0 0,1 1 0 0 0,-1-1 0 0 0,1 0-1 0 0,-1 1 1 0 0,0-1 0 0 0,0 0 0 0 0,0 1-1 0 0,0-1 1 0 0,0 1 0 0 0,0-1 0 0 0,0 1 0 0 0,0 0-1 0 0,0 0 1 0 0,-1-1 0 0 0,1 1 0 0 0,-3-2-1 0 0</inkml:trace>
</inkml:ink>
</file>

<file path=ppt/ink/ink3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7:32.56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92 0 2304 0 0,'-4'0'278'0'0,"1"1"0"0"0,-1-1 0 0 0,1 1 0 0 0,-1 0 0 0 0,1 0 0 0 0,-1 0 0 0 0,1 0-1 0 0,0 0 1 0 0,0 1 0 0 0,-1 0 0 0 0,1 0 0 0 0,0-1 0 0 0,0 2 0 0 0,1-1-1 0 0,-1 0 1 0 0,0 1 0 0 0,1-1 0 0 0,-1 1 0 0 0,1 0 0 0 0,0-1 0 0 0,0 1 0 0 0,0 0-1 0 0,0 1 1 0 0,1-1 0 0 0,-1 0 0 0 0,1 0 0 0 0,0 1 0 0 0,0-1 0 0 0,-1 5-1 0 0,-2 9 386 0 0,0 1-1 0 0,1-1 1 0 0,2 0-1 0 0,-1 31 0 0 0,3-31-323 0 0,1 0-1 0 0,0 1 0 0 0,1-1 0 0 0,1 0 1 0 0,1-1-1 0 0,10 27 0 0 0,52 95 232 0 0,-41-89-438 0 0,4 8-147 0 0,40 88-2654 0 0,-60-119-2571 0 0</inkml:trace>
</inkml:ink>
</file>

<file path=ppt/ink/ink3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7:32.89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0 341 6449 0 0,'7'-11'411'0'0,"0"0"-1"0"0,0 0 0 0 0,1 1 1 0 0,0-1-1 0 0,1 2 0 0 0,0-1 1 0 0,0 1-1 0 0,1 1 0 0 0,14-10 1 0 0,13-14 477 0 0,158-142 1914 0 0,-168 147-2802 0 0</inkml:trace>
</inkml:ink>
</file>

<file path=ppt/ink/ink3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13.0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63 2257 10594 0 0,'-2'-1'29'0'0,"-1"1"0"0"0,1 0 0 0 0,-1-1 0 0 0,1 1 0 0 0,0-1 0 0 0,-1 0 0 0 0,1 0 0 0 0,-1 0 0 0 0,1 0 0 0 0,0 0 0 0 0,0-1 0 0 0,0 1 0 0 0,0-1 0 0 0,0 1 0 0 0,0-1 0 0 0,0 0 0 0 0,0 1 0 0 0,1-1 0 0 0,-1 0 0 0 0,1 0 0 0 0,-1 0 0 0 0,1-1 0 0 0,0 1 0 0 0,-1 0 0 0 0,1-1 0 0 0,1 1 0 0 0,-1 0 0 0 0,0-1 0 0 0,0 1 0 0 0,1-4 0 0 0,-3-7 125 0 0,0-1-1 0 0,2 0 0 0 0,0-28 1 0 0,5-19-931 0 0,2 1 1 0 0,3-1-1 0 0,20-66 1 0 0,-9 38 293 0 0,13-57 625 0 0,54-143 0 0 0,-32 134 1573 0 0,94-183 0 0 0,-98 243-1650 0 0,3 1-1 0 0,5 3 1 0 0,94-111 0 0 0,-119 161-139 0 0,2 2 0 0 0,1 2 0 0 0,2 1 0 0 0,75-53 0 0 0,-100 80 146 0 0,2 0 1 0 0,-1 0-1 0 0,1 1 1 0 0,0 1-1 0 0,0 1 1 0 0,1 1-1 0 0,0 0 1 0 0,0 1-1 0 0,0 0 0 0 0,1 2 1 0 0,-1 0-1 0 0,1 1 1 0 0,-1 1-1 0 0,1 0 1 0 0,-1 1-1 0 0,1 1 1 0 0,-1 1-1 0 0,19 6 1 0 0,-6 0-40 0 0,-1 2 0 0 0,-1 1 1 0 0,0 1-1 0 0,0 1 1 0 0,-2 2-1 0 0,0 1 1 0 0,0 1-1 0 0,-2 1 0 0 0,0 1 1 0 0,-2 1-1 0 0,35 40 1 0 0,-20-13 150 0 0,-3 1 0 0 0,-1 2 0 0 0,-3 1 0 0 0,-2 2 0 0 0,22 59 0 0 0,74 180 208 0 0,228 610-408 0 0,-108-114 69 0 0,99 301 214 0 0,-219-758 74 0 0,-80-233 29 0 0,71 119 0 0 0,-109-208-330 0 0,142 225 999 0 0,-113-185-630 0 0,3-1-1 0 0,64 65 0 0 0,-88-101-401 0 0,0-1-1 0 0,1 0 1 0 0,0-1 0 0 0,1-1 0 0 0,0-1-1 0 0,1 0 1 0 0,0-1 0 0 0,0 0-1 0 0,1-2 1 0 0,0 0 0 0 0,0-1-1 0 0,0 0 1 0 0,22 1 0 0 0,-29-5-94 0 0,1 0 0 0 0,0-1 0 0 0,-1 0 0 0 0,1-1 0 0 0,0 0 1 0 0,-1-1-1 0 0,1 0 0 0 0,-1-1 0 0 0,0-1 0 0 0,0 1 0 0 0,0-2 0 0 0,0 1 0 0 0,-1-2 1 0 0,1 1-1 0 0,-1-1 0 0 0,-1-1 0 0 0,1 0 0 0 0,-1 0 0 0 0,0-1 0 0 0,-1 0 0 0 0,0-1 1 0 0,9-10-1 0 0,6-15 207 0 0,-1-1 0 0 0,-1-1 1 0 0,-2-1-1 0 0,24-66 0 0 0,38-165 219 0 0,-72 235-382 0 0,25-91-278 0 0,141-557-221 0 0,-73 54 1069 0 0,-89 528-424 0 0,12-114 291 0 0,45-255-537 0 0,-60 432 92 0 0,-7 27 56 0 0,0 0 0 0 0,0-1-1 0 0,-1 1 1 0 0,2-18 0 0 0,-14 54-4821 0 0</inkml:trace>
</inkml:ink>
</file>

<file path=ppt/ink/ink3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15.1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2 5985 0 0,'-1'0'155'0'0,"1"0"0"0"0,-1-1 0 0 0,1 1 0 0 0,-1 0 0 0 0,1 0 0 0 0,-1 0 0 0 0,1 0 0 0 0,-1-1 0 0 0,1 1 0 0 0,-1 0 0 0 0,1 0 0 0 0,-1 0 0 0 0,0 0 0 0 0,1 0-1 0 0,-1 0 1 0 0,1 1 0 0 0,-1-1 0 0 0,1 0 0 0 0,-1 0 0 0 0,1 0 0 0 0,-1 0 0 0 0,1 1 0 0 0,-1-1 0 0 0,1 0 0 0 0,-1 0 0 0 0,1 1 0 0 0,-1-1 0 0 0,1 0 0 0 0,-1 1 0 0 0,1-1 0 0 0,0 1 0 0 0,-1-1 0 0 0,1 1-1 0 0,-10 24 1925 0 0,4 33-1083 0 0,6-54-746 0 0,18 634 3029 0 0,-2-507-3919 0 0,-12-111 70 0 0,1 0 0 0 0,0 0 0 0 0,2 0 0 0 0,11 25 0 0 0,-1-20-1235 0 0,-16-24 1608 0 0,-1 0 0 0 0,1 0 0 0 0,0 0 0 0 0,0 0 0 0 0,0 0 0 0 0,-1-1-1 0 0,1 1 1 0 0,0 0 0 0 0,0 0 0 0 0,0-1 0 0 0,0 1 0 0 0,1-1 0 0 0,-1 1 0 0 0,0-1 0 0 0,0 1-1 0 0,0-1 1 0 0,0 0 0 0 0,0 0 0 0 0,1 1 0 0 0,-1-1 0 0 0,2 0 0 0 0</inkml:trace>
</inkml:ink>
</file>

<file path=ppt/ink/ink3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15.5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38 2304 0 0,'-1'-1'156'0'0,"1"0"0"0"0,-1-1 0 0 0,1 1 0 0 0,0 0 0 0 0,0 0-1 0 0,0 0 1 0 0,-1 0 0 0 0,1 0 0 0 0,0-1 0 0 0,0 1-1 0 0,1 0 1 0 0,-1 0 0 0 0,0 0 0 0 0,0 0 0 0 0,1-1 0 0 0,-1 1-1 0 0,0 0 1 0 0,1 0 0 0 0,-1 0 0 0 0,1 0 0 0 0,-1 0 0 0 0,1 0-1 0 0,0 0 1 0 0,-1 0 0 0 0,1 0 0 0 0,1-1 0 0 0,0 1 101 0 0,0 0 0 0 0,-1 0 0 0 0,1 1-1 0 0,0-1 1 0 0,0 0 0 0 0,-1 1 0 0 0,1 0 0 0 0,0-1 0 0 0,0 1 0 0 0,0 0 0 0 0,0 0 0 0 0,-1 0 0 0 0,1 0 0 0 0,0 0 0 0 0,0 0 0 0 0,0 0 0 0 0,2 1 0 0 0,6 2 147 0 0,0 0-1 0 0,-1 1 1 0 0,1 0-1 0 0,-1 0 1 0 0,0 1 0 0 0,0 0-1 0 0,13 11 1 0 0,54 50 934 0 0,-64-55-1089 0 0,29 30 416 0 0,-1 2 0 0 0,46 65 0 0 0,8 34-2915 0 0,-50-80-2427 0 0,-37-51 513 0 0</inkml:trace>
</inkml:ink>
</file>

<file path=ppt/ink/ink3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15.8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1 251 5985 0 0,'0'-1'34'0'0,"-1"1"0"0"0,1-1 0 0 0,0 0 0 0 0,0 1 0 0 0,0-1 0 0 0,0 1 0 0 0,0-1 0 0 0,0 1 0 0 0,0-1 0 0 0,0 0 0 0 0,0 1 0 0 0,1-1 0 0 0,-1 1 0 0 0,0-1 0 0 0,0 1 0 0 0,0-1 0 0 0,1 1 0 0 0,-1-1 0 0 0,0 1 0 0 0,1-1 0 0 0,-1 1 0 0 0,0-1 0 0 0,1 1 0 0 0,-1-1 0 0 0,1 1 0 0 0,-1-1 0 0 0,0 1 0 0 0,1 0 0 0 0,-1-1 0 0 0,1 1 0 0 0,0 0 0 0 0,17-21 471 0 0,11-7-755 0 0,0 0 1 0 0,2 2-1 0 0,1 2 1 0 0,1 1 0 0 0,66-35-1 0 0,-74 45 250 0 0,-2-1 0 0 0</inkml:trace>
</inkml:ink>
</file>

<file path=ppt/ink/ink3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16.2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14 4145 0 0,'4'12'416'0'0,"1"0"-1"0"0,0-1 1 0 0,1 1-1 0 0,0-1 1 0 0,1-1 0 0 0,1 1-1 0 0,-1-1 1 0 0,12 11-1 0 0,-6-4 398 0 0,-5-7-325 0 0,3 4-130 0 0,0-1 1 0 0,15 14-1 0 0,-24-25-336 0 0,0 0 0 0 0,1 0 1 0 0,-1 0-1 0 0,1 0 0 0 0,0 0 0 0 0,-1 0 1 0 0,1-1-1 0 0,0 1 0 0 0,0-1 0 0 0,0 0 1 0 0,0 0-1 0 0,0 0 0 0 0,0 0 0 0 0,0-1 1 0 0,0 1-1 0 0,1-1 0 0 0,-1 0 0 0 0,5 0 1 0 0,-6-1-51 0 0,0 1-1 0 0,0-2 1 0 0,1 1 0 0 0,-1 0 0 0 0,0 0 0 0 0,0-1 0 0 0,0 1 0 0 0,-1-1 0 0 0,1 1 0 0 0,0-1 0 0 0,0 0 0 0 0,-1 0 0 0 0,1 0-1 0 0,-1 0 1 0 0,0 0 0 0 0,0 0 0 0 0,1 0 0 0 0,-1 0 0 0 0,-1-1 0 0 0,1 1 0 0 0,0 0 0 0 0,0-1 0 0 0,-1 1 0 0 0,0 0 0 0 0,1-4-1 0 0,1-8-43 0 0,0 0 0 0 0,-1-25 0 0 0,-1 38 73 0 0,-1-17-17 0 0,0 9 248 0 0,1-1 1 0 0,0 0-1 0 0,0 1 0 0 0,3-16 0 0 0,-3 24-181 0 0,1 0-1 0 0,-1-1 1 0 0,0 1-1 0 0,1 0 0 0 0,-1 0 1 0 0,1-1-1 0 0,-1 1 0 0 0,1 0 1 0 0,-1 0-1 0 0,1-1 0 0 0,0 1 1 0 0,0 0-1 0 0,0 0 0 0 0,-1 0 1 0 0,1 0-1 0 0,0 0 0 0 0,0 0 1 0 0,0 0-1 0 0,1 1 0 0 0,-1-1 1 0 0,0 0-1 0 0,0 0 0 0 0,0 1 1 0 0,1-1-1 0 0,-1 1 0 0 0,0-1 1 0 0,0 1-1 0 0,1 0 0 0 0,-1-1 1 0 0,0 1-1 0 0,1 0 0 0 0,-1 0 1 0 0,1 0-1 0 0,-1 0 0 0 0,0 0 1 0 0,1 0-1 0 0,-1 0 0 0 0,2 1 1 0 0,0 0-37 0 0,-1 0 1 0 0,1 0 0 0 0,-1 0-1 0 0,0 1 1 0 0,0-1 0 0 0,1 1-1 0 0,-1-1 1 0 0,0 1 0 0 0,-1 0-1 0 0,1 0 1 0 0,0 0-1 0 0,0 0 1 0 0,-1 0 0 0 0,1 0-1 0 0,-1 0 1 0 0,0 0 0 0 0,2 5-1 0 0,19 46-291 0 0,-17-37 36 0 0,14 33-1330 0 0,-9-25-2449 0 0</inkml:trace>
</inkml:ink>
</file>

<file path=ppt/ink/ink3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16.6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40 328 2761 0 0,'-3'4'464'0'0,"0"0"1"0"0,1 0 0 0 0,-1 0-1 0 0,1 0 1 0 0,0 1-1 0 0,0-1 1 0 0,0 1 0 0 0,1-1-1 0 0,-3 10 1 0 0,-6 50 1556 0 0,9-51-1604 0 0,-2 3-147 0 0,2 1 0 0 0,0-1 1 0 0,3 25-1 0 0,-2-38-287 0 0,0 1-1 0 0,0-1 0 0 0,1 0 1 0 0,-1 1-1 0 0,1-1 0 0 0,0 0 1 0 0,0 0-1 0 0,0 0 0 0 0,0 0 1 0 0,1 0-1 0 0,-1 0 0 0 0,1 0 1 0 0,0 0-1 0 0,0 0 0 0 0,0-1 1 0 0,0 1-1 0 0,0-1 0 0 0,1 1 1 0 0,-1-1-1 0 0,1 0 1 0 0,-1 0-1 0 0,1 0 0 0 0,0 0 1 0 0,4 2-1 0 0,-5-4-75 0 0,0 1 0 0 0,0-1-1 0 0,0 0 1 0 0,0 1 0 0 0,0-1 0 0 0,0 0 0 0 0,0 0-1 0 0,0 0 1 0 0,0 0 0 0 0,0-1 0 0 0,0 1 0 0 0,0-1 0 0 0,0 1-1 0 0,0-1 1 0 0,0 1 0 0 0,0-1 0 0 0,0 0 0 0 0,0 0 0 0 0,-1 0-1 0 0,1 0 1 0 0,0 0 0 0 0,-1-1 0 0 0,1 1 0 0 0,0 0-1 0 0,-1-1 1 0 0,0 1 0 0 0,1-1 0 0 0,-1 0 0 0 0,0 1 0 0 0,0-1-1 0 0,0 0 1 0 0,0 0 0 0 0,0 0 0 0 0,1-2 0 0 0,3-10 62 0 0,0 0 1 0 0,0 0 0 0 0,4-28 0 0 0,-3 18 670 0 0,-4 13-51 0 0,1 1 1 0 0,1-1-1 0 0,0 1 0 0 0,10-19 0 0 0,-13 28-524 0 0,0 0 0 0 0,-1-1 1 0 0,1 1-1 0 0,0 0 0 0 0,0 0 0 0 0,0 0 0 0 0,0-1 0 0 0,0 1 0 0 0,0 0 0 0 0,0 0 0 0 0,0 1 0 0 0,0-1 0 0 0,1 0 1 0 0,-1 0-1 0 0,0 0 0 0 0,1 1 0 0 0,-1-1 0 0 0,0 1 0 0 0,1-1 0 0 0,-1 1 0 0 0,1 0 0 0 0,-1-1 0 0 0,1 1 0 0 0,-1 0 1 0 0,1 0-1 0 0,-1 0 0 0 0,1 0 0 0 0,-1 0 0 0 0,0 0 0 0 0,1 0 0 0 0,-1 1 0 0 0,1-1 0 0 0,-1 1 0 0 0,1-1 0 0 0,-1 1 1 0 0,0-1-1 0 0,1 1 0 0 0,-1 0 0 0 0,0 0 0 0 0,0-1 0 0 0,1 1 0 0 0,-1 0 0 0 0,0 0 0 0 0,0 0 0 0 0,0 0 0 0 0,0 0 1 0 0,1 3-1 0 0,6 6-89 0 0,0 0 0 0 0,-1 0 0 0 0,0 1 0 0 0,-1 0 0 0 0,9 23 1 0 0,6 7-624 0 0,-7-15-589 0 0,1-2-3070 0 0</inkml:trace>
  <inkml:trace contextRef="#ctx0" brushRef="#br0" timeOffset="1">371 33 10594 0 0,'-3'-7'222'0'0,"3"4"-123"0"0,-1 1 0 0 0,1 0 0 0 0,-1-1-1 0 0,0 1 1 0 0,0 0 0 0 0,0 0 0 0 0,0-1-1 0 0,-1 1 1 0 0,-1-2 0 0 0,9 43 4222 0 0,10 12-3102 0 0,3 0 1 0 0,34 64 0 0 0,-18-40-826 0 0,28 58-812 0 0,-20-45-2693 0 0,-25-50-3016 0 0</inkml:trace>
</inkml:ink>
</file>

<file path=ppt/ink/ink3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16.9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58 152 3225 0 0,'-18'-21'1097'0'0,"13"15"19"0"0,0 1 0 0 0,0-1 1 0 0,-1 1-1 0 0,-12-6 2345 0 0,18 11-3414 0 0,0 0 0 0 0,0 0 0 0 0,0 0 0 0 0,0 0 0 0 0,0 10 1137 0 0,6 11-452 0 0,-1-11-600 0 0,0-1-1 0 0,0 1 0 0 0,0-1 1 0 0,1 0-1 0 0,1-1 1 0 0,0 1-1 0 0,0-1 1 0 0,9 8-1 0 0,-14-14-175 0 0,0-1 0 0 0,0 1-1 0 0,0 0 1 0 0,0-1 0 0 0,0 1 0 0 0,1-1-1 0 0,-1 0 1 0 0,0 1 0 0 0,1-1 0 0 0,-1 0-1 0 0,1-1 1 0 0,-1 1 0 0 0,1 0 0 0 0,-1-1-1 0 0,1 1 1 0 0,0-1 0 0 0,-1 0 0 0 0,1 0-1 0 0,-1 0 1 0 0,1 0 0 0 0,0 0 0 0 0,-1-1-1 0 0,1 1 1 0 0,-1-1 0 0 0,1 0 0 0 0,-1 0-1 0 0,1 0 1 0 0,-1 0 0 0 0,1 0 0 0 0,-1 0-1 0 0,0-1 1 0 0,0 1 0 0 0,1-1 0 0 0,-1 1-1 0 0,0-1 1 0 0,-1 0 0 0 0,1 0 0 0 0,3-3-1 0 0,-3 1 74 0 0,1 0 0 0 0,-1 0 0 0 0,1-1 0 0 0,-1 1 0 0 0,0-1-1 0 0,-1 1 1 0 0,1-1 0 0 0,-1 0 0 0 0,0 1 0 0 0,0-1 0 0 0,0 0 0 0 0,-1 0-1 0 0,1 0 1 0 0,-1 0 0 0 0,-1 0 0 0 0,1 1 0 0 0,-1-1 0 0 0,1 0 0 0 0,-1 0-1 0 0,-1 0 1 0 0,1 1 0 0 0,-1-1 0 0 0,0 1 0 0 0,0-1 0 0 0,-5-7 0 0 0,4 6 24 0 0,0 0 0 0 0,0 1 1 0 0,-1-1-1 0 0,0 1 0 0 0,0 0 1 0 0,-1 0-1 0 0,1 1 1 0 0,-1-1-1 0 0,0 1 0 0 0,0 0 1 0 0,0 0-1 0 0,-1 0 0 0 0,1 1 1 0 0,-1 0-1 0 0,0 0 1 0 0,0 1-1 0 0,0-1 0 0 0,0 1 1 0 0,-8-1-1 0 0,13 3-239 0 0,-1 0-1 0 0,0 0 1 0 0,0 0 0 0 0,0 0 0 0 0,1 0-1 0 0,-1 1 1 0 0,0-1 0 0 0,0 0 0 0 0,1 1-1 0 0,-1 0 1 0 0,0-1 0 0 0,1 1 0 0 0,-1 0-1 0 0,0 0 1 0 0,1 0 0 0 0,-1 0 0 0 0,0 1-1 0 0</inkml:trace>
</inkml:ink>
</file>

<file path=ppt/ink/ink3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17.5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52 73 5985 0 0,'-2'2'213'0'0,"0"0"-1"0"0,0 0 0 0 0,0 0 0 0 0,0 1 0 0 0,1-1 1 0 0,-1 0-1 0 0,1 1 0 0 0,0-1 0 0 0,-1 1 1 0 0,1 0-1 0 0,0-1 0 0 0,1 1 0 0 0,-2 4 0 0 0,1-4-67 0 0,-7 22 555 0 0,2 0 0 0 0,-7 49 0 0 0,12-62-577 0 0,0 0 0 0 0,1 0 0 0 0,0 0-1 0 0,0 0 1 0 0,2 0 0 0 0,-1 0 0 0 0,2-1 0 0 0,5 19 0 0 0,-8-28-100 0 0,1 0 0 0 0,0 0 0 0 0,0-1 0 0 0,0 1 0 0 0,0 0 0 0 0,0 0 0 0 0,0-1 0 0 0,0 1-1 0 0,0-1 1 0 0,1 1 0 0 0,-1-1 0 0 0,0 0 0 0 0,1 1 0 0 0,2 1 0 0 0,-3-3-37 0 0,0 0 0 0 0,0 1-1 0 0,0-1 1 0 0,-1 0-1 0 0,1 0 1 0 0,0 0-1 0 0,0 0 1 0 0,0 1-1 0 0,0-2 1 0 0,0 1 0 0 0,-1 0-1 0 0,1 0 1 0 0,0 0-1 0 0,0 0 1 0 0,0 0-1 0 0,0-1 1 0 0,0 1-1 0 0,-1 0 1 0 0,1-1 0 0 0,0 1-1 0 0,0 0 1 0 0,-1-1-1 0 0,2 0 1 0 0,1-1-76 0 0,-1-1 1 0 0,1 0-1 0 0,-1 0 0 0 0,1 0 1 0 0,-1 0-1 0 0,0 0 1 0 0,0 0-1 0 0,0 0 0 0 0,-1-1 1 0 0,1 1-1 0 0,-1 0 1 0 0,0-1-1 0 0,1-5 0 0 0,1-11-265 0 0,-1-1 0 0 0,-1 1-1 0 0,-1-1 1 0 0,0 1-1 0 0,-6-32 1 0 0,3 32 228 0 0,1-1 0 0 0,1 0 0 0 0,0 0 0 0 0,2 0 0 0 0,3-23 0 0 0,-3 42 171 0 0,-1 0 0 0 0,0 0 0 0 0,1 0 0 0 0,-1 0 0 0 0,1 1 0 0 0,-1-1 0 0 0,1 0 0 0 0,0 0-1 0 0,0 0 1 0 0,0 1 0 0 0,0-1 0 0 0,0 0 0 0 0,0 1 0 0 0,0-1 0 0 0,1 1 0 0 0,-1-1 0 0 0,3-1-1 0 0,-3 3 10 0 0,0-1 0 0 0,0 1-1 0 0,0 0 1 0 0,0-1-1 0 0,0 1 1 0 0,0 0 0 0 0,1 0-1 0 0,-1 0 1 0 0,0 0-1 0 0,0 0 1 0 0,0 0 0 0 0,0 1-1 0 0,0-1 1 0 0,0 0-1 0 0,0 0 1 0 0,0 1 0 0 0,0-1-1 0 0,0 1 1 0 0,0-1-1 0 0,0 1 1 0 0,0-1 0 0 0,1 2-1 0 0,5 3 160 0 0,-1 0-1 0 0,0 0 1 0 0,0 1-1 0 0,-1 0 1 0 0,1 1 0 0 0,6 10-1 0 0,12 19 18 0 0,-2 2 0 0 0,-2 0 0 0 0,-2 0 0 0 0,-1 2 0 0 0,-2 0 0 0 0,-1 1-1 0 0,-3 1 1 0 0,-1 0 0 0 0,-2 0 0 0 0,4 72 0 0 0,-11-61-661 0 0</inkml:trace>
</inkml:ink>
</file>

<file path=ppt/ink/ink3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34.02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57 3313 0 0,'4'-1'296'0'0,"-3"-1"-232"0"0,1 0-64 0 0,-1 0 0 0 0,-1 1 0 0 0,3-2 0 0 0,-3 0 0 0 0,1-1 0 0 0,2-3 0 0 0,-2-1 0 0 0,1-3 0 0 0,-1-1 0 0 0</inkml:trace>
</inkml:ink>
</file>

<file path=ppt/ink/ink3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36.94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71 2149 3201 0 0,'-6'1'535'0'0,"-1"0"0"0"0,1 0 1 0 0,0-1-1 0 0,-1 0 0 0 0,1-1 0 0 0,-1 1 1 0 0,-10-3-1 0 0,17 2-468 0 0,-1 1 0 0 0,1 0 0 0 0,0 0 0 0 0,-1 0 0 0 0,1 0 0 0 0,0 0 0 0 0,-1 0 0 0 0,1 0 0 0 0,0 0 0 0 0,-1-1 0 0 0,1 1 0 0 0,0 0 0 0 0,-1 0 0 0 0,1 0 0 0 0,0-1 0 0 0,-1 1 0 0 0,1 0 0 0 0,0 0 0 0 0,0-1 0 0 0,-1 1 0 0 0,1 0 0 0 0,0-1 0 0 0,0 1 0 0 0,-1 0 0 0 0,1-1 0 0 0,0 1 0 0 0,0 0 0 0 0,0-1 0 0 0,0 1 0 0 0,0-1 0 0 0,0 1 0 0 0,0 0 0 0 0,0-1 0 0 0,0 1 0 0 0,0 0 0 0 0,0-1 0 0 0,0 1 0 0 0,0-1 0 0 0,0 0 0 0 0,14-9 1555 0 0,-6 6-1754 0 0,16-8 374 0 0,0 0 0 0 0,1 2 0 0 0,0 1 0 0 0,1 1 0 0 0,-1 1-1 0 0,2 1 1 0 0,28-3 0 0 0,25 2-519 0 0,84 3-1 0 0,-147 5 267 0 0,1 0 0 0 0,-1 2-1 0 0,30 7 1 0 0,-47-10 30 0 0,0 0-1 0 0,0-1 1 0 0,0 1-1 0 0,-1 0 1 0 0,1 0-1 0 0,0 0 1 0 0,0 0-1 0 0,0 0 1 0 0,0 0-1 0 0,0-1 1 0 0,0 1-1 0 0,0 0 1 0 0,0 0-1 0 0,0 0 1 0 0,0 0-1 0 0,0 0 1 0 0,1 0-1 0 0,-1-1 1 0 0,0 1-1 0 0,0 0 1 0 0,0 0-1 0 0,0 0 1 0 0,0 0-1 0 0,0 0 1 0 0,0 0-1 0 0,0 0 1 0 0,0-1-1 0 0,0 1 1 0 0,0 0 0 0 0,0 0-1 0 0,1 0 1 0 0,-1 0-1 0 0,0 0 1 0 0,0 0-1 0 0,0 0 1 0 0,0 0-1 0 0,0 0 1 0 0,0 0-1 0 0,0 0 1 0 0,1 0-1 0 0,-1 0 1 0 0,0 0-1 0 0,0 0 1 0 0,0 0-1 0 0,0 0 1 0 0,0-1-1 0 0,0 2 1 0 0,1-1-1 0 0,-1 0 1 0 0,0 0-1 0 0,0 0 1 0 0,0 0-1 0 0,0 0 1 0 0,0 0-1 0 0,0 0 1 0 0,1 0-1 0 0,-1 0 1 0 0,0 0-1 0 0,-1 0-9 0 0,1-1 0 0 0,-1 1-1 0 0,0-1 1 0 0,1 1-1 0 0,-1 0 1 0 0,0-1-1 0 0,1 1 1 0 0,-1 0 0 0 0,0 0-1 0 0,0-1 1 0 0,1 1-1 0 0,-1 0 1 0 0,0 0-1 0 0,0 0 1 0 0,0 0 0 0 0,1 0-1 0 0,-1 0 1 0 0,0 0-1 0 0,0 0 1 0 0,0 1-1 0 0,-11 2 62 0 0,1-2-409 0 0,13-16 127 0 0,4-1 85 0 0,-1 0 0 0 0,-1-1 0 0 0,-1 1 0 0 0,0-1 1 0 0,-1 0-1 0 0,0 0 0 0 0,-2 0 0 0 0,0 0 0 0 0,-1 0 0 0 0,-1 0 0 0 0,0 0 0 0 0,-1 0 0 0 0,-9-25 1 0 0,-39-148 1805 0 0,63 209-1366 0 0,-12-19-346 0 0,0 0-1 0 0,0 0 1 0 0,0 0-1 0 0,0 0 1 0 0,0 0-1 0 0,0 0 1 0 0,1-1 0 0 0,-1 1-1 0 0,0 0 1 0 0,0 0-1 0 0,0 0 1 0 0,0 0-1 0 0,1 0 1 0 0,-1 0 0 0 0,0 0-1 0 0,0 0 1 0 0,0 0-1 0 0,0 0 1 0 0,0 0-1 0 0,1 0 1 0 0,-1 0 0 0 0,0 0-1 0 0,0 0 1 0 0,0 0-1 0 0,0 0 1 0 0,1 0-1 0 0,-1 0 1 0 0,0 0 0 0 0,0 0-1 0 0,0 1 1 0 0,0-1-1 0 0,1 0 1 0 0,-1 0-1 0 0,0 0 1 0 0,0 0 0 0 0,0 0-1 0 0,0 0 1 0 0,0 0-1 0 0,0 0 1 0 0,0 1-1 0 0,1-1 1 0 0,-1 0 0 0 0,0 0-1 0 0,0 0 1 0 0,0 0-1 0 0,0 0 1 0 0,0 1 0 0 0,0-1-1 0 0,0 0 1 0 0,0 0-1 0 0,0 0 1 0 0,0 0-1 0 0,0 1 1 0 0,0-1 0 0 0,0 0-1 0 0,0 0 1 0 0,0 0-1 0 0,0 0 1 0 0,0 1-1 0 0,0-1 1 0 0,0 0 0 0 0,0 0 38 0 0,-4 16-372 0 0,3-16 193 0 0,0 0 1 0 0,0 0 0 0 0,-1 0-1 0 0,1 0 1 0 0,0 0-1 0 0,0 0 1 0 0,0-1-1 0 0,-1 1 1 0 0,1-1-1 0 0,0 1 1 0 0,0 0 0 0 0,0-1-1 0 0,0 0 1 0 0,0 1-1 0 0,-1-2 1 0 0,1 2 76 0 0,-1 0 0 0 0,1 0 1 0 0,0 0-1 0 0,-1 0 0 0 0,1 0 1 0 0,0 0-1 0 0,0 0 0 0 0,-1 1 0 0 0,1-1 1 0 0,0 0-1 0 0,0 1 0 0 0,-1-1 0 0 0,1 1 1 0 0,-2 1-1 0 0,2-2 116 0 0,1 0 0 0 0,-1 0 0 0 0,1 0 0 0 0,0 0 0 0 0,-1 0 0 0 0,1 1 0 0 0,-1-1 0 0 0,1 0 1 0 0,0 0-1 0 0,-1 0 0 0 0,1 1 0 0 0,-1-1 0 0 0,1 0 0 0 0,0 1 0 0 0,-1-1 0 0 0,1 0 0 0 0,0 1 0 0 0,-1-1 0 0 0,1 0 0 0 0,0 1 0 0 0,4 6 3007 0 0,8-16-2799 0 0,-11 8-184 0 0,-1 1 1 0 0,0 0-1 0 0,1 0 1 0 0,-1 0 0 0 0,0 0-1 0 0,0-1 1 0 0,1 1-1 0 0,-1 0 1 0 0,0 0 0 0 0,0 0-1 0 0,1-1 1 0 0,-1 1-1 0 0,0 0 1 0 0,0 0 0 0 0,0-1-1 0 0,1 1 1 0 0,-1 0-1 0 0,0-1 1 0 0,0 1-1 0 0,0 0 1 0 0,0-1 0 0 0,0 1-1 0 0,0 0 1 0 0,0-1-1 0 0,0 1 1 0 0,0 0 0 0 0,0-1-1 0 0,0 1 1 0 0,0 0-1 0 0,0-1 1 0 0,0 1-1 0 0,0 0 1 0 0,0-1 0 0 0,0 1-1 0 0,0 0 1 0 0,0 0-1 0 0,0-1 1 0 0,-1 1 0 0 0,1 0-1 0 0,0-1 1 0 0,0 1-1 0 0,0 0 1 0 0,0 0 0 0 0,-1-1-1 0 0,1 1 1 0 0,0 0-1 0 0,-1-1 1 0 0,0-5 2519 0 0,5 4-2498 0 0,0 0-1 0 0,0 0 0 0 0,0 0 1 0 0,0 1-1 0 0,1-1 0 0 0,-1 1 0 0 0,0 0 1 0 0,1 0-1 0 0,8 0 0 0 0,9-2 62 0 0,29-8-157 0 0,-35 6 9 0 0,-1 2 0 0 0,1 0 1 0 0,0 1-1 0 0,0 0 0 0 0,0 1 1 0 0,-1 1-1 0 0,23 2 0 0 0,-26 0-13 0 0,1-1 0 0 0,-1 0 0 0 0,1-1 0 0 0,-1 0 0 0 0,0-1-1 0 0,1 0 1 0 0,-1-1 0 0 0,0-1 0 0 0,1 0 0 0 0,-1 0-1 0 0,-1-2 1 0 0,15-5 0 0 0,-26 9 78 0 0,-1-1-87 0 0,0 0 1 0 0,-1 0 0 0 0,0 0 0 0 0,1 0 0 0 0,-1 0-1 0 0,0 0 1 0 0,0 0 0 0 0,0 1 0 0 0,0-1-1 0 0,0 1 1 0 0,-1-1 0 0 0,-1 0 0 0 0,-4-4 31 0 0,-11-3 105 0 0,18 9-71 0 0,0-1-1 0 0,-1 1 0 0 0,1-1 1 0 0,0 1-1 0 0,0-1 0 0 0,0 1 1 0 0,-1-1-1 0 0,1 0 1 0 0,0 0-1 0 0,0 1 0 0 0,0-1 1 0 0,0 0-1 0 0,0 0 0 0 0,0 0 1 0 0,1 0-1 0 0,-1 0 0 0 0,0 0 1 0 0,0 0-1 0 0,1-1 0 0 0,-1 1 1 0 0,1 0-1 0 0,-2-2 0 0 0,-12-35-15 0 0,2-1-1 0 0,-14-73 1 0 0,3-83-1463 0 0,17 105 1595 0 0,-10-79-44 0 0,14 166-169 0 0,-4 0-118 0 0,3 1 1541 0 0,5 1-1316 0 0,0-1 0 0 0,0 1-1 0 0,0 0 1 0 0,0 0 0 0 0,1 0-1 0 0,-1 0 1 0 0,0 0 0 0 0,1 0 0 0 0,-1 0-1 0 0,1 1 1 0 0,-1 0 0 0 0,1-1-1 0 0,-1 1 1 0 0,1 0 0 0 0,-1 0-1 0 0,1 0 1 0 0,-1 0 0 0 0,4 2-1 0 0,12-2 47 0 0,48 4-268 0 0,-49-2 34 0 0,0-1 0 0 0,1 0 0 0 0,19-3 0 0 0,-30 1 119 0 0,-1 0 1 0 0,1 0-1 0 0,0-1 0 0 0,-1 0 0 0 0,0-1 0 0 0,1 1 0 0 0,-1-1 1 0 0,0 0-1 0 0,0-1 0 0 0,0 0 0 0 0,8-7 0 0 0,-5 3-160 0 0,-7 5 176 0 0,0 1 0 0 0,1-1 1 0 0,-1 1-1 0 0,1 0 0 0 0,-1 0 1 0 0,1 0-1 0 0,0 0 0 0 0,0 1 0 0 0,0-1 1 0 0,0 1-1 0 0,0-1 0 0 0,6 0 0 0 0,-9 2-41 0 0,-4 0-16 0 0,-11 1 93 0 0,11 0-1 0 0,3-1-16 0 0,1 0 0 0 0,0 0 0 0 0,0 0 0 0 0,0 0 0 0 0,0 0 0 0 0,-1 0 0 0 0,1 0 0 0 0,0 0 0 0 0,0 0 0 0 0,0 0 0 0 0,0 0 0 0 0,-1 0-1 0 0,1-1 1 0 0,0 1 0 0 0,0 0 0 0 0,0 0 0 0 0,0 0 0 0 0,0 0 0 0 0,-1 0 0 0 0,1 0 0 0 0,0 0 0 0 0,0 0 0 0 0,0 0 0 0 0,0-1 0 0 0,0 1 0 0 0,0 0 0 0 0,0 0 0 0 0,0 0 0 0 0,-1 0-1 0 0,1 0 1 0 0,0-1 0 0 0,0 1 0 0 0,0 0 0 0 0,0 0 0 0 0,0 0 0 0 0,0 0 0 0 0,0-1 0 0 0,0 1 0 0 0,0 0 0 0 0,0 0 0 0 0,0 0 0 0 0,0 0 0 0 0,0-1 0 0 0,0 1 0 0 0,0 0 0 0 0,0 0-1 0 0,0 0 1 0 0,0 0 0 0 0,0-1 0 0 0,0 1 0 0 0,1 0 0 0 0,-1 0 0 0 0,0 0 0 0 0,0 0 0 0 0,0-1 0 0 0,0 0 31 0 0,-17-71 259 0 0,7 37-368 0 0,3 0 0 0 0,-5-45 0 0 0,-11-74 384 0 0,16 117-359 0 0,1 0 1 0 0,1 0 0 0 0,2 0-1 0 0,3-56 1 0 0,0 92 77 0 0,0 0-1 0 0,0 0 1 0 0,0 0 0 0 0,0 0 0 0 0,0 0-1 0 0,0 0 1 0 0,1 0 0 0 0,-1 1-1 0 0,0-1 1 0 0,1 0 0 0 0,-1 0-1 0 0,0 0 1 0 0,1 0 0 0 0,-1 1-1 0 0,1-1 1 0 0,-1 0 0 0 0,1 0-1 0 0,-1 1 1 0 0,2-2 0 0 0,-1 2-7 0 0,-1 0 1 0 0,1 0 0 0 0,0 0-1 0 0,-1 0 1 0 0,1 0 0 0 0,-1 1-1 0 0,1-1 1 0 0,-1 0-1 0 0,1 0 1 0 0,-1 0 0 0 0,1 1-1 0 0,-1-1 1 0 0,1 0 0 0 0,-1 1-1 0 0,0-1 1 0 0,1 1 0 0 0,-1-1-1 0 0,1 0 1 0 0,-1 1 0 0 0,0-1-1 0 0,1 1 1 0 0,-1-1-1 0 0,0 1 1 0 0,0-1 0 0 0,1 1-1 0 0,-1-1 1 0 0,0 1 0 0 0,0 0-1 0 0,1 1-5 0 0,-1-2 20 0 0,18-10-81 0 0,29-11-485 0 0,1 2 0 0 0,71-18 0 0 0,15 3 716 0 0,-134 34-174 0 0,1 0 1 0 0,-1-1-1 0 0,0 1 0 0 0,0 0 1 0 0,0 0-1 0 0,1 0 0 0 0,-1 0 0 0 0,0 0 1 0 0,0-1-1 0 0,1 1 0 0 0,-1 0 1 0 0,0 0-1 0 0,0 0 0 0 0,1 0 1 0 0,-1 0-1 0 0,0 0 0 0 0,0 0 1 0 0,1 0-1 0 0,-1 0 0 0 0,0 0 0 0 0,0 0 1 0 0,1 0-1 0 0,-1 0 0 0 0,0 0 1 0 0,0 0-1 0 0,1 1 0 0 0,-1-1 1 0 0,0 0-1 0 0,0 0 0 0 0,1 0 1 0 0,-1 0-1 0 0,0 0 0 0 0,0 0 0 0 0,0 1 1 0 0,1-1-1 0 0,-1 0 0 0 0,0 0 1 0 0,0 0-1 0 0,0 1 0 0 0,0-1 1 0 0,1 0-1 0 0,-1 0 0 0 0,0 0 1 0 0,0 1-1 0 0,0-1 0 0 0,0 0 0 0 0,0 0 1 0 0,0 1-1 0 0,0-1 0 0 0,0 0 1 0 0,0 0-1 0 0,0 1 0 0 0,0-1 1 0 0,-7 21 628 0 0,-23 21 40 0 0,30-42-649 0 0,4 0-217 0 0,-1-1 1 0 0,1 0 0 0 0,0 0-1 0 0,-1 0 1 0 0,1 0 0 0 0,-1 0-1 0 0,0-1 1 0 0,1 0 0 0 0,5-3-1 0 0,14-7-3546 0 0,2 6-4569 0 0,-16 3 8503 0 0,-8 2-198 0 0</inkml:trace>
</inkml:ink>
</file>

<file path=ppt/ink/ink3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40.22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 1 2216 0 0,'-5'-1'10755'0'0,"16"59"-10157"0"0,3 0 0 0 0,22 57 0 0 0,-30-97-656 0 0,1 5 11 0 0,1 0 0 0 0,1-1 0 0 0,1 0 0 0 0,1 0 0 0 0,1-1-1 0 0,1-1 1 0 0,1 0 0 0 0,17 19 0 0 0,-27-34-156 0 0,-1-1-1 0 0,1 1 1 0 0,-1 0-1 0 0,0 0 1 0 0,4 8-1 0 0,-7-12 113 0 0,1 0 0 0 0,-1 0 0 0 0,1 0-1 0 0,-1 0 1 0 0,1 0 0 0 0,-1 0 0 0 0,0 0-1 0 0,0 0 1 0 0,0 0 0 0 0,1 1 0 0 0,-1-1 0 0 0,0 0-1 0 0,0 0 1 0 0,0 0 0 0 0,-1 0 0 0 0,1 0-1 0 0,0 0 1 0 0,0 0 0 0 0,-1 0 0 0 0,1 0 0 0 0,0 1-1 0 0,-1-1 1 0 0,1 0 0 0 0,-1-1 0 0 0,1 1-1 0 0,-1 0 1 0 0,0 0 0 0 0,1 0 0 0 0,-1 0-1 0 0,0 0 1 0 0,0 0 0 0 0,0-1 0 0 0,1 1 0 0 0,-1 0-1 0 0,-2 0 1 0 0,3-3-125 0 0,-1-1 1 0 0,1 1-1 0 0,0-1 1 0 0,0 1-1 0 0,1-1 1 0 0,-1 1-1 0 0,0-1 0 0 0,1 1 1 0 0,0-1-1 0 0,1-3 1 0 0,-1 2 338 0 0,0 1-65 0 0,0 1 0 0 0,1 0 0 0 0,-1 0 0 0 0,1 0 0 0 0,0 0 0 0 0,0 1 0 0 0,0-1 1 0 0,0 0-1 0 0,0 1 0 0 0,0-1 0 0 0,0 1 0 0 0,0 0 0 0 0,0 0 0 0 0,1 0 0 0 0,-1 0 1 0 0,0 0-1 0 0,1 0 0 0 0,-1 0 0 0 0,4 0 0 0 0,52-6 1428 0 0,-51 7-1510 0 0,9 0 325 0 0,-1 0 1 0 0,1 2-1 0 0,27 5 0 0 0,-27-3-278 0 0,1-2 0 0 0,-1 0 0 0 0,19 0-1 0 0,39-12-295 0 0,-56 7 132 0 0,1 0-1 0 0,21 0 1 0 0,-40 3 153 0 0,0 0-1 0 0,0 0 1 0 0,0 0-1 0 0,0 0 1 0 0,-1 0 0 0 0,1 1-1 0 0,0-1 1 0 0,0 0-1 0 0,0 0 1 0 0,0 0 0 0 0,0 0-1 0 0,0 0 1 0 0,0 1 0 0 0,0-1-1 0 0,0 0 1 0 0,-1 0-1 0 0,1 0 1 0 0,0 0 0 0 0,0 0-1 0 0,0 1 1 0 0,0-1-1 0 0,0 0 1 0 0,0 0 0 0 0,0 0-1 0 0,0 0 1 0 0,0 1-1 0 0,0-1 1 0 0,0 0 0 0 0,0 0-1 0 0,0 0 1 0 0,0 0 0 0 0,0 0-1 0 0,1 1 1 0 0,-1-1-1 0 0,0 0 1 0 0,0 0 0 0 0,0 0-1 0 0,0 0 1 0 0,0 0-1 0 0,0 1 1 0 0,0-1 0 0 0,0 0-1 0 0,0 0 1 0 0,1 0-1 0 0,-1 0 1 0 0,0 0 0 0 0,0 0-1 0 0,0 0 1 0 0,0 0 0 0 0,0 1-1 0 0,1-1 1 0 0,-1 0-1 0 0,0 0 1 0 0,0 0 0 0 0,0 0-1 0 0,0 0 1 0 0,0 0-1 0 0,1 0 1 0 0,-1 0 0 0 0,0 0-1 0 0,0 0 1 0 0,0 0-1 0 0,0 0 1 0 0,1 0 0 0 0,-1 0-1 0 0,-3 6-954 0 0,5 4-3593 0 0,0-8 4728 0 0,-1 0 1 0 0,1-1-1 0 0,0 1 0 0 0,0-1 0 0 0,-1 1 0 0 0,1-1 0 0 0,0 0 1 0 0,0 1-1 0 0,0-1 0 0 0,0 0 0 0 0,0 0 0 0 0,1-1 0 0 0,-1 1 1 0 0,0 0-1 0 0,0-1 0 0 0,1 1 0 0 0,-1-1 0 0 0,0 0 1 0 0,0 0-1 0 0,1 0 0 0 0,-1 0 0 0 0,0 0 0 0 0,1 0 0 0 0,-1-1 1 0 0,0 1-1 0 0,0-1 0 0 0,4-1 0 0 0,-6 2-135 0 0,1 0-1 0 0,-1 0 1 0 0,0 0-1 0 0,1 0 1 0 0,-1 0-1 0 0,0 0 1 0 0,1 0-1 0 0,-1 0 1 0 0,0 0-1 0 0,1 0 1 0 0,-1 0 0 0 0,0 0-1 0 0,1 0 1 0 0,-1 0-1 0 0,0 1 1 0 0,1-1-1 0 0,-1 0 1 0 0,0 0-1 0 0,1 0 1 0 0,-1 0-1 0 0,0 1 1 0 0,0-1-1 0 0,1 0 1 0 0,-1 0-1 0 0,0 1 1 0 0,0-1 0 0 0,1 0-1 0 0,-1 0 1 0 0,0 1-1 0 0,0-1 1 0 0,0 0-1 0 0,0 1 1 0 0,1-1-1 0 0,-1 0 1 0 0,0 1-1 0 0,0-1 1 0 0,0 0-1 0 0,0 1 1 0 0,0-1-1 0 0,0 0 1 0 0,0 1 0 0 0,0-1-1 0 0,2 28 983 0 0,-7 29-274 0 0,5-56-710 0 0,-15 100 75 0 0,2-26-754 0 0,-3 126-1 0 0,20-102-914 0 0,32 194-1 0 0,-21-119 2526 0 0,-12-115-651 0 0,11 60 0 0 0,-14-116-399 0 0,5 19 33 0 0,-5-22 12 0 0,0-1-1 0 0,0 1 1 0 0,0 0-1 0 0,0 0 0 0 0,0 0 1 0 0,1 0-1 0 0,-1-1 0 0 0,0 1 1 0 0,0 0-1 0 0,0 0 1 0 0,0 0-1 0 0,0 0 0 0 0,0 0 1 0 0,1-1-1 0 0,-1 1 0 0 0,0 0 1 0 0,0 0-1 0 0,0 0 1 0 0,0 0-1 0 0,1 0 0 0 0,-1 0 1 0 0,0 0-1 0 0,0 0 0 0 0,0 0 1 0 0,1 0-1 0 0,-1 0 0 0 0,0 0 1 0 0,0 0-1 0 0,0 0 1 0 0,0 0-1 0 0,1 0 0 0 0,-1 0 1 0 0,0 0-1 0 0,0 0 0 0 0,0 0 1 0 0,1 0-1 0 0,-1 0 1 0 0,0 0-1 0 0,0 0 0 0 0,0 0 1 0 0,0 0-1 0 0,1 0 0 0 0,-1 1 1 0 0,0-1-1 0 0,0 0 1 0 0,0 0-1 0 0,0 0 0 0 0,0 0 1 0 0,1 0-1 0 0,-1 1 0 0 0,0-1 1 0 0,0 0-1 0 0,0 0 1 0 0,0 0 216 0 0,2-1-211 0 0,0-1 1 0 0,-1 1-1 0 0,1 0 1 0 0,-1 0-1 0 0,1-1 0 0 0,-1 1 1 0 0,1-1-1 0 0,-1 1 1 0 0,2-4-1 0 0,-3 5 11 0 0,33-27-729 0 0,-31 26 686 0 0,0 0 1 0 0,0-1-1 0 0,0 1 1 0 0,1 0-1 0 0,-1 0 1 0 0,0 0-1 0 0,0 1 1 0 0,0-1-1 0 0,1 0 1 0 0,-1 1-1 0 0,0-1 1 0 0,1 1-1 0 0,-1 0 1 0 0,3 0-1 0 0,0 2 119 0 0,-1 1-1 0 0,1 0 0 0 0,0 0 0 0 0,-1 0 1 0 0,0 1-1 0 0,0-1 0 0 0,0 1 0 0 0,0 0 1 0 0,-1 0-1 0 0,4 5 0 0 0,7 6 64 0 0,-8-8-170 0 0,0-1-1 0 0,-1 1 1 0 0,1 1 0 0 0,-1-1-1 0 0,-1 1 1 0 0,1 0-1 0 0,-1 0 1 0 0,5 15 0 0 0,-9-23 71 0 0,0 0 0 0 0,0 1 0 0 0,0-1 0 0 0,1 0 0 0 0,-1 1 1 0 0,0-1-1 0 0,0 0 0 0 0,1 0 0 0 0,-1 1 0 0 0,0-1 0 0 0,1 0 0 0 0,-1 0 1 0 0,0 0-1 0 0,1 1 0 0 0,-1-1 0 0 0,0 0 0 0 0,1 0 0 0 0,-1 0 0 0 0,0 0 1 0 0,1 0-1 0 0,-1 0 0 0 0,1 0 0 0 0,-1 0 0 0 0,0 0 0 0 0,1 0 0 0 0,-1 0 1 0 0,0 0-1 0 0,1 0 0 0 0,0 0 0 0 0,-1 0-33 0 0,1 0 0 0 0,-1 0 1 0 0,1 0-1 0 0,-1-1 0 0 0,1 1 0 0 0,-1 0 1 0 0,0 1-1 0 0,1-1 0 0 0,-1 0 0 0 0,1 0 1 0 0,-1 0-1 0 0,1 0 0 0 0,-1 0 0 0 0,1 0 0 0 0,-1 0 1 0 0,1 1-1 0 0,-1-1 0 0 0,0 0 0 0 0,1 0 1 0 0,-1 1-1 0 0,1-1 0 0 0,-1 0 0 0 0,0 1 0 0 0,1-1 1 0 0,-1 0-1 0 0,0 1 0 0 0,1-1 0 0 0,-1 0 1 0 0,0 1-1 0 0,0-1 0 0 0,1 1 0 0 0,-1-1 1 0 0,0 0-1 0 0,0 1 0 0 0,0-1 0 0 0,0 1 0 0 0,1 0 1 0 0,3 73 1050 0 0,-1 0-395 0 0,53 308-391 0 0,-37-269-275 0 0,19 163 229 0 0,-41-191-656 0 0,1-67 276 0 0,1 0 1 0 0,0 0-1 0 0,2 1 0 0 0,4 27 0 0 0,48 292-238 0 0,-43-247 282 0 0,-8-61 120 0 0,8 40 0 0 0,1-41 399 0 0,-10-29-438 0 0,-1 1 0 0 0,0-1 0 0 0,1 1 1 0 0,-1-1-1 0 0,1 1 0 0 0,-1-1 0 0 0,0 1 0 0 0,1-1 1 0 0,-1 0-1 0 0,1 1 0 0 0,-1-1 0 0 0,1 0 1 0 0,-1 1-1 0 0,1-1 0 0 0,-1 0 0 0 0,1 0 0 0 0,0 0 1 0 0,-1 1-1 0 0,1-1 0 0 0,-1 0 0 0 0,1 0 0 0 0,-1 0 1 0 0,1 0-1 0 0,0 0 0 0 0,-1 0 0 0 0,1 0 1 0 0,-1 0-1 0 0,1 0 0 0 0,0 0 0 0 0,-1-1 0 0 0,1 1 1 0 0,-1 0-1 0 0,1 0 0 0 0,-1-1 0 0 0,1 1 0 0 0,-1 0 1 0 0,1 0-1 0 0,-1-1 0 0 0,1 1 0 0 0,-1-1 0 0 0,1 1 1 0 0,0-1-1 0 0,21-19-161 0 0,-14 12-16 0 0,0 1-1 0 0,1 0 1 0 0,13-8-1 0 0,-18 13 175 0 0,-1 0 0 0 0,1 1 1 0 0,-1-1-1 0 0,1 1 0 0 0,-1 0 0 0 0,1 0 0 0 0,0 0 0 0 0,0 1 0 0 0,0-1 1 0 0,-1 1-1 0 0,1 0 0 0 0,0 0 0 0 0,0 0 0 0 0,4 2 0 0 0,2-1 168 0 0,1-1-1 0 0,-1 0 1 0 0,1 0 0 0 0,0-1-1 0 0,19-4 1 0 0,-6 1-25 0 0,-24 4-104 0 0,1 0 0 0 0,-1 0-1 0 0,1 0 1 0 0,-1 0 0 0 0,1 0 0 0 0,-1 0-1 0 0,1 0 1 0 0,-1 0 0 0 0,1 0-1 0 0,-1 0 1 0 0,1 0 0 0 0,-1 0-1 0 0,1 1 1 0 0,-1-1 0 0 0,1 0-1 0 0,-1 0 1 0 0,1 0 0 0 0,-1 1-1 0 0,0-1 1 0 0,1 0 0 0 0,-1 0-1 0 0,1 1 1 0 0,-1-1 0 0 0,0 0 0 0 0,1 1-1 0 0,-1-1 1 0 0,0 1 0 0 0,1-1-1 0 0,-1 0 1 0 0,0 1 0 0 0,0-1-1 0 0,1 1 1 0 0,-1-1 0 0 0,0 1-1 0 0,0-1 1 0 0,0 1 0 0 0,1-1-1 0 0,-1 1 1 0 0,0 0 0 0 0,-2 22 232 0 0,1-16-182 0 0,1-6-1 0 0,1-2-39 0 0,0 1 46 0 0,0-1 0 0 0,0 1 0 0 0,-1 0-1 0 0,1 0 1 0 0,0-1 0 0 0,0 1 0 0 0,0 0 0 0 0,-1 0 0 0 0,1 0 0 0 0,0-1 0 0 0,0 1 0 0 0,0 0 0 0 0,0 0 0 0 0,-1 1 0 0 0,1-1 0 0 0,0 0 0 0 0,0 0 0 0 0,0 0 0 0 0,-1 0 0 0 0,2 1 0 0 0,10 1 552 0 0,-10 3 325 0 0,12 38-987 0 0,-3 1 0 0 0,-1 0 1 0 0,3 50-1 0 0,8 36-543 0 0,-16-107 513 0 0,0 3-129 0 0,0-1 1 0 0,2 0 0 0 0,18 44-1 0 0,-22-69 111 0 0,-1 0 0 0 0,1 0 0 0 0,0 0 0 0 0,0 0 0 0 0,-1 0 0 0 0,1-1 0 0 0,0 1-1 0 0,-1-1 1 0 0,1 0 0 0 0,4-2 0 0 0,14-2 83 0 0,1 1 15 0 0,39-11 0 0 0,-38 9 0 0 0,35-6 0 0 0,-49 11-13 0 0,0 0 0 0 0,0 0 0 0 0,1 1 1 0 0,-1 0-1 0 0,0 1 0 0 0,12 2 1 0 0,-16-1 86 0 0,1-1 1 0 0,0 1 0 0 0,-1 1 0 0 0,0-1-1 0 0,1 1 1 0 0,-1 0 0 0 0,0 0 0 0 0,-1 1-1 0 0,1-1 1 0 0,-1 1 0 0 0,5 5 0 0 0,4 2 286 0 0,0-1 0 0 0,24 15 0 0 0,-21-14-228 0 0,-14-10-190 0 0,0 0 0 0 0,0 1 0 0 0,0-1 0 0 0,0 1 0 0 0,0 0 0 0 0,-1-1 0 0 0,1 1 0 0 0,0 0 0 0 0,-1 0 0 0 0,0 0 0 0 0,1 0 0 0 0,-1 0 0 0 0,0 0 0 0 0,0 0 0 0 0,1 5 0 0 0,-1-5-32 0 0,-1-1 81 0 0,0-1 0 0 0,0 0 1 0 0,0 0-1 0 0,0 1 0 0 0,0-1 1 0 0,0 0-1 0 0,0 0 0 0 0,0 1 0 0 0,1-1 1 0 0,-1 0-1 0 0,0 0 0 0 0,0 1 1 0 0,0-1-1 0 0,0 0 0 0 0,0 0 1 0 0,1 0-1 0 0,-1 1 0 0 0,0-1 0 0 0,0 0 1 0 0,0 0-1 0 0,0 0 0 0 0,1 0 1 0 0,-1 1-1 0 0,0-1 0 0 0,0 0 1 0 0,1 0-1 0 0,-1 0 0 0 0,0 0 0 0 0,0 0 1 0 0,0 0-1 0 0,1 0 0 0 0,-1 0 1 0 0,0 0-1 0 0,0 0 0 0 0,1 0 0 0 0,-1 0 1 0 0,0 0-1 0 0,1 0 0 0 0,-1 0 1 0 0,0 0-1 0 0,0 0 0 0 0,0 0 1 0 0,1 0-1 0 0,-1 0 0 0 0,0 0 0 0 0,0 0 1 0 0,1 0-1 0 0,-1-1 0 0 0,0 1 1 0 0,0 0-1 0 0,0 0 0 0 0,1 0 1 0 0,-1 0-1 0 0,0-1 0 0 0,0 1 0 0 0,0 0 1 0 0,1 0-1 0 0,-1 0 0 0 0,0-1 1 0 0,0 1-1 0 0,0 0 0 0 0,0 0 0 0 0,0 0 1 0 0,0-1-1 0 0,0 1 0 0 0,2-1 31 0 0,-1 0-1 0 0,0 0 1 0 0,0 0-1 0 0,0 0 0 0 0,0 0 1 0 0,0-1-1 0 0,0 1 1 0 0,0 0-1 0 0,0 0 0 0 0,0-1 1 0 0,0 1-1 0 0,-1-1 1 0 0,1 1-1 0 0,-1 0 0 0 0,1-1 1 0 0,-1 1-1 0 0,0-1 0 0 0,1 1 1 0 0,-1-1-1 0 0,0-3 1 0 0,1 2-22 0 0,6-20-352 0 0,0 3-4033 0 0</inkml:trace>
</inkml:ink>
</file>

<file path=ppt/ink/ink3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43.44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2515 3201 0 0,'1'-4'359'0'0,"0"0"0"0"0,1 1 0 0 0,-1-1 0 0 0,1 1 1 0 0,0-1-1 0 0,0 1 0 0 0,0 0 0 0 0,4-5 0 0 0,-3 20 4585 0 0,2 16-2821 0 0,41 303-452 0 0,-45-324-1992 0 0,0 1-1 0 0,1-1 0 0 0,0 0 0 0 0,6 14 1 0 0,-8-20 269 0 0,1-1 0 0 0,-1 1 1 0 0,1 0-1 0 0,-1 0 0 0 0,1-1 0 0 0,-1 1 1 0 0,1 0-1 0 0,-1-1 0 0 0,1 1 1 0 0,-1-1-1 0 0,1 1 0 0 0,0-1 1 0 0,-1 1-1 0 0,1-1 0 0 0,0 1 1 0 0,0-1-1 0 0,-1 1 0 0 0,1-1 1 0 0,0 0-1 0 0,0 0 0 0 0,1 1 1 0 0,-1-1 23 0 0,0-1 0 0 0,0 1 1 0 0,0 0-1 0 0,1-1 0 0 0,-1 1 0 0 0,0-1 1 0 0,0 1-1 0 0,0-1 0 0 0,0 0 1 0 0,0 0-1 0 0,0 1 0 0 0,0-1 0 0 0,0 0 1 0 0,-1 0-1 0 0,1 0 0 0 0,0 0 1 0 0,0 0-1 0 0,-1 0 0 0 0,1 0 1 0 0,0-1-1 0 0,20-41-338 0 0,-20 39 390 0 0,1-1-1 0 0,-1 0 1 0 0,1 1-1 0 0,0 0 1 0 0,1-1-1 0 0,-1 1 1 0 0,1 0-1 0 0,-1 0 1 0 0,1 0-1 0 0,0 1 1 0 0,1-1-1 0 0,-1 1 1 0 0,1 0-1 0 0,-1 0 1 0 0,1 0-1 0 0,0 0 1 0 0,8-4-1 0 0,9-1 100 0 0,1 1 0 0 0,0 1 0 0 0,0 1 1 0 0,1 1-1 0 0,-1 1 0 0 0,1 0 0 0 0,0 2 0 0 0,0 1 0 0 0,25 3 0 0 0,-47-3-146 0 0,1 0-1 0 0,0 1 1 0 0,0-1-1 0 0,0 0 1 0 0,-1 0-1 0 0,1-1 1 0 0,0 1 0 0 0,0 0-1 0 0,-1-1 1 0 0,1 1-1 0 0,2-1 1 0 0,-4 0-3 0 0,1 1 1 0 0,-1 0 0 0 0,0-1 0 0 0,1 1-1 0 0,-1 0 1 0 0,1-1 0 0 0,-1 1-1 0 0,0 0 1 0 0,0-1 0 0 0,1 1-1 0 0,-1-1 1 0 0,0 1 0 0 0,0 0-1 0 0,1-1 1 0 0,-1 1 0 0 0,0-1-1 0 0,0 1 1 0 0,0-1 0 0 0,0 1 0 0 0,0-1-1 0 0,1 1 1 0 0,-1-1 0 0 0,0 1-1 0 0,0-1 1 0 0,0 1 0 0 0,-1-1-1 0 0,0-4-142 0 0,-1 0-1 0 0,1 0 0 0 0,-1 0 1 0 0,-1 0-1 0 0,1 0 0 0 0,-5-6 0 0 0,3 5 145 0 0,-3-6 78 0 0,1 0 0 0 0,0 0 0 0 0,0 0 0 0 0,1-1 0 0 0,1 0-1 0 0,0 0 1 0 0,1-1 0 0 0,1 1 0 0 0,0-1 0 0 0,0 1 0 0 0,1-1 0 0 0,2-14-1 0 0,36-361 451 0 0,-35 370-459 0 0,-1 14-25 0 0,2-23-75 0 0,-3 28 59 0 0,1-1-1 0 0,-1 0 1 0 0,0 0-1 0 0,0 1 1 0 0,0-1-1 0 0,0 0 1 0 0,0 0-1 0 0,1 1 1 0 0,-1-1-1 0 0,0 0 1 0 0,1 0-1 0 0,-1 1 1 0 0,1-1-1 0 0,-1 0 0 0 0,1 1 1 0 0,-1-1-1 0 0,1 1 1 0 0,-1-1-1 0 0,1 0 1 0 0,-1 1-1 0 0,1-1 1 0 0,0 1-1 0 0,-1 0 1 0 0,1-1-1 0 0,1 0 1 0 0,-1 3 45 0 0,0 0 0 0 0,0-1 1 0 0,1 1-1 0 0,-1-1 0 0 0,0 1 1 0 0,0 0-1 0 0,-1 0 0 0 0,1 0 1 0 0,0 0-1 0 0,0 0 0 0 0,0 3 1 0 0,-1-3-137 0 0,0-1-1 0 0,0 1 1 0 0,0-1 0 0 0,0 1 0 0 0,0-1 0 0 0,0 1 0 0 0,-1-1 0 0 0,1 1-1 0 0,-1-1 1 0 0,1 1 0 0 0,-1-1 0 0 0,1 1 0 0 0,-1-1 0 0 0,0 0-1 0 0,1 1 1 0 0,-6 4 2898 0 0,12-9-4846 0 0,-4 1 1898 0 0,1 0 1 0 0,-1 0-1 0 0,1 0 1 0 0,-1-1-1 0 0,0 1 1 0 0,0-1 0 0 0,0 1-1 0 0,0-1 1 0 0,1-3-1 0 0,1 1-168 0 0,0 2-124 0 0,1 3 1970 0 0,3-3-1418 0 0,0-1-1 0 0,-1 0 1 0 0,1 0-1 0 0,-1-1 1 0 0,0 0-1 0 0,12-10 1 0 0,30-21-206 0 0,-40 31-59 0 0,12-5 510 0 0,-2-2 0 0 0,21-14 0 0 0,-39 25-357 0 0,0 0 0 0 0,0 0-1 0 0,0 0 1 0 0,0 0 0 0 0,0 0 0 0 0,-1 0 0 0 0,1 0 0 0 0,-1 0-1 0 0,1 0 1 0 0,0 0 0 0 0,-1-1 0 0 0,0 1 0 0 0,1 0 0 0 0,-1 0 0 0 0,0 0-1 0 0,0-1 1 0 0,1 1 0 0 0,-1 0 0 0 0,0 0 0 0 0,0-1 0 0 0,0 1-1 0 0,-1 0 1 0 0,1 0 0 0 0,0-1 0 0 0,0 1 0 0 0,-1 0 0 0 0,1 0-1 0 0,0 0 1 0 0,-1-1 0 0 0,0 1 0 0 0,0-2 0 0 0,-6-25-293 0 0,5-17 173 0 0,-3 0-1 0 0,-2 0 1 0 0,-1 1 0 0 0,-22-64-1 0 0,20 66 140 0 0,6 24 367 0 0,0 0 0 0 0,-2 1 0 0 0,-10-24 0 0 0,15 37-359 0 0,0 1 0 0 0,0-1 0 0 0,0 1 0 0 0,1-1 0 0 0,0 1 0 0 0,-1-1 0 0 0,1 0 0 0 0,0 1 0 0 0,1-1 0 0 0,-1 0 0 0 0,1 1 0 0 0,1-7 0 0 0,2-19 64 0 0,-3 25-124 0 0,-1 0 0 0 0,1 1 0 0 0,1-1 0 0 0,-1 1 0 0 0,0 0 0 0 0,1-1 1 0 0,2-3-1 0 0,5-11-399 0 0,-1-4 397 0 0,-7 22 40 0 0,1 0 6 0 0,0 0 1 0 0,1 1-1 0 0,-1 0 0 0 0,0-1 0 0 0,0 1 1 0 0,1 0-1 0 0,-1 0 0 0 0,0 0 0 0 0,0 0 1 0 0,3 3-1 0 0,9 4 61 0 0,-5-4-47 0 0,0 0 0 0 0,0-1-1 0 0,0 0 1 0 0,0 0 0 0 0,1-1 0 0 0,9 1 0 0 0,-13-3-11 0 0,-1 0 1 0 0,1 0 0 0 0,-1-1-1 0 0,1 0 1 0 0,-1 0 0 0 0,1 0-1 0 0,-1-1 1 0 0,0 1 0 0 0,1-1 0 0 0,-1-1-1 0 0,9-4 1 0 0,31-18 523 0 0,-46 22-473 0 0,0-2-88 0 0,-1-1-1 0 0,1 0 1 0 0,-1 0 0 0 0,-1 1-1 0 0,-3-9 1 0 0,-2 5-132 0 0,1 0 1 0 0,0 0 0 0 0,1 0 0 0 0,0-1-1 0 0,1 0 1 0 0,0 0 0 0 0,0-1-1 0 0,1 1 1 0 0,1-1 0 0 0,0 0-1 0 0,-3-13 1 0 0,-1-20 215 0 0,-2-69 1 0 0,6 60-173 0 0,0 19 491 0 0,1 0 1 0 0,2 0-1 0 0,2 0 1 0 0,10-61-1 0 0,-10 77 300 0 0,1-4-1072 0 0,0 4 369 0 0,-3 16 8 0 0,0 1 0 0 0,0-1 0 0 0,0 0 0 0 0,0 1 0 0 0,0-1-1 0 0,1 0 1 0 0,-1 1 0 0 0,0-1 0 0 0,1 1 0 0 0,-1-1 0 0 0,1 1 0 0 0,0-1 0 0 0,0 1 0 0 0,-1-1 0 0 0,3-1 0 0 0,-4 3 10 0 0,1 1 1 0 0,0-1-1 0 0,0 1 1 0 0,0-1 0 0 0,-1 1-1 0 0,1-1 1 0 0,0 1-1 0 0,0-1 1 0 0,0 1 0 0 0,0 0-1 0 0,0-1 1 0 0,0 1-1 0 0,0-1 1 0 0,0 1 0 0 0,0-1-1 0 0,0 1 1 0 0,1-1-1 0 0,-1 1 1 0 0,0-1 0 0 0,0 1-1 0 0,0-1 1 0 0,1 1-1 0 0,-1-1 1 0 0,0 1 0 0 0,0-1-1 0 0,1 1 1 0 0,-1-1-1 0 0,0 0 1 0 0,1 1 0 0 0,-1-1-1 0 0,1 1 1 0 0,-1-1 0 0 0,1 0-1 0 0,-1 1 1 0 0,0-1-1 0 0,1 0 1 0 0,-1 0 0 0 0,1 0-1 0 0,-1 1 1 0 0,1-1-1 0 0,0 0 1 0 0,0 0 0 0 0,1 1 16 0 0,0 0 1 0 0,0 0 0 0 0,0 0-1 0 0,0 0 1 0 0,0 0 0 0 0,0-1-1 0 0,0 1 1 0 0,0-1 0 0 0,0 0-1 0 0,0 1 1 0 0,3-1 0 0 0,1-1 5 0 0,-1 1 0 0 0,1 0 0 0 0,-1 0 0 0 0,1 0 0 0 0,-1 1 0 0 0,0 0 1 0 0,1 0-1 0 0,-1 0 0 0 0,0 0 0 0 0,0 1 0 0 0,7 3 0 0 0,-8-3-4 0 0,0 0 0 0 0,1 0-1 0 0,-1-1 1 0 0,1 0 0 0 0,-1 1-1 0 0,1-2 1 0 0,0 1 0 0 0,-1 0-1 0 0,1-1 1 0 0,0 0 0 0 0,-1 0 0 0 0,1 0-1 0 0,0-1 1 0 0,0 0 0 0 0,-1 0-1 0 0,5-1 1 0 0,1-2-106 0 0,-2 0-1 0 0,1-1 1 0 0,0 0 0 0 0,-1-1-1 0 0,0 1 1 0 0,13-13 0 0 0,-21 17 93 0 0,-1-4 21 0 0,-1-1 0 0 0,1 1 0 0 0,-1 0-1 0 0,0 0 1 0 0,-1 1 0 0 0,1-1 0 0 0,-5-5 0 0 0,-7-17-262 0 0,-14-34-346 0 0,22 50 495 0 0,0 0 0 0 0,1 0 0 0 0,0 0 0 0 0,1 0 0 0 0,0-1 0 0 0,1 0 0 0 0,1 1 0 0 0,-2-18 0 0 0,0-32 197 0 0,1 24 487 0 0,2 0 1 0 0,6-62-1 0 0,-2 89-576 0 0,-1 0 0 0 0,2 0 0 0 0,0 0 0 0 0,0 1-1 0 0,1-1 1 0 0,0 1 0 0 0,9-12 0 0 0,-13 18 572 0 0,-5 9-209 0 0,-3 8-2749 0 0</inkml:trace>
</inkml:ink>
</file>

<file path=ppt/ink/ink3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43.93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90 920 0 0,'12'-15'1721'0'0,"7"4"-1071"0"0,-1 1 1 0 0,1 1 0 0 0,0 0 0 0 0,1 2 0 0 0,0 0 0 0 0,0 1 0 0 0,0 1 0 0 0,1 1 0 0 0,0 1-1 0 0,0 1 1 0 0,25 0 0 0 0,-30 2-785 0 0,1 1-1 0 0,-1 1 0 0 0,0 0 1 0 0,0 1-1 0 0,19 6 0 0 0,-23-4-2252 0 0,-2 0-740 0 0</inkml:trace>
</inkml:ink>
</file>

<file path=ppt/ink/ink3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16.6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45 649 5065 0 0,'-3'1'233'0'0,"0"1"1"0"0,0 0-1 0 0,0 0 0 0 0,0 0 0 0 0,1 0 1 0 0,-1 0-1 0 0,0 1 0 0 0,1-1 0 0 0,0 1 1 0 0,0 0-1 0 0,0-1 0 0 0,0 1 0 0 0,0 0 1 0 0,0 0-1 0 0,1 0 0 0 0,-1 1 0 0 0,1-1 1 0 0,0 0-1 0 0,0 1 0 0 0,-1 4 0 0 0,2-8-185 0 0,0 1-1 0 0,0-1 1 0 0,0 0-1 0 0,1 1 1 0 0,-1-1-1 0 0,0 0 0 0 0,0 1 1 0 0,0-1-1 0 0,0 0 1 0 0,1 1-1 0 0,-1-1 1 0 0,0 0-1 0 0,0 1 1 0 0,1-1-1 0 0,-1 0 0 0 0,0 0 1 0 0,0 1-1 0 0,1-1 1 0 0,-1 0-1 0 0,0 0 1 0 0,1 0-1 0 0,-1 1 0 0 0,0-1 1 0 0,1 0-1 0 0,-1 0 1 0 0,0 0-1 0 0,1 0 1 0 0,-1 0-1 0 0,1 0 0 0 0,-1 0 1 0 0,0 0-1 0 0,1 0 1 0 0,-1 0-1 0 0,0 0 1 0 0,1 0-1 0 0,-1 0 0 0 0,1 0 1 0 0,-1 0-1 0 0,0 0 1 0 0,1 0-1 0 0,-1 0 1 0 0,0 0-1 0 0,1 0 0 0 0,-1-1 1 0 0,0 1-1 0 0,1-1 1 0 0,18-7 896 0 0,-4-2-575 0 0,0 0 0 0 0,-1-1 0 0 0,0-1 0 0 0,-1-1-1 0 0,16-18 1 0 0,55-79 1057 0 0,-24 29-388 0 0,125-139 264 0 0,-141 173-2913 0 0,3 2-1 0 0,75-57 1 0 0,-105 89-3701 0 0</inkml:trace>
</inkml:ink>
</file>

<file path=ppt/ink/ink3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17.0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97 5065 0 0,'-2'-2'1110'0'0,"7"-3"-202"0"0,20-12 464 0 0,32-17 763 0 0,-45 28-1685 0 0,0 0 0 0 0,0 1-1 0 0,1 1 1 0 0,0-1 0 0 0,-1 2-1 0 0,1 0 1 0 0,1 1 0 0 0,-1 0-1 0 0,16 0 1 0 0,-20 2-301 0 0,0 1 1 0 0,0 0-1 0 0,0 1 1 0 0,0-1-1 0 0,0 2 0 0 0,0 0 1 0 0,0 0-1 0 0,-1 0 0 0 0,1 1 1 0 0,-1 0-1 0 0,0 1 1 0 0,0 0-1 0 0,-1 0 0 0 0,9 8 1 0 0,-7-6-67 0 0,0 2 0 0 0,-1-1 0 0 0,0 1-1 0 0,-1 1 1 0 0,0-1 0 0 0,0 1 0 0 0,-1 1 0 0 0,0-1 0 0 0,-1 1 0 0 0,0 0 0 0 0,-1 0 0 0 0,5 17 0 0 0,-3 1-498 0 0,-2 0 1 0 0,0 1-1 0 0,-2 54 1 0 0,-2-50-5612 0 0</inkml:trace>
</inkml:ink>
</file>

<file path=ppt/ink/ink3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17.72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37 6913 0 0,'26'62'5044'0'0,"-13"-29"-4310"0"0,-5-13-349 0 0,3 10 92 0 0,2-1 0 0 0,1-1 0 0 0,18 28 0 0 0,-28-50-395 0 0,0-1 1 0 0,0 1-1 0 0,0 0 1 0 0,1-1 0 0 0,0 0-1 0 0,0 0 1 0 0,0 0-1 0 0,1-1 1 0 0,-1 0 0 0 0,1 0-1 0 0,0 0 1 0 0,0-1-1 0 0,1 0 1 0 0,-1 0 0 0 0,1 0-1 0 0,-1-1 1 0 0,1 0-1 0 0,0-1 1 0 0,11 2 0 0 0,-12-3-65 0 0,-1 0 0 0 0,0 0 0 0 0,0-1 0 0 0,0 0 0 0 0,0 0 0 0 0,0-1 0 0 0,0 0 0 0 0,0 1 0 0 0,0-2 0 0 0,-1 1 0 0 0,1 0 0 0 0,-1-1 0 0 0,1 0 0 0 0,-1 0 0 0 0,0 0 0 0 0,0-1 0 0 0,0 1 0 0 0,-1-1 0 0 0,1 0 0 0 0,-1 0 0 0 0,0 0 0 0 0,0 0 0 0 0,0-1 0 0 0,-1 1 0 0 0,3-6 0 0 0,5-14-336 0 0,0 0-1 0 0,-1 0 1 0 0,9-45 0 0 0,-12 44-186 0 0,17-84-2820 0 0,-18 84 2059 0 0</inkml:trace>
</inkml:ink>
</file>

<file path=ppt/ink/ink3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18.09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38 0 3225 0 0,'-2'3'244'0'0,"-1"-1"0"0"0,1 0 0 0 0,-1 1 0 0 0,1 0 0 0 0,0-1-1 0 0,0 1 1 0 0,0 0 0 0 0,0 0 0 0 0,1 0 0 0 0,-1 0 0 0 0,1 0 0 0 0,0 0 0 0 0,-2 7 0 0 0,-7 46 2534 0 0,10-50-2506 0 0,0-1-1 0 0,1 1 1 0 0,-1 0-1 0 0,1 0 1 0 0,0-1-1 0 0,0 1 1 0 0,1-1-1 0 0,0 1 1 0 0,0-1 0 0 0,0 0-1 0 0,1 0 1 0 0,-1 1-1 0 0,1-2 1 0 0,0 1-1 0 0,1 0 1 0 0,-1-1-1 0 0,1 1 1 0 0,0-1 0 0 0,0 0-1 0 0,5 3 1 0 0,12 10 110 0 0,0-2 1 0 0,1 0 0 0 0,28 13 0 0 0,-7-4-1606 0 0,-25-13-458 0 0,1 0-3393 0 0</inkml:trace>
</inkml:ink>
</file>

<file path=ppt/ink/ink3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18.4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 0 10594 0 0,'-4'0'472'0'0,"1"0"96"0"0,2 2-455 0 0,-1-2-113 0 0,2 1 0 0 0,0 1 272 0 0,0-1 32 0 0,0 3 8 0 0,0 2 0 0 0,2-1-152 0 0,1 2-32 0 0,1 0-8 0 0,1 2 0 0 0,5 2-32 0 0,-5 2-8 0 0,-1 2 0 0 0</inkml:trace>
</inkml:ink>
</file>

<file path=ppt/ink/ink3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19.11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131 47 2304 0 0,'4'-6'390'0'0,"-1"1"254"0"0,0 0 1 0 0,1 0 0 0 0,-1 0 0 0 0,1 1 0 0 0,9-8 0 0 0,-13 11-547 0 0,1 1 1 0 0,-1 0-1 0 0,1-1 0 0 0,0 1 0 0 0,-1-1 0 0 0,1 1 1 0 0,0 0-1 0 0,-1 0 0 0 0,1-1 0 0 0,0 1 0 0 0,0 0 1 0 0,-1 0-1 0 0,1 0 0 0 0,0 0 0 0 0,0 0 0 0 0,-1 0 1 0 0,1 0-1 0 0,0 0 0 0 0,0 0 0 0 0,-1 0 0 0 0,2 1 1 0 0,0-1 6 0 0,-1 1 0 0 0,0 0 1 0 0,0 0-1 0 0,0 0 0 0 0,0 0 1 0 0,0 0-1 0 0,0 0 0 0 0,0 0 1 0 0,0 0-1 0 0,0 1 0 0 0,0-1 1 0 0,-1 0-1 0 0,1 1 0 0 0,0-1 1 0 0,0 3-1 0 0,4 13 161 0 0,0 1 1 0 0,-1 1-1 0 0,-1-1 0 0 0,-1 0 1 0 0,-1 1-1 0 0,0 0 0 0 0,-1-1 1 0 0,-1 1-1 0 0,-1-1 0 0 0,-6 27 1 0 0,5-37-238 0 0,0 0-1 0 0,0 1 1 0 0,-1-1 0 0 0,0-1 0 0 0,-1 1-1 0 0,1-1 1 0 0,-2 0 0 0 0,1 0-1 0 0,-1 0 1 0 0,0-1 0 0 0,-10 10 0 0 0,13-14-15 0 0,0 0 0 0 0,0 0 0 0 0,0 0 1 0 0,0 0-1 0 0,-1 0 0 0 0,1-1 0 0 0,0 1 1 0 0,-1-1-1 0 0,1 0 0 0 0,-1 0 0 0 0,1 0 1 0 0,-1-1-1 0 0,-4 1 0 0 0,5-1 12 0 0,1 0-1 0 0,-1-1 0 0 0,0 1 1 0 0,1-1-1 0 0,-1 0 1 0 0,1 0-1 0 0,-1 1 0 0 0,1-2 1 0 0,-1 1-1 0 0,1 0 0 0 0,0 0 1 0 0,-1-1-1 0 0,1 0 1 0 0,0 1-1 0 0,0-1 0 0 0,0 0 1 0 0,0 0-1 0 0,1 0 1 0 0,-1 0-1 0 0,-1-3 0 0 0,-3-4-83 0 0,1 0 0 0 0,0 0 0 0 0,1 0 0 0 0,0-1 0 0 0,0 0 0 0 0,1 0 0 0 0,1 0 0 0 0,-3-16 0 0 0,4 19-35 0 0,0 0-1 0 0,0 0 0 0 0,1 0 1 0 0,0 0-1 0 0,0 0 1 0 0,0 0-1 0 0,1 1 1 0 0,0-1-1 0 0,1 0 0 0 0,0 0 1 0 0,0 0-1 0 0,0 1 1 0 0,5-11-1 0 0,-5 15 141 0 0,0-1 0 0 0,0 1 0 0 0,0 0 0 0 0,0 0 0 0 0,0 0 0 0 0,1 0 0 0 0,-1 0 0 0 0,0 1-1 0 0,1-1 1 0 0,0 1 0 0 0,-1-1 0 0 0,1 1 0 0 0,0 0 0 0 0,0 0 0 0 0,-1 0 0 0 0,1 0 0 0 0,0 1 0 0 0,0-1 0 0 0,0 1 0 0 0,0 0 0 0 0,0 0 0 0 0,0 0 0 0 0,0 0-1 0 0,0 0 1 0 0,0 0 0 0 0,0 1 0 0 0,0 0 0 0 0,-1-1 0 0 0,1 1 0 0 0,0 0 0 0 0,0 1 0 0 0,3 1 0 0 0,2 1 213 0 0,1 0 0 0 0,-1 1 1 0 0,0 0-1 0 0,0 0 0 0 0,-1 0 0 0 0,0 1 1 0 0,0 1-1 0 0,0-1 0 0 0,7 10 1 0 0,4 10 191 0 0,-2 2 0 0 0,0 0 1 0 0,18 50-1 0 0,13 21-6217 0 0,-33-72 267 0 0</inkml:trace>
</inkml:ink>
</file>

<file path=ppt/ink/ink3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19.56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68 138 2761 0 0,'-3'0'162'0'0,"1"1"1"0"0,0-1-1 0 0,-1 0 1 0 0,1 0-1 0 0,-1 0 1 0 0,1 0-1 0 0,0 0 1 0 0,-1-1-1 0 0,1 1 1 0 0,0-1-1 0 0,-1 1 1 0 0,1-1-1 0 0,0 0 1 0 0,0 0-1 0 0,0 0 1 0 0,-1 0-1 0 0,1 0 1 0 0,0-1-1 0 0,0 1 1 0 0,1 0-1 0 0,-1-1 1 0 0,0 0-1 0 0,0 1 1 0 0,1-1-1 0 0,-1 0 1 0 0,1 0-1 0 0,0 0 1 0 0,-1 0-1 0 0,1 0 1 0 0,0 0-1 0 0,0 0 1 0 0,0-1-1 0 0,1 1 1 0 0,-1 0-1 0 0,0 0 1 0 0,1-1-1 0 0,-1 1 1 0 0,1 0-1 0 0,0-1 1 0 0,0 1-1 0 0,0-1 1 0 0,0 1-1 0 0,1-4 1 0 0,-1 2 21 0 0,1 1 1 0 0,-1 0-1 0 0,1 0 0 0 0,-1-1 1 0 0,1 1-1 0 0,0 0 0 0 0,0 0 0 0 0,0 0 1 0 0,1 0-1 0 0,-1 0 0 0 0,1 0 1 0 0,0 1-1 0 0,0-1 0 0 0,0 0 1 0 0,0 1-1 0 0,0 0 0 0 0,0-1 0 0 0,1 1 1 0 0,-1 0-1 0 0,1 0 0 0 0,-1 0 1 0 0,1 0-1 0 0,0 1 0 0 0,0-1 1 0 0,0 1-1 0 0,0 0 0 0 0,0-1 0 0 0,0 2 1 0 0,0-1-1 0 0,0 0 0 0 0,5 0 1 0 0,-5 1-111 0 0,1 1 0 0 0,-1 0 0 0 0,0 0 0 0 0,0 0 0 0 0,0 0 0 0 0,0 0 0 0 0,0 0-1 0 0,0 1 1 0 0,0 0 0 0 0,-1 0 0 0 0,1-1 0 0 0,0 1 0 0 0,-1 1 0 0 0,1-1 0 0 0,-1 0 0 0 0,0 1 0 0 0,0-1 0 0 0,0 1 0 0 0,0-1 0 0 0,0 1 0 0 0,1 3 0 0 0,6 10 2 0 0,-1 1-1 0 0,9 25 1 0 0,-14-33-45 0 0,9 24-24 0 0,-6-12-10 0 0,17 34-1 0 0,-21-51 3 0 0,1 0 0 0 0,-1 0 1 0 0,0 0-1 0 0,1 0 0 0 0,0 0 0 0 0,0 0 1 0 0,0-1-1 0 0,1 1 0 0 0,-1-1 1 0 0,1 0-1 0 0,0 0 0 0 0,0-1 0 0 0,7 5 1 0 0,-9-6-15 0 0,0-1 0 0 0,0 1 0 0 0,0 0-1 0 0,0-1 1 0 0,0 0 0 0 0,1 0 0 0 0,-1 1 0 0 0,0-1 0 0 0,0-1 0 0 0,0 1 0 0 0,0 0 0 0 0,0 0 0 0 0,0-1 0 0 0,1 1 0 0 0,-1-1-1 0 0,3-1 1 0 0,34-22-534 0 0,-36 21 508 0 0,0 0-1 0 0,1 1 0 0 0,-1-1 0 0 0,1 1 0 0 0,0 0 0 0 0,-1 0 0 0 0,1 0 0 0 0,0 0 0 0 0,0 1 0 0 0,1-1 0 0 0,-1 1 0 0 0,0 0 0 0 0,0 0 0 0 0,1 1 0 0 0,4-1 0 0 0,-7 2 24 0 0,-1-1 0 0 0,1 1 0 0 0,0 0-1 0 0,-1 0 1 0 0,1 0 0 0 0,-1 0-1 0 0,1 0 1 0 0,-1 0 0 0 0,0 0-1 0 0,1 1 1 0 0,-1-1 0 0 0,0 0-1 0 0,0 1 1 0 0,0-1 0 0 0,0 1-1 0 0,0-1 1 0 0,0 1 0 0 0,0-1 0 0 0,-1 1-1 0 0,1 0 1 0 0,-1-1 0 0 0,1 1-1 0 0,-1 0 1 0 0,1 0 0 0 0,-1-1-1 0 0,0 3 1 0 0,4 51-864 0 0,-4-51 793 0 0,0 32-1549 0 0,1-22-3120 0 0</inkml:trace>
</inkml:ink>
</file>

<file path=ppt/ink/ink3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20.06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74 73 6913 0 0,'-14'4'625'0'0,"10"-2"-451"0"0,0 0 0 0 0,0-1 0 0 0,-1 0 1 0 0,1 0-1 0 0,-1 0 0 0 0,1 0 0 0 0,-1-1 0 0 0,1 1 0 0 0,-1-1 0 0 0,1-1 0 0 0,-6 0 0 0 0,10 1-100 0 0,-1-1 0 0 0,1 1-1 0 0,0-1 1 0 0,0 1-1 0 0,0-1 1 0 0,0 1-1 0 0,-1-1 1 0 0,1 1-1 0 0,0-1 1 0 0,0 1 0 0 0,0-1-1 0 0,0 1 1 0 0,0-1-1 0 0,1 1 1 0 0,-1-1-1 0 0,0 1 1 0 0,0-1-1 0 0,0 1 1 0 0,0-1 0 0 0,0 1-1 0 0,1-1 1 0 0,-1 1-1 0 0,0-1 1 0 0,0 1-1 0 0,1-1 1 0 0,-1 1-1 0 0,0-1 1 0 0,1 1 0 0 0,-1 0-1 0 0,1-1 1 0 0,-1 1-1 0 0,0 0 1 0 0,1-1-1 0 0,0 1 1 0 0,16-16 908 0 0,-10 9-759 0 0,0 1 0 0 0,1 1 0 0 0,0-1 0 0 0,0 1 0 0 0,1 1 1 0 0,0-1-1 0 0,-1 1 0 0 0,1 1 0 0 0,11-3 0 0 0,-15 5-115 0 0,0 1-1 0 0,0-1 1 0 0,-1 1 0 0 0,1 0 0 0 0,0 0 0 0 0,0 1 0 0 0,0 0 0 0 0,-1-1-1 0 0,1 2 1 0 0,0-1 0 0 0,-1 0 0 0 0,1 1 0 0 0,-1 0 0 0 0,1 0 0 0 0,-1 0-1 0 0,0 1 1 0 0,0 0 0 0 0,0-1 0 0 0,0 1 0 0 0,4 5 0 0 0,16 15 286 0 0,-2 2 0 0 0,-1 0 1 0 0,22 35-1 0 0,-28-38-338 0 0,1 0 0 0 0,1-1 0 0 0,1 0 0 0 0,0-2 0 0 0,42 35 1 0 0,-36-39-274 0 0,-16-10-483 0 0,1 0 0 0 0,-1 1 0 0 0,-1 0 1 0 0,1 0-1 0 0,12 15 0 0 0,-14-12-667 0 0</inkml:trace>
</inkml:ink>
</file>

<file path=ppt/ink/ink3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20.40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0 478 3225 0 0,'5'-18'288'0'0,"-1"7"-288"0"0,0-1 0 0 0,1-1 0 0 0,-1 4-464 0 0,2-1-144 0 0,1-5-33 0 0,7-11-7 0 0,6-11 584 0 0,9-16 64 0 0,4-4 112 0 0,-1 3-24 0 0,-3 7-24 0 0,-2 3-64 0 0,-1 6 96 0 0,-6 5-16 0 0</inkml:trace>
</inkml:ink>
</file>

<file path=ppt/ink/ink3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21.3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13 118 10594 0 0,'-1'0'-8'0'0,"1"0"1"0"0,-1 0-1 0 0,1 0 0 0 0,-1 0 0 0 0,1 0 0 0 0,-1 0 1 0 0,1-1-1 0 0,-1 1 0 0 0,1 0 0 0 0,-1 0 0 0 0,1-1 1 0 0,-1 1-1 0 0,1 0 0 0 0,-1-1 0 0 0,1 1 0 0 0,0 0 1 0 0,-1-1-1 0 0,1 1 0 0 0,0-1 0 0 0,-1 1 0 0 0,1 0 0 0 0,0-1 1 0 0,-1 1-1 0 0,1-1 0 0 0,0 1 0 0 0,0-1 0 0 0,0 1 1 0 0,-1-1-1 0 0,1 1 0 0 0,0-2 0 0 0,-1-22 486 0 0,2 18-212 0 0,0 0 0 0 0,0 0 0 0 0,0 1 0 0 0,1-1 0 0 0,0 1 0 0 0,3-8 0 0 0,-4 10-113 0 0,1 1 0 0 0,-1 0 0 0 0,1-1 0 0 0,0 1 0 0 0,-1 0 0 0 0,1 0 0 0 0,0 0 0 0 0,0 0 0 0 0,1 0 0 0 0,-1 1 0 0 0,0-1 0 0 0,1 1 0 0 0,-1-1 0 0 0,1 1 0 0 0,-1 0 0 0 0,1 0 0 0 0,-1 0 0 0 0,1 0 0 0 0,0 1 0 0 0,0-1 0 0 0,-1 1 0 0 0,6-1 0 0 0,-4 1 5 0 0,0 1-1 0 0,0 0 1 0 0,-1 0 0 0 0,1 0 0 0 0,-1 1-1 0 0,1-1 1 0 0,-1 1 0 0 0,0 0-1 0 0,1 0 1 0 0,-1 0 0 0 0,0 0 0 0 0,0 0-1 0 0,0 1 1 0 0,-1-1 0 0 0,1 1-1 0 0,3 5 1 0 0,10 14 41 0 0,-2 0-1 0 0,0 1 0 0 0,-2 0 1 0 0,0 1-1 0 0,11 35 1 0 0,-8-21-18 0 0,22 41 1 0 0,-36-78-147 0 0,-1 0 1 0 0,1 0 0 0 0,-1 1-1 0 0,1-1 1 0 0,0 0 0 0 0,0 0-1 0 0,-1 0 1 0 0,1 0 0 0 0,0 0-1 0 0,0 0 1 0 0,0 0 0 0 0,0 0-1 0 0,0 0 1 0 0,0-1 0 0 0,0 1-1 0 0,1 0 1 0 0,-1-1 0 0 0,0 1-1 0 0,2 0 1 0 0,-2-1-17 0 0,-1 0 0 0 0,1 0 0 0 0,0-1 0 0 0,0 1 0 0 0,-1 0 0 0 0,1-1 1 0 0,0 1-1 0 0,-1 0 0 0 0,1-1 0 0 0,0 1 0 0 0,-1-1 0 0 0,1 1 0 0 0,-1-1 0 0 0,1 1 0 0 0,0-1 0 0 0,-1 1 0 0 0,0-1 1 0 0,1 0-1 0 0,-1 1 0 0 0,1-1 0 0 0,-1 0 0 0 0,0 1 0 0 0,1-1 0 0 0,-1-1 0 0 0,4-9 43 0 0,0 0-1 0 0,-1 0 0 0 0,2-17 0 0 0,-2 14-179 0 0,19-102-1674 0 0,-17 84 641 0 0</inkml:trace>
</inkml:ink>
</file>

<file path=ppt/ink/ink3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21.84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 1 6913 0 0,'0'0'139'0'0,"0"0"-1"0"0,-1 0 0 0 0,1 1 0 0 0,-1-1 0 0 0,1 0 0 0 0,0 0 1 0 0,-1 0-1 0 0,1 1 0 0 0,0-1 0 0 0,-1 0 0 0 0,1 1 0 0 0,0-1 0 0 0,-1 0 1 0 0,1 1-1 0 0,0-1 0 0 0,0 0 0 0 0,0 1 0 0 0,-1-1 0 0 0,1 1 1 0 0,0-1-1 0 0,0 0 0 0 0,0 1 0 0 0,0-1 0 0 0,0 1 0 0 0,-1-1 1 0 0,1 1-1 0 0,0-1 0 0 0,0 1 0 0 0,0-1 0 0 0,0 0 0 0 0,0 1 0 0 0,1 0 1 0 0,5 22 2037 0 0,19 24-352 0 0,-22-42-1351 0 0,11 17 538 0 0,1 0-1 0 0,1-1 1 0 0,1 0-1 0 0,21 19 1 0 0,85 65-1952 0 0,-104-90-3978 0 0,-1 0-1594 0 0</inkml:trace>
</inkml:ink>
</file>

<file path=ppt/ink/ink3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22.20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0 920 0 0,'0'3'228'0'0,"0"-1"-1"0"0,0 0 0 0 0,0 0 1 0 0,0 1-1 0 0,0-1 0 0 0,1 0 1 0 0,-1 1-1 0 0,1-1 1 0 0,-1 0-1 0 0,1 0 0 0 0,0 0 1 0 0,0 0-1 0 0,0 0 1 0 0,2 3-1 0 0,18 29 3090 0 0,-18-29-2946 0 0,6 7 498 0 0,1 0-1 0 0,0 0 1 0 0,1 0 0 0 0,0-2 0 0 0,1 1-1 0 0,0-1 1 0 0,1-1 0 0 0,15 9-1 0 0,12 4-686 0 0,62 23 0 0 0,-81-37-657 0 0,11 10-2480 0 0,-18-10-1830 0 0</inkml:trace>
</inkml:ink>
</file>

<file path=ppt/ink/ink3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22.57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9218 0 0,'5'11'422'0'0,"1"0"0"0"0,0-1-1 0 0,1 0 1 0 0,0 0 0 0 0,0 0 0 0 0,1-1-1 0 0,1 0 1 0 0,-1-1 0 0 0,11 9 0 0 0,2 3 596 0 0,59 47 1619 0 0,-55-48-4190 0 0,33 32-1 0 0,-40-33 325 0 0</inkml:trace>
</inkml:ink>
</file>

<file path=ppt/ink/ink3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23.0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48 8754 0 0,'3'-1'776'0'0,"-2"0"-616"0"0,1-1-160 0 0,-1 1 0 0 0,-1-1-288 0 0,0 0-80 0 0,2-2-16 0 0,0-1-8 0 0,0-1 392 0 0,0 0 0 0 0,1 1 0 0 0,-1-1 96 0 0,0 3-528 0 0,0 1-112 0 0,0 0-17 0 0,-6 2-7 0 0</inkml:trace>
</inkml:ink>
</file>

<file path=ppt/ink/ink3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23.36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0 354 2304 0 0,'3'-5'201'0'0,"0"1"-201"0"0,0 2 0 0 0,-2-1 0 0 0,2 1 104 0 0,-1-3-16 0 0,5-3-8 0 0,2-6 8 0 0,0-4-88 0 0</inkml:trace>
  <inkml:trace contextRef="#ctx0" brushRef="#br0" timeOffset="1">242 60 14283 0 0,'14'-9'1329'0'0,"12"-3"-3839"0"0,-2 0 1251 0 0,-15 6 1180 0 0,13-10-677 0 0,-21 16 620 0 0,-1-1 1 0 0,1 1-1 0 0,-1-1 0 0 0,1 1 1 0 0,-1 0-1 0 0,1-1 1 0 0,0 1-1 0 0,-1 0 0 0 0,1 0 1 0 0,0-1-1 0 0,-1 1 1 0 0,1 0-1 0 0,0 0 0 0 0,-1 0 1 0 0,1 0-1 0 0,0 0 0 0 0,0 0 1 0 0,-1 0-1 0 0,1 0 1 0 0,0 0-1 0 0,-1 0 0 0 0,1 0 1 0 0,0 0-1 0 0,1 1 1 0 0,-2 2-177 0 0</inkml:trace>
</inkml:ink>
</file>

<file path=ppt/ink/ink3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24.80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215 2321 6913 0 0,'-10'18'-468'0'0,"1"1"0"0"0,1 0-1 0 0,-6 22 1 0 0,-7 18 980 0 0,12-37-181 0 0,-3 6 703 0 0,-18 33 0 0 0,26-54-802 0 0,0-1-1 0 0,0 1 1 0 0,-1-1-1 0 0,0 0 1 0 0,-1 0 0 0 0,1 0-1 0 0,-1-1 1 0 0,0 0-1 0 0,0 0 1 0 0,-7 4-1 0 0,12-9-206 0 0,1 1 0 0 0,-1-1-1 0 0,0 1 1 0 0,1-1 0 0 0,-1 0 0 0 0,0 0-1 0 0,1 1 1 0 0,-1-1 0 0 0,0 0 0 0 0,1 0-1 0 0,-1 0 1 0 0,0 0 0 0 0,1 0-1 0 0,-1 0 1 0 0,0 0 0 0 0,0 0 0 0 0,1 0-1 0 0,-1 0 1 0 0,0 0 0 0 0,1 0 0 0 0,-1-1-1 0 0,0 1 1 0 0,1 0 0 0 0,-1 0-1 0 0,0-1 1 0 0,1 1 0 0 0,-1 0 0 0 0,0-1-1 0 0,0-1-4 0 0,-1 1 0 0 0,1-1 0 0 0,0 1 0 0 0,0-1 0 0 0,0 1 0 0 0,0-1 0 0 0,1 0 0 0 0,-1 0 0 0 0,0 1 0 0 0,0-4 0 0 0,-5-49-198 0 0,5 50 165 0 0,2-135-875 0 0,30-232 0 0 0,-13 210 702 0 0,78-554-230 0 0,-71 594 466 0 0,5 2 0 0 0,5 1 0 0 0,94-210 0 0 0,-99 265-101 0 0,3 1 1 0 0,69-100-1 0 0,-87 143 97 0 0,0 1 0 0 0,1 0 0 0 0,1 1 0 0 0,1 1 0 0 0,0 0 0 0 0,1 1 0 0 0,0 1 0 0 0,1 1 0 0 0,1 1 0 0 0,0 1 0 0 0,40-15 0 0 0,-47 21-12 0 0,1 1 1 0 0,0 0-1 0 0,0 0 0 0 0,0 2 0 0 0,1 0 1 0 0,-1 1-1 0 0,0 0 0 0 0,1 1 0 0 0,-1 1 0 0 0,1 1 1 0 0,-1 0-1 0 0,0 0 0 0 0,0 2 0 0 0,0 0 1 0 0,0 1-1 0 0,-1 0 0 0 0,1 1 0 0 0,-1 1 1 0 0,-1 0-1 0 0,1 1 0 0 0,-1 0 0 0 0,-1 1 1 0 0,0 1-1 0 0,16 15 0 0 0,-7-3-91 0 0,-2 1-1 0 0,-1 0 1 0 0,0 2 0 0 0,-2 0-1 0 0,-1 1 1 0 0,-1 0-1 0 0,-1 1 1 0 0,16 49-1 0 0,-1 20 207 0 0,20 125-1 0 0,-29-129 144 0 0,58 329 799 0 0,29 126-367 0 0,168 361-550 0 0,-243-819-92 0 0,43 123 621 0 0,9-3 0 0 0,218 388 0 0 0,-226-468-115 0 0,45 72-5 0 0,-99-172-633 0 0,1 0-1 0 0,2-2 1 0 0,1 0 0 0 0,1-2 0 0 0,1 0 0 0 0,2-2-1 0 0,0-2 1 0 0,1 0 0 0 0,1-2 0 0 0,43 20 0 0 0,-43-23 30 0 0,-14-7 4 0 0,0-1 0 0 0,0 0-1 0 0,1-1 1 0 0,0 0 0 0 0,36 7-1 0 0,-50-14-17 0 0,0-1-1 0 0,0 1 1 0 0,0 0-1 0 0,0-1 1 0 0,-1 0-1 0 0,1 0 1 0 0,0 0-1 0 0,-1 0 1 0 0,1-1 0 0 0,0 1-1 0 0,-1-1 1 0 0,0 0-1 0 0,1 0 1 0 0,-1 0-1 0 0,0-1 1 0 0,0 1-1 0 0,0-1 1 0 0,-1 0-1 0 0,1 1 1 0 0,-1-1-1 0 0,1 0 1 0 0,2-6-1 0 0,6-8-237 0 0,-1 0 0 0 0,-1 0 0 0 0,8-23 0 0 0,-10 24 185 0 0,96-207-200 0 0,70-177 1161 0 0,-3-86-837 0 0,-80 247 352 0 0,122-231-1 0 0,-176 394-206 0 0,-3-2-1 0 0,-4-1 1 0 0,26-109-1 0 0,-40 127-2339 0 0,-9 38-2652 0 0</inkml:trace>
</inkml:ink>
</file>

<file path=ppt/ink/ink3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25.78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1 431 3225 0 0,'3'-1'-160'0'0,"1"0"1"0"0,0 0 0 0 0,-1 0-1 0 0,1 0 1 0 0,-1 0 0 0 0,1-1 0 0 0,3-2-1 0 0,1 0 418 0 0,377-117 4535 0 0,-376 119-4754 0 0,21-4 71 0 0,0 1 0 0 0,1 1 0 0 0,-1 2-1 0 0,36 2 1 0 0,40-2 109 0 0,205-24 375 0 0,-25 13-255 0 0,-93 8-65 0 0,296-47 822 0 0,76-4-509 0 0,334-8 165 0 0,-423 9-533 0 0,-436 53-180 0 0,0 2-1 0 0,0 2 1 0 0,0 2-1 0 0,70 15 1 0 0,151 57 416 0 0,-141-38-839 0 0,-90-30-3883 0 0</inkml:trace>
</inkml:ink>
</file>

<file path=ppt/ink/ink3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26.89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63 1840 0 0,'0'-2'139'0'0,"0"-2"65"0"0,0 0 0 0 0,-1 0 0 0 0,2-1 0 0 0,-1 1 0 0 0,0 0 0 0 0,1 0 0 0 0,0 0 0 0 0,0 0 0 0 0,0 0 0 0 0,0 0 0 0 0,1 0 1 0 0,-1 0-1 0 0,4-4 0 0 0,-5 8-154 0 0,1 0 1 0 0,-1 0-1 0 0,1 0 1 0 0,-1 0-1 0 0,1 0 1 0 0,0 0-1 0 0,-1 0 1 0 0,1 0-1 0 0,-1 1 1 0 0,1-1-1 0 0,-1 0 1 0 0,1 0-1 0 0,-1 0 1 0 0,1 0-1 0 0,-1 1 1 0 0,1-1-1 0 0,-1 0 1 0 0,1 1-1 0 0,-1-1 1 0 0,1 0-1 0 0,-1 1 1 0 0,1-1-1 0 0,-1 1 1 0 0,0-1-1 0 0,1 0 1 0 0,-1 1-1 0 0,0-1 1 0 0,1 1-1 0 0,-1-1 1 0 0,0 1-1 0 0,0-1 1 0 0,0 1-1 0 0,1-1 1 0 0,-1 1-1 0 0,0 0 1 0 0,0 0-1 0 0,10 25 507 0 0,-9-24-456 0 0,88 324 2207 0 0,-65-227-1848 0 0,22 116 413 0 0,-25-106-812 0 0,5-2 0 0 0,45 121 0 0 0,-69-224-207 0 0,-1-1 25 0 0,-1 0 0 0 0,1 0-1 0 0,0 0 1 0 0,0-1-1 0 0,0 1 1 0 0,1-1-1 0 0,-1 1 1 0 0,1-1 0 0 0,-1 1-1 0 0,5 3 1 0 0,-5-17-1256 0 0,-2 2 683 0 0</inkml:trace>
</inkml:ink>
</file>

<file path=ppt/ink/ink3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27.25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37 140 1840 0 0,'-1'0'64'0'0,"-1"0"-1"0"0,1 1 0 0 0,0-1 0 0 0,-1 0 0 0 0,1 0 0 0 0,0 0 1 0 0,-1 1-1 0 0,1-1 0 0 0,0 1 0 0 0,0-1 0 0 0,-1 1 0 0 0,1-1 1 0 0,0 1-1 0 0,0 0 0 0 0,0 0 0 0 0,0-1 0 0 0,0 1 0 0 0,0 0 1 0 0,0 0-1 0 0,0 0 0 0 0,0 0 0 0 0,-1 2 0 0 0,0 0 3 0 0,1 0-1 0 0,0 0 1 0 0,0 0 0 0 0,0 0-1 0 0,0 0 1 0 0,0 0-1 0 0,1 0 1 0 0,0 0-1 0 0,-1 5 1 0 0,2 8 95 0 0,0-1 0 0 0,1 1 0 0 0,5 18 0 0 0,-6-26 31 0 0,2 3-53 0 0,0 0 0 0 0,0 0 1 0 0,1 0-1 0 0,0 0 0 0 0,1-1 0 0 0,0 0 0 0 0,10 14 1 0 0,-14-22-119 0 0,0 0 0 0 0,1 0 1 0 0,-1-1-1 0 0,1 1 1 0 0,-1 0-1 0 0,1-1 1 0 0,0 0-1 0 0,0 1 0 0 0,0-1 1 0 0,0 0-1 0 0,0 0 1 0 0,0 0-1 0 0,0 0 1 0 0,0 0-1 0 0,0-1 0 0 0,0 1 1 0 0,0 0-1 0 0,3-1 1 0 0,-3 0-18 0 0,1 0 1 0 0,0-1 0 0 0,-1 0 0 0 0,1 1 0 0 0,0-1-1 0 0,-1 0 1 0 0,1 0 0 0 0,-1-1 0 0 0,0 1 0 0 0,1 0-1 0 0,-1-1 1 0 0,0 1 0 0 0,0-1 0 0 0,0 0-1 0 0,0 0 1 0 0,0 0 0 0 0,0 0 0 0 0,-1 0 0 0 0,3-2-1 0 0,3-7 120 0 0,-1 1 0 0 0,1-1 1 0 0,-2 0-1 0 0,1 0 0 0 0,-2 0 0 0 0,1-1 0 0 0,-2 0 0 0 0,0 0 0 0 0,3-17 0 0 0,-3 7 191 0 0,0 0 0 0 0,-2 1 0 0 0,-1-1 0 0 0,-3-32 0 0 0,3 53-307 0 0,-10-53 602 0 0,9 51-589 0 0,1 0 0 0 0,-1-1 0 0 0,0 1 0 0 0,0 0 0 0 0,-1 0 0 0 0,1 1 1 0 0,-1-1-1 0 0,1 0 0 0 0,-1 0 0 0 0,0 1 0 0 0,0-1 0 0 0,0 1 0 0 0,0-1 0 0 0,-4-2 0 0 0,6 5-49 0 0,-1 0 0 0 0,1 0 0 0 0,-1 0 0 0 0,1-1 0 0 0,-1 1 0 0 0,1 0 0 0 0,-1 0 0 0 0,1 0 0 0 0,-1 0 0 0 0,1 0 0 0 0,-1 0 0 0 0,1 0 0 0 0,-1 0 0 0 0,0 0 0 0 0,1 0 0 0 0,-1 0 0 0 0,1 0 0 0 0,-1 0 0 0 0,1 1 0 0 0,-1-1 0 0 0,1 0 0 0 0,-1 0 0 0 0,1 0 0 0 0,-1 1-1 0 0,1-1 1 0 0,0 0 0 0 0,-1 1 0 0 0,1-1 0 0 0,-1 0 0 0 0,1 1 0 0 0,0-1 0 0 0,-1 1 0 0 0,1-1 0 0 0,0 1 0 0 0,-1-1 0 0 0,1 0 0 0 0,0 1 0 0 0,-1 0 0 0 0,-4 9-3245 0 0</inkml:trace>
</inkml:ink>
</file>

<file path=ppt/ink/ink3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27.64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29 5 2304 0 0,'0'0'106'0'0,"-1"-1"-1"0"0,1 1 0 0 0,0 0 0 0 0,-1-1 0 0 0,1 1 1 0 0,0 0-1 0 0,-1-1 0 0 0,1 1 0 0 0,-1 0 0 0 0,1 0 0 0 0,-1-1 1 0 0,1 1-1 0 0,-1 0 0 0 0,1 0 0 0 0,0 0 0 0 0,-1-1 1 0 0,1 1-1 0 0,-1 0 0 0 0,1 0 0 0 0,-1 0 0 0 0,0 0 0 0 0,1 0 1 0 0,-1 0-1 0 0,1 0 0 0 0,-1 0 0 0 0,1 0 0 0 0,-1 0 1 0 0,1 1-1 0 0,-1-1 0 0 0,1 0 0 0 0,-1 0 0 0 0,1 0 0 0 0,0 1 1 0 0,-1-1-1 0 0,1 0 0 0 0,-1 0 0 0 0,1 1 0 0 0,-1-1 0 0 0,1 0 1 0 0,0 1-1 0 0,-1-1 0 0 0,1 1 0 0 0,0-1 0 0 0,-1 0 1 0 0,1 1-1 0 0,0-1 0 0 0,0 1 0 0 0,-1-1 0 0 0,1 1 0 0 0,0-1 1 0 0,0 1-1 0 0,0-1 0 0 0,0 1 0 0 0,0-1 0 0 0,0 1 1 0 0,0-1-1 0 0,0 2 0 0 0,-6 32 1144 0 0,5 72 534 0 0,20 176 1 0 0,44 102-1090 0 0,62 113-549 0 0,-47-214 109 0 0,6 25-1424 0 0,-82-302 580 0 0</inkml:trace>
</inkml:ink>
</file>

<file path=ppt/ink/ink3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28.0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36 49 3225 0 0,'-1'1'-83'0'0,"-1"0"1"0"0,1 0-1 0 0,0 0 1 0 0,-1 0 0 0 0,1 1-1 0 0,0-1 1 0 0,0 0-1 0 0,0 1 1 0 0,0-1 0 0 0,0 0-1 0 0,0 1 1 0 0,1-1-1 0 0,-1 1 1 0 0,0 0-1 0 0,1-1 1 0 0,-1 1 0 0 0,1 0-1 0 0,0-1 1 0 0,-1 3-1 0 0,-5 40 347 0 0,5-32 130 0 0,1-10-335 0 0,-5 59 1710 0 0,5-57-1532 0 0,0-1 1 0 0,0 1-1 0 0,1 0 0 0 0,-1-1 0 0 0,1 1 0 0 0,-1-1 1 0 0,1 1-1 0 0,0-1 0 0 0,0 1 0 0 0,1-1 0 0 0,-1 0 1 0 0,1 0-1 0 0,0 0 0 0 0,2 5 0 0 0,-3-8-194 0 0,-1 0-1 0 0,0 1 0 0 0,1-1 1 0 0,-1 0-1 0 0,0 1 1 0 0,1-1-1 0 0,-1 0 1 0 0,0 0-1 0 0,1 1 0 0 0,-1-1 1 0 0,1 0-1 0 0,-1 0 1 0 0,0 0-1 0 0,1 1 0 0 0,-1-1 1 0 0,1 0-1 0 0,-1 0 1 0 0,1 0-1 0 0,-1 0 0 0 0,0 0 1 0 0,1 0-1 0 0,-1 0 1 0 0,1 0-1 0 0,-1 0 0 0 0,1 0 1 0 0,-1 0-1 0 0,1 0 1 0 0,-1 0-1 0 0,0-1 0 0 0,1 1 1 0 0,-1 0-1 0 0,1 0 1 0 0,0-1-1 0 0,10-15 439 0 0,0-23-408 0 0,-11 38-47 0 0,3-12 11 0 0,-2 0 0 0 0,0 1-1 0 0,0-1 1 0 0,-1 0 0 0 0,-1 0 0 0 0,-3-21 0 0 0,3 29-84 0 0,1 0 1 0 0,-1 0 0 0 0,-1 1 0 0 0,1-1 0 0 0,-1 0 0 0 0,1 1 0 0 0,-1-1 0 0 0,-1 1 0 0 0,1 0-1 0 0,-1 0 1 0 0,1 0 0 0 0,-1 0 0 0 0,0 0 0 0 0,-1 1 0 0 0,1-1 0 0 0,0 1 0 0 0,-1 0 0 0 0,0 0-1 0 0,0 0 1 0 0,-8-4 0 0 0</inkml:trace>
</inkml:ink>
</file>

<file path=ppt/ink/ink3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28.48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81 1 456 0 0,'-5'1'345'0'0,"0"1"-1"0"0,1 0 1 0 0,0 0 0 0 0,-1 0-1 0 0,1 0 1 0 0,0 1 0 0 0,0 0-1 0 0,0-1 1 0 0,1 1 0 0 0,-1 1-1 0 0,1-1 1 0 0,-1 1-1 0 0,1-1 1 0 0,0 1 0 0 0,1 0-1 0 0,-1 0 1 0 0,1 0 0 0 0,-1 0-1 0 0,1 1 1 0 0,0-1 0 0 0,1 1-1 0 0,-1-1 1 0 0,1 1 0 0 0,0 0-1 0 0,0-1 1 0 0,0 1 0 0 0,1 9-1 0 0,0 34 84 0 0,2 1-1 0 0,2-1 1 0 0,19 87 0 0 0,-12-79-314 0 0,21 127-194 0 0,139 717-897 0 0,-49-219 2122 0 0,-87-468-989 0 0,-33-201-229 0 0,-1-5-16 0 0,0 0 1 0 0,0 0-1 0 0,1 0 0 0 0,0 0 1 0 0,0 0-1 0 0,0 0 1 0 0,6 9-1 0 0,-8-15 56 0 0,0-1 0 0 0,0 0 0 0 0,0 1 1 0 0,1-1-1 0 0,-1 0 0 0 0,0 0 0 0 0,0 1 0 0 0,0-1 0 0 0,1 0 0 0 0,-1 0 0 0 0,0 1 1 0 0,0-1-1 0 0,1 0 0 0 0,-1 0 0 0 0,0 0 0 0 0,1 1 0 0 0,-1-1 0 0 0,0 0 0 0 0,0 0 1 0 0,1 0-1 0 0,-1 0 0 0 0,0 0 0 0 0,1 0 0 0 0,-1 0 0 0 0,0 0 0 0 0,1 0 0 0 0,-1 0 1 0 0,0 0-1 0 0,1 0 0 0 0,-1 0 0 0 0,0 0 0 0 0,1 0 0 0 0,-1 0 0 0 0,0 0 0 0 0,1 0 1 0 0,-1 0-1 0 0,0 0 0 0 0,1 0 0 0 0,-1-1 0 0 0,10-14-1545 0 0,1-21-1018 0 0,-10 28 2252 0 0,0-1 0 0 0,-1 1 0 0 0,0-1 0 0 0,-2-15 0 0 0,-6-11 225 0 0</inkml:trace>
</inkml:ink>
</file>

<file path=ppt/ink/ink3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28.8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200 16 2288 0 0,'-1'-1'26'0'0,"-1"-1"0"0"0,1 1-1 0 0,-1 0 1 0 0,1 0-1 0 0,-1 0 1 0 0,1 0-1 0 0,-1 0 1 0 0,0 0-1 0 0,1 0 1 0 0,-1 0-1 0 0,0 0 1 0 0,0 1-1 0 0,1-1 1 0 0,-1 1-1 0 0,0 0 1 0 0,0-1-1 0 0,0 1 1 0 0,0 0-1 0 0,0 0 1 0 0,0 0-1 0 0,-3 1 1 0 0,1 0 176 0 0,0 0 1 0 0,0 1 0 0 0,0-1 0 0 0,0 1-1 0 0,1 0 1 0 0,-1 0 0 0 0,0 1 0 0 0,-5 4-1 0 0,-2 3-28 0 0,0 0 0 0 0,1 0-1 0 0,0 0 1 0 0,1 2 0 0 0,0-1-1 0 0,0 1 1 0 0,2 0-1 0 0,-1 1 1 0 0,2 0 0 0 0,-10 23-1 0 0,13-28-33 0 0,1 0 0 0 0,0 0 0 0 0,0 0 0 0 0,0 0 0 0 0,1 1 0 0 0,1-1 0 0 0,-1 0 0 0 0,1 1 0 0 0,0-1 0 0 0,1 0 0 0 0,0 0 0 0 0,1 1 0 0 0,-1-1 0 0 0,2 0 0 0 0,-1 0 0 0 0,1-1 0 0 0,0 1 0 0 0,0 0-1 0 0,1-1 1 0 0,5 8 0 0 0,-8-14-93 0 0,0 1 0 0 0,-1-1-1 0 0,1 1 1 0 0,0-1-1 0 0,1 0 1 0 0,-1 1 0 0 0,0-1-1 0 0,0 0 1 0 0,0 0 0 0 0,1 0-1 0 0,-1 0 1 0 0,1 0-1 0 0,-1 0 1 0 0,0 0 0 0 0,1 0-1 0 0,0-1 1 0 0,-1 1-1 0 0,1 0 1 0 0,-1-1 0 0 0,1 0-1 0 0,0 1 1 0 0,-1-1 0 0 0,1 0-1 0 0,0 0 1 0 0,0 0-1 0 0,-1 0 1 0 0,1 0 0 0 0,0 0-1 0 0,-1 0 1 0 0,1-1-1 0 0,0 1 1 0 0,-1 0 0 0 0,1-1-1 0 0,0 0 1 0 0,-1 1 0 0 0,1-1-1 0 0,-1 0 1 0 0,1 0-1 0 0,-1 0 1 0 0,1 0 0 0 0,-1 0-1 0 0,0 0 1 0 0,0 0-1 0 0,1 0 1 0 0,-1-1 0 0 0,0 1-1 0 0,1-3 1 0 0,6-6 111 0 0,0 0-1 0 0,-1 0 1 0 0,-1-1-1 0 0,0 0 1 0 0,6-14 0 0 0,57-174-646 0 0,-53 148-750 0 0,-16 48 1052 0 0,7-7-1323 0 0</inkml:trace>
</inkml:ink>
</file>

<file path=ppt/ink/ink3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29.41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52 16 3249 0 0,'-2'-2'125'0'0,"0"1"0"0"0,-1-1 0 0 0,1 0 0 0 0,-1 1 0 0 0,0 0 0 0 0,1-1 0 0 0,-1 1 0 0 0,0 0 0 0 0,0 0 0 0 0,1 1 0 0 0,-1-1 0 0 0,-5 0 0 0 0,8 1-31 0 0,-1 0 0 0 0,1 1 0 0 0,-1-1 0 0 0,0 0 0 0 0,1 0 0 0 0,-1 0 0 0 0,1 1 0 0 0,-1-1 0 0 0,1 0 0 0 0,-1 1 0 0 0,1-1 0 0 0,0 0 0 0 0,-1 1 0 0 0,1-1 0 0 0,-1 1 0 0 0,1-1 0 0 0,0 1 0 0 0,-1-1 0 0 0,1 1 0 0 0,0-1 0 0 0,-1 1 0 0 0,1-1 0 0 0,0 1 0 0 0,-3 25 1288 0 0,56 440 1988 0 0,-25-267-3055 0 0,-25-153-844 0 0,-2 0 1 0 0,-1 0-1 0 0,-8 53 0 0 0,5 24-3630 0 0,3-109 1869 0 0</inkml:trace>
</inkml:ink>
</file>

<file path=ppt/ink/ink3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29.7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203 1120 2272 0 0,'0'0'0'0'0,"0"1"0"0"0,2-2 0 0 0,-2-2 0 0 0</inkml:trace>
  <inkml:trace contextRef="#ctx0" brushRef="#br0" timeOffset="1">119 124 3209 0 0,'-1'-3'-56'0'0,"-3"-7"249"0"0,0 1 0 0 0,-1-1 1 0 0,0 1-1 0 0,-12-15 0 0 0,17 23-113 0 0,-1 0 0 0 0,0 0 1 0 0,0 0-1 0 0,0 0 0 0 0,0 0 0 0 0,0 0 0 0 0,0 0 1 0 0,0 1-1 0 0,-1-1 0 0 0,1 0 0 0 0,0 1 1 0 0,0-1-1 0 0,-1 1 0 0 0,1-1 0 0 0,0 1 0 0 0,0 0 1 0 0,-1-1-1 0 0,1 1 0 0 0,-2 0 0 0 0,1 1 29 0 0,1-1 0 0 0,-1 1 1 0 0,0-1-1 0 0,1 1 0 0 0,-1 0 0 0 0,1 0 0 0 0,-1 0 0 0 0,1 0 0 0 0,0 0 0 0 0,-1 0 0 0 0,1 0 0 0 0,0 0 0 0 0,0 1 0 0 0,-1-1 0 0 0,1 0 0 0 0,0 1 0 0 0,0-1 0 0 0,1 1 0 0 0,-2 1 0 0 0,-4 9 70 0 0,1 1 0 0 0,1-1-1 0 0,0 1 1 0 0,0-1 0 0 0,1 1 0 0 0,1 0-1 0 0,0 0 1 0 0,1 1 0 0 0,1-1-1 0 0,0 0 1 0 0,0 0 0 0 0,4 21 0 0 0,-4-33-172 0 0,0 0 0 0 0,0 0 0 0 0,0 0 1 0 0,0-1-1 0 0,0 1 0 0 0,0 0 1 0 0,1 0-1 0 0,-1 0 0 0 0,0 0 1 0 0,0 0-1 0 0,1 0 0 0 0,-1-1 1 0 0,0 1-1 0 0,1 0 0 0 0,-1 0 1 0 0,1-1-1 0 0,-1 1 0 0 0,1 0 0 0 0,0 0 1 0 0,-1-1-1 0 0,1 1 0 0 0,-1-1 1 0 0,1 1-1 0 0,0 0 0 0 0,0-1 1 0 0,-1 1-1 0 0,1-1 0 0 0,0 0 1 0 0,0 1-1 0 0,1 0 0 0 0,0-2 14 0 0,-1 1 0 0 0,1-1 0 0 0,-1 1 0 0 0,1-1 0 0 0,-1 0 0 0 0,1 0 0 0 0,-1 1 0 0 0,0-1 0 0 0,1 0 0 0 0,-1 0 0 0 0,0 0 0 0 0,0-1 0 0 0,0 1 0 0 0,0 0 0 0 0,1-2 0 0 0,6-7 85 0 0,-1 0 0 0 0,0-1 0 0 0,7-13 0 0 0,-7 8-11 0 0,-1-1-1 0 0,0 0 0 0 0,5-30 1 0 0,-9 37-132 0 0,0 0 0 0 0,-1 1 0 0 0,-1-1 0 0 0,0 0 0 0 0,0 0 0 0 0,-1 0-1 0 0,0 0 1 0 0,-3-11 0 0 0,-2 10-1491 0 0</inkml:trace>
</inkml:ink>
</file>

<file path=ppt/ink/ink3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30.31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2761 0 0,'2'7'7813'0'0,"6"7"-6114"0"0,9 21-1332 0 0,-2 23-19 0 0,-2 0 0 0 0,-3 1 0 0 0,4 99-1 0 0,-1-7-560 0 0,-10-127 210 0 0,3 27-2286 0 0,22 91 0 0 0,-22-125 1270 0 0</inkml:trace>
</inkml:ink>
</file>

<file path=ppt/ink/ink3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30.6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 0 3225 0 0,'-1'2'-60'0'0,"-1"-1"1"0"0,1 1 0 0 0,0-1-1 0 0,0 1 1 0 0,0 0-1 0 0,0 0 1 0 0,0 0 0 0 0,1-1-1 0 0,-1 1 1 0 0,0 0 0 0 0,1 0-1 0 0,0 0 1 0 0,-1 0-1 0 0,1 0 1 0 0,0 4 0 0 0,-1 38-1187 0 0,2-33 1492 0 0,-1 3-19 0 0,0 0 1 0 0,1 0 0 0 0,1-1-1 0 0,0 1 1 0 0,5 13-1 0 0,-7-25-101 0 0,1 1-1 0 0,-1-1 1 0 0,1 0 0 0 0,0 1-1 0 0,0-1 1 0 0,0 0 0 0 0,0 0-1 0 0,0 1 1 0 0,1-1 0 0 0,-1 0-1 0 0,1 0 1 0 0,-1-1 0 0 0,1 1-1 0 0,0 0 1 0 0,-1 0 0 0 0,1-1-1 0 0,0 1 1 0 0,0-1 0 0 0,0 0-1 0 0,0 1 1 0 0,1-1 0 0 0,-1 0-1 0 0,0 0 1 0 0,0 0 0 0 0,1-1-1 0 0,-1 1 1 0 0,0 0 0 0 0,1-1-1 0 0,-1 0 1 0 0,1 0 0 0 0,-1 1-1 0 0,1-1 1 0 0,-1-1 0 0 0,1 1-1 0 0,-1 0 1 0 0,4-1 0 0 0,-3 0 22 0 0,0 0 1 0 0,-1-1-1 0 0,1 1 0 0 0,-1-1 1 0 0,1 1-1 0 0,-1-1 1 0 0,0 0-1 0 0,1 1 1 0 0,-1-1-1 0 0,0 0 1 0 0,0-1-1 0 0,0 1 1 0 0,0 0-1 0 0,-1 0 1 0 0,1-1-1 0 0,-1 1 1 0 0,1-1-1 0 0,-1 0 1 0 0,0 1-1 0 0,0-1 1 0 0,0 0-1 0 0,-1 0 1 0 0,1 1-1 0 0,0-1 1 0 0,-1 0-1 0 0,0 0 0 0 0,0-5 1 0 0,1 2-63 0 0,-1 0 1 0 0,0-1-1 0 0,-1 1 0 0 0,0 0 1 0 0,1-1-1 0 0,-2 1 0 0 0,1 0 0 0 0,-1 0 1 0 0,0 0-1 0 0,0 0 0 0 0,-7-10 1 0 0,9 15-151 0 0,0 1-1 0 0,0-1 1 0 0,0 1 0 0 0,-1-1 0 0 0,1 1 0 0 0,0-1 0 0 0,-1 1 0 0 0,1-1-1 0 0,0 1 1 0 0,-1 0 0 0 0,1-1 0 0 0,-1 1 0 0 0,1-1 0 0 0,0 1 0 0 0,-1 0-1 0 0,1 0 1 0 0,-1-1 0 0 0,1 1 0 0 0,-1 0 0 0 0,1 0 0 0 0,-1-1 0 0 0,1 1-1 0 0,-1 0 1 0 0,1 0 0 0 0,-1 0 0 0 0,1 0 0 0 0,-1 0 0 0 0,0 0 0 0 0,1 0-1 0 0,-1 0 1 0 0,1 0 0 0 0,-1 0 0 0 0,1 0 0 0 0,-1 0 0 0 0,1 0 0 0 0,-1 1-1 0 0,1-1 1 0 0,-1 0 0 0 0,1 0 0 0 0,-1 0 0 0 0,0 1 0 0 0</inkml:trace>
</inkml:ink>
</file>

<file path=ppt/ink/ink3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31.12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39 5 1840 0 0,'-1'-1'184'0'0,"1"1"-1"0"0,-1-1 1 0 0,0 1-1 0 0,0-1 1 0 0,0 1-1 0 0,0 0 1 0 0,0-1-1 0 0,0 1 1 0 0,0 0-1 0 0,1 0 1 0 0,-1-1-1 0 0,0 1 1 0 0,0 0-1 0 0,0 0 1 0 0,0 0-1 0 0,0 0 1 0 0,0 1-1 0 0,0-1 1 0 0,0 0-1 0 0,0 0 1 0 0,0 0-1 0 0,0 1 1 0 0,0-1-1 0 0,0 0 0 0 0,0 1 1 0 0,1-1-1 0 0,-1 1 1 0 0,0-1-1 0 0,0 1 1 0 0,0 0-1 0 0,1-1 1 0 0,-1 1-1 0 0,0 0 1 0 0,1-1-1 0 0,-1 1 1 0 0,0 0-1 0 0,1 0 1 0 0,-1 0-1 0 0,1 0 1 0 0,0-1-1 0 0,-1 1 1 0 0,1 0-1 0 0,-1 0 1 0 0,1 0-1 0 0,0 0 1 0 0,0 0-1 0 0,0 0 1 0 0,0 0-1 0 0,0 1 1 0 0,-2 9 184 0 0,1 0 1 0 0,1 0 0 0 0,1 20 0 0 0,-1-15-188 0 0,37 1049-120 0 0,3-637-2432 0 0,-28-323 1540 0 0,2 101-472 0 0,-7-69 310 0 0,-5-121 760 0 0</inkml:trace>
</inkml:ink>
</file>

<file path=ppt/ink/ink3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31.47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2745 0 0,'0'34'385'0'0,"9"66"1"0"0,-8-91-175 0 0,1 0 1 0 0,0 0-1 0 0,0 0 1 0 0,1-1-1 0 0,0 1 1 0 0,1-1-1 0 0,0 1 1 0 0,0-1-1 0 0,1 0 1 0 0,0-1-1 0 0,0 1 1 0 0,10 9-1 0 0,-14-15-132 0 0,1 0-1 0 0,0 0 1 0 0,0-1-1 0 0,-1 1 1 0 0,1-1 0 0 0,0 1-1 0 0,1-1 1 0 0,-1 0-1 0 0,0 0 1 0 0,0 0-1 0 0,0 0 1 0 0,1 0-1 0 0,-1 0 1 0 0,0-1-1 0 0,1 1 1 0 0,-1-1-1 0 0,1 0 1 0 0,-1 1-1 0 0,1-1 1 0 0,-1 0 0 0 0,4-1-1 0 0,-4 0-3 0 0,1 0 0 0 0,0 0-1 0 0,-1 0 1 0 0,1-1 0 0 0,-1 1 0 0 0,0-1 0 0 0,1 0-1 0 0,-1 0 1 0 0,0 0 0 0 0,0 0 0 0 0,0 0 0 0 0,0 0-1 0 0,0 0 1 0 0,0 0 0 0 0,1-4 0 0 0,4-6 80 0 0,-1-1 1 0 0,-1 0-1 0 0,1 0 0 0 0,-2-1 1 0 0,6-26-1 0 0,-3-11-1336 0 0</inkml:trace>
</inkml:ink>
</file>

<file path=ppt/ink/ink3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31.85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4 112 1376 0 0,'-2'-7'407'0'0,"1"0"0"0"0,1 0 1 0 0,0 0-1 0 0,0 0 0 0 0,0 0 0 0 0,1 0 0 0 0,0 0 0 0 0,0 0 0 0 0,0 1 0 0 0,1-1 0 0 0,4-9 0 0 0,-6 15-224 0 0,1 0-1 0 0,-1 0 0 0 0,0 0 1 0 0,0 0-1 0 0,1 0 1 0 0,-1 0-1 0 0,1 0 0 0 0,-1 0 1 0 0,1 0-1 0 0,-1 0 0 0 0,1 0 1 0 0,0 0-1 0 0,-1 0 1 0 0,1 1-1 0 0,0-1 0 0 0,0 0 1 0 0,0 0-1 0 0,-1 1 0 0 0,1-1 1 0 0,0 1-1 0 0,0-1 1 0 0,1 0-1 0 0,-1 1-90 0 0,0 1-1 0 0,-1-1 1 0 0,1 1-1 0 0,0-1 1 0 0,-1 0-1 0 0,1 1 1 0 0,0-1 0 0 0,-1 1-1 0 0,1-1 1 0 0,-1 1-1 0 0,1 0 1 0 0,-1-1-1 0 0,1 1 1 0 0,-1 0-1 0 0,1-1 1 0 0,-1 1 0 0 0,0 0-1 0 0,1-1 1 0 0,-1 1-1 0 0,0 0 1 0 0,1 1-1 0 0,11 50 1170 0 0,39 291 1342 0 0,16 173-2862 0 0,-61-462-90 0 0,15 116-729 0 0,-14-136-306 0 0,0-1 0 0 0,23 62 0 0 0,-21-78-2551 0 0</inkml:trace>
</inkml:ink>
</file>

<file path=ppt/ink/ink3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32.20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1 2761 0 0,'-2'12'225'0'0,"1"0"0"0"0,0 0 1 0 0,1 1-1 0 0,0-1 0 0 0,1 0 1 0 0,0 0-1 0 0,1 1 1 0 0,1-1-1 0 0,0-1 0 0 0,0 1 1 0 0,2 0-1 0 0,-1-1 1 0 0,1 0-1 0 0,1 0 0 0 0,0 0 1 0 0,0 0-1 0 0,9 9 0 0 0,-14-18-127 0 0,1 0-1 0 0,-1 0 0 0 0,1 0 0 0 0,-1-1 0 0 0,1 1 1 0 0,0-1-1 0 0,-1 1 0 0 0,1-1 0 0 0,0 0 0 0 0,0 1 1 0 0,0-1-1 0 0,0 0 0 0 0,1 0 0 0 0,-1 0 0 0 0,0-1 1 0 0,0 1-1 0 0,1-1 0 0 0,-1 1 0 0 0,0-1 0 0 0,0 0 1 0 0,1 1-1 0 0,-1-1 0 0 0,0 0 0 0 0,1-1 0 0 0,-1 1 1 0 0,0 0-1 0 0,1-1 0 0 0,-1 1 0 0 0,0-1 0 0 0,0 0 1 0 0,1 0-1 0 0,-1 0 0 0 0,0 0 0 0 0,0 0 0 0 0,0 0 1 0 0,0 0-1 0 0,0-1 0 0 0,-1 1 0 0 0,1-1 0 0 0,2-2 1 0 0,3-4 136 0 0,-1 1 1 0 0,0-1-1 0 0,0-1 1 0 0,-1 1-1 0 0,0-1 1 0 0,0 0-1 0 0,6-18 1 0 0,1-4-1812 0 0</inkml:trace>
</inkml:ink>
</file>

<file path=ppt/ink/ink3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46.1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6 6913 0 0,'0'-1'101'0'0,"0"1"-1"0"0,1 0 0 0 0,-1-1 0 0 0,1 1 0 0 0,-1-1 1 0 0,1 1-1 0 0,-1 0 0 0 0,1-1 0 0 0,-1 1 0 0 0,1 0 1 0 0,-1 0-1 0 0,1 0 0 0 0,0-1 0 0 0,-1 1 0 0 0,1 0 0 0 0,-1 0 1 0 0,1 0-1 0 0,0 0 0 0 0,-1 0 0 0 0,1 0 0 0 0,-1 0 1 0 0,1 0-1 0 0,0 0 0 0 0,-1 0 0 0 0,1 0 0 0 0,-1 0 1 0 0,1 1-1 0 0,0-1 0 0 0,-1 0 0 0 0,1 0 0 0 0,-1 1 0 0 0,1-1 1 0 0,-1 0-1 0 0,1 1 0 0 0,0 0 0 0 0,24 10 1551 0 0,-14-3-1191 0 0,0 1 0 0 0,-1 0 1 0 0,0 1-1 0 0,0 0 0 0 0,-1 0 1 0 0,-1 1-1 0 0,15 22 0 0 0,42 93 644 0 0,-43-80-832 0 0,16 34-296 0 0,36 70-722 0 0,-17-53-3220 0 0,-47-80 718 0 0,-2-2-764 0 0</inkml:trace>
</inkml:ink>
</file>

<file path=ppt/ink/ink3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46.4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65 6913 0 0,'4'-6'84'0'0,"1"0"-1"0"0,1 0 1 0 0,-1 1-1 0 0,1-1 1 0 0,0 1-1 0 0,0 1 1 0 0,0-1-1 0 0,1 1 1 0 0,-1 0-1 0 0,10-4 1 0 0,-12 7-29 0 0,0 0 1 0 0,0 0-1 0 0,1 0 1 0 0,-1 0 0 0 0,0 1-1 0 0,0 0 1 0 0,0 0-1 0 0,0 0 1 0 0,1 0 0 0 0,-1 1-1 0 0,0-1 1 0 0,0 1-1 0 0,0 0 1 0 0,0 0 0 0 0,0 1-1 0 0,0-1 1 0 0,0 1-1 0 0,0 0 1 0 0,-1 0 0 0 0,7 4-1 0 0,4 4-75 0 0,-1 2 0 0 0,1-1 0 0 0,-2 1-1 0 0,0 1 1 0 0,0 1 0 0 0,-1-1 0 0 0,-1 2-1 0 0,9 16 1 0 0,-12-20-72 0 0,-1 1 1 0 0,0-1-1 0 0,-1 1 1 0 0,0 1-1 0 0,-1-1 0 0 0,0 1 1 0 0,-1-1-1 0 0,-1 1 1 0 0,0 0-1 0 0,-1 0 0 0 0,0 20 1 0 0,-2-24 77 0 0,0 0 0 0 0,-1 0 0 0 0,0 0 0 0 0,-1 0 0 0 0,0 0 0 0 0,0-1 0 0 0,-8 14 0 0 0,7-15-2735 0 0</inkml:trace>
</inkml:ink>
</file>

<file path=ppt/ink/ink3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46.86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6913 0 0,'1'3'251'0'0,"0"0"0"0"0,1 0-1 0 0,-1 0 1 0 0,1-1 0 0 0,0 1-1 0 0,0 0 1 0 0,0-1 0 0 0,0 1-1 0 0,0-1 1 0 0,4 3 0 0 0,4 6 355 0 0,86 126 3106 0 0,-40-41-6996 0 0,-47-79 2165 0 0</inkml:trace>
</inkml:ink>
</file>

<file path=ppt/ink/ink3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47.21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 5 10594 0 0,'-2'-2'944'0'0,"1"1"-751"0"0,5 0-1802 0 0,0 3 1353 0 0,2 1 40 0 0,2 1 8 0 0,2 3 0 0 0,1 3-528 0 0,1-1-96 0 0,3 2-33 0 0,2-1 1 0 0,-1-2 712 0 0,-1 0 152 0 0</inkml:trace>
</inkml:ink>
</file>

<file path=ppt/ink/ink3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47.5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48 167 3681 0 0,'0'-1'62'0'0,"0"1"0"0"0,0-1 1 0 0,-1 0-1 0 0,1 1 0 0 0,0-1 1 0 0,-1 1-1 0 0,1-1 0 0 0,-1 0 1 0 0,1 1-1 0 0,-1-1 0 0 0,1 1 1 0 0,-1-1-1 0 0,1 1 0 0 0,-1 0 1 0 0,0-1-1 0 0,1 1 0 0 0,-1 0 0 0 0,0-1 1 0 0,1 1-1 0 0,-1 0 0 0 0,0-1 1 0 0,1 1-1 0 0,-1 0 0 0 0,0 0 1 0 0,1 0-1 0 0,-1 0 0 0 0,0 0 1 0 0,0 0-1 0 0,0 0 0 0 0,-1 1 63 0 0,1 0 0 0 0,0 0 0 0 0,0 0 0 0 0,0 0 0 0 0,0 0 0 0 0,0 0 0 0 0,0 0 0 0 0,0 0 0 0 0,0 0 0 0 0,0 1 1 0 0,0-1-1 0 0,1 0 0 0 0,-1 1 0 0 0,0 2 0 0 0,-3 8 70 0 0,0 1 0 0 0,2 0 0 0 0,-1 0 1 0 0,2 0-1 0 0,0 0 0 0 0,0 0 0 0 0,1 0 1 0 0,1 0-1 0 0,4 25 0 0 0,-5-36-199 0 0,0-1-1 0 0,1 0 1 0 0,-1 1-1 0 0,1-1 1 0 0,-1 0-1 0 0,1 0 1 0 0,-1 1-1 0 0,1-1 1 0 0,0 0-1 0 0,-1 0 1 0 0,1 0 0 0 0,0 0-1 0 0,0 0 1 0 0,1 2-1 0 0,-2-3-1 0 0,1 0 0 0 0,0 1 0 0 0,-1-1-1 0 0,1 0 1 0 0,-1 0 0 0 0,1 1 0 0 0,-1-1-1 0 0,1 0 1 0 0,0 0 0 0 0,-1 0 0 0 0,1 0-1 0 0,-1 0 1 0 0,1 0 0 0 0,0 0 0 0 0,-1 0 0 0 0,1 0-1 0 0,-1 0 1 0 0,1 0 0 0 0,0 0 0 0 0,-1 0-1 0 0,1-1 1 0 0,0 1 0 0 0,1-1-5 0 0,0 0 0 0 0,0 0 0 0 0,-1-1 0 0 0,1 1 1 0 0,0-1-1 0 0,-1 1 0 0 0,1-1 0 0 0,-1 1 0 0 0,0-1 0 0 0,1 0 0 0 0,-1 1 0 0 0,0-1 1 0 0,0 0-1 0 0,0 0 0 0 0,1-3 0 0 0,1-5 220 0 0,3-7 192 0 0,0 1-1 0 0,1-1 1 0 0,0 1 0 0 0,2 0-1 0 0,14-21 1 0 0,-21 34-330 0 0,0 0 1 0 0,1 1 0 0 0,-1-1 0 0 0,1 0 0 0 0,0 1 0 0 0,0-1 0 0 0,0 1 0 0 0,0 0 0 0 0,0 0-1 0 0,1 0 1 0 0,-1 1 0 0 0,0-1 0 0 0,1 1 0 0 0,-1 0 0 0 0,1 0 0 0 0,0 0 0 0 0,-1 0 0 0 0,1 1 0 0 0,0-1-1 0 0,-1 1 1 0 0,1 0 0 0 0,0 0 0 0 0,0 0 0 0 0,-1 1 0 0 0,1-1 0 0 0,0 1 0 0 0,-1 0 0 0 0,1 0-1 0 0,-1 0 1 0 0,1 0 0 0 0,-1 1 0 0 0,5 2 0 0 0,2 2-22 0 0,-1 0 0 0 0,1 0 0 0 0,-2 1 1 0 0,1 0-1 0 0,-1 1 0 0 0,0-1 0 0 0,0 2 0 0 0,-1-1 0 0 0,0 1 0 0 0,7 13 1 0 0,-8-13-72 0 0,-1 0 0 0 0,0 0 0 0 0,-1 1 0 0 0,0-1 0 0 0,0 1 0 0 0,-1 0 1 0 0,0 0-1 0 0,-1 0 0 0 0,0 1 0 0 0,-1-1 0 0 0,0 15 0 0 0,-1-21-87 0 0,0 1 0 0 0,-1-1 0 0 0,0 1 0 0 0,0-1-1 0 0,0 1 1 0 0,0-1 0 0 0,-4 8 0 0 0,3-10-688 0 0</inkml:trace>
  <inkml:trace contextRef="#ctx0" brushRef="#br0" timeOffset="1">391 1 7834 0 0,'3'0'233'0'0,"-1"1"1"0"0,1-1-1 0 0,-1 1 1 0 0,1 0-1 0 0,-1 0 1 0 0,1 0-1 0 0,-1 0 1 0 0,0 0-1 0 0,1 1 1 0 0,-1-1 0 0 0,0 1-1 0 0,0-1 1 0 0,0 1-1 0 0,0 0 1 0 0,1 2-1 0 0,31 36 2175 0 0,-25-27-1405 0 0,5 6 69 0 0,21 41 1 0 0,-1-3-6191 0 0</inkml:trace>
</inkml:ink>
</file>

<file path=ppt/ink/ink3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47.87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83 240 6913 0 0,'-14'-15'277'0'0,"6"7"28"0"0,0-1-1 0 0,0 0 1 0 0,1 0 0 0 0,0-1-1 0 0,1 0 1 0 0,0 0-1 0 0,0-1 1 0 0,-6-18-1 0 0,12 29-275 0 0,1 0 0 0 0,-1 0-1 0 0,1 0 1 0 0,-1 0-1 0 0,1 0 1 0 0,-1 0-1 0 0,1 0 1 0 0,-1 0-1 0 0,1 0 1 0 0,-1 1-1 0 0,1-1 1 0 0,-1 0 0 0 0,1 0-1 0 0,-1 1 1 0 0,1-1-1 0 0,-1 0 1 0 0,1 0-1 0 0,-1 1 1 0 0,0-1-1 0 0,1 1 1 0 0,-1-1-1 0 0,1 0 1 0 0,-1 1-1 0 0,0-1 1 0 0,1 1 0 0 0,-1-1-1 0 0,0 1 1 0 0,0-1-1 0 0,1 1 1 0 0,17 18-603 0 0,-15-15 72 0 0,1 1-1 0 0,0-1 1 0 0,0-1 0 0 0,0 1-1 0 0,0 0 1 0 0,0-1-1 0 0,1 0 1 0 0,0 0-1 0 0,0 0 1 0 0,9 3 0 0 0,3 1-33 0 0</inkml:trace>
  <inkml:trace contextRef="#ctx0" brushRef="#br0" timeOffset="1">249 16 5065 0 0,'0'0'24'0'0,"4"-15"6449"0"0,-3 17-6302 0 0,0 1 0 0 0,0-1 0 0 0,0 1 0 0 0,0-1 0 0 0,0 1 0 0 0,0-1 0 0 0,1 0 0 0 0,-1 0 0 0 0,3 3 0 0 0,5 9 592 0 0,14 32 158 0 0,2-2 1 0 0,36 49-1 0 0,-45-72-1524 0 0,2 0 1 0 0,0-2-1 0 0,0 0 0 0 0,2-1 0 0 0,0-1 1 0 0,24 15-1 0 0,-27-21-4087 0 0</inkml:trace>
</inkml:ink>
</file>

<file path=ppt/ink/ink3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48.2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 21 2745 0 0,'2'-20'1191'0'0,"-2"20"-1146"0"0,0 0 0 0 0,0 0 0 0 0,-1 0 1 0 0,1 0-1 0 0,0 0 0 0 0,0 0 0 0 0,0 0 1 0 0,0 0-1 0 0,0 0 0 0 0,0 0 0 0 0,-1 0 1 0 0,1 0-1 0 0,0 0 0 0 0,0 0 0 0 0,0 0 1 0 0,0 0-1 0 0,0 0 0 0 0,0 0 0 0 0,-1 0 1 0 0,1 0-1 0 0,0 0 0 0 0,0 0 1 0 0,0 0-1 0 0,-1 1 498 0 0,1-1-498 0 0,0 0 0 0 0,-1 0 1 0 0,1 0-1 0 0,0 0 0 0 0,0 1 0 0 0,0-1 1 0 0,0 0-1 0 0,0 0 0 0 0,0 0 0 0 0,0 0 1 0 0,0 0-1 0 0,0 1 0 0 0,-2 1 141 0 0,0 1-1 0 0,1 0 1 0 0,-1 0-1 0 0,1 0 1 0 0,0 0-1 0 0,0 1 1 0 0,0-1-1 0 0,0 0 1 0 0,0 4-1 0 0,-1 10-117 0 0,2 0-1 0 0,0 0 0 0 0,1 0 0 0 0,1 0 1 0 0,0-1-1 0 0,1 1 0 0 0,1 0 1 0 0,7 17-1 0 0,-11-33-113 0 0,1 1 0 0 0,0 0 0 0 0,0 0 0 0 0,0 0 0 0 0,0 0 0 0 0,1-1 0 0 0,-1 1 0 0 0,0-1 0 0 0,1 1 0 0 0,-1-1 0 0 0,1 1-1 0 0,-1-1 1 0 0,1 0 0 0 0,0 0 0 0 0,0 0 0 0 0,-1 0 0 0 0,1 0 0 0 0,3 1 0 0 0,-4-2 25 0 0,0 0 0 0 0,0 0 0 0 0,0 0 0 0 0,1 0 0 0 0,-1 0-1 0 0,0 0 1 0 0,0 0 0 0 0,0 0 0 0 0,0 0 0 0 0,0-1 0 0 0,0 1 0 0 0,0 0 0 0 0,0-1-1 0 0,0 1 1 0 0,0-1 0 0 0,0 1 0 0 0,0-1 0 0 0,0 0 0 0 0,0 1 0 0 0,-1-1 0 0 0,1 0-1 0 0,0 0 1 0 0,0 1 0 0 0,-1-1 0 0 0,1 0 0 0 0,0 0 0 0 0,-1 0 0 0 0,1 0 0 0 0,-1 0-1 0 0,1 0 1 0 0,-1 0 0 0 0,0 0 0 0 0,1 0 0 0 0,-1 0 0 0 0,0 0 0 0 0,0-2-1 0 0,3-10 250 0 0,-1 0-1 0 0,0 0 1 0 0,-1-1-1 0 0,0 1 0 0 0,-3-23 1 0 0,2-35 692 0 0,0 70-832 0 0,0 0 0 0 0,0-1 1 0 0,0 1-1 0 0,1 0 0 0 0,-1-1 0 0 0,0 1 0 0 0,0 0 1 0 0,1 0-1 0 0,-1-1 0 0 0,1 1 0 0 0,-1 0 0 0 0,1 0 1 0 0,0 0-1 0 0,-1-1 0 0 0,1 1 0 0 0,0 0 0 0 0,0 0 1 0 0,0 0-1 0 0,1-1 0 0 0,-1 2-31 0 0,-1 0 0 0 0,1 0 0 0 0,0 0 0 0 0,0 0 0 0 0,-1 0 0 0 0,1 0 0 0 0,0 0 0 0 0,0 0 0 0 0,-1 0 0 0 0,1 0 0 0 0,0 0 0 0 0,0 1 0 0 0,-1-1 0 0 0,1 0 0 0 0,0 0 0 0 0,0 1 0 0 0,-1-1 0 0 0,1 1 0 0 0,0-1 0 0 0,-1 0 0 0 0,1 1 0 0 0,-1-1 0 0 0,2 2 0 0 0,6 6 377 0 0,0 1 1 0 0,-1 0-1 0 0,10 15 1 0 0,-6-8-40 0 0,-9-13-412 0 0,7 8-23 0 0,1 0 0 0 0,15 14 0 0 0,-21-21-604 0 0,0-1 0 0 0,0 0 0 0 0,1 0 0 0 0,-1-1 0 0 0,1 1 0 0 0,6 1 0 0 0,8 2-3609 0 0</inkml:trace>
</inkml:ink>
</file>

<file path=ppt/ink/ink3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48.57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4609 0 0,'10'14'6283'0'0,"5"18"-2738"0"0,7 10-1620 0 0,119 149 1584 0 0,-39-70-8014 0 0,-80-96-1227 0 0</inkml:trace>
</inkml:ink>
</file>

<file path=ppt/ink/ink3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49.64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89 201 3225 0 0,'-7'1'84'0'0,"1"-1"0"0"0,0 1 1 0 0,-1 1-1 0 0,-10 3 1 0 0,-28 0 7251 0 0,45-6-7256 0 0,0 1 0 0 0,0 0 0 0 0,-1 0 0 0 0,1 0 0 0 0,0-1 0 0 0,0 1 0 0 0,0 0 0 0 0,0 0 1 0 0,0 0-1 0 0,0 0 0 0 0,0-1 0 0 0,1 1 0 0 0,-1 0 0 0 0,0 0 0 0 0,0-1 0 0 0,5-13 1325 0 0,10-11-231 0 0,-6 14-1465 0 0,1 0 1 0 0,0 1-1 0 0,0 0 0 0 0,0 0 1 0 0,23-14-1 0 0,65-33-3074 0 0,-63 38 1197 0 0,1-1-1101 0 0</inkml:trace>
</inkml:ink>
</file>

<file path=ppt/ink/ink3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31.33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173 2413 2761 0 0,'-57'70'2816'0'0,"-59"93"-1"0"0,130-167-2469 0 0,8-9-279 0 0,231-197 1389 0 0,-185 151-1267 0 0,204-199 1086 0 0,-76 70-741 0 0,216-216 567 0 0,-134 127-667 0 0,-73 77-260 0 0,202-193 21 0 0,20 27-1182 0 0,-109 104-3507 0 0,-307 254 3312 0 0,-4 5-1653 0 0</inkml:trace>
</inkml:ink>
</file>

<file path=ppt/ink/ink3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31.75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55 0 5529 0 0,'-32'5'871'0'0,"31"-5"-774"0"0,0 0 1 0 0,0 0-1 0 0,0 1 1 0 0,0-1-1 0 0,-1 0 1 0 0,1 1 0 0 0,0-1-1 0 0,0 1 1 0 0,1-1-1 0 0,-1 1 1 0 0,0-1-1 0 0,0 1 1 0 0,0 0-1 0 0,0 0 1 0 0,0-1 0 0 0,1 1-1 0 0,-1 0 1 0 0,0 0-1 0 0,1 0 1 0 0,-1 0-1 0 0,0 0 1 0 0,1 0-1 0 0,-1 0 1 0 0,1 0 0 0 0,0 0-1 0 0,-1 0 1 0 0,1 1-1 0 0,0-2-21 0 0,0 1-1 0 0,1 0 1 0 0,-1-1-1 0 0,0 0 1 0 0,1 1 0 0 0,-1-1-1 0 0,1 1 1 0 0,-1-1-1 0 0,1 1 1 0 0,-1-1-1 0 0,0 0 1 0 0,1 1-1 0 0,0-1 1 0 0,-1 0-1 0 0,1 0 1 0 0,-1 1 0 0 0,1-1-1 0 0,-1 0 1 0 0,1 0-1 0 0,-1 0 1 0 0,1 0-1 0 0,0 1 1 0 0,-1-1-1 0 0,1 0 1 0 0,-1 0 0 0 0,1 0-1 0 0,0 0 1 0 0,-1-1-1 0 0,1 1 1 0 0,0 0-1 0 0,22-2 568 0 0,-22 2-634 0 0,43-7 267 0 0,135-13 2202 0 0,-156 18-2136 0 0,-1 2 1 0 0,0 1-1 0 0,0 1 1 0 0,1 0 0 0 0,40 12-1 0 0,-57-12-308 0 0,0 0 0 0 0,0 0 0 0 0,0 0 0 0 0,0 1 0 0 0,-1 0 0 0 0,1 0 0 0 0,-1 1 0 0 0,0-1 0 0 0,0 1 0 0 0,0 0 0 0 0,-1 1 0 0 0,1-1-1 0 0,-1 1 1 0 0,0 0 0 0 0,-1 0 0 0 0,5 7 0 0 0,-4-3-109 0 0,0 1 0 0 0,0-1-1 0 0,-1 1 1 0 0,-1-1 0 0 0,0 1-1 0 0,0 0 1 0 0,-1 0 0 0 0,0 0 0 0 0,-1 14-1 0 0,-3 41-2038 0 0,1-33-3240 0 0</inkml:trace>
</inkml:ink>
</file>

<file path=ppt/ink/ink3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32.43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81 139 4145 0 0,'-1'-1'117'0'0,"0"1"-1"0"0,-1-1 1 0 0,1 1 0 0 0,-1 0-1 0 0,1-1 1 0 0,-1 1-1 0 0,1 0 1 0 0,-1 0 0 0 0,1 0-1 0 0,-1 0 1 0 0,1 0 0 0 0,-1 1-1 0 0,1-1 1 0 0,-1 0 0 0 0,1 1-1 0 0,0-1 1 0 0,-1 1 0 0 0,1-1-1 0 0,-1 1 1 0 0,1 0 0 0 0,0-1-1 0 0,0 1 1 0 0,-1 0 0 0 0,1 0-1 0 0,0 0 1 0 0,0 0 0 0 0,-1 1-1 0 0,-3 1 154 0 0,1 1 0 0 0,0-1 0 0 0,0 1 0 0 0,0 0 0 0 0,1 0-1 0 0,-1 1 1 0 0,-2 4 0 0 0,4-4-117 0 0,1 0 1 0 0,-1 0-1 0 0,1 0 0 0 0,0 1 1 0 0,1-1-1 0 0,0 0 0 0 0,-1 1 0 0 0,2-1 1 0 0,-1 0-1 0 0,1 1 0 0 0,-1-1 1 0 0,1 0-1 0 0,1 0 0 0 0,-1 0 1 0 0,1 0-1 0 0,0 0 0 0 0,3 6 1 0 0,6 12 256 0 0,1 0 0 0 0,17 23 1 0 0,-27-42-369 0 0,2 2 24 0 0,1 1-1 0 0,0-1 1 0 0,1 0 0 0 0,-1-1-1 0 0,1 1 1 0 0,0-1 0 0 0,0 0-1 0 0,1 0 1 0 0,0-1 0 0 0,-1 0 0 0 0,2 0-1 0 0,-1-1 1 0 0,0 1 0 0 0,1-2-1 0 0,-1 1 1 0 0,11 1 0 0 0,-13-3-71 0 0,-1 0 1 0 0,1-1 0 0 0,-1 0 0 0 0,0 0-1 0 0,1 0 1 0 0,-1 0 0 0 0,1-1-1 0 0,-1 0 1 0 0,0 0 0 0 0,1 0 0 0 0,-1 0-1 0 0,0-1 1 0 0,0 0 0 0 0,0 1 0 0 0,0-2-1 0 0,0 1 1 0 0,0 0 0 0 0,-1-1-1 0 0,1 0 1 0 0,-1 1 0 0 0,1-1 0 0 0,-1-1-1 0 0,0 1 1 0 0,0 0 0 0 0,-1-1 0 0 0,1 0-1 0 0,-1 1 1 0 0,0-1 0 0 0,1 0-1 0 0,1-6 1 0 0,0-3 1 0 0,0 0 1 0 0,0 0-1 0 0,-1 0 0 0 0,-1-1 1 0 0,0 1-1 0 0,-1-1 0 0 0,0 1 0 0 0,-1-1 1 0 0,-1 1-1 0 0,0-1 0 0 0,0 0 1 0 0,-2 1-1 0 0,0 0 0 0 0,0-1 0 0 0,-1 1 1 0 0,-1 1-1 0 0,0-1 0 0 0,-1 1 1 0 0,0 0-1 0 0,-1 0 0 0 0,0 0 0 0 0,-1 1 1 0 0,0 0-1 0 0,-1 1 0 0 0,0 0 1 0 0,-1 0-1 0 0,-11-9 0 0 0,15 15-198 0 0,1 0-1 0 0,0 1 1 0 0,-1-1-1 0 0,1 1 1 0 0,-1 0-1 0 0,0 1 1 0 0,0-1-1 0 0,0 1 1 0 0,-1 0-1 0 0,1 1 1 0 0,0-1 0 0 0,-1 1-1 0 0,1 1 1 0 0,-10-1-1 0 0,0 4-4053 0 0</inkml:trace>
</inkml:ink>
</file>

<file path=ppt/ink/ink3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32.7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 1840 0 0,'0'0'15'0'0,"0"0"0"0"0,0 0 1 0 0,0 0-1 0 0,0 0 0 0 0,0 0 0 0 0,0-1 0 0 0,0 1 0 0 0,0 0 0 0 0,1 0 0 0 0,-1 0 0 0 0,0 0 0 0 0,0 0 0 0 0,0 0 0 0 0,0-1 0 0 0,0 1 0 0 0,0 0 0 0 0,0 0 0 0 0,0 0 0 0 0,1 0 0 0 0,-1 0 0 0 0,0 0 1 0 0,0 0-1 0 0,0 0 0 0 0,0 0 0 0 0,0 0 0 0 0,0 0 0 0 0,1 0 0 0 0,-1 0 0 0 0,0 0 0 0 0,0 0 0 0 0,0 0 0 0 0,0 0 0 0 0,0 0 0 0 0,1 0 0 0 0,-1 0 0 0 0,0 0 0 0 0,0 0 0 0 0,0 0 0 0 0,0 0 0 0 0,0 0 0 0 0,1 0 1 0 0,-1 0-1 0 0,0 0 0 0 0,0 0 0 0 0,0 0 0 0 0,0 0 0 0 0,0 0 0 0 0,0 0 0 0 0,0 0 0 0 0,1 0 0 0 0,-1 1 0 0 0,0-1 0 0 0,0 0 0 0 0,0 0 0 0 0,0 0 0 0 0,0 0 0 0 0,0 0 0 0 0,14 12 955 0 0,13 17 508 0 0,-18-14-704 0 0,-1 1 0 0 0,10 27 0 0 0,-15-32-294 0 0,1 0 0 0 0,1 0 0 0 0,0 0 0 0 0,0-1 0 0 0,1 0 0 0 0,0 0 0 0 0,1-1 0 0 0,12 14 0 0 0,2-8 393 0 0,-10-12-534 0 0,-11-4-329 0 0,0 1-1 0 0,0 0 1 0 0,0 0-1 0 0,1 0 1 0 0,-1 0-1 0 0,0 0 1 0 0,0 0-1 0 0,0 0 1 0 0,0-1-1 0 0,0 1 0 0 0,1 0 1 0 0,-1 0-1 0 0,0 0 1 0 0,0 0-1 0 0,0-1 1 0 0,0 1-1 0 0,0 0 1 0 0,0 0-1 0 0,0 0 0 0 0,1-1 1 0 0,-1 1-1 0 0,0 0 1 0 0,0 0-1 0 0,0 0 1 0 0,0-1-1 0 0,0 1 1 0 0,0 0-1 0 0,0 0 0 0 0,0 0 1 0 0,0-1-1 0 0,0 1 1 0 0,0 0-1 0 0,0 0 1 0 0,0 0-1 0 0,0-1 1 0 0,-1 1-1 0 0,1 0 1 0 0,0 0-1 0 0,0 0 0 0 0,0-1 1 0 0,-1 0 26 0 0,0-1-1 0 0,0 1 1 0 0,0 0 0 0 0,0-1-1 0 0,0 1 1 0 0,0 0-1 0 0,0 0 1 0 0,0 0 0 0 0,-1 0-1 0 0,1 0 1 0 0,0 0 0 0 0,-1 0-1 0 0,1 0 1 0 0,-1 1 0 0 0,1-1-1 0 0,-2 0 1 0 0,2 1-143 0 0,1-1-1 0 0,-1 1 1 0 0,0-1 0 0 0,1 1-1 0 0,-1 0 1 0 0,0 0 0 0 0,0-1 0 0 0,1 1-1 0 0,-1 0 1 0 0,0 0 0 0 0,0 0-1 0 0,1 0 1 0 0,-1 0 0 0 0,0 0-1 0 0,0 0 1 0 0,1 0 0 0 0,-1 0-1 0 0,0 0 1 0 0,0 0 0 0 0,1 1-1 0 0,-1-1 1 0 0,0 0 0 0 0,0 0-1 0 0,1 1 1 0 0,-1-1 0 0 0,0 1-1 0 0,1-1 1 0 0,-1 0 0 0 0,1 1-1 0 0,-1-1 1 0 0,0 1 0 0 0,1-1 0 0 0,-1 1-1 0 0,0 1 1 0 0</inkml:trace>
</inkml:ink>
</file>

<file path=ppt/ink/ink3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33.27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1 5529 0 0,'-1'1'222'0'0,"1"1"-1"0"0,-1-1 0 0 0,1 0 1 0 0,-1 1-1 0 0,1-1 0 0 0,-1 0 1 0 0,1 1-1 0 0,0-1 0 0 0,-1 1 1 0 0,1-1-1 0 0,0 1 0 0 0,0-1 1 0 0,0 1-1 0 0,0-1 1 0 0,1 1-1 0 0,-1-1 0 0 0,1 3 1 0 0,8 31 806 0 0,-6-25-437 0 0,7 21 425 0 0,2 0 0 0 0,0-1 1 0 0,2 0-1 0 0,30 46 0 0 0,-17-36-1521 0 0,32 38 1 0 0,-33-49-4971 0 0</inkml:trace>
</inkml:ink>
</file>

<file path=ppt/ink/ink3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33.90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54 8 6913 0 0,'0'-1'10'0'0,"-1"0"-1"0"0,1 1 1 0 0,-1-1-1 0 0,1 1 0 0 0,-1-1 1 0 0,0 1-1 0 0,1-1 1 0 0,-1 1-1 0 0,0 0 0 0 0,0-1 1 0 0,1 1-1 0 0,-1 0 1 0 0,0-1-1 0 0,0 1 0 0 0,0 0 1 0 0,1 0-1 0 0,-1 0 1 0 0,0 0-1 0 0,0-1 0 0 0,0 1 1 0 0,1 1-1 0 0,-1-1 0 0 0,0 0 1 0 0,0 0-1 0 0,0 0 1 0 0,1 0-1 0 0,-1 0 0 0 0,0 1 1 0 0,0-1-1 0 0,1 0 1 0 0,-1 1-1 0 0,0-1 0 0 0,0 1 1 0 0,1-1-1 0 0,-1 0 1 0 0,0 1-1 0 0,1 0 0 0 0,-1-1 1 0 0,1 1-1 0 0,-1-1 1 0 0,0 2-1 0 0,-1 0 111 0 0,0 0 1 0 0,0 0-1 0 0,0 1 0 0 0,0-1 1 0 0,0 1-1 0 0,1-1 1 0 0,-1 1-1 0 0,1 0 0 0 0,0 0 1 0 0,0-1-1 0 0,-1 5 1 0 0,0 7 153 0 0,1 1 0 0 0,0 0 1 0 0,1 0-1 0 0,1 0 0 0 0,3 16 1 0 0,17 74 956 0 0,-19-94-1118 0 0,1 0 0 0 0,1 1 0 0 0,0-1-1 0 0,0-1 1 0 0,1 1 0 0 0,8 13-1 0 0,-11-21-111 0 0,0-1 1 0 0,0 1-1 0 0,0-1 0 0 0,0 0 0 0 0,0 1 0 0 0,0-1 0 0 0,1 0 1 0 0,-1 0-1 0 0,1 0 0 0 0,0-1 0 0 0,-1 1 0 0 0,1-1 0 0 0,0 1 1 0 0,0-1-1 0 0,0 0 0 0 0,0 0 0 0 0,0 0 0 0 0,0-1 0 0 0,1 1 1 0 0,-1-1-1 0 0,0 0 0 0 0,0 1 0 0 0,0-2 0 0 0,0 1 0 0 0,1 0 1 0 0,-1 0-1 0 0,6-2 0 0 0,-5 0-66 0 0,1 1 0 0 0,0 0 0 0 0,0-1 0 0 0,-1 0 0 0 0,1 0 0 0 0,-1 0 0 0 0,0 0 0 0 0,0-1 0 0 0,0 0 0 0 0,0 0 0 0 0,0 0 0 0 0,0 0 0 0 0,-1-1 1 0 0,1 1-1 0 0,-1-1 0 0 0,0 0 0 0 0,0 0 0 0 0,-1 0 0 0 0,1-1 0 0 0,-1 1 0 0 0,4-9 0 0 0,-4 6-134 0 0,-1 0 1 0 0,1 0 0 0 0,-1 0-1 0 0,-1 0 1 0 0,1 0 0 0 0,-1 0-1 0 0,0 0 1 0 0,-1 0-1 0 0,0 0 1 0 0,0 0 0 0 0,0 0-1 0 0,-1 0 1 0 0,0 0-1 0 0,-5-11 1 0 0,0 3-2776 0 0</inkml:trace>
</inkml:ink>
</file>

<file path=ppt/ink/ink3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34.37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 1 6449 0 0,'-2'1'104'0'0,"1"0"-1"0"0,0 0 0 0 0,0 0 0 0 0,0 0 0 0 0,0 1 1 0 0,0-1-1 0 0,0 0 0 0 0,0 1 0 0 0,0-1 0 0 0,1 0 1 0 0,-1 1-1 0 0,0-1 0 0 0,1 1 0 0 0,-1-1 0 0 0,1 1 1 0 0,0 0-1 0 0,-1-1 0 0 0,1 1 0 0 0,0 1 0 0 0,-3 34 1019 0 0,3-18-737 0 0,2-1-1 0 0,-1 0 1 0 0,2 1-1 0 0,1-1 1 0 0,0 0-1 0 0,1 0 1 0 0,1-1-1 0 0,0 0 0 0 0,2 0 1 0 0,13 25-1 0 0,-17-38-361 0 0,-1 0 0 0 0,1 0 0 0 0,-1 0 0 0 0,1-1 0 0 0,0 1-1 0 0,1-1 1 0 0,-1 0 0 0 0,1 0 0 0 0,-1 0 0 0 0,1-1 0 0 0,0 0 0 0 0,0 0 0 0 0,0 0-1 0 0,0 0 1 0 0,0-1 0 0 0,0 0 0 0 0,0 0 0 0 0,0 0 0 0 0,1-1 0 0 0,-1 1-1 0 0,0-1 1 0 0,11-2 0 0 0,-13 2-21 0 0,1-1-1 0 0,0 0 1 0 0,-1 0 0 0 0,1 0-1 0 0,-1 0 1 0 0,1-1-1 0 0,-1 1 1 0 0,0-1 0 0 0,1 0-1 0 0,-1 0 1 0 0,0 0-1 0 0,0 0 1 0 0,0-1 0 0 0,-1 1-1 0 0,1-1 1 0 0,0 0-1 0 0,-1 0 1 0 0,0 0 0 0 0,0 0-1 0 0,0 0 1 0 0,0 0-1 0 0,0 0 1 0 0,-1-1 0 0 0,1 1-1 0 0,-1-1 1 0 0,0 1-1 0 0,0-1 1 0 0,0 0 0 0 0,0 1-1 0 0,-1-1 1 0 0,0 0-1 0 0,0-6 1 0 0,0 0 37 0 0,-2 0-1 0 0,1 0 1 0 0,-1 0-1 0 0,-1 1 0 0 0,0-1 1 0 0,0 1-1 0 0,-1 0 1 0 0,0 0-1 0 0,-1 0 1 0 0,0 0-1 0 0,0 1 1 0 0,-11-14-1 0 0,6 10-404 0 0,0 0 0 0 0,-1 1-1 0 0,0 0 1 0 0,-1 1 0 0 0,0 0 0 0 0,0 1-1 0 0,-21-11 1 0 0,19 14-1370 0 0,2 1-2172 0 0</inkml:trace>
</inkml:ink>
</file>

<file path=ppt/ink/ink3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34.7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30 46 2304 0 0,'-20'-21'305'0'0,"19"21"-104"0"0,0-1 0 0 0,1 0 0 0 0,-1 0 1 0 0,0 0-1 0 0,0 0 0 0 0,1 0 0 0 0,-1 0 0 0 0,0 0 0 0 0,1-1 1 0 0,-1 1-1 0 0,1 0 0 0 0,-1 0 0 0 0,1 0 0 0 0,0-1 0 0 0,0 1 1 0 0,-1 0-1 0 0,1 0 0 0 0,0-1 0 0 0,0 1 0 0 0,0-2 0 0 0,2 4 64 0 0,0 0 0 0 0,-1 1 0 0 0,1-1-1 0 0,-1 0 1 0 0,0 0 0 0 0,1 0 0 0 0,-1 1-1 0 0,0-1 1 0 0,0 1 0 0 0,0-1-1 0 0,2 3 1 0 0,41 70 2929 0 0,65 151-1 0 0,-14-25-4247 0 0,-75-163-4471 0 0</inkml:trace>
</inkml:ink>
</file>

<file path=ppt/ink/ink3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35.24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6913 0 0,'0'15'1720'0'0,"2"0"0"0"0,0 1-1 0 0,7 27 1 0 0,4-1-2035 0 0,20 44-1 0 0,-25-71-600 0 0,0 0-1 0 0,1 0 1 0 0,0-1-1 0 0,1 0 1 0 0,1-1-1 0 0,15 15 0 0 0,-12-11 365 0 0</inkml:trace>
</inkml:ink>
</file>

<file path=ppt/ink/ink3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35.61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17 148 3225 0 0,'-3'8'405'0'0,"0"0"1"0"0,1-1 0 0 0,-1 1-1 0 0,2 0 1 0 0,-1 0 0 0 0,1 0-1 0 0,0 0 1 0 0,1 0 0 0 0,-1 1 0 0 0,2-1-1 0 0,-1 0 1 0 0,1 0 0 0 0,0 0-1 0 0,4 11 1 0 0,-1-7-57 0 0,0-1-1 0 0,1 0 1 0 0,0 0 0 0 0,1-1-1 0 0,1 0 1 0 0,-1 0-1 0 0,1 0 1 0 0,15 15 0 0 0,-17-20-247 0 0,-1 0 0 0 0,1 0 0 0 0,0-1 0 0 0,1 0 1 0 0,-1 0-1 0 0,1 0 0 0 0,0-1 0 0 0,-1 1 0 0 0,1-1 1 0 0,1-1-1 0 0,-1 1 0 0 0,0-1 0 0 0,1 0 0 0 0,-1-1 1 0 0,1 0-1 0 0,0 0 0 0 0,6 1 0 0 0,-10-2-92 0 0,-1-1 1 0 0,1 1-1 0 0,-1 0 1 0 0,0-1-1 0 0,1 1 0 0 0,-1-1 1 0 0,1 0-1 0 0,-1 0 1 0 0,0 0-1 0 0,0 0 0 0 0,0 0 1 0 0,1 0-1 0 0,-1-1 1 0 0,0 1-1 0 0,0-1 0 0 0,-1 0 1 0 0,1 1-1 0 0,2-4 1 0 0,-1 1-15 0 0,-1 1-1 0 0,0-1 1 0 0,0 0 0 0 0,0 1 0 0 0,-1-1 0 0 0,0 0 0 0 0,1 0-1 0 0,-1 0 1 0 0,-1-1 0 0 0,2-4 0 0 0,-2-4 35 0 0,1 0 1 0 0,-2 0-1 0 0,1 1 1 0 0,-2-1-1 0 0,0 0 1 0 0,-4-13-1 0 0,-1-1 229 0 0,-1 0 0 0 0,-1 1 0 0 0,-1 0 0 0 0,-1 0 0 0 0,-2 1 0 0 0,-1 1 1 0 0,-26-36-1 0 0,39 57-366 0 0,-1 1 0 0 0,1 0 0 0 0,-1 0 0 0 0,0 0 0 0 0,0 0 0 0 0,0 1 0 0 0,0-1 0 0 0,0 0 0 0 0,0 1 0 0 0,0-1 0 0 0,0 1 0 0 0,-1 0 0 0 0,1 0 0 0 0,0 0 0 0 0,-1 0 0 0 0,1 0 0 0 0,-1 0 0 0 0,1 1 0 0 0,-1-1 0 0 0,0 1 0 0 0,1 0 0 0 0,-1-1 0 0 0,1 1 0 0 0,-5 1 0 0 0,-7 5-5078 0 0</inkml:trace>
</inkml:ink>
</file>

<file path=ppt/ink/ink3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36.00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 86 5065 0 0,'-6'-15'8536'0'0,"5"19"-8127"0"0,0 0 1 0 0,0 0-1 0 0,0 0 0 0 0,1 0 1 0 0,0 0-1 0 0,0 7 0 0 0,1-1-356 0 0,0-1-1 0 0,1 1 1 0 0,1 0-1 0 0,0-1 1 0 0,0 1-1 0 0,1-1 1 0 0,0 0-1 0 0,0 0 1 0 0,1-1 0 0 0,0 1-1 0 0,1-1 1 0 0,0 0-1 0 0,0 0 1 0 0,0-1-1 0 0,10 8 1 0 0,-12-11-114 0 0,1 0 0 0 0,-1-1 0 0 0,1 0 0 0 0,0 1 0 0 0,0-1 0 0 0,0-1 0 0 0,1 1 0 0 0,-1-1 1 0 0,1 0-1 0 0,-1 0 0 0 0,1-1 0 0 0,-1 0 0 0 0,1 0 0 0 0,0 0 0 0 0,0 0 0 0 0,0-1 0 0 0,0 0 0 0 0,-1-1 0 0 0,1 1 0 0 0,0-1 1 0 0,0 0-1 0 0,0 0 0 0 0,-1-1 0 0 0,1 0 0 0 0,-1 0 0 0 0,10-5 0 0 0,-10 4 23 0 0,-1 0 0 0 0,1 0-1 0 0,-1-1 1 0 0,0 0 0 0 0,-1 0 0 0 0,1 0 0 0 0,-1 0-1 0 0,1 0 1 0 0,-1-1 0 0 0,-1 0 0 0 0,1 0 0 0 0,-1 1-1 0 0,1-1 1 0 0,-1-1 0 0 0,-1 1 0 0 0,1 0 0 0 0,-1 0-1 0 0,0-1 1 0 0,0 1 0 0 0,0 0 0 0 0,-1-1 0 0 0,0 1 0 0 0,0-1-1 0 0,-2-10 1 0 0,2 8 28 0 0,-1 1 0 0 0,0-1-1 0 0,-1 1 1 0 0,0-1 0 0 0,0 1 0 0 0,0 0 0 0 0,-1-1-1 0 0,0 1 1 0 0,-1 0 0 0 0,1 1 0 0 0,-1-1-1 0 0,-1 1 1 0 0,1-1 0 0 0,-1 1 0 0 0,0 1 0 0 0,0-1-1 0 0,-9-6 1 0 0,9 9-166 0 0,0 0-1 0 0,0 1 1 0 0,-1 0-1 0 0,1 1 1 0 0,0-1-1 0 0,-1 1 1 0 0,1 0-1 0 0,-1 0 0 0 0,1 0 1 0 0,-1 1-1 0 0,0 0 1 0 0,1 0-1 0 0,-9 1 1 0 0,-11 3-4234 0 0</inkml:trace>
</inkml:ink>
</file>

<file path=ppt/ink/ink3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36.3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43 9218 0 0,'0'0'48'0'0,"1"0"-1"0"0,-1 0 1 0 0,0 0 0 0 0,1 0-1 0 0,-1 0 1 0 0,1 0 0 0 0,-1 0-1 0 0,1 0 1 0 0,-1 0 0 0 0,1 0-1 0 0,-1 0 1 0 0,1 0 0 0 0,-1 1 0 0 0,0-1-1 0 0,1 0 1 0 0,-1 0 0 0 0,1 0-1 0 0,-1 1 1 0 0,0-1 0 0 0,1 0-1 0 0,-1 1 1 0 0,0-1 0 0 0,1 0-1 0 0,-1 1 1 0 0,0-1 0 0 0,1 1-1 0 0,-1-1 1 0 0,0 0 0 0 0,0 1-1 0 0,0-1 1 0 0,1 1 0 0 0,-1-1 0 0 0,0 1-1 0 0,0-1 1 0 0,0 0 0 0 0,0 1-1 0 0,0-1 1 0 0,0 1 0 0 0,0 0-1 0 0,6 27 815 0 0,-5-21-630 0 0,3 11 365 0 0,1 12 525 0 0,15 41-1 0 0,-18-65-1070 0 0,1 1-1 0 0,-1-1 1 0 0,1 0-1 0 0,0 1 1 0 0,1-1-1 0 0,0-1 1 0 0,0 1-1 0 0,0 0 0 0 0,0-1 1 0 0,1 0-1 0 0,0 0 1 0 0,7 5-1 0 0,-11-9-60 0 0,0 0 0 0 0,0 0 0 0 0,0 0-1 0 0,1-1 1 0 0,-1 1 0 0 0,0 0 0 0 0,1-1-1 0 0,-1 1 1 0 0,1-1 0 0 0,-1 1 0 0 0,0-1-1 0 0,1 0 1 0 0,-1 1 0 0 0,1-1-1 0 0,-1 0 1 0 0,1 0 0 0 0,-1 0 0 0 0,1 0-1 0 0,-1 0 1 0 0,1-1 0 0 0,-1 1 0 0 0,1 0-1 0 0,-1-1 1 0 0,1 1 0 0 0,1-1 0 0 0,-2-1-14 0 0,1 1 1 0 0,0-1 0 0 0,0 0 0 0 0,-1 0 0 0 0,1 1 0 0 0,-1-1 0 0 0,1 0-1 0 0,-1 0 1 0 0,0 0 0 0 0,0-1 0 0 0,0 1 0 0 0,0 0 0 0 0,0 0-1 0 0,0-3 1 0 0,2-5-6 0 0,-1 0-1 0 0,-1 0 0 0 0,0 0 1 0 0,0 0-1 0 0,-1 0 0 0 0,-1-15 1 0 0,-1 11-258 0 0,-1 0 0 0 0,0 0 0 0 0,-2 0-1 0 0,1 1 1 0 0,-1 0 0 0 0,-1-1 0 0 0,-1 2 0 0 0,0-1 0 0 0,0 1 0 0 0,-13-16 0 0 0,6 12-4047 0 0</inkml:trace>
</inkml:ink>
</file>

<file path=ppt/ink/ink3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36.7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0 231 10594 0 0,'1'-3'-87'0'0,"-1"1"-1"0"0,1-1 1 0 0,0 1 0 0 0,0 0-1 0 0,0-1 1 0 0,0 1-1 0 0,0 0 1 0 0,0 0-1 0 0,1 0 1 0 0,-1 0 0 0 0,1 0-1 0 0,2-3 1 0 0,27-26 878 0 0,-21 21-476 0 0,128-110-2506 0 0,-115 101 1206 0 0,-1 1 631 0 0</inkml:trace>
</inkml:ink>
</file>

<file path=ppt/ink/ink3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37.11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5985 0 0,'12'21'939'0'0,"1"-1"0"0"0,19 24 1 0 0,-6-9-497 0 0,314 405 3610 0 0,-316-414-3696 0 0,1 0 0 0 0,1-2 0 0 0,1-2 0 0 0,45 30 0 0 0,-53-40-436 0 0,0-2 0 0 0,1 0 0 0 0,24 8 0 0 0,-28-13-684 0 0,0 0 1 0 0,0-1-1 0 0,1-1 0 0 0,29 1 0 0 0,-13-3-3934 0 0</inkml:trace>
</inkml:ink>
</file>

<file path=ppt/ink/ink3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37.68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6 314 7834 0 0,'-1'-2'127'0'0,"0"0"1"0"0,0 0-1 0 0,1 0 0 0 0,-1 0 1 0 0,0 0-1 0 0,1 0 1 0 0,0 0-1 0 0,-1 0 0 0 0,1 0 1 0 0,0-1-1 0 0,0 1 1 0 0,0 0-1 0 0,1 0 0 0 0,0-4 1 0 0,6-31 780 0 0,-3 25-752 0 0,0 1 0 0 0,1-1 1 0 0,0 1-1 0 0,1 0 0 0 0,0 1 1 0 0,1-1-1 0 0,0 1 0 0 0,0 0 0 0 0,1 1 1 0 0,1 0-1 0 0,9-9 0 0 0,-3 5-549 0 0,1 1 0 0 0,1 1 0 0 0,-1 0 0 0 0,2 1 0 0 0,0 1 0 0 0,19-8 0 0 0,-22 12 1797 0 0,0-1 0 0 0,28-5 0 0 0,-37 10-1308 0 0,1 0 1 0 0,0 1-1 0 0,0-1 1 0 0,0 1 0 0 0,0 1-1 0 0,-1-1 1 0 0,1 1-1 0 0,0 0 1 0 0,0 1 0 0 0,9 3-1 0 0,1 3 184 0 0,-1 0 1 0 0,1 2-1 0 0,-1 0 0 0 0,-1 1 0 0 0,0 0 0 0 0,0 1 0 0 0,-1 1 1 0 0,-1 0-1 0 0,17 22 0 0 0,7 14 624 0 0,48 82 1 0 0,-56-82-599 0 0,24 55 0 0 0,-47-90-282 0 0,0 1 1 0 0,0 0-1 0 0,-2 1 0 0 0,0-1 0 0 0,-1 1 1 0 0,0 0-1 0 0,-1 0 0 0 0,-1 27 0 0 0,-4-27-187 0 0,0 0 0 0 0,-2 0 0 0 0,0 0-1 0 0,0 0 1 0 0,-2-1 0 0 0,0 0 0 0 0,-16 26 0 0 0,-9 20-2072 0 0,14-23 230 0 0,-2 5-75 0 0</inkml:trace>
</inkml:ink>
</file>

<file path=ppt/ink/ink3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8:57.97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273 1 8754 0 0,'-6'37'185'0'0,"1"2"0"0"0,3-1 1 0 0,1 0-1 0 0,4 44 0 0 0,-1-24 20 0 0,-16 589 1340 0 0,-32 3-289 0 0,-2 31-691 0 0,4 94-53 0 0,-10 205 72 0 0,10 946 186 0 0,30-947-526 0 0,46 1122-1218 0 0,5-1355 1123 0 0,51 734 2033 0 0,-13-767-1533 0 0,13 174 92 0 0,-75-714-508 0 0,7-1 0 0 0,50 199 0 0 0,-67-359-1983 0 0</inkml:trace>
</inkml:ink>
</file>

<file path=ppt/ink/ink3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03.60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14 54 5985 0 0,'-1'-3'126'0'0,"0"0"-1"0"0,-1 0 0 0 0,1 0 1 0 0,1 0-1 0 0,-1 0 0 0 0,0 0 1 0 0,0-6-1 0 0,-4-15 5764 0 0,10 48-1396 0 0,-5 21-3430 0 0,-1-16-480 0 0,3 103 673 0 0,12 246-2137 0 0,-13-369 498 0 0,0 6-588 0 0,0 0 0 0 0,1 0 0 0 0,1-1 0 0 0,0 1 0 0 0,1-1 0 0 0,6 15 0 0 0,-5-21-534 0 0</inkml:trace>
</inkml:ink>
</file>

<file path=ppt/ink/ink3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04.00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 27 6913 0 0,'-5'-26'7147'0'0,"9"40"-6516"0"0,0 2-2191 0 0,-1 1 0 0 0,-1-1 0 0 0,-1 1 0 0 0,-1 23 0 0 0,-2-7 870 0 0</inkml:trace>
</inkml:ink>
</file>

<file path=ppt/ink/ink3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04.34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 8754 0 0,'12'13'579'0'0,"0"0"1"0"0,-2 2 0 0 0,1-1-1 0 0,-2 1 1 0 0,0 1-1 0 0,-1-1 1 0 0,9 27 0 0 0,-3-3 93 0 0,-2 1 0 0 0,6 44 0 0 0,-11-41-889 0 0,9 35-1134 0 0,-17-102 994 0 0,1 0 0 0 0,1-1-1 0 0,4-23 1 0 0,-5 47 356 0 0,4-37 15 0 0,10-38 1 0 0,-11 63-3 0 0,1 1 0 0 0,0 0 0 0 0,1-1 0 0 0,0 2-1 0 0,0-1 1 0 0,15-20 0 0 0,-18 29 65 0 0,0-1 0 0 0,0 2-1 0 0,1-1 1 0 0,-1 0 0 0 0,1 0 0 0 0,0 1 0 0 0,0-1-1 0 0,0 1 1 0 0,0 0 0 0 0,0 0 0 0 0,0 0-1 0 0,0 0 1 0 0,1 1 0 0 0,-1-1 0 0 0,1 1 0 0 0,-1 0-1 0 0,1 0 1 0 0,0 0 0 0 0,0 1 0 0 0,-1-1 0 0 0,1 1-1 0 0,0 0 1 0 0,0 0 0 0 0,5 1 0 0 0,-4 0 96 0 0,0 0 0 0 0,0 1 0 0 0,0 0 0 0 0,-1 0 1 0 0,1 0-1 0 0,-1 1 0 0 0,0 0 0 0 0,0-1 0 0 0,0 1 0 0 0,0 1 1 0 0,0-1-1 0 0,0 1 0 0 0,-1-1 0 0 0,0 1 0 0 0,0 0 0 0 0,0 0 1 0 0,4 8-1 0 0,5 10-101 0 0,-2 0 1 0 0,0 1-1 0 0,12 44 1 0 0,-1 29-6217 0 0,-16-65 1061 0 0</inkml:trace>
</inkml:ink>
</file>

<file path=ppt/ink/ink3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04.69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1 110 6913 0 0,'0'-2'9'0'0,"6"-15"6881"0"0,27 123-1263 0 0,-23-66-5134 0 0,1 5-165 0 0,17 44 0 0 0,-24-78-337 0 0,1 0 1 0 0,0 0-1 0 0,1 0 1 0 0,0-1-1 0 0,0 0 1 0 0,1 0-1 0 0,0-1 1 0 0,1 0 0 0 0,11 10-1 0 0,-17-17 5 0 0,1 0 0 0 0,-1 0-1 0 0,1 0 1 0 0,-1-1 0 0 0,1 1 0 0 0,0-1-1 0 0,0 0 1 0 0,-1 0 0 0 0,1 0 0 0 0,0 0-1 0 0,6 1 1 0 0,-8-2 14 0 0,0 0 0 0 0,0 0 0 0 0,0 0 0 0 0,0-1-1 0 0,0 1 1 0 0,0 0 0 0 0,0 0 0 0 0,0 0 0 0 0,0-1 0 0 0,0 1-1 0 0,0-1 1 0 0,0 1 0 0 0,0-1 0 0 0,0 1 0 0 0,0-1 0 0 0,-1 1-1 0 0,1-1 1 0 0,0 0 0 0 0,0 1 0 0 0,-1-1 0 0 0,1 0 0 0 0,0 0-1 0 0,-1 0 1 0 0,1 0 0 0 0,-1 1 0 0 0,1-1 0 0 0,-1 0-1 0 0,1 0 1 0 0,-1 0 0 0 0,0 0 0 0 0,1 0 0 0 0,-1 0 0 0 0,0 0-1 0 0,0 0 1 0 0,0 0 0 0 0,0 0 0 0 0,0-2 0 0 0,3-45 405 0 0,-5-63 1 0 0,2-31-1270 0 0,2 113 101 0 0,8-36 0 0 0,-7 52-576 0 0,1 0-1 0 0,8-21 1 0 0,-2 15-4410 0 0</inkml:trace>
</inkml:ink>
</file>

<file path=ppt/ink/ink3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05.03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1 446 3225 0 0,'3'3'173'0'0,"0"0"0"0"0,0 0 0 0 0,0 0 0 0 0,1 0 0 0 0,-1 0 0 0 0,1-1 0 0 0,0 1 0 0 0,0-1 0 0 0,0 0 1 0 0,0 0-1 0 0,0-1 0 0 0,0 1 0 0 0,0-1 0 0 0,1 0 0 0 0,-1 0 0 0 0,0 0 0 0 0,1-1 0 0 0,-1 1 0 0 0,1-1 0 0 0,-1 0 0 0 0,0-1 0 0 0,1 1 1 0 0,-1-1-1 0 0,1 0 0 0 0,-1 0 0 0 0,0 0 0 0 0,1 0 0 0 0,-1-1 0 0 0,0 0 0 0 0,0 0 0 0 0,0 0 0 0 0,5-4 0 0 0,1 0 221 0 0,-1-1 0 0 0,0 0 0 0 0,0 0 0 0 0,-1-1 0 0 0,0 0 0 0 0,-1 0 0 0 0,1-1 0 0 0,-2 0 0 0 0,1 0 0 0 0,-1 0 0 0 0,-1-1 0 0 0,6-11 0 0 0,-5 2-184 0 0,0-1 0 0 0,-1 1 0 0 0,0-1 0 0 0,-2 0 0 0 0,0 0 0 0 0,-2-1 0 0 0,0 1 0 0 0,-1 0 0 0 0,-1 0 0 0 0,-1-1 0 0 0,-1 1 0 0 0,-1 0 0 0 0,-10-33 0 0 0,14 51-219 0 0,-1 1 0 0 0,1-1 0 0 0,-1 0 0 0 0,1 1 0 0 0,-1-1 1 0 0,0 1-1 0 0,0-1 0 0 0,0 1 0 0 0,0-1 0 0 0,0 1 0 0 0,0 0 0 0 0,0-1 0 0 0,0 1 0 0 0,0 0 0 0 0,-1 0 0 0 0,1 0 0 0 0,-1 0 0 0 0,1 0 0 0 0,-1 0 0 0 0,1 0 0 0 0,-1 0 0 0 0,1 1 0 0 0,-1-1 0 0 0,0 1 0 0 0,-2-1 0 0 0,2 1-66 0 0,1 0 1 0 0,-1 1-1 0 0,0-1 0 0 0,0 1 0 0 0,0 0 0 0 0,0-1 0 0 0,1 1 0 0 0,-1 0 0 0 0,0 0 1 0 0,1 0-1 0 0,-1 1 0 0 0,1-1 0 0 0,-1 0 0 0 0,1 0 0 0 0,0 1 0 0 0,-1-1 0 0 0,1 1 1 0 0,0-1-1 0 0,0 1 0 0 0,0 0 0 0 0,0-1 0 0 0,-1 5 0 0 0,-3 3-212 0 0,1 1 0 0 0,0-1 0 0 0,1 1 0 0 0,0 0 0 0 0,0 0-1 0 0,1 1 1 0 0,-1 19 0 0 0,3-17 358 0 0,0 1 0 0 0,1-1 0 0 0,0 1-1 0 0,2-1 1 0 0,-1 0 0 0 0,2 0 0 0 0,-1 0-1 0 0,2 0 1 0 0,9 19 0 0 0,-7-18-67 0 0,0-1 1 0 0,1 0-1 0 0,1 0 1 0 0,0-1-1 0 0,1 0 1 0 0,0-1-1 0 0,1 0 1 0 0,17 13-1 0 0,-18-16-501 0 0,0-2-1 0 0,0 1 1 0 0,1-1-1 0 0,0 0 1 0 0,0-1-1 0 0,17 5 0 0 0,-5-4-3808 0 0</inkml:trace>
</inkml:ink>
</file>

<file path=ppt/ink/ink3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05.84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4 299 7834 0 0,'-1'-1'178'0'0,"1"0"1"0"0,-1 0-1 0 0,1-1 0 0 0,0 1 1 0 0,-1 0-1 0 0,1 0 1 0 0,0 0-1 0 0,-1-1 1 0 0,1 1-1 0 0,0 0 0 0 0,0 0 1 0 0,0-1-1 0 0,0 1 1 0 0,1 0-1 0 0,-1 0 1 0 0,0 0-1 0 0,0-1 1 0 0,1 1-1 0 0,-1 0 0 0 0,0 0 1 0 0,1 0-1 0 0,0 0 1 0 0,-1 0-1 0 0,1 0 1 0 0,-1 0-1 0 0,1 0 0 0 0,0 0 1 0 0,0 0-1 0 0,0 0 1 0 0,0 0-1 0 0,-1 0 1 0 0,1 0-1 0 0,2-1 1 0 0,-1 2-28 0 0,0-1 0 0 0,-1 1 0 0 0,1 0 1 0 0,0 0-1 0 0,-1-1 0 0 0,1 1 1 0 0,0 0-1 0 0,0 1 0 0 0,-1-1 1 0 0,1 0-1 0 0,0 0 0 0 0,-1 1 0 0 0,1-1 1 0 0,0 1-1 0 0,-1-1 0 0 0,1 1 1 0 0,0 0-1 0 0,-1-1 0 0 0,1 1 1 0 0,-1 0-1 0 0,1 0 0 0 0,-1 0 0 0 0,2 2 1 0 0,19 19-28 0 0,-2 1 1 0 0,-1 1 0 0 0,-1 0-1 0 0,-1 2 1 0 0,22 43 0 0 0,17 24-1108 0 0,-45-74 846 0 0,-9-14 115 0 0,1-1 0 0 0,-1 1 0 0 0,1 0 0 0 0,1-1 0 0 0,-1 0 0 0 0,0 0 0 0 0,9 7 0 0 0,-15-47 1583 0 0,-3 2-978 0 0,-8-43 598 0 0,-5-112 0 0 0,18 167-1754 0 0,1 1 0 0 0,1-1-1 0 0,1 0 1 0 0,1 1 0 0 0,1 0 0 0 0,1 0 0 0 0,0 0 0 0 0,2 0 0 0 0,0 1 0 0 0,13-23 0 0 0,-8 22-5115 0 0</inkml:trace>
</inkml:ink>
</file>

<file path=ppt/ink/ink3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06.30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 7370 0 0,'29'138'9370'0'0,"-3"19"-5777"0"0,52 245-2900 0 0,-33-231-5081 0 0,-40-143-1760 0 0</inkml:trace>
</inkml:ink>
</file>

<file path=ppt/ink/ink3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06.68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0 131 4817 0 0,'31'-26'761'0'0,"57"-36"0"0"0,-78 56-679 0 0,0 1-1 0 0,0-1 1 0 0,0 2-1 0 0,1 0 0 0 0,-1 0 1 0 0,1 0-1 0 0,0 2 1 0 0,0-1-1 0 0,1 2 0 0 0,21-2 1 0 0,-27 3-190 0 0,-1 1 0 0 0,1 0 0 0 0,0 0 0 0 0,0 0 0 0 0,-1 1 0 0 0,1 0 0 0 0,-1 0 0 0 0,0 0 0 0 0,1 1 0 0 0,-1 0 0 0 0,0 0 0 0 0,8 7 0 0 0,-3-2-171 0 0,-1 1 0 0 0,0 0 0 0 0,-1 0 0 0 0,14 20 0 0 0,-15-16 268 0 0</inkml:trace>
</inkml:ink>
</file>

<file path=ppt/ink/ink3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07.04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88 420 6449 0 0,'7'8'716'0'0,"0"0"1"0"0,-1 1-1 0 0,0 0 0 0 0,-1 0 0 0 0,0 1 0 0 0,-1-1 0 0 0,0 1 0 0 0,0 0 0 0 0,3 16 1 0 0,2 11 1449 0 0,4 49 1 0 0,-9-52-1793 0 0,18 133 1425 0 0,-4-56-5150 0 0,-15-94-2789 0 0</inkml:trace>
  <inkml:trace contextRef="#ctx0" brushRef="#br0" timeOffset="1">10 79 11058 0 0,'-1'-2'96'0'0,"0"0"1"0"0,-1 0-1 0 0,1 0 0 0 0,1 0 0 0 0,-1 0 0 0 0,0 0 0 0 0,0 0 0 0 0,1 0 0 0 0,-1 0 0 0 0,1 0 1 0 0,0 0-1 0 0,-1 0 0 0 0,1-1 0 0 0,0 1 0 0 0,0 0 0 0 0,1 0 0 0 0,-1 0 0 0 0,0 0 0 0 0,1-1 1 0 0,-1 1-1 0 0,1 0 0 0 0,0 0 0 0 0,0 0 0 0 0,-1 0 0 0 0,1 0 0 0 0,1 0 0 0 0,1-2 0 0 0,-3 3-176 0 0,1 0 0 0 0,0-1 0 0 0,0 1 0 0 0,-1 0 0 0 0,1 0 0 0 0,0 0 0 0 0,0 0 0 0 0,0 0 0 0 0,0 0 0 0 0,1 0 0 0 0,-1 0 0 0 0,0 1 0 0 0,0-1 0 0 0,0 0 0 0 0,1 1 0 0 0,-1-1 0 0 0,0 1 0 0 0,1-1 0 0 0,-1 1 0 0 0,0 0-1 0 0,1-1 1 0 0,-1 1 0 0 0,1 0 0 0 0,-1 0 0 0 0,0 0 0 0 0,1 0 0 0 0,-1 0 0 0 0,1 0 0 0 0,-1 1 0 0 0,0-1 0 0 0,1 0 0 0 0,-1 1 0 0 0,1-1 0 0 0,-1 1 0 0 0,0-1 0 0 0,0 1 0 0 0,1 0 0 0 0,-1-1 0 0 0,0 1 0 0 0,0 0 0 0 0,0 0 0 0 0,0 0 0 0 0,0 0 0 0 0,1 2-1 0 0,22 26-288 0 0,-15-11 369 0 0</inkml:trace>
</inkml:ink>
</file>

<file path=ppt/ink/ink3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07.40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15 4609 0 0,'0'-1'48'0'0,"1"0"1"0"0,-1 1-1 0 0,1-1 0 0 0,-1 0 1 0 0,1 0-1 0 0,-1 0 0 0 0,1 1 1 0 0,0-1-1 0 0,-1 0 0 0 0,1 0 1 0 0,0 1-1 0 0,0-1 0 0 0,-1 1 1 0 0,1-1-1 0 0,0 1 0 0 0,0-1 1 0 0,0 1-1 0 0,0-1 0 0 0,0 1 1 0 0,0 0-1 0 0,-1-1 0 0 0,1 1 1 0 0,0 0-1 0 0,0 0 0 0 0,0 0 1 0 0,0 0-1 0 0,0 0 0 0 0,0 0 1 0 0,0 0-1 0 0,0 0 0 0 0,0 0 1 0 0,1 1-1 0 0,2 0 209 0 0,-1 1-1 0 0,0 0 1 0 0,0 1 0 0 0,-1-1-1 0 0,1 0 1 0 0,0 1 0 0 0,-1-1-1 0 0,3 5 1 0 0,3 3 465 0 0,0 0 0 0 0,-1 1 0 0 0,0 0 1 0 0,-1 1-1 0 0,0-1 0 0 0,6 19 0 0 0,18 77 1155 0 0,-26-86-2013 0 0,0 0 0 0 0,2-1-1 0 0,1 0 1 0 0,0 0 0 0 0,1 0 0 0 0,1-1 0 0 0,20 31-1 0 0,-28-49 92 0 0,-1 0-1 0 0,1 0 0 0 0,-1-1 0 0 0,1 1 0 0 0,-1 0 1 0 0,1 0-1 0 0,-1-1 0 0 0,1 1 0 0 0,0 0 0 0 0,0-1 0 0 0,-1 1 1 0 0,1-1-1 0 0,0 1 0 0 0,0-1 0 0 0,0 1 0 0 0,-1-1 1 0 0,1 1-1 0 0,0-1 0 0 0,0 0 0 0 0,0 0 0 0 0,0 1 1 0 0,0-1-1 0 0,0 0 0 0 0,0 0 0 0 0,0 0 0 0 0,0 0 0 0 0,0 0 1 0 0,0 0-1 0 0,1-1 0 0 0,0 0 31 0 0,-1 0 0 0 0,1 0 1 0 0,-1 0-1 0 0,0 0 0 0 0,1-1 0 0 0,-1 1 1 0 0,0 0-1 0 0,0-1 0 0 0,0 1 0 0 0,0-1 0 0 0,0 0 1 0 0,0 1-1 0 0,0-1 0 0 0,0-2 0 0 0,4-9 176 0 0,0-1-1 0 0,4-27 1 0 0,-9 38-184 0 0,10-45 146 0 0,15-48 1 0 0,-20 81-55 0 0,1 0 0 0 0,0 0 0 0 0,1 1 0 0 0,0 0 1 0 0,1 0-1 0 0,1 1 0 0 0,12-16 0 0 0,-19 28-43 0 0,-1-1 1 0 0,0 1-1 0 0,0-1 0 0 0,1 1 1 0 0,-1 0-1 0 0,1-1 0 0 0,-1 1 1 0 0,1 0-1 0 0,0 0 0 0 0,-1 0 1 0 0,1 0-1 0 0,0 1 0 0 0,0-1 1 0 0,-1 0-1 0 0,1 1 0 0 0,0-1 1 0 0,0 1-1 0 0,0 0 0 0 0,3-1 1 0 0,-3 2 23 0 0,-1-1 0 0 0,1 1 0 0 0,0-1 0 0 0,0 1 0 0 0,-1 0 0 0 0,1-1-1 0 0,-1 1 1 0 0,1 0 0 0 0,0 0 0 0 0,-1 0 0 0 0,0 1 0 0 0,1-1 0 0 0,-1 0 0 0 0,0 0 0 0 0,0 1 0 0 0,3 2 0 0 0,2 7 226 0 0,0 0 0 0 0,0 1 0 0 0,-1-1 0 0 0,7 22-1 0 0,-8-21-225 0 0,60 160-3503 0 0,-54-146-1476 0 0</inkml:trace>
</inkml:ink>
</file>

<file path=ppt/ink/ink3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07.83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136 165 5985 0 0,'4'-32'132'0'0,"-2"20"595"0"0,0 0 1 0 0,-1 0-1 0 0,0 0 0 0 0,-1 1 0 0 0,0-1 0 0 0,-1 0 0 0 0,-5-22 1 0 0,6 33-599 0 0,0 1 0 0 0,0-1 0 0 0,0 0 1 0 0,-1 0-1 0 0,1 1 0 0 0,0-1 1 0 0,-1 0-1 0 0,1 1 0 0 0,0-1 0 0 0,-1 0 1 0 0,1 1-1 0 0,-1-1 0 0 0,1 1 1 0 0,0-1-1 0 0,-1 1 0 0 0,0-1 0 0 0,1 1 1 0 0,-1-1-1 0 0,1 1 0 0 0,-1-1 0 0 0,0 1 1 0 0,1 0-1 0 0,-1-1 0 0 0,0 1 1 0 0,1 0-1 0 0,-1-1 0 0 0,0 1 0 0 0,-1 0 1 0 0,1 0-7 0 0,0 1 0 0 0,0-1 1 0 0,-1 0-1 0 0,1 1 0 0 0,0 0 1 0 0,0-1-1 0 0,0 1 0 0 0,0-1 1 0 0,0 1-1 0 0,0 0 0 0 0,0 0 1 0 0,0 0-1 0 0,0 0 0 0 0,-1 2 1 0 0,-25 39 1066 0 0,11-10-974 0 0,1 0-1 0 0,2 1 1 0 0,-10 36 0 0 0,20-57-359 0 0,0-1 0 0 0,1 1 1 0 0,0 0-1 0 0,1 0 1 0 0,0 0-1 0 0,1 0 1 0 0,0 0-1 0 0,1 0 0 0 0,0 0 1 0 0,1 0-1 0 0,0-1 1 0 0,8 22-1 0 0,-9-30-1 0 0,0 0 1 0 0,1 0-1 0 0,-1 0 0 0 0,1 0 0 0 0,0-1 1 0 0,0 1-1 0 0,0-1 0 0 0,0 1 0 0 0,0-1 1 0 0,0 0-1 0 0,1 0 0 0 0,-1 0 0 0 0,1 0 0 0 0,-1 0 1 0 0,1-1-1 0 0,5 3 0 0 0,-6-3 69 0 0,-1-1-1 0 0,1 0 0 0 0,-1 0 1 0 0,1 0-1 0 0,-1 0 1 0 0,1 0-1 0 0,0 0 1 0 0,-1 0-1 0 0,1 0 0 0 0,-1-1 1 0 0,1 1-1 0 0,-1-1 1 0 0,1 1-1 0 0,-1-1 1 0 0,1 0-1 0 0,-1 1 0 0 0,0-1 1 0 0,1 0-1 0 0,-1 0 1 0 0,0 0-1 0 0,0 0 1 0 0,0 0-1 0 0,1 0 0 0 0,-1 0 1 0 0,0-1-1 0 0,0 1 1 0 0,-1 0-1 0 0,1-1 0 0 0,0 1 1 0 0,0 0-1 0 0,-1-1 1 0 0,1 1-1 0 0,-1-1 1 0 0,2-2-1 0 0,4-15 221 0 0,-1 0 0 0 0,0 0 0 0 0,-1 0 0 0 0,1-26 0 0 0,-4 29 459 0 0,1-1 1 0 0,1 1 0 0 0,0 0-1 0 0,1 1 1 0 0,0-1-1 0 0,14-29 1 0 0,-18 45-562 0 0,0-1 0 0 0,1 0 0 0 0,-1 1-1 0 0,0-1 1 0 0,1 1 0 0 0,-1-1 0 0 0,0 0 0 0 0,1 1 0 0 0,-1-1-1 0 0,1 1 1 0 0,-1-1 0 0 0,1 1 0 0 0,-1-1 0 0 0,1 1 0 0 0,-1-1-1 0 0,1 1 1 0 0,0 0 0 0 0,-1-1 0 0 0,1 1 0 0 0,0 0 0 0 0,-1 0-1 0 0,1-1 1 0 0,0 1 0 0 0,-1 0 0 0 0,1 0 0 0 0,0 0 0 0 0,-1 0-1 0 0,1 0 1 0 0,0 0 0 0 0,0 0 0 0 0,1 0 0 0 0,-1 1 23 0 0,1 0 1 0 0,-1 0-1 0 0,1 0 1 0 0,-1 0-1 0 0,1 0 1 0 0,-1 0-1 0 0,0 0 1 0 0,0 0-1 0 0,1 1 1 0 0,-1-1 0 0 0,0 1-1 0 0,1 1 1 0 0,22 48 836 0 0,-5 8-634 0 0,-3 1 0 0 0,-2 0 0 0 0,-4 1 0 0 0,-1 1 0 0 0,-1 94 0 0 0,-8-107-185 0 0,-3 0 0 0 0,-2 0-1 0 0,-1-1 1 0 0,-4 0 0 0 0,-14 47 0 0 0,12-55-399 0 0,-3-1 1 0 0,-1-1-1 0 0,-1-1 1 0 0,-2 0-1 0 0,-2-1 1 0 0,-32 42-1 0 0,32-52-7113 0 0</inkml:trace>
</inkml:ink>
</file>

<file path=ppt/ink/ink3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09.18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115 138 6913 0 0,'-5'-2'248'0'0,"0"-1"0"0"0,1-1 0 0 0,0 1-1 0 0,0-1 1 0 0,0 1 0 0 0,0-1-1 0 0,0 0 1 0 0,1-1 0 0 0,-7-8-1 0 0,-5-6 687 0 0,9 13-500 0 0,4 3-138 0 0,0 0 1 0 0,-1 0-1 0 0,1 1 0 0 0,-1-1 1 0 0,0 1-1 0 0,0 0 0 0 0,0-1 1 0 0,0 1-1 0 0,0 1 0 0 0,0-1 0 0 0,-5-1 1 0 0,8 3-221 0 0,-1 0 0 0 0,1 0 0 0 0,-1 1 0 0 0,0-1-1 0 0,1 1 1 0 0,-1-1 0 0 0,1 0 0 0 0,-1 1 0 0 0,1-1 0 0 0,0 1 0 0 0,-1-1 0 0 0,1 1 0 0 0,-1 0 0 0 0,1-1 0 0 0,0 1 0 0 0,-1-1 0 0 0,1 1 0 0 0,0 0 0 0 0,0-1 0 0 0,0 1 0 0 0,-1-1 0 0 0,1 1 0 0 0,0 0 0 0 0,0-1-1 0 0,0 1 1 0 0,0 0 0 0 0,0-1 0 0 0,0 1 0 0 0,0 0 0 0 0,0-1 0 0 0,0 1 0 0 0,1 1 0 0 0,1 29 413 0 0,-1-27-341 0 0,6 45 112 0 0,2 0 0 0 0,3-1 0 0 0,1 0 1 0 0,3-1-1 0 0,22 46 0 0 0,123 219-248 0 0,-134-264-50 0 0,-19-33 44 0 0,43 71-34 0 0,-45-77 70 0 0,1 0 0 0 0,0 0 0 0 0,1-1-1 0 0,0 0 1 0 0,0 0 0 0 0,15 11 0 0 0,-22-18-14 0 0,0-1 0 0 0,0 1 0 0 0,0 0 0 0 0,0 0 0 0 0,0 0 0 0 0,0-1 0 0 0,0 1 0 0 0,1 0 0 0 0,-1-1 0 0 0,0 1 0 0 0,0-1 0 0 0,0 0 0 0 0,1 1 0 0 0,-1-1 0 0 0,0 0 0 0 0,1 0 0 0 0,-1 0 0 0 0,0 0 0 0 0,0 0 0 0 0,1 0 0 0 0,-1 0 0 0 0,0 0 0 0 0,1 0 0 0 0,-1-1 0 0 0,0 1 0 0 0,0 0 0 0 0,1-1 0 0 0,-1 1 0 0 0,0-1 1 0 0,0 1-1 0 0,0-1 0 0 0,0 0 0 0 0,0 0 0 0 0,0 1 0 0 0,0-1 0 0 0,0 0 0 0 0,0 0 0 0 0,0 0 0 0 0,0 0 0 0 0,0 0 0 0 0,-1 0 0 0 0,1 0 0 0 0,0 0 0 0 0,-1 0 0 0 0,1-1 0 0 0,-1 1 0 0 0,1 0 0 0 0,-1 0 0 0 0,1-3 0 0 0,1-6 121 0 0,0 1-1 0 0,0-1 1 0 0,-1 0-1 0 0,-1 0 1 0 0,0-13-1 0 0,-31-305 157 0 0,5 94-1954 0 0,22 172-783 0 0,7-110-1 0 0,2 131-1585 0 0,0 9-893 0 0</inkml:trace>
</inkml:ink>
</file>

<file path=ppt/ink/ink3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09.55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39 151 7370 0 0,'-1'-1'-42'0'0,"-16"-28"3479"0"0,17 29-3334 0 0,0 0 0 0 0,-1 0 0 0 0,1-1 0 0 0,0 1 0 0 0,0 0 1 0 0,-1 0-1 0 0,1-1 0 0 0,0 1 0 0 0,-1 0 0 0 0,1 0 0 0 0,0-1 0 0 0,-1 1 0 0 0,1 0 1 0 0,0 0-1 0 0,-1 0 0 0 0,1 0 0 0 0,0 0 0 0 0,-1 0 0 0 0,1 0 0 0 0,0 0 1 0 0,-1-1-1 0 0,1 1 0 0 0,0 0 0 0 0,-1 0 0 0 0,1 1 0 0 0,-1-1 0 0 0,0 0 0 0 0,1 0 3 0 0,-1 1-1 0 0,1 0 0 0 0,-1 0 0 0 0,0-1 1 0 0,1 1-1 0 0,-1 0 0 0 0,1 0 1 0 0,0 0-1 0 0,-1 0 0 0 0,1 0 0 0 0,0-1 1 0 0,-1 1-1 0 0,1 0 0 0 0,0 0 0 0 0,0 0 1 0 0,0 2-1 0 0,-3 13 185 0 0,2 0 1 0 0,0 1 0 0 0,1-1-1 0 0,1 1 1 0 0,4 29-1 0 0,-4-40-286 0 0,0 0 0 0 0,0 0 0 0 0,1-1 0 0 0,-1 1 0 0 0,1-1 0 0 0,1 1 0 0 0,-1-1 0 0 0,1 0-1 0 0,0 0 1 0 0,0 0 0 0 0,0 0 0 0 0,0-1 0 0 0,1 1 0 0 0,0-1 0 0 0,0 0 0 0 0,0 0 0 0 0,1 0 0 0 0,-1 0 0 0 0,10 5 0 0 0,-12-8 21 0 0,1 0-1 0 0,-1 0 1 0 0,0-1 0 0 0,1 1 0 0 0,-1 0 0 0 0,1-1 0 0 0,-1 0 0 0 0,1 1 0 0 0,-1-1 0 0 0,1 0 0 0 0,-1 0-1 0 0,1 0 1 0 0,-1-1 0 0 0,0 1 0 0 0,1-1 0 0 0,-1 1 0 0 0,1-1 0 0 0,-1 0 0 0 0,5-2 0 0 0,-4 1 12 0 0,0 0 0 0 0,0-1 1 0 0,1 1-1 0 0,-1-1 1 0 0,-1 0-1 0 0,1 0 0 0 0,0 0 1 0 0,-1 0-1 0 0,1-1 1 0 0,-1 1-1 0 0,2-5 1 0 0,0-1 36 0 0,0-1 1 0 0,0 1-1 0 0,-1-1 1 0 0,0 0-1 0 0,-1 0 1 0 0,0 0-1 0 0,-1 0 1 0 0,0 0 0 0 0,0-10-1 0 0,-3 8-33 0 0,0 0 0 0 0,0 0 0 0 0,-1 0 0 0 0,-1 0 0 0 0,0 0 0 0 0,-1 1 0 0 0,0-1 0 0 0,0 1 0 0 0,-8-11 0 0 0,8 15-163 0 0,1 0-1 0 0,-1 0 1 0 0,0 0-1 0 0,-1 1 0 0 0,0 0 1 0 0,0 0-1 0 0,0 0 1 0 0,-1 1-1 0 0,1 0 1 0 0,-1 0-1 0 0,-1 0 1 0 0,1 1-1 0 0,-16-6 0 0 0,21 9-106 0 0,-1 0 0 0 0,0 1-1 0 0,1 0 1 0 0,-1-1 0 0 0,0 1-1 0 0,1 0 1 0 0,-1 0-1 0 0,0 0 1 0 0,-3 1 0 0 0</inkml:trace>
</inkml:ink>
</file>

<file path=ppt/ink/ink3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09.93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73 6913 0 0,'1'0'85'0'0,"1"0"0"0"0,-1 1 0 0 0,1 0 0 0 0,-1-1 0 0 0,1 1 0 0 0,-1 0 0 0 0,1 0-1 0 0,-1-1 1 0 0,1 1 0 0 0,-1 0 0 0 0,0 1 0 0 0,0-1 0 0 0,0 0 0 0 0,1 0-1 0 0,-1 0 1 0 0,0 1 0 0 0,0-1 0 0 0,-1 1 0 0 0,1-1 0 0 0,0 0 0 0 0,0 1 0 0 0,-1 0-1 0 0,1-1 1 0 0,0 2 0 0 0,13 48 2084 0 0,-11-39-1345 0 0,4 22 517 0 0,11 34-99 0 0,-17-63-1167 0 0,1-1 0 0 0,-1 1 0 0 0,2-1 0 0 0,-1 0 0 0 0,0 0 0 0 0,1 1 0 0 0,-1-2 0 0 0,1 1 0 0 0,0 0 0 0 0,1-1 0 0 0,5 6 0 0 0,-9-9-85 0 0,1 1 0 0 0,0-1 0 0 0,-1 1-1 0 0,1-1 1 0 0,0 1 0 0 0,-1-1 0 0 0,1 0-1 0 0,0 1 1 0 0,-1-1 0 0 0,1 0 0 0 0,0 0 0 0 0,0 0-1 0 0,-1 1 1 0 0,1-1 0 0 0,0 0 0 0 0,0 0-1 0 0,-1 0 1 0 0,1 0 0 0 0,0 0 0 0 0,0 0 0 0 0,0-1-1 0 0,-1 1 1 0 0,1 0 0 0 0,0 0 0 0 0,0 0-1 0 0,-1-1 1 0 0,1 1 0 0 0,0 0 0 0 0,0-1-1 0 0,1-1-26 0 0,-1 1-1 0 0,1-1 1 0 0,-1 1-1 0 0,0-1 1 0 0,1 0-1 0 0,-1 0 1 0 0,0 0-1 0 0,0 1 0 0 0,0-1 1 0 0,1-4-1 0 0,2-6-153 0 0,-1 0-1 0 0,3-23 1 0 0,-6 33 185 0 0,4-28-281 0 0,13-68-417 0 0,-14 88 698 0 0,0 0-1 0 0,0 1 0 0 0,1-1 0 0 0,0 0 0 0 0,1 1 0 0 0,0 0 0 0 0,8-11 0 0 0,-12 18 58 0 0,0 0 0 0 0,0 1 0 0 0,0-1 0 0 0,1 1 0 0 0,-1 0 0 0 0,0-1 0 0 0,1 1 0 0 0,-1 0 0 0 0,1 0 0 0 0,-1 0 0 0 0,1 0 0 0 0,-1 0 0 0 0,1 0 0 0 0,0 0 0 0 0,0 1 0 0 0,-1-1 0 0 0,1 0-1 0 0,0 1 1 0 0,0 0 0 0 0,3-1 0 0 0,-3 1 44 0 0,0 1-1 0 0,0-1 1 0 0,0 1 0 0 0,-1 0-1 0 0,1-1 1 0 0,0 1-1 0 0,-1 0 1 0 0,1 0-1 0 0,0 0 1 0 0,-1 0 0 0 0,1 1-1 0 0,-1-1 1 0 0,0 0-1 0 0,1 1 1 0 0,-1-1 0 0 0,0 0-1 0 0,1 3 1 0 0,6 8 421 0 0,-2 0 1 0 0,1 0-1 0 0,-2 1 0 0 0,7 19 1 0 0,-8-22-490 0 0,4 13 252 0 0,2 0 1 0 0,17 30 0 0 0,-22-44-816 0 0,1-1 1 0 0,0 0-1 0 0,0 0 1 0 0,1 0-1 0 0,0-1 1 0 0,0 0-1 0 0,1-1 0 0 0,14 11 1 0 0,-9-9-4901 0 0</inkml:trace>
</inkml:ink>
</file>

<file path=ppt/ink/ink3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10.32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8 6913 0 0,'3'-8'1266'0'0,"4"15"367"0"0,4 14 974 0 0,30 159 3855 0 0,-32-127-5790 0 0,3 0-1 0 0,34 94 0 0 0,1-51-1540 0 0,-12-34-2751 0 0,-22-38-2464 0 0</inkml:trace>
</inkml:ink>
</file>

<file path=ppt/ink/ink3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10.67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12 344 9674 0 0,'0'1'54'0'0,"-1"-1"1"0"0,1 0-1 0 0,0 0 0 0 0,0 0 0 0 0,-1 1 1 0 0,1-1-1 0 0,0 0 0 0 0,0 0 0 0 0,-1 0 1 0 0,1 0-1 0 0,0 0 0 0 0,-1 0 0 0 0,1 0 1 0 0,0 1-1 0 0,0-1 0 0 0,-1 0 0 0 0,1 0 1 0 0,0 0-1 0 0,-1 0 0 0 0,1 0 0 0 0,0 0 1 0 0,0 0-1 0 0,-1-1 0 0 0,1 1 0 0 0,0 0 1 0 0,-1 0-1 0 0,1 0 0 0 0,0 0 0 0 0,0 0 1 0 0,-1 0-1 0 0,1 0 0 0 0,0-1 0 0 0,0 1 1 0 0,-1 0-1 0 0,1 0 0 0 0,0 0 0 0 0,0-1 1 0 0,0 1-1 0 0,-1 0 0 0 0,1 0 0 0 0,0-1 1 0 0,0 1-1 0 0,0 0 0 0 0,0 0 0 0 0,0-1 1 0 0,-1 1-1 0 0,1 0 0 0 0,0 0 0 0 0,0-1 1 0 0,0 1-1 0 0,0-1 0 0 0,12-16 1637 0 0,25-17 81 0 0,19-3-1551 0 0,-46 31-638 0 0,0 1 0 0 0,1 1-1 0 0,-1 0 1 0 0,1 1 0 0 0,0 0 0 0 0,0 0-1 0 0,0 1 1 0 0,0 1 0 0 0,0-1-1 0 0,1 2 1 0 0,18 1 0 0 0,2 2 303 0 0</inkml:trace>
  <inkml:trace contextRef="#ctx0" brushRef="#br0" timeOffset="1">852 36 10594 0 0,'0'1'6'0'0,"0"0"0"0"0,-1-1-1 0 0,1 1 1 0 0,0 0 0 0 0,-1 0 0 0 0,1 0-1 0 0,0-1 1 0 0,0 1 0 0 0,0 0 0 0 0,-1 0-1 0 0,1 0 1 0 0,0-1 0 0 0,0 1 0 0 0,0 0-1 0 0,1 0 1 0 0,-1 0 0 0 0,0 0-1 0 0,0-1 1 0 0,0 1 0 0 0,1 1 0 0 0,-1-2-5 0 0,1 0 1 0 0,-1 1-1 0 0,1-1 1 0 0,-1 0 0 0 0,1 0-1 0 0,-1 0 1 0 0,1 0-1 0 0,-1 0 1 0 0,1 1-1 0 0,-1-1 1 0 0,1 0 0 0 0,-1 0-1 0 0,1 0 1 0 0,0 0-1 0 0,-1-1 1 0 0,1 1-1 0 0,-1 0 1 0 0,1 0 0 0 0,-1 0-1 0 0,1 0 1 0 0,-1 0-1 0 0,1-1 1 0 0,0 1 0 0 0,44-27-57 0 0,-18 10 15 0 0,-4 9 28 0 0,-14 7-48 0 0</inkml:trace>
</inkml:ink>
</file>

<file path=ppt/ink/ink3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11.01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1 195 5985 0 0,'1'0'129'0'0,"0"0"1"0"0,0 1-1 0 0,0-1 0 0 0,0 0 0 0 0,0 0 0 0 0,1 0 0 0 0,-1 0 0 0 0,0 0 0 0 0,0-1 1 0 0,0 1-1 0 0,0 0 0 0 0,0 0 0 0 0,0-1 0 0 0,0 1 0 0 0,1-1 0 0 0,-1 1 0 0 0,0-1 1 0 0,1 0-1 0 0,25-14 895 0 0,-24 13-870 0 0,25-17 690 0 0,39-32 0 0 0,-45 32-2338 0 0,1 2 1 0 0,44-27-1 0 0,-46 33 306 0 0,-4-1 713 0 0</inkml:trace>
</inkml:ink>
</file>

<file path=ppt/ink/ink3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11.39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39 135 10138 0 0,'-8'6'199'0'0,"5"-4"-109"0"0,0 0 0 0 0,0 0-1 0 0,0 0 1 0 0,0 0 0 0 0,1 0-1 0 0,-1 1 1 0 0,1-1 0 0 0,0 1 0 0 0,-4 5-1 0 0,6-7-42 0 0,0-1-1 0 0,0 1 1 0 0,0-1-1 0 0,0 1 1 0 0,0-1-1 0 0,0 0 1 0 0,0 1-1 0 0,1-1 1 0 0,-1 1-1 0 0,0-1 1 0 0,0 1-1 0 0,0-1 0 0 0,1 0 1 0 0,-1 1-1 0 0,0-1 1 0 0,1 0-1 0 0,-1 1 1 0 0,0-1-1 0 0,1 0 1 0 0,-1 1-1 0 0,0-1 1 0 0,1 0-1 0 0,-1 0 1 0 0,0 1-1 0 0,1-1 1 0 0,-1 0-1 0 0,1 0 0 0 0,-1 0 1 0 0,1 1-1 0 0,-1-1 1 0 0,1 0-1 0 0,-1 0 1 0 0,0 0-1 0 0,2 0 1 0 0,17 3 878 0 0,-5-5-471 0 0,1 0 1 0 0,-1-1-1 0 0,1-1 0 0 0,-1 0 1 0 0,0 0-1 0 0,0-2 1 0 0,20-10-1 0 0,91-60 1204 0 0,-100 60-1469 0 0,33-20-849 0 0,-30 22-368 0 0</inkml:trace>
</inkml:ink>
</file>

<file path=ppt/ink/ink3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11.72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194 8 5065 0 0,'-4'-1'224'0'0,"0"-1"-1"0"0,0 1 1 0 0,0 0 0 0 0,0 0-1 0 0,0 0 1 0 0,0 1-1 0 0,-1-1 1 0 0,1 1 0 0 0,0 0-1 0 0,0 0 1 0 0,-1 1-1 0 0,1-1 1 0 0,-8 3 0 0 0,5-1 305 0 0,0 1 0 0 0,0 0 0 0 0,0 1 0 0 0,0 0 1 0 0,0 0-1 0 0,-10 8 0 0 0,12-7-244 0 0,-1 0-1 0 0,1 0 1 0 0,1 0 0 0 0,-1 0-1 0 0,1 1 1 0 0,0-1 0 0 0,0 1-1 0 0,0 0 1 0 0,1 0 0 0 0,0 1-1 0 0,-3 7 1 0 0,3-2 31 0 0,-1 1 0 0 0,2-1 0 0 0,-1 1 0 0 0,2 0 0 0 0,-1 19 0 0 0,4 7 243 0 0,1 0 1 0 0,17 75 0 0 0,-7-59-91 0 0,3 0 1 0 0,25 60 0 0 0,56 98 24 0 0,-51-117-436 0 0,-32-65-892 0 0,-1 1-1 0 0,-2 0 1 0 0,12 51-1 0 0,-19-56-820 0 0</inkml:trace>
</inkml:ink>
</file>

<file path=ppt/ink/ink3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12.30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68 5065 0 0,'0'-2'182'0'0,"1"0"-1"0"0,0 0 1 0 0,0 0-1 0 0,-1 0 0 0 0,1 1 1 0 0,1-1-1 0 0,-1 0 1 0 0,0 0-1 0 0,0 1 1 0 0,1-1-1 0 0,-1 1 1 0 0,1-1-1 0 0,-1 1 1 0 0,1 0-1 0 0,-1 0 1 0 0,4-2-1 0 0,31-17 2199 0 0,-28 16-2064 0 0,0 1-1 0 0,0 0 1 0 0,1 1-1 0 0,-1 0 1 0 0,1 0-1 0 0,0 1 1 0 0,-1 0-1 0 0,1 1 1 0 0,0 0-1 0 0,-1 0 1 0 0,1 1-1 0 0,0 0 1 0 0,8 2-1 0 0,-12-2-324 0 0,1 1 0 0 0,-1 0 0 0 0,0 0 0 0 0,0 1 0 0 0,0-1 1 0 0,0 1-1 0 0,-1 0 0 0 0,1 0 0 0 0,-1 1 0 0 0,1 0 0 0 0,-1-1 0 0 0,0 1 0 0 0,-1 0 0 0 0,1 1 0 0 0,-1-1 1 0 0,0 1-1 0 0,0 0 0 0 0,0-1 0 0 0,-1 1 0 0 0,1 0 0 0 0,1 8 0 0 0,0-1-292 0 0,-1 1 1 0 0,-1-1-1 0 0,0 1 0 0 0,-1-1 1 0 0,0 1-1 0 0,-1 0 0 0 0,-1 0 1 0 0,0 0-1 0 0,0-1 0 0 0,-1 1 1 0 0,-1-1-1 0 0,0 1 0 0 0,-9 21 1 0 0,-6 9 502 0 0,-3-1 0 0 0,-35 56 0 0 0,46-81 543 0 0,8-15-454 0 0,0 1-1 0 0,1 0 1 0 0,-1 0-1 0 0,1 0 1 0 0,0 0 0 0 0,-1 0-1 0 0,1 0 1 0 0,1 0-1 0 0,-2 4 1 0 0,2-7-235 0 0,0 0 0 0 0,0 1 0 0 0,0-1 0 0 0,0 0 0 0 0,1 0-1 0 0,-1 1 1 0 0,0-1 0 0 0,0 0 0 0 0,0 1 0 0 0,0-1 0 0 0,0 0 0 0 0,1 0 0 0 0,-1 1 0 0 0,0-1 0 0 0,0 0 0 0 0,0 0-1 0 0,1 1 1 0 0,-1-1 0 0 0,0 0 0 0 0,0 0 0 0 0,1 0 0 0 0,-1 1 0 0 0,0-1 0 0 0,0 0 0 0 0,1 0 0 0 0,-1 0 0 0 0,0 0 0 0 0,1 0-1 0 0,-1 0 1 0 0,0 0 0 0 0,1 0 0 0 0,-1 0 0 0 0,23-3 1042 0 0,12-7-729 0 0,0 1 1 0 0,1 3-1 0 0,0 0 0 0 0,45 0 0 0 0,-47 6-2258 0 0,0 1 1 0 0,48 8 0 0 0,-57-4 224 0 0</inkml:trace>
</inkml:ink>
</file>

<file path=ppt/ink/ink3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12.68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192 51 3225 0 0,'-3'-3'18'0'0,"0"-2"52"0"0,0-1 0 0 0,-1 1-1 0 0,0 0 1 0 0,0 0-1 0 0,-5-4 1 0 0,7 7 84 0 0,0 1 1 0 0,-1-1 0 0 0,1 1-1 0 0,0 0 1 0 0,0 0 0 0 0,-1 0 0 0 0,1 0-1 0 0,0 0 1 0 0,-1 1 0 0 0,1-1-1 0 0,-1 1 1 0 0,1 0 0 0 0,-1-1 0 0 0,1 1-1 0 0,-1 0 1 0 0,-3 1 0 0 0,1-1 119 0 0,1 1 0 0 0,-1-1-1 0 0,1 1 1 0 0,-1 1 0 0 0,1-1 0 0 0,0 0 0 0 0,-1 1 0 0 0,1 0 0 0 0,0 0 0 0 0,0 0 0 0 0,0 1 0 0 0,0-1 0 0 0,1 1 0 0 0,-1 0 0 0 0,1 0 0 0 0,-4 4 0 0 0,3-1 46 0 0,-1 0 1 0 0,1 0 0 0 0,0 0 0 0 0,1 1 0 0 0,0-1 0 0 0,0 1 0 0 0,0 0 0 0 0,1 0-1 0 0,-2 9 1 0 0,0 4 188 0 0,1 0 0 0 0,2 0 0 0 0,0 0 0 0 0,1 0 0 0 0,1 0 0 0 0,4 30-1 0 0,4 0 209 0 0,2-1-1 0 0,25 69 0 0 0,-26-90-1199 0 0,2-1 0 0 0,1-1 0 0 0,1 0 0 0 0,1-1 0 0 0,30 38 0 0 0,-23-35-5708 0 0</inkml:trace>
</inkml:ink>
</file>

<file path=ppt/ink/ink3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13.07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0 255 6913 0 0,'5'-6'405'0'0,"-1"0"1"0"0,1 1-1 0 0,0 0 0 0 0,0 0 0 0 0,0 0 0 0 0,1 0 0 0 0,10-6 0 0 0,4-4 345 0 0,34-27 1436 0 0,60-37 0 0 0,-78 58-2830 0 0,49-22-1 0 0,-66 36-4412 0 0</inkml:trace>
</inkml:ink>
</file>

<file path=ppt/ink/ink3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13.48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126 352 8754 0 0,'-16'8'261'0'0,"-9"4"1138"0"0,0-1 1 0 0,-35 10-1 0 0,76-34 3349 0 0,27-22-4034 0 0,6 6-138 0 0,0 2 0 0 0,2 3 1 0 0,84-29-1 0 0,169-34 531 0 0,-149 54-645 0 0,175-15 0 0 0,164 10-456 0 0,-290 25-396 0 0,-140 9-1399 0 0,87 6 0 0 0,-110 1-5161 0 0</inkml:trace>
</inkml:ink>
</file>

<file path=ppt/ink/ink3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13.82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 1 6449 0 0,'-7'-1'2778'0'0,"20"10"1112"0"0,2 7-3138 0 0,0 0 0 0 0,-2 2 0 0 0,0-1 0 0 0,-1 2 0 0 0,-1-1-1 0 0,-1 2 1 0 0,0-1 0 0 0,7 23 0 0 0,48 176 378 0 0,-61-204-1034 0 0,51 225-588 0 0,-33-78-3534 0 0,-21-137 1826 0 0,-2-3-3214 0 0</inkml:trace>
</inkml:ink>
</file>

<file path=ppt/ink/ink3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14.24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0 253 6449 0 0,'1'-14'300'0'0,"1"-1"0"0"0,1 1 0 0 0,0-1 0 0 0,0 1 0 0 0,2 0 0 0 0,0 0 0 0 0,0 1 0 0 0,1 0 0 0 0,1 0-1 0 0,0 0 1 0 0,1 0 0 0 0,0 1 0 0 0,1 1 0 0 0,0-1 0 0 0,1 2 0 0 0,20-18 0 0 0,-29 26-170 0 0,1 1 0 0 0,0-1 0 0 0,0 1 0 0 0,0 0 0 0 0,0 0 0 0 0,0 0 0 0 0,0 0 0 0 0,0 0 0 0 0,1 0 0 0 0,-1 1 1 0 0,0-1-1 0 0,0 0 0 0 0,1 1 0 0 0,-1 0 0 0 0,0 0 0 0 0,0 0 0 0 0,1 0 0 0 0,-1 0 0 0 0,0 0 0 0 0,1 0 0 0 0,3 2 0 0 0,-4-1-26 0 0,1 1 0 0 0,0-1 0 0 0,0 1-1 0 0,0 0 1 0 0,-1 0 0 0 0,1 0 0 0 0,-1 0-1 0 0,0 0 1 0 0,0 1 0 0 0,0-1 0 0 0,0 1-1 0 0,0 0 1 0 0,3 4 0 0 0,0 4-41 0 0,0-1 0 0 0,-1 1 1 0 0,0 0-1 0 0,0 1 0 0 0,-1-1 0 0 0,-1 1 0 0 0,2 15 0 0 0,-4 29 145 0 0,-2 0 0 0 0,-3 0 0 0 0,-2-1-1 0 0,-18 69 1 0 0,-7 53 2933 0 0,32-175-3073 0 0,-1 0-1 0 0,1 1 1 0 0,0-1-1 0 0,-1 1 1 0 0,1-1-1 0 0,0 1 1 0 0,0-1-1 0 0,1 0 1 0 0,-1 1 0 0 0,1-1-1 0 0,-1 0 1 0 0,1 1-1 0 0,0-1 1 0 0,-1 0-1 0 0,1 1 1 0 0,0-1-1 0 0,1 0 1 0 0,-1 0-1 0 0,0 0 1 0 0,1 0-1 0 0,1 2 1 0 0,0-2-48 0 0,0-1 0 0 0,0 1 1 0 0,0 0-1 0 0,0-1 0 0 0,1 0 0 0 0,-1 0 0 0 0,0 0 0 0 0,1 0 0 0 0,-1 0 1 0 0,1-1-1 0 0,-1 1 0 0 0,1-1 0 0 0,-1 0 0 0 0,5 0 0 0 0,21-2 5 0 0,1-2-1 0 0,-1 0 1 0 0,57-17-1 0 0,-3 1-2188 0 0,-63 16-215 0 0,1 1-1 0 0,22-1 1 0 0,-13 4-3302 0 0</inkml:trace>
  <inkml:trace contextRef="#ctx0" brushRef="#br0" timeOffset="1">960 344 4145 0 0,'-1'0'385'0'0,"0"0"0"0"0,-1 0 0 0 0,1 0 0 0 0,-1 0 1 0 0,1 1-1 0 0,-1-1 0 0 0,1 0 0 0 0,-1 1 0 0 0,1-1 0 0 0,0 1 1 0 0,-1-1-1 0 0,1 1 0 0 0,0 0 0 0 0,-1-1 0 0 0,1 1 0 0 0,0 0 0 0 0,0 0 1 0 0,0 0-1 0 0,0 0 0 0 0,-2 2 0 0 0,2-1-22 0 0,0 0 0 0 0,0 0 0 0 0,0 0 0 0 0,0 1 0 0 0,0-1 0 0 0,0 0 1 0 0,1 0-1 0 0,0 0 0 0 0,-1 1 0 0 0,1-1 0 0 0,0 0 0 0 0,0 3 0 0 0,0 3 154 0 0,1 1 0 0 0,0-1 0 0 0,1 0-1 0 0,0 0 1 0 0,0 0 0 0 0,5 9 0 0 0,51 120 998 0 0,-16-45-6013 0 0,-34-75-2008 0 0</inkml:trace>
  <inkml:trace contextRef="#ctx0" brushRef="#br0" timeOffset="2">892 50 7370 0 0,'-3'-10'320'0'0,"2"5"80"0"0,-1 0-320 0 0,2 1-80 0 0,0 2 0 0 0,0 0 0 0 0,0 1 472 0 0,3-2 72 0 0,0-3 24 0 0,2 1 0 0 0,2 1-752 0 0,1 2-144 0 0,1 4-32 0 0,2 5-8 0 0,1 4 272 0 0,-1 4 96 0 0</inkml:trace>
</inkml:ink>
</file>

<file path=ppt/ink/ink3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14.97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154 234 6913 0 0,'12'-47'1428'0'0,"-7"29"-891"0"0,0-1 0 0 0,-1 1-1 0 0,-1-1 1 0 0,-1 0 0 0 0,0 0 0 0 0,-2-29 0 0 0,0 46-464 0 0,0 1-1 0 0,-1-1 1 0 0,1 0 0 0 0,0 1 0 0 0,0-1 0 0 0,-1 1 0 0 0,1-1 0 0 0,-1 0 0 0 0,0 1 0 0 0,1 0 0 0 0,-1-1 0 0 0,0 1 0 0 0,0-1 0 0 0,-1-1 0 0 0,1 3-38 0 0,1 0 0 0 0,-1-1 0 0 0,1 1 1 0 0,-1 0-1 0 0,1 0 0 0 0,-1 0 0 0 0,1 0 1 0 0,-1 0-1 0 0,1-1 0 0 0,-1 1 0 0 0,1 0 1 0 0,-1 0-1 0 0,1 0 0 0 0,-1 0 0 0 0,1 0 1 0 0,-1 1-1 0 0,1-1 0 0 0,-1 0 0 0 0,1 0 1 0 0,-1 0-1 0 0,1 0 0 0 0,0 0 0 0 0,-1 1 1 0 0,1-1-1 0 0,-1 0 0 0 0,1 0 0 0 0,-1 1 1 0 0,1-1-1 0 0,-1 1 0 0 0,-2 2 99 0 0,0 0-1 0 0,0 0 0 0 0,0 1 1 0 0,0-1-1 0 0,1 1 1 0 0,0 0-1 0 0,-1 0 1 0 0,-2 6-1 0 0,-10 32 306 0 0,1 1-1 0 0,2 0 1 0 0,-8 54-1 0 0,-9 140-255 0 0,22-165-58 0 0,-31 392 186 0 0,39 1-59 0 0,5-402-137 0 0,1-1 1 0 0,4 0 0 0 0,2-1-1 0 0,34 94 1 0 0,-32-114-32 0 0,3-2 0 0 0,1 0-1 0 0,2-1 1 0 0,2-1 0 0 0,1-1 0 0 0,2-1-1 0 0,44 46 1 0 0,-24-35-71 0 0,2-2 0 0 0,2-2 0 0 0,79 50 0 0 0,-80-62-985 0 0,2-2 0 0 0,58 22 0 0 0,-47-26-5030 0 0</inkml:trace>
</inkml:ink>
</file>

<file path=ppt/ink/ink3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15.34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0 11979 0 0,'3'8'285'0'0,"1"-1"0"0"0,0-1 0 0 0,0 1 0 0 0,0 0 0 0 0,10 9 1 0 0,8 14 364 0 0,8 18-46 0 0,-2 2 0 0 0,-2 1-1 0 0,-3 2 1 0 0,19 60 0 0 0,-20-36 301 0 0,-3 1 1 0 0,13 113-1 0 0,-13 167-1076 0 0,-37-7-5474 0 0,8-237-492 0 0</inkml:trace>
</inkml:ink>
</file>

<file path=ppt/ink/ink3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15.76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2 102 10594 0 0,'0'1'72'0'0,"0"1"-1"0"0,-1-1 0 0 0,1 0 0 0 0,0 1 0 0 0,-1-1 1 0 0,1 0-1 0 0,0 1 0 0 0,0-1 0 0 0,0 0 1 0 0,0 1-1 0 0,0-1 0 0 0,1 0 0 0 0,-1 1 1 0 0,0-1-1 0 0,1 0 0 0 0,-1 1 0 0 0,1-1 1 0 0,0 2-1 0 0,9 40 101 0 0,2 7 1619 0 0,3-1 1 0 0,28 68-1 0 0,-37-104-1573 0 0,0-1 0 0 0,1 1 1 0 0,0-1-1 0 0,1 0 0 0 0,0 0 0 0 0,1-1 1 0 0,0-1-1 0 0,1 1 0 0 0,0-1 1 0 0,0-1-1 0 0,1 0 0 0 0,1 0 0 0 0,23 13 1 0 0,-32-21-176 0 0,0 1 0 0 0,0-1 0 0 0,0 0 0 0 0,1 0 0 0 0,-1 0 0 0 0,0 0 0 0 0,0-1 0 0 0,1 1 0 0 0,-1-1 0 0 0,0 0 0 0 0,1 0 1 0 0,-1 0-1 0 0,0 0 0 0 0,1-1 0 0 0,-1 1 0 0 0,0-1 0 0 0,0 0 0 0 0,5-2 0 0 0,-4 1 5 0 0,1-1 0 0 0,-1 1-1 0 0,0-1 1 0 0,-1 0 0 0 0,1 0 0 0 0,0-1-1 0 0,-1 1 1 0 0,0-1 0 0 0,0 1 0 0 0,0-1 0 0 0,3-6-1 0 0,4-8 44 0 0,-2 0-1 0 0,0 0 1 0 0,-1-1 0 0 0,-1 0-1 0 0,4-20 1 0 0,-3-3 152 0 0,-1 0 1 0 0,0-62-1 0 0,-1 21-1579 0 0,6 0-4678 0 0,-6 56-809 0 0</inkml:trace>
</inkml:ink>
</file>

<file path=ppt/ink/ink3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16.15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 0 7370 0 0,'-4'66'1456'0'0,"4"0"1"0"0,9 72 0 0 0,-5-82-601 0 0,-1-14-399 0 0,-1 0 344 0 0,1 1 1 0 0,3-1-1 0 0,1-1 0 0 0,13 44 1 0 0,-14-71-1944 0 0</inkml:trace>
</inkml:ink>
</file>

<file path=ppt/ink/ink3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16.50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19 5 10594 0 0,'-4'-1'472'0'0,"2"-1"96"0"0,0 1-455 0 0,1 1-113 0 0,-1 1 0 0 0,2 1 0 0 0,-1-1 288 0 0,0 3 32 0 0,-1 3 0 0 0,0 1 8 0 0,0 5-168 0 0,2-1-40 0 0,2 0-8 0 0,2 2 0 0 0,1 1-1568 0 0,3 2-313 0 0,5 3-63 0 0,-1-2-17 0 0</inkml:trace>
  <inkml:trace contextRef="#ctx0" brushRef="#br0" timeOffset="1">355 504 4609 0 0,'17'8'1694'0'0,"-13"-6"-1284"0"0,0-1 0 0 0,0 1 0 0 0,0 0 0 0 0,-1 0 0 0 0,1 0 0 0 0,0 1 0 0 0,-1-1 0 0 0,0 1 0 0 0,0 0 0 0 0,1 0 0 0 0,-2 0 0 0 0,1 0 0 0 0,0 0 0 0 0,-1 1 0 0 0,1-1 0 0 0,1 6 1 0 0,7 17 79 0 0,-1 0 0 0 0,-1 1 0 0 0,-2 0 0 0 0,4 28 0 0 0,17 56-2027 0 0</inkml:trace>
</inkml:ink>
</file>

<file path=ppt/ink/ink3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16.91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0 288 6913 0 0,'1'-28'1513'0'0,"1"1"-1"0"0,6-32 0 0 0,-5 40-1178 0 0,2 0 0 0 0,0 0 0 0 0,1 0 0 0 0,1 1-1 0 0,1-1 1 0 0,17-27 0 0 0,-25 45-286 0 0,1 0-1 0 0,-1 0 1 0 0,1 0 0 0 0,-1 0-1 0 0,1 0 1 0 0,0 0-1 0 0,-1 1 1 0 0,1-1 0 0 0,0 0-1 0 0,-1 1 1 0 0,1-1 0 0 0,0 0-1 0 0,0 1 1 0 0,0-1 0 0 0,0 1-1 0 0,0-1 1 0 0,0 1 0 0 0,-1 0-1 0 0,1-1 1 0 0,0 1 0 0 0,0 0-1 0 0,0-1 1 0 0,0 1 0 0 0,2 0-1 0 0,-1 0 16 0 0,-1 1 0 0 0,0 0 0 0 0,0-1 0 0 0,1 1 0 0 0,-1-1 0 0 0,0 1 0 0 0,0 0 0 0 0,0 0-1 0 0,0 0 1 0 0,0 0 0 0 0,0 0 0 0 0,0 0 0 0 0,0 0 0 0 0,0 0 0 0 0,0 0 0 0 0,0 2 0 0 0,5 8 341 0 0,0 0 0 0 0,-1 0 0 0 0,5 17-1 0 0,-5-15-110 0 0,20 55-122 0 0,30 70 1383 0 0,-19-74-2955 0 0,-26-51-169 0 0,-1 0 0 0 0,19 18 0 0 0,-10-13-4262 0 0</inkml:trace>
</inkml:ink>
</file>

<file path=ppt/ink/ink3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35.51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82 11979 0 0,'3'1'311'0'0,"0"0"0"0"0,1-1 0 0 0,-1 1 0 0 0,1-1 0 0 0,-1 0 0 0 0,1 0 0 0 0,-1 0 0 0 0,1 0 0 0 0,5-2 0 0 0,2-1-65 0 0,0 0 1 0 0,-1-1 0 0 0,1-1-1 0 0,-1 1 1 0 0,0-2 0 0 0,16-10-1 0 0,33-15-2754 0 0,-54 29 2208 0 0,0 0 0 0 0,0 0 1 0 0,0 1-1 0 0,0 0 0 0 0,1 0 0 0 0,-1 0 0 0 0,0 1 0 0 0,1 0 1 0 0,-1 0-1 0 0,7 1 0 0 0,1 2 285 0 0</inkml:trace>
</inkml:ink>
</file>

<file path=ppt/ink/ink3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35.86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2 141 6449 0 0,'-2'1'689'0'0,"4"-1"-689"0"0,-1-1 0 0 0,2 0 520 0 0,1-2 88 0 0,1-1 8 0 0,5-3 8 0 0,7-3-312 0 0,5-5-64 0 0,4-3-16 0 0,1 2 0 0 0,1-1-1072 0 0,1 1-216 0 0,1 2-48 0 0,0 3-9 0 0,-5 3 865 0 0</inkml:trace>
</inkml:ink>
</file>

<file path=ppt/ink/ink3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36.19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0 184 11522 0 0,'8'-2'364'0'0,"-1"1"-1"0"0,1-1 0 0 0,-1 0 0 0 0,0-1 0 0 0,0 0 0 0 0,0 0 0 0 0,12-7 0 0 0,1 0 279 0 0,59-28 1027 0 0,78-34 15 0 0,-128 61-3853 0 0,54-11 0 0 0,-63 18-3081 0 0</inkml:trace>
</inkml:ink>
</file>

<file path=ppt/ink/ink3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42.01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 1 6913 0 0,'-1'3'380'0'0,"0"0"0"0"0,0 0 0 0 0,1 0-1 0 0,-1 0 1 0 0,1 0 0 0 0,0 0 0 0 0,0 1-1 0 0,1 4 1 0 0,-1-3 107 0 0,10 212 5860 0 0,18-2-4433 0 0,57 212-1213 0 0,39 52-113 0 0,-94-386-610 0 0,4-2 0 0 0,4-2 0 0 0,54 94 0 0 0,-72-149-218 0 0,31 37 0 0 0,31 23-412 0 0</inkml:trace>
</inkml:ink>
</file>

<file path=ppt/ink/ink3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37.70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0 10594 0 0,'7'132'7625'0'0,"9"0"-3718"0"0,34 128-6212 0 0,-32-172-1274 0 0,-8-44-3397 0 0</inkml:trace>
</inkml:ink>
</file>

<file path=ppt/ink/ink3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38.09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0 8754 0 0,'11'42'4231'0'0,"8"52"-1681"0"0,-10-45-1961 0 0,2 0 0 0 0,1-1 0 0 0,36 85 0 0 0,-43-121-651 0 0,1 0 1 0 0,1-1-1 0 0,-1 0 0 0 0,2 0 1 0 0,0 0-1 0 0,0-1 1 0 0,1 0-1 0 0,0-1 1 0 0,1 0-1 0 0,0 0 1 0 0,0-1-1 0 0,1 0 0 0 0,0-1 1 0 0,0-1-1 0 0,1 1 1 0 0,0-2-1 0 0,0 1 1 0 0,0-2-1 0 0,18 5 1 0 0,-27-8-17 0 0,1 0 0 0 0,0 0 0 0 0,0 0 0 0 0,-1-1 0 0 0,1 1 0 0 0,0-1 0 0 0,0 0 0 0 0,0 0 0 0 0,-1-1 0 0 0,1 1 0 0 0,0-1 0 0 0,0 0 0 0 0,-1 0 0 0 0,1 0 0 0 0,0 0 0 0 0,-1 0 0 0 0,1-1 0 0 0,-1 0 0 0 0,5-2 0 0 0,-5 1 101 0 0,-1 0 0 0 0,1 0-1 0 0,-1 0 1 0 0,0-1-1 0 0,0 1 1 0 0,0 0-1 0 0,0-1 1 0 0,0 1-1 0 0,-1-1 1 0 0,1 0-1 0 0,-1 0 1 0 0,0 1-1 0 0,0-1 1 0 0,-1 0 0 0 0,1 0-1 0 0,-1 0 1 0 0,0 0-1 0 0,0-6 1 0 0,-2-16 296 0 0,-1 1 1 0 0,-1-1 0 0 0,-2 1 0 0 0,0-1 0 0 0,-2 1-1 0 0,0 1 1 0 0,-2 0 0 0 0,0 0 0 0 0,-2 1-1 0 0,-1 0 1 0 0,-1 1 0 0 0,0 1 0 0 0,-19-21 0 0 0,28 36-268 0 0,-1 0 1 0 0,1 1 0 0 0,-1 0-1 0 0,0 0 1 0 0,-1 0 0 0 0,-8-4 0 0 0,13 7-196 0 0,-1 1-1 0 0,0-1 1 0 0,0 1 0 0 0,0 0 0 0 0,0 0 0 0 0,-1 0 0 0 0,1 1 0 0 0,0-1 0 0 0,0 1-1 0 0,0 0 1 0 0,-1 0 0 0 0,1 0 0 0 0,0 0 0 0 0,0 0 0 0 0,0 1 0 0 0,-1-1 0 0 0,-4 3-1 0 0</inkml:trace>
</inkml:ink>
</file>

<file path=ppt/ink/ink3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38.44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0 287 10402 0 0</inkml:trace>
  <inkml:trace contextRef="#ctx0" brushRef="#br0" timeOffset="1">476 6 2288 0 0,'-16'-6'5102'0'0,"13"33"2997"0"0,3-16-8810 0 0,-2 9 1158 0 0,2 1 1 0 0,0 0-1 0 0,1 0 1 0 0,1 0-1 0 0,1-1 1 0 0,1 1-1 0 0,8 26 1 0 0,-9-39-411 0 0,1 1 1 0 0,-1-1-1 0 0,2 0 1 0 0,-1 0-1 0 0,1-1 1 0 0,0 1-1 0 0,0-1 0 0 0,1 0 1 0 0,0-1-1 0 0,0 1 1 0 0,1-1-1 0 0,-1 0 1 0 0,2-1-1 0 0,-1 0 1 0 0,0 0-1 0 0,1 0 0 0 0,0-1 1 0 0,0 0-1 0 0,13 4 1 0 0,-15-6 36 0 0,0 0 0 0 0,1 0 1 0 0,-1-1-1 0 0,0 0 0 0 0,0 0 0 0 0,1-1 1 0 0,-1 0-1 0 0,8-1 0 0 0,-12 1-54 0 0,-1 0-1 0 0,0 0 1 0 0,1-1-1 0 0,-1 1 1 0 0,1 0-1 0 0,-1-1 1 0 0,1 0 0 0 0,-1 1-1 0 0,0-1 1 0 0,1 0-1 0 0,-1 0 1 0 0,0 0-1 0 0,0 0 1 0 0,0 0-1 0 0,0 0 1 0 0,1 0-1 0 0,-1 0 1 0 0,-1 0-1 0 0,1 0 1 0 0,0 0-1 0 0,0-1 1 0 0,0 1-1 0 0,-1 0 1 0 0,1-1-1 0 0,0 1 1 0 0,-1-1 0 0 0,0 1-1 0 0,1-1 1 0 0,-1 1-1 0 0,0-1 1 0 0,0 1-1 0 0,1-1 1 0 0,-1 1-1 0 0,0-1 1 0 0,-1 1-1 0 0,1-1 1 0 0,0 1-1 0 0,0-1 1 0 0,-1-1-1 0 0,-2-10 99 0 0,0 1 0 0 0,0-1-1 0 0,-2 1 1 0 0,1 0-1 0 0,-1 0 1 0 0,-1 1-1 0 0,0-1 1 0 0,-1 1-1 0 0,-8-11 1 0 0,-7-5-212 0 0,0 1 0 0 0,-31-27 0 0 0,49 49-90 0 0,-1 0 0 0 0,0 0 0 0 0,0 0 0 0 0,0 1 0 0 0,-6-4 0 0 0,9 6-202 0 0,-1 0-1 0 0,1 0 1 0 0,0 1 0 0 0,-1-1-1 0 0,1 0 1 0 0,-1 1-1 0 0,1 0 1 0 0,-1-1 0 0 0,-3 1-1 0 0</inkml:trace>
</inkml:ink>
</file>

<file path=ppt/ink/ink3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38.80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11 14283 0 0,'8'-10'1554'0'0,"-3"11"139"0"0,1 20 477 0 0,-5-17-2143 0 0,21 139 2190 0 0,5 22-1955 0 0,-20-136-770 0 0,1 0 0 0 0,1 0 1 0 0,19 40-1 0 0,-18-48-775 0 0</inkml:trace>
</inkml:ink>
</file>

<file path=ppt/ink/ink3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39.14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115 0 3225 0 0,'-8'22'6033'0'0,"-1"8"-3309"0"0,-11 31-379 0 0,-1-13-1039 0 0,9-25-638 0 0,2 1 1 0 0,1 0 0 0 0,1 0-1 0 0,-8 42 1 0 0,15-63-593 0 0,1 0 1 0 0,-1 0-1 0 0,1 0 0 0 0,0 0 1 0 0,0 0-1 0 0,1 0 0 0 0,-1 0 1 0 0,1 0-1 0 0,-1 0 0 0 0,1 0 1 0 0,0 0-1 0 0,0 0 0 0 0,0 0 0 0 0,1 0 1 0 0,-1 0-1 0 0,1-1 0 0 0,-1 1 1 0 0,3 2-1 0 0,-1-2 8 0 0,0 0 0 0 0,1 0 0 0 0,-1 0 0 0 0,1-1 0 0 0,-1 0 0 0 0,1 0 0 0 0,0 0 0 0 0,0 0 0 0 0,-1 0 0 0 0,1-1 0 0 0,8 2 0 0 0,5 0 91 0 0,1-1 0 0 0,0 0 0 0 0,0-2 0 0 0,35-2 0 0 0,16-6-133 0 0,54-1-235 0 0,-107 9-969 0 0,0 1 0 0 0,32 5 0 0 0,-23 1-5691 0 0</inkml:trace>
</inkml:ink>
</file>

<file path=ppt/ink/ink3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39.48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14 588 10138 0 0,'-14'9'1089'0'0,"21"-9"-146"0"0,27-11-460 0 0,102-45 1014 0 0,270-72-1 0 0,-90 61 860 0 0,366-86 182 0 0,33-7-5297 0 0,-648 147-1628 0 0,-7 5-1381 0 0</inkml:trace>
</inkml:ink>
</file>

<file path=ppt/ink/ink3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40.48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0 10594 0 0,'7'5'3658'0'0,"-6"-4"-3499"0"0,-1-1 0 0 0,0 0 0 0 0,0 1 0 0 0,0-1 0 0 0,0 1 0 0 0,0-1 0 0 0,0 1 0 0 0,8 18 502 0 0,-7-16-298 0 0,88 297 1850 0 0,-14-41-6940 0 0,-59-215 3432 0 0</inkml:trace>
</inkml:ink>
</file>

<file path=ppt/ink/ink3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40.91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17 40 6913 0 0,'-2'4'375'0'0,"0"0"0"0"0,0 0 0 0 0,1-1 0 0 0,0 1 0 0 0,-1 0-1 0 0,1 1 1 0 0,0-1 0 0 0,1 0 0 0 0,-1 0 0 0 0,1 0 0 0 0,0 8-1 0 0,-1 0 151 0 0,-1 20 388 0 0,2 0 0 0 0,0 1 0 0 0,2-1 0 0 0,11 54 0 0 0,-9-68-739 0 0,0-1 0 0 0,1 0 0 0 0,1 0 1 0 0,1 0-1 0 0,0-1 0 0 0,1 1 0 0 0,1-2 0 0 0,0 1 0 0 0,1-1 0 0 0,13 14 0 0 0,-20-26-133 0 0,0 1 0 0 0,0-1 1 0 0,1 0-1 0 0,-1 0 0 0 0,1 0 0 0 0,0-1 0 0 0,0 1 1 0 0,0-1-1 0 0,0 0 0 0 0,0 0 0 0 0,0 0 0 0 0,0 0 1 0 0,1-1-1 0 0,-1 0 0 0 0,1 0 0 0 0,-1 0 0 0 0,1-1 1 0 0,-1 1-1 0 0,1-1 0 0 0,0 0 0 0 0,-1 0 0 0 0,1-1 1 0 0,4 0-1 0 0,-4-1-8 0 0,0 0-1 0 0,0 0 1 0 0,0 0 0 0 0,0-1 0 0 0,0 1-1 0 0,0-1 1 0 0,-1 0 0 0 0,0-1 0 0 0,1 1 0 0 0,-1-1-1 0 0,-1 0 1 0 0,1 0 0 0 0,0 0 0 0 0,-1 0-1 0 0,0-1 1 0 0,0 1 0 0 0,0-1 0 0 0,-1 0 0 0 0,3-5-1 0 0,-1-3 24 0 0,0 0 1 0 0,0 0-1 0 0,-1 0 0 0 0,-1-1 0 0 0,-1 1 0 0 0,0 0 0 0 0,0-1 0 0 0,-1 1 1 0 0,-1-1-1 0 0,0 1 0 0 0,-1-1 0 0 0,-5-18 0 0 0,-3-3 62 0 0,0 1-1 0 0,-3 0 1 0 0,-23-46 0 0 0,33 74-84 0 0,-3-7-151 0 0,-1 0 0 0 0,-1 0 0 0 0,-12-17-1 0 0,18 28-48 0 0,0 0 0 0 0,1 0 0 0 0,-1 0 0 0 0,0 0 0 0 0,0 0 1 0 0,0 0-1 0 0,-1 0 0 0 0,1 0 0 0 0,0 1 0 0 0,-1-1 0 0 0,1 1 0 0 0,-1 0 0 0 0,1 0 0 0 0,-1 0 0 0 0,0 0 0 0 0,1 0 0 0 0,-1 1 0 0 0,0-1 0 0 0,0 1 0 0 0,0-1 0 0 0,1 1 0 0 0,-1 0 0 0 0,0 0 0 0 0,-5 1 0 0 0,-8 5-1476 0 0</inkml:trace>
</inkml:ink>
</file>

<file path=ppt/ink/ink3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41.31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2 17508 0 0,'1'-1'67'0'0,"0"1"-1"0"0,0 0 1 0 0,0 0 0 0 0,0 0 0 0 0,1 0 0 0 0,-1 0-1 0 0,0 0 1 0 0,0 0 0 0 0,0 0 0 0 0,0 0 0 0 0,0 0 0 0 0,0 1-1 0 0,0-1 1 0 0,0 0 0 0 0,0 1 0 0 0,0-1 0 0 0,0 1-1 0 0,0-1 1 0 0,0 1 0 0 0,0-1 0 0 0,0 1 0 0 0,0 0 0 0 0,0 0-1 0 0,0-1 1 0 0,-1 1 0 0 0,1 0 0 0 0,0 0 0 0 0,0 0-1 0 0,-1 0 1 0 0,1 0 0 0 0,0 1 0 0 0,19 35 828 0 0,-20-35-738 0 0,80 229 2130 0 0,-24-61-2418 0 0,-28-101-571 0 0,-6-25-3038 0 0</inkml:trace>
</inkml:ink>
</file>

<file path=ppt/ink/ink3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41.65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230 0 4609 0 0,'-2'2'278'0'0,"-1"-1"0"0"0,0 1-1 0 0,1-1 1 0 0,-1 1 0 0 0,1 0 0 0 0,0 0-1 0 0,0 0 1 0 0,-1 0 0 0 0,1 1 0 0 0,-2 3 0 0 0,-3 2 112 0 0,-26 27 921 0 0,2 0 0 0 0,2 2 0 0 0,1 2 0 0 0,-34 62 0 0 0,60-98-991 0 0,0 1 1 0 0,1-1-1 0 0,0 1 1 0 0,-1-1-1 0 0,1 1 1 0 0,0 0-1 0 0,1 0 1 0 0,-1-1-1 0 0,0 8 1 0 0,2-10-252 0 0,-1 0 0 0 0,0 0 1 0 0,0 0-1 0 0,1 0 0 0 0,-1-1 1 0 0,0 1-1 0 0,1 0 0 0 0,-1 0 1 0 0,1 0-1 0 0,-1 0 0 0 0,1 0 1 0 0,0 0-1 0 0,-1-1 0 0 0,1 1 1 0 0,0 0-1 0 0,0-1 0 0 0,-1 1 1 0 0,1 0-1 0 0,0-1 0 0 0,0 1 1 0 0,0-1-1 0 0,0 1 1 0 0,0-1-1 0 0,0 0 0 0 0,0 1 1 0 0,0-1-1 0 0,0 0 0 0 0,0 0 1 0 0,0 1-1 0 0,0-1 0 0 0,0 0 1 0 0,0 0-1 0 0,0 0 0 0 0,0 0 1 0 0,0 0-1 0 0,0-1 0 0 0,0 1 1 0 0,0 0-1 0 0,2-1 0 0 0,21-3 119 0 0,-1-2 0 0 0,1 0 0 0 0,28-12-1 0 0,-13 4-626 0 0,-13 6-161 0 0</inkml:trace>
</inkml:ink>
</file>

<file path=ppt/ink/ink3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42.36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 5 14283 0 0,'-2'-4'1455'0'0,"11"4"-1223"0"0,14 5-207 0 0,8 10 107 0 0,-2 0-1 0 0,0 2 1 0 0,-1 1-1 0 0,0 1 1 0 0,-2 1-1 0 0,37 36 1 0 0,-33-24 252 0 0,-1 2 0 0 0,-1 0 0 0 0,-2 2 0 0 0,32 58 0 0 0,-29-39-39 0 0,-3 2 0 0 0,-3 0 0 0 0,-2 2 0 0 0,-2 1 0 0 0,-4 0 0 0 0,-1 1 1 0 0,5 76-1 0 0,-12-31-1590 0 0,-8 139 0 0 0,-4-159 318 0 0</inkml:trace>
</inkml:ink>
</file>

<file path=ppt/ink/ink3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42.71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0 195 7370 0 0,'9'16'669'0'0,"1"-2"1"0"0,0 1 0 0 0,1-1 0 0 0,1-1 0 0 0,0 0 0 0 0,1 0 0 0 0,0-1 0 0 0,0-1 0 0 0,2 0 0 0 0,-1-1-1 0 0,1-1 1 0 0,1 0 0 0 0,-1-1 0 0 0,1-1 0 0 0,19 6 0 0 0,-32-12-484 0 0,1 1 1 0 0,-1-1 0 0 0,0-1-1 0 0,1 1 1 0 0,-1 0-1 0 0,0-1 1 0 0,1 0-1 0 0,-1 1 1 0 0,0-1 0 0 0,1-1-1 0 0,-1 1 1 0 0,1 0-1 0 0,-1-1 1 0 0,0 0 0 0 0,1 0-1 0 0,4-2 1 0 0,-6 2-88 0 0,1-1 0 0 0,0-1 0 0 0,-1 1 0 0 0,1 0 0 0 0,-1-1 0 0 0,0 1 0 0 0,1-1-1 0 0,-1 0 1 0 0,-1 0 0 0 0,1 0 0 0 0,0 0 0 0 0,-1 0 0 0 0,1 0 0 0 0,-1 0 0 0 0,0 0 0 0 0,1-4 0 0 0,5-25-45 0 0,-1 0-1 0 0,-1-1 1 0 0,-2 1-1 0 0,-2-59 1 0 0,1 5-2641 0 0,-1 58-4881 0 0</inkml:trace>
</inkml:ink>
</file>

<file path=ppt/ink/ink3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43.04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36 385 15203 0 0,'69'341'3654'0'0,"-54"-259"-5866"0"0,-14-70 310 0 0,-1-7 574 0 0,-8-17-100 0 0</inkml:trace>
  <inkml:trace contextRef="#ctx0" brushRef="#br0" timeOffset="1">7 16 13827 0 0,'-4'-6'608'0'0,"1"2"128"0"0,3 2-584 0 0,0-1-152 0 0,2 3 0 0 0,-1 0 0 0 0,0 0-160 0 0,1 0-64 0 0,1 0-16 0 0,1 0 0 0 0,1 1-184 0 0,12 14-984 0 0,-12-4 1288 0 0,-1 0 120 0 0</inkml:trace>
</inkml:ink>
</file>

<file path=ppt/ink/ink3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43.41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 4609 0 0,'16'37'669'0'0,"13"54"-1"0"0,9 21 564 0 0,-38-110-1241 0 0,1 0 0 0 0,0 0 0 0 0,0 0 1 0 0,0 0-1 0 0,0 0 0 0 0,0-1 0 0 0,0 1 1 0 0,0 0-1 0 0,0-1 0 0 0,1 1 0 0 0,-1-1 1 0 0,0 0-1 0 0,1 1 0 0 0,3 1 0 0 0,-5-3 17 0 0,1 0-1 0 0,0 0 0 0 0,-1 1 1 0 0,1-1-1 0 0,0 0 1 0 0,-1 0-1 0 0,1-1 0 0 0,0 1 1 0 0,-1 0-1 0 0,1 0 1 0 0,0 0-1 0 0,-1 0 0 0 0,1-1 1 0 0,-1 1-1 0 0,1 0 1 0 0,0 0-1 0 0,-1-1 0 0 0,1 1 1 0 0,-1 0-1 0 0,1-1 1 0 0,-1 1-1 0 0,1-1 0 0 0,-1 1 1 0 0,1-1-1 0 0,-1 1 1 0 0,1-1-1 0 0,-1 1 0 0 0,1-2 1 0 0,4-6 369 0 0,-1 0 0 0 0,0-1 0 0 0,0 1-1 0 0,4-17 1 0 0,-4 13 460 0 0,3-9 403 0 0,0 0 1006 0 0,19-40-1 0 0,-24 57-1900 0 0,1-1-1 0 0,-1 0 1 0 0,1 1 0 0 0,1 0 0 0 0,-1-1-1 0 0,0 1 1 0 0,1 1 0 0 0,0-1-1 0 0,0 0 1 0 0,0 1 0 0 0,1 0 0 0 0,-1 0-1 0 0,8-4 1 0 0,-10 6-281 0 0,0 1-1 0 0,-1 0 0 0 0,1-1 1 0 0,0 1-1 0 0,-1 0 1 0 0,1 0-1 0 0,0 0 1 0 0,-1 0-1 0 0,1 0 1 0 0,0 0-1 0 0,-1 0 1 0 0,1 1-1 0 0,0-1 1 0 0,-1 1-1 0 0,1-1 1 0 0,-1 1-1 0 0,1 0 1 0 0,-1-1-1 0 0,1 1 1 0 0,-1 0-1 0 0,1 0 1 0 0,-1 0-1 0 0,0 0 1 0 0,1 0-1 0 0,-1 0 1 0 0,0 1-1 0 0,0-1 0 0 0,0 0 1 0 0,0 1-1 0 0,0-1 1 0 0,0 1-1 0 0,0-1 1 0 0,-1 1-1 0 0,2 2 1 0 0,4 8-72 0 0,-1 0 0 0 0,-1 0-1 0 0,5 19 1 0 0,-5-19 93 0 0,45 163-2414 0 0,-36-134 1505 0 0</inkml:trace>
</inkml:ink>
</file>

<file path=ppt/ink/ink3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44.13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1 208 11522 0 0,'4'-6'562'0'0,"1"0"-1"0"0,0 0 1 0 0,1 1-1 0 0,-1 0 1 0 0,1 0-1 0 0,11-8 1 0 0,0-1 82 0 0,-9 8-374 0 0,22-21 972 0 0,66-42 0 0 0,-83 61-1658 0 0,1 1 0 0 0,-1 1 0 0 0,19-6 0 0 0,-21 9-435 0 0,0 0-1 0 0,0 1 1 0 0,0 0 0 0 0,1 1 0 0 0,11 0 0 0 0,7 2-1443 0 0</inkml:trace>
</inkml:ink>
</file>

<file path=ppt/ink/ink3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44.45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53 90 12899 0 0,'-53'61'3352'0'0,"65"-73"-2748"0"0,0 1 0 0 0,1 0-1 0 0,25-16 1 0 0,-17 12-603 0 0,-5 4-824 0 0,0 0 0 0 0,0 2-1 0 0,1 0 1 0 0,1 0 0 0 0,22-7 0 0 0,-6 6-918 0 0</inkml:trace>
</inkml:ink>
</file>

<file path=ppt/ink/ink3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45.38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217 257 6913 0 0,'-9'-70'1925'0'0,"7"43"-862"0"0,-1 0 1 0 0,-2 0-1 0 0,-1 1 1 0 0,-10-32-1 0 0,15 57-985 0 0,1 0 0 0 0,0 0-1 0 0,0 0 1 0 0,-1 0 0 0 0,1 0 0 0 0,-1 0 0 0 0,1 0 0 0 0,-1 0-1 0 0,0 0 1 0 0,1 0 0 0 0,-1 0 0 0 0,0 0 0 0 0,0 0-1 0 0,1 0 1 0 0,-1 1 0 0 0,0-1 0 0 0,0 0 0 0 0,0 1-1 0 0,0-1 1 0 0,0 0 0 0 0,0 1 0 0 0,0-1 0 0 0,0 1 0 0 0,0 0-1 0 0,-2-1 1 0 0,1 1 5 0 0,1 0-1 0 0,0 1 1 0 0,-1-1-1 0 0,1 1 1 0 0,0-1-1 0 0,-1 1 1 0 0,1 0-1 0 0,0-1 1 0 0,0 1-1 0 0,0 0 1 0 0,0 0-1 0 0,-1 0 1 0 0,1 0-1 0 0,0 0 1 0 0,0 0-1 0 0,1 0 1 0 0,-2 2-1 0 0,-4 6 187 0 0,0 0-1 0 0,0 1 0 0 0,1 0 0 0 0,-4 11 0 0 0,-8 29 279 0 0,3 1 0 0 0,-15 86 0 0 0,0 108 61 0 0,21-149-446 0 0,5 0 1 0 0,3 0 0 0 0,5 0-1 0 0,3-1 1 0 0,5 0 0 0 0,4 0-1 0 0,4-2 1 0 0,36 98 0 0 0,-49-169-166 0 0,1 0 1 0 0,1-1-1 0 0,1 0 1 0 0,1-1-1 0 0,1 0 1 0 0,0-1-1 0 0,2-1 1 0 0,20 21-1 0 0,-24-29-30 0 0,0 0 0 0 0,1 0 0 0 0,0-1 0 0 0,1-1 0 0 0,0 0 1 0 0,0-1-1 0 0,1 0 0 0 0,0-1 0 0 0,0-1 0 0 0,0 0 0 0 0,1-1 0 0 0,0 0 0 0 0,23 2 0 0 0,-20-4-594 0 0,1-2 0 0 0,-1 1 0 0 0,23-4 1 0 0,0-5-6545 0 0</inkml:trace>
</inkml:ink>
</file>

<file path=ppt/ink/ink3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45.73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 54 6449 0 0,'-8'1'11107'0'0,"64"-32"-8602"0"0,-16 15-3789 0 0,-17 8-5410 0 0</inkml:trace>
</inkml:ink>
</file>

<file path=ppt/ink/ink3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46.09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53 3 10594 0 0,'-1'0'222'0'0,"0"-1"0"0"0,0 1 0 0 0,0 0 0 0 0,-1-1-1 0 0,1 1 1 0 0,0 0 0 0 0,0 0 0 0 0,0 0 0 0 0,0 0-1 0 0,-1 0 1 0 0,1 0 0 0 0,0 0 0 0 0,0 0 0 0 0,0 0 0 0 0,0 1-1 0 0,-1-1 1 0 0,1 0 0 0 0,0 1 0 0 0,0-1 0 0 0,0 1-1 0 0,0-1 1 0 0,0 1 0 0 0,0 0 0 0 0,0-1 0 0 0,0 1-1 0 0,0 0 1 0 0,0 0 0 0 0,1 0 0 0 0,-2 1 0 0 0,-7 18 4403 0 0,6-2-4682 0 0,-1 10 365 0 0,2 1 0 0 0,0 0 0 0 0,4 36 0 0 0,15 90-200 0 0,-8-80-89 0 0,1 11-1748 0 0,38 161 0 0 0,-34-204-5450 0 0</inkml:trace>
</inkml:ink>
</file>

<file path=ppt/ink/ink3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46.47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0 13827 0 0,'11'59'2467'0'0,"-5"49"-1630"0"0,-5-56-871 0 0,11 69-1 0 0,-9-106-25 0 0,0 1 1 0 0,1-1-1 0 0,0 0 0 0 0,2-1 0 0 0,-1 1 0 0 0,2-1 0 0 0,0 0 0 0 0,17 24 1 0 0,-21-33 69 0 0,1-1 1 0 0,-1 0 0 0 0,1 0 0 0 0,1 0 0 0 0,-1 0 0 0 0,0 0 0 0 0,1-1 0 0 0,0 0 0 0 0,0 0-1 0 0,0 0 1 0 0,0-1 0 0 0,0 0 0 0 0,1 0 0 0 0,-1 0 0 0 0,8 2 0 0 0,-10-4 31 0 0,1 0 1 0 0,-1 0-1 0 0,0 0 0 0 0,1 0 1 0 0,-1 0-1 0 0,0 0 1 0 0,1-1-1 0 0,-1 0 0 0 0,0 0 1 0 0,0 0-1 0 0,1 0 1 0 0,-1 0-1 0 0,0 0 1 0 0,0-1-1 0 0,0 0 0 0 0,-1 0 1 0 0,1 1-1 0 0,0-1 1 0 0,-1-1-1 0 0,1 1 0 0 0,-1 0 1 0 0,0-1-1 0 0,1 1 1 0 0,-1-1-1 0 0,-1 0 0 0 0,1 0 1 0 0,2-3-1 0 0,2-7 66 0 0,0 0-1 0 0,-1 0 1 0 0,-1 0-1 0 0,0-1 1 0 0,-1 1-1 0 0,0-1 1 0 0,-1 0 0 0 0,0 0-1 0 0,-1 0 1 0 0,-1 0-1 0 0,0-1 1 0 0,-4-22-1 0 0,0 10-133 0 0,-2 1-1 0 0,0-1 1 0 0,-2 1-1 0 0,0 1 1 0 0,-21-41-1 0 0,26 59-165 0 0,0 0 0 0 0,-1 0 0 0 0,0 0 0 0 0,0 0-1 0 0,-1 1 1 0 0,0-1 0 0 0,0 1 0 0 0,0 0 0 0 0,-1 1 0 0 0,0-1 0 0 0,0 1-1 0 0,0 0 1 0 0,-10-5 0 0 0,1 4-5784 0 0</inkml:trace>
</inkml:ink>
</file>

<file path=ppt/ink/ink3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46.82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20 10138 0 0,'9'-19'6694'0'0,"5"28"-2143"0"0,-4 2-4861 0 0,13 14 692 0 0,-1 1 0 0 0,-2 1 1 0 0,0 1-1 0 0,-2 1 0 0 0,-2 1 1 0 0,26 60-1 0 0,-25-41-259 0 0,-1 1 1 0 0,-3 1-1 0 0,12 95 1 0 0,-19-89-421 0 0,-3 0 0 0 0,-2 1 0 0 0,-3-1 0 0 0,-2 0 0 0 0,-2 0 1 0 0,-4 0-1 0 0,-1-1 0 0 0,-34 98 0 0 0,33-123-318 0 0</inkml:trace>
</inkml:ink>
</file>

<file path=ppt/ink/ink3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47.20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3 308 11979 0 0,'-1'0'90'0'0,"1"0"1"0"0,0-1 0 0 0,0 1 0 0 0,0-1-1 0 0,-1 1 1 0 0,1-1 0 0 0,0 1 0 0 0,0-1 0 0 0,0 1-1 0 0,0-1 1 0 0,0 1 0 0 0,0-1 0 0 0,0 1-1 0 0,0-1 1 0 0,0 1 0 0 0,0-1 0 0 0,0 1-1 0 0,0-1 1 0 0,1 1 0 0 0,-1-1 0 0 0,0 1 0 0 0,0-1-1 0 0,0 1 1 0 0,1-1 0 0 0,-1 1 0 0 0,0 0-1 0 0,0-1 1 0 0,1 1 0 0 0,-1-1 0 0 0,0 1 0 0 0,1 0-1 0 0,-1-1 1 0 0,1 1 0 0 0,-1 0 0 0 0,0 0-1 0 0,1-1 1 0 0,-1 1 0 0 0,1 0 0 0 0,-1 0-1 0 0,1-1 1 0 0,-1 1 0 0 0,1 0 0 0 0,-1 0 0 0 0,1 0-1 0 0,-1 0 1 0 0,2 0 0 0 0,-1 0 75 0 0,0-1 1 0 0,1 1 0 0 0,-1 0-1 0 0,1 0 1 0 0,-1 0-1 0 0,1 0 1 0 0,-1 0-1 0 0,1 0 1 0 0,-1 1-1 0 0,1-1 1 0 0,-1 0-1 0 0,1 1 1 0 0,-1-1-1 0 0,0 1 1 0 0,1 0 0 0 0,1 0-1 0 0,7 9 233 0 0,-1 1-1 0 0,0 0 1 0 0,0 1 0 0 0,-1 0-1 0 0,-1 0 1 0 0,0 0-1 0 0,11 27 1 0 0,12 20-83 0 0,-19-39-284 0 0,2-1 1 0 0,23 28 0 0 0,-32-43-31 0 0,0 1 0 0 0,1 0 0 0 0,-1-1 0 0 0,1 0 0 0 0,1 0 0 0 0,-1-1 0 0 0,0 1 0 0 0,1-1 0 0 0,-1 0 0 0 0,1-1 0 0 0,0 1 0 0 0,0-1 0 0 0,0 0 0 0 0,7 1 0 0 0,-12-3 3 0 0,1 0 0 0 0,-1 0 1 0 0,0 0-1 0 0,0-1 0 0 0,1 1 0 0 0,-1 0 1 0 0,0 0-1 0 0,0-1 0 0 0,0 1 0 0 0,1-1 1 0 0,-1 1-1 0 0,0-1 0 0 0,0 1 0 0 0,0-1 1 0 0,0 0-1 0 0,0 0 0 0 0,0 1 0 0 0,0-1 1 0 0,0 0-1 0 0,-1 0 0 0 0,1 0 0 0 0,0 0 1 0 0,0 0-1 0 0,-1 0 0 0 0,1 0 1 0 0,-1 0-1 0 0,1 0 0 0 0,-1 0 0 0 0,1-1 1 0 0,-1 1-1 0 0,1 0 0 0 0,-1 0 0 0 0,0 0 1 0 0,0-1-1 0 0,0 1 0 0 0,0 0 0 0 0,0 0 1 0 0,0-3-1 0 0,1-8 68 0 0,-1 0 1 0 0,0-1 0 0 0,-3-12-1 0 0,2 11-39 0 0,-4-49-23 0 0,-5-137-132 0 0,10 163-682 0 0,2 1 1 0 0,2 0 0 0 0,11-53 0 0 0,-3 49-317 0 0</inkml:trace>
  <inkml:trace contextRef="#ctx0" brushRef="#br0" timeOffset="1">685 275 17508 0 0,'2'36'968'0'0,"2"-1"0"0"0,2 0 0 0 0,15 54 0 0 0,-3-13-721 0 0,1 4-3169 0 0,-19-96-1660 0 0,-5 3 4582 0 0</inkml:trace>
</inkml:ink>
</file>

<file path=ppt/ink/ink3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47.57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15 0 15203 0 0,'-5'6'672'0'0,"2"-4"145"0"0,2 0-657 0 0,-1 0-160 0 0,2 0 0 0 0,0-1 0 0 0,0 3 256 0 0,0 2 24 0 0,-1 2 0 0 0,1 6 0 0 0,-2 2-480 0 0,1 2-96 0 0,1 1-24 0 0,0 1 0 0 0,4 0 240 0 0,-1-2 80 0 0,2-1 0 0 0,0-3 0 0 0</inkml:trace>
</inkml:ink>
</file>

<file path=ppt/ink/ink3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47.93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0 2304 0 0,'7'6'735'0'0,"0"-1"-1"0"0,0 1 1 0 0,-1 1-1 0 0,0-1 1 0 0,0 1-1 0 0,-1 0 0 0 0,1 0 1 0 0,-1 1-1 0 0,-1-1 1 0 0,4 10-1 0 0,9 10 573 0 0,13 23 688 0 0,-23-35-1699 0 0,2 0 1 0 0,0 0 0 0 0,1-1 0 0 0,0 0-1 0 0,1-1 1 0 0,17 16 0 0 0,-27-29-274 0 0,-1 1 1 0 0,1-1-1 0 0,-1 1 1 0 0,1-1-1 0 0,0 0 0 0 0,0 1 1 0 0,-1-1-1 0 0,1 0 0 0 0,0 0 1 0 0,-1 1-1 0 0,1-1 0 0 0,0 0 1 0 0,0 0-1 0 0,-1 0 1 0 0,1 0-1 0 0,0 0 0 0 0,0 0 1 0 0,-1 0-1 0 0,1 0 0 0 0,0 0 1 0 0,0 0-1 0 0,-1-1 1 0 0,1 1-1 0 0,0 0 0 0 0,-1 0 1 0 0,1-1-1 0 0,0 1 0 0 0,-1 0 1 0 0,1-1-1 0 0,0 1 0 0 0,-1-1 1 0 0,1 1-1 0 0,-1-1 1 0 0,1 1-1 0 0,-1-1 0 0 0,1 1 1 0 0,-1-1-1 0 0,1 0 0 0 0,-1 1 1 0 0,1-1-1 0 0,-1 1 1 0 0,0-1-1 0 0,1 0 0 0 0,-1 0 1 0 0,0 0-1 0 0,14-40 1591 0 0,-12 34-1381 0 0,5-19 650 0 0,-3 9-280 0 0,1 0 0 0 0,10-23 1 0 0,-14 37-534 0 0,1 0 0 0 0,-1 0 1 0 0,1 0-1 0 0,0 0 0 0 0,0 0 1 0 0,0 0-1 0 0,0 1 0 0 0,0-1 1 0 0,1 0-1 0 0,-1 1 0 0 0,1 0 1 0 0,-1 0-1 0 0,1 0 0 0 0,0 0 1 0 0,0 0-1 0 0,0 0 0 0 0,0 1 1 0 0,5-2-1 0 0,-6 3-41 0 0,0-1-1 0 0,0 1 1 0 0,1 0 0 0 0,-1 0-1 0 0,0 0 1 0 0,0 1 0 0 0,0-1-1 0 0,0 0 1 0 0,1 1 0 0 0,-1 0-1 0 0,0-1 1 0 0,0 1 0 0 0,0 0-1 0 0,0 0 1 0 0,0 0 0 0 0,-1 0 0 0 0,1 1-1 0 0,0-1 1 0 0,0 0 0 0 0,2 3-1 0 0,32 39 203 0 0,-23-26-141 0 0,38 44-1651 0 0,-35-42-6327 0 0</inkml:trace>
</inkml:ink>
</file>

<file path=ppt/ink/ink3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3:48.413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294 1 12899 0 0,'-4'5'-13'0'0,"1"1"0"0"0,0 0 0 0 0,0 0 0 0 0,1 0 0 0 0,-1 0 0 0 0,1 0 0 0 0,1 1 1 0 0,-1-1-1 0 0,1 1 0 0 0,0 10 0 0 0,-5 15-301 0 0,-155 855-222 0 0,124-428 1044 0 0,36 4-40 0 0,2-296-234 0 0,-40 2335 2789 0 0,38-2489-3022 0 0,-24 2044 1380 0 0,39 0-1059 0 0,-12 366-325 0 0,-1-130 934 0 0,49-853 1710 0 0,-41-1147-2176 0 0,22 280-278 0 0,-18-492-2181 0 0</inkml:trace>
</inkml:ink>
</file>

<file path=ppt/ink/ink3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4:03.6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127 3 10138 0 0,'-1'0'-48'0'0,"0"-1"0"0"0,-1 1 0 0 0,1-1 0 0 0,-1 1 0 0 0,1 0 0 0 0,0 0-1 0 0,-1 0 1 0 0,1 0 0 0 0,-1 0 0 0 0,1 0 0 0 0,-1 0 0 0 0,1 0 0 0 0,-1 1 0 0 0,1-1 0 0 0,0 0-1 0 0,-1 1 1 0 0,1 0 0 0 0,0-1 0 0 0,-1 1 0 0 0,1 0 0 0 0,0-1 0 0 0,0 1 0 0 0,-2 1 0 0 0,1 2-440 0 0,-1-1 1 0 0,1 0-1 0 0,1 1 1 0 0,-1-1-1 0 0,0 1 1 0 0,1 0 0 0 0,-2 5-1 0 0,0 2 1044 0 0,-16 54-51 0 0,3 0 0 0 0,3 1 0 0 0,-8 124 0 0 0,16 206 956 0 0,6-328-1412 0 0,83 1210 2359 0 0,139-148-963 0 0,-111-751-1794 0 0,-56-220-4759 0 0,-52-146 1831 0 0</inkml:trace>
</inkml:ink>
</file>

<file path=ppt/ink/ink3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4:04.77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3 606 4609 0 0,'0'-1'-6'0'0,"-1"0"0"0"0,1 0-1 0 0,0 0 1 0 0,-1 0 0 0 0,1 0 0 0 0,0 0 0 0 0,0 0 0 0 0,0 0 0 0 0,0 0-1 0 0,0 0 1 0 0,0 0 0 0 0,0 0 0 0 0,0 0 0 0 0,0 0 0 0 0,0 0-1 0 0,1 0 1 0 0,-1 0 0 0 0,0 0 0 0 0,1 0 0 0 0,-1 0 0 0 0,1 0-1 0 0,-1 0 1 0 0,1 0 0 0 0,1-1 0 0 0,0 1-148 0 0,0 0-1 0 0,0 0 1 0 0,1 0 0 0 0,-1 0 0 0 0,0 0-1 0 0,1 1 1 0 0,-1-1 0 0 0,1 1-1 0 0,2-1 1 0 0,3 0 267 0 0,283-35 1648 0 0,-120 16-707 0 0,-85 10-700 0 0,343-55 416 0 0,31-21-341 0 0,-363 69-255 0 0,510-51 988 0 0,6 47-563 0 0,-555 19-597 0 0,1689 61 1785 0 0,-1414-43-1855 0 0,2-14 1 0 0,376-47-1 0 0,-196 2 274 0 0,111-13 2077 0 0,-266 1-1675 0 0,-97 13-13 0 0,-61 7 241 0 0,59-8 262 0 0,-248 41-927 0 0,0 1 0 0 0,0 0 0 0 0,1 1 0 0 0,-1 1 1 0 0,0 0-1 0 0,1 1 0 0 0,13 3 0 0 0,-22-3-94 0 0,1 0 0 0 0,-1 0-1 0 0,0 1 1 0 0,0-1 0 0 0,0 1-1 0 0,0 0 1 0 0,0 1 0 0 0,-1-1 0 0 0,1 1-1 0 0,-1 0 1 0 0,0 0 0 0 0,0 0 0 0 0,0 1-1 0 0,-1-1 1 0 0,0 1 0 0 0,1 0-1 0 0,-2 0 1 0 0,5 9 0 0 0,13 37 149 0 0,24 105 0 0 0,-23-77-209 0 0,28 137-50 0 0,23 234 0 0 0,35 163-309 0 0,168 436 243 0 0,-244-919 261 0 0,28 264-1 0 0,-56-364 23 0 0,-2 0 0 0 0,-1 0-1 0 0,-1 0 1 0 0,-9 49 0 0 0,8-71-140 0 0,1 0 0 0 0,-1 0 0 0 0,-1 0 0 0 0,0 0 0 0 0,0 0 0 0 0,0-1 0 0 0,-1 1 0 0 0,0-1 0 0 0,-1 0 0 0 0,1 0 0 0 0,-1 0 0 0 0,-1-1 0 0 0,1 0 0 0 0,-1 0 0 0 0,0 0 0 0 0,-1-1 0 0 0,1 0 0 0 0,-1 0 0 0 0,0-1 0 0 0,0 1 0 0 0,-12 4 0 0 0,-28 5-163 0 0,0-1 0 0 0,-1-3-1 0 0,-1-2 1 0 0,-53 3 0 0 0,-55 9-181 0 0,-50 26 214 0 0,-87 12 93 0 0,-920 106 17 0 0,692-90-457 0 0,-276 18-1674 0 0,136-18 1081 0 0,116-3 719 0 0,-531 65 596 0 0,513-87 310 0 0,345-32-267 0 0,-586 88 1721 0 0,672-85-1383 0 0,47-8 95 0 0,-86 25 1 0 0,167-36-728 0 0,-18 6-73 0 0,22-6-5 0 0,1-1 0 0 0,-1 0 1 0 0,1 0-1 0 0,-1 1 0 0 0,1-1 0 0 0,-1 0 0 0 0,0 1 0 0 0,1-1 0 0 0,-1 0 0 0 0,1 1 0 0 0,-1-1 0 0 0,1 1 1 0 0,0-1-1 0 0,-1 1 0 0 0,1-1 0 0 0,-1 1 0 0 0,1-1 0 0 0,0 1 0 0 0,-1-1 0 0 0,1 1 0 0 0,0-1 0 0 0,0 1 1 0 0,0 0-1 0 0,-1-1 0 0 0,1 1 0 0 0,0 0 0 0 0,0-1 0 0 0,0 2 0 0 0,2 1-455 0 0</inkml:trace>
</inkml:ink>
</file>

<file path=ppt/ink/ink3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4:05.76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191 883 5529 0 0,'-19'-11'987'0'0,"0"-1"0"0"0,1-1 0 0 0,0 0-1 0 0,1-1 1 0 0,-26-29 0 0 0,-1 1 933 0 0,31 28-1412 0 0,13 14-489 0 0,0 0 0 0 0,0 0 0 0 0,1 0 0 0 0,-1 0 0 0 0,0 0 0 0 0,0 0 0 0 0,0 0 0 0 0,0 0 0 0 0,0 0 0 0 0,0 0 0 0 0,0 0 0 0 0,0 0 0 0 0,0 0 0 0 0,0 0 0 0 0,0 0 0 0 0,0 0 0 0 0,0 0 0 0 0,0 0-1 0 0,0 0 1 0 0,0 0 0 0 0,1 0 0 0 0,-1 0 0 0 0,0 0 0 0 0,0 0 76 0 0,0 0-76 0 0,0 0 0 0 0,0 0 0 0 0,0 0 0 0 0,0 0 0 0 0,0 0 0 0 0,0 0 0 0 0,0-1 0 0 0,0 1 0 0 0,0 0 0 0 0,0 0 0 0 0,0 0 0 0 0,0 0 0 0 0,0 0 0 0 0,0 0 0 0 0,0 0 0 0 0,0 0 0 0 0,0 0 0 0 0,0 0 0 0 0,27 16 1857 0 0,-12-7-1489 0 0,21 15-346 0 0,0 2 1 0 0,61 59-1 0 0,4 3 51 0 0,-55-51 4 0 0,0 0 7 0 0,81 51 0 0 0,-113-80-74 0 0,0-1-1 0 0,1 1 0 0 0,0-2 1 0 0,0 0-1 0 0,1-1 1 0 0,-1-1-1 0 0,1 0 0 0 0,0-1 1 0 0,0-1-1 0 0,29 1 0 0 0,-43-3 22 0 0,0 0 0 0 0,0 0-1 0 0,1-1 1 0 0,-1 1-1 0 0,0 0 1 0 0,0-1 0 0 0,0 1-1 0 0,0-1 1 0 0,0 0-1 0 0,0 0 1 0 0,0 0-1 0 0,0 0 1 0 0,0 0 0 0 0,0 0-1 0 0,0-1 1 0 0,0 1-1 0 0,-1 0 1 0 0,1-1 0 0 0,-1 1-1 0 0,1-1 1 0 0,-1 0-1 0 0,1 0 1 0 0,-1 1-1 0 0,0-1 1 0 0,0 0 0 0 0,0 0-1 0 0,0 0 1 0 0,0 0-1 0 0,-1 0 1 0 0,1-1 0 0 0,0 1-1 0 0,-1 0 1 0 0,0 0-1 0 0,1 0 1 0 0,-1 0-1 0 0,0-4 1 0 0,-1-9 311 0 0,0 1-1 0 0,0-1 1 0 0,-1 1 0 0 0,-7-23-1 0 0,3 13-267 0 0,-119-431 1305 0 0,14 67-1600 0 0,79 219-2388 0 0,41 183-2407 0 0,4 19 3442 0 0,-4 5 1073 0 0,-2 6 356 0 0</inkml:trace>
</inkml:ink>
</file>

<file path=ppt/ink/ink3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4:06.09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3 153 9218 0 0,'0'1'139'0'0,"-1"0"1"0"0,1 0-1 0 0,-1 0 0 0 0,1 0 0 0 0,0 0 1 0 0,0 0-1 0 0,0 0 0 0 0,-1 1 1 0 0,1-1-1 0 0,0 0 0 0 0,0 0 0 0 0,0 0 1 0 0,1 0-1 0 0,-1 0 0 0 0,0 0 1 0 0,0 1-1 0 0,1 0 0 0 0,5 29 169 0 0,-1-11-136 0 0,0 0 0 0 0,1-1-1 0 0,2 0 1 0 0,0 0 0 0 0,0-1-1 0 0,16 23 1 0 0,-20-34-92 0 0,1-1 0 0 0,-1 1-1 0 0,1-1 1 0 0,1 0 0 0 0,-1 0 0 0 0,1-1 0 0 0,0 0-1 0 0,0 0 1 0 0,1 0 0 0 0,-1-1 0 0 0,1 1 0 0 0,0-2-1 0 0,1 1 1 0 0,-1-1 0 0 0,0 0 0 0 0,1-1 0 0 0,0 1 0 0 0,-1-2-1 0 0,10 2 1 0 0,-12-2-19 0 0,-1-1 1 0 0,0 0-1 0 0,1 0 0 0 0,-1-1 1 0 0,1 1-1 0 0,-1-1 0 0 0,0 0 0 0 0,1 0 1 0 0,-1-1-1 0 0,0 1 0 0 0,0-1 0 0 0,0 0 1 0 0,0 0-1 0 0,0 0 0 0 0,-1-1 1 0 0,1 1-1 0 0,-1-1 0 0 0,1 0 0 0 0,-1 0 1 0 0,0 0-1 0 0,0 0 0 0 0,0-1 1 0 0,0 1-1 0 0,-1-1 0 0 0,0 0 0 0 0,1 0 1 0 0,-1 1-1 0 0,-1-2 0 0 0,1 1 0 0 0,0 0 1 0 0,-1 0-1 0 0,1-5 0 0 0,1-4 21 0 0,0 0 0 0 0,-1-1 1 0 0,-1 1-1 0 0,0-1 0 0 0,-1 0 0 0 0,0 1 0 0 0,-1-1 0 0 0,-1 1 0 0 0,-3-17 0 0 0,0 12-12 0 0,0-1-1 0 0,-2 1 1 0 0,0 0-1 0 0,-16-29 0 0 0,18 39-285 0 0,0 0 0 0 0,0 1 0 0 0,0-1 0 0 0,-1 1 0 0 0,0 0-1 0 0,-1 1 1 0 0,1 0 0 0 0,-1 0 0 0 0,-1 0 0 0 0,1 1 0 0 0,-1 0-1 0 0,-9-5 1 0 0,-2 3-5337 0 0</inkml:trace>
</inkml:ink>
</file>

<file path=ppt/ink/ink3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4:06.47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1 217 8754 0 0,'3'1'115'0'0,"0"0"0"0"0,0 0 1 0 0,0 1-1 0 0,-1 0 0 0 0,1-1 0 0 0,0 1 0 0 0,-1 0 1 0 0,1 0-1 0 0,-1 0 0 0 0,0 1 0 0 0,0-1 1 0 0,4 5-1 0 0,0 0 43 0 0,42 54 832 0 0,-32-39 87 0 0,31 34 0 0 0,-42-51-977 0 0,0-1-1 0 0,0 1 0 0 0,0-1 1 0 0,1 0-1 0 0,0 0 1 0 0,-1-1-1 0 0,1 0 1 0 0,1 0-1 0 0,-1 0 0 0 0,0 0 1 0 0,11 2-1 0 0,-14-5-97 0 0,-1 1 0 0 0,0-1 0 0 0,1 0 0 0 0,-1 1 0 0 0,0-1 0 0 0,1 0-1 0 0,-1-1 1 0 0,0 1 0 0 0,1 0 0 0 0,-1-1 0 0 0,0 1 0 0 0,1-1 0 0 0,-1 0 0 0 0,0 1 0 0 0,0-1 0 0 0,0 0 0 0 0,0 0-1 0 0,0-1 1 0 0,0 1 0 0 0,0 0 0 0 0,3-4 0 0 0,-2 2 6 0 0,0 0-1 0 0,-1-1 1 0 0,0 0 0 0 0,0 0 0 0 0,0 1-1 0 0,0-1 1 0 0,0 0 0 0 0,-1 0-1 0 0,0-1 1 0 0,1 1 0 0 0,-1-5 0 0 0,2-11 26 0 0,-2 0 0 0 0,0-1 1 0 0,-4-37-1 0 0,3 56-34 0 0,-5-54 42 0 0,0 18 219 0 0,3 1 0 0 0,2-54-1 0 0,0 90-235 0 0,0 0-1 0 0,0 0 1 0 0,0-1-1 0 0,0 1 1 0 0,0 0-1 0 0,1-1 1 0 0,-1 1-1 0 0,0 0 0 0 0,1-1 1 0 0,-1 1-1 0 0,1 0 1 0 0,-1 0-1 0 0,1 0 1 0 0,-1-1-1 0 0,1 1 1 0 0,0 0-1 0 0,0 0 1 0 0,0 0-1 0 0,-1 0 1 0 0,1 0-1 0 0,0 0 0 0 0,2-1 1 0 0,-2 2 9 0 0,0 0 0 0 0,0 0 0 0 0,1 0 0 0 0,-1 0 0 0 0,0 0 0 0 0,0 0 0 0 0,0 0 1 0 0,0 1-1 0 0,0-1 0 0 0,0 0 0 0 0,0 1 0 0 0,0-1 0 0 0,0 1 0 0 0,0-1 0 0 0,0 1 0 0 0,0-1 0 0 0,0 1 0 0 0,0 0 0 0 0,0-1 0 0 0,1 2 1 0 0,7 6 257 0 0,0 1 0 0 0,-1 0 1 0 0,11 16-1 0 0,-16-22-235 0 0,2 4-76 0 0,11 16 279 0 0,2-1 0 0 0,29 29-1 0 0,-41-46-537 0 0,1 1 0 0 0,-1-1 0 0 0,1-1 0 0 0,0 1 0 0 0,0-1-1 0 0,0 0 1 0 0,0-1 0 0 0,1 0 0 0 0,-1 0 0 0 0,1 0-1 0 0,0-1 1 0 0,0 0 0 0 0,10 1 0 0 0,0-3-5334 0 0</inkml:trace>
</inkml:ink>
</file>

<file path=ppt/ink/ink3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4:06.65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 2761 0 0,'4'-3'10738'0'0,"12"36"-9362"0"0,78 154 2711 0 0,-69-145-3890 0 0,1-1 0 0 0,45 54 1 0 0,-41-61-513 0 0,0 2-144 0 0</inkml:trace>
</inkml:ink>
</file>

<file path=ppt/ink/ink3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4:06.85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7 234 9218 0 0,'-3'-1'816'0'0,"1"-2"-656"0"0,1 1-160 0 0,1 1 0 0 0,0-1 488 0 0,0-2 64 0 0,1-3 17 0 0,1-5-1 0 0,2-5-216 0 0,6-4-48 0 0,3-2-8 0 0,3 1 0 0 0,4-1-576 0 0,3 0-112 0 0,3 0-24 0 0,-1 3-8 0 0,3 3 352 0 0,-3 4 72 0 0</inkml:trace>
</inkml:ink>
</file>

<file path=ppt/ink/ink3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4:07.03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1 192 5065 0 0,'1'-4'224'0'0,"1"0"48"0"0,-1 0-272 0 0,2-1 0 0 0,0 1 0 0 0,0 0 0 0 0,3-4-464 0 0,2-4-144 0 0,7-9-32 0 0,5-6-8 0 0,1-2 504 0 0,-1 4 144 0 0,-2 0 0 0 0,-4 5 0 0 0</inkml:trace>
</inkml:ink>
</file>

<file path=ppt/ink/ink3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4:07.19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55 1376 0 0,'0'1'242'0'0,"0"1"0"0"0,0-1 0 0 0,0 1 0 0 0,0-1 0 0 0,0 0 0 0 0,1 1 0 0 0,-1-1 0 0 0,0 1-1 0 0,1-1 1 0 0,-1 0 0 0 0,1 1 0 0 0,0-1 0 0 0,-1 0 0 0 0,1 0 0 0 0,0 1 0 0 0,0-1 0 0 0,0 0 0 0 0,0 0 0 0 0,0 0 0 0 0,0 0-1 0 0,0 0 1 0 0,0 0 0 0 0,0 0 0 0 0,0-1 0 0 0,1 1 0 0 0,-1 0 0 0 0,0-1 0 0 0,1 1 0 0 0,-1 0 0 0 0,0-1 0 0 0,1 0-1 0 0,-1 1 1 0 0,1-1 0 0 0,-1 0 0 0 0,0 0 0 0 0,1 0 0 0 0,-1 0 0 0 0,1 0 0 0 0,-1 0 0 0 0,2 0 0 0 0,2-1-50 0 0,0 1 0 0 0,0-1 0 0 0,-1 0 1 0 0,1 0-1 0 0,0-1 0 0 0,-1 1 0 0 0,1-1 1 0 0,-1 0-1 0 0,1 0 0 0 0,-1-1 0 0 0,5-3 1 0 0,37-42-2371 0 0,-28 28 748 0 0</inkml:trace>
</inkml:ink>
</file>

<file path=ppt/ink/ink3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4:07.6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0 369 13363 0 0,'20'-20'1037'0'0,"95"-94"2752"0"0,70-45-2240 0 0,-101 95-2679 0 0,-69 52 86 0 0</inkml:trace>
</inkml:ink>
</file>

<file path=ppt/ink/ink3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4:07.9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42 3 7370 0 0,'-1'-1'108'0'0,"0"1"1"0"0,0 0 0 0 0,-1-1-1 0 0,1 1 1 0 0,0 0 0 0 0,0 0 0 0 0,-1 0-1 0 0,1 0 1 0 0,0 0 0 0 0,-1 0-1 0 0,1 0 1 0 0,0 0 0 0 0,-1 0 0 0 0,1 1-1 0 0,0-1 1 0 0,0 0 0 0 0,-1 1-1 0 0,1-1 1 0 0,0 1 0 0 0,0 0 0 0 0,0-1-1 0 0,0 1 1 0 0,0 0 0 0 0,0 0 0 0 0,0-1-1 0 0,0 1 1 0 0,0 0 0 0 0,0 0-1 0 0,0 0 1 0 0,0 0 0 0 0,1 0 0 0 0,-1 1-1 0 0,0-1 1 0 0,1 0 0 0 0,-1 0-1 0 0,1 0 1 0 0,-1 1 0 0 0,1-1 0 0 0,0 0-1 0 0,-1 0 1 0 0,1 1 0 0 0,0-1-1 0 0,0 0 1 0 0,0 1 0 0 0,0-1 0 0 0,0 0-1 0 0,1 2 1 0 0,-1 14 592 0 0,1 0 0 0 0,1 0-1 0 0,1-1 1 0 0,0 0 0 0 0,1 1 0 0 0,10 26 0 0 0,47 91 1080 0 0,-27-70-1139 0 0,47 68 0 0 0,-66-112-739 0 0,0 0 0 0 0,1-1 0 0 0,1 0 0 0 0,1-1 0 0 0,0-1 0 0 0,2-1 0 0 0,21 14 0 0 0,-40-29-113 0 0,1 0 0 0 0,0 0 0 0 0,0 0-1 0 0,0 0 1 0 0,-1 0 0 0 0,1 0 0 0 0,0 0 0 0 0,0 0 0 0 0,0-1 0 0 0,0 1 0 0 0,0-1-1 0 0,0 0 1 0 0,0 0 0 0 0,1 1 0 0 0,2-2 0 0 0,-5 1 69 0 0,1 0-1 0 0,-1 0 1 0 0,1 0-1 0 0,-1-1 1 0 0,0 1 0 0 0,1 0-1 0 0,-1 0 1 0 0,2-3-990 0 0,-2 3 990 0 0,0-1-1 0 0,1 1 1 0 0,-1 0 0 0 0,0-1-1 0 0,0 1 1 0 0,0-1 0 0 0,0 1-1 0 0,0 0 1 0 0,0-1 0 0 0,0 0-1 0 0,-5-20-2415 0 0,-19-28 1801 0 0,6 20 739 0 0</inkml:trace>
</inkml:ink>
</file>

<file path=ppt/ink/ink3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4:08.23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70 265 2304 0 0,'-12'-20'253'0'0,"1"1"-1"0"0,1-2 0 0 0,-9-25 0 0 0,15 35 292 0 0,1 0 0 0 0,0-1 0 0 0,0 0 1 0 0,1 1-1 0 0,1-1 0 0 0,0 0 1 0 0,1-22-1 0 0,0 32-391 0 0,0 1 0 0 0,1-1-1 0 0,-1 0 1 0 0,0 0 0 0 0,0 0 0 0 0,1 0-1 0 0,0 1 1 0 0,-1-1 0 0 0,1 0 0 0 0,0 0 0 0 0,0 1-1 0 0,-1-1 1 0 0,1 0 0 0 0,1 1 0 0 0,-1-1-1 0 0,0 1 1 0 0,0 0 0 0 0,0-1 0 0 0,1 1 0 0 0,-1 0-1 0 0,1 0 1 0 0,-1 0 0 0 0,1 0 0 0 0,0 0-1 0 0,-1 0 1 0 0,1 0 0 0 0,0 0 0 0 0,-1 1 0 0 0,1-1-1 0 0,0 0 1 0 0,0 1 0 0 0,0 0 0 0 0,-1-1 0 0 0,1 1-1 0 0,0 0 1 0 0,0 0 0 0 0,3 1 0 0 0,-2-1-79 0 0,0 1 1 0 0,0-1-1 0 0,0 1 1 0 0,0 0-1 0 0,0 0 1 0 0,0 0-1 0 0,0 0 1 0 0,0 1 0 0 0,-1-1-1 0 0,1 1 1 0 0,0 0-1 0 0,-1 0 1 0 0,1 0-1 0 0,-1 0 1 0 0,0 0-1 0 0,0 0 1 0 0,0 1 0 0 0,0-1-1 0 0,0 1 1 0 0,0 0-1 0 0,-1-1 1 0 0,2 4-1 0 0,1 5-5 0 0,0 1 0 0 0,-1-1 0 0 0,-1 1 0 0 0,0 0 0 0 0,-1 0 1 0 0,0 0-1 0 0,-1 14 0 0 0,-10 87 108 0 0,5-70-17 0 0,-1-7 14 0 0,2-19-8 0 0,1 1-1 0 0,0 18 1 0 0,3-33-57 0 0,0 1 1 0 0,0-1 0 0 0,0 1 0 0 0,1-1-1 0 0,-1 1 1 0 0,1-1 0 0 0,0 0 0 0 0,0 1-1 0 0,0-1 1 0 0,0 0 0 0 0,0 0 0 0 0,1 1-1 0 0,0-1 1 0 0,-1 0 0 0 0,1-1 0 0 0,3 5-1 0 0,-2-5 23 0 0,0 0 0 0 0,0 0 0 0 0,0 0-1 0 0,0 0 1 0 0,1 0 0 0 0,-1-1 0 0 0,0 0 0 0 0,1 1-1 0 0,0-1 1 0 0,-1 0 0 0 0,1-1 0 0 0,-1 1-1 0 0,1-1 1 0 0,0 1 0 0 0,6-1 0 0 0,7-1 140 0 0,1-1 0 0 0,17-3 0 0 0,-17 2-112 0 0,11-2-54 0 0,12 0-577 0 0,1-2 0 0 0,79-26 0 0 0,-100 24-988 0 0</inkml:trace>
</inkml:ink>
</file>

<file path=ppt/ink/ink3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4:08.4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97 9 7370 0 0,'-1'-1'73'0'0,"0"0"0"0"0,0 1 0 0 0,0-1 0 0 0,0 0 0 0 0,0 1 0 0 0,0-1 0 0 0,0 0 0 0 0,0 1 0 0 0,-1 0 0 0 0,1-1 0 0 0,0 1 0 0 0,0-1 0 0 0,0 1 0 0 0,0 0 0 0 0,-1 0 0 0 0,1 0-1 0 0,0 0 1 0 0,0 0 0 0 0,0 0 0 0 0,-1 0 0 0 0,1 0 0 0 0,0 0 0 0 0,0 1 0 0 0,0-1 0 0 0,-1 0 0 0 0,1 1 0 0 0,-2 0 0 0 0,0 1 150 0 0,0 1 0 0 0,0-1 0 0 0,0 1 0 0 0,0 0-1 0 0,1 0 1 0 0,-1 0 0 0 0,1 0 0 0 0,-2 4-1 0 0,-2 1 93 0 0,1 2 0 0 0,1-1-1 0 0,0 0 1 0 0,0 1 0 0 0,1 0-1 0 0,0 0 1 0 0,1 0-1 0 0,0 0 1 0 0,0 0 0 0 0,1 1-1 0 0,1-1 1 0 0,0 0 0 0 0,0 1-1 0 0,1-1 1 0 0,0 0-1 0 0,1 0 1 0 0,0 1 0 0 0,0-1-1 0 0,8 17 1 0 0,0-1-14 0 0,1 0 0 0 0,2-1 0 0 0,1-1 1 0 0,0 0-1 0 0,2 0 0 0 0,20 22 0 0 0,-17-26-612 0 0,31 27 1 0 0,-30-29-1287 0 0,-5-4-4778 0 0</inkml:trace>
</inkml:ink>
</file>

<file path=ppt/ink/ink3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4:08.60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5 315 6449 0 0,'-1'-4'115'0'0,"0"1"0"0"0,0-1 1 0 0,0 0-1 0 0,1 1 0 0 0,-1-1 0 0 0,1 0 0 0 0,0 1 0 0 0,0-1 0 0 0,0 0 0 0 0,1 0 0 0 0,-1 1 0 0 0,1-1 0 0 0,0 0 0 0 0,0 1 0 0 0,0-1 0 0 0,1 1 0 0 0,-1-1 0 0 0,1 1 0 0 0,2-5 0 0 0,6-8 392 0 0,0-1-1 0 0,18-20 1 0 0,-25 34-447 0 0,9-13-28 0 0,2 0 1 0 0,-1 1-1 0 0,2 1 0 0 0,0 0 0 0 0,1 1 1 0 0,0 1-1 0 0,1 1 0 0 0,0 0 0 0 0,0 1 1 0 0,2 1-1 0 0,19-8 0 0 0,-15 11-43 0 0</inkml:trace>
</inkml:ink>
</file>

<file path=ppt/ink/ink3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4:08.99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42 1214 8754 0 0,'-9'5'278'0'0,"6"-3"-173"0"0,0 0 0 0 0,1 0 0 0 0,-1-1 0 0 0,0 1 0 0 0,0-1 0 0 0,0 0 0 0 0,0 0 0 0 0,-7 2 299 0 0,13-6-173 0 0,-1 0 0 0 0,0 0 1 0 0,1 0-1 0 0,0 0 0 0 0,-1 1 1 0 0,1 0-1 0 0,3-3 1 0 0,2-1 192 0 0,103-92 2450 0 0,169-113 0 0 0,-98 79-1653 0 0,-84 58-665 0 0,255-207 539 0 0,-340 268-1084 0 0,111-99-117 0 0,160-112 1 0 0,-256 203-287 0 0,-20 14-48 0 0,1 1 0 0 0,0 0 0 0 0,0 0 1 0 0,11-5-1 0 0,-19 11 365 0 0,-1 0 1 0 0,0-1-1 0 0,1 1 1 0 0,-1 0-1 0 0,0 0 1 0 0,1 0-1 0 0,-1 0 1 0 0,0 0-1 0 0,1-1 1 0 0,-1 1 0 0 0,0 0-1 0 0,1 0 1 0 0,-1 0-1 0 0,0 0 1 0 0,1 0-1 0 0,-1 0 1 0 0,1 0-1 0 0,-1 0 1 0 0,0 0-1 0 0,1 0 1 0 0,-1 0-1 0 0,0 1 1 0 0,1-1-1 0 0,-1 0 1 0 0,0 0-1 0 0,1 0 1 0 0,-1 0-1 0 0,0 1 1 0 0,1-1-1 0 0,-1 0 1 0 0,0 0-1 0 0,1 0 1 0 0,-1 1-1 0 0,0-1 1 0 0,0 0-1 0 0,1 1 1 0 0,-1-1-1 0 0,0 0 1 0 0,0 0-1 0 0,0 1 1 0 0,1 0-1 0 0,1 11-1525 0 0</inkml:trace>
</inkml:ink>
</file>

<file path=ppt/ink/ink3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4:09.39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 14 10594 0 0,'-23'-13'6588'0'0,"32"18"-5178"0"0,5 6-1105 0 0,0-1 1 0 0,-1 2-1 0 0,0 0 1 0 0,-1 1-1 0 0,0 0 1 0 0,11 17-1 0 0,53 94 309 0 0,-57-89-1118 0 0,2-1 0 0 0,46 58 0 0 0,-63-86 123 0 0,1-1-1 0 0,0 0 0 0 0,0-1 1 0 0,1 0-1 0 0,-1 1 1 0 0,1-2-1 0 0,6 4 1 0 0,3 0-1212 0 0</inkml:trace>
</inkml:ink>
</file>

<file path=ppt/ink/ink3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4:09.7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30 370 3225 0 0,'-3'-3'33'0'0,"0"0"0"0"0,1 0-1 0 0,-1 0 1 0 0,1 0 0 0 0,0-1 0 0 0,-1 1 0 0 0,2-1 0 0 0,-1 1 0 0 0,0-1 0 0 0,1 0 0 0 0,-1 0 0 0 0,1 1 0 0 0,-1-6 0 0 0,2 0 113 0 0,-1 0 0 0 0,1 0 0 0 0,1 0 1 0 0,2-17-1 0 0,0 10 257 0 0,1 0 0 0 0,0 0-1 0 0,1 0 1 0 0,0 1 0 0 0,1-1 0 0 0,1 1 0 0 0,10-16 0 0 0,-11 22 92 0 0,0-1 0 0 0,1 1 0 0 0,1 0 1 0 0,-1 0-1 0 0,2 1 0 0 0,-1 0 0 0 0,1 0 1 0 0,0 1-1 0 0,0 0 0 0 0,1 1 1 0 0,12-6-1 0 0,-19 10-341 0 0,0 1 1 0 0,0-1-1 0 0,0 1 0 0 0,0 0 1 0 0,0 0-1 0 0,0 0 0 0 0,1 0 1 0 0,-1 0-1 0 0,0 1 0 0 0,1 0 1 0 0,-1-1-1 0 0,0 1 0 0 0,1 0 1 0 0,-1 1-1 0 0,1-1 0 0 0,-1 1 1 0 0,0-1-1 0 0,0 1 1 0 0,1 0-1 0 0,-1 0 0 0 0,0 1 1 0 0,0-1-1 0 0,0 1 0 0 0,0-1 1 0 0,0 1-1 0 0,0 0 0 0 0,-1 0 1 0 0,4 3-1 0 0,-2 0-47 0 0,1 0 0 0 0,-1 1 0 0 0,-1-1-1 0 0,1 1 1 0 0,-1 0 0 0 0,0 0 0 0 0,-1 0 0 0 0,1 1 0 0 0,-1-1-1 0 0,0 0 1 0 0,-1 1 0 0 0,0-1 0 0 0,1 10 0 0 0,0 25 82 0 0,-2-1 1 0 0,-9 74 0 0 0,4-67 323 0 0,0 72 1 0 0,5-117-465 0 0,0 1 0 0 0,0 0 0 0 0,1-1 0 0 0,-1 1 0 0 0,0-1 0 0 0,1 1 0 0 0,0 0 0 0 0,0-1 0 0 0,-1 1 0 0 0,1-1 0 0 0,1 0 0 0 0,-1 1 0 0 0,0-1 0 0 0,1 0 0 0 0,-1 0 0 0 0,1 0 0 0 0,-1 0 0 0 0,1 0 0 0 0,0 0 0 0 0,0 0 0 0 0,0 0 0 0 0,3 1 0 0 0,-1-1-23 0 0,-1-1 1 0 0,1 0 0 0 0,0 1 0 0 0,0-1 0 0 0,0-1-1 0 0,0 1 1 0 0,0-1 0 0 0,0 1 0 0 0,1-1 0 0 0,-1 0-1 0 0,0-1 1 0 0,0 1 0 0 0,7-2 0 0 0,30-7-13 0 0,-1-2 0 0 0,48-19 1 0 0,21-16-3652 0 0,-83 35 2390 0 0</inkml:trace>
</inkml:ink>
</file>

<file path=ppt/ink/ink3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4:10.06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71 7 10138 0 0,'-9'-1'1083'0'0,"-26"-4"-1574"0"0,34 5 670 0 0,0 0-1 0 0,0 0 1 0 0,0 0-1 0 0,0 0 1 0 0,-1 0-1 0 0,1 0 1 0 0,0 0-1 0 0,0 1 1 0 0,0-1-1 0 0,-1 0 1 0 0,1 1-1 0 0,0-1 1 0 0,0 1-1 0 0,0-1 1 0 0,0 1-1 0 0,0-1 1 0 0,0 1-1 0 0,0 0 1 0 0,0 0-1 0 0,0-1 0 0 0,0 1 1 0 0,1 0-1 0 0,-2 1 1 0 0,2-1 0 0 0,0 1-1 0 0,0 0 1 0 0,0-1 0 0 0,0 1-1 0 0,0-1 1 0 0,0 1 0 0 0,0-1-1 0 0,0 1 1 0 0,1-1 0 0 0,-1 1-1 0 0,1-1 1 0 0,-1 1 0 0 0,1-1-1 0 0,-1 0 1 0 0,1 1 0 0 0,0-1-1 0 0,1 2 1 0 0,19 28 439 0 0,-14-21-277 0 0,10 14-35 0 0,0 0-1 0 0,2-1 1 0 0,1-1-1 0 0,28 24 1 0 0,-37-36-633 0 0,0-1 0 0 0,1-1 1 0 0,0 0-1 0 0,0-1 0 0 0,1 0 0 0 0,0 0 0 0 0,0-2 1 0 0,0 0-1 0 0,1 0 0 0 0,27 5 0 0 0,-26-8-880 0 0</inkml:trace>
</inkml:ink>
</file>

<file path=ppt/ink/ink3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4:10.22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54 33 11522 0 0,'-17'-8'513'0'0,"8"3"95"0"0,2 1-480 0 0,1 1-128 0 0,3 2 0 0 0,2-1 0 0 0,-1 1 424 0 0,0-1 64 0 0,-1-1 16 0 0,0 1 0 0 0,3 0-440 0 0,3 2-64 0 0,4 2 0 0 0,13 2-2656 0 0,0 0-489 0 0,2-1-96 0 0</inkml:trace>
</inkml:ink>
</file>

<file path=ppt/ink/ink3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4:13.04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24 331 6913 0 0,'-7'-7'771'0'0,"6"5"-689"0"0,-1 0-1 0 0,-12-9 5625 0 0,26 19-5657 0 0,-8-4 328 0 0,164 97 3625 0 0,-30-17-3222 0 0,-130-80-738 0 0,24 14 125 0 0,59 24 0 0 0,-83-38-108 0 0,1-1 1 0 0,0-1-1 0 0,0 1 1 0 0,0-1-1 0 0,0-1 1 0 0,1 0-1 0 0,-1 0 0 0 0,0-1 1 0 0,1 0-1 0 0,-1-1 1 0 0,0 1-1 0 0,12-4 1 0 0,-18 3 0 0 0,-1 0 0 0 0,0 1 1 0 0,0-1-1 0 0,1 0 1 0 0,-1 0-1 0 0,0-1 0 0 0,0 1 1 0 0,0 0-1 0 0,0-1 1 0 0,0 1-1 0 0,-1-1 0 0 0,1 0 1 0 0,0 0-1 0 0,-1 1 1 0 0,1-1-1 0 0,-1 0 0 0 0,0 0 1 0 0,2-4-1 0 0,-1 2 33 0 0,-1 0 0 0 0,1-1 0 0 0,-1 1 0 0 0,0 0-1 0 0,-1-1 1 0 0,1 1 0 0 0,-1-1 0 0 0,0 0 0 0 0,0-5 0 0 0,-3-10 141 0 0,-1 1 0 0 0,0 0-1 0 0,-12-30 1 0 0,13 39-223 0 0,-41-115 241 0 0,-19-58-486 0 0,61 177-117 0 0,0 0 0 0 0,0 1 0 0 0,1-1 0 0 0,0 0 0 0 0,0 0 0 0 0,1 0 0 0 0,-1 0 0 0 0,1 0 0 0 0,1 0 0 0 0,1-10 0 0 0</inkml:trace>
</inkml:ink>
</file>

<file path=ppt/ink/ink3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4:13.24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10138 0 0,'3'1'-90'0'0,"-1"-1"0"0"0,1 1 1 0 0,-1 0-1 0 0,1 0 0 0 0,-1 0 0 0 0,1 0 0 0 0,-1 0 0 0 0,0 0 0 0 0,1 1 1 0 0,-1 0-1 0 0,4 3 0 0 0,25 24 29 0 0,-23-21 704 0 0,13 14 132 0 0,-2 2-1 0 0,0 0 1 0 0,-2 0 0 0 0,-1 2-1 0 0,0 0 1 0 0,-2 1 0 0 0,19 53-1 0 0,-22-57-2290 0 0</inkml:trace>
</inkml:ink>
</file>

<file path=ppt/ink/ink3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4:13.4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 7 10594 0 0,'-3'-3'944'0'0,"2"1"-751"0"0,2 2 247 0 0,-2-1-296 0 0,2 7-1585 0 0,11 16-1111 0 0,-5-10 1488 0 0,-1 4-9 0 0,0 2 881 0 0,-2 1 192 0 0</inkml:trace>
</inkml:ink>
</file>

<file path=ppt/ink/ink3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4:13.73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1 201 3225 0 0,'5'0'74'0'0,"1"1"-1"0"0,-1 0 1 0 0,0 0 0 0 0,1 1 0 0 0,-1-1 0 0 0,0 1 0 0 0,0 1 0 0 0,0-1 0 0 0,0 1 0 0 0,7 4-1 0 0,47 39 1443 0 0,-48-37-882 0 0,76 60 3116 0 0,-93-77-3553 0 0,0 1 0 0 0,0-2 0 0 0,1 1 0 0 0,0 0 0 0 0,0-1 0 0 0,1 0 0 0 0,-6-18 0 0 0,3 9 160 0 0,1-1-1 0 0,1 0 0 0 0,-6-38 1 0 0,10 50-218 0 0,0-1 0 0 0,1 1-1 0 0,0-1 1 0 0,0 1 0 0 0,1 0 0 0 0,0-1 0 0 0,0 1 0 0 0,0 0 0 0 0,1 0 0 0 0,0 0 0 0 0,1 0-1 0 0,-1 0 1 0 0,7-11 0 0 0,-6 15-89 0 0,-1 0-1 0 0,0 0 0 0 0,1 0 1 0 0,-1 1-1 0 0,1-1 0 0 0,0 1 1 0 0,0-1-1 0 0,0 1 1 0 0,0 0-1 0 0,1 0 0 0 0,-1 1 1 0 0,0-1-1 0 0,1 1 1 0 0,-1 0-1 0 0,1-1 0 0 0,-1 2 1 0 0,1-1-1 0 0,0 0 0 0 0,-1 1 1 0 0,1-1-1 0 0,0 1 1 0 0,0 0-1 0 0,-1 0 0 0 0,1 1 1 0 0,0-1-1 0 0,-1 1 1 0 0,1 0-1 0 0,0 0 0 0 0,-1 0 1 0 0,6 3-1 0 0,8 3-357 0 0,-1 0-1 0 0,0 2 0 0 0,-1 0 1 0 0,27 20-1 0 0,-22-15-5032 0 0</inkml:trace>
</inkml:ink>
</file>

<file path=ppt/ink/ink3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4:14.42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5929 17 9674 0 0,'-1'-1'-58'0'0,"-20"-14"4213"0"0,29 30-2635 0 0,52 88 941 0 0,67 122-1353 0 0,-51-85-948 0 0,6-4 0 0 0,122 151 0 0 0,-33-46-213 0 0,-138-186 71 0 0,-2 1-1 0 0,38 96 1 0 0,-66-143-14 0 0,0 0 0 0 0,0 0 0 0 0,-1 1 0 0 0,0-1 0 0 0,-1 1 0 0 0,0 0 0 0 0,0-1 0 0 0,-1 1 0 0 0,0 0 0 0 0,-1-1 0 0 0,0 1 0 0 0,-1 0 0 0 0,0-1 0 0 0,0 1 0 0 0,-1-1 0 0 0,0 0 0 0 0,-7 13 0 0 0,2-6 41 0 0,-2-2 0 0 0,0 1 0 0 0,-1-1-1 0 0,0-1 1 0 0,-1 0 0 0 0,0-1-1 0 0,-1 0 1 0 0,-27 19 0 0 0,-33 18 404 0 0,-98 48 0 0 0,17-11 29 0 0,-390 279-913 0 0,364-239 63 0 0,-55 30 150 0 0,-56 40 72 0 0,-924 592-3202 0 0,946-630 2791 0 0,-42 25 385 0 0,129-70 130 0 0,-661 429 797 0 0,288-201-500 0 0,402-253-246 0 0,-578 311 88 0 0,432-236 995 0 0,214-115-918 0 0,68-38-129 0 0,-118 61-390 0 0,114-61-231 0 0,-2-1 0 0 0,1-1 0 0 0,-1 0 0 0 0,-31 4 0 0 0,31-9-1049 0 0,-1-3-3319 0 0</inkml:trace>
</inkml:ink>
</file>

<file path=ppt/ink/ink3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4:14.77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78 9 6913 0 0,'-7'-2'135'0'0,"1"0"-34"0"0,0 1 0 0 0,0 0 0 0 0,0 0 0 0 0,0 0 0 0 0,-12 0 0 0 0,17 1-92 0 0,0 1 0 0 0,0-1 0 0 0,0 0 0 0 0,0 0 0 0 0,0 1 0 0 0,0-1 0 0 0,0 0 0 0 0,0 1 0 0 0,0-1 0 0 0,0 1 0 0 0,0-1 0 0 0,0 1 0 0 0,0 0 1 0 0,0-1-1 0 0,1 1 0 0 0,-1 0 0 0 0,0 0 0 0 0,0-1 0 0 0,1 1 0 0 0,-1 0 0 0 0,1 0 0 0 0,-1 0 0 0 0,1 0 0 0 0,-1 0 0 0 0,1 0 0 0 0,-1 0 0 0 0,1 0 0 0 0,0 0 0 0 0,0 0 0 0 0,-1 0 0 0 0,1 0 0 0 0,0 0 1 0 0,0 0-1 0 0,0 0 0 0 0,0 0 0 0 0,0 0 0 0 0,0 0 0 0 0,1 1 0 0 0,-1-1 0 0 0,0 0 0 0 0,0 0 0 0 0,1 1 0 0 0,3 9 88 0 0,1 1-1 0 0,0-2 1 0 0,0 1-1 0 0,1 0 1 0 0,0-1-1 0 0,1 0 1 0 0,0-1-1 0 0,1 1 0 0 0,13 12 1 0 0,1 3 130 0 0,631 809 4493 0 0,-396-514-3783 0 0,-77-102-674 0 0,-146-174-426 0 0,2-2 0 0 0,2-1 1 0 0,2-2-1 0 0,1-2 0 0 0,2-2 0 0 0,89 56 0 0 0,-82-66-699 0 0,75 27 0 0 0,-89-39 197 0 0</inkml:trace>
</inkml:ink>
</file>

<file path=ppt/ink/ink3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4:15.19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4103 3225 0 0,'0'-3'4'0'0,"1"0"0"0"0,-1 0 0 0 0,1 0 0 0 0,0 0 1 0 0,-1 0-1 0 0,1 1 0 0 0,0-1 0 0 0,1 0 0 0 0,-1 0 0 0 0,1 1 1 0 0,-1-1-1 0 0,1 1 0 0 0,0-1 0 0 0,2-2 0 0 0,36-31-590 0 0,-21 19 616 0 0,335-265-50 0 0,21 24 1103 0 0,31-22 783 0 0,40-20 396 0 0,-165 117-758 0 0,238-149 25 0 0,-350 226-1251 0 0,105-80 65 0 0,-34 21-214 0 0,56-24 1 0 0,686-464-194 0 0,-691 440 91 0 0,91-65 274 0 0,-276 202-183 0 0,287-190 756 0 0,-367 251-796 0 0,165-97 152 0 0,-147 90-231 0 0,2 1-1 0 0,65-21 1 0 0,-14 16 1 0 0</inkml:trace>
</inkml:ink>
</file>

<file path=ppt/ink/ink3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4:42.76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33 1 9674 0 0,'-1'0'244'0'0,"-1"0"0"0"0,1 0 0 0 0,0 0 0 0 0,-1 0 0 0 0,1 0 0 0 0,0 0 0 0 0,0 1 0 0 0,0-1 1 0 0,-1 0-1 0 0,1 1 0 0 0,0-1 0 0 0,0 1 0 0 0,0-1 0 0 0,0 1 0 0 0,0 0 0 0 0,0-1 0 0 0,0 1 0 0 0,0 0 0 0 0,0 0 0 0 0,0 0 0 0 0,0 0 0 0 0,0 0 0 0 0,-1 1 0 0 0,1 1-118 0 0,0-1 0 0 0,1 0-1 0 0,-1 0 1 0 0,0 0 0 0 0,1 1 0 0 0,0-1-1 0 0,-1 0 1 0 0,1 1 0 0 0,0-1-1 0 0,0 1 1 0 0,1 3 0 0 0,1 6-69 0 0,1 0 0 0 0,0 0 0 0 0,8 20 0 0 0,-9-28 367 0 0,29 65 421 0 0,3-2 0 0 0,60 89 1 0 0,43 83 173 0 0,-123-210-913 0 0,1 0-1 0 0,21 31 0 0 0,1-16-6402 0 0</inkml:trace>
</inkml:ink>
</file>

<file path=ppt/ink/ink3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4:43.19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24 391 1840 0 0,'-5'-13'251'0'0,"1"0"-1"0"0,0 0 1 0 0,1 0-1 0 0,-2-24 1 0 0,3 14 995 0 0,2 1 0 0 0,0 0 0 0 0,2-1 0 0 0,5-27 0 0 0,-5 42-873 0 0,0 0 0 0 0,1 1 0 0 0,0-1 0 0 0,0 1 0 0 0,1-1 0 0 0,0 1 0 0 0,0 0 1 0 0,1 1-1 0 0,0-1 0 0 0,6-6 0 0 0,-5 6-249 0 0,1 0 1 0 0,0 0-1 0 0,0 1 1 0 0,1 0 0 0 0,-1 0-1 0 0,1 1 1 0 0,0 0 0 0 0,1 0-1 0 0,-1 1 1 0 0,1 0-1 0 0,0 1 1 0 0,0-1 0 0 0,17-2-1 0 0,-23 6-101 0 0,0 0 1 0 0,0 0-1 0 0,0 0 0 0 0,0 1 0 0 0,-1-1 0 0 0,1 1 0 0 0,0 0 0 0 0,0 0 1 0 0,-1 0-1 0 0,1 0 0 0 0,0 0 0 0 0,-1 1 0 0 0,1-1 0 0 0,-1 1 1 0 0,0 0-1 0 0,1-1 0 0 0,-1 1 0 0 0,0 0 0 0 0,0 0 0 0 0,0 1 0 0 0,0-1 1 0 0,-1 0-1 0 0,1 1 0 0 0,-1-1 0 0 0,1 1 0 0 0,-1-1 0 0 0,2 6 1 0 0,3 7 110 0 0,0 1 0 0 0,-2-1 0 0 0,5 27 0 0 0,-8-38-88 0 0,3 20 46 0 0,-1-1-1 0 0,-1 1 0 0 0,-2 0 1 0 0,0 0-1 0 0,-1-1 1 0 0,-6 28-1 0 0,-37 138 153 0 0,25-120 260 0 0,17-64-416 0 0,1 1-1 0 0,0-1 1 0 0,0 0-1 0 0,0 1 0 0 0,1-1 1 0 0,0 1-1 0 0,0 5 0 0 0,1-10-53 0 0,-1 0 0 0 0,0 0-1 0 0,0 0 1 0 0,1 0-1 0 0,-1 0 1 0 0,1 0-1 0 0,-1 0 1 0 0,0-1-1 0 0,1 1 1 0 0,0 0 0 0 0,-1 0-1 0 0,1 0 1 0 0,0 0-1 0 0,-1-1 1 0 0,1 1-1 0 0,0 0 1 0 0,0-1-1 0 0,0 1 1 0 0,-1 0-1 0 0,1-1 1 0 0,0 1 0 0 0,0-1-1 0 0,0 0 1 0 0,0 1-1 0 0,0-1 1 0 0,0 0-1 0 0,0 1 1 0 0,0-1-1 0 0,0 0 1 0 0,0 0 0 0 0,0 0-1 0 0,0 0 1 0 0,0 0-1 0 0,0 0 1 0 0,0 0-1 0 0,0 0 1 0 0,0-1-1 0 0,0 1 1 0 0,0 0 0 0 0,0 0-1 0 0,0-1 1 0 0,2 0-1 0 0,30-10 441 0 0,-1-2 1 0 0,0-1-1 0 0,44-27 0 0 0,-8 4-288 0 0,8-3-125 0 0,57-26-728 0 0,-111 57-962 0 0,0 2 1 0 0,30-7 0 0 0,-30 10-4494 0 0</inkml:trace>
</inkml:ink>
</file>

<file path=ppt/ink/ink3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4:43.52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215 47 5529 0 0,'-14'-8'742'0'0,"-1"1"-1"0"0,0 1 1 0 0,0 0 0 0 0,0 1-1 0 0,0 1 1 0 0,-1 0 0 0 0,1 1-1 0 0,-26-1 1 0 0,39 4-550 0 0,0 0 1 0 0,0 0-1 0 0,1 0 0 0 0,-1 1 0 0 0,0-1 1 0 0,0 1-1 0 0,0-1 0 0 0,0 1 1 0 0,1-1-1 0 0,-1 1 0 0 0,0 0 1 0 0,0 0-1 0 0,1 0 0 0 0,-1 0 0 0 0,1 0 1 0 0,-1 0-1 0 0,1 1 0 0 0,0-1 1 0 0,-1 0-1 0 0,1 1 0 0 0,-2 2 1 0 0,1 0 0 0 0,0 0 1 0 0,0 0 0 0 0,0 0 0 0 0,1 0 0 0 0,-1 1-1 0 0,1-1 1 0 0,0 0 0 0 0,1 1 0 0 0,-1 4 0 0 0,0 6 41 0 0,1 0 0 0 0,1 0 0 0 0,0 0 0 0 0,6 24 0 0 0,1-8-102 0 0,2 0 0 0 0,1-1 0 0 0,1 0 0 0 0,1-1-1 0 0,2 0 1 0 0,1-1 0 0 0,29 37 0 0 0,-30-45-161 0 0,1-1 1 0 0,0 0-1 0 0,2-1 1 0 0,0-1-1 0 0,1-1 1 0 0,1-1-1 0 0,1 0 1 0 0,0-2-1 0 0,0 0 1 0 0,26 10-1 0 0,-36-18-492 0 0,21 8-1107 0 0,-13-10-5738 0 0</inkml:trace>
</inkml:ink>
</file>

<file path=ppt/ink/ink3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4:43.71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68 331 5985 0 0,'-2'0'-110'0'0,"-4"-2"578"0"0,-1 1 1 0 0,1-1 0 0 0,0 0 0 0 0,0 0 0 0 0,0-1 0 0 0,-7-3-1 0 0,12 5-296 0 0,-1 0-1 0 0,1 0 1 0 0,0 0-1 0 0,0 0 0 0 0,0 0 1 0 0,0 0-1 0 0,0 0 0 0 0,1 0 1 0 0,-1-1-1 0 0,0 1 0 0 0,0 0 1 0 0,1-1-1 0 0,-1 1 0 0 0,1 0 1 0 0,-1-1-1 0 0,1 1 1 0 0,-1 0-1 0 0,1-1 0 0 0,0 1 1 0 0,0-1-1 0 0,0 1 0 0 0,0-1 1 0 0,0 1-1 0 0,0-1 0 0 0,0 1 1 0 0,0 0-1 0 0,1-1 0 0 0,-1 1 1 0 0,1-1-1 0 0,-1 1 0 0 0,1 0 1 0 0,-1-1-1 0 0,1 1 1 0 0,1-2-1 0 0,2-5 171 0 0,1 0 0 0 0,0 0 0 0 0,1 1 1 0 0,0-1-1 0 0,0 1 0 0 0,1 1 0 0 0,13-12 0 0 0,60-38 573 0 0,-41 31-758 0 0,-4 0-31 0 0,48-32-529 0 0,-74 52-118 0 0,1 0 0 0 0,-1 1 1 0 0,1-1-1 0 0,0 2 0 0 0,0-1 1 0 0,0 2-1 0 0,12-3 0 0 0,-7 5 149 0 0,-4 2 331 0 0</inkml:trace>
</inkml:ink>
</file>

<file path=ppt/ink/ink3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4:44.33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58 5 3681 0 0,'-17'-2'-1165'0'0,"-17"0"6427"0"0,34 2-5152 0 0,-1 0 1 0 0,1 0 0 0 0,0 0-1 0 0,-1 0 1 0 0,1 1 0 0 0,0-1 0 0 0,-1 0-1 0 0,1 0 1 0 0,0 0 0 0 0,0 0-1 0 0,-1 1 1 0 0,1-1 0 0 0,0 0-1 0 0,-1 0 1 0 0,1 1 0 0 0,0-1-1 0 0,0 0 1 0 0,0 1 0 0 0,-1-1-1 0 0,1 0 1 0 0,0 0 0 0 0,0 1 0 0 0,0-1-1 0 0,0 0 1 0 0,-1 1 0 0 0,1-1-1 0 0,0 1 1 0 0,0-1 0 0 0,7 18 1313 0 0,299 410 2888 0 0,-301-421-4240 0 0,223 302 1864 0 0,-211-289-1828 0 0,-13-15-263 0 0,1-1 0 0 0,-1 1 0 0 0,0 0 0 0 0,0 0 0 0 0,0 0 0 0 0,-1 1 1 0 0,0-1-1 0 0,0 1 0 0 0,0 0 0 0 0,2 11 0 0 0</inkml:trace>
</inkml:ink>
</file>

<file path=ppt/ink/ink3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4:44.6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20 363 2761 0 0,'-3'-7'198'0'0,"0"0"-1"0"0,0 0 1 0 0,0 0 0 0 0,1 0 0 0 0,0 0 0 0 0,1 0 0 0 0,0 0 0 0 0,0-1 0 0 0,0 1 0 0 0,1 0 0 0 0,0-1 0 0 0,1 1 0 0 0,-1 0 0 0 0,1-1 0 0 0,1 1 0 0 0,-1 0 0 0 0,1 0-1 0 0,4-10 1 0 0,1-3 389 0 0,0 1 0 0 0,1 0 0 0 0,1 0 0 0 0,16-23 0 0 0,-20 33-215 0 0,1 1 0 0 0,0-1 0 0 0,1 2 0 0 0,0-1 0 0 0,0 1 0 0 0,0 0-1 0 0,1 0 1 0 0,0 1 0 0 0,0 0 0 0 0,19-9 0 0 0,-25 13-297 0 0,1 1 0 0 0,-1 0 0 0 0,1 0 0 0 0,0 0 0 0 0,0 1 0 0 0,-1-1 0 0 0,1 1 0 0 0,0-1 0 0 0,0 1 0 0 0,0 0 0 0 0,0 0 0 0 0,-1 0 0 0 0,1 0 0 0 0,0 1 0 0 0,0-1 0 0 0,0 1 0 0 0,-1 0 0 0 0,1 0 0 0 0,5 2 0 0 0,-5-1-24 0 0,0 1 0 0 0,1-1 0 0 0,-1 1 0 0 0,0 0-1 0 0,0 0 1 0 0,-1 0 0 0 0,1 0 0 0 0,-1 1-1 0 0,1-1 1 0 0,-1 1 0 0 0,0-1 0 0 0,2 6 0 0 0,1 6 127 0 0,0 0 0 0 0,0 0 0 0 0,-1 1 0 0 0,-1-1 1 0 0,1 32-1 0 0,-4 60 413 0 0,0 17 149 0 0,0-121-698 0 0,1 0 0 0 0,-1 0 0 0 0,1 0 1 0 0,-1 1-1 0 0,1-1 0 0 0,0 0 0 0 0,0 0 0 0 0,0 0 1 0 0,0 0-1 0 0,1 0 0 0 0,-1-1 0 0 0,1 1 0 0 0,0 0 1 0 0,0-1-1 0 0,0 1 0 0 0,0-1 0 0 0,0 1 0 0 0,0-1 1 0 0,5 3-1 0 0,-4-3 28 0 0,0-1 1 0 0,0 0 0 0 0,1 0-1 0 0,-1 0 1 0 0,0 0 0 0 0,0 0-1 0 0,1-1 1 0 0,-1 1-1 0 0,0-1 1 0 0,1 0 0 0 0,-1 0-1 0 0,0 0 1 0 0,1-1 0 0 0,-1 1-1 0 0,0-1 1 0 0,0 1-1 0 0,1-1 1 0 0,4-3 0 0 0,46-18 407 0 0,76-45-1 0 0,-50 23-2294 0 0,-52 29-190 0 0,-2-1-4400 0 0</inkml:trace>
</inkml:ink>
</file>

<file path=ppt/ink/ink3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4:44.86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 0 1376 0 0,'-1'1'234'0'0,"0"-1"0"0"0,0 1 1 0 0,1-1-1 0 0,-1 1 0 0 0,0-1 0 0 0,0 1 0 0 0,0 0 0 0 0,1-1 0 0 0,-1 1 0 0 0,0 0 0 0 0,1 0 0 0 0,-1-1 0 0 0,0 1 1 0 0,1 0-1 0 0,-1 0 0 0 0,1 0 0 0 0,-1 0 0 0 0,1 0 0 0 0,0 0 0 0 0,-1 0 0 0 0,1 0 0 0 0,0 0 0 0 0,0 0 0 0 0,0 0 1 0 0,0 0-1 0 0,0 0 0 0 0,0 0 0 0 0,0 0 0 0 0,0 0 0 0 0,0 0 0 0 0,0 0 0 0 0,1 2 0 0 0,4 41 2362 0 0,-4-41-2146 0 0,5 22 593 0 0,0-1 1 0 0,2 0-1 0 0,1 0 1 0 0,0-1-1 0 0,18 28 1 0 0,37 51-6595 0 0,-52-87 24 0 0</inkml:trace>
</inkml:ink>
</file>

<file path=ppt/ink/ink3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4:45.0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45 34 10594 0 0,'-34'-26'1182'0'0,"24"18"180"0"0,28 29-1387 0 0,26 28-2114 0 0,-28-32 1871 0 0</inkml:trace>
</inkml:ink>
</file>

<file path=ppt/ink/ink3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4:45.82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13 126 6913 0 0,'-12'-7'5895'0'0,"24"18"-4252"0"0,24 32-436 0 0,1-1 0 0 0,58 48 0 0 0,-95-90-1206 0 0,0 0 0 0 0,1 1 1 0 0,-1-1-1 0 0,0 0 0 0 0,0 0 1 0 0,0 0-1 0 0,1 0 0 0 0,-1 0 0 0 0,0 1 1 0 0,0-1-1 0 0,1 0 0 0 0,-1 0 1 0 0,0 0-1 0 0,0 0 0 0 0,1 0 0 0 0,-1 0 1 0 0,0 0-1 0 0,0 0 0 0 0,1 0 1 0 0,-1 0-1 0 0,0 0 0 0 0,1 0 1 0 0,-1 0-1 0 0,0 0 0 0 0,0 0 0 0 0,1 0 1 0 0,-1 0-1 0 0,0 0 0 0 0,0 0 1 0 0,1-1-1 0 0,-1 1 0 0 0,0 0 0 0 0,0 0 1 0 0,0 0-1 0 0,1 0 0 0 0,-1 0 1 0 0,0-1-1 0 0,0 1 0 0 0,0 0 0 0 0,1 0 1 0 0,-1 0-1 0 0,0-1 0 0 0,0 1 1 0 0,0 0-1 0 0,0-1 0 0 0,6-18 128 0 0,-3-22 223 0 0,-4-7-63 0 0,0 17-69 0 0,1 0-1 0 0,1 1 1 0 0,9-46 0 0 0,-10 75-193 0 0,0 0 0 0 0,0-1 0 0 0,0 1 1 0 0,1 0-1 0 0,-1 0 0 0 0,0 0 0 0 0,1-1 0 0 0,-1 1 0 0 0,1 0 0 0 0,0 0 0 0 0,-1 0 0 0 0,1 0 0 0 0,0 0 0 0 0,0 0 0 0 0,-1 0 0 0 0,1 0 1 0 0,0 1-1 0 0,0-1 0 0 0,0 0 0 0 0,0 0 0 0 0,0 1 0 0 0,0-1 0 0 0,0 0 0 0 0,1 1 0 0 0,-1-1 0 0 0,0 1 0 0 0,0 0 0 0 0,0-1 0 0 0,1 1 1 0 0,-1 0-1 0 0,0 0 0 0 0,0 0 0 0 0,1 0 0 0 0,-1 0 0 0 0,0 0 0 0 0,0 0 0 0 0,0 0 0 0 0,1 0 0 0 0,-1 0 0 0 0,0 1 0 0 0,0-1 0 0 0,0 0 1 0 0,1 1-1 0 0,-1-1 0 0 0,0 1 0 0 0,0 0 0 0 0,0-1 0 0 0,2 3 0 0 0,9 4 78 0 0,-1 0 0 0 0,0 1 0 0 0,18 17 0 0 0,-13-12 61 0 0,-11-8-220 0 0,1 0 1 0 0,0-1-1 0 0,0 0 1 0 0,0-1 0 0 0,0 1-1 0 0,1-1 1 0 0,0 0-1 0 0,-1-1 1 0 0,1 0 0 0 0,0 0-1 0 0,0 0 1 0 0,1-1-1 0 0,-1 0 1 0 0,0 0 0 0 0,0-1-1 0 0,0 0 1 0 0,1 0-1 0 0,-1-1 1 0 0,0 0 0 0 0,0 0-1 0 0,0-1 1 0 0,0 1-1 0 0,0-2 1 0 0,12-4 0 0 0,3-3-7238 0 0</inkml:trace>
</inkml:ink>
</file>

<file path=ppt/ink/ink3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4:47.95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83 75 5985 0 0,'-6'-8'1141'0'0,"0"0"-1"0"0,0 1 0 0 0,-1-1 0 0 0,0 1 0 0 0,0 1 1 0 0,-1-1-1 0 0,0 1 0 0 0,0 1 0 0 0,-12-7 1 0 0,45 47 1369 0 0,-2 0-2503 0 0,-1 1 1 0 0,30 66-1 0 0,-3-5 69 0 0,57 78 211 0 0,-89-152-243 0 0,1 0-1 0 0,1-1 1 0 0,1-1 0 0 0,45 37 0 0 0,-61-54 10 0 0,1-1 0 0 0,0 0-1 0 0,0 0 1 0 0,0-1 0 0 0,0 1 0 0 0,0-1 0 0 0,6 2 0 0 0,-10-4-17 0 0,0 0 0 0 0,1 1 0 0 0,-1-1 0 0 0,0 0 0 0 0,0 0 0 0 0,0 0 0 0 0,0 0 0 0 0,0 0 0 0 0,0 0 0 0 0,0 0 0 0 0,0 0 0 0 0,0 0 0 0 0,0-1 0 0 0,0 1 0 0 0,0 0 0 0 0,0-1 0 0 0,0 1 0 0 0,0-1 0 0 0,0 1 0 0 0,0-1 0 0 0,0 1 0 0 0,0-1 0 0 0,0 1 0 0 0,0-1 0 0 0,-1 0 0 0 0,1 0 0 0 0,0 0 0 0 0,0 1 0 0 0,-1-1 0 0 0,1 0 0 0 0,-1 0 0 0 0,1 0 0 0 0,-1 0 0 0 0,1 0 0 0 0,-1 0 0 0 0,1 0 0 0 0,-1 0 0 0 0,0 0 0 0 0,0 0 0 0 0,1 0 0 0 0,-1 0 0 0 0,0 0 0 0 0,0-2 0 0 0,3-47 378 0 0,-3 0 1 0 0,-2 0-1 0 0,-11-76 1 0 0,5 72-687 0 0,3 0 1 0 0,3-90 0 0 0,12 98-2100 0 0</inkml:trace>
</inkml:ink>
</file>

<file path=ppt/ink/ink3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4:48.2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6913 0 0,'1'0'62'0'0,"-1"0"-1"0"0,1 0 0 0 0,0 0 0 0 0,0 0 1 0 0,0 1-1 0 0,-1-1 0 0 0,1 0 0 0 0,0 0 1 0 0,0 1-1 0 0,-1-1 0 0 0,1 1 0 0 0,0-1 1 0 0,0 1-1 0 0,-1-1 0 0 0,1 1 0 0 0,-1-1 0 0 0,1 1 1 0 0,0-1-1 0 0,-1 1 0 0 0,1 0 0 0 0,-1-1 1 0 0,0 1-1 0 0,1 0 0 0 0,0 1 0 0 0,6 26 1411 0 0,-9 41 1467 0 0,1-55-2006 0 0,1-11-788 0 0,-1 19 659 0 0,0 1-1 0 0,2-1 1 0 0,0 1 0 0 0,6 28 0 0 0,-6-47-741 0 0,-1 1-1 0 0,1-1 1 0 0,1 1 0 0 0,-1-1 0 0 0,1 0 0 0 0,0 1-1 0 0,0-1 1 0 0,0 0 0 0 0,0 0 0 0 0,0-1 0 0 0,1 1 0 0 0,0 0-1 0 0,0-1 1 0 0,0 1 0 0 0,0-1 0 0 0,1 0 0 0 0,-1 0 0 0 0,1-1-1 0 0,0 1 1 0 0,0-1 0 0 0,0 1 0 0 0,0-1 0 0 0,0 0-1 0 0,0-1 1 0 0,0 1 0 0 0,1-1 0 0 0,-1 0 0 0 0,7 1 0 0 0,-9-2-19 0 0,0 1 1 0 0,0-1 0 0 0,0 0 0 0 0,0 0 0 0 0,1 0-1 0 0,-1 0 1 0 0,0 0 0 0 0,0-1 0 0 0,0 1 0 0 0,0 0 0 0 0,0-1-1 0 0,0 0 1 0 0,0 0 0 0 0,0 1 0 0 0,0-1 0 0 0,0 0-1 0 0,-1 0 1 0 0,1-1 0 0 0,0 1 0 0 0,0 0 0 0 0,2-3 0 0 0,-3 2 6 0 0,1-1 0 0 0,-1 0 1 0 0,1 1-1 0 0,-1-1 1 0 0,0 0-1 0 0,0 0 1 0 0,0 0-1 0 0,0 0 1 0 0,-1 0-1 0 0,1 1 1 0 0,-1-1-1 0 0,0 0 1 0 0,0-5-1 0 0,0-4 35 0 0,-1 0 1 0 0,-1 1-1 0 0,0-1 1 0 0,-1 0-1 0 0,0 1 0 0 0,-7-17 1 0 0,3 12 98 0 0,-1 0 1 0 0,-1 0 0 0 0,-19-27-1 0 0,22 36-474 0 0,1 1 0 0 0,-2-1 0 0 0,1 1-1 0 0,-1 0 1 0 0,-8-6 0 0 0,11 9-663 0 0,-1 1-1 0 0,0-1 1 0 0,0 1 0 0 0,0 0-1 0 0,-7-3 1 0 0</inkml:trace>
</inkml:ink>
</file>

<file path=ppt/ink/ink3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4:48.61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4 3225 0 0,'0'0'129'0'0,"0"0"0"0"0,1-1 0 0 0,-1 1 1 0 0,1 0-1 0 0,-1-1 0 0 0,0 1 0 0 0,1 0 0 0 0,-1 0 1 0 0,1-1-1 0 0,-1 1 0 0 0,1 0 0 0 0,-1 0 0 0 0,1 0 1 0 0,-1 0-1 0 0,1 0 0 0 0,-1 0 0 0 0,1-1 1 0 0,-1 1-1 0 0,1 0 0 0 0,-1 1 0 0 0,1-1 0 0 0,-1 0 1 0 0,1 0-1 0 0,-1 0 0 0 0,1 0 0 0 0,-1 0 0 0 0,1 0 1 0 0,-1 1-1 0 0,1-1 0 0 0,-1 0 0 0 0,1 1 0 0 0,5 16 3395 0 0,-10 26 245 0 0,4-41-3718 0 0,-4 21 272 0 0,1-5 392 0 0,1 0-1 0 0,-1 34 1 0 0,3-46-617 0 0,1-1 0 0 0,0 1 0 0 0,0-1-1 0 0,0 1 1 0 0,0-1 0 0 0,1 1 0 0 0,0-1 0 0 0,0 0 0 0 0,0 1 0 0 0,1-1-1 0 0,0 0 1 0 0,0-1 0 0 0,6 8 0 0 0,-7-8-213 0 0,1-1-1 0 0,1 1 1 0 0,-1-1 0 0 0,0 0 0 0 0,1 0 0 0 0,0 0-1 0 0,-1 0 1 0 0,1-1 0 0 0,0 0 0 0 0,7 3-1 0 0,-10-4 69 0 0,0-1-1 0 0,0 0 0 0 0,0 0 1 0 0,0 0-1 0 0,0 0 0 0 0,0 0 0 0 0,0 0 1 0 0,0 0-1 0 0,0 0 0 0 0,0 0 1 0 0,1 0-1 0 0,-1-1 0 0 0,0 1 1 0 0,0 0-1 0 0,0-1 0 0 0,0 1 0 0 0,0-1 1 0 0,1 0-1 0 0,0-1 8 0 0,0 1-1 0 0,0-1 1 0 0,-1 0-1 0 0,1 0 1 0 0,-1 0-1 0 0,1 0 1 0 0,-1 0-1 0 0,0 0 1 0 0,0 0 0 0 0,0 0-1 0 0,1-4 1 0 0,18-61-718 0 0,-17 54 789 0 0,0 1-1 0 0,0-1 0 0 0,1 0 0 0 0,1 1 0 0 0,0 0 1 0 0,1 0-1 0 0,0 1 0 0 0,12-18 0 0 0,-17 28-8 0 0,-1 1 0 0 0,0-1 1 0 0,1 1-1 0 0,-1-1 0 0 0,1 1 0 0 0,-1-1 0 0 0,0 1 0 0 0,1 0 0 0 0,-1-1 0 0 0,1 1 0 0 0,-1 0 0 0 0,1-1 0 0 0,0 1 0 0 0,-1 0 0 0 0,1 0 0 0 0,-1-1 1 0 0,1 1-1 0 0,-1 0 0 0 0,1 0 0 0 0,0 0 0 0 0,-1 0 0 0 0,1 0 0 0 0,-1 0 0 0 0,1 0 0 0 0,0 0 0 0 0,-1 0 0 0 0,1 0 0 0 0,-1 0 0 0 0,2 0 1 0 0,-1 1 23 0 0,0 0 1 0 0,0 0 0 0 0,0 0-1 0 0,0 0 1 0 0,0 0 0 0 0,0 0 0 0 0,0 0-1 0 0,-1 0 1 0 0,1 0 0 0 0,0 0-1 0 0,0 0 1 0 0,-1 0 0 0 0,1 2 0 0 0,13 46 903 0 0,-12-41-848 0 0,2 10-364 0 0,2 1-196 0 0</inkml:trace>
</inkml:ink>
</file>

<file path=ppt/ink/ink3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4:48.8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6913 0 0,'1'25'2570'0'0,"6"25"719"0"0,21 84-1 0 0,-15-92-2983 0 0,2 0-1 0 0,1 0 0 0 0,3-1 1 0 0,30 49-1 0 0,-31-61-796 0 0,1-1-194 0 0</inkml:trace>
</inkml:ink>
</file>

<file path=ppt/ink/ink3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4:49.00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1 213 7370 0 0,'0'-4'117'0'0,"1"1"0"0"0,0-1 0 0 0,0 1 0 0 0,0 0 0 0 0,0-1 0 0 0,1 1 0 0 0,-1 0 0 0 0,1 0 0 0 0,0 0 0 0 0,0 0 0 0 0,0 0 0 0 0,3-3 0 0 0,34-36 919 0 0,-28 31-726 0 0,-1 1-10 0 0,1 0 0 0 0,0 0 0 0 0,1 1 0 0 0,0 1 0 0 0,1 0 0 0 0,-1 1 0 0 0,1 0 0 0 0,15-5 0 0 0,40-8-1088 0 0,7 9-3858 0 0,-53 9 2736 0 0</inkml:trace>
</inkml:ink>
</file>

<file path=ppt/ink/ink3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4:49.18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 70 6449 0 0,'-13'8'1075'0'0,"29"-11"-446"0"0,29-13-308 0 0,87-37-308 0 0,-116 48-26 0 0</inkml:trace>
</inkml:ink>
</file>

<file path=ppt/ink/ink3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4:49.3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27 43 4177 0 0,'-3'4'204'0'0,"-1"0"1"0"0,1 1 0 0 0,-1-1-1 0 0,1 1 1 0 0,1-1-1 0 0,-3 6 1 0 0,4-9-9 0 0,1 0-1 0 0,0 0 1 0 0,-1 0 0 0 0,1-1 0 0 0,0 1-1 0 0,0 0 1 0 0,-1 0 0 0 0,1 0 0 0 0,0 0-1 0 0,0 0 1 0 0,0 0 0 0 0,0-1-1 0 0,0 1 1 0 0,1 0 0 0 0,-1 0 0 0 0,0 0-1 0 0,0 0 1 0 0,0 0 0 0 0,1 1 0 0 0,0-2 39 0 0,0 1 1 0 0,0 0 0 0 0,0-1 0 0 0,-1 1 0 0 0,1 0-1 0 0,0-1 1 0 0,0 1 0 0 0,0-1 0 0 0,0 0 0 0 0,0 1-1 0 0,0-1 1 0 0,0 0 0 0 0,0 0 0 0 0,0 1 0 0 0,0-1-1 0 0,0 0 1 0 0,0 0 0 0 0,1 0 0 0 0,-1 0 0 0 0,0 0-1 0 0,1-1 1 0 0,6 0 91 0 0,-1 0 0 0 0,1-1 0 0 0,-1 0 0 0 0,0 0 0 0 0,0-1 0 0 0,0 0 0 0 0,0 0 0 0 0,8-5 0 0 0,53-38-1358 0 0,-53 35 974 0 0,15-11-89 0 0</inkml:trace>
</inkml:ink>
</file>

<file path=ppt/ink/ink3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4:51.11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184 216 5529 0 0,'-6'-4'622'0'0,"0"0"-1"0"0,0 1 0 0 0,-1-1 1 0 0,1 1-1 0 0,-1 0 1 0 0,0 1-1 0 0,1 0 0 0 0,-1 0 1 0 0,0 0-1 0 0,-1 1 0 0 0,1 0 1 0 0,0 0-1 0 0,0 0 1 0 0,0 1-1 0 0,-1 1 0 0 0,-8 0 1 0 0,8 0 112 0 0,0 1 1 0 0,-1-1 0 0 0,1 1-1 0 0,1 1 1 0 0,-12 4-1 0 0,27-7 101 0 0,481-156 566 0 0,-457 144-1276 0 0,4 0 25 0 0,40-9 0 0 0,-99 29-2053 0 0</inkml:trace>
</inkml:ink>
</file>

<file path=ppt/ink/ink3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4:51.9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26 87 7834 0 0,'-1'0'29'0'0,"-1"-6"1087"0"0,0 1-1 0 0,0 0 1 0 0,-1-1 0 0 0,1 1 0 0 0,-2 0-1 0 0,1 1 1 0 0,-4-6 0 0 0,16 18 1888 0 0,-7-7-2821 0 0,0 0 0 0 0,-1 0 0 0 0,1 0 0 0 0,0 0 0 0 0,-1 1 0 0 0,1-1-1 0 0,-1 1 1 0 0,0-1 0 0 0,1 1 0 0 0,-1-1 0 0 0,0 1 0 0 0,0 0 0 0 0,0 0-1 0 0,0-1 1 0 0,0 1 0 0 0,-1 0 0 0 0,2 2 0 0 0,-2-3-91 0 0,-1-10 253 0 0,16-23-206 0 0,-16 29-86 0 0,-4-21 91 0 0,10 15-54 0 0,-4 8-87 0 0,0 1 1 0 0,0 0-1 0 0,0 0 0 0 0,0 0 1 0 0,0 0-1 0 0,1 0 0 0 0,-1 0 1 0 0,0 0-1 0 0,0 0 0 0 0,0 0 1 0 0,0 0-1 0 0,1 1 0 0 0,-1-1 0 0 0,0 1 1 0 0,1 0-1 0 0,3 0-15 0 0,-3 0 12 0 0,1 0 0 0 0,-1 0 0 0 0,0 0 0 0 0,0 1 0 0 0,0-1 0 0 0,0 0 0 0 0,-1 1 0 0 0,1-1 0 0 0,0 1 0 0 0,-1 0 0 0 0,1-1 0 0 0,-1 1 0 0 0,1 0 0 0 0,-1 0 0 0 0,0 0 0 0 0,0 0 0 0 0,2 4 0 0 0,14 40 0 0 0,-16-42 0 0 0,60 250 0 0 0,18 54 0 0 0,-71-285 0 0 0,35 90 0 0 0,-37-98 0 0 0,2-1 0 0 0,-1 0 0 0 0,2 0 0 0 0,0-1 0 0 0,15 18 0 0 0,-22-29-125 0 0,0 0-1 0 0,0 0 1 0 0,1 0-1 0 0,-1-1 1 0 0,0 1 0 0 0,1 0-1 0 0,-1-1 1 0 0,1 0-1 0 0,-1 1 1 0 0,1-1-1 0 0,0 0 1 0 0,-1 0 0 0 0,1-1-1 0 0,0 1 1 0 0,0 0-1 0 0,0-1 1 0 0,0 0-1 0 0,3 0 1 0 0</inkml:trace>
</inkml:ink>
</file>

<file path=ppt/ink/ink3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4:52.63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68 230 3425 0 0,'-2'-14'643'0'0,"0"-1"1"0"0,-8-22-1 0 0,9 32 374 0 0,-1 0 1 0 0,-1 0-1 0 0,1 1 1 0 0,-1-1-1 0 0,1 0 1 0 0,-5-4-1 0 0,6 8-923 0 0,1 1 0 0 0,0 0-1 0 0,0 0 1 0 0,0 0-1 0 0,-1-1 1 0 0,1 1-1 0 0,0 0 1 0 0,0 0 0 0 0,-1 0-1 0 0,1 0 1 0 0,0-1-1 0 0,0 1 1 0 0,-1 0 0 0 0,1 0-1 0 0,0 0 1 0 0,-1 0-1 0 0,1 0 1 0 0,0 0-1 0 0,-1 0 1 0 0,1 0 0 0 0,0 0-1 0 0,0 0 1 0 0,-1 0-1 0 0,1 0 1 0 0,0 0 0 0 0,-1 0-1 0 0,1 0 1 0 0,0 0-1 0 0,-1 0 1 0 0,1 0-1 0 0,0 1 1 0 0,0-1 0 0 0,-1 0-1 0 0,1 0 1 0 0,0 0-1 0 0,0 0 1 0 0,-1 1 0 0 0,1-1-1 0 0,0 0 1 0 0,0 0-1 0 0,0 1 1 0 0,-1-1-1 0 0,1 0 1 0 0,0 0 0 0 0,0 1-1 0 0,0-1 1 0 0,0 0-1 0 0,-1 0 1 0 0,1 1 0 0 0,0-1-1 0 0,0 0 1 0 0,0 1-1 0 0,0-1 1 0 0,0 0-1 0 0,0 0 1 0 0,0 1 0 0 0,0-1-1 0 0,-6 22 827 0 0,6-19-574 0 0,-5 21-16 0 0,1 0 0 0 0,1 0 1 0 0,2 1-1 0 0,0 0 1 0 0,1-1-1 0 0,2 1 0 0 0,1-1 1 0 0,0 0-1 0 0,12 40 0 0 0,-11-52-319 0 0,0 0 0 0 0,1 0 0 0 0,0 0 0 0 0,1 0 0 0 0,0-1-1 0 0,1 0 1 0 0,0-1 0 0 0,1 1 0 0 0,0-1 0 0 0,0-1 0 0 0,1 1 0 0 0,0-2-1 0 0,1 1 1 0 0,0-1 0 0 0,1-1 0 0 0,-1 0 0 0 0,1 0 0 0 0,1-1-1 0 0,-1 0 1 0 0,15 4 0 0 0,-23-8-4 0 0,0-1-1 0 0,0 0 1 0 0,1 0-1 0 0,-1-1 1 0 0,0 1-1 0 0,0 0 1 0 0,0-1-1 0 0,1 0 1 0 0,-1 0-1 0 0,0 0 0 0 0,0 0 1 0 0,1-1-1 0 0,-1 1 1 0 0,0-1-1 0 0,0 0 1 0 0,0 0-1 0 0,0 0 1 0 0,0 0-1 0 0,0 0 1 0 0,0-1-1 0 0,0 1 1 0 0,0-1-1 0 0,0 0 1 0 0,-1 0-1 0 0,1 0 1 0 0,-1 0-1 0 0,0 0 1 0 0,1-1-1 0 0,-1 1 1 0 0,0-1-1 0 0,0 1 1 0 0,-1-1-1 0 0,1 0 1 0 0,0 0-1 0 0,-1 0 1 0 0,0 0-1 0 0,1 0 1 0 0,-1 0-1 0 0,1-5 1 0 0,1-4-2 0 0,-1 0 1 0 0,0 0 0 0 0,0 0-1 0 0,-1 0 1 0 0,-1 0 0 0 0,0 0-1 0 0,-1 0 1 0 0,0 0 0 0 0,-4-19-1 0 0,1 18-3 0 0,-1-1 0 0 0,0 1 0 0 0,0 0 0 0 0,-1 0 0 0 0,-1 0 0 0 0,-15-21 0 0 0,-3 3-4 0 0,-32-32 1 0 0,41 46 1 0 0,13 15-6 0 0,1-1 1 0 0,-1 0 0 0 0,1 0-1 0 0,0 0 1 0 0,0 0-1 0 0,0 0 1 0 0,0-1-1 0 0,0 1 1 0 0,1 0 0 0 0,-1-1-1 0 0,1 1 1 0 0,0-1-1 0 0,0 0 1 0 0,0 0-1 0 0,1 1 1 0 0,-1-1-1 0 0,1 0 1 0 0,0 0 0 0 0,0 1-1 0 0,0-1 1 0 0,1 0-1 0 0,-1 0 1 0 0,1 1-1 0 0,1-6 1 0 0,1 3-10 0 0,0 0 0 0 0,0 0 1 0 0,0 0-1 0 0,1 1 0 0 0,0-1 0 0 0,0 1 0 0 0,0 0 1 0 0,1 0-1 0 0,0 0 0 0 0,0 1 0 0 0,0-1 1 0 0,12-6-1 0 0,-6 4-58 0 0,2-1-1 0 0,-1 2 1 0 0,1 0 0 0 0,0 0-1 0 0,0 1 1 0 0,0 1 0 0 0,1 0-1 0 0,25-3 1 0 0,-34 6 53 0 0,0 1 0 0 0,-1 0 0 0 0,1 0 0 0 0,0 0 1 0 0,0 0-1 0 0,-1 1 0 0 0,1 0 0 0 0,0 0 0 0 0,-1 0 0 0 0,1 0 0 0 0,-1 1 0 0 0,1 0 0 0 0,-1 0 1 0 0,0 0-1 0 0,0 0 0 0 0,0 1 0 0 0,0-1 0 0 0,0 1 0 0 0,0 0 0 0 0,-1 0 0 0 0,1 1 1 0 0,-1-1-1 0 0,0 1 0 0 0,0 0 0 0 0,0-1 0 0 0,-1 1 0 0 0,1 1 0 0 0,-1-1 0 0 0,2 6 1 0 0,24 76-489 0 0,-21-60 434 0 0,2 0 1 0 0,0-1-1 0 0,18 35 0 0 0,-24-54 67 0 0,1 1 0 0 0,0-1 0 0 0,1 0 1 0 0,-1 0-1 0 0,1-1 0 0 0,0 1 0 0 0,1-1 0 0 0,-1 0 0 0 0,1 0 0 0 0,0-1 0 0 0,1 0 0 0 0,-1 0 0 0 0,1 0 0 0 0,-1-1 0 0 0,1 0 0 0 0,14 4 0 0 0,-18-5 30 0 0,1-1 0 0 0,-1 0 1 0 0,0-1-1 0 0,1 1 0 0 0,-1-1 0 0 0,1 1 0 0 0,0-1 0 0 0,-1 0 0 0 0,1 0 0 0 0,-1-1 0 0 0,1 1 0 0 0,-1-1 0 0 0,1 0 0 0 0,-1 0 0 0 0,0 0 0 0 0,1 0 0 0 0,-1 0 0 0 0,0-1 0 0 0,0 1 0 0 0,0-1 0 0 0,0 0 0 0 0,0 0 0 0 0,0 0 0 0 0,0-1 0 0 0,-1 1 0 0 0,1 0 0 0 0,-1-1 0 0 0,0 0 1 0 0,0 0-1 0 0,0 0 0 0 0,0 0 0 0 0,0 0 0 0 0,0 0 0 0 0,2-6 0 0 0,-1 0 76 0 0,-1 0 0 0 0,0 0 0 0 0,0 0 1 0 0,-1-1-1 0 0,0 1 0 0 0,0 0 0 0 0,-1 0 1 0 0,0-1-1 0 0,-1 1 0 0 0,0 0 0 0 0,0-1 1 0 0,-4-10-1 0 0,1 6-58 0 0,-1 0 0 0 0,0 1 1 0 0,-1 0-1 0 0,0 1 0 0 0,-1-1 0 0 0,-1 1 1 0 0,-14-18-1 0 0,17 24-289 0 0,0 0 0 0 0,-1 0 0 0 0,0 1 1 0 0,0 0-1 0 0,0 0 0 0 0,-1 0 0 0 0,0 1 0 0 0,0 0 0 0 0,0 0 1 0 0,0 1-1 0 0,-1-1 0 0 0,1 2 0 0 0,-1-1 0 0 0,-15-2 0 0 0</inkml:trace>
</inkml:ink>
</file>

<file path=ppt/ink/ink3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4:52.93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10 8754 0 0,'0'0'75'0'0,"0"0"1"0"0,0-1-1 0 0,0 1 1 0 0,0 0-1 0 0,0-1 0 0 0,0 1 1 0 0,0 0-1 0 0,0-1 1 0 0,0 1-1 0 0,0 0 1 0 0,0-1-1 0 0,0 1 0 0 0,0 0 1 0 0,0-1-1 0 0,0 1 1 0 0,0 0-1 0 0,0-1 1 0 0,0 1-1 0 0,1 0 0 0 0,-1 0 1 0 0,0-1-1 0 0,0 1 1 0 0,0 0-1 0 0,0-1 1 0 0,1 1-1 0 0,-1 0 0 0 0,0 0 1 0 0,0-1-1 0 0,1 1 1 0 0,-1 0-1 0 0,0 0 1 0 0,1 0-1 0 0,-1 0 0 0 0,0-1 1 0 0,1 1-1 0 0,9 7 4150 0 0,2 7-772 0 0,-9-9-4183 0 0,2 3 1045 0 0,-1 0-1 0 0,0 0 0 0 0,-1 1 0 0 0,0-1 1 0 0,0 1-1 0 0,0 0 0 0 0,1 11 1 0 0,4 67 455 0 0,-6-50-481 0 0,1-5-232 0 0,1 0 0 0 0,1 0-1 0 0,2-1 1 0 0,1 1-1 0 0,2-2 1 0 0,0 1 0 0 0,3-1-1 0 0,26 48 1 0 0,-16-36-616 0 0,-15-25-71 0 0,1-1 0 0 0,0 0 0 0 0,20 23-1 0 0,-29-38 413 0 0,1-1 0 0 0,0 1 0 0 0,-1-1 0 0 0,1 1 0 0 0,0-1 0 0 0,0 1 0 0 0,-1-1 0 0 0,1 0-1 0 0,0 0 1 0 0,0 1 0 0 0,0-1 0 0 0,-1 0 0 0 0,1 0 0 0 0,0 0 0 0 0,0 0 0 0 0,0 0 0 0 0,0 0-1 0 0,0 0 1 0 0,-1 0 0 0 0,1 0 0 0 0,0 0 0 0 0,0 0 0 0 0,0-1 0 0 0,0 1 0 0 0,-1 0 0 0 0,1-1-1 0 0,0 1 1 0 0,0 0 0 0 0,-1-1 0 0 0,1 1 0 0 0,0-1 0 0 0,-1 1 0 0 0,1-1 0 0 0,0 0-1 0 0,-1 1 1 0 0,1-1 0 0 0,-1 1 0 0 0,1-1 0 0 0,0-1 0 0 0,24-31-4299 0 0,-23 29 4637 0 0,11-15-339 0 0</inkml:trace>
</inkml:ink>
</file>

<file path=ppt/ink/ink3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4:53.18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182 29 4609 0 0,'0'-2'159'0'0,"-1"1"0"0"0,1 0 0 0 0,-1-1 0 0 0,1 1 0 0 0,-1-1 0 0 0,1 1 0 0 0,-1 0 0 0 0,0-1 0 0 0,0 1 0 0 0,0 0 0 0 0,0 0 0 0 0,1-1 0 0 0,-2 1 0 0 0,1 0 0 0 0,0 0 0 0 0,0 0 0 0 0,0 0 0 0 0,0 1 0 0 0,-1-1 0 0 0,1 0-1 0 0,0 0 1 0 0,-1 1 0 0 0,1-1 0 0 0,0 1 0 0 0,-1-1 0 0 0,1 1 0 0 0,-1 0 0 0 0,1-1 0 0 0,-2 1 0 0 0,-1 0 225 0 0,1 1 0 0 0,-1 0 0 0 0,1 0 1 0 0,0 0-1 0 0,0 0 0 0 0,-1 0 0 0 0,1 0 0 0 0,0 1 0 0 0,0 0 0 0 0,0 0 0 0 0,0-1 0 0 0,-2 4 0 0 0,-7 4 24 0 0,1 1 0 0 0,1 0 0 0 0,-1 0 0 0 0,2 1 0 0 0,-1 1 0 0 0,-11 19 1 0 0,18-28-287 0 0,1 1 1 0 0,-1 0 0 0 0,1 0 0 0 0,0 0 0 0 0,0 1 0 0 0,1-1 0 0 0,-1 0 0 0 0,1 1 0 0 0,0-1 0 0 0,0 0 0 0 0,0 1-1 0 0,1 0 1 0 0,0-1 0 0 0,0 1 0 0 0,0-1 0 0 0,0 1 0 0 0,1-1 0 0 0,-1 1 0 0 0,1-1 0 0 0,0 1 0 0 0,1-1 0 0 0,-1 0-1 0 0,1 1 1 0 0,3 5 0 0 0,-1-5-38 0 0,0-1-1 0 0,0 1 1 0 0,1-1-1 0 0,-1 0 1 0 0,1-1-1 0 0,0 1 0 0 0,0-1 1 0 0,0 0-1 0 0,1 0 1 0 0,-1-1-1 0 0,1 1 1 0 0,-1-1-1 0 0,1-1 1 0 0,0 1-1 0 0,0-1 1 0 0,0 0-1 0 0,0 0 0 0 0,0 0 1 0 0,0-1-1 0 0,7-1 1 0 0,14 0 67 0 0,0-1 1 0 0,0-1-1 0 0,26-7 1 0 0,-48 9-132 0 0,100-27 382 0 0,-12 4-1143 0 0,-30 13-5247 0 0</inkml:trace>
</inkml:ink>
</file>

<file path=ppt/ink/ink3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4:53.75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51 694 5985 0 0,'-48'10'1034'0'0,"47"-10"-1008"0"0,1 0-1 0 0,0 0 1 0 0,0 0 0 0 0,0 0-1 0 0,0 0 1 0 0,0 0 0 0 0,0 0-1 0 0,0 0 1 0 0,0 0 0 0 0,0 0-1 0 0,-1 0 1 0 0,1 0 0 0 0,0 0-1 0 0,0 0 1 0 0,0-1 0 0 0,0 1-1 0 0,0 0 1 0 0,0 0 0 0 0,0 0-1 0 0,0 0 1 0 0,0 0 0 0 0,0 0-1 0 0,0 0 1 0 0,0 0 0 0 0,0-1-1 0 0,0 1 1 0 0,0 0 0 0 0,0 0-1 0 0,0 0 1 0 0,0 0 0 0 0,0 0-1 0 0,0 0 1 0 0,0 0 0 0 0,0 0-1 0 0,0-1 1 0 0,0 1 0 0 0,0 0-1 0 0,0 0 1 0 0,0 0 0 0 0,0 0-1 0 0,0 0 1 0 0,0 0 0 0 0,0 0-1 0 0,0 0 1 0 0,0-1 0 0 0,0 1 0 0 0,1 0-1 0 0,-1 0 1 0 0,0 0 0 0 0,0 0-1 0 0,0 0 1 0 0,0 0 0 0 0,0 0-1 0 0,0 0 1 0 0,0 0 0 0 0,0 0-1 0 0,0 0 1 0 0,1 0 0 0 0,-1 0-1 0 0,0 0 1 0 0,0 0 0 0 0,0 0-1 0 0,0 0 1 0 0,0 0 0 0 0,0 0-1 0 0,0 0 1 0 0,1 0 0 0 0,-1 0-1 0 0,13-10 1873 0 0,35-12-492 0 0,0 3 1 0 0,97-27 0 0 0,-19 8-82 0 0,848-254 4376 0 0,-531 206-5085 0 0,57-15-17 0 0,-177 19-655 0 0,-313 78-1711 0 0</inkml:trace>
</inkml:ink>
</file>

<file path=ppt/ink/ink3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4:55.6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12443 0 0,'25'57'9693'0'0,"2"15"-7809"0"0,37 87-2691 0 0,-36-98 763 0 0,-4-6-430 0 0,3 0 1 0 0,2-2 0 0 0,57 80-1 0 0,-67-112-1063 0 0,-2-4-381 0 0</inkml:trace>
</inkml:ink>
</file>

<file path=ppt/ink/ink3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4:55.96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 30 6913 0 0,'-4'-30'14560'0'0,"-1"81"-14473"0"0,0-14 30 0 0,1 0-1 0 0,2 1 1 0 0,2 0-1 0 0,5 38 1 0 0,-4-66-100 0 0,1 0 1 0 0,0-1-1 0 0,0 1 1 0 0,1-1-1 0 0,0 0 0 0 0,1 0 1 0 0,0 0-1 0 0,0 0 1 0 0,1-1-1 0 0,0 0 1 0 0,1 0-1 0 0,0 0 0 0 0,0-1 1 0 0,0 1-1 0 0,1-1 1 0 0,0-1-1 0 0,1 1 1 0 0,-1-1-1 0 0,1-1 0 0 0,17 10 1 0 0,-15-10 10 0 0,1-1 0 0 0,-1 0 1 0 0,1 0-1 0 0,-1-1 0 0 0,1-1 0 0 0,0 0 1 0 0,0 0-1 0 0,0-1 0 0 0,0-1 0 0 0,13 0 1 0 0,-20 0-17 0 0,0-1-1 0 0,0 1 1 0 0,0-1 0 0 0,0 0 0 0 0,0 0 0 0 0,0 0 0 0 0,0 0 0 0 0,0-1 0 0 0,-1 0 0 0 0,1 1 0 0 0,-1-1 0 0 0,1-1 0 0 0,-1 1 0 0 0,0 0 0 0 0,0-1 0 0 0,0 0 0 0 0,0 0 0 0 0,0 0 0 0 0,0 0 0 0 0,-1 0 0 0 0,0 0 0 0 0,1-1 0 0 0,-1 1 0 0 0,0-1 0 0 0,-1 1 0 0 0,1-1-1 0 0,-1 0 1 0 0,0 0 0 0 0,0 0 0 0 0,0 0 0 0 0,1-4 0 0 0,-1-4 74 0 0,-1 1 0 0 0,1-1-1 0 0,-2 0 1 0 0,0 0 0 0 0,0 1-1 0 0,-1-1 1 0 0,-1 0 0 0 0,1 1-1 0 0,-2 0 1 0 0,0 0 0 0 0,0 0-1 0 0,-1 0 1 0 0,0 0 0 0 0,-1 1-1 0 0,-8-11 1 0 0,8 12-321 0 0,-1 1 0 0 0,1 0 0 0 0,-1 0 0 0 0,-1 0 0 0 0,0 1 0 0 0,0 0 0 0 0,0 0 0 0 0,-1 1 0 0 0,1 1 0 0 0,-2-1 0 0 0,1 1 0 0 0,-1 1 0 0 0,1-1 0 0 0,-1 2 0 0 0,0-1 0 0 0,-21-3 0 0 0</inkml:trace>
</inkml:ink>
</file>

<file path=ppt/ink/ink3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4:56.23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34 35 10594 0 0,'-3'-6'215'0'0,"-18"-20"4919"0"0,21 26-4870 0 0,-1 0-1 0 0,1-1 1 0 0,-1 1 0 0 0,0 0 0 0 0,1-1-1 0 0,-1 1 1 0 0,0 0 0 0 0,1 0 0 0 0,-1 0 0 0 0,0 0-1 0 0,-1-1 1 0 0,2 4-105 0 0,0-1 0 0 0,-1 1 0 0 0,1-1 0 0 0,0 1 0 0 0,0 0 0 0 0,0-1 0 0 0,0 1 0 0 0,1-1 0 0 0,-1 1 0 0 0,1-1 0 0 0,0 1 0 0 0,1 2 0 0 0,-1 0 48 0 0,7 29-167 0 0,2-1 0 0 0,0 0 0 0 0,3 0 0 0 0,1-1-1 0 0,1-1 1 0 0,1 0 0 0 0,2-2 0 0 0,1 1 0 0 0,2-2 0 0 0,0-1 0 0 0,2-1 0 0 0,1 0 0 0 0,42 33 0 0 0,-60-53-801 0 0,1-1-1 0 0,0 0 1 0 0,1-1 0 0 0,-1 1 0 0 0,1-1 0 0 0,13 4 0 0 0</inkml:trace>
</inkml:ink>
</file>

<file path=ppt/ink/ink3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4:56.51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203 56 2761 0 0,'-1'-3'-421'0'0,"-9"-18"790"0"0,-8-5 5661 0 0,17 26-5766 0 0,0-1-1 0 0,1 1 0 0 0,-1-1 1 0 0,0 1-1 0 0,0-1 0 0 0,1 1 0 0 0,-1-1 1 0 0,0 1-1 0 0,0 0 0 0 0,0-1 1 0 0,0 1-1 0 0,0 0 0 0 0,0 0 0 0 0,1 0 1 0 0,-1 0-1 0 0,0 0 0 0 0,0 0 1 0 0,0 0-1 0 0,0 0 0 0 0,-1 0 0 0 0,0 1-139 0 0,0 0-1 0 0,0 0 1 0 0,0 0-1 0 0,0 0 1 0 0,0 0-1 0 0,0 0 1 0 0,1 1-1 0 0,-1-1 1 0 0,0 0 0 0 0,1 1-1 0 0,-1 0 1 0 0,-1 2-1 0 0,-21 27 745 0 0,1 0-1 0 0,2 2 1 0 0,-28 56-1 0 0,47-85-738 0 0,0 0 0 0 0,0 0 0 0 0,1 0 0 0 0,-1 0-1 0 0,1 0 1 0 0,0 0 0 0 0,1 0 0 0 0,-1 1 0 0 0,1-1 0 0 0,-1 0 0 0 0,1 0-1 0 0,1 1 1 0 0,-1-1 0 0 0,0 0 0 0 0,2 5 0 0 0,-1-6-83 0 0,1-1-1 0 0,-1 0 1 0 0,0 1 0 0 0,1-1 0 0 0,-1 0 0 0 0,1 0-1 0 0,0 0 1 0 0,0 0 0 0 0,0-1 0 0 0,0 1 0 0 0,0 0-1 0 0,0-1 1 0 0,0 1 0 0 0,0-1 0 0 0,1 0 0 0 0,-1 0 0 0 0,1 0-1 0 0,-1 0 1 0 0,0 0 0 0 0,1 0 0 0 0,0-1 0 0 0,-1 1-1 0 0,1-1 1 0 0,-1 0 0 0 0,5 0 0 0 0,10 1 39 0 0,-1-1 0 0 0,1-1 0 0 0,-1-1 0 0 0,0 0 0 0 0,0-1 0 0 0,0-1 0 0 0,17-6 0 0 0,-9 2-71 0 0,-1-2 1 0 0,0-1-1 0 0,42-26 0 0 0,-56 31-929 0 0</inkml:trace>
</inkml:ink>
</file>

<file path=ppt/ink/ink3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4:58.37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117 214 3225 0 0,'-29'-55'1804'0'0,"26"45"-826"0"0,-1 1 0 0 0,0 0 1 0 0,-1 0-1 0 0,0 1 1 0 0,-1-1-1 0 0,0 1 0 0 0,0 1 1 0 0,0-1-1 0 0,-15-13 0 0 0,19 20-657 0 0,1 0-1 0 0,0 0 1 0 0,0 1-1 0 0,0-1 1 0 0,-1 0-1 0 0,1 0 1 0 0,0 1-1 0 0,-1-1 1 0 0,1 1-1 0 0,0-1 0 0 0,-1 1 1 0 0,1 0-1 0 0,-3-1 1 0 0,4 2-238 0 0,0 0-1 0 0,-1-1 1 0 0,1 1 0 0 0,0 0-1 0 0,0-1 1 0 0,1 1 0 0 0,-1 0 0 0 0,0 0-1 0 0,0-1 1 0 0,0 1 0 0 0,0 0 0 0 0,0-1-1 0 0,1 1 1 0 0,-1 0 0 0 0,0-1 0 0 0,1 1-1 0 0,-1-1 1 0 0,0 1 0 0 0,1 0-1 0 0,-1-1 1 0 0,1 1 0 0 0,-1-1 0 0 0,1 1-1 0 0,-1-1 1 0 0,1 0 0 0 0,1 2 0 0 0,19 28-61 0 0,0 1-1 0 0,-2 1 1 0 0,15 35 0 0 0,-13-25 25 0 0,34 52 0 0 0,-46-82 10 0 0,0 0 0 0 0,0-1 0 0 0,1 0 1 0 0,0 0-1 0 0,1-1 0 0 0,1-1 0 0 0,-1 0 1 0 0,19 11-1 0 0,-28-19-27 0 0,0 0 0 0 0,-1 0 1 0 0,1 1-1 0 0,0-1 0 0 0,0-1 1 0 0,0 1-1 0 0,0 0 0 0 0,0 0 0 0 0,0-1 1 0 0,0 1-1 0 0,0-1 0 0 0,0 0 1 0 0,0 0-1 0 0,1 0 0 0 0,-1 0 1 0 0,0 0-1 0 0,0 0 0 0 0,0 0 1 0 0,0 0-1 0 0,0-1 0 0 0,0 0 0 0 0,0 1 1 0 0,0-1-1 0 0,0 0 0 0 0,3-1 1 0 0,-2-1 13 0 0,-1 0 1 0 0,1 1-1 0 0,-1-1 1 0 0,0 0-1 0 0,0 0 1 0 0,0 0 0 0 0,-1 0-1 0 0,1 0 1 0 0,-1-1-1 0 0,0 1 1 0 0,0 0-1 0 0,0-1 1 0 0,0 1-1 0 0,0-7 1 0 0,5-36 108 0 0,-3-84 1 0 0,0 7-5 0 0,-2 105-319 0 0,-1 8-542 0 0,1 1 0 0 0,0-1 0 0 0,0 0 0 0 0,1 0 0 0 0,0 1 0 0 0,0-1 0 0 0,1 1 0 0 0,1 0 1 0 0,4-9-1 0 0</inkml:trace>
</inkml:ink>
</file>

<file path=ppt/ink/ink3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4:58.58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6913 0 0,'18'19'1833'0'0,"0"1"-1"0"0,-1 0 0 0 0,15 26 1 0 0,-25-34-1436 0 0,0-1 1 0 0,-1 1 0 0 0,0 0 0 0 0,-1 1 0 0 0,-1-1 0 0 0,0 1 0 0 0,0 0 0 0 0,1 14 0 0 0,-5-18-1895 0 0,0-6 605 0 0</inkml:trace>
</inkml:ink>
</file>

<file path=ppt/ink/ink3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4:58.7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35 21 6449 0 0,'-13'-7'288'0'0,"4"1"57"0"0,4 1-281 0 0,-3 3 2688 0 0,10 3-2448 0 0,-1 2-80 0 0,4 3 176 0 0,16 22-2432 0 0,-9-16 856 0 0,0 2-9 0 0</inkml:trace>
</inkml:ink>
</file>

<file path=ppt/ink/ink3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4:59.10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62 7834 0 0,'7'0'267'0'0,"0"1"0"0"0,-1 1-1 0 0,1-1 1 0 0,0 1 0 0 0,-1 0 0 0 0,1 0 0 0 0,-1 1 0 0 0,1 0 0 0 0,-1 0 0 0 0,6 5 0 0 0,-2-2 510 0 0,0 1 0 0 0,0 1-1 0 0,-1-1 1 0 0,16 18 0 0 0,-22-20-644 0 0,1 1 0 0 0,-1-1 0 0 0,0 1 0 0 0,0 0 0 0 0,-1 0 1 0 0,1 0-1 0 0,-1 0 0 0 0,-1 0 0 0 0,1 0 0 0 0,-1 1 0 0 0,1 9 0 0 0,-1-8-27 0 0,0 1 0 0 0,1-1 0 0 0,0 1 0 0 0,0-1-1 0 0,6 11 1 0 0,-6-68 1044 0 0,-2 31-983 0 0,0-1-1 0 0,1 0 1 0 0,1 1 0 0 0,1-1-1 0 0,1 1 1 0 0,0 0 0 0 0,1 0-1 0 0,1 0 1 0 0,1 1 0 0 0,13-25 0 0 0,-20 41-157 0 0,0 1 0 0 0,0-1 1 0 0,1 0-1 0 0,-1 1 1 0 0,0-1-1 0 0,1 1 1 0 0,-1-1-1 0 0,0 1 0 0 0,1-1 1 0 0,-1 1-1 0 0,1-1 1 0 0,-1 1-1 0 0,1-1 0 0 0,-1 1 1 0 0,1 0-1 0 0,-1-1 1 0 0,1 1-1 0 0,-1 0 1 0 0,1-1-1 0 0,-1 1 0 0 0,1 0 1 0 0,0 0-1 0 0,-1-1 1 0 0,1 1-1 0 0,0 0 0 0 0,-1 0 1 0 0,1 0-1 0 0,-1 0 1 0 0,1 0-1 0 0,0 0 1 0 0,-1 0-1 0 0,1 0 0 0 0,0 0 1 0 0,-1 0-1 0 0,1 1 1 0 0,0-1-1 0 0,-1 0 1 0 0,1 0-1 0 0,-1 0 0 0 0,1 1 1 0 0,0-1-1 0 0,-1 0 1 0 0,1 1-1 0 0,-1-1 0 0 0,1 1 1 0 0,-1-1-1 0 0,1 0 1 0 0,-1 1-1 0 0,1 0 1 0 0,21 36 195 0 0,-11-18-368 0 0,0-5-95 0 0,2 2-21 0 0</inkml:trace>
</inkml:ink>
</file>

<file path=ppt/ink/ink3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5:00.6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23 155 10594 0 0,'-22'3'7125'0'0,"31"-10"-5892"0"0,23-9-886 0 0,136-65 1560 0 0,-52 36-8561 0 0,-88 36 392 0 0</inkml:trace>
</inkml:ink>
</file>

<file path=ppt/ink/ink3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5:00.86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0 155 9674 0 0,'8'-1'832'0'0,"0"-1"0"0"0,0-1 0 0 0,0 0 0 0 0,-1 0 0 0 0,15-8 0 0 0,-1 1 57 0 0,66-29 145 0 0,-2-2-3291 0 0,-28 14-2052 0 0,-29 13 2024 0 0</inkml:trace>
</inkml:ink>
</file>

<file path=ppt/ink/ink3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5:02.2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198 125 7834 0 0,'-2'-4'485'0'0,"0"-1"0"0"0,0 1 1 0 0,1-1-1 0 0,-1 0 0 0 0,1 0 0 0 0,0 1 1 0 0,1-1-1 0 0,-1 0 0 0 0,1-6 0 0 0,-2 0 692 0 0,1-5 609 0 0,1 11-1083 0 0,0 1-1 0 0,0 0 1 0 0,0 0-1 0 0,-1 0 1 0 0,1 0 0 0 0,-1 0-1 0 0,0 0 1 0 0,-3-7 0 0 0,-15 47 558 0 0,4-1-1212 0 0,-14 43 18 0 0,28-72-64 0 0,-1 0 0 0 0,1 1 0 0 0,0-1-1 0 0,0 1 1 0 0,0-1 0 0 0,1 1 0 0 0,0-1 0 0 0,1 1-1 0 0,-1-1 1 0 0,3 7 0 0 0,3 5-170 0 0,-6-16 205 0 0,1 0 1 0 0,0 0 0 0 0,0 0-1 0 0,-1 0 1 0 0,1 0-1 0 0,-1 0 1 0 0,1 0 0 0 0,-1 0-1 0 0,0 0 1 0 0,0 0-1 0 0,0 4 1 0 0,-1-5-8 0 0,0 0 0 0 0,0 0-1 0 0,0 1 1 0 0,0-1 0 0 0,0 0-1 0 0,0 0 1 0 0,0 0 0 0 0,0 0 0 0 0,0 0-1 0 0,0 0 1 0 0,-1-1 0 0 0,1 1 0 0 0,0 0-1 0 0,0-1 1 0 0,-1 1 0 0 0,1 0 0 0 0,-1-1-1 0 0,1 0 1 0 0,-1 1 0 0 0,1-1-1 0 0,-3 0 1 0 0,4 0-27 0 0,-1 0 0 0 0,0 0 0 0 0,0 0 0 0 0,1 0-1 0 0,-1 0 1 0 0,1 0 0 0 0,-1-1 0 0 0,0 1 0 0 0,1 0 0 0 0,-1-1 0 0 0,0 1-1 0 0,1 0 1 0 0,-1-1 0 0 0,1 1 0 0 0,-1-1 0 0 0,1 1 0 0 0,-1 0-1 0 0,1-1 1 0 0,-1 1 0 0 0,1-1 0 0 0,0 0 0 0 0,-1 1 0 0 0,1-1 0 0 0,0 1-1 0 0,-1-1 1 0 0,1 0 0 0 0,0 1 0 0 0,0-1 0 0 0,-1-1 0 0 0,1 1-1 0 0,-1 0 1 0 0,1 0-1 0 0,-1 0 1 0 0,1 0 0 0 0,-1 0-1 0 0,1 0 1 0 0,-1 0-1 0 0,0 0 1 0 0,1 1 0 0 0,-1-1-1 0 0,0 0 1 0 0,0 0-1 0 0,0 1 1 0 0,0-1-1 0 0,0 0 1 0 0,0 1 0 0 0,-2-2-1 0 0,1 2-3 0 0,1 0 0 0 0,0 0 0 0 0,1 0 0 0 0,-1 0 0 0 0,0 0 0 0 0,1 0 0 0 0,-1 0 0 0 0,0 0 0 0 0,1-1 0 0 0,-1 1 0 0 0,0 0 0 0 0,1 0 0 0 0,-1-1 0 0 0,0 1 0 0 0,1 0 0 0 0,-1-1 0 0 0,1 1 0 0 0,-1 0 0 0 0,1-1 0 0 0,-1 1 0 0 0,1-1 0 0 0,-1 1 0 0 0,1-1 0 0 0,-1 1 0 0 0,1-1 0 0 0,-1 0 0 0 0,1 1 0 0 0,-1-2 0 0 0,-3 0 0 0 0,4 2 0 0 0,-1 0 0 0 0,0-1 0 0 0,0 1 0 0 0,0 0 0 0 0,0 0 0 0 0,0 0 0 0 0,0 0 0 0 0,1 0 0 0 0,-1 0 0 0 0,0 0 0 0 0,0 0 0 0 0,0 0 0 0 0,0 0 0 0 0,0 0 0 0 0,0 0 0 0 0,1 1 0 0 0,-1-1 0 0 0,0 0 0 0 0,0 1 0 0 0,0-1 0 0 0,1 1 0 0 0,-1-1 0 0 0,0 1 0 0 0,0-1 0 0 0,1 1 0 0 0,-1-1 0 0 0,0 1 0 0 0,1 0 0 0 0,-1-1 0 0 0,1 1 0 0 0,-1 0 0 0 0,0 1 0 0 0,-1 2 0 0 0,1 0 0 0 0,-1 0 0 0 0,1 1 0 0 0,0-1 0 0 0,0 0 0 0 0,-1 9 0 0 0,-1 48-52 0 0,3 0 0 0 0,3-1-1 0 0,18 110 1 0 0,-10-92 5 0 0,-1 4 107 0 0,37 140-1 0 0,-40-197-37 0 0,2 0 1 0 0,0-1 0 0 0,2 0-1 0 0,0 0 1 0 0,2-1-1 0 0,1-1 1 0 0,0 0-1 0 0,2-1 1 0 0,32 33-1 0 0,-18-27 58 0 0,1-1 0 0 0,1-2 0 0 0,2-1 0 0 0,0-2-1 0 0,1-1 1 0 0,1-2 0 0 0,76 27 0 0 0,120 19-1328 0 0,-73-31-3878 0 0,-129-27 3597 0 0,-10-2-5938 0 0</inkml:trace>
</inkml:ink>
</file>

<file path=ppt/ink/ink3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5:02.60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14 142 456 0 0,'-13'-13'11984'0'0,"32"-2"-8062"0"0,-16 14-4269 0 0,44-24 2412 0 0,2 2-1 0 0,92-29 1 0 0,-133 49-1985 0 0,-5 2-49 0 0,1-1-1 0 0,-1 1 0 0 0,0 0 0 0 0,1 0 1 0 0,0 0-1 0 0,-1 0 0 0 0,1 1 1 0 0,-1-1-1 0 0,1 1 0 0 0,0 0 1 0 0,6 1-1 0 0,-9 5-2408 0 0</inkml:trace>
</inkml:ink>
</file>

<file path=ppt/ink/ink3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5:02.93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78 9218 0 0,'6'-29'764'0'0,"-1"2"2115"0"0,-7 5 5267 0 0,-2 57-5871 0 0,10 21-2218 0 0,3 0-1 0 0,25 87 0 0 0,-7-35-14 0 0,29 97-69 0 0,-42-168 9 0 0,1-1 0 0 0,2-1 0 0 0,31 49 0 0 0,-35-64-90 0 0,36 53-3679 0 0</inkml:trace>
</inkml:ink>
</file>

<file path=ppt/ink/ink3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5:03.28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76 70 5529 0 0,'0'-1'185'0'0,"-1"0"-1"0"0,0 0 1 0 0,0 0-1 0 0,1 0 0 0 0,-1 0 1 0 0,0 0-1 0 0,0 1 1 0 0,0-1-1 0 0,0 0 1 0 0,0 1-1 0 0,0-1 1 0 0,0 1-1 0 0,0-1 1 0 0,0 1-1 0 0,-1-1 1 0 0,1 1-1 0 0,0 0 0 0 0,0 0 1 0 0,0-1-1 0 0,-1 1 1 0 0,1 0-1 0 0,0 0 1 0 0,0 0-1 0 0,0 0 1 0 0,-1 0-1 0 0,1 1 1 0 0,0-1-1 0 0,0 0 0 0 0,0 1 1 0 0,0-1-1 0 0,0 0 1 0 0,-1 1-1 0 0,1-1 1 0 0,0 1-1 0 0,0 0 1 0 0,0-1-1 0 0,0 1 1 0 0,0 0-1 0 0,1 0 1 0 0,-1 0-1 0 0,0-1 0 0 0,0 1 1 0 0,0 0-1 0 0,1 0 1 0 0,-2 2-1 0 0,-1 1 325 0 0,0 0 0 0 0,0 0 0 0 0,0 1 0 0 0,0-1 0 0 0,1 1 0 0 0,0-1 0 0 0,0 1 0 0 0,0 0 0 0 0,-2 9 0 0 0,3-3-409 0 0,1-1 0 0 0,0 1 0 0 0,0-1 0 0 0,1 1 0 0 0,0-1 0 0 0,1 1 0 0 0,0-1 0 0 0,1 0 0 0 0,0 0 0 0 0,1 0-1 0 0,0 0 1 0 0,0-1 0 0 0,1 1 0 0 0,0-1 0 0 0,1 0 0 0 0,0 0 0 0 0,0-1 0 0 0,1 0 0 0 0,0 0 0 0 0,9 7 0 0 0,-2-3-24 0 0,-1-1 0 0 0,1-1 1 0 0,1 0-1 0 0,0-1 0 0 0,0-1 0 0 0,1 0 1 0 0,0-1-1 0 0,0-1 0 0 0,0 0 1 0 0,1-1-1 0 0,25 3 0 0 0,-13-3 54 0 0,56 0 1 0 0,-76-4-121 0 0,-1-2 0 0 0,0 1 0 0 0,1-1 0 0 0,-1-1 0 0 0,0 1-1 0 0,0-1 1 0 0,0-1 0 0 0,0 1 0 0 0,0-1 0 0 0,0-1 0 0 0,11-6 0 0 0,-17 7-4 0 0,1 1-1 0 0,-1 0 1 0 0,0 0 0 0 0,0-1-1 0 0,0 1 1 0 0,0-1 0 0 0,-1 0-1 0 0,1 1 1 0 0,-1-1 0 0 0,0 0-1 0 0,1 0 1 0 0,-1 0 0 0 0,0 0-1 0 0,-1 0 1 0 0,1 0 0 0 0,-1 0-1 0 0,1 0 1 0 0,-1-1 0 0 0,0 1-1 0 0,0 0 1 0 0,0 0 0 0 0,-1 0-1 0 0,1 0 1 0 0,-1 0 0 0 0,1 0-1 0 0,-1-1 1 0 0,0 1 0 0 0,-3-4-1 0 0,-1-6 51 0 0,0 0 0 0 0,-1 1 0 0 0,-1-1-1 0 0,0 2 1 0 0,-11-14 0 0 0,-3 0-8 0 0,-2 1 0 0 0,0 2 1 0 0,-51-38-1 0 0,-18-17-1035 0 0,78 62-91 0 0,3-3-291 0 0</inkml:trace>
</inkml:ink>
</file>

<file path=ppt/ink/ink3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5:03.60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8290 0 0,'9'0'1221'0'0,"0"1"0"0"0,0 0 0 0 0,-1 0 0 0 0,1 1 0 0 0,-1 0 0 0 0,10 4 0 0 0,-4 0-344 0 0,0 0-1 0 0,-1 1 0 0 0,13 9 1 0 0,0 2-286 0 0,-1 1 0 0 0,37 38 1 0 0,-37-31-446 0 0,-1 0 1 0 0,-1 1 0 0 0,-1 2-1 0 0,-2 0 1 0 0,21 39 0 0 0,-32-49-101 0 0,-1 0 1 0 0,0 1 0 0 0,-1 0-1 0 0,-1 0 1 0 0,-1 1-1 0 0,-1-1 1 0 0,-1 1-1 0 0,0 0 1 0 0,-2 0-1 0 0,-1 25 1 0 0,-5-2 22 0 0,-2 0 0 0 0,-1-1 0 0 0,-24 69 0 0 0,4-18-1752 0 0,26-81-3718 0 0</inkml:trace>
</inkml:ink>
</file>

<file path=ppt/ink/ink3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5:04.37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4 209 12443 0 0,'0'0'37'0'0,"-1"-1"1"0"0,1 1-1 0 0,0 0 0 0 0,0 0 1 0 0,0 0-1 0 0,-1-1 1 0 0,1 1-1 0 0,0 0 1 0 0,0 0-1 0 0,0-1 0 0 0,0 1 1 0 0,-1 0-1 0 0,1 0 1 0 0,0-1-1 0 0,0 1 1 0 0,0 0-1 0 0,0-1 0 0 0,0 1 1 0 0,0 0-1 0 0,0 0 1 0 0,0-1-1 0 0,0 1 1 0 0,0 0-1 0 0,0-1 0 0 0,0 1 1 0 0,0 0-1 0 0,0 0 1 0 0,0-1-1 0 0,0 1 1 0 0,0 0-1 0 0,0-1 0 0 0,0 1 1 0 0,1 0-1 0 0,-1 0 1 0 0,0-1-1 0 0,0 1 1 0 0,0 0-1 0 0,0 0 0 0 0,1-1 1 0 0,-1 1-1 0 0,0 0 1 0 0,0 0-1 0 0,0 0 1 0 0,1-1-1 0 0,18-6 2144 0 0,22 3 891 0 0,-35 6-2887 0 0,0 0 1 0 0,0 1-1 0 0,0 0 1 0 0,0 0-1 0 0,0 0 0 0 0,-1 1 1 0 0,1 0-1 0 0,-1 0 0 0 0,0 0 1 0 0,0 0-1 0 0,-1 1 1 0 0,1 0-1 0 0,-1 0 0 0 0,0 0 1 0 0,4 8-1 0 0,6 10-236 0 0,0 2 0 0 0,12 29 0 0 0,0 10 249 0 0,-13-28-107 0 0,23 42 0 0 0,-30-68-33 0 0,-1-1-1 0 0,1 0 1 0 0,1 0-1 0 0,0 0 1 0 0,0-1-1 0 0,0 0 0 0 0,1-1 1 0 0,17 14-1 0 0,-23-20 0 0 0,1 1-1 0 0,-1-1 0 0 0,0 1 0 0 0,1-1 1 0 0,-1 0-1 0 0,1 0 0 0 0,0 0 0 0 0,-1-1 1 0 0,1 1-1 0 0,-1 0 0 0 0,1-1 0 0 0,0 0 1 0 0,0 0-1 0 0,-1 0 0 0 0,5 0 0 0 0,-6 0-21 0 0,0-1-1 0 0,1 1 1 0 0,-1-1 0 0 0,0 0-1 0 0,1 1 1 0 0,-1-1-1 0 0,0 0 1 0 0,0 0-1 0 0,0 0 1 0 0,0 0-1 0 0,0 0 1 0 0,0 0-1 0 0,0 0 1 0 0,0 0 0 0 0,0 0-1 0 0,0 0 1 0 0,0 0-1 0 0,-1-1 1 0 0,1 1-1 0 0,0 0 1 0 0,-1 0-1 0 0,1-1 1 0 0,-1 1 0 0 0,0-1-1 0 0,1 1 1 0 0,-1 0-1 0 0,0-1 1 0 0,0 1-1 0 0,0-1 1 0 0,0-1-1 0 0,3-56 392 0 0,-1-2-360 0 0,2-1 1 0 0,19-88 0 0 0,-18 130-427 0 0,1 1-1 0 0,0 0 1 0 0,1 1 0 0 0,1-1-1 0 0,1 1 1 0 0,1 1 0 0 0,0-1 0 0 0,1 2-1 0 0,1-1 1 0 0,1 2 0 0 0,24-25-1 0 0,-18 23-1790 0 0,1 1-4898 0 0</inkml:trace>
</inkml:ink>
</file>

<file path=ppt/ink/ink3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5:04.57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6449 0 0,'1'7'640'0'0,"-1"0"1"0"0,1 1-1 0 0,1-1 0 0 0,-1 1 0 0 0,1-1 0 0 0,1 0 0 0 0,-1 0 0 0 0,5 8 0 0 0,0 4 453 0 0,4 17 929 0 0,-1 1 1 0 0,4 43-1 0 0,-4-25-2024 0 0,-8-44-338 0 0</inkml:trace>
</inkml:ink>
</file>

<file path=ppt/ink/ink3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5:04.7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9 5985 0 0,'5'-3'264'0'0,"-3"0"56"0"0,4 2-256 0 0,-2-1-64 0 0,-1 2 0 0 0,-1 0 0 0 0,1 2 0 0 0,1-1 0 0 0,2 4 0 0 0,2 2 0 0 0,1 1-248 0 0,-1 5-8 0 0,0 0-8 0 0,0 0 0 0 0,-1-1 264 0 0,3-4 0 0 0</inkml:trace>
</inkml:ink>
</file>

<file path=ppt/ink/ink3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5:05.16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79 920 0 0,'3'1'210'0'0,"0"0"1"0"0,0 0-1 0 0,0 1 0 0 0,-1-1 0 0 0,1 1 0 0 0,0 0 1 0 0,-1 0-1 0 0,1 0 0 0 0,-1 0 0 0 0,0 0 0 0 0,0 0 1 0 0,0 1-1 0 0,0-1 0 0 0,0 1 0 0 0,2 2 1 0 0,25 49 3995 0 0,-23-41-3541 0 0,6 10 337 0 0,30 67 1975 0 0,-38-80-2206 0 0,0 1 0 0 0,-1 0 1 0 0,0 0-1 0 0,-1 0 0 0 0,0 0 0 0 0,1 16 229 0 0,-5-35-859 0 0,0 0-1 0 0,0 0 1 0 0,1-1-1 0 0,1 1 1 0 0,-1 0-1 0 0,1-1 1 0 0,1 1-1 0 0,1-10 1 0 0,-1 7-3 0 0,1-16-24 0 0,2-1-1 0 0,0 1 0 0 0,12-38 0 0 0,-12 51-112 0 0,1 2-1 0 0,0-1 0 0 0,1 0 1 0 0,0 1-1 0 0,1 0 0 0 0,1 1 1 0 0,-1-1-1 0 0,19-18 0 0 0,-26 29 20 0 0,1 0 0 0 0,0 0 0 0 0,0 0 0 0 0,0 0 0 0 0,0 1 0 0 0,0-1 0 0 0,0 0 0 0 0,0 0 0 0 0,0 1 0 0 0,0-1 0 0 0,0 1 0 0 0,0-1 0 0 0,0 1 0 0 0,0-1 0 0 0,1 1 0 0 0,-1-1 0 0 0,0 1 0 0 0,0 0 0 0 0,1 0 0 0 0,-1 0 0 0 0,0 0-1 0 0,0 0 1 0 0,1 0 0 0 0,-1 0 0 0 0,0 0 0 0 0,0 0 0 0 0,1 1 0 0 0,-1-1 0 0 0,0 0 0 0 0,0 1 0 0 0,0-1 0 0 0,0 1 0 0 0,1-1 0 0 0,-1 1 0 0 0,0 0 0 0 0,0-1 0 0 0,0 1 0 0 0,0 0 0 0 0,0 0 0 0 0,-1 0 0 0 0,1 0 0 0 0,0 0 0 0 0,1 1 0 0 0,4 6 252 0 0,-1 1 0 0 0,0 0 0 0 0,0 0 1 0 0,6 16-1 0 0,2 4-278 0 0,-9-24 44 0 0,0 1 0 0 0,1 0 0 0 0,-1-1 0 0 0,1 0 0 0 0,0 0-1 0 0,0-1 1 0 0,1 1 0 0 0,-1-1 0 0 0,1 0 0 0 0,0-1 0 0 0,0 1 0 0 0,0-1 0 0 0,1 0 0 0 0,-1-1-1 0 0,1 0 1 0 0,0 0 0 0 0,-1 0 0 0 0,13 1 0 0 0,7-1-282 0 0,0-1 0 0 0,-1-1 0 0 0,45-6 0 0 0,-67 6 197 0 0,32-4-771 0 0</inkml:trace>
</inkml:ink>
</file>

<file path=ppt/ink/ink3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5:08.34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156 184 456 0 0,'-19'-12'-40'0'0,"18"11"89"0"0,-1 0-1 0 0,1 0 1 0 0,0 0 0 0 0,0 1-1 0 0,-1-1 1 0 0,1 0-1 0 0,-1 0 1 0 0,1 1 0 0 0,-1-1-1 0 0,1 1 1 0 0,-1 0-1 0 0,1-1 1 0 0,-1 1 0 0 0,1 0-1 0 0,-1 0 1 0 0,1 0-1 0 0,-1 0 1 0 0,1 0 0 0 0,-1 0-1 0 0,1 0 1 0 0,-1 0-1 0 0,1 1 1 0 0,-1-1 0 0 0,1 1-1 0 0,-1-1 1 0 0,-1 2-1 0 0,1-2-60 0 0,1 1-1 0 0,0-1 1 0 0,0 1-1 0 0,0-1 1 0 0,-1 0-1 0 0,1 1 1 0 0,0-1-1 0 0,0 0 1 0 0,-1 0-1 0 0,1 0 1 0 0,0 0-1 0 0,-1 0 1 0 0,1 0-1 0 0,0-1 1 0 0,0 1-1 0 0,-1 0 0 0 0,1-1 1 0 0,0 1-1 0 0,0 0 1 0 0,0-1-1 0 0,-1 0 1 0 0,0 0-1 0 0,-13-23 5218 0 0,8 10-2901 0 0,-6-9 1324 0 0,9 17-2840 0 0,0 1 0 0 0,1-1 0 0 0,0-1 0 0 0,0 1 0 0 0,0 0-1 0 0,1-1 1 0 0,0 1 0 0 0,0-1 0 0 0,1 0 0 0 0,0 0 0 0 0,-1-11-1 0 0,3 3 92 0 0,3 15-270 0 0,8 26-382 0 0,73 291-215 0 0,-70-250-13 0 0,20 86 1 0 0,75 290 0 0 0,-107-433 15 0 0,9 36 203 0 0,-11-43-203 0 0,-1 0-1 0 0,1 0 1 0 0,-1 0 0 0 0,0 0 0 0 0,0 0 0 0 0,0 1 0 0 0,-1-1-1 0 0,1 0 1 0 0,0 0 0 0 0,-1 0 0 0 0,-2 5 0 0 0</inkml:trace>
</inkml:ink>
</file>

<file path=ppt/ink/ink3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5:09.20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76 547 5985 0 0,'-5'-6'644'0'0,"0"0"-1"0"0,1 0 1 0 0,0-1-1 0 0,0 1 0 0 0,0-1 1 0 0,1 0-1 0 0,0 0 1 0 0,0-1-1 0 0,1 1 1 0 0,0 0-1 0 0,0-1 0 0 0,1 1 1 0 0,0-1-1 0 0,0-14 1 0 0,-3-10 4438 0 0,3 31-4985 0 0,1 0 1 0 0,0 0-1 0 0,0 0 0 0 0,-1 0 1 0 0,1 0-1 0 0,0 0 1 0 0,-1 0-1 0 0,1 0 0 0 0,-1 0 1 0 0,0 0-1 0 0,1 0 1 0 0,-1 0-1 0 0,0 1 1 0 0,1-1-1 0 0,-1 0 0 0 0,0 0 1 0 0,0 1-1 0 0,0-1 1 0 0,1 0-1 0 0,-1 1 0 0 0,0-1 1 0 0,0 1-1 0 0,0 0 1 0 0,0-1-1 0 0,0 1 0 0 0,0 0 1 0 0,0-1-1 0 0,-2 1 422 0 0,3-1-517 0 0,0 1 0 0 0,1 0 0 0 0,-1-1 0 0 0,0 1 0 0 0,0-1 0 0 0,0 1 0 0 0,0-1 0 0 0,0 1-1 0 0,0-1 1 0 0,0 1 0 0 0,0-1 0 0 0,0 1 0 0 0,0-1 0 0 0,0 1 0 0 0,0-1 0 0 0,0 1 0 0 0,0-1 0 0 0,0 1 0 0 0,0-1 0 0 0,0 1 0 0 0,-1-1-1 0 0,1 1 1 0 0,0 0 0 0 0,0-1 0 0 0,-1 1 0 0 0,1-1 0 0 0,-5-15 224 0 0,5 16-197 0 0,1-2 101 0 0,6 3 47 0 0,0 1-167 0 0,0 1 0 0 0,0 1 1 0 0,0-1-1 0 0,-1 1 0 0 0,1 0 1 0 0,-1 1-1 0 0,0 0 0 0 0,-1 0 1 0 0,1 0-1 0 0,6 8 0 0 0,8 12-43 0 0,20 33-1 0 0,-4-7 130 0 0,-11-17-88 0 0,7 11-41 0 0,3-1 1 0 0,1-1-1 0 0,2-2 0 0 0,45 36 0 0 0,-81-75 66 0 0,1 0 0 0 0,-1 0-1 0 0,0 0 1 0 0,1 0 0 0 0,-1-1 0 0 0,1 1-1 0 0,0-1 1 0 0,-1 0 0 0 0,1 0-1 0 0,0 0 1 0 0,0 0 0 0 0,0 0 0 0 0,0-1-1 0 0,0 1 1 0 0,0-1 0 0 0,0 0 0 0 0,0 0-1 0 0,0 0 1 0 0,5-1 0 0 0,-6 0 6 0 0,1-1 0 0 0,0 1 0 0 0,0-1 1 0 0,-1 1-1 0 0,1-1 0 0 0,-1 0 0 0 0,0 0 1 0 0,1 0-1 0 0,-1-1 0 0 0,0 1 0 0 0,0 0 0 0 0,-1-1 1 0 0,1 1-1 0 0,0-1 0 0 0,-1 0 0 0 0,1 1 1 0 0,-1-1-1 0 0,0 0 0 0 0,1-3 0 0 0,6-23 180 0 0,-1 1 1 0 0,-1-1-1 0 0,-1-1 0 0 0,-2 1 0 0 0,-1-1 0 0 0,-2-30 0 0 0,4-40-95 0 0,-4 99-127 0 0,23-217 215 0 0,-17 178-576 0 0,2 1 1 0 0,2 0 0 0 0,21-56 0 0 0,-20 74-2513 0 0</inkml:trace>
</inkml:ink>
</file>

<file path=ppt/ink/ink3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5:11.31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295 46 4609 0 0,'-3'-3'360'0'0,"0"0"-1"0"0,0 0 1 0 0,-1 0 0 0 0,1 0-1 0 0,-1 1 1 0 0,0-1 0 0 0,1 1-1 0 0,-1 0 1 0 0,0 0 0 0 0,0 0-1 0 0,-1 1 1 0 0,1 0 0 0 0,0-1 0 0 0,0 1-1 0 0,-1 1 1 0 0,1-1 0 0 0,0 1-1 0 0,-7 0 1 0 0,4-1-56 0 0,0 2 1 0 0,0-1-1 0 0,0 1 0 0 0,0 0 1 0 0,0 0-1 0 0,0 1 1 0 0,0 0-1 0 0,0 1 0 0 0,0-1 1 0 0,-10 6-1 0 0,7 0-160 0 0,0-1 0 0 0,1 1 0 0 0,0 0 0 0 0,0 1-1 0 0,1 0 1 0 0,0 1 0 0 0,0 0 0 0 0,1 0 0 0 0,0 0 0 0 0,1 1 0 0 0,1 0-1 0 0,-1 0 1 0 0,-5 21 0 0 0,7-22-128 0 0,1-1-1 0 0,1 1 1 0 0,0 0 0 0 0,0 0 0 0 0,1 0-1 0 0,1 0 1 0 0,-1 0 0 0 0,1 0-1 0 0,1 1 1 0 0,0-1 0 0 0,1 0-1 0 0,0 0 1 0 0,0-1 0 0 0,1 1 0 0 0,0 0-1 0 0,1-1 1 0 0,5 11 0 0 0,-8-17-22 0 0,1 0 0 0 0,-1 0 0 0 0,1-1 0 0 0,0 1 0 0 0,0-1 0 0 0,0 1 0 0 0,0-1 0 0 0,1 0 0 0 0,-1 1 0 0 0,1-1-1 0 0,-1 0 1 0 0,1-1 0 0 0,0 1 0 0 0,-1 0 0 0 0,1-1 0 0 0,0 0 0 0 0,0 1 0 0 0,0-1 0 0 0,0-1 0 0 0,1 1 0 0 0,-1 0 0 0 0,0-1 0 0 0,0 1 0 0 0,0-1 0 0 0,0 0 0 0 0,4 0 0 0 0,-2-1 2 0 0,0-1 0 0 0,0 1 0 0 0,0-1 0 0 0,-1 0 0 0 0,1 0 0 0 0,0 0 0 0 0,-1 0-1 0 0,0-1 1 0 0,0 0 0 0 0,0 0 0 0 0,0 0 0 0 0,0-1 0 0 0,0 1 0 0 0,-1-1 0 0 0,6-7 0 0 0,-2 1 47 0 0,0 0 1 0 0,-1-1-1 0 0,0 1 1 0 0,-1-1 0 0 0,0 0-1 0 0,-1-1 1 0 0,0 1 0 0 0,2-16-1 0 0,0-6 468 0 0,1-54-1 0 0,-5 51 786 0 0,8-46 1 0 0,-10 81-1239 0 0,0 0 0 0 0,0 0 0 0 0,0 1 0 0 0,0-1 0 0 0,1 0 1 0 0,-1 0-1 0 0,0 0 0 0 0,0 0 0 0 0,1 0 0 0 0,-1 1 0 0 0,0-1 0 0 0,1 0 1 0 0,-1 0-1 0 0,1 1 0 0 0,-1-1 0 0 0,1 0 0 0 0,-1 1 0 0 0,1-1 0 0 0,0 0 1 0 0,-1 1-1 0 0,2-2 0 0 0,-1 3-46 0 0,-1-1 0 0 0,1 0 0 0 0,-1 0-1 0 0,1 1 1 0 0,-1-1 0 0 0,1 0 0 0 0,0 0 0 0 0,-1 1 0 0 0,1-1 0 0 0,-1 1 0 0 0,0-1 0 0 0,1 1 0 0 0,-1-1 0 0 0,1 1 0 0 0,-1-1-1 0 0,0 1 1 0 0,1-1 0 0 0,-1 1 0 0 0,0-1 0 0 0,1 1 0 0 0,-1 0 0 0 0,17 45-241 0 0,-15-41 373 0 0,1 5-110 0 0,6 18 37 0 0,22 49 1 0 0,-27-69-88 0 0,1 0 0 0 0,0 0 0 0 0,0 0 0 0 0,0-1 1 0 0,1 0-1 0 0,1 0 0 0 0,-1 0 0 0 0,1-1 0 0 0,0 0 1 0 0,9 5-1 0 0,-6-3-348 0 0,1-1 1 0 0,0-1 0 0 0,0 0-1 0 0,1 0 1 0 0,0-1-1 0 0,0-1 1 0 0,0 0-1 0 0,1-1 1 0 0,-1 0 0 0 0,1-1-1 0 0,17 1 1 0 0,-3-5-1462 0 0</inkml:trace>
</inkml:ink>
</file>

<file path=ppt/ink/ink3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5:11.61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157 140 4609 0 0,'2'-7'-163'0'0,"2"-7"562"0"0,0 1 0 0 0,-1 0 0 0 0,1-15 1 0 0,-4 25-81 0 0,1 0 1 0 0,-1 0 0 0 0,0 0-1 0 0,0 0 1 0 0,-1 0 0 0 0,1 1-1 0 0,0-1 1 0 0,-1 0-1 0 0,0 0 1 0 0,1 1 0 0 0,-1-1-1 0 0,0 0 1 0 0,-1 1 0 0 0,1-1-1 0 0,0 1 1 0 0,-1-1 0 0 0,1 1-1 0 0,-1 0 1 0 0,0-1 0 0 0,0 1-1 0 0,-2-2 1 0 0,2 3-164 0 0,1 0 0 0 0,0 1-1 0 0,0-1 1 0 0,-1 1 0 0 0,1 0 0 0 0,0-1 0 0 0,-1 1 0 0 0,1 0 0 0 0,0 0 0 0 0,-1 0 0 0 0,1 0 0 0 0,-1 0-1 0 0,1 0 1 0 0,0 0 0 0 0,-1 0 0 0 0,1 1 0 0 0,0-1 0 0 0,-1 0 0 0 0,1 1 0 0 0,0-1 0 0 0,0 1 0 0 0,-1-1-1 0 0,1 1 1 0 0,0 0 0 0 0,0 0 0 0 0,0 0 0 0 0,0-1 0 0 0,-2 3 0 0 0,-30 31 1068 0 0,28-29-863 0 0,-7 10-128 0 0,-1 0-1 0 0,2 0 0 0 0,-12 21 0 0 0,21-33-204 0 0,0 0-1 0 0,0 1 1 0 0,0-1-1 0 0,1 0 1 0 0,-1 1 0 0 0,1 0-1 0 0,0-1 1 0 0,0 1-1 0 0,0 0 1 0 0,0 0 0 0 0,1-1-1 0 0,0 1 1 0 0,0 0-1 0 0,0 0 1 0 0,0 0 0 0 0,0-1-1 0 0,1 1 1 0 0,-1 0-1 0 0,1 0 1 0 0,0-1 0 0 0,0 1-1 0 0,1 0 1 0 0,2 4-1 0 0,-1-5-15 0 0,-1 1 0 0 0,2-1 0 0 0,-1 0 0 0 0,0 0 0 0 0,1-1 0 0 0,-1 1-1 0 0,1-1 1 0 0,0 0 0 0 0,0 0 0 0 0,0 0 0 0 0,0 0 0 0 0,0-1 0 0 0,0 1-1 0 0,0-1 1 0 0,1 0 0 0 0,5 0 0 0 0,11 2 95 0 0,0-2 0 0 0,26-1 0 0 0,-8 0-35 0 0,-35 0-66 0 0,-1 0 0 0 0,1 0 0 0 0,0 1 1 0 0,0-1-1 0 0,0 1 0 0 0,-1 0 0 0 0,1 0 0 0 0,0 1 0 0 0,-1-1 0 0 0,1 1 0 0 0,3 2 0 0 0,-7-3-2 0 0,1-1-1 0 0,0 1 0 0 0,0 0 1 0 0,0 0-1 0 0,0 0 0 0 0,-1 1 1 0 0,1-1-1 0 0,0 0 0 0 0,-1 0 0 0 0,1 0 1 0 0,-1 0-1 0 0,1 1 0 0 0,-1-1 1 0 0,0 0-1 0 0,1 0 0 0 0,-1 1 1 0 0,0-1-1 0 0,0 0 0 0 0,0 1 1 0 0,0-1-1 0 0,0 0 0 0 0,0 1 1 0 0,-1-1-1 0 0,1 0 0 0 0,0 0 1 0 0,-1 1-1 0 0,1-1 0 0 0,0 0 1 0 0,-1 0-1 0 0,0 0 0 0 0,1 1 1 0 0,-1-1-1 0 0,0 0 0 0 0,-1 2 1 0 0,-11 15 143 0 0,0 0 1 0 0,-1-1 0 0 0,-1-1 0 0 0,-33 29-1 0 0,24-24-382 0 0,-28 34 0 0 0,37-37-1487 0 0</inkml:trace>
</inkml:ink>
</file>

<file path=ppt/ink/ink3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5:11.83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21 9674 0 0,'4'-3'296'0'0,"1"0"0"0"0,0 1 0 0 0,0-1 0 0 0,0 1 0 0 0,0 1 0 0 0,0-1 0 0 0,0 1 0 0 0,0 0 0 0 0,1 0 0 0 0,-1 0 0 0 0,1 1 0 0 0,5-1 0 0 0,-8 2-25 0 0,1 0 1 0 0,-1-1-1 0 0,0 1 0 0 0,1 0 1 0 0,-1 1-1 0 0,0-1 0 0 0,0 0 1 0 0,0 1-1 0 0,0 0 0 0 0,0 0 1 0 0,0 0-1 0 0,0 0 0 0 0,-1 0 1 0 0,1 1-1 0 0,-1-1 0 0 0,1 1 1 0 0,-1-1-1 0 0,0 1 0 0 0,0 0 1 0 0,2 4-1 0 0,1 2 69 0 0,0 1 0 0 0,-1 0-1 0 0,0 1 1 0 0,-1-1 0 0 0,0 1-1 0 0,0-1 1 0 0,1 16 0 0 0,3 83 257 0 0,-4-44-567 0 0,9 25-2004 0 0,-9-75 475 0 0</inkml:trace>
</inkml:ink>
</file>

<file path=ppt/ink/ink3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5:12.0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105 66 7370 0 0,'-8'-8'1237'0'0,"0"0"0"0"0,0 1 0 0 0,-1 0 0 0 0,-1 0 0 0 0,1 1 0 0 0,-1 0 0 0 0,0 1 0 0 0,-15-6 0 0 0,25 11-1224 0 0,0 0 0 0 0,0 0 1 0 0,0 0-1 0 0,-1 0 1 0 0,1-1-1 0 0,0 1 1 0 0,0 0-1 0 0,0 0 0 0 0,-1 0 1 0 0,1 0-1 0 0,0 0 1 0 0,0 0-1 0 0,0 0 0 0 0,-1 0 1 0 0,1 0-1 0 0,0 0 1 0 0,0 0-1 0 0,-1 0 1 0 0,1 0-1 0 0,0 0 0 0 0,0 0 1 0 0,0 1-1 0 0,-1-1 1 0 0,1 0-1 0 0,0 0 1 0 0,0 0-1 0 0,0 0 0 0 0,-1 0 1 0 0,1 0-1 0 0,0 1 1 0 0,0-1-1 0 0,0 0 0 0 0,0 0 1 0 0,0 0-1 0 0,-1 0 1 0 0,1 1-1 0 0,0-1 1 0 0,0 0-1 0 0,0 0 0 0 0,1 12-282 0 0,8 13-1356 0 0,-9-24 1477 0 0,37 99-2462 0 0,-26-69 2610 0 0</inkml:trace>
</inkml:ink>
</file>

<file path=ppt/ink/ink3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5:12.42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25 5985 0 0,'-1'-1'96'0'0,"1"1"-1"0"0,0-1 0 0 0,0 0 1 0 0,-1 1-1 0 0,1-1 0 0 0,0 0 1 0 0,0 1-1 0 0,0-1 0 0 0,0 0 1 0 0,-1 1-1 0 0,1-1 0 0 0,0 0 1 0 0,0 0-1 0 0,0 1 0 0 0,1-1 1 0 0,-1 0-1 0 0,0 1 0 0 0,0-1 1 0 0,0 0-1 0 0,0 1 1 0 0,1-1-1 0 0,-1 0 0 0 0,0 1 1 0 0,1-1-1 0 0,-1 1 0 0 0,0-1 1 0 0,1 1-1 0 0,-1-1 0 0 0,1 0 1 0 0,-1 1-1 0 0,1 0 0 0 0,-1-1 1 0 0,1 1-1 0 0,-1-1 0 0 0,1 1 1 0 0,-1 0-1 0 0,1-1 0 0 0,0 1 1 0 0,-1 0-1 0 0,1-1 0 0 0,0 1 1 0 0,-1 0-1 0 0,1 0 0 0 0,1 0 1 0 0,-1 0 104 0 0,0 0 0 0 0,0 0 1 0 0,1 1-1 0 0,-1-1 0 0 0,0 1 1 0 0,0-1-1 0 0,1 1 0 0 0,-1 0 1 0 0,0-1-1 0 0,0 1 0 0 0,0 0 0 0 0,0 0 1 0 0,0 0-1 0 0,0 0 0 0 0,0 0 1 0 0,-1 0-1 0 0,1 0 0 0 0,0 0 1 0 0,0 0-1 0 0,-1 0 0 0 0,1 0 1 0 0,-1 1-1 0 0,2 1 0 0 0,3 17 462 0 0,0 0 1 0 0,4 33-1 0 0,-7-36-687 0 0,0 0 0 0 0,2-1 0 0 0,0 1 0 0 0,9 23 0 0 0,-13-40 5 0 0,0 1 0 0 0,0-1 0 0 0,1 0 0 0 0,-1 1 0 0 0,0-1 0 0 0,0 0 0 0 0,0 1 0 0 0,0-1 1 0 0,1 0-1 0 0,-1 1 0 0 0,0-1 0 0 0,0 0 0 0 0,1 0 0 0 0,-1 1 0 0 0,0-1 0 0 0,1 0 0 0 0,-1 0 0 0 0,0 1 0 0 0,0-1 0 0 0,1 0 0 0 0,-1 0 0 0 0,0 0 0 0 0,1 0 0 0 0,-1 0 0 0 0,1 1 1 0 0,-1-1-1 0 0,0 0 0 0 0,1 0 0 0 0,-1 0 0 0 0,0 0 0 0 0,1 0 0 0 0,0 0 0 0 0,11-9-217 0 0,9-23 270 0 0,-18 26-65 0 0,20-35 208 0 0,-17 29 33 0 0,0 0-1 0 0,1 0 1 0 0,0 0-1 0 0,1 1 1 0 0,0 0-1 0 0,1 1 1 0 0,0 0-1 0 0,16-13 1 0 0,-24 22-156 0 0,0 1 0 0 0,-1-1 0 0 0,1 1 0 0 0,0-1 0 0 0,0 0 0 0 0,1 1 0 0 0,-1 0 0 0 0,0-1 0 0 0,0 1 0 0 0,0 0 0 0 0,0-1 0 0 0,0 1 0 0 0,0 0 0 0 0,0 0 0 0 0,1 0 0 0 0,-1 0 0 0 0,0 0 1 0 0,0 0-1 0 0,0 1 0 0 0,0-1 0 0 0,0 0 0 0 0,0 0 0 0 0,1 1 0 0 0,-1-1 0 0 0,0 1 0 0 0,0-1 0 0 0,0 1 0 0 0,0-1 0 0 0,0 1 0 0 0,0 0 0 0 0,-1-1 0 0 0,1 1 0 0 0,0 0 0 0 0,0 0 0 0 0,0 0 0 0 0,-1 0 0 0 0,1-1 0 0 0,0 1 0 0 0,0 2 0 0 0,4 5 121 0 0,-1 0 0 0 0,-1 1 0 0 0,1-1 0 0 0,2 12 0 0 0,1 1-11 0 0,13 16-399 0 0,-3-15-5644 0 0</inkml:trace>
</inkml:ink>
</file>

<file path=ppt/ink/ink3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5:12.64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23 7370 0 0,'13'-23'10702'0'0,"-15"50"-6524"0"0,-1 0-4393 0 0,1 28 171 0 0,2 1-1 0 0,3-1 1 0 0,2 0-1 0 0,24 105 1 0 0,-17-109-1407 0 0,-5-17-4133 0 0,-4-10-784 0 0</inkml:trace>
</inkml:ink>
</file>

<file path=ppt/ink/ink3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5:12.87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0 152 3225 0 0,'0'-8'442'0'0,"0"0"-1"0"0,1 0 1 0 0,0 0 0 0 0,0 0 0 0 0,1 1 0 0 0,0-1 0 0 0,0 0-1 0 0,0 1 1 0 0,1 0 0 0 0,0-1 0 0 0,1 1 0 0 0,0 0 0 0 0,0 1-1 0 0,5-8 1 0 0,-7 12-287 0 0,0-1 0 0 0,0 1 1 0 0,0-1-1 0 0,0 1 0 0 0,1 0 0 0 0,-1 0 0 0 0,1 0 0 0 0,-1 0 0 0 0,1 0 0 0 0,0 1 0 0 0,0-1 1 0 0,-1 1-1 0 0,1 0 0 0 0,0 0 0 0 0,0 0 0 0 0,0 0 0 0 0,1 0 0 0 0,-1 1 0 0 0,0-1 0 0 0,0 1 1 0 0,0 0-1 0 0,0 0 0 0 0,1 0 0 0 0,-1 0 0 0 0,0 1 0 0 0,0-1 0 0 0,0 1 0 0 0,0 0 0 0 0,0 0 1 0 0,0 0-1 0 0,0 0 0 0 0,0 0 0 0 0,0 1 0 0 0,0-1 0 0 0,-1 1 0 0 0,6 4 0 0 0,-3-2 29 0 0,0 0 0 0 0,0 0 0 0 0,0 1 0 0 0,-1 0 0 0 0,0 0 0 0 0,0 0 0 0 0,0 0 0 0 0,0 1-1 0 0,-1 0 1 0 0,0-1 0 0 0,0 1 0 0 0,0 0 0 0 0,-1 1 0 0 0,0-1 0 0 0,0 0 0 0 0,-1 1 0 0 0,0-1 0 0 0,0 1 0 0 0,0-1-1 0 0,-1 1 1 0 0,0-1 0 0 0,-1 11 0 0 0,0-7-198 0 0,-1 1-1 0 0,0-1 0 0 0,-1 0 1 0 0,0 0-1 0 0,-7 17 1 0 0,5-16-1065 0 0,-1-1 1 0 0,0 1 0 0 0,0-2-1 0 0,-15 18 1 0 0</inkml:trace>
</inkml:ink>
</file>

<file path=ppt/ink/ink3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5:13.26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1 283 6913 0 0,'4'-4'275'0'0,"0"-1"-1"0"0,0 2 0 0 0,1-1 1 0 0,0 0-1 0 0,0 1 0 0 0,0 0 1 0 0,11-5-1 0 0,-15 8-156 0 0,0-1-1 0 0,1 1 1 0 0,-1 0 0 0 0,1 0 0 0 0,-1-1-1 0 0,1 1 1 0 0,-1 0 0 0 0,0 0-1 0 0,1 0 1 0 0,-1 0 0 0 0,1 1 0 0 0,-1-1-1 0 0,1 0 1 0 0,-1 1 0 0 0,0-1-1 0 0,1 1 1 0 0,-1-1 0 0 0,0 1 0 0 0,1-1-1 0 0,-1 1 1 0 0,0 0 0 0 0,0 0-1 0 0,1 0 1 0 0,-1 0 0 0 0,0 0 0 0 0,0 0-1 0 0,0 0 1 0 0,0 0 0 0 0,0 0-1 0 0,-1 0 1 0 0,1 1 0 0 0,0-1 0 0 0,0 0-1 0 0,-1 0 1 0 0,1 1 0 0 0,-1-1-1 0 0,1 1 1 0 0,-1 1 0 0 0,4 11 485 0 0,0 1 0 0 0,-1 0 0 0 0,-1 0 1 0 0,0 25-1 0 0,-1-22-356 0 0,0 0 0 0 0,1 0 0 0 0,7 26 0 0 0,-8-39-238 0 0,1-1 0 0 0,0 1 0 0 0,0-1 0 0 0,0 1 0 0 0,0-1 1 0 0,1 0-1 0 0,-1 0 0 0 0,1 0 0 0 0,0 0 0 0 0,0 0 1 0 0,1-1-1 0 0,-1 1 0 0 0,1-1 0 0 0,-1 0 0 0 0,1 0 0 0 0,0 0 1 0 0,7 2-1 0 0,-9-4-15 0 0,0 0 0 0 0,0 0 0 0 0,0 0 0 0 0,0 0 0 0 0,1-1 1 0 0,-1 1-1 0 0,0-1 0 0 0,1 1 0 0 0,-1-1 0 0 0,1 0 0 0 0,-1 0 0 0 0,0 0 0 0 0,1-1 1 0 0,-1 1-1 0 0,0 0 0 0 0,1-1 0 0 0,-1 1 0 0 0,4-3 0 0 0,-2 1-42 0 0,0 0 0 0 0,0-1 0 0 0,0 1 0 0 0,0-1 0 0 0,0 0 0 0 0,-1 0 0 0 0,1-1 0 0 0,4-6 0 0 0,3-5-562 0 0,0 0 1 0 0,-1-1 0 0 0,11-28 0 0 0,-20 42 513 0 0,17-38-1229 0 0,-2-2 1 0 0,-2 0-1 0 0,15-69 0 0 0,-23 73 2276 0 0,-1 1 0 0 0,0-52 0 0 0,2 67 5316 0 0,-7 22-6205 0 0,15 27 3530 0 0,-11-19-4120 0 0,30 75 705 0 0,-26-59 74 0 0,1 0 0 0 0,1-1-1 0 0,20 34 1 0 0,-25-50-611 0 0,-1-1 1 0 0,1 1-1 0 0,1-1 1 0 0,-1-1-1 0 0,1 1 0 0 0,8 5 1 0 0,-9-7-373 0 0,1-1 0 0 0,0 0 0 0 0,-1 0 0 0 0,1 0-1 0 0,0-1 1 0 0,1 1 0 0 0,-1-2 0 0 0,11 3 0 0 0,0-1-5238 0 0</inkml:trace>
</inkml:ink>
</file>

<file path=ppt/ink/ink3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5:13.49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26 205 5985 0 0,'0'-14'120'0'0,"-4"-101"1053"0"0,2 97 139 0 0,-1 0-1 0 0,-9-22 3222 0 0,12 40-4468 0 0,-3 16 1333 0 0,1 21-75 0 0,5-2-299 0 0,0 0 0 0 0,3 0 0 0 0,15 57 0 0 0,45 98 523 0 0,-42-127-2302 0 0,-2 2 0 0 0,22 106 0 0 0,-39-135-6656 0 0</inkml:trace>
</inkml:ink>
</file>

<file path=ppt/ink/ink3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5:13.64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0 203 9218 0 0,'2'-5'816'0'0,"1"-1"-656"0"0,-1 1-160 0 0,1 3 0 0 0,3-3 752 0 0,1 0 113 0 0,3-4 31 0 0,9-4 0 0 0,8-6-304 0 0,9-2-56 0 0,7-2-16 0 0,6 1 0 0 0,0 5-1096 0 0,-1 0-224 0 0,1 4-48 0 0,-4 0-8 0 0,-2 6 664 0 0</inkml:trace>
</inkml:ink>
</file>

<file path=ppt/ink/ink3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5:14.4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186 49 6913 0 0,'-22'10'1353'0'0,"-38"23"0"0"0,19-10 402 0 0,26-15-866 0 0,9-6-330 0 0,1 0 1 0 0,0 1 0 0 0,0-1-1 0 0,1 1 1 0 0,-1 0 0 0 0,0 0-1 0 0,1 1 1 0 0,-5 4 0 0 0,41-9 2815 0 0,36-14-2061 0 0,116-41 1 0 0,-131 37-1926 0 0,1 2-1 0 0,0 2 1 0 0,102-13 0 0 0,-129 27-6909 0 0</inkml:trace>
</inkml:ink>
</file>

<file path=ppt/ink/ink3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5:14.76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31 28 10594 0 0,'-3'-1'164'0'0,"1"0"0"0"0,0 0 1 0 0,0-1-1 0 0,-1 1 0 0 0,1-1 0 0 0,0 1 0 0 0,0-1 0 0 0,0 0 0 0 0,-8-12 5497 0 0,25 47-4133 0 0,-2 1 1 0 0,-1 0-1 0 0,9 41 1 0 0,16 114-726 0 0,-23-107-935 0 0,32 106-1 0 0,-46-186 111 0 0,4 13-287 0 0,1-1 0 0 0,0 1 1 0 0,1-1-1 0 0,0 0 0 0 0,1-1 0 0 0,1 1 1 0 0,0-1-1 0 0,14 16 0 0 0</inkml:trace>
</inkml:ink>
</file>

<file path=ppt/ink/ink3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5:15.14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11 180 10138 0 0,'-3'-12'663'0'0,"1"-1"-1"0"0,0 1 0 0 0,1-1 1 0 0,1 1-1 0 0,0-1 1 0 0,2-14-1 0 0,1 6 2637 0 0,-5 42-272 0 0,0 15-2134 0 0,-1 12-658 0 0,3 0 1 0 0,8 72-1 0 0,-6-107-224 0 0,0 1 0 0 0,0-1 0 0 0,1-1 0 0 0,1 1 0 0 0,1 0 0 0 0,-1-1 0 0 0,2 0 0 0 0,0 0 0 0 0,0 0 0 0 0,1-1 0 0 0,0 0 0 0 0,1-1 0 0 0,1 1 0 0 0,11 11 0 0 0,-8-13 41 0 0,-1-1 0 0 0,1-1 0 0 0,0 0 0 0 0,1 0 0 0 0,0-1 0 0 0,0-1 0 0 0,0 0 0 0 0,1 0 1 0 0,21 3-1 0 0,-27-6-6 0 0,1-1 1 0 0,0 0 0 0 0,1 0 0 0 0,-1-1-1 0 0,0 0 1 0 0,0 0 0 0 0,0-1-1 0 0,0 0 1 0 0,0-1 0 0 0,0 0 0 0 0,0 0-1 0 0,-1-1 1 0 0,1 0 0 0 0,-1 0-1 0 0,15-9 1 0 0,-18 8-5 0 0,0 0 0 0 0,0 0 1 0 0,-1 0-1 0 0,1-1 0 0 0,-1 0 0 0 0,0 0 0 0 0,0 0 0 0 0,-1 0 1 0 0,0 0-1 0 0,1-1 0 0 0,-2 0 0 0 0,1 0 0 0 0,2-7 0 0 0,-3 3 16 0 0,1 0-1 0 0,-1 0 0 0 0,-1-1 1 0 0,0 1-1 0 0,0-1 0 0 0,-1 1 0 0 0,-2-17 1 0 0,-1 9-16 0 0,-1 0 1 0 0,0 0 0 0 0,-1 0-1 0 0,-1 0 1 0 0,0 1 0 0 0,-2 0-1 0 0,0 0 1 0 0,-17-27-1 0 0,9 25-127 0 0,-1 0 0 0 0,-1 1-1 0 0,0 0 1 0 0,-2 2 0 0 0,1 0-1 0 0,-2 1 1 0 0,0 1 0 0 0,-1 1-1 0 0,0 1 1 0 0,-1 1 0 0 0,-29-10-1 0 0,27 14-1746 0 0,7 4-3473 0 0</inkml:trace>
</inkml:ink>
</file>

<file path=ppt/ink/ink3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5:15.26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0 1 18532 0 0</inkml:trace>
</inkml:ink>
</file>

<file path=ppt/ink/ink3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5:15.44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0 345 5065 0 0,'2'-2'232'0'0,"0"1"0"0"0,-1-1 0 0 0,1 1 0 0 0,0 0 0 0 0,0-1 0 0 0,0 1 0 0 0,0 0 0 0 0,0 0 0 0 0,0 0 0 0 0,0 0 0 0 0,1 1 0 0 0,-1-1 0 0 0,0 1 0 0 0,0-1-1 0 0,1 1 1 0 0,-1 0 0 0 0,0-1 0 0 0,1 1 0 0 0,-1 1 0 0 0,3-1 0 0 0,0 1 186 0 0,-1 0 0 0 0,1 1 0 0 0,0-1 0 0 0,0 1 0 0 0,0 0-1 0 0,-1 1 1 0 0,1-1 0 0 0,6 6 0 0 0,4 4 680 0 0,0 0 0 0 0,-1 2 0 0 0,21 26 0 0 0,5 11 370 0 0,34 40 311 0 0,-66-82-1601 0 0,1-1-1 0 0,0 0 1 0 0,1 0-1 0 0,-1-1 1 0 0,1 0 0 0 0,1-1-1 0 0,13 7 1 0 0,-23-12-141 0 0,1 0-1 0 0,0-1 1 0 0,-1 1 0 0 0,1 0 0 0 0,0-1 0 0 0,-1 0-1 0 0,1 1 1 0 0,0-1 0 0 0,0 0 0 0 0,-1 0 0 0 0,1 0 0 0 0,0 0-1 0 0,0 0 1 0 0,-1 0 0 0 0,1 0 0 0 0,0-1 0 0 0,0 1-1 0 0,-1-1 1 0 0,1 1 0 0 0,0-1 0 0 0,-1 0 0 0 0,1 1-1 0 0,1-2 1 0 0,-1 0 30 0 0,0 0 0 0 0,0 0 0 0 0,0-1 0 0 0,0 1 0 0 0,0 0 0 0 0,-1-1-1 0 0,1 1 1 0 0,-1-1 0 0 0,0 1 0 0 0,0-1 0 0 0,0 0 0 0 0,1-5 0 0 0,1-6 175 0 0,0 0 1 0 0,-2-1 0 0 0,1 0-1 0 0,-2-19 1 0 0,-7-93 522 0 0,2 72-1084 0 0,3-1-1 0 0,2 1 0 0 0,14-109 0 0 0,-7 137-1857 0 0,0 5-6172 0 0</inkml:trace>
</inkml:ink>
</file>

<file path=ppt/ink/ink3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5:18.48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115 138 2761 0 0,'-13'-34'3553'0'0,"12"28"-2652"0"0,-1 0-1 0 0,0 1 1 0 0,0-1-1 0 0,0 1 1 0 0,-1 0-1 0 0,0-1 1 0 0,0 1-1 0 0,0 0 1 0 0,-1 1-1 0 0,1-1 1 0 0,-1 1-1 0 0,0-1 1 0 0,-7-4-1 0 0,11 9-822 0 0,-1-1 0 0 0,0 1-1 0 0,0 0 1 0 0,0 0-1 0 0,0 0 1 0 0,1 0-1 0 0,-1 0 1 0 0,0 0-1 0 0,0 0 1 0 0,0 0 0 0 0,0 1-1 0 0,1-1 1 0 0,-1 0-1 0 0,0 0 1 0 0,0 1-1 0 0,0-1 1 0 0,1 0 0 0 0,-1 1-1 0 0,0-1 1 0 0,1 1-1 0 0,-1-1 1 0 0,0 1-1 0 0,1-1 1 0 0,-1 1 0 0 0,0 0-1 0 0,1-1 1 0 0,-1 1-1 0 0,1 0 1 0 0,-1-1-1 0 0,1 1 1 0 0,0 0 0 0 0,-1 0-1 0 0,1-1 1 0 0,0 1-1 0 0,-1 0 1 0 0,1 0-1 0 0,0 0 1 0 0,0-1 0 0 0,0 3-1 0 0,-11 35 155 0 0,11-37-171 0 0,-8 38 12 0 0,3 0 1 0 0,-1 43 0 0 0,5-67-73 0 0,1-1 0 0 0,1 1 0 0 0,1-1 1 0 0,0 1-1 0 0,0-1 0 0 0,2 0 0 0 0,0 0 1 0 0,11 27-1 0 0,-13-37-1 0 0,0 0 0 0 0,0-1-1 0 0,0 1 1 0 0,1-1 0 0 0,-1 1 0 0 0,1-1 0 0 0,0 0 0 0 0,0 0 0 0 0,0 0 0 0 0,0 0 0 0 0,1-1-1 0 0,-1 1 1 0 0,1-1 0 0 0,-1 0 0 0 0,1 0 0 0 0,0 0 0 0 0,8 2 0 0 0,-7-3 7 0 0,1 0 0 0 0,-1 0 0 0 0,1-1 0 0 0,0 0 0 0 0,-1 0 0 0 0,1-1 1 0 0,-1 1-1 0 0,1-1 0 0 0,-1 0 0 0 0,0-1 0 0 0,1 1 0 0 0,6-4 0 0 0,0 0 36 0 0,-1-1 0 0 0,0 0-1 0 0,0-1 1 0 0,0-1-1 0 0,0 1 1 0 0,-1-2-1 0 0,-1 1 1 0 0,1-1 0 0 0,-2-1-1 0 0,1 0 1 0 0,7-11-1 0 0,-11 11-1 0 0,1-1-1 0 0,-2 1 0 0 0,0-1 0 0 0,0 0 1 0 0,-1 0-1 0 0,0-1 0 0 0,-1 1 0 0 0,0 0 1 0 0,-1-1-1 0 0,0 0 0 0 0,-1 1 1 0 0,0-1-1 0 0,-1 1 0 0 0,0-1 0 0 0,-4-14 1 0 0,4 18-41 0 0,-1 0 0 0 0,0 1 0 0 0,0 0 0 0 0,-1-1 0 0 0,0 1 0 0 0,0 0 0 0 0,-1 0 0 0 0,0 0 0 0 0,0 1 0 0 0,0-1 0 0 0,-1 1 0 0 0,0 0 0 0 0,0 1 0 0 0,-1-1 0 0 0,0 1-1 0 0,0 0 1 0 0,0 0 0 0 0,0 1 0 0 0,-1 0 0 0 0,1 0 0 0 0,-1 0 0 0 0,0 1 0 0 0,-13-4 0 0 0,16 6-91 0 0,1 0 0 0 0,-1 0 0 0 0,0 1 0 0 0,0-1 0 0 0,0 1 0 0 0,0 0-1 0 0,0 0 1 0 0,0 1 0 0 0,1-1 0 0 0,-1 1 0 0 0,0 0 0 0 0,0 0-1 0 0,0 0 1 0 0,1 0 0 0 0,-1 1 0 0 0,1-1 0 0 0,-1 1 0 0 0,1 0 0 0 0,-1 0-1 0 0,1 0 1 0 0,0 1 0 0 0,-3 2 0 0 0,-6 9-1131 0 0</inkml:trace>
</inkml:ink>
</file>

<file path=ppt/ink/ink3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5:18.82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1 121 6913 0 0,'3'-6'437'0'0,"1"0"-1"0"0,-1 1 1 0 0,1-1-1 0 0,0 1 0 0 0,1 0 1 0 0,-1 0-1 0 0,1 1 1 0 0,0-1-1 0 0,0 1 0 0 0,0 0 1 0 0,1 1-1 0 0,0-1 1 0 0,-1 1-1 0 0,1 0 0 0 0,0 0 1 0 0,1 1-1 0 0,-1 0 1 0 0,0 0-1 0 0,1 0 0 0 0,-1 1 1 0 0,10-1-1 0 0,-14 3-278 0 0,0-1-1 0 0,0 0 0 0 0,0 1 1 0 0,0 0-1 0 0,0-1 1 0 0,-1 1-1 0 0,1 0 0 0 0,0 0 1 0 0,0 0-1 0 0,-1 0 1 0 0,1 0-1 0 0,-1 0 1 0 0,1 1-1 0 0,-1-1 0 0 0,1 1 1 0 0,-1-1-1 0 0,0 1 1 0 0,0-1-1 0 0,0 1 0 0 0,0-1 1 0 0,0 1-1 0 0,0 0 1 0 0,0 0-1 0 0,0 0 0 0 0,-1-1 1 0 0,1 1-1 0 0,-1 0 1 0 0,1 0-1 0 0,-1 0 1 0 0,0 4-1 0 0,2 8 132 0 0,0 1 0 0 0,-1 28 0 0 0,-1-33-147 0 0,-1 10-97 0 0,2 33 78 0 0,-1-50-117 0 0,0 1 0 0 0,0 0 0 0 0,1 0 0 0 0,0 0 0 0 0,0-1 0 0 0,0 1 0 0 0,0-1 0 0 0,1 1 0 0 0,-1-1 0 0 0,3 5 0 0 0,-3-9-6 0 0,0 1 0 0 0,0 0 0 0 0,0-1 0 0 0,-1 1 0 0 0,1-1 0 0 0,0 1 0 0 0,-1-1 0 0 0,1 1 0 0 0,0-1 0 0 0,-1 0 0 0 0,1 1 0 0 0,-1-1 0 0 0,1 0 0 0 0,-1 1 0 0 0,1-1 0 0 0,-1 0 0 0 0,1 0 0 0 0,-1 1 0 0 0,0-1 0 0 0,1 0 0 0 0,-1 0 0 0 0,0 0 0 0 0,0-1 0 0 0,12-25 0 0 0,3-25 41 0 0,15-39 134 0 0,-26 81-153 0 0,0 1-1 0 0,1 0 1 0 0,0 0 0 0 0,1 0-1 0 0,0 0 1 0 0,14-14 0 0 0,-19 21-2 0 0,0 1 0 0 0,0 0 0 0 0,0-1 0 0 0,0 1 1 0 0,1 0-1 0 0,-1 0 0 0 0,0 0 0 0 0,1 0 0 0 0,-1 0 0 0 0,1 0 0 0 0,-1 1 0 0 0,1-1 0 0 0,-1 0 1 0 0,1 1-1 0 0,-1-1 0 0 0,1 1 0 0 0,0 0 0 0 0,-1-1 0 0 0,1 1 0 0 0,0 0 0 0 0,-1 0 1 0 0,1 0-1 0 0,0 0 0 0 0,-1 0 0 0 0,1 0 0 0 0,0 1 0 0 0,-1-1 0 0 0,1 1 0 0 0,0-1 1 0 0,-1 1-1 0 0,1-1 0 0 0,-1 1 0 0 0,1 0 0 0 0,-1 0 0 0 0,1 0 0 0 0,-1 0 0 0 0,0 0 1 0 0,1 0-1 0 0,1 2 0 0 0,4 5 2 0 0,0 1 0 0 0,-1 0 0 0 0,0 1 0 0 0,0-1 0 0 0,5 13 0 0 0,7 11-270 0 0,-5-15-33 0 0</inkml:trace>
</inkml:ink>
</file>

<file path=ppt/ink/ink3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5:19.26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 56 6449 0 0,'10'-27'1279'0'0,"1"-1"5468"0"0,-16 42-999 0 0,-7 21-4907 0 0,8-11-746 0 0,1 0-1 0 0,0 1 0 0 0,2-1 1 0 0,1 0-1 0 0,1 1 0 0 0,1-1 0 0 0,1 0 1 0 0,9 33-1 0 0,-9-46-96 0 0,1-1 0 0 0,-1 0 0 0 0,2 0 0 0 0,-1-1 1 0 0,1 0-1 0 0,1 1 0 0 0,0-2 0 0 0,0 1 0 0 0,11 11 0 0 0,-11-15 24 0 0,0 0 0 0 0,-1 0 0 0 0,2-1 0 0 0,-1 0 0 0 0,0 0 0 0 0,1 0 0 0 0,0-1 0 0 0,0 0 1 0 0,0 0-1 0 0,0-1 0 0 0,0 0 0 0 0,0 0 0 0 0,0-1 0 0 0,14 1 0 0 0,-16-1-2 0 0,-1-1 1 0 0,1 0 0 0 0,-1 0 0 0 0,0 0-1 0 0,1-1 1 0 0,-1 1 0 0 0,0-1-1 0 0,1 0 1 0 0,-1-1 0 0 0,0 1-1 0 0,0-1 1 0 0,0 1 0 0 0,0-1-1 0 0,0-1 1 0 0,0 1 0 0 0,-1 0-1 0 0,1-1 1 0 0,-1 0 0 0 0,1 0-1 0 0,-1 0 1 0 0,3-4 0 0 0,-2 2-2 0 0,-1 0 0 0 0,-1 0 0 0 0,1 0 0 0 0,-1 0 0 0 0,0-1 0 0 0,0 1 0 0 0,0-1 0 0 0,-1 1 0 0 0,0-1 0 0 0,0 0 0 0 0,0 0 0 0 0,-1 1 0 0 0,0-1 0 0 0,0 0 0 0 0,-2-11 0 0 0,-1-1 10 0 0,-1 1 0 0 0,-1 0 0 0 0,0-1 0 0 0,-1 1 0 0 0,-1 1 0 0 0,-1 0 0 0 0,0 0 0 0 0,-19-26 0 0 0,20 32-115 0 0,0 0-1 0 0,-1 0 1 0 0,0 1 0 0 0,0 0-1 0 0,-1 1 1 0 0,-1 0-1 0 0,1 0 1 0 0,-1 1-1 0 0,-1 0 1 0 0,1 1 0 0 0,-1 0-1 0 0,0 0 1 0 0,-18-5-1 0 0,8 7-1049 0 0,1 2-303 0 0</inkml:trace>
</inkml:ink>
</file>

<file path=ppt/ink/ink3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5:19.64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0 134 10594 0 0,'5'-1'227'0'0,"0"-1"-1"0"0,0 0 1 0 0,-1 1 0 0 0,1 0-1 0 0,0 0 1 0 0,0 1-1 0 0,0-1 1 0 0,0 1-1 0 0,0 0 1 0 0,0 1-1 0 0,0-1 1 0 0,0 1 0 0 0,0 0-1 0 0,0 0 1 0 0,0 0-1 0 0,0 1 1 0 0,-1 0-1 0 0,1 0 1 0 0,0 0-1 0 0,-1 0 1 0 0,0 1 0 0 0,1 0-1 0 0,-1-1 1 0 0,0 2-1 0 0,4 4 1 0 0,-1-1 81 0 0,-2 1 1 0 0,1 0-1 0 0,-1 1 1 0 0,0-1-1 0 0,-1 1 1 0 0,0 0-1 0 0,0 0 1 0 0,-1 1 0 0 0,0-1-1 0 0,3 19 1 0 0,-3-14 39 0 0,0-1 0 0 0,1 0 1 0 0,1 0-1 0 0,10 21 1 0 0,-15-34-349 0 0,0 1 0 0 0,1 0 0 0 0,-1 0 0 0 0,1-1 0 0 0,-1 1 0 0 0,0 0 1 0 0,1-1-1 0 0,0 1 0 0 0,-1-1 0 0 0,1 1 0 0 0,-1 0 0 0 0,1-1 1 0 0,0 0-1 0 0,-1 1 0 0 0,1-1 0 0 0,0 1 0 0 0,0-1 0 0 0,-1 0 0 0 0,1 1 1 0 0,0-1-1 0 0,0 0 0 0 0,0 0 0 0 0,-1 0 0 0 0,1 1 0 0 0,0-1 0 0 0,0 0 1 0 0,1 0-1 0 0,0-1 0 0 0,-1 0 0 0 0,1 1 1 0 0,0-1-1 0 0,-1 0 1 0 0,1 1-1 0 0,-1-1 0 0 0,1 0 1 0 0,-1 0-1 0 0,1-1 1 0 0,-1 1-1 0 0,0 0 0 0 0,2-2 1 0 0,5-6-9 0 0,-1-1 1 0 0,0 1-1 0 0,6-13 1 0 0,-10 16-10 0 0,17-31-374 0 0,-2-1-1 0 0,-2 0 1 0 0,14-49 0 0 0,-3 9 305 0 0,-14 55 1403 0 0,-6 22-157 0 0,0 14-633 0 0,-6-9-503 0 0,4 16 74 0 0,1-1-1 0 0,1 0 0 0 0,11 22 1 0 0,-15-36-128 0 0,0 0 0 0 0,0 0 0 0 0,1 0 0 0 0,0 0 0 0 0,-1-1 1 0 0,1 0-1 0 0,1 1 0 0 0,-1-1 0 0 0,1-1 0 0 0,-1 1 0 0 0,1-1 0 0 0,0 0 0 0 0,1 0 0 0 0,-1 0 0 0 0,9 3 1 0 0,11 0-422 0 0</inkml:trace>
</inkml:ink>
</file>

<file path=ppt/ink/ink3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5:19.83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 94 3681 0 0,'-6'-26'-138'0'0,"-3"-41"16022"0"0,29 110-14507 0 0,2 28-924 0 0,45 128 1433 0 0,-49-158-5184 0 0,24 44 1 0 0,-29-63-3809 0 0</inkml:trace>
</inkml:ink>
</file>

<file path=ppt/ink/ink3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5:20.04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1 184 8754 0 0,'0'-2'156'0'0,"1"-1"-1"0"0,0 1 1 0 0,-1 0 0 0 0,1 0-1 0 0,0 0 1 0 0,1 0 0 0 0,-1 1 0 0 0,0-1-1 0 0,1 0 1 0 0,-1 0 0 0 0,0 1-1 0 0,1-1 1 0 0,0 1 0 0 0,-1-1 0 0 0,4-1-1 0 0,35-25 2152 0 0,-28 21-2276 0 0,12-10 238 0 0,1 2 1 0 0,0 2-1 0 0,1 0 1 0 0,1 1-1 0 0,28-8 1 0 0,-27 12-1681 0 0,0 2-1 0 0,50-6 1 0 0,-64 10 1311 0 0</inkml:trace>
</inkml:ink>
</file>

<file path=ppt/ink/ink3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5:20.21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11979 0 0,'2'1'166'0'0,"-1"-1"-1"0"0,1 0 1 0 0,-1 1 0 0 0,1 0 0 0 0,-1-1 0 0 0,0 1 0 0 0,1 0 0 0 0,-1 0 0 0 0,0-1 0 0 0,1 1 0 0 0,-1 0 0 0 0,0 0 0 0 0,0 0 0 0 0,0 1 0 0 0,0-1 0 0 0,0 0 0 0 0,0 0 0 0 0,0 1 0 0 0,0-1 0 0 0,-1 0-1 0 0,1 1 1 0 0,1 2 0 0 0,13 39 2436 0 0,-13-34-2526 0 0,6 22 788 0 0,-2 1 0 0 0,3 61 0 0 0,2 8 276 0 0,-5-89-2052 0 0,-6-12 888 0 0,0 0 0 0 0,0 0 1 0 0,0 0-1 0 0,0 0 0 0 0,1 0 1 0 0,-1 0-1 0 0,0 0 0 0 0,0 0 1 0 0,0 0-1 0 0,0 0 0 0 0,1 0 1 0 0,-1 1-1 0 0,0-1 0 0 0,0 0 1 0 0,0 0-1 0 0,0 0 0 0 0,1 0 1 0 0,-1 0-1 0 0,0 0 1 0 0,0-1-1 0 0,0 1 0 0 0,1 0 1 0 0,-1 0-1 0 0,0 0 0 0 0,0 0 1 0 0,0 0-1 0 0,0 0 0 0 0,1 0 1 0 0,-1 0-1 0 0,0 0 0 0 0,0 0 1 0 0,0 0-1 0 0,0-1 0 0 0,0 1 1 0 0,1 0-1 0 0,-1 0 0 0 0,0 0 1 0 0,0 0-1 0 0,0 0 0 0 0,0-1 1 0 0,0 1-1 0 0,0 0 1 0 0,0 0-1 0 0,0 0 0 0 0,0 0 1 0 0,0-1-1 0 0,0 1 0 0 0,1 0 1 0 0,-1 0-1 0 0,0 0 0 0 0,0-1 1 0 0,0 1-1 0 0,0 0 0 0 0,0 0 1 0 0,-1 0-1 0 0,1 0 0 0 0,0-1 1 0 0,0 1-1 0 0,0 0 0 0 0,0 0 1 0 0,0 0-1 0 0,0 0 0 0 0,0-1 1 0 0,0 1-1 0 0,0 0 1 0 0,0 0-1 0 0,-1 0 0 0 0,2-8-1432 0 0</inkml:trace>
</inkml:ink>
</file>

<file path=ppt/ink/ink3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5:20.68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9 278 6449 0 0,'-3'-12'272'0'0,"1"-1"-1"0"0,0 1 1 0 0,1-1-1 0 0,1 1 1 0 0,0-1-1 0 0,2-18 1 0 0,0 18 65 0 0,13-59 1817 0 0,-14 67-1798 0 0,1 0 0 0 0,0-1 0 0 0,0 1 1 0 0,0 0-1 0 0,1 0 0 0 0,0 1 0 0 0,0-1 1 0 0,0 1-1 0 0,0-1 0 0 0,8-6 0 0 0,-10 10-271 0 0,0 0-1 0 0,-1 0 1 0 0,1 0-1 0 0,0 1 1 0 0,0-1 0 0 0,0 0-1 0 0,0 1 1 0 0,0-1-1 0 0,0 1 1 0 0,0-1-1 0 0,0 1 1 0 0,0-1 0 0 0,0 1-1 0 0,0 0 1 0 0,0 0-1 0 0,0-1 1 0 0,1 1-1 0 0,-1 0 1 0 0,0 0 0 0 0,0 0-1 0 0,0 0 1 0 0,0 0-1 0 0,0 1 1 0 0,0-1-1 0 0,2 1 1 0 0,-2-1 1 0 0,1 1 0 0 0,-1 0 0 0 0,0 1 0 0 0,0-1 0 0 0,1 0 0 0 0,-1 0 0 0 0,0 0 0 0 0,0 1 0 0 0,0-1 0 0 0,0 1 0 0 0,-1-1 0 0 0,1 0 0 0 0,0 1 0 0 0,-1-1 0 0 0,1 3 0 0 0,2 3 107 0 0,-2 0 0 0 0,1 0 0 0 0,-1 0 0 0 0,0 0-1 0 0,-1 0 1 0 0,0 14 0 0 0,-2-8-66 0 0,-2 1 0 0 0,1-1-1 0 0,-12 26 1 0 0,9-25-976 0 0,1 1 1 0 0,-6 24-1 0 0,11-39 687 0 0,0 1-1 0 0,-1-1 1 0 0,1 1-1 0 0,0-1 0 0 0,0 1 1 0 0,0-1-1 0 0,0 1 1 0 0,0-1-1 0 0,0 0 1 0 0,0 1-1 0 0,0-1 1 0 0,0 1-1 0 0,0-1 1 0 0,0 1-1 0 0,0-1 1 0 0,0 1-1 0 0,1-1 1 0 0,-1 1-1 0 0,0-1 0 0 0,0 1 1 0 0,0-1-1 0 0,1 0 1 0 0,-1 1-1 0 0,0-1 1 0 0,0 1-1 0 0,4 1-1137 0 0,15-4-2567 0 0,17-17 219 0 0,-28 12 3310 0 0,0 1 0 0 0,0-1 1 0 0,-1 0-1 0 0,0-1 1 0 0,0 0-1 0 0,9-13 0 0 0,23-54 3677 0 0,-22 39 845 0 0,-16 35-3821 0 0,-1 0 0 0 0,1 0 0 0 0,0-1 0 0 0,-1 1 0 0 0,1 0 0 0 0,0 0-1 0 0,0 0 1 0 0,0 0 0 0 0,0 0 0 0 0,0 0 0 0 0,0 0 0 0 0,0 0-1 0 0,2 0 1 0 0,-3 0-205 0 0,1 1 1 0 0,-1 0-1 0 0,1 0 0 0 0,-1 0 0 0 0,1 0 0 0 0,0 0 0 0 0,-1 0 1 0 0,1 0-1 0 0,-1 0 0 0 0,1 0 0 0 0,-1 0 0 0 0,1 0 0 0 0,-1 0 1 0 0,1 0-1 0 0,0 0 0 0 0,-1 1 0 0 0,1-1 0 0 0,-1 0 0 0 0,1 0 0 0 0,-1 1 1 0 0,0-1-1 0 0,2 1 0 0 0,1 2 254 0 0,0 1 0 0 0,0-1-1 0 0,0 1 1 0 0,0 0 0 0 0,-1 0 0 0 0,4 5 0 0 0,-1 0-650 0 0,1 0 297 0 0,0 0 1 0 0,0 0-1 0 0,16 15 1 0 0,-20-21-144 0 0,1-1 1 0 0,0 1-1 0 0,0-1 1 0 0,0 0-1 0 0,0 0 0 0 0,0 0 1 0 0,0 0-1 0 0,1-1 1 0 0,-1 1-1 0 0,1-1 1 0 0,-1 0-1 0 0,1 0 1 0 0,-1 0-1 0 0,1 0 0 0 0,5 0 1 0 0,-6-3-3 0 0,-1 1 1 0 0,1 0-1 0 0,-1-1 0 0 0,1 1 0 0 0,-1-1 1 0 0,1 0-1 0 0,-1 0 0 0 0,0 0 1 0 0,0 0-1 0 0,0 0 0 0 0,0-1 0 0 0,-1 1 1 0 0,1 0-1 0 0,0-1 0 0 0,-1 0 1 0 0,2-3-1 0 0,5-7-273 0 0,19-27-541 0 0,-22 31 768 0 0,0 0 0 0 0,1 0 0 0 0,0 0 0 0 0,1 1 0 0 0,0 0 0 0 0,0 1 0 0 0,16-14 0 0 0,-22 21 163 0 0,-1 0-1 0 0,1-1 0 0 0,-1 1 0 0 0,1 0 1 0 0,-1 0-1 0 0,1-1 0 0 0,0 1 0 0 0,-1 0 1 0 0,1 0-1 0 0,0 0 0 0 0,-1 0 0 0 0,1 0 1 0 0,0 0-1 0 0,-1 0 0 0 0,1 0 0 0 0,0 0 1 0 0,-1 0-1 0 0,1 0 0 0 0,-1 1 0 0 0,1-1 1 0 0,0 0-1 0 0,-1 0 0 0 0,1 1 0 0 0,-1-1 1 0 0,1 0-1 0 0,-1 1 0 0 0,1-1 0 0 0,0 0 1 0 0,-1 1-1 0 0,0-1 0 0 0,1 1 0 0 0,-1-1 1 0 0,1 1-1 0 0,-1-1 0 0 0,1 1 0 0 0,-1-1 1 0 0,0 1-1 0 0,0 0 0 0 0,1 0 0 0 0,14 33-172 0 0,-8-16-771 0 0,1-6 378 0 0</inkml:trace>
</inkml:ink>
</file>

<file path=ppt/ink/ink3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5:20.87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13827 0 0,'2'1'141'0'0,"0"-1"0"0"0,-1 1 0 0 0,1 0 0 0 0,0 0-1 0 0,0 0 1 0 0,0 0 0 0 0,-1 0 0 0 0,1 0 0 0 0,0 0 0 0 0,-1 1 0 0 0,1-1 0 0 0,-1 1 0 0 0,1-1 0 0 0,-1 1 0 0 0,0 0-1 0 0,0-1 1 0 0,0 1 0 0 0,0 0 0 0 0,0 0 0 0 0,0 0 0 0 0,1 3 0 0 0,17 47 1865 0 0,-17-46-1904 0 0,4 22 274 0 0,-1 0 1 0 0,-1 0 0 0 0,-1 0-1 0 0,-1 1 1 0 0,-2-1 0 0 0,-6 53-1 0 0,2-52-698 0 0</inkml:trace>
</inkml:ink>
</file>

<file path=ppt/ink/ink3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5:21.01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14 200 17972 0 0,'-9'-16'800'0'0,"5"4"160"0"0,4 1-768 0 0,1 1-192 0 0,3 3 0 0 0,2 2 0 0 0,3-2 528 0 0,4-3 72 0 0,8-6 9 0 0,8-5 7 0 0,8-1-392 0 0,5 1-88 0 0,1 2-8 0 0,0 6-8 0 0,-1 3-192 0 0</inkml:trace>
</inkml:ink>
</file>

<file path=ppt/ink/ink3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24.6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 33 7834 0 0,'-33'-33'1192'0'0,"41"50"-569"0"0,64 345 2089 0 0,-35-160-1938 0 0,45 149-217 0 0,-55-260-419 0 0,70 157 0 0 0,-79-208-63 0 0,-10-19 187 0 0,2 0 1 0 0,13 20-1 0 0,-23-40-251 0 0,0-1 0 0 0,0 0 1 0 0,0 0-1 0 0,0 0 0 0 0,0 0 1 0 0,0 0-1 0 0,0 0 0 0 0,0 0 1 0 0,0 0-1 0 0,0 1 0 0 0,1-1 1 0 0,-1 0-1 0 0,0 0 0 0 0,0 0 1 0 0,0 0-1 0 0,0 0 0 0 0,0 0 1 0 0,0 0-1 0 0,0 0 0 0 0,1 0 0 0 0,-1 0 1 0 0,0 0-1 0 0,0 0 0 0 0,0 0 1 0 0,0 0-1 0 0,0 0 0 0 0,0 0 1 0 0,0 0-1 0 0,1 0 0 0 0,-1 0 1 0 0,0 0-1 0 0,0 0 0 0 0,0 0 1 0 0,0 0-1 0 0,0 0 0 0 0,0 0 1 0 0,1 0-1 0 0,-1 0 0 0 0,0 0 0 0 0,0 0 1 0 0,0 0-1 0 0,0 0 0 0 0,0 0 1 0 0,0 0-1 0 0,0 0 0 0 0,0-1 1 0 0,1 1-1 0 0,-1 0 0 0 0,0 0 1 0 0,0 0-1 0 0,0 0 0 0 0,4-10 261 0 0,2-11-31 0 0,8-113 892 0 0,-2-195 0 0 0,-12 257-1046 0 0,0-62 44 0 0,4-140 19 0 0,0 219-337 0 0,3 0 0 0 0,24-102 0 0 0,-28 146-241 0 0,0 0-1 0 0,0 0 1 0 0,1 1 0 0 0,1-1-1 0 0,0 1 1 0 0,0 0 0 0 0,1 0-1 0 0,0 0 1 0 0,1 1 0 0 0,15-17-1 0 0,-4 14-4581 0 0</inkml:trace>
</inkml:ink>
</file>

<file path=ppt/ink/ink3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25.0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154 225 3225 0 0,'-4'-21'398'0'0,"-1"-1"1"0"0,-1 1-1 0 0,0 0 1 0 0,-2 1 0 0 0,-1 0-1 0 0,0 0 1 0 0,-24-36-1 0 0,32 54-266 0 0,0 0-1 0 0,0 1 0 0 0,-1-1 0 0 0,1 0 0 0 0,0 1 1 0 0,0-1-1 0 0,-1 1 0 0 0,1 0 0 0 0,-1-1 0 0 0,0 1 0 0 0,1 0 1 0 0,-1 0-1 0 0,0 0 0 0 0,0 0 0 0 0,1 0 0 0 0,-5-1 1 0 0,6 2-65 0 0,-1 1 1 0 0,0-1 0 0 0,0 0 0 0 0,0 0-1 0 0,0 0 1 0 0,0 0 0 0 0,0 1-1 0 0,0-1 1 0 0,0 1 0 0 0,1-1 0 0 0,-1 0-1 0 0,0 1 1 0 0,0-1 0 0 0,0 1 0 0 0,1 0-1 0 0,-1-1 1 0 0,0 1 0 0 0,1 0 0 0 0,-1-1-1 0 0,0 1 1 0 0,1 0 0 0 0,-1 0-1 0 0,1-1 1 0 0,-1 2 0 0 0,-3 6 125 0 0,1-1 1 0 0,1 0-1 0 0,-1 1 0 0 0,1 0 1 0 0,0 0-1 0 0,-1 12 1 0 0,0 12 68 0 0,0 1 0 0 0,2 0 1 0 0,5 45-1 0 0,-3-65-157 0 0,1-1 0 0 0,0 1 0 0 0,1-1 0 0 0,0 1 1 0 0,1-1-1 0 0,0 0 0 0 0,1-1 0 0 0,1 1 0 0 0,0-1 0 0 0,0 0 1 0 0,15 19-1 0 0,-18-27-86 0 0,-1 0 0 0 0,1-1 1 0 0,1 1-1 0 0,-1 0 1 0 0,0-1-1 0 0,1 0 1 0 0,-1 0-1 0 0,1 0 0 0 0,-1 0 1 0 0,1-1-1 0 0,0 1 1 0 0,5 0-1 0 0,-7-1-22 0 0,-1-1 0 0 0,1 0 1 0 0,-1 0-1 0 0,1 0 0 0 0,-1 0 0 0 0,0 0 0 0 0,1 0 1 0 0,-1 0-1 0 0,1-1 0 0 0,-1 1 0 0 0,0 0 0 0 0,1-1 1 0 0,-1 1-1 0 0,0-1 0 0 0,1 0 0 0 0,-1 1 0 0 0,0-1 0 0 0,0 0 1 0 0,0 0-1 0 0,0 0 0 0 0,0 0 0 0 0,1 0 0 0 0,-2 0 1 0 0,1 0-1 0 0,0 0 0 0 0,0 0 0 0 0,0 0 0 0 0,0 0 1 0 0,-1-1-1 0 0,1 1 0 0 0,0 0 0 0 0,-1 0 0 0 0,0-1 0 0 0,1 1 1 0 0,-1-1-1 0 0,0 1 0 0 0,1 0 0 0 0,-1-3 0 0 0,1-5-17 0 0,0 1 0 0 0,-1 0-1 0 0,0-1 1 0 0,0 1 0 0 0,-1-1 0 0 0,0 1-1 0 0,-1 0 1 0 0,0-1 0 0 0,0 1-1 0 0,0 0 1 0 0,-1 0 0 0 0,-4-7-1 0 0,-7-12-521 0 0,0 1-1 0 0,-20-24 1 0 0,27 39 145 0 0,-10-14-817 0 0</inkml:trace>
</inkml:ink>
</file>

<file path=ppt/ink/ink3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25.4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10 920 0 0,'0'-1'10'0'0,"0"1"0"0"0,0-1 0 0 0,0 1-1 0 0,0-1 1 0 0,1 1 0 0 0,-1-1 0 0 0,0 1 0 0 0,0-1 0 0 0,1 1-1 0 0,-1-1 1 0 0,1 1 0 0 0,-1 0 0 0 0,0-1 0 0 0,1 1-1 0 0,-1 0 1 0 0,1-1 0 0 0,-1 1 0 0 0,0 0 0 0 0,1-1-1 0 0,-1 1 1 0 0,1 0 0 0 0,-1 0 0 0 0,1 0 0 0 0,-1 0 0 0 0,1-1-1 0 0,0 1 1 0 0,-1 0 0 0 0,1 0 0 0 0,-1 0 0 0 0,1 0-1 0 0,-1 0 1 0 0,1 0 0 0 0,-1 0 0 0 0,1 0 0 0 0,-1 0 0 0 0,1 1-1 0 0,-1-1 1 0 0,2 0 0 0 0,-1 2 64 0 0,-1-1 0 0 0,1 1 0 0 0,0-1 0 0 0,0 1-1 0 0,-1-1 1 0 0,1 1 0 0 0,0 0 0 0 0,-1-1 0 0 0,0 1 0 0 0,1 0 0 0 0,-1 3 0 0 0,1 53 1644 0 0,-10 45 621 0 0,-1 93 437 0 0,10-170-2450 0 0,2 1 0 0 0,0-1 0 0 0,2 0 0 0 0,1-1-1 0 0,11 36 1 0 0,-14-57-323 0 0,-1 1 1 0 0,1-1-1 0 0,0 0 0 0 0,0 0 0 0 0,1 0 0 0 0,-1 0 0 0 0,1 0 0 0 0,0 0 0 0 0,0-1 1 0 0,0 1-1 0 0,3 2 0 0 0,-5-5-14 0 0,0-1 1 0 0,0 1-1 0 0,0-1 1 0 0,0 1-1 0 0,0-1 1 0 0,0 1-1 0 0,0-1 0 0 0,0 0 1 0 0,0 0-1 0 0,0 1 1 0 0,0-1-1 0 0,0 0 1 0 0,0 0-1 0 0,0 0 1 0 0,0 0-1 0 0,0 0 1 0 0,0 0-1 0 0,0 0 0 0 0,0 0 1 0 0,1-1-1 0 0,0 0 4 0 0,0 0 0 0 0,0 0-1 0 0,0 0 1 0 0,-1-1 0 0 0,1 1-1 0 0,0 0 1 0 0,-1-1 0 0 0,1 1-1 0 0,-1-1 1 0 0,0 0 0 0 0,1 1-1 0 0,-1-1 1 0 0,2-4 0 0 0,9-20-498 0 0,0-2 0 0 0,-2 0-1 0 0,-2 0 1 0 0,0-1 0 0 0,6-47 0 0 0,4-14-301 0 0,-13 69 721 0 0,25-85 13 0 0,-26 95 180 0 0,0 0 1 0 0,1 0-1 0 0,0 1 1 0 0,1 0-1 0 0,0 0 1 0 0,1 1-1 0 0,9-12 1 0 0,-14 20-82 0 0,-1-1 1 0 0,0 0 0 0 0,1 1 0 0 0,0-1 0 0 0,-1 1-1 0 0,1 0 1 0 0,0 0 0 0 0,0-1 0 0 0,-1 1 0 0 0,1 0-1 0 0,0 0 1 0 0,0 1 0 0 0,0-1 0 0 0,1 0 0 0 0,-1 1-1 0 0,0-1 1 0 0,0 1 0 0 0,0 0 0 0 0,0 0 0 0 0,0 0-1 0 0,4 0 1 0 0,-3 1-10 0 0,0 0-1 0 0,0 0 1 0 0,0 0-1 0 0,-1 0 1 0 0,1 1-1 0 0,0-1 1 0 0,-1 1-1 0 0,1 0 1 0 0,-1 0-1 0 0,1 0 1 0 0,-1 0-1 0 0,0 0 1 0 0,3 4 0 0 0,5 8 35 0 0,-1 0 1 0 0,-1 0-1 0 0,0 1 1 0 0,8 21-1 0 0,-15-34-37 0 0,14 35 38 0 0,3-1-1 0 0,35 57 1 0 0,-37-70-367 0 0</inkml:trace>
</inkml:ink>
</file>

<file path=ppt/ink/ink3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25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5529 0 0,'0'0'423'0'0,"9"21"803"0"0,8 48 740 0 0,15 118 1 0 0,-15-67-905 0 0,54 244 1190 0 0,-11-125-7524 0 0,-53-211 1328 0 0</inkml:trace>
</inkml:ink>
</file>

<file path=ppt/ink/ink3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26.2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28 311 6913 0 0,'-2'0'52'0'0,"1"-1"0"0"0,-1 1-1 0 0,1-1 1 0 0,0 1-1 0 0,-1-1 1 0 0,1 1 0 0 0,-1-1-1 0 0,1 0 1 0 0,0 0-1 0 0,-1 1 1 0 0,1-1-1 0 0,0 0 1 0 0,0 0 0 0 0,0 0-1 0 0,0-1 1 0 0,0 1-1 0 0,0 0 1 0 0,0 0-1 0 0,0 0 1 0 0,0-1 0 0 0,0-1-1 0 0,1 1 13 0 0,0 0 0 0 0,1 0 0 0 0,0 0 1 0 0,-1 0-1 0 0,1 0 0 0 0,0 0 0 0 0,0 0 0 0 0,0 0 0 0 0,0 0 0 0 0,0 0 0 0 0,1 0 0 0 0,-1 1 1 0 0,0-1-1 0 0,1 0 0 0 0,-1 1 0 0 0,3-2 0 0 0,13-14 15 0 0,2 1 1 0 0,0 0-1 0 0,0 2 1 0 0,1 0-1 0 0,1 1 1 0 0,1 1-1 0 0,39-16 1 0 0,-17 12-304 0 0,1 1 1 0 0,1 2-1 0 0,48-7 0 0 0,-52 13 171 0 0</inkml:trace>
  <inkml:trace contextRef="#ctx0" brushRef="#br0" timeOffset="1">857 31 7370 0 0,'-17'5'915'0'0,"15"-7"-159"0"0,9-4-335 0 0,-6 5-274 0 0,4-2-10 0 0,0 0-214 0 0,0 0 1 0 0,0 0-1 0 0,0 1 0 0 0,1-1 0 0 0,-1 1 1 0 0,1 0-1 0 0,-1 1 0 0 0,1 0 1 0 0,0-1-1 0 0,0 2 0 0 0,0-1 0 0 0,-1 1 1 0 0,8 0-1 0 0,-9 0 31 0 0,-1 1 0 0 0,1 0 1 0 0,-1 0-1 0 0,1 0 0 0 0,-1 0 1 0 0,1 1-1 0 0,-1-1 0 0 0,0 1 1 0 0,0 0-1 0 0,0 0 0 0 0,0 0 1 0 0,0 0-1 0 0,0 0 0 0 0,-1 1 1 0 0,1-1-1 0 0,-1 1 0 0 0,1 0 0 0 0,-1 0 1 0 0,0 0-1 0 0,0 0 0 0 0,0 0 1 0 0,-1 0-1 0 0,1 0 0 0 0,1 5 1 0 0,5 15 45 0 0</inkml:trace>
</inkml:ink>
</file>

<file path=ppt/ink/ink3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26.5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34 5529 0 0,'-2'2'600'0'0,"4"-2"-600"0"0,-1 0 104 0 0,5 0 16 0 0,1 0 0 0 0,4 0 0 0 0,3-2 48 0 0,0-1 16 0 0,4-1 1 0 0,-2 0-1 0 0,4-1-801 0 0,0 0-159 0 0,0-1-32 0 0,-2-1-8 0 0</inkml:trace>
</inkml:ink>
</file>

<file path=ppt/ink/ink3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27.4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 0 3681 0 0,'-2'1'189'0'0,"-1"-1"1"0"0,1 0 0 0 0,0 1 0 0 0,0 0-1 0 0,0 0 1 0 0,0-1 0 0 0,0 1-1 0 0,0 0 1 0 0,0 0 0 0 0,0 1-1 0 0,1-1 1 0 0,-1 0 0 0 0,0 1-1 0 0,1-1 1 0 0,-1 1 0 0 0,-1 1-1 0 0,2-2-78 0 0,0 0 0 0 0,0 0 0 0 0,1 0 0 0 0,-1 0-1 0 0,0 0 1 0 0,0 0 0 0 0,1 0 0 0 0,-1 1 0 0 0,1-1-1 0 0,-1 0 1 0 0,1 0 0 0 0,-1 1 0 0 0,1-1 0 0 0,0 0-1 0 0,-1 0 1 0 0,1 1 0 0 0,0-1 0 0 0,0 0-1 0 0,0 1 1 0 0,0-1 0 0 0,0 0 0 0 0,1 1 0 0 0,-1-1-1 0 0,0 0 1 0 0,0 0 0 0 0,2 3 0 0 0,1-1 37 0 0,-1 1 0 0 0,1-1 0 0 0,1 0 0 0 0,-1-1 0 0 0,0 1 0 0 0,1 0 1 0 0,-1-1-1 0 0,1 0 0 0 0,0 0 0 0 0,0 0 0 0 0,0 0 0 0 0,0-1 0 0 0,0 0 0 0 0,0 1 0 0 0,0-1 1 0 0,0-1-1 0 0,9 2 0 0 0,2-1 254 0 0,1-1-1 0 0,-1 0 1 0 0,27-3 0 0 0,5-5 351 0 0,84-26 1 0 0,-55 10-5153 0 0,-44 13-446 0 0</inkml:trace>
</inkml:ink>
</file>

<file path=ppt/ink/ink3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28.3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0 5529 0 0,'-3'97'2770'0'0,"1"53"-1570"0"0,9-47-473 0 0,4 0-1 0 0,5 0 0 0 0,4-2 1 0 0,62 184-1 0 0,-76-267-956 0 0,1 0 0 0 0,1 0 1 0 0,1-1-1 0 0,0 0 0 0 0,1-1 0 0 0,14 17 0 0 0,-15-23-3938 0 0</inkml:trace>
</inkml:ink>
</file>

<file path=ppt/ink/ink3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28.7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63 6913 0 0,'1'-1'35'0'0,"-1"0"-1"0"0,0 0 0 0 0,1 0 0 0 0,-1 0 0 0 0,1 0 0 0 0,-1 0 0 0 0,1 0 0 0 0,-1 0 0 0 0,1 0 0 0 0,0 0 0 0 0,-1 0 0 0 0,1 0 0 0 0,0 0 0 0 0,0 0 0 0 0,0 1 0 0 0,0-1 0 0 0,0 0 0 0 0,0 0 0 0 0,0 1 0 0 0,0-1 0 0 0,0 1 0 0 0,0-1 0 0 0,2 0 0 0 0,32-9-212 0 0,-26 7 204 0 0,21-5 934 0 0,58-9 1 0 0,-81 15-772 0 0,1 2 0 0 0,-1-1 1 0 0,0 1-1 0 0,1 0 0 0 0,-1 1 0 0 0,1-1 0 0 0,-1 1 1 0 0,0 1-1 0 0,0-1 0 0 0,0 2 0 0 0,0-1 1 0 0,0 0-1 0 0,0 1 0 0 0,8 5 0 0 0,-11-4-134 0 0,-1-1 0 0 0,1 1 0 0 0,0 1-1 0 0,-1-1 1 0 0,0 0 0 0 0,0 1 0 0 0,0-1 0 0 0,-1 1-1 0 0,1 0 1 0 0,-1 0 0 0 0,0 0 0 0 0,-1 0 0 0 0,1 0-1 0 0,-1 1 1 0 0,0-1 0 0 0,0 0 0 0 0,-1 1 0 0 0,1-1-1 0 0,-1 1 1 0 0,0-1 0 0 0,-2 11 0 0 0,-2 8-9 0 0,0 0 0 0 0,-1 0 0 0 0,-13 32 0 0 0,-10 17 387 0 0,-54 99 1 0 0,52-112 343 0 0,29-59-768 0 0,1-1 0 0 0,-1 1-1 0 0,1-1 1 0 0,-1 1 0 0 0,1-1-1 0 0,0 1 1 0 0,0-1 0 0 0,-1 1 0 0 0,1-1-1 0 0,0 1 1 0 0,0-1 0 0 0,-1 1-1 0 0,1 0 1 0 0,0-1 0 0 0,0 1-1 0 0,0-1 1 0 0,0 1 0 0 0,0 0-1 0 0,0-1 1 0 0,0 1 0 0 0,0 0 0 0 0,0-1-1 0 0,0 1 1 0 0,0-1 0 0 0,0 1-1 0 0,1 0 1 0 0,-1-1 0 0 0,0 1-1 0 0,0-1 1 0 0,1 1 0 0 0,-1-1 0 0 0,0 1-1 0 0,1-1 1 0 0,-1 1 0 0 0,0-1-1 0 0,1 1 1 0 0,-1-1 0 0 0,1 1-1 0 0,-1-1 1 0 0,1 0 0 0 0,-1 1-1 0 0,1-1 1 0 0,-1 0 0 0 0,1 1 0 0 0,-1-1-1 0 0,2 0 1 0 0,33 1 197 0 0,-18-2-159 0 0,205-8-1576 0 0,-195 9-3717 0 0</inkml:trace>
</inkml:ink>
</file>

<file path=ppt/ink/ink3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29.1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107 1 8290 0 0,'-3'0'90'0'0,"1"0"0"0"0,-1-1 0 0 0,1 1 1 0 0,-1 0-1 0 0,1 0 0 0 0,-1 0 0 0 0,1 1 0 0 0,0-1 1 0 0,-1 0-1 0 0,1 1 0 0 0,-1 0 0 0 0,1 0 0 0 0,0-1 1 0 0,-1 1-1 0 0,1 1 0 0 0,-3 1 0 0 0,1 0 29 0 0,0 1 0 0 0,1 0 0 0 0,-1-1 0 0 0,1 1 0 0 0,0 1 0 0 0,0-1-1 0 0,-3 6 1 0 0,1 1 130 0 0,0 1-1 0 0,0-1 1 0 0,1 1-1 0 0,1 0 1 0 0,-1 1 0 0 0,2-1-1 0 0,0 0 1 0 0,1 1-1 0 0,0-1 1 0 0,1 22-1 0 0,3 14 726 0 0,14 67 1 0 0,-12-85-589 0 0,41 190 1527 0 0,-9-114-2849 0 0,-26-81-1124 0 0,1-1 0 0 0,18 26 0 0 0,-21-37-2539 0 0</inkml:trace>
</inkml:ink>
</file>

<file path=ppt/ink/ink3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29.4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22 161 6913 0 0,'-4'-1'225'0'0,"-13"-7"149"0"0,16 3-509 0 0,11 0-110 0 0,164-60 4180 0 0,1-1-3456 0 0,-141 55-4583 0 0</inkml:trace>
</inkml:ink>
</file>

<file path=ppt/ink/ink3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29.8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32 355 8290 0 0,'-27'16'1898'0'0,"23"-8"-1222"0"0,20-5-487 0 0,15-7 294 0 0,-1-1 1 0 0,1-2-1 0 0,34-12 0 0 0,2 0 519 0 0,623-140 3709 0 0,66 12-3522 0 0,-670 136-1213 0 0,2 4-1 0 0,-1 4 0 0 0,109 9 0 0 0,-1 18-5521 0 0,-130-12-583 0 0</inkml:trace>
</inkml:ink>
</file>

<file path=ppt/ink/ink3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30.3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74 5985 0 0,'-1'-5'528'0'0,"2"-1"0"0"0,-1 0-1 0 0,0 1 1 0 0,1-1 0 0 0,0 1-1 0 0,1-1 1 0 0,-1 1 0 0 0,1-1-1 0 0,0 1 1 0 0,0 0 0 0 0,5-8-1 0 0,-7 13-463 0 0,1 0 1 0 0,-1 0-1 0 0,1-1 0 0 0,-1 1 0 0 0,1 0 0 0 0,-1 0 1 0 0,1 0-1 0 0,-1 0 0 0 0,1 0 0 0 0,-1 0 0 0 0,1 0 1 0 0,-1 1-1 0 0,1-1 0 0 0,-1 0 0 0 0,1 0 0 0 0,-1 0 1 0 0,0 0-1 0 0,1 1 0 0 0,-1-1 0 0 0,1 0 0 0 0,-1 0 0 0 0,1 1 1 0 0,-1-1-1 0 0,0 0 0 0 0,1 1 0 0 0,-1-1 0 0 0,0 0 1 0 0,1 1-1 0 0,-1-1 0 0 0,0 1 0 0 0,0-1 0 0 0,1 0 1 0 0,-1 1-1 0 0,0-1 0 0 0,0 1 0 0 0,0-1 0 0 0,1 1 0 0 0,-1 0 1 0 0,10 19 653 0 0,6 22 119 0 0,-2 1 0 0 0,13 62 1 0 0,5 94 104 0 0,-27-164-811 0 0,23 182 274 0 0,28 167-2186 0 0,-44-324-900 0 0,-5-35 1305 0 0</inkml:trace>
</inkml:ink>
</file>

<file path=ppt/ink/ink3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31.0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1 124 6913 0 0,'1'-1'-63'0'0,"0"-1"-1"0"0,0 0 0 0 0,1 0 0 0 0,-1 0 0 0 0,0 1 0 0 0,1-1 0 0 0,0 1 0 0 0,-1-1 1 0 0,1 1-1 0 0,0 0 0 0 0,2-2 0 0 0,5-4-186 0 0,4-4 657 0 0,0 0 0 0 0,1 1 0 0 0,0 0 0 0 0,1 2 0 0 0,0-1 0 0 0,0 2-1 0 0,1 0 1 0 0,-1 1 0 0 0,31-8 0 0 0,-40 13-250 0 0,1 0-1 0 0,0 0 1 0 0,0 0-1 0 0,0 1 1 0 0,0 0-1 0 0,0 1 1 0 0,0-1-1 0 0,0 1 1 0 0,0 0 0 0 0,0 1-1 0 0,10 4 1 0 0,-12-4-125 0 0,0 0 1 0 0,0 1-1 0 0,-1 0 1 0 0,1 1-1 0 0,-1-1 1 0 0,0 1-1 0 0,0-1 1 0 0,0 1-1 0 0,0 0 1 0 0,-1 1-1 0 0,1-1 1 0 0,-1 1-1 0 0,0-1 1 0 0,0 1-1 0 0,-1 0 1 0 0,3 8-1 0 0,-2-5-29 0 0,-1 0 0 0 0,0 0 0 0 0,-1 0-1 0 0,0 1 1 0 0,0-1 0 0 0,-1 0 0 0 0,0 1-1 0 0,-1-1 1 0 0,1 0 0 0 0,-2 1 0 0 0,1-1-1 0 0,-1 0 1 0 0,-3 8 0 0 0,-6 18 264 0 0,-27 54 0 0 0,31-74-58 0 0,-64 149 1710 0 0,69-159-1875 0 0,1 0 0 0 0,-1 0 1 0 0,1 1-1 0 0,0-1 0 0 0,0 0 0 0 0,0 0 1 0 0,0 1-1 0 0,1-1 0 0 0,0 0 0 0 0,-1 1 1 0 0,2-1-1 0 0,-1 0 0 0 0,1 1 0 0 0,0 4 1 0 0,1-6-22 0 0,-1-1 0 0 0,0 1 0 0 0,1-1 0 0 0,0 0 0 0 0,-1 0 0 0 0,1 0 0 0 0,0 0 0 0 0,0 0 0 0 0,0 0 0 0 0,0 0 1 0 0,0-1-1 0 0,1 1 0 0 0,-1-1 0 0 0,0 1 0 0 0,1-1 0 0 0,-1 0 0 0 0,1 0 0 0 0,-1 0 0 0 0,1 0 0 0 0,0-1 0 0 0,-1 1 0 0 0,1-1 0 0 0,4 1 0 0 0,8 0-241 0 0,-1 0 0 0 0,1-1-1 0 0,-1 0 1 0 0,0-1-1 0 0,1-1 1 0 0,24-6 0 0 0,87-31-2822 0 0,-79 22 1915 0 0,-7 3-2952 0 0</inkml:trace>
</inkml:ink>
</file>

<file path=ppt/ink/ink3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31.4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190 253 3225 0 0,'0'0'131'0'0,"-1"1"1"0"0,1-1 0 0 0,-1 0-1 0 0,1 1 1 0 0,-1-1 0 0 0,1 0-1 0 0,0 1 1 0 0,-1-1 0 0 0,1 1-1 0 0,-1-1 1 0 0,1 1 0 0 0,0-1-1 0 0,-1 1 1 0 0,1-1 0 0 0,0 1-1 0 0,0-1 1 0 0,-1 1 0 0 0,1 0 0 0 0,0-1-1 0 0,0 1 1 0 0,0-1 0 0 0,0 1-1 0 0,0 0 1 0 0,0-1 0 0 0,0 1-1 0 0,0-1 1 0 0,0 2 0 0 0,-1 23 1145 0 0,1-18-672 0 0,-1 36 946 0 0,2 1 1 0 0,9 55-1 0 0,26 84-1788 0 0,-32-165-715 0 0</inkml:trace>
  <inkml:trace contextRef="#ctx0" brushRef="#br0" timeOffset="1">11 41 6913 0 0,'-3'-3'609'0'0,"1"-1"-481"0"0,0 2-128 0 0,2 1 0 0 0,0-1-272 0 0,-2-2 112 0 0,0-1-8 0 0,2 0-49 0 0,2-1-7 0 0,2 3 0 0 0,3-1 0 0 0,4 2 224 0 0,-1 2-64 0 0</inkml:trace>
</inkml:ink>
</file>

<file path=ppt/ink/ink3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32.0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0 8754 0 0,'-1'1'163'0'0,"0"0"1"0"0,0 0-1 0 0,0 0 1 0 0,1 0-1 0 0,-1 0 0 0 0,0 0 1 0 0,1 0-1 0 0,-1 0 1 0 0,1 0-1 0 0,-1 0 0 0 0,1 0 1 0 0,0 0-1 0 0,-1 0 1 0 0,1 1-1 0 0,0-1 1 0 0,0 0-1 0 0,0 0 0 0 0,0 0 1 0 0,0 2-1 0 0,-2 19-228 0 0,0 20-1488 0 0,2-28-2234 0 0</inkml:trace>
</inkml:ink>
</file>

<file path=ppt/ink/ink3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32.8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68 375 5529 0 0,'-32'-97'2463'0'0,"-4"-14"3879"0"0,36 111-6273 0 0,11 12 822 0 0,11 18-458 0 0,25 66 741 0 0,-18-35-723 0 0,41 61 0 0 0,-57-102-447 0 0,1-1 1 0 0,1 0 0 0 0,1-1 0 0 0,1-1-1 0 0,0-1 1 0 0,37 27 0 0 0,-17-19-5 0 0,1-1 0 0 0,1-2 0 0 0,45 17 0 0 0,-81-37 15 0 0,-1 0 0 0 0,1 1-1 0 0,0-1 1 0 0,0-1 0 0 0,0 1 0 0 0,0 0 0 0 0,-1-1 0 0 0,1 1 0 0 0,0-1 0 0 0,0 0-1 0 0,0 0 1 0 0,0 0 0 0 0,0 0 0 0 0,0-1 0 0 0,0 1 0 0 0,0-1 0 0 0,0 0-1 0 0,0 0 1 0 0,0 0 0 0 0,-1 0 0 0 0,1 0 0 0 0,0-1 0 0 0,-1 1 0 0 0,1-1 0 0 0,3-2-1 0 0,-2 0 84 0 0,-1-1 0 0 0,0 1-1 0 0,1-1 1 0 0,-1 0-1 0 0,-1 0 1 0 0,1 0-1 0 0,-1 0 1 0 0,0 0 0 0 0,0-1-1 0 0,0 1 1 0 0,-1 0-1 0 0,1-11 1 0 0,3-34 208 0 0,-2 0 0 0 0,-2-1 0 0 0,-3 1 1 0 0,-9-57-1 0 0,5 53-1534 0 0,2 1 0 0 0,2-1 0 0 0,7-72 0 0 0,-4 117 410 0 0,1 0 0 0 0,0 0 0 0 0,0 0 0 0 0,5-11 0 0 0,-1 8-3704 0 0</inkml:trace>
</inkml:ink>
</file>

<file path=ppt/ink/ink3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33.3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49 360 6913 0 0,'41'68'1894'0'0,"-31"-35"-663"0"0,0 0 0 0 0,8 62 1 0 0,3 11-121 0 0,0-55-1811 0 0,-19-46 137 0 0</inkml:trace>
  <inkml:trace contextRef="#ctx0" brushRef="#br0" timeOffset="1">16 61 1376 0 0,'-2'-5'461'0'0,"-1"-1"-1"0"0,1 1 1 0 0,0 0-1 0 0,0-1 1 0 0,1 0 0 0 0,0 1-1 0 0,0-1 1 0 0,-1-11-1 0 0,5 26-613 0 0,1 0-1 0 0,-1 0 0 0 0,2-1 1 0 0,-1 1-1 0 0,1-1 0 0 0,11 13 1 0 0,-12-15 156 0 0,6 8-3 0 0</inkml:trace>
</inkml:ink>
</file>

<file path=ppt/ink/ink3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33.6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30 2761 0 0,'5'3'57'0'0,"0"1"0"0"0,0 0 0 0 0,-1 1 0 0 0,1-1 0 0 0,-1 1 0 0 0,0 0 1 0 0,0 0-1 0 0,0 0 0 0 0,4 10 0 0 0,24 57 1755 0 0,-21-46-1412 0 0,36 85 417 0 0,-48-120-639 0 0,0 0 0 0 0,1 0-1 0 0,1 0 1 0 0,-1 0 0 0 0,1-1-1 0 0,1 1 1 0 0,4-15 0 0 0,-3 8-103 0 0,20-76 1017 0 0,-20 83-1033 0 0,0 0 0 0 0,1 1 0 0 0,0-1 0 0 0,0 1 0 0 0,0-1 0 0 0,2 1 0 0 0,10-14 0 0 0,-14 21-1 0 0,-1-1 0 0 0,1 1 1 0 0,0 0-1 0 0,-1-1 0 0 0,1 1 0 0 0,0 0 0 0 0,0 0 1 0 0,-1 0-1 0 0,1 0 0 0 0,0 1 0 0 0,0-1 0 0 0,0 1 1 0 0,0-1-1 0 0,0 1 0 0 0,0-1 0 0 0,0 1 1 0 0,0 0-1 0 0,1 0 0 0 0,-1 0 0 0 0,0 0 0 0 0,0 0 1 0 0,0 1-1 0 0,0-1 0 0 0,0 1 0 0 0,0-1 0 0 0,0 1 1 0 0,0 0-1 0 0,0 0 0 0 0,-1-1 0 0 0,1 1 0 0 0,0 1 1 0 0,0-1-1 0 0,-1 0 0 0 0,1 0 0 0 0,-1 1 0 0 0,1-1 1 0 0,2 3-1 0 0,6 7 382 0 0,0 1 1 0 0,0 0-1 0 0,-1 0 0 0 0,8 15 1 0 0,-7-11-218 0 0,2 2-334 0 0,1 0 1 0 0,0-1-1 0 0,1 0 0 0 0,29 25 1 0 0,-20-25-457 0 0</inkml:trace>
</inkml:ink>
</file>

<file path=ppt/ink/ink3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34.3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14 10594 0 0,'7'2'-104'0'0,"21"-2"330"0"0,37-6 172 0 0,-43 2-848 0 0,0 1-1 0 0,43 0 0 0 0,-56 4 312 0 0,1-1 0 0 0,-1 2-1 0 0,0-1 1 0 0,0 1 0 0 0,0 1 0 0 0,0-1-1 0 0,-1 2 1 0 0,1-1 0 0 0,14 9 0 0 0,1 4 139 0 0</inkml:trace>
</inkml:ink>
</file>

<file path=ppt/ink/ink3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34.6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40 9674 0 0,'-9'7'864'0'0,"3"-5"-696"0"0,3 0-168 0 0,1-1 0 0 0,2 1 272 0 0,2-2 16 0 0,0 0 8 0 0,3 0 1 0 0,4 0-297 0 0,4-2 0 0 0,3-1 0 0 0,2-2 0 0 0,1-1-705 0 0,5-1-159 0 0,-1 0-24 0 0,4-2-8 0 0,-2 2 704 0 0,2-1 192 0 0</inkml:trace>
</inkml:ink>
</file>

<file path=ppt/ink/ink3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36.5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 0 6913 0 0,'-33'19'650'0'0,"32"-18"-540"0"0,-1-1 0 0 0,1 1 0 0 0,0 0 0 0 0,0 0 0 0 0,0 0-1 0 0,0-1 1 0 0,0 1 0 0 0,0 0 0 0 0,0 0 0 0 0,0 0 0 0 0,0 1 0 0 0,1-1 0 0 0,-1 0 0 0 0,0 0 0 0 0,1 0-1 0 0,-1 1 1 0 0,1-1 0 0 0,-1 0 0 0 0,1 0 0 0 0,0 1 0 0 0,-1-1 0 0 0,1 0 0 0 0,0 1 0 0 0,0-1-1 0 0,0 0 1 0 0,0 2 0 0 0,1-2-29 0 0,0 0 0 0 0,-1 1 0 0 0,1-2-1 0 0,0 1 1 0 0,0 0 0 0 0,0 0 0 0 0,1 0-1 0 0,-1 0 1 0 0,0-1 0 0 0,0 1 0 0 0,0 0 0 0 0,1-1-1 0 0,-1 1 1 0 0,0-1 0 0 0,0 1 0 0 0,1-1-1 0 0,-1 0 1 0 0,0 0 0 0 0,1 0 0 0 0,-1 1 0 0 0,2-2-1 0 0,35 1 666 0 0,-31 0-548 0 0,90-7 1106 0 0,56 0-1781 0 0,-122 9-4551 0 0</inkml:trace>
</inkml:ink>
</file>

<file path=ppt/ink/ink3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38.2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30 185 3681 0 0,'-7'-35'1032'0'0,"1"-1"1"0"0,-1-62 0 0 0,6 83 1748 0 0,-2 30-1306 0 0,-2 30-365 0 0,7 55-221 0 0,4-1 0 0 0,26 133 0 0 0,-12-101-1059 0 0,-11-74-925 0 0,1 1-3778 0 0</inkml:trace>
</inkml:ink>
</file>

<file path=ppt/ink/ink3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38.6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48 6913 0 0,'0'0'39'0'0,"0"0"-1"0"0,0 1 0 0 0,1-1 1 0 0,-1 0-1 0 0,0 0 0 0 0,0 0 0 0 0,0 0 1 0 0,0 0-1 0 0,0 1 0 0 0,0-1 1 0 0,0 0-1 0 0,0 0 0 0 0,0 0 1 0 0,0 0-1 0 0,1 0 0 0 0,-1 0 0 0 0,0 0 1 0 0,0 0-1 0 0,0 1 0 0 0,0-1 1 0 0,0 0-1 0 0,0 0 0 0 0,1 0 0 0 0,-1 0 1 0 0,0 0-1 0 0,0 0 0 0 0,0 0 1 0 0,0 0-1 0 0,0 0 0 0 0,1 0 0 0 0,-1 0 1 0 0,0 0-1 0 0,0 0 0 0 0,0 0 1 0 0,0 0-1 0 0,1 0 0 0 0,-1 0 0 0 0,0 0 1 0 0,0 0-1 0 0,0 0 0 0 0,0 0 1 0 0,0 0-1 0 0,0-1 0 0 0,1 1 0 0 0,-1 0 1 0 0,0 0-1 0 0,0 0 0 0 0,0 0 1 0 0,0 0-1 0 0,0 0 0 0 0,0 0 0 0 0,0 0 1 0 0,1-1-1 0 0,-1 1 0 0 0,0 0 1 0 0,0 0-1 0 0,0 0 0 0 0,0 0 0 0 0,0 0 1 0 0,0 0-1 0 0,0-1 0 0 0,0 1 1 0 0,8 12 525 0 0,-3 13-184 0 0,0 0 0 0 0,-1 0-1 0 0,0 38 1 0 0,1 14 47 0 0,0-42-197 0 0,0 0 0 0 0,2 0 1 0 0,2-1-1 0 0,1 1 0 0 0,2-2 0 0 0,17 35 0 0 0,-24-57-173 0 0,1 0-1 0 0,0-1 1 0 0,1 0-1 0 0,0 0 1 0 0,1 0-1 0 0,0-1 0 0 0,0 0 1 0 0,1 0-1 0 0,0-1 1 0 0,1-1-1 0 0,0 1 0 0 0,0-1 1 0 0,0-1-1 0 0,1 0 1 0 0,0 0-1 0 0,0-1 0 0 0,0-1 1 0 0,1 0-1 0 0,0 0 1 0 0,0-1-1 0 0,15 1 0 0 0,-21-3-48 0 0,0-1-1 0 0,0 0 0 0 0,-1 0 0 0 0,1 0 0 0 0,0-1 0 0 0,0 0 0 0 0,-1 0 0 0 0,1-1 0 0 0,0 1 1 0 0,-1-1-1 0 0,0-1 0 0 0,1 1 0 0 0,4-4 0 0 0,-2 1-14 0 0,0-1 0 0 0,0 1 0 0 0,-1-2-1 0 0,0 1 1 0 0,0-1 0 0 0,0 0 0 0 0,6-11 0 0 0,0-1 112 0 0,-2 0 1 0 0,0-1-1 0 0,-1 0 0 0 0,-1-1 1 0 0,-1 0-1 0 0,6-24 1 0 0,-9 20 4 0 0,0-1 0 0 0,-1 1 0 0 0,-2-1 0 0 0,0 0 0 0 0,-2 0 0 0 0,-1 1 0 0 0,-1-1 0 0 0,-1 0 0 0 0,-1 1 0 0 0,-1-1 0 0 0,-2 1 0 0 0,0 1 0 0 0,-13-28 0 0 0,17 46-85 0 0,0 0 0 0 0,0 1 0 0 0,0 0 1 0 0,-1 0-1 0 0,0 0 0 0 0,0 0 0 0 0,0 0 0 0 0,-1 1 0 0 0,1 0 0 0 0,-1 0 1 0 0,0 0-1 0 0,0 0 0 0 0,0 1 0 0 0,-1 0 0 0 0,1 0 0 0 0,-1 0 0 0 0,0 1 1 0 0,-6-2-1 0 0,6 3-114 0 0,1 0 1 0 0,0 0 0 0 0,-1 1 0 0 0,1 0-1 0 0,0 0 1 0 0,-1 0 0 0 0,1 1-1 0 0,0-1 1 0 0,-1 1 0 0 0,1 1 0 0 0,0-1-1 0 0,0 1 1 0 0,0 0 0 0 0,0 0 0 0 0,0 0-1 0 0,1 1 1 0 0,-1-1 0 0 0,1 1-1 0 0,-1 0 1 0 0,1 1 0 0 0,-6 5 0 0 0,-4 5-5543 0 0</inkml:trace>
</inkml:ink>
</file>

<file path=ppt/ink/ink3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39.0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 0 3225 0 0,'-2'23'2303'0'0,"-7"13"-700"0"0,2 1-1 0 0,1 0 1 0 0,-2 70 0 0 0,9-95-1434 0 0,0 1 1 0 0,0 0-1 0 0,1 0 1 0 0,0-1-1 0 0,1 1 1 0 0,1-1-1 0 0,0 0 1 0 0,1 0-1 0 0,0 0 1 0 0,0-1 0 0 0,1 1-1 0 0,1-2 1 0 0,0 1-1 0 0,1-1 1 0 0,9 12-1 0 0,-12-18-107 0 0,0 1-1 0 0,0-1 1 0 0,0 0-1 0 0,0 0 1 0 0,0 0-1 0 0,1-1 1 0 0,-1 0-1 0 0,1 0 1 0 0,0 0-1 0 0,0-1 1 0 0,0 0-1 0 0,1 0 1 0 0,10 2-1 0 0,-13-4-41 0 0,-1 0-1 0 0,0 0 1 0 0,0 0 0 0 0,1 0-1 0 0,-1 0 1 0 0,0-1-1 0 0,1 1 1 0 0,-1-1-1 0 0,0 0 1 0 0,0 0-1 0 0,0 0 1 0 0,0-1 0 0 0,0 1-1 0 0,0-1 1 0 0,0 0-1 0 0,0 1 1 0 0,-1-1-1 0 0,1 0 1 0 0,-1-1-1 0 0,1 1 1 0 0,-1 0 0 0 0,0-1-1 0 0,0 1 1 0 0,0-1-1 0 0,0 0 1 0 0,0 0-1 0 0,-1 1 1 0 0,2-5-1 0 0,1-4 67 0 0,0 0 0 0 0,-1 1-1 0 0,-1-1 1 0 0,0 0-1 0 0,0-1 1 0 0,-1 1 0 0 0,0 0-1 0 0,-1 0 1 0 0,-1-1-1 0 0,1 1 1 0 0,-5-19 0 0 0,-2 0 115 0 0,0 0-1 0 0,-2 1 1 0 0,-14-31 0 0 0,17 44-202 0 0,-2 0 0 0 0,0 0 0 0 0,-16-22 0 0 0,22 35-105 0 0,0 0-1 0 0,0 0 1 0 0,0 0 0 0 0,-1 0 0 0 0,1 1 0 0 0,-1-1 0 0 0,0 1 0 0 0,1-1 0 0 0,-1 1 0 0 0,0 0 0 0 0,0 0-1 0 0,-1 0 1 0 0,1 1 0 0 0,0-1 0 0 0,-1 1 0 0 0,1 0 0 0 0,-1-1 0 0 0,1 2 0 0 0,-1-1 0 0 0,1 0 0 0 0,-1 1-1 0 0,0-1 1 0 0,-5 1 0 0 0,6 2-158 0 0,-1-1 1 0 0,1 0-1 0 0,0 1 0 0 0,0-1 0 0 0,0 1 0 0 0,1 0 0 0 0,-1 0 0 0 0,0 1 0 0 0,1-1 1 0 0,-1 0-1 0 0,1 1 0 0 0,0-1 0 0 0,0 1 0 0 0,0 0 0 0 0,0 0 0 0 0,0 0 0 0 0,1 0 1 0 0,-1 0-1 0 0,1 0 0 0 0,0 0 0 0 0,-2 5 0 0 0,2 6-3369 0 0</inkml:trace>
</inkml:ink>
</file>

<file path=ppt/ink/ink3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39.3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50 10594 0 0,'1'-4'31'0'0,"0"1"1"0"0,1 0-1 0 0,-1 0 0 0 0,1 0 0 0 0,0 0 0 0 0,0 0 1 0 0,0 0-1 0 0,0 0 0 0 0,0 1 0 0 0,1-1 0 0 0,-1 1 1 0 0,1-1-1 0 0,0 1 0 0 0,0 0 0 0 0,-1 0 0 0 0,1 0 1 0 0,5-2-1 0 0,-7 4 18 0 0,-1 0 1 0 0,1 0 0 0 0,-1 0 0 0 0,1 0-1 0 0,-1 0 1 0 0,1 0 0 0 0,-1 1-1 0 0,1-1 1 0 0,-1 0 0 0 0,0 0 0 0 0,1 0-1 0 0,-1 0 1 0 0,1 1 0 0 0,-1-1-1 0 0,0 0 1 0 0,1 0 0 0 0,-1 1 0 0 0,1-1-1 0 0,-1 0 1 0 0,0 1 0 0 0,0-1-1 0 0,1 0 1 0 0,-1 1 0 0 0,0-1 0 0 0,1 1-1 0 0,-1-1 1 0 0,0 0 0 0 0,0 1-1 0 0,0-1 1 0 0,0 1 0 0 0,1-1 0 0 0,-1 1-1 0 0,0-1 1 0 0,0 1 0 0 0,0-1-1 0 0,0 0 1 0 0,0 1 0 0 0,0-1 0 0 0,0 1-1 0 0,0-1 1 0 0,0 1 0 0 0,-1 0-1 0 0,0 27 713 0 0,1-23-551 0 0,-12 122 1573 0 0,-4 89-455 0 0,16-177-1352 0 0,1-1 0 0 0,2 1-1 0 0,13 63 1 0 0,7-19-2437 0 0,-19-68 933 0 0</inkml:trace>
</inkml:ink>
</file>

<file path=ppt/ink/ink3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39.7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134 1 3225 0 0,'-3'8'264'0'0,"0"1"1"0"0,0-1-1 0 0,-1 0 1 0 0,0 0 0 0 0,-6 9-1 0 0,-1 4 252 0 0,-15 26-46 0 0,9-16 538 0 0,-19 47 0 0 0,32-69-583 0 0,1-1-1 0 0,1 0 1 0 0,0 1-1 0 0,0-1 1 0 0,1 1-1 0 0,-1-1 1 0 0,2 1-1 0 0,0 0 1 0 0,0-1-1 0 0,0 1 1 0 0,2 9-1 0 0,-1-15-336 0 0,0 0 1 0 0,-1-1-1 0 0,1 1 0 0 0,0 0 0 0 0,1-1 0 0 0,-1 1 1 0 0,0-1-1 0 0,1 1 0 0 0,-1-1 0 0 0,1 0 0 0 0,0 1 1 0 0,0-1-1 0 0,0 0 0 0 0,0 0 0 0 0,0 0 0 0 0,0-1 1 0 0,0 1-1 0 0,1 0 0 0 0,-1-1 0 0 0,1 0 1 0 0,-1 1-1 0 0,1-1 0 0 0,0 0 0 0 0,-1 0 0 0 0,1-1 1 0 0,0 1-1 0 0,0 0 0 0 0,-1-1 0 0 0,1 0 0 0 0,4 1 1 0 0,9-2-125 0 0,0 0 0 0 0,0 0 1 0 0,0-1-1 0 0,23-7 1 0 0,2 1-201 0 0,31 2-1535 0 0,-33 4-3125 0 0</inkml:trace>
</inkml:ink>
</file>

<file path=ppt/ink/ink3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40.0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81 498 8754 0 0,'-81'13'2151'0'0,"127"-31"-37"0"0,531-55 3226 0 0,4 41-3606 0 0,9-2-1399 0 0,622-114-119 0 0,-584 22 249 0 0,-532 102-668 0 0,0 4 1 0 0,1 4 0 0 0,154-4 0 0 0,-205 21-518 0 0</inkml:trace>
</inkml:ink>
</file>

<file path=ppt/ink/ink3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41.2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1 5985 0 0,'-1'0'115'0'0,"0"0"-1"0"0,0 1 0 0 0,1-1 1 0 0,-1 1-1 0 0,0-1 0 0 0,1 1 0 0 0,-1-1 1 0 0,0 1-1 0 0,1-1 0 0 0,-1 1 1 0 0,0 0-1 0 0,1-1 0 0 0,-1 1 1 0 0,1 0-1 0 0,0 0 0 0 0,-1-1 1 0 0,1 1-1 0 0,-1 0 0 0 0,1 0 1 0 0,0 0-1 0 0,0-1 0 0 0,-1 1 0 0 0,1 0 1 0 0,0 0-1 0 0,0 0 0 0 0,0 0 1 0 0,0 0-1 0 0,0-1 0 0 0,0 1 1 0 0,0 0-1 0 0,0 0 0 0 0,1 1 1 0 0,2 43 907 0 0,-1-29-536 0 0,4 63 868 0 0,24 229 1275 0 0,-17-222-3632 0 0,37 132 0 0 0,-38-178 339 0 0</inkml:trace>
</inkml:ink>
</file>

<file path=ppt/ink/ink3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41.6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92 7834 0 0,'-1'-2'125'0'0,"1"1"1"0"0,0 0-1 0 0,1-1 1 0 0,-1 1-1 0 0,0-1 1 0 0,0 1-1 0 0,0 0 1 0 0,1-1-1 0 0,-1 1 1 0 0,1 0-1 0 0,-1 0 1 0 0,1-1-1 0 0,0 1 1 0 0,-1 0-1 0 0,1 0 1 0 0,2-2-1 0 0,2 5 1717 0 0,-1 13-599 0 0,-2 123 1250 0 0,2 21-1501 0 0,-1-137-880 0 0,0 0 1 0 0,1 1-1 0 0,1-2 1 0 0,2 1-1 0 0,9 24 1 0 0,-10-33-81 0 0,1-1 1 0 0,0 1-1 0 0,0-1 1 0 0,1-1 0 0 0,1 1-1 0 0,0-2 1 0 0,1 1 0 0 0,0-1-1 0 0,16 13 1 0 0,-20-18-22 0 0,0-1 1 0 0,0 0-1 0 0,0 0 1 0 0,0-1-1 0 0,1 1 1 0 0,0-1-1 0 0,-1-1 1 0 0,1 1-1 0 0,0-1 1 0 0,0 0 0 0 0,1-1-1 0 0,-1 0 1 0 0,0 0-1 0 0,0 0 1 0 0,1-1-1 0 0,-1 0 1 0 0,0-1-1 0 0,1 0 1 0 0,-1 0-1 0 0,9-2 1 0 0,-12 1-4 0 0,-1 0 1 0 0,1 0 0 0 0,0 0-1 0 0,-1 0 1 0 0,1-1-1 0 0,-1 1 1 0 0,0-1 0 0 0,0 0-1 0 0,0 0 1 0 0,0 0 0 0 0,-1 0-1 0 0,1-1 1 0 0,-1 1-1 0 0,0-1 1 0 0,1 1 0 0 0,-2-1-1 0 0,4-7 1 0 0,0-3 34 0 0,-1 1 1 0 0,0-1-1 0 0,-1 1 0 0 0,1-16 1 0 0,-2-5 46 0 0,-1 1 1 0 0,-2-1-1 0 0,-2 1 0 0 0,0 0 1 0 0,-3 0-1 0 0,-1 0 1 0 0,-1 0-1 0 0,-1 1 0 0 0,-2 0 1 0 0,-2 1-1 0 0,-1 1 0 0 0,-21-36 1 0 0,29 57-61 0 0,0 0 0 0 0,0 1 1 0 0,-1 0-1 0 0,0 0 0 0 0,0 0 1 0 0,-1 1-1 0 0,0 0 0 0 0,-1 1 1 0 0,-10-7-1 0 0,15 11-172 0 0,0-1 0 0 0,0 1-1 0 0,0 1 1 0 0,0-1 0 0 0,0 1-1 0 0,0-1 1 0 0,0 1 0 0 0,-1 0-1 0 0,1 1 1 0 0,-1-1 0 0 0,1 1 0 0 0,0 0-1 0 0,-1 0 1 0 0,1 0 0 0 0,-1 0-1 0 0,1 1 1 0 0,0 0 0 0 0,-1 0 0 0 0,1 0-1 0 0,0 1 1 0 0,0-1 0 0 0,0 1-1 0 0,0 0 1 0 0,-5 3 0 0 0</inkml:trace>
</inkml:ink>
</file>

<file path=ppt/ink/ink3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41.9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 35 6913 0 0,'-13'-19'459'0'0,"3"4"2066"0"0,9 15-2424 0 0,1 1-1 0 0,-1-1 1 0 0,1 1 0 0 0,0 0-1 0 0,-1-1 1 0 0,1 1 0 0 0,0-1-1 0 0,-1 1 1 0 0,1-1 0 0 0,0 1-1 0 0,0 0 1 0 0,0-1 0 0 0,-1 1 0 0 0,1 0-1 0 0,0-1 1 0 0,0 1 0 0 0,0 0-1 0 0,0-1 1 0 0,0 1 0 0 0,0 0-1 0 0,0-1 1 0 0,1 1 0 0 0,-1 0-1 0 0,0-1 1 0 0,0 1 0 0 0,0-1-1 0 0,1 2 1 0 0,2 40 881 0 0,20 215 2458 0 0,-17-216-3763 0 0,3 0 1 0 0,1-1-1 0 0,2 0 0 0 0,20 46 1 0 0,-17-54-5265 0 0</inkml:trace>
</inkml:ink>
</file>

<file path=ppt/ink/ink3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42.3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225 0 3225 0 0,'-2'0'76'0'0,"0"1"1"0"0,1-1-1 0 0,-1 0 1 0 0,0 1-1 0 0,1-1 1 0 0,-1 1-1 0 0,1 0 1 0 0,-1-1-1 0 0,1 1 1 0 0,-1 0-1 0 0,1 0 1 0 0,-1 0-1 0 0,1 0 1 0 0,0 0-1 0 0,0 0 1 0 0,-1 0-1 0 0,1 1 1 0 0,-1 1-1 0 0,-1-1 72 0 0,-24 24 538 0 0,2 1-1 0 0,0 2 1 0 0,2 0-1 0 0,1 1 1 0 0,1 2-1 0 0,-19 38 1 0 0,39-69-532 0 0,0 1 0 0 0,0-1 0 0 0,0 1-1 0 0,0-1 1 0 0,0 1 0 0 0,1 0 0 0 0,-1-1 0 0 0,0 1 0 0 0,1 0 0 0 0,-1 0 0 0 0,1-1 0 0 0,0 1 0 0 0,0 0 0 0 0,0 0 0 0 0,0 0 0 0 0,0-1 0 0 0,0 1 0 0 0,0 0 0 0 0,0 0 0 0 0,1 0-1 0 0,-1-1 1 0 0,1 1 0 0 0,-1 0 0 0 0,2 2 0 0 0,0-2 23 0 0,1 0 0 0 0,-1 0 0 0 0,0-1-1 0 0,1 1 1 0 0,0-1 0 0 0,-1 0 0 0 0,1 1-1 0 0,0-1 1 0 0,0 0 0 0 0,-1-1 0 0 0,1 1-1 0 0,0 0 1 0 0,0-1 0 0 0,4 1 0 0 0,22 1 328 0 0,-1 0 0 0 0,45-4 1 0 0,-18-1-4114 0 0,-45 2 2306 0 0,25-3-4171 0 0</inkml:trace>
</inkml:ink>
</file>

<file path=ppt/ink/ink3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43.1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1 239 5529 0 0,'1'-17'10344'0'0,"2"1"-7705"0"0,1-10-3541 0 0,-8 20 1064 0 0,4 6-119 0 0,0 0 0 0 0,0 0 0 0 0,0 0 0 0 0,1 0 0 0 0,-1 0 0 0 0,0 1 1 0 0,0-1-1 0 0,0 0 0 0 0,0 0 0 0 0,0 0 0 0 0,0 0 0 0 0,0 0 0 0 0,0 0 0 0 0,0 1 1 0 0,0-1-1 0 0,0 0 0 0 0,0 0 0 0 0,0 0 0 0 0,0 0 0 0 0,0 0 0 0 0,0 1 0 0 0,0-1 0 0 0,0 0 1 0 0,0 0-1 0 0,0 0 0 0 0,0 0 0 0 0,0 0 0 0 0,-1 0 0 0 0,1 1 0 0 0,0-1 0 0 0,0 0 0 0 0,0 0 87 0 0,0 0-87 0 0,0 0 0 0 0,0 0 0 0 0,0 0 0 0 0,-1 0 0 0 0,1 1 0 0 0,0-1 1 0 0,0 0-1 0 0,0 0 0 0 0,0 0 0 0 0,0 0 0 0 0,0 0 0 0 0,-1 0 0 0 0,1 0 0 0 0,0 0 1 0 0,0 0-1 0 0,0 0 0 0 0,0 0 0 0 0,0 0 0 0 0,-1 0 0 0 0,1 0 0 0 0,0 0 0 0 0,0 0 0 0 0,0 0 1 0 0,0 0-1 0 0,0 0 0 0 0,-1 0 0 0 0,1 0 0 0 0,0 0 0 0 0,0-1 0 0 0,0 1 0 0 0,0 0 0 0 0,0 11 6 0 0,1 0-1 0 0,0 0 1 0 0,1 0-1 0 0,0 0 1 0 0,0 0-1 0 0,1-1 1 0 0,1 1-1 0 0,0-1 1 0 0,0 0-1 0 0,1 0 1 0 0,0 0-1 0 0,9 12 1 0 0,-1-3-40 0 0,0-1 1 0 0,1 0 0 0 0,1 0-1 0 0,1-2 1 0 0,22 20 0 0 0,-28-29 2 0 0,0 1 1 0 0,1-1-1 0 0,0-1 1 0 0,0 0-1 0 0,0-1 0 0 0,1 0 1 0 0,-1-1-1 0 0,20 5 1 0 0,-28-8-2 0 0,0 0 0 0 0,0-1 0 0 0,1 1 0 0 0,-1-1 0 0 0,0 0 0 0 0,0 0 0 0 0,1 0 0 0 0,-1 0 0 0 0,0 0 1 0 0,0-1-1 0 0,1 0 0 0 0,-1 1 0 0 0,0-1 0 0 0,0 0 0 0 0,0-1 0 0 0,0 1 0 0 0,0 0 0 0 0,0-1 0 0 0,0 0 0 0 0,-1 0 0 0 0,1 0 0 0 0,-1 0 0 0 0,1 0 0 0 0,-1 0 0 0 0,0 0 0 0 0,1-1 0 0 0,-1 0 1 0 0,-1 1-1 0 0,1-1 0 0 0,0 0 0 0 0,-1 0 0 0 0,1 0 0 0 0,-1 0 0 0 0,0 0 0 0 0,0 0 0 0 0,2-6 0 0 0,0-5 40 0 0,-1 0 0 0 0,0 0 0 0 0,-1 0 1 0 0,-1-1-1 0 0,-1-25 0 0 0,-17-74-390 0 0,4 29-513 0 0,9 39-591 0 0,3 0-3312 0 0,2-2-1615 0 0</inkml:trace>
</inkml:ink>
</file>

<file path=ppt/ink/ink3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43.5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1 9674 0 0,'-2'7'155'0'0,"-1"-1"-1"0"0,1 1 1 0 0,1 0-1 0 0,-1 0 1 0 0,1 0-1 0 0,1 0 1 0 0,-1 0-1 0 0,1 0 1 0 0,1 14-1 0 0,3 6 414 0 0,10 35 0 0 0,-4-19 120 0 0,-3-15-458 0 0,13 35 1 0 0,-10-34-1974 0 0,-8-22 1008 0 0</inkml:trace>
</inkml:ink>
</file>

<file path=ppt/ink/ink3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43.9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0 6913 0 0,'-1'1'11'0'0,"0"-1"0"0"0,0 1-1 0 0,0 0 1 0 0,0-1 0 0 0,0 1 0 0 0,0 0-1 0 0,0-1 1 0 0,0 1 0 0 0,0 0-1 0 0,1 0 1 0 0,-1 0 0 0 0,0 0-1 0 0,1 0 1 0 0,-1 0 0 0 0,1 0-1 0 0,-1 0 1 0 0,1 0 0 0 0,-1 0-1 0 0,1 0 1 0 0,0 0 0 0 0,-1 1-1 0 0,1-1 1 0 0,0 0 0 0 0,0 0-1 0 0,0 0 1 0 0,0 0 0 0 0,0 1-1 0 0,0-1 1 0 0,1 2 0 0 0,5 45-1382 0 0,-4-35 1124 0 0,-1-5 104 0 0,0 0 1 0 0,1 0-1 0 0,-1 0 1 0 0,2 0-1 0 0,-1 0 1 0 0,1 0-1 0 0,0-1 1 0 0,1 1-1 0 0,0-1 0 0 0,0 0 1 0 0,1 0-1 0 0,-1 0 1 0 0,2-1-1 0 0,-1 0 1 0 0,1 0-1 0 0,9 9 1 0 0,-2-7 142 0 0</inkml:trace>
  <inkml:trace contextRef="#ctx0" brushRef="#br0" timeOffset="1">485 223 2304 0 0,'5'-2'198'0'0,"0"1"0"0"0,1 0 0 0 0,-1 0-1 0 0,0 0 1 0 0,1 1 0 0 0,-1 0-1 0 0,1 0 1 0 0,-1 0 0 0 0,0 1-1 0 0,1-1 1 0 0,-1 1 0 0 0,0 1-1 0 0,1-1 1 0 0,-1 1 0 0 0,0 0-1 0 0,0 0 1 0 0,0 0 0 0 0,0 1-1 0 0,-1 0 1 0 0,1 0 0 0 0,-1 0 0 0 0,0 0-1 0 0,1 1 1 0 0,-2-1 0 0 0,8 9-1 0 0,1 4 347 0 0,-1 0 1 0 0,0 1-1 0 0,-2 0 0 0 0,12 28 0 0 0,-12-26-135 0 0,0 0 1 0 0,2 0-1 0 0,18 26 1 0 0,-29-45-385 0 0,1 1 0 0 0,-1-1 0 0 0,0 1 1 0 0,0-1-1 0 0,1 1 0 0 0,-1-1 0 0 0,1 0 1 0 0,-1 1-1 0 0,0-1 0 0 0,1 0 0 0 0,-1 1 1 0 0,1-1-1 0 0,-1 0 0 0 0,1 1 0 0 0,-1-1 1 0 0,1 0-1 0 0,-1 0 0 0 0,1 0 0 0 0,-1 1 1 0 0,1-1-1 0 0,-1 0 0 0 0,1 0 0 0 0,-1 0 1 0 0,1 0-1 0 0,-1 0 0 0 0,1 0 0 0 0,-1 0 1 0 0,1 0-1 0 0,0 0 0 0 0,10-15 587 0 0,0-40 289 0 0,-7 33-539 0 0,-4 21-351 0 0,31-101 532 0 0,-27 91-478 0 0,1 0 0 0 0,0 0 0 0 0,0 1 0 0 0,2-1 0 0 0,-1 1-1 0 0,14-16 1 0 0,-18 24-51 0 0,0 0 1 0 0,-1 1-1 0 0,1-1 0 0 0,0 1 0 0 0,-1 0 0 0 0,1-1 0 0 0,0 1 0 0 0,0 0 0 0 0,0 0 1 0 0,0 0-1 0 0,0 1 0 0 0,0-1 0 0 0,1 0 0 0 0,-1 1 0 0 0,0-1 0 0 0,0 1 1 0 0,0 0-1 0 0,1 0 0 0 0,-1-1 0 0 0,0 2 0 0 0,0-1 0 0 0,1 0 0 0 0,-1 0 0 0 0,0 1 1 0 0,0-1-1 0 0,0 1 0 0 0,0 0 0 0 0,1-1 0 0 0,-1 1 0 0 0,0 0 0 0 0,0 0 0 0 0,-1 1 1 0 0,1-1-1 0 0,0 0 0 0 0,2 3 0 0 0,6 4-878 0 0,0 1 1 0 0,-1 1-1 0 0,0-1 0 0 0,12 19 1 0 0,-20-26 535 0 0,17 22-4529 0 0</inkml:trace>
</inkml:ink>
</file>

<file path=ppt/ink/ink3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45.1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133 0 9218 0 0,'0'0'707'0'0,"-10"22"818"0"0,-20 75-797 0 0,4 1 0 0 0,4 1 0 0 0,5 1 1 0 0,-6 120-1 0 0,18 407 1266 0 0,9-512-1154 0 0,25 158 1 0 0,-22-234-614 0 0,2 0 1 0 0,1 0 0 0 0,2 0-1 0 0,2-2 1 0 0,1 0 0 0 0,2 0-1 0 0,34 55 1 0 0,-40-78-114 0 0,0 0 0 0 0,1-1 1 0 0,0 0-1 0 0,1-1 0 0 0,0 0 0 0 0,1-1 0 0 0,1 0 1 0 0,0-2-1 0 0,29 16 0 0 0,-35-21-145 0 0,0-1 0 0 0,0 1 1 0 0,0-2-1 0 0,1 1 0 0 0,-1-1 0 0 0,1-1 1 0 0,0 1-1 0 0,15-1 0 0 0,-19-2-196 0 0,1 1-1 0 0,-1-1 0 0 0,1-1 0 0 0,-1 1 1 0 0,0-1-1 0 0,0 0 0 0 0,1 0 0 0 0,-1-1 1 0 0,-1 0-1 0 0,1 0 0 0 0,0 0 0 0 0,-1 0 1 0 0,9-8-1 0 0,5-7-6458 0 0</inkml:trace>
</inkml:ink>
</file>

<file path=ppt/ink/ink3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45.7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40 139 5985 0 0,'-2'0'217'0'0,"1"1"-1"0"0,-1 0 1 0 0,1-1-1 0 0,-1 1 1 0 0,0-1-1 0 0,1 1 1 0 0,-1-1-1 0 0,0 0 1 0 0,0 1-1 0 0,1-1 1 0 0,-1 0 0 0 0,0 0-1 0 0,0-1 1 0 0,1 1-1 0 0,-1 0 1 0 0,0 0-1 0 0,1-1 1 0 0,-1 1-1 0 0,-2-2 1 0 0,4 2-165 0 0,-1 0 1 0 0,1 0-1 0 0,0-1 0 0 0,0 1 1 0 0,-1 0-1 0 0,1 0 1 0 0,0 0-1 0 0,0-1 0 0 0,0 1 1 0 0,-1 0-1 0 0,1 0 1 0 0,0-1-1 0 0,0 1 1 0 0,0 0-1 0 0,0 0 0 0 0,0-1 1 0 0,0 1-1 0 0,-1 0 1 0 0,1 0-1 0 0,0-1 1 0 0,0 1-1 0 0,0 0 0 0 0,0-1 1 0 0,0 1-1 0 0,0 0 1 0 0,0-1-1 0 0,0 1 1 0 0,0 0-1 0 0,0 0 0 0 0,0-1 1 0 0,1 1-1 0 0,-1 0 1 0 0,0-1-1 0 0,0 1 1 0 0,0 0-1 0 0,0-1 0 0 0,19-12 1113 0 0,59-16 1650 0 0,88-22 1 0 0,-125 40-2199 0 0,-1 1 0 0 0,51-4 0 0 0,-69 13-1068 0 0,44 2 0 0 0,-50 0-894 0 0,0 2-1 0 0,0 0 0 0 0,22 7 1 0 0</inkml:trace>
</inkml:ink>
</file>

<file path=ppt/ink/ink3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46.2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 34 6913 0 0,'-23'-33'8994'0'0,"30"57"-7755"0"0,13 86 172 0 0,-5 0 0 0 0,1 142 0 0 0,-12-155-1140 0 0,22 234 260 0 0,-16-255-954 0 0,3 0 1 0 0,30 96 0 0 0,-27-128-1223 0 0,-4-16-4146 0 0,-4-15-29 0 0</inkml:trace>
</inkml:ink>
</file>

<file path=ppt/ink/ink3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46.6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58 3225 0 0,'-1'0'320'0'0,"0"3"111"0"0,0 0-1 0 0,0 0 1 0 0,0 0 0 0 0,0 0 0 0 0,1 0 0 0 0,0 1 0 0 0,0 5 0 0 0,-1-8-292 0 0,1 30 896 0 0,1 1-1 0 0,1 0 1 0 0,12 55 0 0 0,32 91 807 0 0,-46-178-1841 0 0,4 18 168 0 0,2-1 0 0 0,0 0 0 0 0,1-1 0 0 0,1 0 0 0 0,0 0-1 0 0,1 0 1 0 0,16 21 0 0 0,-21-33-89 0 0,0 1 0 0 0,0-1 1 0 0,1 1-1 0 0,-1-2 0 0 0,1 1 0 0 0,0 0 0 0 0,0-1 0 0 0,0 0 0 0 0,0 0 0 0 0,0 0 1 0 0,1-1-1 0 0,-1 0 0 0 0,1 0 0 0 0,0 0 0 0 0,0 0 0 0 0,-1-1 0 0 0,1 0 0 0 0,0-1 1 0 0,0 1-1 0 0,0-1 0 0 0,0 0 0 0 0,0-1 0 0 0,0 1 0 0 0,0-1 0 0 0,0 0 0 0 0,6-2 1 0 0,-6 1 2 0 0,0 0 1 0 0,0 0 0 0 0,-1-1 0 0 0,1 0 0 0 0,-1 0 0 0 0,1 0 0 0 0,-1-1 0 0 0,0 1-1 0 0,0-1 1 0 0,0 0 0 0 0,-1-1 0 0 0,0 1 0 0 0,6-7 0 0 0,-5 2-33 0 0,0 1 0 0 0,0-1 0 0 0,0 0 0 0 0,-1 0 0 0 0,-1 0 0 0 0,1 0 0 0 0,3-18 0 0 0,-4 5 8 0 0,0-1 0 0 0,-1 1 0 0 0,-2-1 0 0 0,0 1 1 0 0,-1-1-1 0 0,-8-38 0 0 0,3 32 10 0 0,-1 1 0 0 0,-2 0-1 0 0,-17-40 1 0 0,20 55-74 0 0,-1 0-1 0 0,0 0 1 0 0,-1 0-1 0 0,0 1 1 0 0,-1 0-1 0 0,0 1 0 0 0,-1 0 1 0 0,-19-17-1 0 0,24 24-244 0 0,-1 0-1 0 0,0 0 0 0 0,0 1 0 0 0,0 0 1 0 0,-1 0-1 0 0,1 0 0 0 0,-1 1 1 0 0,1 0-1 0 0,-1 0 0 0 0,0 1 0 0 0,0 0 1 0 0,0 0-1 0 0,0 1 0 0 0,0-1 1 0 0,0 2-1 0 0,1-1 0 0 0,-1 1 0 0 0,0 0 1 0 0,0 0-1 0 0,-8 3 0 0 0,-2 3-4779 0 0</inkml:trace>
</inkml:ink>
</file>

<file path=ppt/ink/ink3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46.9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36 10594 0 0,'7'-8'531'0'0,"-4"5"-116"0"0,1-1-1 0 0,-1 1 1 0 0,0 0-1 0 0,1 0 1 0 0,-1 1-1 0 0,6-4 1 0 0,-7 5-256 0 0,1 0 1 0 0,-1 1 0 0 0,0-1-1 0 0,0 1 1 0 0,0 0-1 0 0,0-1 1 0 0,0 1 0 0 0,0 0-1 0 0,1 0 1 0 0,-1 0-1 0 0,0 0 1 0 0,0 1 0 0 0,0-1-1 0 0,0 1 1 0 0,0-1-1 0 0,0 1 1 0 0,3 1 0 0 0,3 2 93 0 0,0 1 0 0 0,0-1 1 0 0,0 2-1 0 0,-1-1 1 0 0,1 1-1 0 0,-1 0 0 0 0,-1 1 1 0 0,1-1-1 0 0,-1 1 0 0 0,-1 1 1 0 0,7 9-1 0 0,10 16 216 0 0,19 45 0 0 0,-35-67-368 0 0,38 85 149 0 0,-4 3 0 0 0,-4 0 0 0 0,37 176 0 0 0,-61-220-212 0 0,-4 0-1 0 0,-1 1 0 0 0,-3 0 1 0 0,-5 96-1 0 0,-3-110 40 0 0,-2 0 0 0 0,-1-1 0 0 0,-3 0 0 0 0,-1 0 0 0 0,-2-1 0 0 0,-35 73 0 0 0,35-86-77 0 0,4-7-94 0 0,-2 1 0 0 0,0-1 0 0 0,-16 21 0 0 0,16-34-1983 0 0</inkml:trace>
</inkml:ink>
</file>

<file path=ppt/ink/ink3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47.7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51 218 5985 0 0,'-7'-3'215'0'0,"-19"-7"2154"0"0,9 12 2053 0 0,17 0-4240 0 0,0 0 0 0 0,0 0 0 0 0,0 0 0 0 0,0 0 0 0 0,0 0 0 0 0,1-1 0 0 0,-1 1 0 0 0,0 0 0 0 0,1 0 0 0 0,0 0 0 0 0,-1 0 0 0 0,1-1 0 0 0,0 1 0 0 0,1 2 0 0 0,0 1 58 0 0,82 195 2510 0 0,-65-164-2477 0 0,0-1 0 0 0,2-1 0 0 0,37 45 0 0 0,-48-67-231 0 0,0-1 1 0 0,1-1-1 0 0,1 0 1 0 0,-1 0-1 0 0,2-1 0 0 0,20 12 1 0 0,-28-18 10 0 0,0 0 1 0 0,1-1-1 0 0,-1 1 1 0 0,1-1-1 0 0,0 0 0 0 0,-1-1 1 0 0,1 1-1 0 0,0-1 1 0 0,0-1-1 0 0,0 1 1 0 0,0-1-1 0 0,0 0 0 0 0,0 0 1 0 0,0 0-1 0 0,0-1 1 0 0,0 0-1 0 0,0 0 1 0 0,0-1-1 0 0,8-3 1 0 0,-11 3 0 0 0,0 0 0 0 0,0 0 1 0 0,0 0-1 0 0,0-1 0 0 0,0 0 1 0 0,-1 1-1 0 0,1-1 0 0 0,-1 0 1 0 0,0 0-1 0 0,0-1 0 0 0,0 1 1 0 0,0 0-1 0 0,0-1 0 0 0,-1 1 1 0 0,1-1-1 0 0,-1 1 0 0 0,0-1 1 0 0,0 0-1 0 0,-1 0 0 0 0,1-4 1 0 0,2-12 55 0 0,-2 0 0 0 0,-2-32 0 0 0,1 35-41 0 0,-18-162 202 0 0,11 137-311 0 0,2 0 0 0 0,2 0-1 0 0,1-1 1 0 0,3 1 0 0 0,5-43-1 0 0,-5 80-145 0 0,0 0 0 0 0,0 1 0 0 0,1-1 0 0 0,-1 1 0 0 0,1-1 0 0 0,0 1-1 0 0,1-1 1 0 0,-1 1 0 0 0,1 0 0 0 0,5-7 0 0 0,1 2-1029 0 0</inkml:trace>
</inkml:ink>
</file>

<file path=ppt/ink/ink3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48.1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6913 0 0,'3'0'6149'0'0,"7"7"-2442"0"0,-8 0-2991 0 0,19 98 1513 0 0,-14-61-3024 0 0,19 62 0 0 0</inkml:trace>
</inkml:ink>
</file>

<file path=ppt/ink/ink3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48.5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0 10594 0 0,'-1'1'88'0'0,"1"-1"0"0"0,0 1 1 0 0,-1 0-1 0 0,1-1 0 0 0,0 1 0 0 0,-1 0 0 0 0,1-1 0 0 0,0 1 0 0 0,0 0 0 0 0,-1-1 0 0 0,1 1 0 0 0,0 0 1 0 0,0-1-1 0 0,0 1 0 0 0,0 0 0 0 0,0-1 0 0 0,0 1 0 0 0,0 0 0 0 0,0 0 0 0 0,0-1 0 0 0,1 1 0 0 0,-1 0 1 0 0,0-1-1 0 0,0 1 0 0 0,1 0 0 0 0,-1-1 0 0 0,1 2 0 0 0,4 15-856 0 0,14 29-2619 0 0,15 15 3193 0 0,-22-39 46 0 0,-2-3 82 0 0</inkml:trace>
</inkml:ink>
</file>

<file path=ppt/ink/ink3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48.9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63 4145 0 0,'-1'-2'106'0'0,"1"0"1"0"0,-1 0-1 0 0,1-1 0 0 0,-1 1 1 0 0,1 0-1 0 0,0 0 0 0 0,0 0 1 0 0,0 0-1 0 0,0 0 0 0 0,0 0 1 0 0,0 0-1 0 0,1 0 1 0 0,-1 0-1 0 0,1 0 0 0 0,0 0 1 0 0,-1 0-1 0 0,1 0 0 0 0,0 0 1 0 0,0 0-1 0 0,0 0 0 0 0,0 0 1 0 0,0 1-1 0 0,3-3 0 0 0,-4 3 17 0 0,1 0-1 0 0,0 0 1 0 0,0 0-1 0 0,0 0 1 0 0,0 0-1 0 0,0 0 0 0 0,0 1 1 0 0,0-1-1 0 0,0 0 1 0 0,0 1-1 0 0,0-1 1 0 0,0 0-1 0 0,0 1 0 0 0,1 0 1 0 0,-1-1-1 0 0,0 1 1 0 0,0 0-1 0 0,1 0 1 0 0,-1-1-1 0 0,0 1 0 0 0,0 0 1 0 0,1 0-1 0 0,-1 0 1 0 0,0 0-1 0 0,0 1 1 0 0,1-1-1 0 0,-1 0 0 0 0,0 1 1 0 0,0-1-1 0 0,0 0 1 0 0,1 1-1 0 0,-1-1 1 0 0,0 1-1 0 0,0 0 0 0 0,0-1 1 0 0,0 1-1 0 0,0 0 1 0 0,0 0-1 0 0,2 2 0 0 0,10 10 241 0 0,-1 2 0 0 0,-1 0-1 0 0,0 0 1 0 0,0 1-1 0 0,-2 0 1 0 0,14 32-1 0 0,30 109 2093 0 0,-49-143-2430 0 0,-4-13-20 0 0,0 0 0 0 0,0 1 0 0 0,0-1 0 0 0,1 0 0 0 0,-1 0 0 0 0,0 0 0 0 0,1 0 0 0 0,-1 0 0 0 0,1 0 0 0 0,-1 0 0 0 0,1 0 0 0 0,-1 0 0 0 0,1 0 0 0 0,0 0 0 0 0,0 0 0 0 0,-1 0 0 0 0,1-1 0 0 0,0 1 0 0 0,1 1 0 0 0,-1-3 5 0 0,-1 1-1 0 0,1 0 1 0 0,0 0-1 0 0,-1-1 1 0 0,1 1-1 0 0,-1 0 1 0 0,1-1 0 0 0,-1 1-1 0 0,1 0 1 0 0,-1-1-1 0 0,1 1 1 0 0,-1-1-1 0 0,0 1 1 0 0,1-1-1 0 0,-1 1 1 0 0,0-1 0 0 0,1 1-1 0 0,-1-1 1 0 0,0 1-1 0 0,1-1 1 0 0,-1 1-1 0 0,0-1 1 0 0,0 1-1 0 0,0-2 1 0 0,13-46 503 0 0,-13 48-508 0 0,7-47 584 0 0,10-42 514 0 0,-15 81-1034 0 0,0 1-1 0 0,0-1 1 0 0,1 1 0 0 0,1 0-1 0 0,-1 0 1 0 0,1 0 0 0 0,0 0-1 0 0,8-10 1 0 0,-11 17-108 0 0,-1-1 1 0 0,1 0-1 0 0,0 0 1 0 0,-1 1-1 0 0,1-1 1 0 0,0 0-1 0 0,-1 1 0 0 0,1-1 1 0 0,0 1-1 0 0,0-1 1 0 0,-1 1-1 0 0,1-1 1 0 0,0 1-1 0 0,0 0 1 0 0,0-1-1 0 0,0 1 1 0 0,0 0-1 0 0,0 0 0 0 0,0 0 1 0 0,-1-1-1 0 0,1 1 1 0 0,0 0-1 0 0,0 0 1 0 0,0 0-1 0 0,0 1 1 0 0,0-1-1 0 0,0 0 0 0 0,0 0 1 0 0,0 0-1 0 0,0 1 1 0 0,-1-1-1 0 0,1 0 1 0 0,0 1-1 0 0,0-1 1 0 0,0 1-1 0 0,0-1 0 0 0,-1 1 1 0 0,1-1-1 0 0,0 1 1 0 0,-1 0-1 0 0,1-1 1 0 0,0 2-1 0 0</inkml:trace>
</inkml:ink>
</file>

<file path=ppt/ink/ink3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44.4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0 116 11058 0 0,'13'-12'267'0'0,"0"1"0"0"0,0 1-1 0 0,1 0 1 0 0,16-8 0 0 0,-11 8-1238 0 0,1 0 1 0 0,34-11 0 0 0,-43 17 762 0 0,-1 1 0 0 0,1 1 0 0 0,0 0 1 0 0,14-1-1 0 0,-1 4 208 0 0</inkml:trace>
</inkml:ink>
</file>

<file path=ppt/ink/ink3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44.8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14 10594 0 0,'-13'13'472'0'0,"10"-9"96"0"0,1-1-455 0 0,0 1-113 0 0,4-3 0 0 0,0 1 0 0 0,3-2-1145 0 0,4 0-247 0 0,7-3-48 0 0,7-4-17 0 0,8-6 1185 0 0,-4-5 272 0 0</inkml:trace>
</inkml:ink>
</file>

<file path=ppt/ink/ink3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50.3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176 314 1376 0 0,'-15'-28'2073'0'0,"-5"-8"16"0"0,5 7 364 0 0,-23-32 0 0 0,34 54-1827 0 0,-1 1-1 0 0,0 0 0 0 0,0 0 0 0 0,0 1 1 0 0,-1-1-1 0 0,0 1 0 0 0,0 1 1 0 0,0-1-1 0 0,-1 1 0 0 0,-11-6 0 0 0,17 9-565 0 0,1 1-1 0 0,0 0 0 0 0,-1 0 0 0 0,1 0 1 0 0,0 0-1 0 0,-1-1 0 0 0,1 1 0 0 0,-1 0 1 0 0,1 0-1 0 0,0 0 0 0 0,-1 0 0 0 0,1 0 1 0 0,0 0-1 0 0,-1 0 0 0 0,1 0 0 0 0,-1 0 1 0 0,1 0-1 0 0,0 0 0 0 0,-1 0 0 0 0,1 1 1 0 0,-1-1-1 0 0,1 0 0 0 0,0 0 0 0 0,-1 0 0 0 0,1 0 1 0 0,0 1-1 0 0,-1-1 0 0 0,1 0 0 0 0,0 0 1 0 0,0 1-1 0 0,-1-1 0 0 0,1 0 0 0 0,0 0 1 0 0,0 1-1 0 0,-1-1 0 0 0,1 0 0 0 0,0 1 1 0 0,0-1-1 0 0,0 0 0 0 0,-1 1 0 0 0,0 21 726 0 0,11 23-447 0 0,5 0-278 0 0,2-1 1 0 0,27 49-1 0 0,54 81 49 0 0,-95-170-108 0 0,31 52 89 0 0,75 93 1 0 0,-86-122-45 0 0,1 0 0 0 0,2-3 0 0 0,0 0-1 0 0,59 41 1 0 0,-82-64-25 0 0,-1 1 0 0 0,1 0 0 0 0,0-1 0 0 0,0 1 0 0 0,-1-1 0 0 0,1 0 0 0 0,0 0 0 0 0,0 0 0 0 0,0 0 0 0 0,0-1 0 0 0,0 1 0 0 0,0-1 0 0 0,6 0 0 0 0,-8 0-5 0 0,1-1-1 0 0,-1 1 1 0 0,1-1-1 0 0,0 0 1 0 0,-1 0-1 0 0,0 1 1 0 0,1-1-1 0 0,-1 0 1 0 0,0 0-1 0 0,1-1 1 0 0,-1 1-1 0 0,0 0 1 0 0,0 0-1 0 0,0-1 1 0 0,0 1-1 0 0,0 0 1 0 0,0-1-1 0 0,0 1 1 0 0,0-1-1 0 0,-1 1 1 0 0,1-1-1 0 0,-1 0 0 0 0,1 1 1 0 0,-1-1-1 0 0,0 1 1 0 0,1-3-1 0 0,2-13 68 0 0,0 0 0 0 0,-2 1 0 0 0,0-1 0 0 0,0 0 0 0 0,-2 0 0 0 0,-2-17 0 0 0,-22-104 87 0 0,20 111-139 0 0,-35-127 42 0 0,-4-23-127 0 0,38 144-484 0 0,2 1 0 0 0,0-1-1 0 0,2-47 1 0 0,6 42-1668 0 0,2 7-4688 0 0</inkml:trace>
</inkml:ink>
</file>

<file path=ppt/ink/ink3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50.6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23 6913 0 0,'0'1'9'0'0,"-1"-1"0"0"0,1 0-1 0 0,-1 0 1 0 0,1 1 0 0 0,0-1-1 0 0,-1 0 1 0 0,1 1-1 0 0,0-1 1 0 0,-1 1 0 0 0,1-1-1 0 0,0 0 1 0 0,0 1-1 0 0,-1-1 1 0 0,1 1 0 0 0,0-1-1 0 0,0 1 1 0 0,0-1 0 0 0,-1 1-1 0 0,1-1 1 0 0,0 1-1 0 0,0-1 1 0 0,0 1 0 0 0,0-1-1 0 0,0 1 1 0 0,0-1-1 0 0,0 1 1 0 0,0-1 0 0 0,0 1-1 0 0,0-1 1 0 0,1 2 0 0 0,1 23-873 0 0,-1-17 902 0 0,2 13 406 0 0,0 0 1 0 0,2 0 0 0 0,0 0 0 0 0,1 0-1 0 0,1-1 1 0 0,1 0 0 0 0,1 0-1 0 0,14 23 1 0 0,-18-34-264 0 0,1-1 1 0 0,0-1-1 0 0,0 1 0 0 0,1-1 1 0 0,0 0-1 0 0,0 0 0 0 0,1-1 1 0 0,-1 0-1 0 0,10 5 0 0 0,-11-8 5 0 0,0 0-1 0 0,0 0 1 0 0,0-1 0 0 0,0 0-1 0 0,1 0 1 0 0,-1 0-1 0 0,1-1 1 0 0,-1 0-1 0 0,1-1 1 0 0,-1 1 0 0 0,1-1-1 0 0,-1 0 1 0 0,1-1-1 0 0,10-2 1 0 0,-12 3-125 0 0,-1-1 0 0 0,0 0 1 0 0,0 0-1 0 0,0-1 0 0 0,0 1 1 0 0,-1-1-1 0 0,1 0 0 0 0,0 0 1 0 0,-1 0-1 0 0,1 0 0 0 0,-1-1 1 0 0,0 1-1 0 0,1-1 0 0 0,-1 0 1 0 0,-1 0-1 0 0,1 0 0 0 0,0 0 0 0 0,-1-1 1 0 0,1 1-1 0 0,-1-1 0 0 0,0 1 1 0 0,0-1-1 0 0,-1 0 0 0 0,1 0 1 0 0,-1 0-1 0 0,0 0 0 0 0,0 0 1 0 0,0 0-1 0 0,0 0 0 0 0,-1 0 1 0 0,0 0-1 0 0,0-5 0 0 0,0-2 45 0 0,-1 0 0 0 0,0 0-1 0 0,-1 0 1 0 0,-1 0 0 0 0,1 0-1 0 0,-2 1 1 0 0,1-1 0 0 0,-2 1-1 0 0,1 0 1 0 0,-13-19 0 0 0,7 14-402 0 0,0-1 1 0 0,-2 1 0 0 0,0 1-1 0 0,0 0 1 0 0,-1 1-1 0 0,-1 0 1 0 0,-20-14 0 0 0,19 18-5456 0 0</inkml:trace>
</inkml:ink>
</file>

<file path=ppt/ink/ink3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51.1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1 115 3857 0 0,'1'9'207'0'0,"0"1"0"0"0,1-1 0 0 0,0 1 0 0 0,0-1 0 0 0,1 0 1 0 0,1 0-1 0 0,-1 0 0 0 0,2 0 0 0 0,-1-1 0 0 0,1 1 0 0 0,0-1 0 0 0,12 14 0 0 0,-4-7 347 0 0,0-1 0 0 0,1 0-1 0 0,0-1 1 0 0,1 0 0 0 0,23 15-1 0 0,-37-28-506 0 0,0 1-1 0 0,0 0 0 0 0,0 0 0 0 0,0-1 0 0 0,1 1 0 0 0,-1 0 0 0 0,0-1 0 0 0,0 0 0 0 0,1 1 1 0 0,-1-1-1 0 0,0 0 0 0 0,1 1 0 0 0,-1-1 0 0 0,0 0 0 0 0,1 0 0 0 0,-1 0 0 0 0,0 0 1 0 0,1 0-1 0 0,-1 0 0 0 0,0-1 0 0 0,1 1 0 0 0,-1 0 0 0 0,0-1 0 0 0,0 1 0 0 0,1-1 0 0 0,1 0 1 0 0,-1-1-6 0 0,0 0 1 0 0,0 0 0 0 0,0 0-1 0 0,-1 0 1 0 0,1-1 0 0 0,0 1 0 0 0,-1 0-1 0 0,1-1 1 0 0,-1 1 0 0 0,0-1 0 0 0,0 0-1 0 0,1-2 1 0 0,2-10-11 0 0,0-1 1 0 0,-1 0-1 0 0,1-22 0 0 0,-4 37-28 0 0,2-64-89 0 0,-3 49 246 0 0,1-1-1 0 0,1 0 1 0 0,1 1-1 0 0,0-1 1 0 0,8-28 0 0 0,-10 43-109 0 0,1 0 1 0 0,-1 0-1 0 0,1 1 1 0 0,0-1 0 0 0,-1 1-1 0 0,1-1 1 0 0,0 1-1 0 0,0-1 1 0 0,0 1 0 0 0,0-1-1 0 0,0 1 1 0 0,0-1-1 0 0,0 1 1 0 0,1 0 0 0 0,-1 0-1 0 0,0 0 1 0 0,1 0-1 0 0,-1 0 1 0 0,1 0 0 0 0,-1 0-1 0 0,1 0 1 0 0,-1 1-1 0 0,1-1 1 0 0,1 0 0 0 0,-1 1 16 0 0,0 0 0 0 0,0 1 0 0 0,0-1 0 0 0,0 1 0 0 0,-1-1 0 0 0,1 1 1 0 0,0 0-1 0 0,0-1 0 0 0,-1 1 0 0 0,1 0 0 0 0,0 0 0 0 0,-1 0 0 0 0,1 1 0 0 0,-1-1 1 0 0,0 0-1 0 0,1 0 0 0 0,-1 1 0 0 0,0-1 0 0 0,0 1 0 0 0,2 3 0 0 0,13 18 391 0 0,-2 1-1 0 0,13 30 1 0 0,11 20-410 0 0,37 40-1088 0 0,-19-44-2661 0 0,-41-55-811 0 0</inkml:trace>
</inkml:ink>
</file>

<file path=ppt/ink/ink3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51.5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18 3225 0 0,'-12'-17'1832'0'0,"10"26"1859"0"0,11 34-496 0 0,16 27-1644 0 0,4-1 0 0 0,54 96 0 0 0,-57-115-1247 0 0,12 22-52 0 0,-8-18-346 0 0,36 91 0 0 0,-39-67-4769 0 0,-16-43-341 0 0</inkml:trace>
</inkml:ink>
</file>

<file path=ppt/ink/ink3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51.8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0 307 9674 0 0,'0'-5'424'0'0,"2"-1"96"0"0,0 1-416 0 0,1-2-104 0 0,1 1 0 0 0,-1 1 0 0 0,3-2 480 0 0,5-8 65 0 0,6-6 23 0 0,10-11 0 0 0,4-6-280 0 0,-1 4-64 0 0,4 0 0 0 0,-1 1-8 0 0,-1 3-136 0 0,2 1-80 0 0</inkml:trace>
</inkml:ink>
</file>

<file path=ppt/ink/ink3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21.8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133 58 7834 0 0,'0'-4'374'0'0,"0"0"0"0"0,-1 0 0 0 0,0 0 0 0 0,1-1 0 0 0,-1 1 0 0 0,-1 1 0 0 0,1-1 0 0 0,-1 0 0 0 0,1 0 0 0 0,-4-4 0 0 0,5 7-286 0 0,-1 1 1 0 0,1-1-1 0 0,0 0 0 0 0,-1 1 1 0 0,1-1-1 0 0,-1 1 1 0 0,0-1-1 0 0,1 1 1 0 0,-1-1-1 0 0,1 1 1 0 0,-1-1-1 0 0,0 1 0 0 0,1 0 1 0 0,-1-1-1 0 0,0 1 1 0 0,1 0-1 0 0,-1 0 1 0 0,0-1-1 0 0,0 1 1 0 0,1 0-1 0 0,-1 0 0 0 0,0 0 1 0 0,-1 0-1 0 0,1 0 7 0 0,0 1 1 0 0,-1 0-1 0 0,1-1 0 0 0,0 1 0 0 0,-1 0 0 0 0,1-1 0 0 0,0 1 1 0 0,0 0-1 0 0,0 0 0 0 0,0 0 0 0 0,0 0 0 0 0,0 0 1 0 0,0 1-1 0 0,0-1 0 0 0,0 0 0 0 0,0 0 0 0 0,0 2 0 0 0,-6 9 199 0 0,1 1-1 0 0,1-1 1 0 0,0 1-1 0 0,1 0 1 0 0,-4 20-1 0 0,-9 71 342 0 0,14-77-466 0 0,-12 87 186 0 0,2 160 0 0 0,14-214-243 0 0,3 0 1 0 0,3-1-1 0 0,2 0 1 0 0,24 87-1 0 0,-29-136-115 0 0,-1 1 0 0 0,1-1 1 0 0,0 0-1 0 0,1-1 0 0 0,0 1 0 0 0,1-1 0 0 0,0 0 0 0 0,0 0 0 0 0,8 8 1 0 0,-10-14-1 0 0,-1 0 1 0 0,0 0 0 0 0,1 0 0 0 0,0 0 0 0 0,0-1 0 0 0,0 0 0 0 0,0 0 0 0 0,0 0 0 0 0,0 0 0 0 0,0 0 0 0 0,1-1 0 0 0,-1 0 0 0 0,0 0 0 0 0,1 0 0 0 0,-1-1 0 0 0,1 1 0 0 0,0-1 0 0 0,-1 0 0 0 0,1 0 0 0 0,-1-1 0 0 0,1 1 0 0 0,-1-1 0 0 0,8-2 0 0 0,1-2 5 0 0,0 0 0 0 0,-1-1 0 0 0,0 0 0 0 0,0-1 0 0 0,0 0 0 0 0,-1 0 0 0 0,0-2 0 0 0,0 1 0 0 0,-1-1 0 0 0,0-1 0 0 0,-1 0 0 0 0,0 0 0 0 0,-1-1 0 0 0,11-17 0 0 0,-3 1 28 0 0,-1-1 0 0 0,-1 0-1 0 0,-1-1 1 0 0,-2 0 0 0 0,9-38-1 0 0,-13 34 113 0 0,-1 0 0 0 0,-1-1 0 0 0,-3 0-1 0 0,0 0 1 0 0,-2 0 0 0 0,-2 0 0 0 0,-1 0-1 0 0,-10-47 1 0 0,1 29 36 0 0,-3 0-1 0 0,-1 1 0 0 0,-3 0 0 0 0,-40-75 1 0 0,12 47-787 0 0,47 73-510 0 0,4 7 115 0 0</inkml:trace>
</inkml:ink>
</file>

<file path=ppt/ink/ink3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22.4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86 43 5065 0 0,'-7'-1'639'0'0,"1"0"0"0"0,0 1-1 0 0,-1-1 1 0 0,1 1 0 0 0,-1 0 0 0 0,1 1 0 0 0,-1 0 0 0 0,1 0-1 0 0,0 0 1 0 0,-1 0 0 0 0,-8 4 0 0 0,39 3 2336 0 0,10-10-1676 0 0,47-8 1 0 0,-46 5-625 0 0,49-1 1 0 0,-60 6-630 0 0,0 1-246 0 0,0-1-1 0 0,0-1 1 0 0,-1-1-1 0 0,1-1 1 0 0,0-1-1 0 0,40-13 1 0 0,-44 8-1055 0 0</inkml:trace>
</inkml:ink>
</file>

<file path=ppt/ink/ink3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23.4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68 146 6913 0 0,'-4'-4'283'0'0,"1"1"-1"0"0,0-1 0 0 0,0 0 0 0 0,0 0 0 0 0,0 0 1 0 0,1 0-1 0 0,-3-6 0 0 0,3 6 7 0 0,0 0-1 0 0,0 1 1 0 0,0-1-1 0 0,0 1 1 0 0,0 0-1 0 0,-1-1 1 0 0,0 1 0 0 0,1 0-1 0 0,-1 0 1 0 0,-5-3-1 0 0,8 6-252 0 0,0 0 0 0 0,-1-1 1 0 0,1 1-1 0 0,0 0 0 0 0,0 0 0 0 0,0 0 0 0 0,-1 0 0 0 0,1 0 0 0 0,0 0 0 0 0,0 0 0 0 0,0 0 0 0 0,-1 0 0 0 0,1 0 0 0 0,0 0 1 0 0,0 0-1 0 0,0 0 0 0 0,-1 0 0 0 0,1 0 0 0 0,0 0 0 0 0,0 0 0 0 0,0 0 0 0 0,-1 0 0 0 0,1 0 0 0 0,0 0 0 0 0,0 0 1 0 0,0 0-1 0 0,-1 0 0 0 0,1 0 0 0 0,0 0 0 0 0,0 1 0 0 0,0-1 0 0 0,-1 0 0 0 0,1 0 0 0 0,0 0 0 0 0,0 0 0 0 0,0 0 0 0 0,0 1 1 0 0,0-1-1 0 0,0 0 0 0 0,-1 0 0 0 0,1 1 0 0 0,-2 12 762 0 0,3 14-46 0 0,8 11-400 0 0,2-1-1 0 0,1 0 1 0 0,1-1 0 0 0,3 0-1 0 0,23 40 1 0 0,114 164 320 0 0,-98-159-237 0 0,-49-72-341 0 0,30 41 294 0 0,-35-49-355 0 0,0 1 1 0 0,0-1-1 0 0,0 0 1 0 0,0 1-1 0 0,1-1 1 0 0,-1 0-1 0 0,0 0 1 0 0,1 0-1 0 0,-1 0 1 0 0,1 0-1 0 0,-1 0 0 0 0,1 0 1 0 0,-1-1-1 0 0,1 1 1 0 0,-1 0-1 0 0,1-1 1 0 0,0 0-1 0 0,-1 1 1 0 0,1-1-1 0 0,0 0 1 0 0,-1 0-1 0 0,1 1 1 0 0,0-1-1 0 0,-1-1 0 0 0,1 1 1 0 0,0 0-1 0 0,0 0 1 0 0,2-1-1 0 0,-3-1 27 0 0,1 1-1 0 0,0-1 1 0 0,0 0 0 0 0,-1 1-1 0 0,1-1 1 0 0,-1 0-1 0 0,0 0 1 0 0,0 0 0 0 0,1 0-1 0 0,-1 0 1 0 0,0 0-1 0 0,-1 0 1 0 0,1-1 0 0 0,0 1-1 0 0,-1 0 1 0 0,1 0-1 0 0,-1-1 1 0 0,1-3-1 0 0,0-49 536 0 0,-2 43-453 0 0,-20-255 881 0 0,9 159-2096 0 0,2-144 1 0 0,13 221-1120 0 0,5 44-3430 0 0,-4 6 683 0 0</inkml:trace>
</inkml:ink>
</file>

<file path=ppt/ink/ink3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23.8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83 94 6913 0 0,'-1'-4'158'0'0,"-10"-49"1366"0"0,10 51-1304 0 0,1 0 1 0 0,-1 0-1 0 0,0 0 1 0 0,0 0 0 0 0,0 0-1 0 0,0 0 1 0 0,0 0-1 0 0,0 1 1 0 0,0-1-1 0 0,0 0 1 0 0,-1 1 0 0 0,1-1-1 0 0,-1 1 1 0 0,1-1-1 0 0,-1 1 1 0 0,0 0 0 0 0,1 0-1 0 0,-1 0 1 0 0,0 0-1 0 0,0 0 1 0 0,0 0 0 0 0,-4-1-1 0 0,5 2-123 0 0,0 0 0 0 0,0 0 0 0 0,0 1 0 0 0,0-1 0 0 0,0 0 0 0 0,0 0 0 0 0,0 1 0 0 0,0-1-1 0 0,0 1 1 0 0,0-1 0 0 0,0 1 0 0 0,0-1 0 0 0,0 1 0 0 0,1 0 0 0 0,-1-1 0 0 0,0 1 0 0 0,0 0 0 0 0,1 0 0 0 0,-1 0-1 0 0,0-1 1 0 0,1 1 0 0 0,-1 0 0 0 0,1 0 0 0 0,-1 0 0 0 0,1 0 0 0 0,-1 0 0 0 0,1 0 0 0 0,0 0 0 0 0,-1 0 0 0 0,1 2 0 0 0,-8 36 536 0 0,7-33-446 0 0,-1 9 5 0 0,1 0 1 0 0,0 0-1 0 0,1 0 1 0 0,1 0-1 0 0,0 0 0 0 0,1 0 1 0 0,1 0-1 0 0,0 0 0 0 0,10 26 1 0 0,-11-35-155 0 0,1 0-1 0 0,-1 0 1 0 0,1-1 0 0 0,0 1 0 0 0,0-1-1 0 0,1 0 1 0 0,-1 0 0 0 0,1 0 0 0 0,1-1-1 0 0,-1 1 1 0 0,0-1 0 0 0,1 0 0 0 0,0 0-1 0 0,0 0 1 0 0,0-1 0 0 0,1 0 0 0 0,-1 0 0 0 0,1 0-1 0 0,-1-1 1 0 0,1 0 0 0 0,0 0 0 0 0,0 0-1 0 0,0 0 1 0 0,0-1 0 0 0,0 0 0 0 0,10 0-1 0 0,-13-1-30 0 0,0 0-1 0 0,-1 0 0 0 0,1 0 0 0 0,-1-1 0 0 0,1 1 0 0 0,-1-1 0 0 0,1 1 1 0 0,-1-1-1 0 0,0 0 0 0 0,1 0 0 0 0,-1 0 0 0 0,0 0 0 0 0,0 0 1 0 0,1 0-1 0 0,-1-1 0 0 0,0 1 0 0 0,0-1 0 0 0,0 1 0 0 0,-1-1 1 0 0,1 0-1 0 0,0 0 0 0 0,-1 0 0 0 0,1 0 0 0 0,-1 0 0 0 0,1 0 1 0 0,-1 0-1 0 0,0-1 0 0 0,0 1 0 0 0,0 0 0 0 0,0-1 0 0 0,-1 1 1 0 0,1-1-1 0 0,0 1 0 0 0,-1-1 0 0 0,0 1 0 0 0,0-1 0 0 0,0 1 1 0 0,0-4-1 0 0,0-4-5 0 0,-1 0-1 0 0,0 0 1 0 0,-1 0 0 0 0,0 0 0 0 0,0 0 0 0 0,-1 1 0 0 0,0-1 0 0 0,-7-12-1 0 0,6 14-24 0 0,-9-18-270 0 0,-29-45-1 0 0,37 65-42 0 0,1 0 0 0 0,-1 1 0 0 0,1-1-1 0 0,-2 1 1 0 0,1 0 0 0 0,0 0 0 0 0,-1 1-1 0 0,0 0 1 0 0,0 0 0 0 0,-1 0 0 0 0,1 0 0 0 0,-13-4-1 0 0,4 6-1807 0 0,2 3-2971 0 0</inkml:trace>
</inkml:ink>
</file>

<file path=ppt/ink/ink3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24.3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 88 3225 0 0,'-5'-27'1236'0'0,"-13"-34"8681"0"0,16 89-6731 0 0,-1-3-2938 0 0,2 11 217 0 0,1 0 1 0 0,8 55 0 0 0,-6-77-436 0 0,1 0 1 0 0,0-1-1 0 0,1 1 1 0 0,0-1-1 0 0,1 0 1 0 0,0 0-1 0 0,1-1 1 0 0,1 1-1 0 0,13 17 1 0 0,-20-29-45 0 0,1 0 1 0 0,0 1-1 0 0,0-2 1 0 0,0 1-1 0 0,-1 0 1 0 0,1 0-1 0 0,0 0 1 0 0,0 0-1 0 0,0 0 1 0 0,0-1 0 0 0,0 1-1 0 0,1-1 1 0 0,-1 1-1 0 0,0 0 1 0 0,0-1-1 0 0,0 0 1 0 0,1 1-1 0 0,-1-1 1 0 0,0 0 0 0 0,0 0-1 0 0,0 1 1 0 0,1-1-1 0 0,-1 0 1 0 0,0 0-1 0 0,2-1 1 0 0,-1 0-50 0 0,1 1 0 0 0,-1-1 0 0 0,0 0 0 0 0,0-1 0 0 0,0 1 1 0 0,0 0-1 0 0,-1-1 0 0 0,1 1 0 0 0,0-1 0 0 0,0 1 0 0 0,-1-1 0 0 0,3-3 0 0 0,4-7-404 0 0,-1 0 0 0 0,0 0 0 0 0,8-20-1 0 0,-13 28 344 0 0,26-80-1527 0 0,-24 68 1565 0 0,1-1 0 0 0,0 0 0 0 0,1 1 0 0 0,1 0 0 0 0,1 1 0 0 0,0 0 0 0 0,13-18 0 0 0,-21 33 135 0 0,0-1 1 0 0,1 1 0 0 0,-1-1-1 0 0,0 1 1 0 0,1-1-1 0 0,-1 1 1 0 0,1-1 0 0 0,-1 1-1 0 0,1 0 1 0 0,-1-1-1 0 0,1 1 1 0 0,0 0 0 0 0,-1-1-1 0 0,1 1 1 0 0,-1 0-1 0 0,1 0 1 0 0,-1-1 0 0 0,1 1-1 0 0,0 0 1 0 0,-1 0 0 0 0,1 0-1 0 0,0 0 1 0 0,-1 0-1 0 0,1 0 1 0 0,0 0 0 0 0,-1 0-1 0 0,1 0 1 0 0,-1 0-1 0 0,1 1 1 0 0,0-1 0 0 0,0 0-1 0 0,1 1 53 0 0,-1 0 0 0 0,1 1 1 0 0,-1-1-1 0 0,1 0 0 0 0,-1 1 0 0 0,1-1 0 0 0,-1 1 0 0 0,0-1 0 0 0,0 1 0 0 0,2 2 0 0 0,17 41 898 0 0,8 49-581 0 0,17 46-898 0 0,-36-118-474 0 0,1-1 0 0 0,0 0-1 0 0,2 0 1 0 0,17 23-1 0 0,-11-20-485 0 0</inkml:trace>
</inkml:ink>
</file>

<file path=ppt/ink/ink3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24.7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5985 0 0,'2'133'4176'0'0,"6"-28"-1520"0"0,4-1 1 0 0,43 171 0 0 0,-9-128-3141 0 0,-25-84-4444 0 0,-7-22-549 0 0</inkml:trace>
</inkml:ink>
</file>

<file path=ppt/ink/ink3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25.1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2 178 5985 0 0,'0'-1'35'0'0,"-1"1"-1"0"0,1-1 1 0 0,0 1-1 0 0,0-1 1 0 0,0 0-1 0 0,-1 1 1 0 0,1-1-1 0 0,0 0 1 0 0,0 1 0 0 0,0-1-1 0 0,0 0 1 0 0,0 1-1 0 0,0-1 1 0 0,0 0-1 0 0,1 1 1 0 0,-1-1-1 0 0,0 0 1 0 0,0 1-1 0 0,0-1 1 0 0,1 1-1 0 0,-1-1 1 0 0,0 0-1 0 0,0 1 1 0 0,1-1-1 0 0,-1 1 1 0 0,1-1 0 0 0,18-19 431 0 0,27-9 169 0 0,-46 28-628 0 0,38-18 7 0 0,1 2 1 0 0,0 1 0 0 0,1 2-1 0 0,1 2 1 0 0,64-12 0 0 0,-62 16-15 0 0</inkml:trace>
</inkml:ink>
</file>

<file path=ppt/ink/ink3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25.5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181 340 6913 0 0,'-6'0'9'0'0,"-11"-1"647"0"0,0 1 1 0 0,-1 0 0 0 0,1 2-1 0 0,0 0 1 0 0,0 0 0 0 0,0 2 0 0 0,0 0-1 0 0,-19 8 1 0 0,36-12-631 0 0,0 0 0 0 0,0 0-1 0 0,0 0 1 0 0,0 1 0 0 0,0-1 0 0 0,0 0-1 0 0,1 0 1 0 0,-1 0 0 0 0,0 0 0 0 0,0 0 0 0 0,0 0-1 0 0,0 0 1 0 0,0 0 0 0 0,0 0 0 0 0,0 0-1 0 0,0 0 1 0 0,0 1 0 0 0,0-1 0 0 0,0 0 0 0 0,0 0-1 0 0,0 0 1 0 0,0 0 0 0 0,0 0 0 0 0,0 0-1 0 0,0 0 1 0 0,0 0 0 0 0,0 0 0 0 0,0 1-1 0 0,0-1 1 0 0,0 0 0 0 0,0 0 0 0 0,0 0 0 0 0,0 0-1 0 0,0 0 1 0 0,0 0 0 0 0,0 0 0 0 0,0 0-1 0 0,0 0 1 0 0,0 1 0 0 0,0-1 0 0 0,0 0 0 0 0,0 0-1 0 0,0 0 1 0 0,0 0 0 0 0,-1 0 0 0 0,1 0-1 0 0,0 0 1 0 0,0 0 0 0 0,0 0 0 0 0,0 0-1 0 0,0 0 1 0 0,0 0 0 0 0,0 0 0 0 0,0 0 0 0 0,0 0-1 0 0,0 0 1 0 0,-1 0 0 0 0,1 0 0 0 0,0 0-1 0 0,0 0 1 0 0,0 0 0 0 0,0 0 0 0 0,0 0 0 0 0,0 0-1 0 0,0 0 1 0 0,0 0 0 0 0,-1 0 0 0 0,1 0-1 0 0,12 2 703 0 0,16-3-181 0 0,534-26 2609 0 0,-22 1-2486 0 0,60-26-423 0 0,330-27-1158 0 0,1 30 188 0 0,148-22 867 0 0,-866 47-633 0 0,174-15-909 0 0,-379 38 1257 0 0,-5 0 19 0 0,0 1 0 0 0,0 0 0 0 0,0 0 0 0 0,0 0 1 0 0,0 0-1 0 0,0 0 0 0 0,0 0 0 0 0,0 1 0 0 0,0-1 1 0 0,0 1-1 0 0,3 1 0 0 0,-2 3-469 0 0</inkml:trace>
</inkml:ink>
</file>

<file path=ppt/ink/ink3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26.0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13 9218 0 0,'0'-13'9082'0'0,"-1"122"-7243"0"0,14 112 0 0 0,27 116-1463 0 0,-8-165-926 0 0,0-61-5901 0 0</inkml:trace>
</inkml:ink>
</file>

<file path=ppt/ink/ink3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26.4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 46 5529 0 0,'16'-8'662'0'0,"1"1"0"0"0,-1 1 1 0 0,1 0-1 0 0,0 1 0 0 0,0 1 0 0 0,1 0 0 0 0,34-2 0 0 0,-50 6-559 0 0,0 0-1 0 0,0 0 1 0 0,-1 0-1 0 0,1 0 1 0 0,0 1-1 0 0,0-1 1 0 0,0 0-1 0 0,-1 1 1 0 0,1-1-1 0 0,0 1 1 0 0,-1 0-1 0 0,1-1 1 0 0,0 1-1 0 0,-1 0 1 0 0,1 0-1 0 0,-1 0 1 0 0,1 0 0 0 0,-1 1-1 0 0,0-1 1 0 0,1 0-1 0 0,-1 0 1 0 0,2 3-1 0 0,-2-1-14 0 0,0-1 1 0 0,0 1-1 0 0,0 0 0 0 0,0 0 1 0 0,0 0-1 0 0,-1 0 0 0 0,1 0 1 0 0,-1 0-1 0 0,0 0 0 0 0,0 0 0 0 0,0 0 1 0 0,0 4-1 0 0,-3 9 120 0 0,0 0 0 0 0,-1-1 1 0 0,-11 31-1 0 0,13-41-126 0 0,-14 37 150 0 0,-2 0-1 0 0,-2-1 1 0 0,-1-1 0 0 0,-2 0-1 0 0,-42 52 1 0 0,54-79 95 0 0,-28 39 1197 0 0,37-49-1441 0 0,1 0 0 0 0,-1-1 0 0 0,1 1 0 0 0,-1 0 0 0 0,1 0 0 0 0,0 1 0 0 0,0-1 0 0 0,0 0 0 0 0,0 0 0 0 0,1 0 0 0 0,-1 1 0 0 0,1-1 0 0 0,0 0 0 0 0,0 1 0 0 0,1 4 0 0 0,0-6-55 0 0,0 0 1 0 0,0 0-1 0 0,0 0 0 0 0,0 0 0 0 0,0-1 1 0 0,1 1-1 0 0,-1 0 0 0 0,1 0 0 0 0,-1-1 1 0 0,1 1-1 0 0,0-1 0 0 0,-1 0 0 0 0,1 1 0 0 0,0-1 1 0 0,0 0-1 0 0,0 0 0 0 0,0 0 0 0 0,0 0 1 0 0,0 0-1 0 0,1-1 0 0 0,-1 1 0 0 0,0-1 1 0 0,3 1-1 0 0,8 1 117 0 0,0 0 1 0 0,22 0 0 0 0,-26-2-89 0 0,153 2-613 0 0,-108-2-2150 0 0,-28 0-3778 0 0</inkml:trace>
</inkml:ink>
</file>

<file path=ppt/ink/ink3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27.0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176 124 5985 0 0,'-11'-32'775'0'0,"-10"-24"2231"0"0,20 54-2773 0 0,-1-1 1 0 0,1 1 0 0 0,0-1-1 0 0,-1 1 1 0 0,0 0 0 0 0,0 0-1 0 0,1 0 1 0 0,-1 0 0 0 0,0 0-1 0 0,-1 0 1 0 0,1 0-1 0 0,0 1 1 0 0,0-1 0 0 0,-1 1-1 0 0,1-1 1 0 0,-6-1 0 0 0,7 3-110 0 0,-1 0 0 0 0,1 0 1 0 0,-1 0-1 0 0,1 0 0 0 0,-1 0 0 0 0,1 0 1 0 0,-1 1-1 0 0,1-1 0 0 0,-1 0 1 0 0,1 1-1 0 0,-1-1 0 0 0,1 1 1 0 0,0 0-1 0 0,-1-1 0 0 0,1 1 0 0 0,0 0 1 0 0,-1 0-1 0 0,1 0 0 0 0,0 0 1 0 0,0 0-1 0 0,0 0 0 0 0,0 0 1 0 0,0 0-1 0 0,0 1 0 0 0,0-1 0 0 0,0 0 1 0 0,0 0-1 0 0,1 1 0 0 0,-2 1 1 0 0,-18 48 1213 0 0,17-41-1003 0 0,-8 24 48 0 0,2 0-1 0 0,1 0 1 0 0,2 1-1 0 0,1 0 1 0 0,2 0 0 0 0,1 1-1 0 0,2-1 1 0 0,5 45-1 0 0,-1-50-355 0 0,2 0-1 0 0,0 0 1 0 0,2 0-1 0 0,2-1 0 0 0,0-1 1 0 0,2 0-1 0 0,1 0 1 0 0,1-1-1 0 0,34 47 1 0 0,-18-36-158 0 0,20 30-3071 0 0,-39-49 2027 0 0</inkml:trace>
</inkml:ink>
</file>

<file path=ppt/ink/ink3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27.3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21 181 9218 0 0,'-21'4'794'0'0,"21"-4"-778"0"0,0 0 1 0 0,0 0-1 0 0,1 0 0 0 0,-1 0 0 0 0,0 0 1 0 0,0 0-1 0 0,0 0 0 0 0,0 0 1 0 0,0 0-1 0 0,0 0 0 0 0,0 0 1 0 0,0 0-1 0 0,0 0 0 0 0,0 0 0 0 0,0-1 1 0 0,0 1-1 0 0,0 0 0 0 0,0 0 1 0 0,0 0-1 0 0,0 0 0 0 0,0 0 0 0 0,0 0 1 0 0,0 0-1 0 0,0 0 0 0 0,0 0 1 0 0,0 0-1 0 0,0 0 0 0 0,0 0 0 0 0,0 0 1 0 0,0-1-1 0 0,0 1 0 0 0,0 0 1 0 0,0 0-1 0 0,0 0 0 0 0,0 0 0 0 0,0 0 1 0 0,0 0-1 0 0,0 0 0 0 0,0 0 1 0 0,0 0-1 0 0,0 0 0 0 0,0 0 0 0 0,0 0 1 0 0,0 0-1 0 0,0 0 0 0 0,0-1 1 0 0,0 1-1 0 0,0 0 0 0 0,0 0 0 0 0,-1 0 1 0 0,1 0-1 0 0,0 0 0 0 0,0 0 1 0 0,0 0-1 0 0,30-16 1219 0 0,-14 8-1345 0 0,32-18 260 0 0,12-7-1889 0 0,83-34 0 0 0,-109 53 668 0 0,2-4 639 0 0</inkml:trace>
</inkml:ink>
</file>

<file path=ppt/ink/ink3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27.7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6 176 1840 0 0,'0'0'123'0'0,"-1"0"1"0"0,1-1-1 0 0,0 1 0 0 0,-1-1 0 0 0,1 1 0 0 0,-1 0 0 0 0,1-1 0 0 0,0 1 0 0 0,-1-1 0 0 0,1 1 0 0 0,0-1 0 0 0,0 0 0 0 0,-1 1 1 0 0,1-1-1 0 0,0 1 0 0 0,0-1 0 0 0,0 1 0 0 0,0-1 0 0 0,0 0 0 0 0,-1 1 0 0 0,1-1 0 0 0,0 1 0 0 0,1-1 0 0 0,-1 0 0 0 0,0 1 1 0 0,0-1-1 0 0,0 1 0 0 0,0-1 0 0 0,0 1 0 0 0,1-1 0 0 0,-1 0 0 0 0,0 1 0 0 0,0-1 0 0 0,1 1 0 0 0,-1-1 0 0 0,0 1 0 0 0,1-1 1 0 0,-1 1-1 0 0,1-1 0 0 0,25-16 5848 0 0,-14 10-6779 0 0,41-26 2647 0 0,-23 13-2159 0 0,1 1 1 0 0,2 2-1 0 0,48-20 1 0 0,-77 36-113 0 0,-1 0 0 0 0,1 0 0 0 0,0 0 0 0 0,-1 1 0 0 0,1-1-1 0 0,-1 1 1 0 0,1 0 0 0 0,0 0 0 0 0,-1 0 0 0 0,1 1 0 0 0,0-1 0 0 0,3 2 0 0 0,7 3-1638 0 0</inkml:trace>
</inkml:ink>
</file>

<file path=ppt/ink/ink3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28.1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 97 8754 0 0,'-12'3'476'0'0,"-4"1"-394"0"0,37-7-277 0 0,11-5-225 0 0,-1 0 1 0 0,1-3-1 0 0,-2 0 1 0 0,0-2 0 0 0,30-17-1 0 0,-24 10-587 0 0</inkml:trace>
</inkml:ink>
</file>

<file path=ppt/ink/ink3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28.4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223 14 14283 0 0,'-1'-1'32'0'0,"-1"0"-1"0"0,1-1 1 0 0,-1 1-1 0 0,1 0 1 0 0,-1 0-1 0 0,0 0 1 0 0,1 0-1 0 0,-1 0 1 0 0,0 1-1 0 0,0-1 1 0 0,0 0-1 0 0,1 1 1 0 0,-1 0-1 0 0,0-1 0 0 0,0 1 1 0 0,0 0-1 0 0,0 0 1 0 0,-3 0-1 0 0,3 1 51 0 0,1 0 0 0 0,-1 0-1 0 0,0 0 1 0 0,0 1-1 0 0,1-1 1 0 0,-1 1-1 0 0,1-1 1 0 0,-1 1-1 0 0,1 0 1 0 0,0-1-1 0 0,-1 1 1 0 0,1 0-1 0 0,0 0 1 0 0,0 0-1 0 0,0 0 1 0 0,1 0-1 0 0,-2 3 1 0 0,-4 11 231 0 0,1 0 0 0 0,1 0 0 0 0,0 1 0 0 0,1-1-1 0 0,0 19 1 0 0,0 90 756 0 0,3-75-600 0 0,-1 5-260 0 0,2-1 0 0 0,3-1 0 0 0,2 1 0 0 0,2-1 0 0 0,3 0 0 0 0,2 0 0 0 0,2-1 0 0 0,28 61 0 0 0,19 18-810 0 0,-19-45-3079 0 0,-28-57-2730 0 0</inkml:trace>
  <inkml:trace contextRef="#ctx0" brushRef="#br0" timeOffset="1">22 219 8290 0 0,'-1'-1'104'0'0,"0"1"0"0"0,-1 0 1 0 0,1-1-1 0 0,0 1 0 0 0,0-1 1 0 0,0 1-1 0 0,0-1 1 0 0,0 0-1 0 0,0 0 0 0 0,0 1 1 0 0,0-1-1 0 0,0 0 0 0 0,0 0 1 0 0,1 0-1 0 0,-1 0 0 0 0,0 0 1 0 0,0 0-1 0 0,1 0 0 0 0,-1 0 1 0 0,1 0-1 0 0,-1 0 0 0 0,1 0 1 0 0,-1-1-1 0 0,1 1 0 0 0,-1-2 1 0 0,2 2-32 0 0,0-1 1 0 0,0 0-1 0 0,0 0 1 0 0,0 1-1 0 0,0-1 1 0 0,0 1-1 0 0,0-1 1 0 0,0 1-1 0 0,1-1 1 0 0,-1 1-1 0 0,1 0 1 0 0,-1 0-1 0 0,1-1 0 0 0,-1 1 1 0 0,1 0-1 0 0,2-1 1 0 0,6-3-107 0 0,0 0 0 0 0,0 0 0 0 0,0 1 0 0 0,1 0 0 0 0,-1 1 0 0 0,1 0 0 0 0,0 0 0 0 0,0 1 0 0 0,0 1 0 0 0,0 0-1 0 0,0 1 1 0 0,0 0 0 0 0,0 0 0 0 0,0 1 0 0 0,0 0 0 0 0,0 1 0 0 0,18 6 0 0 0,-7 4-398 0 0</inkml:trace>
</inkml:ink>
</file>

<file path=ppt/ink/ink3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28.8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1 253 4145 0 0,'0'-3'79'0'0,"0"0"0"0"0,1 1 0 0 0,0-1 0 0 0,0 0 0 0 0,0 0 0 0 0,0 1 0 0 0,0-1 0 0 0,1 0 0 0 0,-1 1 0 0 0,1-1 0 0 0,3-3 0 0 0,26-30 1069 0 0,-14 18-812 0 0,59-67-54 0 0,-65 75-269 0 0,0 0 0 0 0,1 0 0 0 0,0 2 0 0 0,1-1 0 0 0,20-9 0 0 0,-19 11-27 0 0,-2 1-60 0 0</inkml:trace>
</inkml:ink>
</file>

<file path=ppt/ink/ink3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29.2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329 56 10594 0 0,'-1'-3'152'0'0,"-1"-1"1"0"0,1 1-1 0 0,-1 0 0 0 0,1 0 0 0 0,-1 0 0 0 0,0 0 0 0 0,0 0 0 0 0,-1 0 0 0 0,1 0 0 0 0,0 1 1 0 0,-1-1-1 0 0,0 1 0 0 0,1 0 0 0 0,-1 0 0 0 0,0 0 0 0 0,0 0 0 0 0,0 0 0 0 0,-1 1 1 0 0,1-1-1 0 0,0 1 0 0 0,-5-2 0 0 0,3 3 13 0 0,1 0 0 0 0,0-1-1 0 0,-1 1 1 0 0,1 1 0 0 0,0-1 0 0 0,0 1 0 0 0,-1 0-1 0 0,1 0 1 0 0,0 0 0 0 0,0 0 0 0 0,0 1 0 0 0,0-1 0 0 0,0 1-1 0 0,0 0 1 0 0,0 0 0 0 0,1 1 0 0 0,-6 3 0 0 0,-12 13 297 0 0,1 1 0 0 0,0 0 0 0 0,2 1 0 0 0,0 1 0 0 0,2 1 1 0 0,0 0-1 0 0,2 1 0 0 0,-20 43 0 0 0,32-61-450 0 0,-1-1-1 0 0,1 0 1 0 0,0 1-1 0 0,1 0 0 0 0,-1 0 1 0 0,1-1-1 0 0,1 1 1 0 0,-1 0-1 0 0,1 0 1 0 0,0 0-1 0 0,0 0 1 0 0,0 0-1 0 0,1 0 1 0 0,0-1-1 0 0,0 1 1 0 0,1 0-1 0 0,-1-1 0 0 0,1 1 1 0 0,0 0-1 0 0,1-1 1 0 0,0 0-1 0 0,-1 0 1 0 0,2 0-1 0 0,-1 0 1 0 0,5 5-1 0 0,9 8-101 0 0,0-2 0 0 0,1 0 1 0 0,1-1-1 0 0,0-1 0 0 0,23 12 0 0 0,-18-11-173 0 0,42 35 0 0 0,-64-48 249 0 0,-1-1 0 0 0,1 0 1 0 0,-1 1-1 0 0,1-1 0 0 0,-1 1 0 0 0,1 0 0 0 0,-1-1 0 0 0,0 1 0 0 0,0 0 0 0 0,0 0 0 0 0,0 0 0 0 0,0 0 0 0 0,-1 0 0 0 0,1 0 0 0 0,0 0 0 0 0,-1 0 1 0 0,0 0-1 0 0,1 0 0 0 0,-1 0 0 0 0,0 0 0 0 0,0 0 0 0 0,0 0 0 0 0,-1 4 0 0 0,0-3 17 0 0,0 0-1 0 0,-1 0 1 0 0,1 0 0 0 0,-1 0-1 0 0,0-1 1 0 0,0 1 0 0 0,0 0-1 0 0,0-1 1 0 0,0 1 0 0 0,0-1-1 0 0,-1 0 1 0 0,0 0 0 0 0,-3 3-1 0 0,-9 4-21 0 0,0 0-1 0 0,-1-1 1 0 0,0-1-1 0 0,-24 8 1 0 0,-34 5-620 0 0,37-10 304 0 0</inkml:trace>
</inkml:ink>
</file>

<file path=ppt/ink/ink3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32.7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78 99 7370 0 0,'-6'-6'718'0'0,"0"1"0"0"0,0-1 0 0 0,0-1 0 0 0,1 1 1 0 0,0-1-1 0 0,-6-10 0 0 0,-21-27 4342 0 0,40 83-3013 0 0,178 503-450 0 0,-184-536-1594 0 0,52 125 42 0 0,-46-114-42 0 0,1 0-1 0 0,1-1 1 0 0,0-1-1 0 0,1 0 1 0 0,19 21 0 0 0,-28-34 14 0 0,-1 0 1 0 0,1 0-1 0 0,0-1 1 0 0,0 1-1 0 0,0 0 1 0 0,0 0-1 0 0,0-1 1 0 0,1 0-1 0 0,-1 1 1 0 0,0-1-1 0 0,1 0 1 0 0,-1 0-1 0 0,1 0 1 0 0,-1 0-1 0 0,1-1 1 0 0,0 1-1 0 0,-1-1 1 0 0,1 1 0 0 0,-1-1-1 0 0,1 0 1 0 0,0 0-1 0 0,3 0 1 0 0,-4-2 5 0 0,0 1 0 0 0,0 0 1 0 0,1-1-1 0 0,-1 1 0 0 0,0-1 1 0 0,0 1-1 0 0,0-1 0 0 0,-1 0 1 0 0,1 0-1 0 0,0 0 0 0 0,-1 0 1 0 0,1 0-1 0 0,-1-1 1 0 0,0 1-1 0 0,1 0 0 0 0,-1-1 1 0 0,-1 1-1 0 0,1 0 0 0 0,0-1 1 0 0,0 1-1 0 0,-1-1 0 0 0,1-5 1 0 0,5-29 158 0 0,-2 0 1 0 0,0-64 0 0 0,-14-77 317 0 0,8 153-488 0 0,-3-37-144 0 0,1 20-203 0 0,1 0 0 0 0,5-69 1 0 0,-1 106 113 0 0,-1 0 0 0 0,1 0 0 0 0,0 1 0 0 0,1-1-1 0 0,-1 0 1 0 0,1 1 0 0 0,4-10 0 0 0,5 0-1283 0 0</inkml:trace>
</inkml:ink>
</file>

<file path=ppt/ink/ink3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33.0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1 188 10138 0 0,'1'-4'2896'0'0,"-2"4"-2850"0"0,2 0 128 0 0,0 1 1 0 0,-1-1-1 0 0,1 1 1 0 0,-1-1 0 0 0,1 1-1 0 0,-1-1 1 0 0,1 1-1 0 0,-1 0 1 0 0,1-1 0 0 0,-1 1-1 0 0,0 0 1 0 0,1-1-1 0 0,-1 1 1 0 0,0 0 0 0 0,0-1-1 0 0,1 1 1 0 0,-1 0-1 0 0,0 0 1 0 0,0 1 0 0 0,4 16 420 0 0,0 0 1 0 0,1-1 0 0 0,1 1 0 0 0,15 32 0 0 0,-18-46-536 0 0,-1 1 0 0 0,1-1 0 0 0,0-1 1 0 0,0 1-1 0 0,0 0 0 0 0,0-1 0 0 0,1 1 0 0 0,-1-1 0 0 0,1 0 1 0 0,0 0-1 0 0,5 3 0 0 0,-6-5-33 0 0,0 0 1 0 0,0 0 0 0 0,0 0-1 0 0,0 0 1 0 0,1 0-1 0 0,-1-1 1 0 0,0 0-1 0 0,0 1 1 0 0,1-1-1 0 0,-1 0 1 0 0,0-1 0 0 0,0 1-1 0 0,0 0 1 0 0,1-1-1 0 0,-1 0 1 0 0,0 0-1 0 0,0 0 1 0 0,6-3-1 0 0,-4 2 13 0 0,-1-1-1 0 0,1 0 1 0 0,0 0-1 0 0,-1-1 1 0 0,1 0-1 0 0,-1 1 0 0 0,0-1 1 0 0,0-1-1 0 0,-1 1 1 0 0,1-1-1 0 0,-1 1 0 0 0,0-1 1 0 0,0 0-1 0 0,-1 0 1 0 0,1 0-1 0 0,-1 0 1 0 0,0-1-1 0 0,-1 1 0 0 0,1-1 1 0 0,-1 1-1 0 0,0-1 1 0 0,0 0-1 0 0,-1 1 0 0 0,0-11 1 0 0,0 0-10 0 0,-1 0 0 0 0,0 1-1 0 0,-1-1 1 0 0,-1 0 0 0 0,-1 0 0 0 0,0 1 0 0 0,-10-25 0 0 0,10 32-31 0 0,0 0 0 0 0,0-1-1 0 0,-1 1 1 0 0,0 1 0 0 0,0-1 0 0 0,-1 1 0 0 0,-10-10 0 0 0,14 15-135 0 0,0 0 1 0 0,0 1-1 0 0,0-1 1 0 0,0 1-1 0 0,0 0 1 0 0,0 0 0 0 0,-1 0-1 0 0,1 0 1 0 0,0 0-1 0 0,-1 0 1 0 0,1 0-1 0 0,-1 1 1 0 0,-3-1-1 0 0,4 1-213 0 0,-1 0 0 0 0,1 0 0 0 0,0 1 0 0 0,0-1-1 0 0,0 1 1 0 0,0 0 0 0 0,-1-1 0 0 0,1 1 0 0 0,0 0 0 0 0,0 0 0 0 0,0 0-1 0 0,1 0 1 0 0,-1 1 0 0 0,0-1 0 0 0,0 1 0 0 0,1-1 0 0 0,-1 1 0 0 0,-1 1 0 0 0,-10 13-5475 0 0</inkml:trace>
</inkml:ink>
</file>

<file path=ppt/ink/ink3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33.4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1 102 6913 0 0,'3'-19'678'0'0,"2"9"-19"0"0,-5 10-630 0 0,0-1 0 0 0,0 1 0 0 0,0 0 0 0 0,0 0-1 0 0,0 0 1 0 0,0 0 0 0 0,0 0 0 0 0,1 0 0 0 0,-1-1 0 0 0,0 1 0 0 0,0 0 0 0 0,0 0-1 0 0,0 0 1 0 0,0 0 0 0 0,0 0 0 0 0,1 0 0 0 0,-1 0 0 0 0,0 0 0 0 0,0 0-1 0 0,0 0 1 0 0,0 0 0 0 0,0 0 0 0 0,1 0 0 0 0,-1 0 0 0 0,0 0 0 0 0,0 0 0 0 0,0 0-1 0 0,0 0 1 0 0,1 0 0 0 0,-1 0 0 0 0,0 0 0 0 0,0 0 0 0 0,0 0 0 0 0,0 0-1 0 0,0 0 1 0 0,1 0 0 0 0,-1 0 0 0 0,0 0 0 0 0,0 0 0 0 0,0 0 0 0 0,0 0 0 0 0,0 1-1 0 0,0-1 1 0 0,1 0 0 0 0,-1 0 0 0 0,0 3 330 0 0,0 0 1 0 0,0-1-1 0 0,0 1 1 0 0,0 0-1 0 0,0 0 0 0 0,-1 0 1 0 0,1-1-1 0 0,-1 1 0 0 0,1 0 1 0 0,-1-1-1 0 0,-2 4 0 0 0,0 4 386 0 0,2 1-272 0 0,-1-1-1 0 0,1 1 1 0 0,1 0 0 0 0,0 0-1 0 0,1 0 1 0 0,0-1 0 0 0,0 1-1 0 0,1 0 1 0 0,6 19 0 0 0,-6-24-451 0 0,0 0 1 0 0,0-1-1 0 0,1 0 0 0 0,0 1 1 0 0,0-1-1 0 0,0 0 1 0 0,0-1-1 0 0,1 1 1 0 0,0 0-1 0 0,0-1 1 0 0,0 0-1 0 0,1 0 1 0 0,-1 0-1 0 0,1-1 1 0 0,0 1-1 0 0,0-1 0 0 0,0 0 1 0 0,0 0-1 0 0,10 3 1 0 0,-12-5-84 0 0,-1-1 0 0 0,1 1 0 0 0,-1-1 0 0 0,1 0 0 0 0,-1 1 0 0 0,1-1 0 0 0,0 0 0 0 0,-1 0 0 0 0,1-1 0 0 0,-1 1 0 0 0,1-1 0 0 0,-1 1 0 0 0,1-1 0 0 0,-1 0 0 0 0,0 1 0 0 0,1-1 0 0 0,-1-1 1 0 0,3 0-1 0 0,-1-1-222 0 0,0 0-1 0 0,0 0 1 0 0,0-1 0 0 0,-1 1 0 0 0,1-1 0 0 0,-1 0 0 0 0,0 0 0 0 0,5-7 0 0 0,-1-2-610 0 0,-1 0 1 0 0,0-1-1 0 0,0 0 0 0 0,-2 1 1 0 0,5-22-1 0 0,-1-25-469 0 0,-8 48 1646 0 0,1 1 0 0 0,1-1 1 0 0,0 0-1 0 0,0 1 1 0 0,1-1-1 0 0,0 1 1 0 0,1 0-1 0 0,7-14 1 0 0,-10 24-209 0 0,-1 0 0 0 0,0 1 1 0 0,1-1-1 0 0,-1 1 1 0 0,0-1-1 0 0,1 0 0 0 0,-1 1 1 0 0,1-1-1 0 0,-1 1 1 0 0,1-1-1 0 0,0 1 1 0 0,-1-1-1 0 0,1 1 0 0 0,-1 0 1 0 0,1-1-1 0 0,0 1 1 0 0,-1 0-1 0 0,1-1 0 0 0,0 1 1 0 0,-1 0-1 0 0,1 0 1 0 0,0 0-1 0 0,0-1 0 0 0,-1 1 1 0 0,1 0-1 0 0,0 0 1 0 0,-1 0-1 0 0,2 0 1 0 0,0 1 22 0 0,0 0 1 0 0,-1-1 0 0 0,1 1 0 0 0,-1 0-1 0 0,0 0 1 0 0,1 0 0 0 0,-1 0 0 0 0,0 0 0 0 0,0 0-1 0 0,1 0 1 0 0,-1 1 0 0 0,1 1 0 0 0,25 43 1171 0 0,-26-43-1146 0 0,19 42 416 0 0,15 29 1 0 0,-5-28-5781 0 0,-16-28-219 0 0</inkml:trace>
</inkml:ink>
</file>

<file path=ppt/ink/ink3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33.9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16 7834 0 0,'-15'-15'4257'0'0,"13"41"-1401"0"0,7 61-712 0 0,3-1 1 0 0,35 144-1 0 0,-26-147-1705 0 0,19 74-940 0 0,-19-90-5334 0 0,-4-20-830 0 0</inkml:trace>
</inkml:ink>
</file>

<file path=ppt/ink/ink3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34.3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28 212 10138 0 0,'-1'1'64'0'0,"0"-1"-1"0"0,0 0 1 0 0,0 0-1 0 0,0 0 1 0 0,0 0-1 0 0,0 1 1 0 0,0-1 0 0 0,0-1-1 0 0,1 1 1 0 0,-1 0-1 0 0,0 0 1 0 0,0 0-1 0 0,0 0 1 0 0,0-1-1 0 0,0 1 1 0 0,0 0-1 0 0,1-1 1 0 0,-1 1 0 0 0,0-1-1 0 0,0 1 1 0 0,0-1-1 0 0,1 1 1 0 0,-1-1-1 0 0,0 1 1 0 0,1-1-1 0 0,-1 0 1 0 0,0 1-1 0 0,1-1 1 0 0,-1 0 0 0 0,1 0-1 0 0,-1 1 1 0 0,1-1-1 0 0,0 0 1 0 0,-1 0-1 0 0,1 0 1 0 0,-1-1-1 0 0,2-2 68 0 0,-1 1 0 0 0,1 0 0 0 0,0 0 0 0 0,0 0-1 0 0,0 0 1 0 0,0 0 0 0 0,1 1 0 0 0,-1-1 0 0 0,1 0 0 0 0,3-4-1 0 0,3-5-164 0 0,2 0-1 0 0,-1 1 1 0 0,2 0-1 0 0,-1 1 1 0 0,1 0-1 0 0,1 1 1 0 0,0 0-1 0 0,0 1 1 0 0,1 0-1 0 0,0 1 1 0 0,15-7 0 0 0,-9 7-273 0 0,1 0 1 0 0,0 1-1 0 0,0 0 1 0 0,0 2 0 0 0,1 1-1 0 0,0 0 1 0 0,28 1 0 0 0,-29 2 296 0 0,10-1-56 0 0,40 6 0 0 0,-31 2 2 0 0</inkml:trace>
  <inkml:trace contextRef="#ctx0" brushRef="#br0" timeOffset="1">704 257 6913 0 0,'0'1'76'0'0,"0"-1"-1"0"0,-1 1 0 0 0,1-1 1 0 0,0 0-1 0 0,0 1 0 0 0,0-1 0 0 0,0 1 1 0 0,0-1-1 0 0,0 1 0 0 0,0-1 1 0 0,0 0-1 0 0,0 1 0 0 0,1-1 0 0 0,-1 1 1 0 0,0-1-1 0 0,0 0 0 0 0,0 1 1 0 0,0-1-1 0 0,1 1 0 0 0,-1-1 0 0 0,0 0 1 0 0,0 1-1 0 0,1-1 0 0 0,-1 0 1 0 0,0 1-1 0 0,1-1 0 0 0,-1 0 0 0 0,0 1 1 0 0,1-1-1 0 0,-1 0 0 0 0,0 0 1 0 0,1 0-1 0 0,-1 1 0 0 0,0-1 0 0 0,1 0 1 0 0,-1 0-1 0 0,1 0 0 0 0,-1 0 1 0 0,1 0-1 0 0,-1 0 0 0 0,0 1 0 0 0,1-1 1 0 0,19 6 1151 0 0,-9-7-854 0 0,-1-1 0 0 0,1 0 0 0 0,0 0 0 0 0,-1-1 0 0 0,1-1 0 0 0,-1 0 0 0 0,18-9 0 0 0,31-11-1296 0 0,-38 18-249 0 0</inkml:trace>
</inkml:ink>
</file>

<file path=ppt/ink/ink3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34.6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0 133 5985 0 0,'0'0'36'0'0,"0"0"-1"0"0,0 0 0 0 0,1 0 0 0 0,-1 0 1 0 0,0 0-1 0 0,0 0 0 0 0,0 0 1 0 0,0 0-1 0 0,0 0 0 0 0,0 0 1 0 0,1 0-1 0 0,-1 0 0 0 0,0 0 1 0 0,0 0-1 0 0,0 0 0 0 0,0 0 0 0 0,0 0 1 0 0,0 0-1 0 0,0 0 0 0 0,1 1 1 0 0,-1-1-1 0 0,0 0 0 0 0,0 0 1 0 0,0 0-1 0 0,0 0 0 0 0,0 0 0 0 0,0 0 1 0 0,0 0-1 0 0,0 0 0 0 0,0 0 1 0 0,0 1-1 0 0,0-1 0 0 0,0 0 1 0 0,0 0-1 0 0,0 0 0 0 0,0 0 0 0 0,0 0 1 0 0,1 0-1 0 0,-1 0 0 0 0,0 1 1 0 0,0-1-1 0 0,0 0 0 0 0,-1 0 1 0 0,1 0-1 0 0,0 0 0 0 0,0 0 1 0 0,0 0-1 0 0,0 1 0 0 0,0-1 0 0 0,0 0 1 0 0,0 0-1 0 0,0 0 0 0 0,0 0 1 0 0,0 0-1 0 0,0 0 0 0 0,0 0 1 0 0,0 0-1 0 0,0 1 0 0 0,0-1 0 0 0,0 0 1 0 0,-1 0-1 0 0,1 0 0 0 0,0 0 1 0 0,0 0-1 0 0,0 0 0 0 0,0 0 1 0 0,0 0-1 0 0,0 0 0 0 0,-1 0 0 0 0,18-1 1237 0 0,19-9-278 0 0,31-25-338 0 0,30-32-3843 0 0,-75 51 2370 0 0,-9 7 877 0 0</inkml:trace>
</inkml:ink>
</file>

<file path=ppt/ink/ink3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35.7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8 9218 0 0,'-7'14'7998'0'0,"12"-12"-7629"0"0,6 0-153 0 0,1 0-1 0 0,-1 0 1 0 0,0-1-1 0 0,1-1 1 0 0,19-1-1 0 0,66-12 697 0 0,0 1-852 0 0,-33 8-5684 0 0,-28 4-488 0 0</inkml:trace>
</inkml:ink>
</file>

<file path=ppt/ink/ink3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36.1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22 106 9674 0 0,'-18'-68'1980'0'0,"14"30"5475"0"0,14 187-4501 0 0,-3-62-2540 0 0,-2 9-227 0 0,29 287 586 0 0,-26-336-811 0 0,2-1 1 0 0,2-1-1 0 0,2 0 0 0 0,1-1 0 0 0,3 0 1 0 0,26 46-1 0 0,-19-48-244 0 0,11 21-3097 0 0</inkml:trace>
</inkml:ink>
</file>

<file path=ppt/ink/ink3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36.5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20 144 6449 0 0,'-9'3'339'0'0,"-2"1"-36"0"0,17-13 1165 0 0,0 4-672 0 0,15-14-659 0 0,0 2-1 0 0,2 1 0 0 0,0 0 1 0 0,0 2-1 0 0,1 1 1 0 0,1 0-1 0 0,26-8 0 0 0,-17 13-3909 0 0</inkml:trace>
</inkml:ink>
</file>

<file path=ppt/ink/ink3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36.9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1 142 3681 0 0,'59'-25'1536'0'0,"12"-13"-420"0"0,-49 25-1030 0 0,1 1-1 0 0,1 1 0 0 0,0 0 1 0 0,0 2-1 0 0,41-10 0 0 0,-40 15-97 0 0</inkml:trace>
</inkml:ink>
</file>

<file path=ppt/ink/ink3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37.2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227 32 5985 0 0,'0'-2'156'0'0,"-1"0"0"0"0,1 0 0 0 0,-1 1 0 0 0,0-1 0 0 0,1 1 0 0 0,-1-1 0 0 0,0 1 0 0 0,0-1 0 0 0,0 1 0 0 0,0-1 0 0 0,-1 1 0 0 0,1 0 0 0 0,0-1 0 0 0,0 1 0 0 0,-1 0-1 0 0,1 0 1 0 0,-1 0 0 0 0,1 0 0 0 0,-1 0 0 0 0,0 1 0 0 0,-2-2 0 0 0,2 2 58 0 0,-1-1 0 0 0,0 1-1 0 0,0 0 1 0 0,1 0 0 0 0,-1 0-1 0 0,0 0 1 0 0,0 1 0 0 0,1-1-1 0 0,-1 1 1 0 0,0-1 0 0 0,1 1-1 0 0,-5 2 1 0 0,-2 1 271 0 0,0 0-1 0 0,1 1 1 0 0,0 1-1 0 0,0-1 1 0 0,0 1-1 0 0,-12 13 1 0 0,10-8-21 0 0,0 0 0 0 0,0 1 0 0 0,2 1 1 0 0,0 0-1 0 0,0 0 0 0 0,1 0 0 0 0,1 1 0 0 0,-7 20 0 0 0,10-27-384 0 0,1 0 0 0 0,0 1-1 0 0,1-1 1 0 0,0 1 0 0 0,0 0-1 0 0,0-1 1 0 0,1 1 0 0 0,0-1-1 0 0,1 1 1 0 0,0 0-1 0 0,0-1 1 0 0,0 1 0 0 0,1-1-1 0 0,0 0 1 0 0,1 1 0 0 0,0-1-1 0 0,0 0 1 0 0,5 9 0 0 0,4 2-69 0 0,2-1 0 0 0,-1-1 1 0 0,2 0-1 0 0,0 0 0 0 0,30 22 1 0 0,95 53-16 0 0,-137-89 4 0 0,37 24 0 0 0,-39-25 0 0 0,1 1 0 0 0,0-1 0 0 0,-1 0 0 0 0,1 1 0 0 0,-1-1 0 0 0,1 1 0 0 0,-1-1 0 0 0,0 1 0 0 0,0 0 0 0 0,0-1 0 0 0,0 1 0 0 0,0 0 0 0 0,0 0 0 0 0,0 0 0 0 0,0 0 0 0 0,-1 0 0 0 0,1 0 0 0 0,-1 0 0 0 0,1 2 0 0 0,-2-3-6 0 0,1 0 1 0 0,0 0 0 0 0,-1 0 0 0 0,1 1-1 0 0,-1-1 1 0 0,1 0 0 0 0,-1 0 0 0 0,0 0 0 0 0,1 0-1 0 0,-1-1 1 0 0,0 1 0 0 0,0 0 0 0 0,0 0-1 0 0,0 0 1 0 0,0-1 0 0 0,1 1 0 0 0,-1 0 0 0 0,0-1-1 0 0,-1 1 1 0 0,1-1 0 0 0,0 1 0 0 0,0-1-1 0 0,0 1 1 0 0,-2-1 0 0 0,-30 7-728 0 0,31-7 614 0 0,-24 2-763 0 0</inkml:trace>
</inkml:ink>
</file>

<file path=ppt/ink/ink3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46.2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46 9674 0 0,'-7'-18'3846'0'0,"6"15"-3205"0"0,1 0 0 0 0,-1 1 1 0 0,0 0-1 0 0,0-1 1 0 0,0 1-1 0 0,0-1 0 0 0,0 1 1 0 0,-1 0-1 0 0,1 0 1 0 0,-6-2 1848 0 0</inkml:trace>
</inkml:ink>
</file>

<file path=ppt/ink/ink3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47.8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79 9218 0 0,'-34'-78'8849'0'0,"41"96"-7489"0"0,-2 0 1 0 0,6 38-1 0 0,-1-9-1071 0 0,24 123 143 0 0,-22-98-509 0 0,3 0 0 0 0,34 94 0 0 0,-25-112-1193 0 0,-22-51 772 0 0,0 1 1 0 0,1-1 0 0 0,-1 0 0 0 0,1 0 0 0 0,-1 0 0 0 0,1 0 0 0 0,5 3-1 0 0</inkml:trace>
</inkml:ink>
</file>

<file path=ppt/ink/ink3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48.2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9 265 5065 0 0,'-3'-13'288'0'0,"1"1"1"0"0,0-1-1 0 0,1 0 0 0 0,0 0 1 0 0,1-1-1 0 0,1 1 0 0 0,0 0 0 0 0,1 0 1 0 0,0 0-1 0 0,1 1 0 0 0,0-1 1 0 0,1 1-1 0 0,0-1 0 0 0,1 1 1 0 0,1 0-1 0 0,8-14 0 0 0,-12 23-98 0 0,0 1 1 0 0,-1-1-1 0 0,1 1 0 0 0,0 0 1 0 0,0 0-1 0 0,0 0 0 0 0,1 0 1 0 0,-1 0-1 0 0,1 0 0 0 0,-1 0 1 0 0,1 1-1 0 0,-1-1 0 0 0,1 1 0 0 0,0 0 1 0 0,-1 0-1 0 0,1 0 0 0 0,0 0 1 0 0,0 0-1 0 0,0 1 0 0 0,0-1 1 0 0,0 1-1 0 0,0 0 0 0 0,0 0 1 0 0,5 0-1 0 0,-6 1-98 0 0,1 0-1 0 0,-1-1 1 0 0,1 1 0 0 0,-1 0-1 0 0,0 0 1 0 0,1 0 0 0 0,-1 1 0 0 0,0-1-1 0 0,0 0 1 0 0,0 1 0 0 0,0-1-1 0 0,0 1 1 0 0,0 0 0 0 0,0 0 0 0 0,0 0-1 0 0,-1 0 1 0 0,1 0 0 0 0,-1 0 0 0 0,1 0-1 0 0,-1 0 1 0 0,0 1 0 0 0,0-1-1 0 0,0 1 1 0 0,0-1 0 0 0,-1 1 0 0 0,1-1-1 0 0,0 1 1 0 0,-1 3 0 0 0,2 12-151 0 0,-1 0 0 0 0,-2 0 0 0 0,1 0 0 0 0,-2 0 0 0 0,0 0 0 0 0,-10 35 0 0 0,-43 103-459 0 0,33-100 490 0 0,-3 2 110 0 0,17-42 342 0 0,0 0 1 0 0,2 0-1 0 0,-7 24 0 0 0,13-39-376 0 0,0 0 0 0 0,0-1 1 0 0,0 1-1 0 0,0 0 0 0 0,0-1 1 0 0,0 1-1 0 0,0 0 0 0 0,0-1 0 0 0,0 1 1 0 0,0 0-1 0 0,1-1 0 0 0,-1 1 1 0 0,0-1-1 0 0,1 1 0 0 0,-1 0 0 0 0,0-1 1 0 0,1 1-1 0 0,-1-1 0 0 0,1 1 0 0 0,-1-1 1 0 0,0 1-1 0 0,1-1 0 0 0,-1 1 1 0 0,1-1-1 0 0,0 0 0 0 0,-1 1 0 0 0,1-1 1 0 0,-1 0-1 0 0,1 1 0 0 0,0-1 1 0 0,-1 0-1 0 0,1 0 0 0 0,0 1 0 0 0,-1-1 1 0 0,1 0-1 0 0,0 0 0 0 0,-1 0 1 0 0,1 0-1 0 0,0 0 0 0 0,-1 0 0 0 0,1 0 1 0 0,1 0-1 0 0,37-2 672 0 0,-28 1-511 0 0,75-6-252 0 0,131-27 0 0 0,-195 30-1258 0 0,1 1-3616 0 0,-1 2-1506 0 0</inkml:trace>
</inkml:ink>
</file>

<file path=ppt/ink/ink3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48.8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71 118 2761 0 0,'-35'-78'4756'0'0,"30"70"-3278"0"0,1 0 0 0 0,-2 1 0 0 0,1-1 0 0 0,-10 0 3812 0 0,15 42-3653 0 0,11 70-855 0 0,4 0-1 0 0,39 137 1 0 0,-33-170-737 0 0,4 0-1 0 0,3-2 1 0 0,3-1 0 0 0,53 86 0 0 0,74 124-2458 0 0,-149-261 1137 0 0</inkml:trace>
</inkml:ink>
</file>

<file path=ppt/ink/ink3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49.1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63 409 5065 0 0,'-4'-1'207'0'0,"1"0"-1"0"0,-1-1 1 0 0,1 0 0 0 0,-1 1-1 0 0,1-1 1 0 0,0 0 0 0 0,0-1-1 0 0,0 1 1 0 0,0 0 0 0 0,0-1-1 0 0,0 0 1 0 0,1 0 0 0 0,-1 1 0 0 0,1-2-1 0 0,0 1 1 0 0,0 0 0 0 0,0 0-1 0 0,0-1 1 0 0,0 1 0 0 0,1-1-1 0 0,0 1 1 0 0,0-1 0 0 0,0 0-1 0 0,0 1 1 0 0,0-1 0 0 0,1 0-1 0 0,-1 0 1 0 0,1 1 0 0 0,0-1-1 0 0,0 0 1 0 0,1 0 0 0 0,-1 0-1 0 0,1 1 1 0 0,2-7 0 0 0,0-1 222 0 0,2 1 0 0 0,-1 0 1 0 0,1 0-1 0 0,1 0 1 0 0,0 0-1 0 0,0 1 1 0 0,1 0-1 0 0,0 1 1 0 0,11-11-1 0 0,12-9 462 0 0,40-28 1 0 0,-35 29-483 0 0,55-37-1950 0 0,-64 47-4653 0 0</inkml:trace>
</inkml:ink>
</file>

<file path=ppt/ink/ink3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06.2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186 192 2304 0 0,'0'-26'1306'0'0,"1"-7"1016"0"0,-2 0 0 0 0,-8-52 0 0 0,9 85-2211 0 0,0-1 0 0 0,0 0 0 0 0,0 1 0 0 0,0-1 0 0 0,0 1 0 0 0,0-1 0 0 0,0 1 0 0 0,0-1 0 0 0,0 0 0 0 0,-1 1 0 0 0,1-1 1 0 0,0 1-1 0 0,0-1 0 0 0,-1 1 0 0 0,1-1 0 0 0,0 1 0 0 0,0-1 0 0 0,-1 1 0 0 0,1-1 0 0 0,-1 1 0 0 0,1 0 0 0 0,0-1 0 0 0,-1 1 0 0 0,1-1 0 0 0,-1 1 1 0 0,1 0-1 0 0,-1 0 0 0 0,1-1 0 0 0,-1 1 0 0 0,1 0 0 0 0,-1 0 0 0 0,1-1 0 0 0,-1 1 0 0 0,0 0 0 0 0,0 1 57 0 0,-1-1-1 0 0,1 1 1 0 0,0-1-1 0 0,0 1 1 0 0,0 0-1 0 0,0 0 1 0 0,0 0 0 0 0,0-1-1 0 0,0 1 1 0 0,0 0-1 0 0,0 0 1 0 0,0 0-1 0 0,-1 2 1 0 0,-22 40 1606 0 0,-1 21-1566 0 0,2 1 1 0 0,3 2 0 0 0,3-1 0 0 0,3 2 0 0 0,2 0-1 0 0,-1 73 1 0 0,11-101-178 0 0,3-1 0 0 0,5 47 0 0 0,-4-72-20 0 0,0 0 1 0 0,1 0-1 0 0,1-1 0 0 0,0 1 0 0 0,1-1 1 0 0,1 0-1 0 0,0-1 0 0 0,0 1 0 0 0,15 19 1 0 0,-20-30-5 0 0,-1-1 1 0 0,1 1-1 0 0,0-1 0 0 0,0 0 1 0 0,1 1-1 0 0,-1-1 1 0 0,0 0-1 0 0,0 0 1 0 0,1 0-1 0 0,-1 0 1 0 0,0 0-1 0 0,1 0 0 0 0,-1 0 1 0 0,1 0-1 0 0,-1-1 1 0 0,1 1-1 0 0,0 0 1 0 0,-1-1-1 0 0,1 1 0 0 0,0-1 1 0 0,-1 0-1 0 0,1 0 1 0 0,0 1-1 0 0,-1-1 1 0 0,1 0-1 0 0,0-1 1 0 0,-1 1-1 0 0,1 0 0 0 0,0 0 1 0 0,-1-1-1 0 0,1 1 1 0 0,0-1-1 0 0,-1 1 1 0 0,1-1-1 0 0,-1 0 1 0 0,1 1-1 0 0,-1-1 0 0 0,1 0 1 0 0,-1 0-1 0 0,1 0 1 0 0,-1 0-1 0 0,0-1 1 0 0,0 1-1 0 0,1 0 1 0 0,-1 0-1 0 0,0-1 0 0 0,1-1 1 0 0,2-3-32 0 0,1-1 1 0 0,-1 1-1 0 0,-1 0 0 0 0,1-1 1 0 0,-1 0-1 0 0,0 0 1 0 0,-1 0-1 0 0,0 0 1 0 0,3-13-1 0 0,-4 1-105 0 0,-1 1 1 0 0,-4-36-1 0 0,0-9 256 0 0,5 62 36 0 0,3 7-79 0 0,8 19-27 0 0,5 8 163 0 0,-13-28-200 0 0,-1 0-1 0 0,1-1 1 0 0,-1 1-1 0 0,1-1 1 0 0,1 1-1 0 0,-1-1 0 0 0,1 0 1 0 0,-1-1-1 0 0,1 1 1 0 0,0-1-1 0 0,1 0 1 0 0,-1 0-1 0 0,0-1 0 0 0,1 1 1 0 0,0-1-1 0 0,-1-1 1 0 0,1 1-1 0 0,0-1 1 0 0,0 0-1 0 0,0 0 0 0 0,0 0 1 0 0,0-1-1 0 0,0 0 1 0 0,0 0-1 0 0,0-1 1 0 0,0 0-1 0 0,0 0 0 0 0,-1 0 1 0 0,1 0-1 0 0,0-1 1 0 0,0 0-1 0 0,5-3 1 0 0,5-3 67 0 0,-1 1 1 0 0,0-2 0 0 0,0 0 0 0 0,-1-1 0 0 0,0 0-1 0 0,-1-1 1 0 0,0-1 0 0 0,-1 0 0 0 0,0 0 0 0 0,12-18-1 0 0,-10 9-32 0 0,0 1-1 0 0,-1-2 0 0 0,-1 0 0 0 0,-2 0 0 0 0,0-1 0 0 0,12-40 0 0 0,-19 48-44 0 0,0 0 0 0 0,0 1 0 0 0,-2-1-1 0 0,0 0 1 0 0,0 0 0 0 0,-2 0-1 0 0,1 0 1 0 0,-2 0 0 0 0,0 0 0 0 0,-1 1-1 0 0,-1-1 1 0 0,-6-19 0 0 0,0 11 128 0 0,-22-42 1 0 0,28 58-525 0 0,-1 0-1 0 0,1 0 1 0 0,-1 1 0 0 0,-1-1-1 0 0,1 1 1 0 0,-1 0 0 0 0,0 1-1 0 0,-1-1 1 0 0,-11-6 0 0 0</inkml:trace>
</inkml:ink>
</file>

<file path=ppt/ink/ink3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06.7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37 364 11979 0 0,'0'1'34'0'0,"0"-1"0"0"0,0 0 1 0 0,0 0-1 0 0,0 0 0 0 0,0 1 0 0 0,0-1 1 0 0,0 0-1 0 0,0 0 0 0 0,0 0 1 0 0,0 1-1 0 0,0-1 0 0 0,1 0 1 0 0,-1 0-1 0 0,0 0 0 0 0,0 0 1 0 0,0 1-1 0 0,0-1 0 0 0,0 0 1 0 0,0 0-1 0 0,0 0 0 0 0,0 0 1 0 0,1 1-1 0 0,-1-1 0 0 0,0 0 0 0 0,0 0 1 0 0,0 0-1 0 0,0 0 0 0 0,1 0 1 0 0,-1 0-1 0 0,0 0 0 0 0,0 0 1 0 0,0 1-1 0 0,0-1 0 0 0,1 0 1 0 0,-1 0-1 0 0,0 0 0 0 0,0 0 1 0 0,0 0-1 0 0,1 0 0 0 0,-1 0 1 0 0,0 0-1 0 0,0 0 0 0 0,1 0 1 0 0,11-5 1205 0 0,9-10 110 0 0,-13 7-1143 0 0,-1 0-1 0 0,0 0 0 0 0,0 0 0 0 0,0-1 0 0 0,-1 0 0 0 0,-1 0 0 0 0,1-1 0 0 0,-1 0 1 0 0,-1 0-1 0 0,0 0 0 0 0,0 0 0 0 0,-1-1 0 0 0,3-17 0 0 0,-4 17-195 0 0,-1 0 0 0 0,0 0 0 0 0,0 0-1 0 0,-1 0 1 0 0,0 0 0 0 0,-1 0 0 0 0,0 0-1 0 0,-1 0 1 0 0,0 0 0 0 0,-1 0 0 0 0,0 0 0 0 0,0 1-1 0 0,-8-15 1 0 0,10 23 0 0 0,0 0 1 0 0,0 0-1 0 0,0-1 0 0 0,-1 1 0 0 0,1 0 0 0 0,-1 1 1 0 0,1-1-1 0 0,-1 0 0 0 0,0 0 0 0 0,1 1 1 0 0,-1-1-1 0 0,0 1 0 0 0,0-1 0 0 0,0 1 1 0 0,0 0-1 0 0,-1 0 0 0 0,1 0 0 0 0,0 0 0 0 0,0 0 1 0 0,-1 0-1 0 0,1 1 0 0 0,-4-1 0 0 0,3 1 14 0 0,1 1 0 0 0,-1-1 0 0 0,1 1 0 0 0,-1 0-1 0 0,1 0 1 0 0,0 0 0 0 0,-1 0 0 0 0,1 0 0 0 0,0 0 0 0 0,0 1-1 0 0,0-1 1 0 0,0 1 0 0 0,0 0 0 0 0,0-1 0 0 0,0 1-1 0 0,0 0 1 0 0,1 0 0 0 0,-1 0 0 0 0,1 0 0 0 0,-1 1-1 0 0,-1 2 1 0 0,-3 8 49 0 0,-1 1 0 0 0,2-1-1 0 0,0 1 1 0 0,0 0 0 0 0,1 0-1 0 0,1 0 1 0 0,0 1-1 0 0,1-1 1 0 0,1 1 0 0 0,0 26-1 0 0,2-24-90 0 0,1 0 0 0 0,0 0 0 0 0,1-1 0 0 0,0 1 0 0 0,2-1 0 0 0,0 1-1 0 0,0-2 1 0 0,2 1 0 0 0,9 16 0 0 0,-8-20-35 0 0,0 0 1 0 0,1-1-1 0 0,0-1 1 0 0,1 1-1 0 0,0-2 1 0 0,1 1-1 0 0,0-1 1 0 0,0-1-1 0 0,1 0 0 0 0,0-1 1 0 0,21 10-1 0 0,-4-4-524 0 0</inkml:trace>
</inkml:ink>
</file>

<file path=ppt/ink/ink3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07.3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 71 7370 0 0,'-4'-2'-279'0'0,"-10"-4"2694"0"0,13 6-2337 0 0,1 0 0 0 0,0 0 0 0 0,0 0 0 0 0,-1 0 1 0 0,1 0-1 0 0,0 0 0 0 0,-1 0 0 0 0,1 0 0 0 0,0 0 0 0 0,0 0 0 0 0,-1 0 1 0 0,1 1-1 0 0,0-1 0 0 0,0 0 0 0 0,-1 0 0 0 0,1 0 0 0 0,0 0 0 0 0,0 1 1 0 0,0-1-1 0 0,-1 0 0 0 0,1 0 0 0 0,0 0 0 0 0,0 1 0 0 0,0-1 0 0 0,-1 0 1 0 0,1 0-1 0 0,0 1 0 0 0,0-1 0 0 0,0 0 0 0 0,0 0 0 0 0,0 1 0 0 0,0-1 1 0 0,0 0-1 0 0,0 1 0 0 0,0-1 0 0 0,0 0 0 0 0,0 0 0 0 0,0 1 0 0 0,0-1 1 0 0,0 3 1164 0 0,0 3-315 0 0,3 38-216 0 0,3 0 0 0 0,1 0 1 0 0,1-1-1 0 0,25 69 0 0 0,-32-109-687 0 0,0 0 1 0 0,0 0-1 0 0,0 0 1 0 0,1 0-1 0 0,-1-1 0 0 0,1 1 1 0 0,0-1-1 0 0,-1 1 1 0 0,1-1-1 0 0,0 1 0 0 0,0-1 1 0 0,1 0-1 0 0,2 2 1 0 0,-5-4-20 0 0,1 0 1 0 0,-1 1-1 0 0,1-1 1 0 0,0 0-1 0 0,-1 0 0 0 0,1 0 1 0 0,-1 0-1 0 0,1 0 1 0 0,0 0-1 0 0,-1 0 1 0 0,1 0-1 0 0,0 0 1 0 0,-1 0-1 0 0,1 0 1 0 0,-1 0-1 0 0,1 0 1 0 0,0 0-1 0 0,-1 0 1 0 0,1-1-1 0 0,-1 1 0 0 0,1 0 1 0 0,-1-1-1 0 0,2 1 1 0 0,0-2-9 0 0,-1 0 0 0 0,1 1 0 0 0,-1-1 0 0 0,1 0 0 0 0,-1 0 0 0 0,0 1 0 0 0,1-1 0 0 0,-1 0 0 0 0,1-4 0 0 0,11-26-58 0 0,-1-1 0 0 0,11-56 0 0 0,-17 61 23 0 0,1 1 0 0 0,1 1 0 0 0,1 0-1 0 0,1 0 1 0 0,17-30 0 0 0,-25 53 73 0 0,0 0 1 0 0,0 0-1 0 0,0 0 1 0 0,0 0-1 0 0,0 1 1 0 0,0-1-1 0 0,1 1 0 0 0,0 0 1 0 0,-1-1-1 0 0,1 1 1 0 0,0 1-1 0 0,0-1 1 0 0,4-2-1 0 0,-5 4-15 0 0,0-1 0 0 0,-1 1-1 0 0,1 0 1 0 0,0 0 0 0 0,-1 0 0 0 0,1 0-1 0 0,0 0 1 0 0,-1 0 0 0 0,1 0 0 0 0,0 0-1 0 0,-1 1 1 0 0,1-1 0 0 0,0 1 0 0 0,-1-1 0 0 0,1 1-1 0 0,-1 0 1 0 0,1-1 0 0 0,-1 1 0 0 0,1 0-1 0 0,-1 0 1 0 0,0 0 0 0 0,1 0 0 0 0,-1 0-1 0 0,0 0 1 0 0,0 1 0 0 0,0-1 0 0 0,0 0-1 0 0,2 3 1 0 0,16 23 466 0 0,32 60-1 0 0,-35-55-1609 0 0,36 49 0 0 0,-37-61-68 0 0</inkml:trace>
</inkml:ink>
</file>

<file path=ppt/ink/ink3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07.6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0 455 6913 0 0,'2'0'68'0'0,"-1"1"-1"0"0,0-1 0 0 0,0 0 1 0 0,0-1-1 0 0,0 1 0 0 0,1 0 0 0 0,-1 0 1 0 0,0 0-1 0 0,0-1 0 0 0,0 1 0 0 0,0-1 1 0 0,0 1-1 0 0,0-1 0 0 0,0 1 0 0 0,0-1 1 0 0,0 1-1 0 0,0-1 0 0 0,0 0 1 0 0,0 0-1 0 0,0 1 0 0 0,0-1 0 0 0,1-2 1 0 0,23-24 1401 0 0,-19 20-1213 0 0,10-12 334 0 0,0-1-1 0 0,-2-1 1 0 0,0 0-1 0 0,-1-1 0 0 0,-1 0 1 0 0,-1-1-1 0 0,-1 0 1 0 0,-2-1-1 0 0,12-44 1 0 0,-18 54-374 0 0,-1 1 1 0 0,0-1 0 0 0,-1-15-1 0 0,0 24-191 0 0,0-1 1 0 0,-1 1-1 0 0,0 0 1 0 0,0 0-1 0 0,0 0 0 0 0,0 0 1 0 0,-1 0-1 0 0,0 0 1 0 0,0 0-1 0 0,0 0 0 0 0,-4-5 1 0 0,5 10-29 0 0,1-1 1 0 0,-1 0 0 0 0,1 0-1 0 0,-1 1 1 0 0,0-1 0 0 0,1 0 0 0 0,-1 1-1 0 0,0-1 1 0 0,1 0 0 0 0,-1 1-1 0 0,0-1 1 0 0,0 1 0 0 0,0 0 0 0 0,0-1-1 0 0,1 1 1 0 0,-1-1 0 0 0,0 1-1 0 0,0 0 1 0 0,0 0 0 0 0,0 0-1 0 0,0 0 1 0 0,0-1 0 0 0,0 1 0 0 0,0 0-1 0 0,0 0 1 0 0,0 1 0 0 0,-1-1-1 0 0,0 1 7 0 0,0 0 1 0 0,0 0-1 0 0,0 0 0 0 0,0 0 0 0 0,1 0 0 0 0,-1 1 0 0 0,0-1 0 0 0,1 1 1 0 0,-1-1-1 0 0,1 1 0 0 0,-3 3 0 0 0,-2 3 94 0 0,1 1-1 0 0,0 1 1 0 0,-7 17 0 0 0,7-15-2 0 0,1 1 0 0 0,0 0 0 0 0,1 0 0 0 0,0 0 0 0 0,1 0 0 0 0,1 1 1 0 0,0-1-1 0 0,1 1 0 0 0,2 25 0 0 0,0-30-150 0 0,0 0 0 0 0,1 0 1 0 0,-1 0-1 0 0,2 0 0 0 0,-1 0 0 0 0,1-1 1 0 0,1 0-1 0 0,-1 0 0 0 0,1 0 0 0 0,1 0 0 0 0,-1-1 1 0 0,1 1-1 0 0,1-1 0 0 0,14 11 0 0 0,-10-9-709 0 0,0-1 0 0 0,1 0 0 0 0,23 11 0 0 0,-8-7-372 0 0</inkml:trace>
</inkml:ink>
</file>

<file path=ppt/ink/ink3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08.1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17 387 10594 0 0,'-2'1'89'0'0,"-11"16"1079"0"0,12-17-1138 0 0,1 0 0 0 0,0 0 0 0 0,0 1 0 0 0,0-1-1 0 0,0 0 1 0 0,0 1 0 0 0,0-1 0 0 0,0 0 0 0 0,0 1 0 0 0,0-1 0 0 0,0 0 0 0 0,0 1-1 0 0,0-1 1 0 0,0 0 0 0 0,0 1 0 0 0,0-1 0 0 0,0 0 0 0 0,0 1 0 0 0,0-1-1 0 0,0 0 1 0 0,0 0 0 0 0,0 1 0 0 0,1-1 0 0 0,-1 0 0 0 0,0 1 0 0 0,0-1-1 0 0,0 0 1 0 0,1 0 0 0 0,-1 1 0 0 0,0-1 0 0 0,0 0 0 0 0,1 0 0 0 0,-1 0-1 0 0,0 1 1 0 0,0-1 0 0 0,1 0 0 0 0,-1 0 0 0 0,0 0 0 0 0,0 0 0 0 0,1 0 0 0 0,-1 1-1 0 0,0-1 1 0 0,1 0 0 0 0,-1 0 0 0 0,0 0 0 0 0,1 0 0 0 0,-1 0 0 0 0,0 0-1 0 0,1 0 1 0 0,-1 0 0 0 0,0 0 0 0 0,1 0 0 0 0,-1 0 0 0 0,0-1 0 0 0,1 1-1 0 0,-1 0 1 0 0,0 0 0 0 0,0 0 0 0 0,1 0 0 0 0,2-1 177 0 0,0 0 1 0 0,0 1 0 0 0,0-1-1 0 0,0 0 1 0 0,0 0-1 0 0,0-1 1 0 0,0 1-1 0 0,-1-1 1 0 0,1 1-1 0 0,-1-1 1 0 0,1 0-1 0 0,-1 0 1 0 0,1 0 0 0 0,2-4-1 0 0,32-38 1157 0 0,-30 36-1080 0 0,10-14 55 0 0,-2-1 0 0 0,0 0 0 0 0,18-38 0 0 0,-29 52-346 0 0,0 0 0 0 0,0-1 0 0 0,-1 1-1 0 0,0-1 1 0 0,-1 0 0 0 0,0 0 0 0 0,-1 0-1 0 0,0 0 1 0 0,0 0 0 0 0,-1 0 0 0 0,0 0-1 0 0,-1 0 1 0 0,-2-10 0 0 0,2 15-18 0 0,-1 1 0 0 0,0-1 0 0 0,0 1 0 0 0,0 0 0 0 0,-1 0 0 0 0,1 0 0 0 0,-1 0-1 0 0,0 0 1 0 0,0 1 0 0 0,-1-1 0 0 0,-4-3 0 0 0,8 6 22 0 0,-1 0-1 0 0,0 0 0 0 0,0 0 1 0 0,0 1-1 0 0,0-1 1 0 0,0 0-1 0 0,0 1 0 0 0,-1-1 1 0 0,1 1-1 0 0,0-1 0 0 0,0 1 1 0 0,0-1-1 0 0,0 1 1 0 0,-1 0-1 0 0,1 0 0 0 0,0 0 1 0 0,0-1-1 0 0,-1 1 0 0 0,1 0 1 0 0,0 0-1 0 0,0 1 1 0 0,-1-1-1 0 0,1 0 0 0 0,0 0 1 0 0,0 1-1 0 0,0-1 1 0 0,-1 1-1 0 0,1-1 0 0 0,0 1 1 0 0,0-1-1 0 0,0 1 0 0 0,0-1 1 0 0,0 1-1 0 0,0 0 1 0 0,0 0-1 0 0,0 0 0 0 0,0 0 1 0 0,0 0-1 0 0,1-1 0 0 0,-1 2 1 0 0,0-1-1 0 0,0 0 1 0 0,1 0-1 0 0,-1 0 0 0 0,1 0 1 0 0,-1 2-1 0 0,-3 7-12 0 0,0 1 0 0 0,1-1 0 0 0,0 0 0 0 0,1 1 0 0 0,0 0-1 0 0,1-1 1 0 0,0 1 0 0 0,0 0 0 0 0,1 0 0 0 0,1 0 0 0 0,0 0 0 0 0,3 11 0 0 0,-1-5-89 0 0,1 0 1 0 0,1-1-1 0 0,0 0 1 0 0,1 0-1 0 0,1 0 1 0 0,0-1-1 0 0,10 16 1 0 0,-9-19-204 0 0,1 0 0 0 0,0-1 1 0 0,1 0-1 0 0,0-1 0 0 0,21 18 1 0 0,-8-10-667 0 0</inkml:trace>
</inkml:ink>
</file>

<file path=ppt/ink/ink3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08.6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287 421 3225 0 0,'-42'22'8568'0'0,"-5"5"-3589"0"0,27-15-4115 0 0,1 1 0 0 0,0 2-1 0 0,0-1 1 0 0,2 2-1 0 0,-24 26 1 0 0,34-32-844 0 0,0-1 1 0 0,0 2-1 0 0,1-1 1 0 0,0 1-1 0 0,1 0 1 0 0,0 0-1 0 0,1 0 1 0 0,0 0-1 0 0,1 1 1 0 0,0 0-1 0 0,1 0 0 0 0,0 0 1 0 0,1 0-1 0 0,1 0 1 0 0,-1 0-1 0 0,2 0 1 0 0,0 0-1 0 0,0 0 1 0 0,1 0-1 0 0,1 0 0 0 0,0-1 1 0 0,0 1-1 0 0,1-1 1 0 0,1 1-1 0 0,0-1 1 0 0,0-1-1 0 0,1 1 1 0 0,0-1-1 0 0,1 0 0 0 0,0 0 1 0 0,1-1-1 0 0,9 9 1 0 0,-15-16-105 0 0,0 0-1 0 0,0 0 1 0 0,0 0 0 0 0,1-1-1 0 0,-1 1 1 0 0,0-1 0 0 0,1 0-1 0 0,-1 1 1 0 0,1-1 0 0 0,-1 0 0 0 0,1 0-1 0 0,-1-1 1 0 0,1 1 0 0 0,0 0-1 0 0,-1-1 1 0 0,1 0 0 0 0,0 0-1 0 0,-1 0 1 0 0,1 0 0 0 0,5 0-1 0 0,-4-2-136 0 0,0 1 0 0 0,1-1 0 0 0,-1 0-1 0 0,0 0 1 0 0,0 0 0 0 0,0 0 0 0 0,0-1-1 0 0,0 1 1 0 0,0-1 0 0 0,-1 0-1 0 0,5-5 1 0 0,3-4-518 0 0,-1-1-1 0 0,0 0 0 0 0,-1 0 0 0 0,-1-1 1 0 0,0 0-1 0 0,7-17 0 0 0,-2-2-282 0 0,-1 0-1 0 0,-2-1 0 0 0,-1 0 0 0 0,-2-1 1 0 0,4-45-1 0 0,-9 42 845 0 0,-1 0 1 0 0,-2 0-1 0 0,-2 0 1 0 0,-13-68-1 0 0,-18-48 1602 0 0,0 1 4667 0 0,34 152-5892 0 0,0 0-1 0 0,0 0 0 0 0,0 0 1 0 0,0 0-1 0 0,0 0 0 0 0,0 0 0 0 0,-1 0 1 0 0,1 0-1 0 0,0 0 0 0 0,-1 0 1 0 0,1 0-1 0 0,0 0 0 0 0,-1 0 1 0 0,0 1-1 0 0,1-1 0 0 0,-1 0 1 0 0,1 0-1 0 0,-1 0 0 0 0,-1-1 1 0 0,-3 19 2003 0 0,2 35-779 0 0,20 96-555 0 0,44 185-1 0 0,-26-165-732 0 0,7 25-438 0 0,-8-66-2764 0 0,-21-83-4066 0 0</inkml:trace>
</inkml:ink>
</file>

<file path=ppt/ink/ink3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09.2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18 270 8290 0 0,'-3'-6'344'0'0,"1"-1"1"0"0,-1 1-1 0 0,1-1 1 0 0,1 1-1 0 0,-1-1 1 0 0,1 0-1 0 0,0 1 1 0 0,1-1-1 0 0,0 0 1 0 0,1-13 0 0 0,-1 0 246 0 0,-1 6 86 0 0,0 7-258 0 0,0 1 1 0 0,1 0-1 0 0,0 0 1 0 0,0 0-1 0 0,1 0 1 0 0,-1 0-1 0 0,1 0 1 0 0,0 0-1 0 0,1 0 1 0 0,3-8 0 0 0,-5 13-381 0 0,0 1 0 0 0,0 0 0 0 0,1 0 1 0 0,-1 0-1 0 0,0 0 0 0 0,0 0 1 0 0,1 0-1 0 0,-1 0 0 0 0,0 0 1 0 0,0 0-1 0 0,1 0 0 0 0,-1 0 1 0 0,0 0-1 0 0,0 0 0 0 0,1 0 1 0 0,-1 0-1 0 0,0 0 0 0 0,0 0 1 0 0,1 0-1 0 0,-1 0 0 0 0,0 0 1 0 0,0 0-1 0 0,1 1 0 0 0,-1-1 1 0 0,0 0-1 0 0,0 0 0 0 0,1 0 0 0 0,-1 0 1 0 0,0 1-1 0 0,0-1 0 0 0,0 0 1 0 0,0 0-1 0 0,1 0 0 0 0,-1 1 1 0 0,0-1-1 0 0,0 0 0 0 0,0 0 1 0 0,0 1-1 0 0,0-1 0 0 0,0 0 1 0 0,0 0-1 0 0,0 1 0 0 0,0-1 1 0 0,1 0-1 0 0,-1 0 0 0 0,0 1 1 0 0,8 16 514 0 0,-7-14-356 0 0,92 218 1646 0 0,-21-46-1774 0 0,-28-74-70 0 0,114 187 0 0 0,-152-279 27 0 0,-1-1 0 0 0,2 0 0 0 0,-1 0 0 0 0,1-1 0 0 0,0 0-1 0 0,0 0 1 0 0,1 0 0 0 0,0-1 0 0 0,15 9 0 0 0,-22-15-22 0 0,1 0 0 0 0,-1 1 0 0 0,0-1 0 0 0,0 0 0 0 0,0 0 0 0 0,1 0 0 0 0,-1 0-1 0 0,0 0 1 0 0,0 0 0 0 0,0 0 0 0 0,0-1 0 0 0,1 1 0 0 0,-1 0 0 0 0,0 0 0 0 0,0-1 0 0 0,0 1 0 0 0,0-1 0 0 0,0 1-1 0 0,0-1 1 0 0,0 0 0 0 0,0 1 0 0 0,0-1 0 0 0,0 0 0 0 0,0 0 0 0 0,0 0 0 0 0,0 0 0 0 0,-1 1 0 0 0,1-1 0 0 0,0 0-1 0 0,-1 0 1 0 0,1 0 0 0 0,0-1 0 0 0,-1 1 0 0 0,1-2 0 0 0,14-40 53 0 0,9-91 17 0 0,7-146 0 0 0,-2 14-2075 0 0,-23 210 586 0 0,-3 28-330 0 0,1-1 1 0 0,1 0 0 0 0,11-33 0 0 0,-8 42 22 0 0</inkml:trace>
</inkml:ink>
</file>

<file path=ppt/ink/ink3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09.7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50 33 10594 0 0,'-3'-8'89'0'0,"-9"-15"2806"0"0,5 21-849 0 0,-2 16-258 0 0,5-2-1281 0 0,0 0 1 0 0,1 0 0 0 0,1 1 0 0 0,0-1-1 0 0,-1 24 1 0 0,4 65 630 0 0,0-92-1017 0 0,0 13-30 0 0,1-1 0 0 0,1 1 0 0 0,1-1 0 0 0,0 0 0 0 0,2 0 0 0 0,1-1 0 0 0,16 37 0 0 0,-19-49-66 0 0,1 0-1 0 0,-1 0 1 0 0,2-1 0 0 0,-1 1-1 0 0,1-1 1 0 0,0-1 0 0 0,0 1 0 0 0,1-1-1 0 0,0 0 1 0 0,0 0 0 0 0,1-1 0 0 0,-1 0-1 0 0,1 0 1 0 0,0-1 0 0 0,0 0 0 0 0,1-1-1 0 0,-1 0 1 0 0,1 0 0 0 0,0 0-1 0 0,0-1 1 0 0,10 1 0 0 0,-12-2-30 0 0,0-1 0 0 0,1 0 0 0 0,-1 0 0 0 0,0 0 0 0 0,0-1 0 0 0,0 0 1 0 0,0 0-1 0 0,0-1 0 0 0,0 0 0 0 0,0 0 0 0 0,0 0 0 0 0,-1-1 0 0 0,1 0 0 0 0,-1-1 0 0 0,0 1 0 0 0,0-1 0 0 0,0-1 1 0 0,0 1-1 0 0,-1-1 0 0 0,0 0 0 0 0,7-8 0 0 0,-6 6-1 0 0,-1-1-1 0 0,0 0 1 0 0,0 0-1 0 0,-1 0 1 0 0,0 0 0 0 0,0-1-1 0 0,-1 0 1 0 0,-1 0 0 0 0,1 0-1 0 0,-1 0 1 0 0,-1 0 0 0 0,0 0-1 0 0,0 0 1 0 0,0-1 0 0 0,-2 1-1 0 0,0-11 1 0 0,-2 2-54 0 0,-1-1 1 0 0,-1 1 0 0 0,0 0-1 0 0,-1 0 1 0 0,-2 1-1 0 0,1 0 1 0 0,-2 0-1 0 0,0 0 1 0 0,-1 1-1 0 0,-1 1 1 0 0,-21-24-1 0 0,30 36-90 0 0,-1 0 0 0 0,0 0 0 0 0,0 1 0 0 0,0-1 0 0 0,0 1 0 0 0,-1 0 0 0 0,1 0 0 0 0,-8-3 0 0 0,9 5-235 0 0,0-1 0 0 0,0 1-1 0 0,0-1 1 0 0,-1 1 0 0 0,1 0 0 0 0,0-1-1 0 0,0 1 1 0 0,-1 0 0 0 0,1 1 0 0 0,-3-1 0 0 0</inkml:trace>
</inkml:ink>
</file>

<file path=ppt/ink/ink3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10.1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6913 0 0,'20'4'12794'0'0,"-16"44"-12290"0"0,3 0 0 0 0,2 0 1 0 0,2-1-1 0 0,2 0 0 0 0,2-1 1 0 0,26 57-1 0 0,-35-91-907 0 0,1-1-1 0 0,0 0 1 0 0,0-1 0 0 0,1 0-1 0 0,14 15 1 0 0,-18-21 56 0 0,0 0 1 0 0,0 0-1 0 0,1-1 1 0 0,-1 1 0 0 0,1-1-1 0 0,-1 0 1 0 0,1 0-1 0 0,0-1 1 0 0,0 1-1 0 0,1-1 1 0 0,-1 0 0 0 0,0-1-1 0 0,1 1 1 0 0,-1-1-1 0 0,7 1 1 0 0</inkml:trace>
</inkml:ink>
</file>

<file path=ppt/ink/ink3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10.5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1 189 5985 0 0,'6'-1'1004'0'0,"0"1"-1"0"0,1 0 0 0 0,-1-1 1 0 0,1-1-1 0 0,10-2 0 0 0,3-2-26 0 0,0 0-1 0 0,0-2 1 0 0,-1 0-1 0 0,0-1 1 0 0,0-1-1 0 0,27-19 1 0 0,-34 19-1604 0 0,-1 1 1 0 0,0-1 0 0 0,0-1 0 0 0,-1 0 0 0 0,-1-1 0 0 0,10-14 0 0 0,-10 10-4774 0 0</inkml:trace>
</inkml:ink>
</file>

<file path=ppt/ink/ink3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10.9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1 7834 0 0,'-15'34'1835'0'0,"3"1"-1"0"0,0 0 1 0 0,3 1 0 0 0,1 0 0 0 0,-4 43 0 0 0,8-49-1162 0 0,2 0 1 0 0,1 0 0 0 0,2 0-1 0 0,6 49 1 0 0,-4-62-869 0 0,0-1 1 0 0,1 1 0 0 0,1-1-1 0 0,0 0 1 0 0,2-1-1 0 0,-1 1 1 0 0,2-1 0 0 0,0 0-1 0 0,18 24 1 0 0</inkml:trace>
</inkml:ink>
</file>

<file path=ppt/ink/ink3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11.2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53 10594 0 0,'-3'-15'1276'0'0,"3"11"-834"0"0,-1-1 1 0 0,0 1-1 0 0,0 0 0 0 0,0 0 1 0 0,0 0-1 0 0,-1 0 0 0 0,-6-4 2981 0 0,8 8-3377 0 0,-2 12 995 0 0,2 13-314 0 0,42 231 1939 0 0,-14-86-2217 0 0,72 334-117 0 0,-75-374-2253 0 0,-23-106 444 0 0</inkml:trace>
</inkml:ink>
</file>

<file path=ppt/ink/ink3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11.6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2 162 8754 0 0,'0'0'18'0'0,"0"1"1"0"0,0-1 0 0 0,0 0-1 0 0,-1 0 1 0 0,1 0-1 0 0,0 0 1 0 0,0 0-1 0 0,0 0 1 0 0,0 0-1 0 0,0 0 1 0 0,0 0-1 0 0,0 1 1 0 0,0-1 0 0 0,0 0-1 0 0,0 0 1 0 0,0 0-1 0 0,0 0 1 0 0,0 0-1 0 0,0 0 1 0 0,0 1-1 0 0,0-1 1 0 0,0 0-1 0 0,0 0 1 0 0,0 0 0 0 0,0 0-1 0 0,0 0 1 0 0,0 0-1 0 0,0 1 1 0 0,0-1-1 0 0,0 0 1 0 0,0 0-1 0 0,0 0 1 0 0,0 0-1 0 0,0 0 1 0 0,0 0 0 0 0,0 0-1 0 0,0 0 1 0 0,0 1-1 0 0,1-1 1 0 0,-1 0-1 0 0,0 0 1 0 0,0 0-1 0 0,0 0 1 0 0,0 0-1 0 0,0 0 1 0 0,0 0 0 0 0,0 0-1 0 0,0 0 1 0 0,1 0-1 0 0,-1 0 1 0 0,0 0-1 0 0,0 0 1 0 0,0 0-1 0 0,0 1 1 0 0,0-1 0 0 0,0 0-1 0 0,0 0 1 0 0,1 0-1 0 0,-1 0 1 0 0,0 0-1 0 0,0 0 1 0 0,0-1-1 0 0,0 1 1 0 0,0 0-1 0 0,17 1 1190 0 0,19-6 404 0 0,-9-4-852 0 0,0-2 0 0 0,0-1 0 0 0,-1-1 1 0 0,33-22-1 0 0,-25 14-916 0 0,54-24-1 0 0,-47 29 157 0 0</inkml:trace>
</inkml:ink>
</file>

<file path=ppt/ink/ink3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11.9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171 5 16131 0 0,'-2'-1'173'0'0,"-1"0"0"0"0,1 0-1 0 0,-1 1 1 0 0,1-1-1 0 0,-1 1 1 0 0,0 0-1 0 0,1 0 1 0 0,-1 0-1 0 0,1 0 1 0 0,-1 0-1 0 0,0 0 1 0 0,1 1-1 0 0,-1-1 1 0 0,1 1-1 0 0,-1 0 1 0 0,1 0-1 0 0,-3 1 1 0 0,2 1-30 0 0,0-1 1 0 0,0 1-1 0 0,1 0 0 0 0,0 0 0 0 0,-1 0 1 0 0,1 0-1 0 0,0 0 0 0 0,0 0 1 0 0,0 1-1 0 0,1-1 0 0 0,-3 7 0 0 0,-16 52 330 0 0,3 0 0 0 0,3 1-1 0 0,-11 105 1 0 0,24-158-444 0 0,-7 60 66 0 0,2 1 1 0 0,4 0-1 0 0,3 0 1 0 0,13 94-1 0 0,-7-121-44 0 0,2 1-1 0 0,2-1 1 0 0,2-1-1 0 0,1 0 1 0 0,3-1-1 0 0,1-1 1 0 0,46 75-1 0 0,-31-66-27 0 0,1-2 0 0 0,3 0-1 0 0,2-3 1 0 0,45 42 0 0 0,-64-70-14 0 0,0-1 0 0 0,0-1-1 0 0,2-1 1 0 0,45 22 0 0 0,-51-29-15 0 0,0-1 0 0 0,1 0 0 0 0,-1-1 0 0 0,1-1 0 0 0,0-1 0 0 0,0-1 0 0 0,1 0 0 0 0,21-1 0 0 0,-29-1-169 0 0,0-1-1 0 0,1-1 1 0 0,-1 1-1 0 0,19-7 1 0 0,2-4-508 0 0</inkml:trace>
</inkml:ink>
</file>

<file path=ppt/ink/ink3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13.0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86 10594 0 0,'1'-7'3352'0'0,"-1"7"-3277"0"0,14-6 1705 0 0,15-1 178 0 0,-28 7-1777 0 0,101-10 3331 0 0,-77 9-3267 0 0,0-1 1 0 0,0-1-1 0 0,0-1 1 0 0,35-11 0 0 0,-35 4-705 0 0,15-5-1052 0 0,-16 13-2253 0 0,-15 6 2261 0 0</inkml:trace>
</inkml:ink>
</file>

<file path=ppt/ink/ink3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16.3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48 3681 0 0,'-10'5'406'0'0,"-32"15"1442"0"0,13-14 7731 0 0,34-10-9322 0 0,6-5-100 0 0,1 1 0 0 0,0 0-1 0 0,1 1 1 0 0,-1 0 0 0 0,1 1-1 0 0,1 0 1 0 0,-1 1 0 0 0,1 1-1 0 0,0 0 1 0 0,0 1-1 0 0,0 0 1 0 0,28-1 0 0 0,-17 4 115 0 0,1 0 1 0 0,0 2 0 0 0,-1 0-1 0 0,1 2 1 0 0,-1 1 0 0 0,41 13-1 0 0,-62-16-274 0 0,-1-1 1 0 0,1 0-1 0 0,0 1 0 0 0,-1 0 0 0 0,1-1 1 0 0,-1 1-1 0 0,0 1 0 0 0,0-1 0 0 0,0 0 1 0 0,0 1-1 0 0,0 0 0 0 0,0-1 0 0 0,-1 1 1 0 0,1 0-1 0 0,-1 1 0 0 0,0-1 0 0 0,2 4 0 0 0,-2-3-3 0 0,0 1-1 0 0,-1 0 0 0 0,1 0 0 0 0,-1 0 0 0 0,-1 0 0 0 0,1 0 0 0 0,-1 0 0 0 0,0 0 0 0 0,0 0 0 0 0,0 0 0 0 0,-2 8 0 0 0,-4 10-17 0 0,0 0 0 0 0,-2-1 0 0 0,-1 0 0 0 0,-18 34 0 0 0,15-32 24 0 0,2-4 74 0 0,6-14-34 0 0,0 1 0 0 0,1-1 0 0 0,0 1-1 0 0,0 0 1 0 0,0-1 0 0 0,1 1-1 0 0,-2 15 1 0 0,4-21-37 0 0,0-1 1 0 0,0 1-1 0 0,1 0 0 0 0,-1-1 0 0 0,0 1 0 0 0,0-1 0 0 0,1 1 1 0 0,-1 0-1 0 0,1-1 0 0 0,-1 1 0 0 0,1-1 0 0 0,-1 1 1 0 0,1-1-1 0 0,-1 1 0 0 0,1-1 0 0 0,-1 1 0 0 0,1-1 0 0 0,-1 1 1 0 0,1-1-1 0 0,0 0 0 0 0,-1 0 0 0 0,1 1 0 0 0,0-1 0 0 0,-1 0 1 0 0,1 0-1 0 0,0 0 0 0 0,0 1 0 0 0,-1-1 0 0 0,1 0 1 0 0,0 0-1 0 0,-1 0 0 0 0,1 0 0 0 0,0 0 0 0 0,0 0 0 0 0,0-1 1 0 0,32-3-288 0 0,-27 3 279 0 0,9-1 6 0 0,0 1 1 0 0,0 0-1 0 0,1 1 0 0 0,-1 0 0 0 0,0 1 1 0 0,0 1-1 0 0,0 0 0 0 0,-1 1 0 0 0,16 6 1 0 0,-21-6-6 0 0,0 1 0 0 0,-1 0 0 0 0,1 0 0 0 0,-1 1 0 0 0,0 0 0 0 0,0 1 0 0 0,-1 0 0 0 0,1 0 0 0 0,-1 0 1 0 0,-1 1-1 0 0,1 0 0 0 0,-1 1 0 0 0,-1-1 0 0 0,1 1 0 0 0,6 14 0 0 0,-6-9 33 0 0,0 0-1 0 0,-1 0 0 0 0,-1 1 1 0 0,-1-1-1 0 0,0 1 1 0 0,0 0-1 0 0,-1 0 0 0 0,-1 0 1 0 0,-1 0-1 0 0,0 0 1 0 0,0 1-1 0 0,-1-1 0 0 0,-1 0 1 0 0,-1 0-1 0 0,-4 14 1 0 0,5-19 50 0 0,-2 1 0 0 0,1 0 1 0 0,-1-1-1 0 0,-1 1 1 0 0,1-1-1 0 0,-2 0 1 0 0,1 0-1 0 0,-1-1 1 0 0,0 0-1 0 0,-1 0 1 0 0,0 0-1 0 0,0-1 1 0 0,-1 0-1 0 0,0-1 0 0 0,0 1 1 0 0,-1-2-1 0 0,1 1 1 0 0,-1-1-1 0 0,-1 0 1 0 0,1-1-1 0 0,-14 5 1 0 0,19-8-85 0 0,-1-1-1 0 0,0 1 1 0 0,0-1 0 0 0,1 1 0 0 0,-1-2 0 0 0,0 1 0 0 0,0 0-1 0 0,0-1 1 0 0,1 0 0 0 0,-1 0 0 0 0,0 0 0 0 0,1-1 0 0 0,-1 1-1 0 0,1-1 1 0 0,0 0 0 0 0,-1-1 0 0 0,1 1 0 0 0,0-1 0 0 0,0 1 0 0 0,1-1-1 0 0,-1-1 1 0 0,1 1 0 0 0,-1 0 0 0 0,-3-5 0 0 0,5 4-424 0 0,-1 1 0 0 0,1-1 0 0 0,-1 0 0 0 0,1 0 0 0 0,0 0 1 0 0,1 0-1 0 0,-1 0 0 0 0,1 0 0 0 0,-1 0 0 0 0,0-6 0 0 0</inkml:trace>
</inkml:ink>
</file>

<file path=ppt/ink/ink3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16.7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74 216 7370 0 0,'-35'-8'1544'0'0,"32"7"-1160"0"0,1 0-1 0 0,-1 0 1 0 0,1 0 0 0 0,0 0-1 0 0,0-1 1 0 0,-1 1 0 0 0,1-1-1 0 0,0 1 1 0 0,0-1 0 0 0,1 0-1 0 0,-1 0 1 0 0,0 0 0 0 0,1 0-1 0 0,-1 0 1 0 0,1 0-1 0 0,-1 0 1 0 0,1-1 0 0 0,-2-3-1 0 0,3 5-352 0 0,0 1-1 0 0,0 0 0 0 0,0 0 0 0 0,0 0 0 0 0,0 0 0 0 0,0 0 0 0 0,0 0 1 0 0,0 0-1 0 0,0-1 0 0 0,0 1 0 0 0,0 0 0 0 0,0 0 0 0 0,0 0 0 0 0,0 0 1 0 0,0 0-1 0 0,0 0 0 0 0,0-1 0 0 0,0 1 0 0 0,0 0 0 0 0,0 0 1 0 0,0 0-1 0 0,0 0 0 0 0,0 0 0 0 0,0 0 0 0 0,0 0 0 0 0,0-1 0 0 0,0 1 1 0 0,0 0-1 0 0,0 0 0 0 0,1 0 0 0 0,-1 0 0 0 0,0 0 0 0 0,0 0 0 0 0,0 0 1 0 0,0 0-1 0 0,0 0 0 0 0,0 0 0 0 0,0-1 0 0 0,0 1 0 0 0,1 0 0 0 0,-1 0 1 0 0,0 0-1 0 0,0 0 0 0 0,0 0 0 0 0,0 0 0 0 0,0 0 0 0 0,0 0 0 0 0,1 0 1 0 0,-1 0-1 0 0,10 2 500 0 0,8 6-95 0 0,0 8-2 0 0,0 1 0 0 0,-2 1 0 0 0,0 0 0 0 0,-1 2 0 0 0,19 29 0 0 0,-3-4-141 0 0,-7-13-155 0 0,2 0 0 0 0,1-1 0 0 0,1-2 1 0 0,2-1-1 0 0,61 45 0 0 0,-89-72-119 0 0,-1 1 0 0 0,1-1 1 0 0,0 0-1 0 0,0 0 0 0 0,0 0 1 0 0,0 0-1 0 0,0 0 0 0 0,0-1 1 0 0,0 1-1 0 0,0 0 0 0 0,4 0 1 0 0,-5-2-4 0 0,0 1 0 0 0,0 0 0 0 0,-1-1 0 0 0,1 1 0 0 0,0-1 1 0 0,-1 1-1 0 0,1-1 0 0 0,0 1 0 0 0,-1-1 0 0 0,1 1 0 0 0,-1-1 0 0 0,1 0 0 0 0,-1 1 1 0 0,1-1-1 0 0,-1 0 0 0 0,1 1 0 0 0,-1-1 0 0 0,0 0 0 0 0,1 0 0 0 0,-1 0 1 0 0,0 1-1 0 0,0-1 0 0 0,1 0 0 0 0,-1 0 0 0 0,0 0 0 0 0,0 1 0 0 0,0-1 0 0 0,0 0 1 0 0,0 0-1 0 0,0 0 0 0 0,-1-1 0 0 0,6-72 470 0 0,12-115-61 0 0,-12 159-747 0 0,24-133 45 0 0,-21 132-2974 0 0,17-42 0 0 0,-20 60 1406 0 0</inkml:trace>
</inkml:ink>
</file>

<file path=ppt/ink/ink3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17.2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132 126 1376 0 0,'-29'-35'785'0'0,"-21"-8"8582"0"0,-2-1-2419 0 0,52 44-6921 0 0,0 0 0 0 0,0 0 0 0 0,0 0 1 0 0,0 0-1 0 0,0 0 0 0 0,0-1 0 0 0,0 1 0 0 0,0 0 1 0 0,0 0-1 0 0,0 0 0 0 0,0 0 0 0 0,0 0 0 0 0,0 0 0 0 0,0 0 1 0 0,0 0-1 0 0,0 0 0 0 0,-1 0 0 0 0,1-1 0 0 0,0 1 1 0 0,0 0-1 0 0,1 0 0 0 0,-1 0 0 0 0,0 0 0 0 0,0 0 0 0 0,0 0 1 0 0,0 0-1 0 0,0 0 0 0 0,0 0 0 0 0,0 0 0 0 0,0-1 1 0 0,0 1-1 0 0,0 0 0 0 0,0 0 0 0 0,0 0 0 0 0,0 0 0 0 0,0 0 1 0 0,0 0-1 0 0,0 0 0 0 0,0 0 0 0 0,0 0 0 0 0,0 0 1 0 0,0 0-1 0 0,1 0 0 0 0,-1 0 0 0 0,0 0 0 0 0,0 0 0 0 0,0 0 1 0 0,0-1-1 0 0,0 1 0 0 0,0 0 0 0 0,0 0 0 0 0,0 0 1 0 0,0 0-1 0 0,0 0 0 0 0,1 0 0 0 0,-1 0 0 0 0,0 0 0 0 0,0 0 1 0 0,0 0-1 0 0,0 0 0 0 0,0 0 0 0 0,0 1 0 0 0,0-1 1 0 0,12-1 653 0 0,12 3-53 0 0,-13-1-486 0 0,0 2 0 0 0,0-1 0 0 0,0 1 0 0 0,0 1 0 0 0,0 0 0 0 0,-1 1 1 0 0,1-1-1 0 0,-1 2 0 0 0,12 8 0 0 0,-7-3-48 0 0,-1 1 1 0 0,-1 0-1 0 0,0 1 0 0 0,0 0 1 0 0,13 19-1 0 0,-1 5-120 0 0,-1 2-1 0 0,-2 1 1 0 0,30 76-1 0 0,-28-56-123 0 0,-3 0 0 0 0,-3 1 0 0 0,-2 1 0 0 0,10 91 0 0 0,-22-118 192 0 0,-2 0-1 0 0,-2 1 0 0 0,-1-1 0 0 0,-1 0 1 0 0,-3 0-1 0 0,0 0 0 0 0,-2-1 0 0 0,-2 0 1 0 0,-21 54-1 0 0,-22 22 447 0 0,-69 106-1 0 0,33-64-176 0 0,14-15-1646 0 0,65-126 488 0 0</inkml:trace>
</inkml:ink>
</file>

<file path=ppt/ink/ink3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21.8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12 108 6449 0 0,'-3'-7'722'0'0,"1"0"0"0"0,0-1-1 0 0,1 1 1 0 0,-1 0 0 0 0,1-1 0 0 0,1 1-1 0 0,-1-1 1 0 0,1 1 0 0 0,1-1-1 0 0,-1 0 1 0 0,1 1 0 0 0,3-11-1 0 0,-7 56 3530 0 0,5 7-5516 0 0</inkml:trace>
</inkml:ink>
</file>

<file path=ppt/ink/ink3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22.4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9 8754 0 0,'-7'-9'6132'0'0,"8"24"-3905"0"0,8 29-1487 0 0,-8-43-592 0 0,41 168 2344 0 0,32 139-726 0 0,1 8-1512 0 0,-9-111-4144 0 0,-38-122-857 0 0,-11-28-3018 0 0,-17-46 6772 0 0,-3-11 972 0 0</inkml:trace>
</inkml:ink>
</file>

<file path=ppt/ink/ink3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22.8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75 11979 0 0,'0'-1'70'0'0,"-1"0"1"0"0,1 0-1 0 0,0-1 1 0 0,0 1-1 0 0,0 0 1 0 0,0 0-1 0 0,0 0 1 0 0,1 0 0 0 0,-1 0-1 0 0,0-1 1 0 0,0 1-1 0 0,1 0 1 0 0,-1 0-1 0 0,1 0 1 0 0,-1 0-1 0 0,1 0 1 0 0,-1 0 0 0 0,1 0-1 0 0,0 0 1 0 0,-1 0-1 0 0,3-1 1 0 0,25-17 854 0 0,35-3-325 0 0,-62 22-599 0 0,6-2-203 0 0,-1 0 0 0 0,1 1 0 0 0,0-1-1 0 0,0 2 1 0 0,-1-1 0 0 0,1 1 0 0 0,0 0 0 0 0,0 0 0 0 0,0 1 0 0 0,0-1 0 0 0,0 2 0 0 0,0-1 0 0 0,-1 1 0 0 0,1 0 0 0 0,-1 0 0 0 0,1 1 0 0 0,-1 0 0 0 0,0 0 0 0 0,0 1 0 0 0,0-1 0 0 0,0 1 0 0 0,-1 0 0 0 0,0 1 0 0 0,6 6 0 0 0,10 11 158 0 0</inkml:trace>
</inkml:ink>
</file>

<file path=ppt/ink/ink3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23.1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21 211 9218 0 0,'-7'8'283'0'0,"-6"9"625"0"0,14-14-10 0 0,11-8 479 0 0,17-14 354 0 0,-2-1-1 0 0,44-42 1 0 0,-1 2-2129 0 0,-54 48-1329 0 0,-1 1-1 0 0,31-16 1 0 0,-36 23 1431 0 0,0 0 1 0 0,1 0-1 0 0,-1 2 0 0 0,1-1 0 0 0,0 1 1 0 0,0 1-1 0 0,15-1 0 0 0,-13 2 296 0 0</inkml:trace>
</inkml:ink>
</file>

<file path=ppt/ink/ink3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24.1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198 1 10138 0 0,'-1'0'61'0'0,"0"-1"0"0"0,-1 1 0 0 0,1 0 0 0 0,0 0 0 0 0,0 0 0 0 0,-1 1 0 0 0,1-1 0 0 0,0 0 0 0 0,-1 0 0 0 0,1 1 0 0 0,0-1 0 0 0,0 1 0 0 0,0-1 0 0 0,0 1 0 0 0,-1-1 0 0 0,1 1 0 0 0,0 0 0 0 0,0-1 0 0 0,0 1 0 0 0,-1 1 0 0 0,-25 19 629 0 0,27-21-602 0 0,-12 11 365 0 0,0 1-1 0 0,1 0 1 0 0,0 1 0 0 0,2 0-1 0 0,-1 1 1 0 0,-9 19-1 0 0,5-7 421 0 0,2 0-1 0 0,-16 48 1 0 0,27-70-832 0 0,0-1 1 0 0,0 1 0 0 0,0-1 0 0 0,0 1-1 0 0,1 0 1 0 0,-1-1 0 0 0,1 1 0 0 0,0 0-1 0 0,0-1 1 0 0,0 1 0 0 0,1 0 0 0 0,-1-1-1 0 0,1 1 1 0 0,0 0 0 0 0,0-1 0 0 0,0 1 0 0 0,1-1-1 0 0,-1 1 1 0 0,4 5 0 0 0,0-3 6 0 0,1 0 0 0 0,0 0 0 0 0,0-1 0 0 0,0 1 0 0 0,1-1 0 0 0,0-1-1 0 0,13 8 1 0 0,34 18-58 0 0,-26-15-17 0 0,1 1 1 0 0,-2 2 0 0 0,0 1 0 0 0,31 28 0 0 0,-56-45 39 0 0,1 0-1 0 0,-1 0 1 0 0,0 0 0 0 0,-1 0-1 0 0,1 0 1 0 0,0 1 0 0 0,0-1 0 0 0,-1 0-1 0 0,0 1 1 0 0,1-1 0 0 0,-1 1-1 0 0,0 0 1 0 0,0-1 0 0 0,0 1-1 0 0,-1 0 1 0 0,1 0 0 0 0,-1-1-1 0 0,1 1 1 0 0,-1 0 0 0 0,0 0-1 0 0,0 0 1 0 0,0 0 0 0 0,-1-1 0 0 0,1 1-1 0 0,-1 0 1 0 0,1 0 0 0 0,-1 0-1 0 0,0-1 1 0 0,0 1 0 0 0,0 0-1 0 0,0-1 1 0 0,-1 1 0 0 0,1-1-1 0 0,-1 0 1 0 0,1 1 0 0 0,-1-1-1 0 0,0 0 1 0 0,0 0 0 0 0,0 0-1 0 0,0 0 1 0 0,0 0 0 0 0,-4 2 0 0 0,-2 2 27 0 0,0 0 1 0 0,-1-1 0 0 0,0 0 0 0 0,0 0 0 0 0,-1-1 0 0 0,1 0 0 0 0,-1 0-1 0 0,0-1 1 0 0,0-1 0 0 0,-16 3 0 0 0,16-4-704 0 0,1-1 0 0 0,-1-1 1 0 0,-15-2-1 0 0,7 0-5675 0 0</inkml:trace>
</inkml:ink>
</file>

<file path=ppt/ink/ink3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24.6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1 110 10138 0 0,'2'-3'279'0'0,"0"1"0"0"0,0 0-1 0 0,0 0 1 0 0,0-1 0 0 0,0 1-1 0 0,0 1 1 0 0,1-1 0 0 0,-1 0 0 0 0,1 1-1 0 0,0-1 1 0 0,5-1 0 0 0,35-14 1505 0 0,-35 14-1272 0 0,102-30 1097 0 0,2 7-3288 0 0,-73 21-755 0 0,-24 4 1186 0 0</inkml:trace>
</inkml:ink>
</file>

<file path=ppt/ink/ink3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24.9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22 119 8290 0 0,'-21'7'889'0'0,"43"-14"1324"0"0,0-1-1 0 0,24-13 0 0 0,15-6 84 0 0,-16 10-1413 0 0,45-16-1690 0 0,-29 21-3781 0 0,-43 12 2847 0 0</inkml:trace>
</inkml:ink>
</file>

<file path=ppt/ink/ink3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26.0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93 8290 0 0,'-3'-10'1127'0'0,"0"1"0"0"0,1 0 0 0 0,0-1 1 0 0,0 0-1 0 0,1 1 0 0 0,1-1 0 0 0,8-15 4608 0 0,-5 28-5711 0 0,0 0-1 0 0,-1 0 0 0 0,1 0 0 0 0,-1 0 0 0 0,0 1 0 0 0,0 0 0 0 0,0-1 1 0 0,0 1-1 0 0,-1 0 0 0 0,1 0 0 0 0,-1 0 0 0 0,0 0 0 0 0,-1 0 1 0 0,1 0-1 0 0,0 0 0 0 0,-1 4 0 0 0,2 6 1 0 0,10 50 17 0 0,107 513 238 0 0,-111-549-752 0 0,2 0 0 0 0,0 0 0 0 0,2-1 0 0 0,20 34 0 0 0</inkml:trace>
</inkml:ink>
</file>

<file path=ppt/ink/ink3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26.5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22 168 8378 0 0,'-4'-30'558'0'0,"-1"17"2315"0"0,4 13-2792 0 0,1 0 0 0 0,0 0-1 0 0,0 0 1 0 0,-1 0 0 0 0,1 0-1 0 0,0 0 1 0 0,0 0 0 0 0,0 1 0 0 0,-1-1-1 0 0,-1 1 889 0 0,2-1-889 0 0,0 1 1 0 0,0-1 0 0 0,0 0 0 0 0,0 0-1 0 0,-1 0 1 0 0,1 1 0 0 0,0-1-1 0 0,0 0 1 0 0,0 0 0 0 0,0 1 0 0 0,0-1-1 0 0,0 0 1 0 0,0 0 0 0 0,0 0-1 0 0,0 1 1 0 0,0-1 0 0 0,0 0-1 0 0,0 0 1 0 0,0 1 0 0 0,0-1 0 0 0,0 0-1 0 0,0 1 1 0 0,-3 14 831 0 0,0 13-308 0 0,2 1 0 0 0,1-1 0 0 0,1 1 0 0 0,2-1 0 0 0,5 29 0 0 0,-4-36-531 0 0,2-1 1 0 0,0 1-1 0 0,0-1 1 0 0,2-1-1 0 0,1 1 1 0 0,0-1-1 0 0,18 25 0 0 0,-22-36-43 0 0,1-1 0 0 0,0 0-1 0 0,0-1 1 0 0,0 0 0 0 0,1 0-1 0 0,0 0 1 0 0,0-1 0 0 0,1 0-1 0 0,-1 0 1 0 0,1-1 0 0 0,0 0-1 0 0,1 0 1 0 0,-1-1-1 0 0,1 0 1 0 0,-1 0 0 0 0,12 1-1 0 0,-15-3 7 0 0,1-1-1 0 0,-1 1 1 0 0,1-1-1 0 0,-1 0 1 0 0,1-1-1 0 0,-1 1 1 0 0,0-1-1 0 0,1 0 0 0 0,-1-1 1 0 0,0 1-1 0 0,0-1 1 0 0,1 0-1 0 0,-2-1 1 0 0,1 1-1 0 0,0-1 0 0 0,0 0 1 0 0,-1 0-1 0 0,1 0 1 0 0,-1 0-1 0 0,0-1 1 0 0,0 0-1 0 0,0 0 1 0 0,-1 0-1 0 0,1 0 0 0 0,-1-1 1 0 0,0 1-1 0 0,3-8 1 0 0,-1 2 19 0 0,-2 0-1 0 0,1 0 1 0 0,-1 0 0 0 0,-1 0 0 0 0,0 0 0 0 0,0-1 0 0 0,-1 1 0 0 0,0-1 0 0 0,-1 0-1 0 0,0 1 1 0 0,-1-1 0 0 0,0 1 0 0 0,-4-20 0 0 0,-6-11 37 0 0,0 1 1 0 0,-20-43-1 0 0,22 61-92 0 0,4 7-4 0 0,-36-79 116 0 0,37 85-155 0 0,-2 0-1 0 0,1 0 1 0 0,-1 0 0 0 0,-1 1 0 0 0,0-1 0 0 0,0 2 0 0 0,-11-11 0 0 0,16 17-83 0 0,-1-1 0 0 0,1 1 0 0 0,0 0 0 0 0,-1 0 0 0 0,1 0 0 0 0,0 0 0 0 0,-1 1 0 0 0,1-1 0 0 0,-1 0 0 0 0,1 1 0 0 0,-1 0 0 0 0,0 0 0 0 0,1 0 0 0 0,-1 0 0 0 0,1 0 0 0 0,-1 0 0 0 0,1 1 0 0 0,-1-1 0 0 0,1 1 0 0 0,-1-1 0 0 0,1 1 0 0 0,-1 0 0 0 0,1 0 0 0 0,0 0 0 0 0,-1 1 0 0 0,1-1 0 0 0,0 1 0 0 0,0-1 0 0 0,0 1 0 0 0,0-1 0 0 0,0 1 0 0 0,0 0-1 0 0,1 0 1 0 0,-1 0 0 0 0,1 0 0 0 0,-1 0 0 0 0,1 1 0 0 0,0-1 0 0 0,-1 0 0 0 0,1 1 0 0 0,1-1 0 0 0,-2 3 0 0 0,-4 14-1217 0 0</inkml:trace>
</inkml:ink>
</file>

<file path=ppt/ink/ink3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26.8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22 3225 0 0,'-20'-21'12468'0'0,"20"36"-9390"0"0,4 64-1001 0 0,-14 143 1 0 0,4-137-2461 0 0,4 113 1 0 0,9-133-1459 0 0,1 38-7893 0 0,-8-92 8974 0 0</inkml:trace>
</inkml:ink>
</file>

<file path=ppt/ink/ink3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27.3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5 117 6913 0 0,'-5'3'2866'0'0,"26"4"1863"0"0,37 29-1464 0 0,-37-22-2430 0 0,0-1 0 0 0,1-1 0 0 0,30 13 0 0 0,-46-23-873 0 0,1 0 1 0 0,-1 0 0 0 0,0 0 0 0 0,1-1 0 0 0,-1 0-1 0 0,1 0 1 0 0,-1-1 0 0 0,1 0 0 0 0,-1 0 0 0 0,1 0-1 0 0,-1-1 1 0 0,1 0 0 0 0,-1 0 0 0 0,0-1 0 0 0,1 0-1 0 0,-1 0 1 0 0,10-5 0 0 0,-4 0-397 0 0,0-1 0 0 0,0-1 0 0 0,-1 0 0 0 0,0-1 0 0 0,-1 0 1 0 0,0-1-1 0 0,-1 0 0 0 0,0 0 0 0 0,12-21 0 0 0,-7 12 500 0 0,0 0 0 0 0,21-20 0 0 0,-33 38 73 0 0,0 0 0 0 0,0 0 0 0 0,0 0 0 0 0,0 0 0 0 0,0 0 0 0 0,0 1 0 0 0,1-1 0 0 0,-1 1 0 0 0,1 0 0 0 0,-1 0 0 0 0,1 0 0 0 0,-1 0 0 0 0,1 0 0 0 0,0 0 0 0 0,0 0 0 0 0,-1 1-1 0 0,6-1 1 0 0,-5 2-57 0 0,-1-1 0 0 0,0 1-1 0 0,1 0 1 0 0,-1 0 0 0 0,0 0 0 0 0,0 0-1 0 0,0 0 1 0 0,0 1 0 0 0,0-1-1 0 0,0 0 1 0 0,0 1 0 0 0,0 0-1 0 0,0-1 1 0 0,-1 1 0 0 0,1 0-1 0 0,-1 0 1 0 0,1 0 0 0 0,-1 0-1 0 0,0 0 1 0 0,1 0 0 0 0,0 3-1 0 0,17 33 405 0 0,14 23-1301 0 0,-6-23-5421 0 0,-12-20 179 0 0</inkml:trace>
</inkml:ink>
</file>

<file path=ppt/ink/ink3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27.8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68 31 12099 0 0,'-10'-11'-503'0'0,"-11"-9"5666"0"0,14 22-2124 0 0,4 15-1522 0 0,4 82 234 0 0,-5 146-1157 0 0,2-223-578 0 0,-13 128 13 0 0,8 244-1 0 0,7-392-16 0 0,5 84-1968 0 0,-8-2-3815 0 0,1-67 3892 0 0</inkml:trace>
</inkml:ink>
</file>

<file path=ppt/ink/ink3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28.1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4 114 5065 0 0,'-2'-13'1701'0'0,"1"1"0"0"0,1 0-1 0 0,0-1 1 0 0,1 1 0 0 0,0 0 0 0 0,5-21-1 0 0,-6 32-1628 0 0,0 1 0 0 0,0 0 0 0 0,0 0 0 0 0,0-1 0 0 0,0 1 0 0 0,0 0 0 0 0,0 0 0 0 0,0-1 0 0 0,1 1-1 0 0,-1 0 1 0 0,0 0 0 0 0,0-1 0 0 0,0 1 0 0 0,0 0 0 0 0,0 0 0 0 0,1-1 0 0 0,-1 1 0 0 0,0 0 0 0 0,0 0 0 0 0,0 0 0 0 0,1 0-1 0 0,-1-1 1 0 0,0 1 0 0 0,0 0 0 0 0,0 0 0 0 0,1 0 0 0 0,-1 0 0 0 0,0 0 0 0 0,0 0 0 0 0,1 0 0 0 0,-1-1 0 0 0,0 1 0 0 0,1 0-1 0 0,-1 0 1 0 0,0 0 0 0 0,0 0 0 0 0,1 0 0 0 0,-1 0 0 0 0,0 0 0 0 0,0 0 0 0 0,1 1 0 0 0,-1-1 0 0 0,14 10 1151 0 0,11 22-719 0 0,-23-29-275 0 0,63 93 246 0 0,-4 3-1 0 0,-4 2 1 0 0,80 199-1 0 0,-129-278-824 0 0,70 165 967 0 0,-29-98-2350 0 0,-35-68-1645 0 0,33 37-1 0 0</inkml:trace>
</inkml:ink>
</file>

<file path=ppt/ink/ink3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28.5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0 119 12443 0 0,'7'-5'734'0'0,"1"0"0"0"0,-1 1 0 0 0,1 0 0 0 0,-1 0 0 0 0,1 1 0 0 0,12-4 0 0 0,-2 1-387 0 0,180-65-1659 0 0,-172 61 1043 0 0</inkml:trace>
</inkml:ink>
</file>

<file path=ppt/ink/ink3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32.1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146 348 5985 0 0,'3'-74'-368'0'0,"0"40"798"0"0,-2 1 1 0 0,-4-38 0 0 0,2 62-36 0 0,-1-1 0 0 0,1 1 0 0 0,-1 0 0 0 0,-1 0-1 0 0,0 0 1 0 0,0 1 0 0 0,-1-1 0 0 0,0 1 0 0 0,0 0 0 0 0,-1 0 0 0 0,0 0 0 0 0,-8-9 0 0 0,12 16-262 0 0,1 0 0 0 0,-1 0 0 0 0,0 0 1 0 0,1 0-1 0 0,-1 0 0 0 0,0 0 1 0 0,0 0-1 0 0,0 0 0 0 0,0 1 1 0 0,0-1-1 0 0,0 0 0 0 0,0 1 1 0 0,0-1-1 0 0,0 1 0 0 0,0-1 0 0 0,0 1 1 0 0,0-1-1 0 0,0 1 0 0 0,0 0 1 0 0,-1-1-1 0 0,1 1 0 0 0,0 0 1 0 0,0 0-1 0 0,0 0 0 0 0,0 0 1 0 0,-1 0-1 0 0,1 0 0 0 0,0 0 0 0 0,0 1 1 0 0,0-1-1 0 0,0 0 0 0 0,0 1 1 0 0,-1-1-1 0 0,1 1 0 0 0,0-1 1 0 0,0 1-1 0 0,0-1 0 0 0,0 1 0 0 0,0 0 1 0 0,0-1-1 0 0,0 1 0 0 0,1 0 1 0 0,-1 0-1 0 0,0 0 0 0 0,0 0 1 0 0,1 0-1 0 0,-1 0 0 0 0,0 0 1 0 0,1 0-1 0 0,-1 0 0 0 0,0 1 0 0 0,-3 6 108 0 0,0 1 0 0 0,1-1 0 0 0,-1 1-1 0 0,2 0 1 0 0,-3 10 0 0 0,-6 38-52 0 0,3 0 0 0 0,3 0 0 0 0,2 1 0 0 0,7 100 1 0 0,-2-138-205 0 0,1 0 0 0 0,1-1 0 0 0,1 1 0 0 0,9 24 0 0 0,-12-38-33 0 0,0 0 0 0 0,0 0 0 0 0,1 0 0 0 0,0-1 1 0 0,1 1-1 0 0,-1-1 0 0 0,1 0 0 0 0,0 0 0 0 0,0 0 0 0 0,0 0 0 0 0,1-1 1 0 0,0 0-1 0 0,0 1 0 0 0,0-2 0 0 0,0 1 0 0 0,1-1 0 0 0,7 4 0 0 0,-11-6-43 0 0,1 0 0 0 0,-1 0-1 0 0,1-1 1 0 0,-1 1-1 0 0,1-1 1 0 0,-1 0 0 0 0,1 0-1 0 0,-1 0 1 0 0,1 0 0 0 0,-1 0-1 0 0,1 0 1 0 0,-1-1-1 0 0,1 1 1 0 0,-1-1 0 0 0,1 1-1 0 0,-1-1 1 0 0,0 0 0 0 0,1 0-1 0 0,-1 0 1 0 0,3-2-1 0 0,-1 0-93 0 0,0-1 1 0 0,-1 1-1 0 0,1 0 0 0 0,-1-1 0 0 0,0 0 0 0 0,0 0 0 0 0,0 0 0 0 0,0 0 0 0 0,-1 0 0 0 0,3-5 0 0 0,-1-1-125 0 0,0 1-1 0 0,-1 0 1 0 0,0-1-1 0 0,-1 0 1 0 0,0 0 0 0 0,0 1-1 0 0,-1-1 1 0 0,0 0-1 0 0,-1-19 1 0 0,-2 21 270 0 0,0 0 0 0 0,0 1 0 0 0,0-1 0 0 0,-1 1 0 0 0,0 0 0 0 0,-8-14 0 0 0,0 1 1741 0 0,28 54 150 0 0,3 8-806 0 0,1-1 0 0 0,52 72 0 0 0,-66-104-1003 0 0,0 0 0 0 0,0 0 0 0 0,1-1 1 0 0,0 0-1 0 0,1-1 0 0 0,0 0 0 0 0,0 0 1 0 0,0-1-1 0 0,1 0 0 0 0,0 0 0 0 0,0-1 0 0 0,0-1 1 0 0,0 0-1 0 0,1 0 0 0 0,0-1 0 0 0,0 0 0 0 0,16 2 1 0 0,-21-5 10 0 0,0 0 0 0 0,-1 0 1 0 0,1 0-1 0 0,0 0 0 0 0,-1-1 0 0 0,1 0 1 0 0,-1 0-1 0 0,1-1 0 0 0,-1 1 1 0 0,0-1-1 0 0,1 0 0 0 0,-1-1 0 0 0,0 1 1 0 0,0-1-1 0 0,-1 0 0 0 0,1 0 1 0 0,4-5-1 0 0,-3 2-15 0 0,0 0-1 0 0,-1-1 1 0 0,0 1 0 0 0,0-1 0 0 0,-1 0-1 0 0,0-1 1 0 0,0 1 0 0 0,-1-1 0 0 0,0 1-1 0 0,4-14 1 0 0,-2-1-79 0 0,-1-1-1 0 0,-1 0 1 0 0,-1 1-1 0 0,-1-1 1 0 0,-1 0-1 0 0,-1 0 1 0 0,-6-36 0 0 0,4 45-459 0 0,-1 0 1 0 0,0-1 0 0 0,-1 2-1 0 0,-11-22 1 0 0,13 29-661 0 0</inkml:trace>
</inkml:ink>
</file>

<file path=ppt/ink/ink3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32.5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7370 0 0,'3'32'7366'0'0,"4"5"-3541"0"0,28 89-3091 0 0,-17-66 109 0 0,-6-19-728 0 0,2 13 248 0 0,3-1-1 0 0,38 85 1 0 0,-53-134-347 0 0,1 1 0 0 0,-1-1 0 0 0,1 0 0 0 0,-1 0 1 0 0,1 0-1 0 0,6 6 0 0 0,-9-10-17 0 0,1 0 1 0 0,-1 1-1 0 0,1-1 0 0 0,-1 0 1 0 0,1 1-1 0 0,-1-1 0 0 0,1 0 1 0 0,-1 0-1 0 0,1 0 0 0 0,-1 1 1 0 0,1-1-1 0 0,0 0 0 0 0,-1 0 1 0 0,1 0-1 0 0,-1 0 0 0 0,1 0 1 0 0,-1 0-1 0 0,1 0 0 0 0,-1 0 1 0 0,1 0-1 0 0,0 0 1 0 0,-1-1-1 0 0,1 1 0 0 0,1-1 0 0 0,-1 0-1 0 0,0 0 0 0 0,1 0 1 0 0,-1 0-1 0 0,0 0 1 0 0,0 0-1 0 0,0 0 1 0 0,0 0-1 0 0,0 0 1 0 0,0-1-1 0 0,-1 1 0 0 0,2-3 1 0 0,5-12-93 0 0,0-1 0 0 0,-2-1 0 0 0,0 1 0 0 0,-1-1 0 0 0,-1 0 0 0 0,2-21 0 0 0,6-32 58 0 0,-8 58 100 0 0,0 0-1 0 0,1 0 0 0 0,9-17 0 0 0,-12 27-43 0 0,0 1 1 0 0,0-1-1 0 0,1 0 1 0 0,-1 1 0 0 0,1-1-1 0 0,0 1 1 0 0,0-1-1 0 0,0 1 1 0 0,0 0-1 0 0,0 0 1 0 0,0 0-1 0 0,0 0 1 0 0,1 0-1 0 0,-1 1 1 0 0,1-1-1 0 0,0 1 1 0 0,-1-1-1 0 0,1 1 1 0 0,0 0 0 0 0,0 0-1 0 0,3-1 1 0 0,-4 2-10 0 0,1 1 1 0 0,-1-1 0 0 0,0 1-1 0 0,0-1 1 0 0,0 1-1 0 0,0 0 1 0 0,1 0 0 0 0,-1 0-1 0 0,0 0 1 0 0,-1 0 0 0 0,1 0-1 0 0,0 1 1 0 0,0-1 0 0 0,0 1-1 0 0,-1-1 1 0 0,1 1 0 0 0,-1-1-1 0 0,1 1 1 0 0,-1 0-1 0 0,2 3 1 0 0,26 44 348 0 0,-25-41-318 0 0,20 40 185 0 0,-6-11-643 0 0,1-1-1 0 0,2-1 1 0 0,49 63-1 0 0,-51-76-828 0 0,0-2-270 0 0</inkml:trace>
</inkml:ink>
</file>

<file path=ppt/ink/ink3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32.9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102 6 6913 0 0,'0'0'1422'0'0,"-21"-6"6687"0"0,18 8-7952 0 0,-1-1 0 0 0,1 1 0 0 0,0 0 0 0 0,-1 0 0 0 0,1 1 0 0 0,0-1 0 0 0,0 1 0 0 0,0-1 0 0 0,0 1 0 0 0,1 0 0 0 0,-1 0 0 0 0,1 0 0 0 0,0 0 0 0 0,0 0 0 0 0,0 1 0 0 0,0-1 0 0 0,0 1 0 0 0,1 0 0 0 0,0-1 1 0 0,-2 6-1 0 0,-3 7-26 0 0,1 1 1 0 0,1 0-1 0 0,0 0 1 0 0,1 0-1 0 0,1 0 1 0 0,1 0 0 0 0,0 0-1 0 0,2 19 1 0 0,-1-34-149 0 0,0 0-1 0 0,0-1 1 0 0,1 1 0 0 0,-1 0 0 0 0,1-1 0 0 0,-1 1-1 0 0,1 0 1 0 0,0-1 0 0 0,-1 1 0 0 0,1-1 0 0 0,0 1-1 0 0,0-1 1 0 0,0 1 0 0 0,2 1 0 0 0,-2-2-95 0 0,0-1 1 0 0,0 1 0 0 0,-1-1-1 0 0,1 1 1 0 0,0-1-1 0 0,0 0 1 0 0,-1 0 0 0 0,1 1-1 0 0,0-1 1 0 0,0 0-1 0 0,0 0 1 0 0,-1 0 0 0 0,1 0-1 0 0,0 0 1 0 0,0 0 0 0 0,0 0-1 0 0,-1 0 1 0 0,1 0-1 0 0,0 0 1 0 0,0 0 0 0 0,0-1-1 0 0,0 1 1 0 0,2-1-221 0 0,0-1-1 0 0,-1 1 1 0 0,0-1 0 0 0,1 0-1 0 0,-1 1 1 0 0,0-1 0 0 0,0 0 0 0 0,0 0-1 0 0,0-1 1 0 0,0 1 0 0 0,0 0 0 0 0,-1-1-1 0 0,1 1 1 0 0,-1-1 0 0 0,3-5-1 0 0,6-21-100 0 0,14-59 0 0 0,-24 87 537 0 0,0 1 0 0 0,0-1 1 0 0,0 0-1 0 0,0 0 1 0 0,0 1-1 0 0,0-1 1 0 0,0 0-1 0 0,1 0 1 0 0,-1 1-1 0 0,0-1 1 0 0,1 0-1 0 0,-1 1 0 0 0,0-1 1 0 0,1 0-1 0 0,-1 1 1 0 0,1-1-1 0 0,-1 1 1 0 0,1-1-1 0 0,-1 1 1 0 0,1-1-1 0 0,0 1 1 0 0,-1-1-1 0 0,1 1 0 0 0,0-1 1 0 0,-1 1-1 0 0,2-1 1 0 0,-1 1-10 0 0,0 1 1 0 0,0-1-1 0 0,0 0 0 0 0,0 0 1 0 0,1 0-1 0 0,-1 1 1 0 0,0-1-1 0 0,0 0 1 0 0,0 1-1 0 0,0-1 0 0 0,0 1 1 0 0,0 0-1 0 0,0-1 1 0 0,-1 1-1 0 0,1 0 0 0 0,1 0 1 0 0,34 41 1430 0 0,-29-34-1084 0 0,22 29 158 0 0,-12-14 41 0 0,2-1 1 0 0,24 24 0 0 0,-35-39-1046 0 0,1 0 0 0 0,-1-1 0 0 0,15 8 0 0 0,-15-10-479 0 0,0-1-1 0 0,0 1 1 0 0,0-1 0 0 0,0-1-1 0 0,10 2 1 0 0,6 0-5121 0 0</inkml:trace>
</inkml:ink>
</file>

<file path=ppt/ink/ink3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33.3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32 7834 0 0,'3'-10'82'0'0,"6"-11"1329"0"0,-3 20-169 0 0,3 12 290 0 0,3 12 94 0 0,-2 1 0 0 0,0 0 0 0 0,7 34 0 0 0,-1-8-868 0 0,166 429 2566 0 0,-175-460-3310 0 0,74 153-2420 0 0,-68-143-4918 0 0</inkml:trace>
</inkml:ink>
</file>

<file path=ppt/ink/ink3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33.6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0 264 9674 0 0,'1'-2'106'0'0,"-1"0"-1"0"0,1-1 1 0 0,-1 1 0 0 0,1 0-1 0 0,0 0 1 0 0,0 0-1 0 0,0 0 1 0 0,0 0 0 0 0,0 0-1 0 0,1 0 1 0 0,-1 0 0 0 0,0 0-1 0 0,1 0 1 0 0,0 1-1 0 0,-1-1 1 0 0,3-1 0 0 0,34-26 1253 0 0,-24 19-1085 0 0,29-21 161 0 0,2 1 0 0 0,1 2 0 0 0,84-37 0 0 0,-82 42-502 0 0,-27 10 54 0 0</inkml:trace>
</inkml:ink>
</file>

<file path=ppt/ink/ink3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34.3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 11058 0 0,'4'-2'3240'0'0,"-4"2"-3190"0"0,9 11 1115 0 0,5 17-379 0 0,29 97 1883 0 0,31 156 0 0 0,-19-64-2219 0 0,-32-128-578 0 0,17 52-3924 0 0,-34-121-2541 0 0</inkml:trace>
</inkml:ink>
</file>

<file path=ppt/ink/ink3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34.7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1 125 5529 0 0,'0'-5'155'0'0,"0"1"-1"0"0,1 0 1 0 0,-1-1-1 0 0,1 1 1 0 0,0 0-1 0 0,0 0 1 0 0,1 0-1 0 0,-1 0 0 0 0,1 0 1 0 0,0 0-1 0 0,0 0 1 0 0,0 0-1 0 0,0 0 1 0 0,1 1-1 0 0,0 0 1 0 0,0-1-1 0 0,-1 1 1 0 0,2 0-1 0 0,-1 0 1 0 0,0 0-1 0 0,1 1 1 0 0,-1-1-1 0 0,6-2 1 0 0,-2 1 200 0 0,0-1-1 0 0,0 1 1 0 0,0 1 0 0 0,0-1 0 0 0,1 1 0 0 0,0 1 0 0 0,-1-1 0 0 0,1 1 0 0 0,0 1 0 0 0,14-2 0 0 0,-18 3-251 0 0,0 0 1 0 0,0 0 0 0 0,0 0 0 0 0,0 1 0 0 0,0 0 0 0 0,0 0 0 0 0,-1 0 0 0 0,1 0 0 0 0,0 0 0 0 0,0 1 0 0 0,-1 0 0 0 0,1 0 0 0 0,-1 0 0 0 0,0 0 0 0 0,1 0 0 0 0,-1 1 0 0 0,0-1 0 0 0,0 1 0 0 0,0 0 0 0 0,-1 0-1 0 0,1 0 1 0 0,-1 0 0 0 0,4 6 0 0 0,-1 3 43 0 0,1 0 0 0 0,-2 0 0 0 0,0 0 1 0 0,0 1-1 0 0,-1 0 0 0 0,0 0 0 0 0,-2-1 0 0 0,1 1 0 0 0,-1 0 0 0 0,-1 1 0 0 0,-1-1 0 0 0,0 0 0 0 0,-3 15 0 0 0,-4 16 350 0 0,-1 0 0 0 0,-24 63-1 0 0,-2-30 1275 0 0,30-67-1171 0 0,15-17 283 0 0,-9 7-700 0 0,5-2-101 0 0,36-5-214 0 0,0 1 1 0 0,77 1-1 0 0,-55 3-3934 0 0,-41 2-2705 0 0</inkml:trace>
</inkml:ink>
</file>

<file path=ppt/ink/ink3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35.0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302 16 8290 0 0,'-5'-3'382'0'0,"-1"1"1"0"0,1-1-1 0 0,-1 1 1 0 0,0 1-1 0 0,1-1 0 0 0,-1 1 1 0 0,0 0-1 0 0,0 1 1 0 0,0-1-1 0 0,0 1 1 0 0,0 0-1 0 0,0 1 1 0 0,0-1-1 0 0,1 1 1 0 0,-1 0-1 0 0,0 1 0 0 0,0 0 1 0 0,1-1-1 0 0,-1 2 1 0 0,1-1-1 0 0,-1 1 1 0 0,1-1-1 0 0,-9 8 1 0 0,-1 0 163 0 0,1 0 1 0 0,1 1-1 0 0,0 1 0 0 0,0 0 1 0 0,1 1-1 0 0,-21 28 1 0 0,27-32-424 0 0,1 0 0 0 0,0 0 0 0 0,0 0 0 0 0,1 1 0 0 0,0 0 0 0 0,1-1 1 0 0,0 1-1 0 0,0 1 0 0 0,1-1 0 0 0,1 0 0 0 0,0 0 0 0 0,0 16 0 0 0,2-10-64 0 0,0-1-1 0 0,1 0 1 0 0,1 1-1 0 0,1-1 1 0 0,0 0 0 0 0,1 0-1 0 0,11 22 1 0 0,2-2-186 0 0,2-1 1 0 0,2-1 0 0 0,1-1-1 0 0,1-2 1 0 0,49 49 0 0 0,-64-70-121 0 0,18 19-1018 0 0,-11-9-4079 0 0,-3-1-1435 0 0</inkml:trace>
</inkml:ink>
</file>

<file path=ppt/ink/ink3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35.4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5 327 7834 0 0,'-1'0'37'0'0,"1"0"1"0"0,0 0 0 0 0,0-1 0 0 0,-1 1-1 0 0,1 0 1 0 0,0 0 0 0 0,0-1 0 0 0,-1 1-1 0 0,1 0 1 0 0,0 0 0 0 0,0-1 0 0 0,-1 1-1 0 0,1 0 1 0 0,0-1 0 0 0,0 1 0 0 0,0 0 0 0 0,0-1-1 0 0,0 1 1 0 0,0 0 0 0 0,0-1 0 0 0,0 1-1 0 0,0-1 1 0 0,0 1 0 0 0,0 0 0 0 0,0-1-1 0 0,0 1 1 0 0,0 0 0 0 0,0-1 0 0 0,0 1-1 0 0,0 0 1 0 0,0-1 0 0 0,0 1 0 0 0,0 0-1 0 0,0-1 1 0 0,1 1 0 0 0,-1 0 0 0 0,0-1-1 0 0,0 1 1 0 0,0 0 0 0 0,1-1 0 0 0,-1 1-1 0 0,0 0 1 0 0,0 0 0 0 0,1-1 0 0 0,16-15 2044 0 0,-12 11-1593 0 0,51-50 3003 0 0,79-58 0 0 0,-95 84-4684 0 0,63-34 0 0 0,-43 41-3978 0 0,-32 13 2494 0 0</inkml:trace>
</inkml:ink>
</file>

<file path=ppt/ink/ink3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36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41 1 11522 0 0,'-1'0'151'0'0,"0"1"-1"0"0,0 0 1 0 0,0 0-1 0 0,0 0 1 0 0,0-1-1 0 0,1 1 0 0 0,-1 0 1 0 0,0 0-1 0 0,1 0 1 0 0,-1 0-1 0 0,1 0 1 0 0,-1 1-1 0 0,1-1 0 0 0,-1 0 1 0 0,1 0-1 0 0,0 0 1 0 0,-1 2-1 0 0,-6 26 573 0 0,6-26-477 0 0,-6 29 401 0 0,1 0 0 0 0,2 0 0 0 0,1 0-1 0 0,2 63 1 0 0,2-82-478 0 0,0 0 0 0 0,1 0 0 0 0,0-1 0 0 0,1 1-1 0 0,1-1 1 0 0,0 1 0 0 0,0-1 0 0 0,1 0 0 0 0,1-1 0 0 0,0 0 0 0 0,1 1 0 0 0,0-2 0 0 0,0 1-1 0 0,1-1 1 0 0,12 12 0 0 0,-18-20-118 0 0,-1-1 0 0 0,1 1 0 0 0,0-1 0 0 0,-1 0 0 0 0,1 0 0 0 0,0 1 0 0 0,0-1 0 0 0,0 0 0 0 0,0 0 0 0 0,0-1 0 0 0,0 1 0 0 0,0 0 0 0 0,0-1 0 0 0,0 1 0 0 0,0-1 0 0 0,0 0 0 0 0,0 1 0 0 0,0-1 0 0 0,0 0 0 0 0,1 0 0 0 0,2-1 0 0 0,-2 0-43 0 0,0 0 1 0 0,-1-1-1 0 0,1 1 1 0 0,0 0-1 0 0,-1-1 1 0 0,1 0-1 0 0,-1 0 1 0 0,1 0-1 0 0,-1 0 1 0 0,0 0-1 0 0,0 0 1 0 0,0 0-1 0 0,3-4 1 0 0,3-7-183 0 0,0 0-1 0 0,-1-1 1 0 0,0 0 0 0 0,8-25 0 0 0,-8 15-296 0 0,-6 18 360 0 0,1 0-1 0 0,0-1 1 0 0,0 1 0 0 0,0 0 0 0 0,1 0 0 0 0,0 0 0 0 0,4-5 0 0 0,-7 10 108 0 0,0 1 1 0 0,0 0 0 0 0,1-1-1 0 0,-1 1 1 0 0,0 0 0 0 0,1 0-1 0 0,-1-1 1 0 0,0 1 0 0 0,1 0-1 0 0,-1 0 1 0 0,0-1 0 0 0,1 1-1 0 0,-1 0 1 0 0,1 0 0 0 0,-1 0-1 0 0,0 0 1 0 0,1-1 0 0 0,-1 1-1 0 0,1 0 1 0 0,-1 0 0 0 0,1 0 0 0 0,-1 0-1 0 0,0 0 1 0 0,1 0 0 0 0,-1 0-1 0 0,1 0 1 0 0,-1 1 0 0 0,1-1-1 0 0,-1 0 1 0 0,0 0 0 0 0,1 0-1 0 0,12 12-51 0 0,4 20-16 0 0,-16-31 68 0 0,5 12 5 0 0,6 16 85 0 0,1-1 0 0 0,2-1 0 0 0,30 43-1 0 0,-41-64-72 0 0,0-1 0 0 0,1 1 0 0 0,0-1 1 0 0,0 0-1 0 0,0 0 0 0 0,1 0 0 0 0,-1-1 0 0 0,1 0 0 0 0,0 0 0 0 0,0 0 0 0 0,1-1 0 0 0,-1 0 0 0 0,1 0 0 0 0,0-1 0 0 0,0 0 0 0 0,-1 0 0 0 0,1-1 0 0 0,1 1 0 0 0,-1-1 0 0 0,0-1 0 0 0,13 0 0 0 0,-17 0-4 0 0,-1 0 0 0 0,1-1 0 0 0,0 1 0 0 0,-1-1-1 0 0,1 1 1 0 0,-1-1 0 0 0,1 0 0 0 0,-1 0-1 0 0,1 0 1 0 0,-1 0 0 0 0,1-1 0 0 0,-1 1 0 0 0,0-1-1 0 0,0 1 1 0 0,0-1 0 0 0,0 0 0 0 0,0 0-1 0 0,0 0 1 0 0,0 0 0 0 0,2-4 0 0 0,-2 2 14 0 0,-1 0 1 0 0,1 0-1 0 0,-1 0 1 0 0,1-1-1 0 0,-1 1 1 0 0,0-1-1 0 0,-1 1 1 0 0,1-1-1 0 0,-1 1 1 0 0,0-1-1 0 0,0-5 1 0 0,-2-8-99 0 0,-1-1 0 0 0,-1 1 0 0 0,-1-1 0 0 0,-10-26 0 0 0,-1 0-3462 0 0</inkml:trace>
</inkml:ink>
</file>

<file path=ppt/ink/ink3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36.6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0 338 3225 0 0,'4'2'256'0'0,"-1"-1"1"0"0,1 1-1 0 0,0-1 1 0 0,0 0 0 0 0,0-1-1 0 0,-1 1 1 0 0,1-1 0 0 0,0 0-1 0 0,0 1 1 0 0,0-2-1 0 0,0 1 1 0 0,0 0 0 0 0,0-1-1 0 0,0 0 1 0 0,0 0-1 0 0,-1 0 1 0 0,1 0 0 0 0,0-1-1 0 0,-1 1 1 0 0,1-1-1 0 0,-1 0 1 0 0,1 0 0 0 0,-1 0-1 0 0,3-3 1 0 0,3-1 209 0 0,-1-1 0 0 0,0 1 0 0 0,0-2 0 0 0,-1 1 0 0 0,0-1 1 0 0,0 0-1 0 0,-1 0 0 0 0,6-10 0 0 0,-7 9-85 0 0,-1 0 1 0 0,0-1-1 0 0,-1 1 1 0 0,0-1-1 0 0,0 0 1 0 0,-1 0-1 0 0,-1 0 1 0 0,1 0-1 0 0,-2 0 1 0 0,1 0-1 0 0,-3-18 1 0 0,2 22-248 0 0,-1 1-1 0 0,0-1 1 0 0,0 1 0 0 0,-1-1 0 0 0,1 1 0 0 0,-1 0 0 0 0,-1-1 0 0 0,1 1 0 0 0,-1 0 0 0 0,1 0 0 0 0,-2 1 0 0 0,1-1-1 0 0,0 1 1 0 0,-1-1 0 0 0,0 1 0 0 0,0 0 0 0 0,0 1 0 0 0,0-1 0 0 0,-1 1 0 0 0,1-1 0 0 0,-1 1 0 0 0,-9-4 0 0 0,13 7-130 0 0,-1-1 1 0 0,0 0 0 0 0,0 0 0 0 0,0 1 0 0 0,0-1 0 0 0,0 1 0 0 0,-1 0 0 0 0,1 0-1 0 0,0 0 1 0 0,0 0 0 0 0,0 0 0 0 0,0 0 0 0 0,0 0 0 0 0,0 1 0 0 0,0-1 0 0 0,0 1-1 0 0,0-1 1 0 0,0 1 0 0 0,-3 2 0 0 0,2-1-18 0 0,-1 0 0 0 0,1 0 0 0 0,0 1 0 0 0,0 0 0 0 0,1-1 0 0 0,-1 1 0 0 0,0 0 0 0 0,1 0 0 0 0,-4 7 0 0 0,0 0-17 0 0,1 1 1 0 0,0 0-1 0 0,1 0 0 0 0,0 0 0 0 0,1 0 0 0 0,-2 13 0 0 0,3-13 96 0 0,1 1 1 0 0,0 0-1 0 0,0 0 0 0 0,1 0 0 0 0,1 0 0 0 0,0 0 0 0 0,0 0 1 0 0,2 0-1 0 0,-1 0 0 0 0,9 21 0 0 0,-9-27-63 0 0,2 1-1 0 0,-1-1 1 0 0,0-1 0 0 0,1 1 0 0 0,0 0-1 0 0,1-1 1 0 0,-1 0 0 0 0,1 0-1 0 0,0 0 1 0 0,0 0 0 0 0,1-1-1 0 0,-1 0 1 0 0,1 0 0 0 0,0-1-1 0 0,0 1 1 0 0,0-1 0 0 0,1 0-1 0 0,-1-1 1 0 0,1 0 0 0 0,9 2-1 0 0,3 1-684 0 0,0-1-1 0 0,0-1 0 0 0,1-1 0 0 0,-1-1 0 0 0,22-1 1 0 0,-9-3-693 0 0</inkml:trace>
</inkml:ink>
</file>

<file path=ppt/ink/ink3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37.2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156 4 3225 0 0,'-1'0'240'0'0,"-20"-2"4509"0"0,19 1-4420 0 0,0 1 0 0 0,0 0 0 0 0,-1-1 0 0 0,1 1 0 0 0,0 0 0 0 0,-1 0 0 0 0,1 0 0 0 0,0 0 1 0 0,-1 1-1 0 0,1-1 0 0 0,0 1 0 0 0,0-1 0 0 0,-1 1 0 0 0,1 0 0 0 0,0 0 0 0 0,0 0 0 0 0,0 0 0 0 0,-3 2 0 0 0,-1 2 40 0 0,-1 1 1 0 0,1 0 0 0 0,0 0-1 0 0,1 1 1 0 0,-1 0 0 0 0,1 0-1 0 0,1 0 1 0 0,-1 0 0 0 0,1 1-1 0 0,0 0 1 0 0,1 0 0 0 0,-4 12-1 0 0,2-3-148 0 0,0 0-1 0 0,2 0 1 0 0,0 0 0 0 0,0 0-1 0 0,1 21 1 0 0,2-30-204 0 0,0-1 0 0 0,1 1 0 0 0,0-1 0 0 0,0 1 0 0 0,0-1 0 0 0,1 0 0 0 0,0 1 0 0 0,1-1 0 0 0,0 0 0 0 0,0 0 0 0 0,0-1 0 0 0,1 1-1 0 0,0 0 1 0 0,0-1 0 0 0,1 0 0 0 0,-1 0 0 0 0,1-1 0 0 0,1 1 0 0 0,-1-1 0 0 0,1 0 0 0 0,0 0 0 0 0,0-1 0 0 0,0 0 0 0 0,1 0 0 0 0,-1 0 0 0 0,1-1 0 0 0,0 0 0 0 0,0 0 0 0 0,0-1 0 0 0,0 0 0 0 0,1 0 0 0 0,-1-1 0 0 0,1 0 0 0 0,14 1 0 0 0,-6-1-22 0 0,8 0-52 0 0,45 9 0 0 0,-64-9 52 0 0,0 0-1 0 0,0 0 0 0 0,0 1 1 0 0,0 0-1 0 0,0 0 1 0 0,0 0-1 0 0,-1 0 0 0 0,1 1 1 0 0,-1 0-1 0 0,0 0 1 0 0,0 0-1 0 0,0 0 0 0 0,0 1 1 0 0,0-1-1 0 0,3 5 0 0 0,-6-6 4 0 0,0 0 0 0 0,0 0 0 0 0,0 0 0 0 0,0 0-1 0 0,-1 0 1 0 0,1 0 0 0 0,0 0 0 0 0,-1 0-1 0 0,1 0 1 0 0,-1 0 0 0 0,0 0 0 0 0,0 0-1 0 0,0 0 1 0 0,0 0 0 0 0,0 1 0 0 0,0-1 0 0 0,-1 0-1 0 0,0 4 1 0 0,-1-2 12 0 0,0 1-1 0 0,0-1 1 0 0,0 0 0 0 0,0 0-1 0 0,-1 0 1 0 0,0 0-1 0 0,1 0 1 0 0,-5 4-1 0 0,-1 0-17 0 0,0-1 0 0 0,-1 0-1 0 0,0 0 1 0 0,0 0 0 0 0,0-1-1 0 0,-16 7 1 0 0,24-12-86 0 0,-33 12-178 0 0,21-11-2718 0 0,17-2 1880 0 0</inkml:trace>
</inkml:ink>
</file>

<file path=ppt/ink/ink3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37.6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38 656 0 0,'3'-19'-405'0'0,"8"2"4996"0"0,-10 16-4391 0 0,-1 1 0 0 0,1 0 0 0 0,-1 0 0 0 0,1 0 0 0 0,-1-1 0 0 0,1 1-1 0 0,-1 0 1 0 0,1 0 0 0 0,-1 0 0 0 0,1 0 0 0 0,-1 0 0 0 0,1 0 0 0 0,-1 0 0 0 0,1 0 0 0 0,-1 0 0 0 0,2 1 0 0 0,-1-1 140 0 0,0 1-1 0 0,1 0 1 0 0,-1-1 0 0 0,0 1 0 0 0,0 0-1 0 0,1 0 1 0 0,-1 0 0 0 0,0 0-1 0 0,0 0 1 0 0,0 0 0 0 0,0 1 0 0 0,1 1-1 0 0,9 14 1271 0 0,-1 0 1 0 0,15 36-1 0 0,21 91 801 0 0,-31-92-1706 0 0,9 34 41 0 0,24 71-71 0 0,-38-130-655 0 0,1 0-1 0 0,1-1 0 0 0,24 39 0 0 0,-35-65-97 0 0,-1 1 0 0 0,0 0 0 0 0,0-1 0 0 0,1 1 1 0 0,-1-1-1 0 0,0 1 0 0 0,1-1 0 0 0,-1 1 0 0 0,0-1 0 0 0,1 1 0 0 0,-1-1 0 0 0,1 0 0 0 0,-1 1 1 0 0,1-1-1 0 0,-1 0 0 0 0,1 1 0 0 0,-1-1 0 0 0,1 0 0 0 0,-1 1 0 0 0,1-1 0 0 0,0 0 0 0 0,0 0 1 0 0,2-11-1153 0 0,-7-34-409 0 0,2 33 953 0 0,1-7 397 0 0,1 0 0 0 0,0 0 0 0 0,1 0 0 0 0,8-36 0 0 0,-5 40 553 0 0,0-1 0 0 0,1 1-1 0 0,1-1 1 0 0,1 2 0 0 0,0-1-1 0 0,0 1 1 0 0,2 0 0 0 0,0 0 0 0 0,0 1-1 0 0,14-14 1 0 0,-22 25-176 0 0,1 0-1 0 0,0 0 1 0 0,0 0 0 0 0,0 0 0 0 0,0 0 0 0 0,0 1-1 0 0,0-1 1 0 0,1 1 0 0 0,-1-1 0 0 0,1 1-1 0 0,-1 0 1 0 0,1 0 0 0 0,-1 0 0 0 0,1 0-1 0 0,0 1 1 0 0,-1-1 0 0 0,1 1 0 0 0,0-1 0 0 0,-1 1-1 0 0,5 0 1 0 0,-4 1-12 0 0,0 0 0 0 0,0 0 0 0 0,-1 0 0 0 0,1 0 0 0 0,0 1 0 0 0,-1-1 0 0 0,1 1 0 0 0,-1-1 0 0 0,1 1-1 0 0,-1 0 1 0 0,0 0 0 0 0,0 0 0 0 0,0 0 0 0 0,0 1 0 0 0,0-1 0 0 0,-1 1 0 0 0,1-1 0 0 0,1 5 0 0 0,48 90 581 0 0,-31-56-603 0 0,26 41 1 0 0,-36-68-1699 0 0,0 0 1 0 0,1-1-1 0 0,18 18 1 0 0</inkml:trace>
</inkml:ink>
</file>

<file path=ppt/ink/ink3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38.0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68 6913 0 0,'4'65'7711'0'0,"-3"-57"-7080"0"0,1 0 1 0 0,0 0-1 0 0,0 0 1 0 0,1 0-1 0 0,0 0 1 0 0,6 9-1 0 0,-2-6-236 0 0,0 1-1 0 0,0-1 0 0 0,1 0 1 0 0,1-1-1 0 0,0 0 1 0 0,0 0-1 0 0,1-1 1 0 0,19 15-1 0 0,-24-21-385 0 0,0 0-1 0 0,1 0 1 0 0,-1 0 0 0 0,1-1-1 0 0,-1 1 1 0 0,1-1-1 0 0,0 0 1 0 0,0-1 0 0 0,0 0-1 0 0,0 0 1 0 0,0 0-1 0 0,0-1 1 0 0,0 1 0 0 0,0-2-1 0 0,0 1 1 0 0,0 0 0 0 0,1-1-1 0 0,-1-1 1 0 0,-1 1-1 0 0,1-1 1 0 0,11-4 0 0 0,-13 4-12 0 0,0 1 0 0 0,0-1 1 0 0,-1 0-1 0 0,1 0 0 0 0,-1-1 1 0 0,0 1-1 0 0,1-1 0 0 0,-1 0 1 0 0,0 0-1 0 0,0 0 0 0 0,-1 0 1 0 0,1 0-1 0 0,-1 0 0 0 0,0-1 1 0 0,1 1-1 0 0,-1-1 0 0 0,2-7 1 0 0,-2 4 1 0 0,-1 1 1 0 0,0-1-1 0 0,0 1 1 0 0,-1-1-1 0 0,1 0 1 0 0,-2 1-1 0 0,1-1 1 0 0,-1 1-1 0 0,0-1 1 0 0,-3-10-1 0 0,1 4 43 0 0,-2-1 0 0 0,0 1 0 0 0,0 1 0 0 0,-1-1 0 0 0,0 1 1 0 0,-2 0-1 0 0,-9-13 0 0 0,14 20-241 0 0,-1 0 1 0 0,-1 0-1 0 0,1 0 1 0 0,-1 0-1 0 0,1 1 1 0 0,-1 0-1 0 0,-1 0 1 0 0,1 0-1 0 0,0 0 1 0 0,-1 1-1 0 0,0 0 1 0 0,0 0-1 0 0,0 1 1 0 0,0 0-1 0 0,0 0 1 0 0,0 0-1 0 0,-9-1 1 0 0</inkml:trace>
</inkml:ink>
</file>

<file path=ppt/ink/ink3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38.4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91 9674 0 0,'10'11'780'0'0,"-1"1"1"0"0,-1 0-1 0 0,0 0 0 0 0,12 26 0 0 0,-12-23-292 0 0,0 0-1 0 0,0-1 0 0 0,15 18 1 0 0,-13-21-261 0 0,0 0 1 0 0,0-1 0 0 0,23 17 0 0 0,-31-25-191 0 0,0-1 0 0 0,0 1 0 0 0,1 0 0 0 0,-1-1 0 0 0,0 0 0 0 0,1 1 0 0 0,-1-1 0 0 0,1 0 1 0 0,0 0-1 0 0,-1 0 0 0 0,1-1 0 0 0,0 1 0 0 0,0-1 0 0 0,-1 1 0 0 0,1-1 0 0 0,0 0 0 0 0,0 0 0 0 0,-1 0 1 0 0,1 0-1 0 0,0-1 0 0 0,0 1 0 0 0,-1-1 0 0 0,1 0 0 0 0,0 0 0 0 0,-1 1 0 0 0,1-2 0 0 0,4-1 0 0 0,-3-1-26 0 0,0 0 0 0 0,-1 1 0 0 0,1-2 0 0 0,-1 1-1 0 0,0 0 1 0 0,0-1 0 0 0,-1 1 0 0 0,1-1 0 0 0,-1 0 0 0 0,3-7-1 0 0,12-54-33 0 0,-14 54-15 0 0,4-29 166 0 0,9-34 456 0 0,-14 69-396 0 0,0 0-1 0 0,1 0 0 0 0,-1 0 0 0 0,1 0 0 0 0,0 0 0 0 0,0 1 0 0 0,1-1 0 0 0,0 1 0 0 0,4-5 0 0 0,-7 9-158 0 0,0 0 1 0 0,-1 1-1 0 0,1-1 1 0 0,0 0-1 0 0,-1 1 1 0 0,1-1-1 0 0,0 1 1 0 0,0-1-1 0 0,0 1 1 0 0,0 0-1 0 0,0-1 1 0 0,-1 1-1 0 0,1 0 0 0 0,0 0 1 0 0,0-1-1 0 0,0 1 1 0 0,0 0-1 0 0,0 0 1 0 0,0 0-1 0 0,0 0 1 0 0,0 0-1 0 0,0 0 1 0 0,0 1-1 0 0,0-1 1 0 0,0 0-1 0 0,0 0 1 0 0,-1 1-1 0 0,1-1 0 0 0,0 0 1 0 0,0 1-1 0 0,0-1 1 0 0,0 1-1 0 0,-1-1 1 0 0,1 1-1 0 0,0 0 1 0 0,0-1-1 0 0,-1 1 1 0 0,1 0-1 0 0,-1-1 1 0 0,1 1-1 0 0,0 0 1 0 0,-1 0-1 0 0,1-1 0 0 0,-1 1 1 0 0,0 0-1 0 0,1 2 1 0 0,5 6 31 0 0,-2 0 0 0 0,1 1 0 0 0,4 14 0 0 0,-5-11 72 0 0,3 3-24 0 0,1-1-1 0 0,18 29 1 0 0,-22-39-200 0 0,0 0 0 0 0,0 0 1 0 0,1 0-1 0 0,0 0 0 0 0,0-1 0 0 0,0 1 0 0 0,0-1 0 0 0,1-1 0 0 0,-1 1 0 0 0,11 4 0 0 0,1-2-660 0 0</inkml:trace>
</inkml:ink>
</file>

<file path=ppt/ink/ink3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38.7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5985 0 0,'4'8'6528'0'0,"3"13"-3782"0"0,26 125 2945 0 0,30 72-4041 0 0,-27-99-1237 0 0,-36-117-457 0 0,60 223 596 0 0,-42-127-7629 0 0,-15-73 3 0 0</inkml:trace>
</inkml:ink>
</file>

<file path=ppt/ink/ink3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41.6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325 531 1376 0 0,'0'-2'213'0'0,"0"1"0"0"0,-1 0 0 0 0,1 0-1 0 0,-1 0 1 0 0,1 0 0 0 0,-1 0 0 0 0,1 0-1 0 0,-1 0 1 0 0,0 0 0 0 0,0 0 0 0 0,1 0 0 0 0,-1 0-1 0 0,0 1 1 0 0,0-1 0 0 0,0 0 0 0 0,0 0-1 0 0,0 1 1 0 0,0-1 0 0 0,0 1 0 0 0,0-1 0 0 0,0 1-1 0 0,0-1 1 0 0,-1 1 0 0 0,1 0 0 0 0,0-1-1 0 0,0 1 1 0 0,0 0 0 0 0,-1 0 0 0 0,1 0 0 0 0,0 0-1 0 0,-2 0 1 0 0,-40 1 3722 0 0,32 0-3483 0 0,0 1 1 0 0,0 1-1 0 0,0 0 0 0 0,0 0 1 0 0,1 1-1 0 0,0 0 1 0 0,0 1-1 0 0,0 0 0 0 0,0 1 1 0 0,1 0-1 0 0,0 0 1 0 0,0 1-1 0 0,-15 15 0 0 0,15-12-244 0 0,0 1 0 0 0,0 1 0 0 0,1-1 0 0 0,1 1-1 0 0,0 0 1 0 0,0 1 0 0 0,2 0 0 0 0,-1 0 0 0 0,2 0-1 0 0,-6 22 1 0 0,5-15-162 0 0,2 1-1 0 0,0-1 0 0 0,0 33 1 0 0,2-49-52 0 0,1 1 0 0 0,0-1 1 0 0,1 1-1 0 0,-1-1 0 0 0,1 1 1 0 0,0-1-1 0 0,0 0 0 0 0,0 1 1 0 0,0-1-1 0 0,1 0 0 0 0,0 0 1 0 0,0 0-1 0 0,0 0 0 0 0,0 0 1 0 0,1 0-1 0 0,-1-1 0 0 0,1 1 1 0 0,0-1-1 0 0,0 0 0 0 0,0 0 0 0 0,1 0 1 0 0,-1 0-1 0 0,6 3 0 0 0,-6-5-11 0 0,0 0 0 0 0,0 0 0 0 0,0 0-1 0 0,0 0 1 0 0,0-1 0 0 0,0 0-1 0 0,0 1 1 0 0,0-1 0 0 0,0 0-1 0 0,0 0 1 0 0,0-1 0 0 0,0 1-1 0 0,0-1 1 0 0,0 1 0 0 0,0-1 0 0 0,0 0-1 0 0,0 0 1 0 0,-1 0 0 0 0,1-1-1 0 0,0 1 1 0 0,0-1 0 0 0,-1 1-1 0 0,1-1 1 0 0,-1 0 0 0 0,0 0-1 0 0,3-3 1 0 0,7-7-190 0 0,0 0 1 0 0,-2 0-1 0 0,16-22 0 0 0,-21 26 80 0 0,15-21-310 0 0,-2 0 1 0 0,-1-1 0 0 0,-1-1-1 0 0,-2 0 1 0 0,-1-2 0 0 0,-1 1-1 0 0,-2-1 1 0 0,-2-1-1 0 0,0 0 1 0 0,-3 0 0 0 0,-1 0-1 0 0,-1-1 1 0 0,-2-38-1 0 0,-3 41 976 0 0,-1-1-1 0 0,-2 2 1 0 0,-1-1-1 0 0,-2 1 1 0 0,-1 0-1 0 0,-1 0 1 0 0,-2 1-1 0 0,-28-54 1 0 0,38 81-332 0 0,0 0 0 0 0,0 0 0 0 0,0 0 0 0 0,0 0 0 0 0,0 0 0 0 0,-1 0 1 0 0,1 0-1 0 0,-4-2 0 0 0,5 5-167 0 0,1 0 1 0 0,0 0-1 0 0,0-1 0 0 0,-1 1 1 0 0,1 0-1 0 0,0 0 1 0 0,-1 0-1 0 0,1 0 0 0 0,0 0 1 0 0,-1 0-1 0 0,1 0 1 0 0,0 0-1 0 0,-1 0 1 0 0,1 0-1 0 0,0 0 0 0 0,-1 0 1 0 0,1 0-1 0 0,0 0 1 0 0,-1 0-1 0 0,1 0 0 0 0,0 0 1 0 0,-1 0-1 0 0,1 0 1 0 0,0 0-1 0 0,0 0 1 0 0,-1 1-1 0 0,1-1 0 0 0,0 0 1 0 0,-1 0-1 0 0,1 0 1 0 0,0 1-1 0 0,-1-1 0 0 0,-5 20 532 0 0,4 9-371 0 0,1-1 1 0 0,1 1 0 0 0,5 37 0 0 0,21 85-62 0 0,-23-133-95 0 0,5 23-120 0 0,1-1 0 0 0,3 0-1 0 0,0-1 1 0 0,3 0 0 0 0,1-1 0 0 0,2-1 0 0 0,2-1 0 0 0,1 0-1 0 0,2-2 1 0 0,29 36 0 0 0,-19-32-5270 0 0,-2-2-1822 0 0</inkml:trace>
</inkml:ink>
</file>

<file path=ppt/ink/ink3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43.4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15 185 5065 0 0,'-1'-2'134'0'0,"-1"-1"-1"0"0,1 0 1 0 0,0 1 0 0 0,0-1-1 0 0,0 0 1 0 0,0 0 0 0 0,0 0-1 0 0,1 0 1 0 0,13-20 9628 0 0,-15 27-9148 0 0,-2 7-388 0 0,1 0 1 0 0,0 0 0 0 0,0 0-1 0 0,2 1 1 0 0,-1-1-1 0 0,1 1 1 0 0,1-1 0 0 0,0 1-1 0 0,1-1 1 0 0,3 19 0 0 0,3 10 168 0 0,22 68 0 0 0,-25-93-271 0 0,2-1 0 0 0,0 0 0 0 0,0 0 0 0 0,15 21 0 0 0,-19-31-75 0 0,0-1-1 0 0,0 0 1 0 0,0 1 0 0 0,1-1 0 0 0,0-1 0 0 0,-1 1-1 0 0,1 0 1 0 0,0 0 0 0 0,0-1 0 0 0,0 0 0 0 0,1 0-1 0 0,-1 0 1 0 0,0 0 0 0 0,1 0 0 0 0,-1-1 0 0 0,1 1-1 0 0,0-1 1 0 0,0 0 0 0 0,-1 0 0 0 0,1 0 0 0 0,0-1-1 0 0,0 1 1 0 0,6-1 0 0 0,-6-1-25 0 0,0-1 0 0 0,0 1 0 0 0,0-1 0 0 0,1 0 0 0 0,-2 0 0 0 0,1 0 0 0 0,0 0 0 0 0,0-1 0 0 0,-1 0 0 0 0,1 1 0 0 0,-1-1 0 0 0,0-1 0 0 0,0 1 0 0 0,0 0 0 0 0,3-6 0 0 0,7-9 139 0 0,17-35 1 0 0,-25 44-156 0 0,13-29-36 0 0,-2-1 1 0 0,-2-1-1 0 0,-2 0 0 0 0,11-62 1 0 0,9-30-9 0 0,-31 126 69 0 0,1 0 0 0 0,0 0 0 0 0,0 1 0 0 0,1-1-1 0 0,-1 1 1 0 0,7-10 0 0 0,-8 14-23 0 0,-1 1 0 0 0,1-1-1 0 0,-1 1 1 0 0,1-1 0 0 0,0 1 0 0 0,-1-1 0 0 0,1 1-1 0 0,0-1 1 0 0,-1 1 0 0 0,1-1 0 0 0,0 1 0 0 0,0 0-1 0 0,-1-1 1 0 0,1 1 0 0 0,0 0 0 0 0,0 0 0 0 0,0 0-1 0 0,0-1 1 0 0,-1 1 0 0 0,1 0 0 0 0,1 0 0 0 0,0 1-4 0 0,-1-1 0 0 0,1 1 0 0 0,0 0 0 0 0,-1-1 0 0 0,1 1 0 0 0,-1 0 0 0 0,1 0 0 0 0,-1 0 0 0 0,0 0 0 0 0,1 0 0 0 0,-1 0 0 0 0,0 1 0 0 0,0-1 0 0 0,2 3 1 0 0,21 28 73 0 0,-2 1 1 0 0,33 65 0 0 0,11 18 50 0 0,-47-87-121 0 0,59 82 131 0 0,-67-98-121 0 0,0 0 1 0 0,1-1 0 0 0,0 0-1 0 0,1-1 1 0 0,25 17 0 0 0,-33-25-187 0 0,0-1 0 0 0,0 1 1 0 0,0-1-1 0 0,1 0 0 0 0,-1 0 1 0 0,1-1-1 0 0,-1 0 0 0 0,1 0 1 0 0,0 0-1 0 0,0-1 0 0 0,-1 1 1 0 0,12-2-1 0 0,5-3-7493 0 0</inkml:trace>
</inkml:ink>
</file>

<file path=ppt/ink/ink3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43.7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289 1 5529 0 0,'-18'3'1080'0'0,"0"1"0"0"0,0 2-1 0 0,1-1 1 0 0,-1 2 0 0 0,1 0 0 0 0,1 1 0 0 0,0 1-1 0 0,-22 15 1 0 0,29-16-643 0 0,0 0-1 0 0,0 0 1 0 0,1 1-1 0 0,0 0 1 0 0,0 0-1 0 0,1 1 1 0 0,0 0-1 0 0,1 0 1 0 0,0 0 0 0 0,1 1-1 0 0,0 0 1 0 0,0 0-1 0 0,2 1 1 0 0,-4 11-1 0 0,4-12-389 0 0,1 0 0 0 0,0 0-1 0 0,0 0 1 0 0,1 0 0 0 0,1 1 0 0 0,0-1-1 0 0,2 15 1 0 0,-1-21-35 0 0,0 1 0 0 0,0-1 1 0 0,1 0-1 0 0,0-1 0 0 0,0 1 0 0 0,1 0 1 0 0,-1 0-1 0 0,1-1 0 0 0,0 1 0 0 0,0-1 0 0 0,1 0 1 0 0,-1 0-1 0 0,1 0 0 0 0,0-1 0 0 0,0 1 0 0 0,0-1 1 0 0,9 5-1 0 0,8 4-94 0 0,37 14 0 0 0,-36-17-52 0 0,0 1 0 0 0,36 23 1 0 0,-53-30 118 0 0,0 1 1 0 0,0-1 0 0 0,0 1 0 0 0,-1 1 0 0 0,0-1-1 0 0,0 0 1 0 0,0 1 0 0 0,0 0 0 0 0,-1 0 0 0 0,0 0 0 0 0,0 1-1 0 0,0-1 1 0 0,0 1 0 0 0,-1-1 0 0 0,3 10 0 0 0,-5-9 14 0 0,1 0 0 0 0,-1-1 0 0 0,0 1 1 0 0,-1-1-1 0 0,1 1 0 0 0,-1 0 0 0 0,0-1 1 0 0,-1 1-1 0 0,1-1 0 0 0,-1 1 0 0 0,0-1 1 0 0,-1 0-1 0 0,1 0 0 0 0,-1 0 0 0 0,-3 5 1 0 0,4-6-2 0 0,-1-1 0 0 0,1 1 0 0 0,-1-1 0 0 0,1 1 0 0 0,-1-1 0 0 0,0 0 0 0 0,-1 0 0 0 0,1 0 0 0 0,0-1 0 0 0,-1 1 0 0 0,0-1 0 0 0,1 0 0 0 0,-1 0 0 0 0,0 0 0 0 0,0 0 0 0 0,0-1 0 0 0,0 1 0 0 0,0-1 1 0 0,-1 0-1 0 0,-4 0 0 0 0,7-1-112 0 0,1 0-1 0 0,0 0 1 0 0,-1 0 0 0 0,1 0 0 0 0,0-1 0 0 0,0 1 0 0 0,-1 0 0 0 0,1-1 0 0 0,0 1 0 0 0,0-1 0 0 0,-1 1 0 0 0,1-1 0 0 0,-1-1 0 0 0</inkml:trace>
</inkml:ink>
</file>

<file path=ppt/ink/ink3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44.1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0 496 5985 0 0,'6'-1'176'0'0,"-1"0"-1"0"0,1 0 0 0 0,-1 0 1 0 0,0 0-1 0 0,1-1 0 0 0,-1 0 1 0 0,0 0-1 0 0,0-1 0 0 0,8-5 1 0 0,44-33 1604 0 0,-44 32-1678 0 0,1-3 135 0 0,0 0 1 0 0,-1-1 0 0 0,0-1-1 0 0,-1 0 1 0 0,0 0-1 0 0,-2-1 1 0 0,1 0 0 0 0,13-30-1 0 0,-17 31-100 0 0,-1-1-1 0 0,-1 1 0 0 0,0-1 1 0 0,-2 0-1 0 0,1 0 0 0 0,-2 0 1 0 0,0 0-1 0 0,0 0 0 0 0,-2-1 1 0 0,-2-28-1 0 0,2 40-128 0 0,-1 0 1 0 0,0 0-1 0 0,0 0 1 0 0,0 0 0 0 0,0 0-1 0 0,-1 0 1 0 0,1 1-1 0 0,-1-1 1 0 0,0 0-1 0 0,0 1 1 0 0,0 0-1 0 0,-1-1 1 0 0,1 1 0 0 0,-1 0-1 0 0,0 0 1 0 0,0 1-1 0 0,0-1 1 0 0,0 0-1 0 0,-5-2 1 0 0,6 4 17 0 0,-1 0 0 0 0,1 0 0 0 0,0 0 0 0 0,-1 1 1 0 0,1-1-1 0 0,0 1 0 0 0,-1 0 0 0 0,1-1 0 0 0,0 1 0 0 0,-1 0 1 0 0,1 0-1 0 0,-1 1 0 0 0,1-1 0 0 0,0 0 0 0 0,-1 1 0 0 0,1 0 0 0 0,0-1 1 0 0,0 1-1 0 0,-1 0 0 0 0,1 0 0 0 0,0 0 0 0 0,0 0 0 0 0,0 1 1 0 0,0-1-1 0 0,0 1 0 0 0,0-1 0 0 0,1 1 0 0 0,-1 0 0 0 0,0-1 0 0 0,1 1 1 0 0,-1 0-1 0 0,1 0 0 0 0,-2 3 0 0 0,-3 5 256 0 0,0 0 1 0 0,1 1-1 0 0,1-1 0 0 0,-1 1 0 0 0,1 0 0 0 0,1 0 1 0 0,0 1-1 0 0,1-1 0 0 0,0 1 0 0 0,0 11 0 0 0,0 20 829 0 0,5 56-1 0 0,-2-72-763 0 0,2-1 0 0 0,1 0 0 0 0,1 0 0 0 0,1 0 0 0 0,14 39 1 0 0,-16-56-355 0 0,0 1 0 0 0,0-1 0 0 0,1 0 0 0 0,0 0 0 0 0,1-1 0 0 0,0 0 1 0 0,0 0-1 0 0,1 0 0 0 0,0-1 0 0 0,0 0 0 0 0,1 0 0 0 0,0 0 1 0 0,0-1-1 0 0,1-1 0 0 0,0 1 0 0 0,-1-1 0 0 0,16 5 0 0 0,2-2-584 0 0</inkml:trace>
</inkml:ink>
</file>

<file path=ppt/ink/ink3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44.7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28 155 10594 0 0,'-3'-4'355'0'0,"0"0"-1"0"0,0 0 0 0 0,1 0 1 0 0,0-1-1 0 0,-1 1 0 0 0,2 0 1 0 0,-1-1-1 0 0,0 1 0 0 0,1-1 1 0 0,0 0-1 0 0,-1-6 0 0 0,1 0 421 0 0,0 0 0 0 0,0 0 0 0 0,2-20 1 0 0,-1 29-731 0 0,0 1 1 0 0,0-1-1 0 0,1 1 1 0 0,-1-1 0 0 0,0 1-1 0 0,0-1 1 0 0,1 1 0 0 0,-1-1-1 0 0,1 1 1 0 0,0 0 0 0 0,-1-1-1 0 0,1 1 1 0 0,0 0 0 0 0,0 0-1 0 0,-1-1 1 0 0,1 1-1 0 0,0 0 1 0 0,0 0 0 0 0,1 0-1 0 0,0-1 1 0 0,0 1-15 0 0,-1 1 0 0 0,0 0 0 0 0,0-1 0 0 0,1 1 0 0 0,-1 0 0 0 0,0 0 0 0 0,1 0 0 0 0,-1 0 0 0 0,0 0 0 0 0,0 0 1 0 0,1 0-1 0 0,-1 0 0 0 0,0 0 0 0 0,1 1 0 0 0,-1-1 0 0 0,0 0 0 0 0,0 1 0 0 0,2 0 0 0 0,3 2 74 0 0,-1 1 0 0 0,1-1 0 0 0,-1 1 1 0 0,0 0-1 0 0,0 0 0 0 0,0 0 0 0 0,7 10 0 0 0,1 5 22 0 0,-1-1 1 0 0,-1 2-1 0 0,0 0 0 0 0,-2 0 0 0 0,0 0 0 0 0,-2 1 0 0 0,11 43 0 0 0,-10-21-91 0 0,-1 0 0 0 0,-3 1 0 0 0,0 47 0 0 0,-12 40 78 0 0,2 26-246 0 0,6-131-126 0 0</inkml:trace>
</inkml:ink>
</file>

<file path=ppt/ink/ink3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45.0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1 17972 0 0,'-6'25'800'0'0,"4"-13"160"0"0,1 1-768 0 0,1-2-192 0 0,0-6 0 0 0,0-1 0 0 0,1-1-760 0 0,5 4-184 0 0,3 2-40 0 0,5 0-9 0 0</inkml:trace>
</inkml:ink>
</file>

<file path=ppt/ink/ink3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59.0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176 0 5857 0 0,'-8'12'0'0'0,"0"0"0"0"0,1 0 0 0 0,1 0 0 0 0,0 1 0 0 0,1 0 0 0 0,-5 16 0 0 0,5-10 8 0 0,0 1-1 0 0,2 0 1 0 0,0 0-1 0 0,1 0 1 0 0,1 27-1 0 0,-4 35 12 0 0,5-81-19 0 0,0-1 0 0 0,0 1 0 0 0,0-1 0 0 0,0 0 0 0 0,0 1 1 0 0,0-1-1 0 0,0 1 0 0 0,0-1 0 0 0,0 1 0 0 0,0-1 0 0 0,-1 0 0 0 0,1 1 0 0 0,0-1 0 0 0,0 0 0 0 0,0 1 0 0 0,-1-1 0 0 0,1 1 0 0 0,0-1 0 0 0,0 0 0 0 0,-1 0 0 0 0,1 1 0 0 0,0-1 0 0 0,-1 0 0 0 0,1 1 0 0 0,0-1 0 0 0,-1 0 0 0 0,1 0 1 0 0,0 0-1 0 0,-1 1 0 0 0,1-1 0 0 0,-1 0 0 0 0,1 0 0 0 0,0 0 0 0 0,-1 0 0 0 0,1 0 0 0 0,-1 0 0 0 0,1 0 0 0 0,0 0 0 0 0,-1 0 0 0 0,1 0 0 0 0,-1 0 0 0 0,1 0 0 0 0,-1 0 0 0 0,1 0 0 0 0,0 0 0 0 0,-1 0 0 0 0,1 0 0 0 0,-1-1 0 0 0,1 1 1 0 0,0 0-1 0 0,-1 0 0 0 0,1 0 0 0 0,0-1 0 0 0,-1 1 0 0 0,1 0 0 0 0,0 0 0 0 0,-1-1 0 0 0,1 0 0 0 0,-18-18-13 0 0,12-4 69 0 0,6 21 235 0 0,-1-1 0 0 0,1 0-1 0 0,-1 1 1 0 0,1-1 0 0 0,-1 1-1 0 0,0-1 1 0 0,0 1 0 0 0,0-1-1 0 0,-2-2 1 0 0,3 5-262 0 0,-1 0 0 0 0,1 0 1 0 0,0 0-1 0 0,-1 0 0 0 0,1 0 0 0 0,0 0 1 0 0,0 0-1 0 0,-1 0 0 0 0,1 0 1 0 0,0 0-1 0 0,0 0 0 0 0,-1 0 0 0 0,1 0 1 0 0,0 0-1 0 0,-1 1 0 0 0,1-1 0 0 0,0 0 1 0 0,0 0-1 0 0,0 0 0 0 0,-1 0 0 0 0,1 1 1 0 0,0-1-1 0 0,0 0 0 0 0,0 0 0 0 0,-1 1 1 0 0,1-1-1 0 0,0 0 0 0 0,0 0 0 0 0,0 1 1 0 0,0-1-1 0 0,0 0 0 0 0,0 0 1 0 0,0 1-1 0 0,-1-1 0 0 0,1 0 0 0 0,0 0 1 0 0,0 1-1 0 0,0-1 0 0 0,0 1 0 0 0,-5 18 937 0 0,-5 64 925 0 0,2 86 0 0 0,1-20-832 0 0,-6 160 388 0 0,37 445 0 0 0,58 201-1370 0 0,34 471 657 0 0,-4-439 964 0 0,-101-926-1512 0 0,65 390 811 0 0,-60-318-761 0 0,-1 187 0 0 0,-15-277-213 0 0,-2-1 0 0 0,-1 0-1 0 0,-3-1 1 0 0,-1 1 0 0 0,-2-1 0 0 0,-23 62 0 0 0,18-75-95 0 0,14-27 40 0 0,-1 0 1 0 0,1 0-1 0 0,-1-1 1 0 0,1 1-1 0 0,-1 0 0 0 0,1 0 1 0 0,-1 0-1 0 0,1-1 1 0 0,-1 1-1 0 0,0 0 1 0 0,0-1-1 0 0,1 1 1 0 0,-1 0-1 0 0,0-1 1 0 0,0 1-1 0 0,0-1 1 0 0,0 0-1 0 0,1 1 1 0 0,-1-1-1 0 0,0 1 1 0 0,0-1-1 0 0,0 0 1 0 0,0 0-1 0 0,0 0 1 0 0,0 0-1 0 0,0 1 1 0 0,-1-2-1 0 0,-4-4-733 0 0</inkml:trace>
</inkml:ink>
</file>

<file path=ppt/ink/ink3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1:00.3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34 107 2761 0 0,'-27'-31'7892'0'0,"26"30"-7683"0"0,1 1 0 0 0,-1-1 0 0 0,0 0 0 0 0,1 0 0 0 0,-1 0 0 0 0,1 0 0 0 0,0 0 0 0 0,-1 0 0 0 0,1 0 0 0 0,0 0 0 0 0,-1 0 0 0 0,1 0 0 0 0,0 0 0 0 0,0 0 0 0 0,0 0-1 0 0,0 0 1 0 0,0 0 0 0 0,0 0 0 0 0,0 0 0 0 0,0 0 0 0 0,0 0 0 0 0,0 0 0 0 0,1 0 0 0 0,-1 0 0 0 0,0 0 0 0 0,1 0 0 0 0,-1 0 0 0 0,2-1 0 0 0,0-1-5 0 0,0 1-1 0 0,0 0 1 0 0,0-1-1 0 0,1 1 1 0 0,-1 0-1 0 0,1 1 1 0 0,-1-1-1 0 0,1 0 1 0 0,5-2-1 0 0,2 0 90 0 0,1 0-1 0 0,0 0 1 0 0,0 1-1 0 0,22-3 1 0 0,-26 5-243 0 0,0 0 1 0 0,0 1-1 0 0,0 0 0 0 0,0 0 0 0 0,1 1 1 0 0,-1 0-1 0 0,0 0 0 0 0,0 1 1 0 0,0 0-1 0 0,-1 0 0 0 0,1 1 1 0 0,9 4-1 0 0,-12-4-51 0 0,0-1-1 0 0,0 1 1 0 0,0 1 0 0 0,-1-1-1 0 0,1 1 1 0 0,-1-1 0 0 0,0 1 0 0 0,0 0-1 0 0,0 0 1 0 0,0 0 0 0 0,-1 1-1 0 0,0-1 1 0 0,1 1 0 0 0,-2-1 0 0 0,1 1-1 0 0,-1 0 1 0 0,1-1 0 0 0,-1 1-1 0 0,0 5 1 0 0,1 6-54 0 0,-1 0-1 0 0,0 0 1 0 0,-2 0-1 0 0,0-1 1 0 0,0 1 0 0 0,-7 27-1 0 0,-35 90 41 0 0,4-11 366 0 0,38-122-346 0 0,1 1 0 0 0,0-1 0 0 0,0 1 1 0 0,0-1-1 0 0,-1 1 0 0 0,1-1 0 0 0,0 1 0 0 0,0-1 0 0 0,0 1 0 0 0,0-1 0 0 0,0 1 0 0 0,0-1 0 0 0,0 1 1 0 0,0-1-1 0 0,1 1 0 0 0,-1-1 0 0 0,0 1 0 0 0,0-1 0 0 0,0 1 0 0 0,0-1 0 0 0,1 1 0 0 0,-1-1 0 0 0,0 1 1 0 0,0-1-1 0 0,1 1 0 0 0,-1-1 0 0 0,1 1 0 0 0,-1-1 0 0 0,0 0 0 0 0,1 1 0 0 0,19 0 40 0 0,31-20-75 0 0,-37 13 56 0 0,-7 3-19 0 0,1 0 0 0 0,0 1 0 0 0,0 1 0 0 0,-1-1 0 0 0,1 1-1 0 0,0 0 1 0 0,1 1 0 0 0,-1 0 0 0 0,0 0 0 0 0,0 1 0 0 0,14 3 0 0 0,-16-2-3 0 0,0 0 0 0 0,0 0 0 0 0,-1 1 0 0 0,1 0 0 0 0,-1 0 0 0 0,1 0 0 0 0,-1 1 0 0 0,0-1 0 0 0,0 1 0 0 0,-1 1 0 0 0,1-1 0 0 0,-1 1 0 0 0,0-1 0 0 0,0 1 0 0 0,6 10 0 0 0,-7-9-57 0 0,1 1 1 0 0,-1 0 0 0 0,0 0 0 0 0,0 0 0 0 0,0 0 0 0 0,-1 0 0 0 0,-1 1 0 0 0,1-1 0 0 0,-1 1 0 0 0,0-1 0 0 0,-1 1-1 0 0,0 12 1 0 0,-2-8-168 0 0,1-1-1 0 0,-2 1 0 0 0,0-1 0 0 0,0 0 0 0 0,-1 1 1 0 0,0-2-1 0 0,-10 17 0 0 0,0-3-523 0 0,-2 0-1 0 0,-1-1 1 0 0,0-1 0 0 0,-2-1-1 0 0,0-1 1 0 0,-26 21 0 0 0</inkml:trace>
</inkml:ink>
</file>

<file path=ppt/ink/ink3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1:00.8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53 332 4145 0 0,'-8'-11'925'0'0,"0"-1"0"0"0,0 0-1 0 0,-7-17 1 0 0,12 24-391 0 0,1 0 0 0 0,0 0 0 0 0,1 0-1 0 0,-1 0 1 0 0,1 0 0 0 0,0 0 0 0 0,0-1 0 0 0,1 1-1 0 0,-1 0 1 0 0,1-1 0 0 0,1-9 0 0 0,-1 15-491 0 0,0 0 1 0 0,0 0-1 0 0,0 0 1 0 0,0 0-1 0 0,0-1 1 0 0,0 1 0 0 0,1 0-1 0 0,-1 0 1 0 0,0 0-1 0 0,0-1 1 0 0,0 1-1 0 0,0 0 1 0 0,0 0-1 0 0,0 0 1 0 0,0 0-1 0 0,0 0 1 0 0,1-1-1 0 0,-1 1 1 0 0,0 0 0 0 0,0 0-1 0 0,0 0 1 0 0,0 0-1 0 0,0 0 1 0 0,1 0-1 0 0,-1 0 1 0 0,0 0-1 0 0,0 0 1 0 0,0-1-1 0 0,1 1 1 0 0,-1 0 0 0 0,0 0-1 0 0,0 0 1 0 0,0 0-1 0 0,0 0 1 0 0,1 0-1 0 0,-1 0 1 0 0,0 0-1 0 0,0 0 1 0 0,0 0-1 0 0,1 0 1 0 0,-1 1-1 0 0,10 4 983 0 0,6 11 67 0 0,-15-16-1083 0 0,18 25 480 0 0,0 1 0 0 0,-2 1 0 0 0,-1 1 0 0 0,24 57 0 0 0,8 12-176 0 0,69 89 122 0 0,-109-173-385 0 0,-8-13-43 0 0,1 0 0 0 0,-1 0 0 0 0,0 0 0 0 0,0 0 0 0 0,0 0 0 0 0,0 0 0 0 0,0 0 0 0 0,0 0 0 0 0,0 0 0 0 0,0 0 0 0 0,1 0 0 0 0,-1 0 1 0 0,0 0-1 0 0,0 0 0 0 0,0 0 0 0 0,0 0 0 0 0,0 0 0 0 0,0 0 0 0 0,0 0 0 0 0,1 0 0 0 0,-1 0 0 0 0,0 0 0 0 0,0 0 0 0 0,0 0 0 0 0,0 0 0 0 0,0 0 0 0 0,0 0 0 0 0,0 0 0 0 0,1 0 0 0 0,-1 0 0 0 0,0 0 0 0 0,0 0 0 0 0,0 0 0 0 0,0 0 1 0 0,0 0-1 0 0,0 0 0 0 0,0 0 0 0 0,0 0 0 0 0,0-1 0 0 0,0 1 0 0 0,0 0 0 0 0,1 0 0 0 0,-1 0 0 0 0,0 0 0 0 0,0 0 0 0 0,0 0 0 0 0,0 0 0 0 0,0 0 0 0 0,0-1 0 0 0,0 1 0 0 0,0 0 0 0 0,0 0 0 0 0,0 0 0 0 0,0 0 0 0 0,0 0 1 0 0,0 0-1 0 0,0 0 0 0 0,0-1 0 0 0,0 1 0 0 0,0 0 0 0 0,0 0 0 0 0,0 0 0 0 0,0 0 0 0 0,0 0 0 0 0,0 0 0 0 0,-1 0 0 0 0,1-1 0 0 0,2-17 317 0 0,-1-19 38 0 0,-7-505-350 0 0,10 492-1171 0 0,0 19-4756 0 0,0 12-822 0 0</inkml:trace>
</inkml:ink>
</file>

<file path=ppt/ink/ink3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1:02.1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0 110 4609 0 0,'3'-5'697'0'0,"0"0"1"0"0,0 1-1 0 0,1-1 1 0 0,-1 1-1 0 0,1 0 1 0 0,0 0-1 0 0,9-7 1 0 0,-10 8-229 0 0,7-6 467 0 0,1 1-1 0 0,0 0 0 0 0,0 1 1 0 0,21-11-1 0 0,-27 16-898 0 0,0-1 0 0 0,0 2 0 0 0,-1-1 0 0 0,1 0 0 0 0,0 1 0 0 0,0 0 0 0 0,1 0 0 0 0,-1 0 0 0 0,0 1 0 0 0,0-1-1 0 0,0 1 1 0 0,0 1 0 0 0,1-1 0 0 0,-1 1 0 0 0,6 1 0 0 0,-1 2-1088 0 0</inkml:trace>
</inkml:ink>
</file>

<file path=ppt/ink/ink3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1:02.4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1 207 2937 0 0,'34'-22'1600'0'0,"0"-1"1"0"0,40-37 0 0 0,-12 10-3164 0 0,6 10 876 0 0,-51 29 759 0 0</inkml:trace>
</inkml:ink>
</file>

<file path=ppt/ink/ink3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1:43.1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185 0 4145 0 0,'-14'2'12320'0'0,"11"-2"-12303"0"0,0 0 0 0 0,0 1 1 0 0,0-1-1 0 0,0 1 0 0 0,0 0 1 0 0,-1 0-1 0 0,1 0 0 0 0,1 0 1 0 0,-1 0-1 0 0,0 1 0 0 0,0 0 1 0 0,0-1-1 0 0,1 1 0 0 0,-1 0 1 0 0,-2 3-1 0 0,-13 7-43 0 0,-12 6 28 0 0,24-15 40 0 0,-1 0 0 0 0,1 1 0 0 0,0 0 0 0 0,0 0 0 0 0,0 0 0 0 0,1 0 0 0 0,0 1 0 0 0,0 0 0 0 0,0 0 0 0 0,0 1 0 0 0,-6 9 0 0 0,74-30 1724 0 0,-9 0-446 0 0,67-26 1 0 0,-108 38-779 0 0,-10 5-1695 0 0</inkml:trace>
</inkml:ink>
</file>

<file path=ppt/ink/ink3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1:55.7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51 5065 0 0,'-14'-20'2156'0'0,"12"17"-1728"0"0,0 0-1 0 0,0 1 1 0 0,1-1 0 0 0,-2 0-1 0 0,1 1 1 0 0,0-1 0 0 0,0 1-1 0 0,-1 0 1 0 0,0-1 0 0 0,-4-2-1 0 0,7 5-363 0 0,-1 0-1 0 0,1 1 0 0 0,-1-1 1 0 0,1 0-1 0 0,0 0 0 0 0,-1 0 1 0 0,1 1-1 0 0,0-1 0 0 0,-1 0 1 0 0,1 0-1 0 0,0 1 1 0 0,-1-1-1 0 0,1 0 0 0 0,0 1 1 0 0,0-1-1 0 0,-1 0 0 0 0,1 1 1 0 0,0-1-1 0 0,0 0 0 0 0,0 1 1 0 0,-1-1-1 0 0,1 1 0 0 0,0-1 1 0 0,0 0-1 0 0,0 1 1 0 0,0-1-1 0 0,0 1 0 0 0,0-1 1 0 0,0 0-1 0 0,0 1 0 0 0,0-1 1 0 0,0 1-1 0 0,0-1 0 0 0,0 1 1 0 0,0 0-1 0 0,0 18 816 0 0,0-19-849 0 0,7 52 1112 0 0,2-1-1 0 0,3 0 1 0 0,34 95-1 0 0,2 11 92 0 0,-21-51-790 0 0,25 214 1 0 0,-50-299-1674 0 0,9 40 0 0 0,-6-45-459 0 0</inkml:trace>
</inkml:ink>
</file>

<file path=ppt/ink/ink3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1:56.1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2 287 7370 0 0,'-2'-29'4702'0'0,"3"46"-3235"0"0,-1 8-717 0 0,0 51 924 0 0,10 84 0 0 0,-7-139-1595 0 0,0 0 1 0 0,1-1 0 0 0,1 1-1 0 0,2-1 1 0 0,0 0 0 0 0,0-1-1 0 0,2 1 1 0 0,0-2 0 0 0,13 20-1 0 0,-17-32-73 0 0,-1 0 0 0 0,1 0-1 0 0,1-1 1 0 0,-1 0 0 0 0,1 1-1 0 0,-1-2 1 0 0,1 1 0 0 0,1-1-1 0 0,-1 0 1 0 0,1 0 0 0 0,0 0 0 0 0,10 3-1 0 0,-13-6 9 0 0,1 1-1 0 0,0-1 0 0 0,-1-1 1 0 0,1 1-1 0 0,0-1 0 0 0,0 0 1 0 0,0 0-1 0 0,-1 0 1 0 0,1 0-1 0 0,0-1 0 0 0,0 0 1 0 0,-1 0-1 0 0,1 0 0 0 0,0-1 1 0 0,-1 1-1 0 0,1-1 1 0 0,-1 0-1 0 0,0-1 0 0 0,0 1 1 0 0,6-5-1 0 0,5-5 163 0 0,0-1 1 0 0,-1-1-1 0 0,0-1 0 0 0,-1 0 1 0 0,-1 0-1 0 0,-1-1 0 0 0,0-1 1 0 0,-1 0-1 0 0,-1 0 1 0 0,0-1-1 0 0,8-25 0 0 0,-7 15-42 0 0,-2-2 1 0 0,-1 1-1 0 0,-1-1 0 0 0,-1 0 0 0 0,-2 0 0 0 0,-1-51 0 0 0,-2 57-58 0 0,-2 1 0 0 0,-1-1 0 0 0,-1 0 0 0 0,0 1 0 0 0,-2 0-1 0 0,-11-27 1 0 0,14 42-107 0 0,-1-1-1 0 0,0 1 0 0 0,-1-1 0 0 0,0 1 1 0 0,0 1-1 0 0,-1-1 0 0 0,0 1 0 0 0,0 0 1 0 0,0 0-1 0 0,-1 1 0 0 0,0-1 0 0 0,-1 2 1 0 0,1-1-1 0 0,-1 1 0 0 0,0 0 1 0 0,-1 1-1 0 0,1 0 0 0 0,-14-5 0 0 0,-20-1-833 0 0,39 9 566 0 0,0 1 0 0 0,1 0 0 0 0,-1-1 1 0 0,1 2-1 0 0,-1-1 0 0 0,0 0 1 0 0,1 0-1 0 0,-1 1 0 0 0,0-1 0 0 0,1 1 1 0 0,-1 0-1 0 0,1 0 0 0 0,-1 0 1 0 0,-3 2-1 0 0</inkml:trace>
</inkml:ink>
</file>

<file path=ppt/ink/ink3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1:56.7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65 66 5065 0 0,'-2'-1'186'0'0,"1"0"-1"0"0,-1 0 1 0 0,1 0-1 0 0,-1 1 1 0 0,0-1 0 0 0,1 0-1 0 0,-1 1 1 0 0,0-1-1 0 0,0 1 1 0 0,1 0-1 0 0,-1 0 1 0 0,0-1 0 0 0,0 1-1 0 0,0 0 1 0 0,-2 1-1 0 0,3 0-11 0 0,0 0 0 0 0,0-1-1 0 0,0 1 1 0 0,0 1 0 0 0,0-1 0 0 0,0 0-1 0 0,0 0 1 0 0,0 0 0 0 0,0 0 0 0 0,0 1-1 0 0,1-1 1 0 0,-1 0 0 0 0,1 1-1 0 0,-1-1 1 0 0,1 0 0 0 0,-1 1 0 0 0,1-1-1 0 0,0 1 1 0 0,-1-1 0 0 0,1 2-1 0 0,-9 51 1075 0 0,3 1 0 0 0,1-1 0 0 0,5 89 0 0 0,0-137-1237 0 0,1 0 1 0 0,-1 1-1 0 0,1-1 0 0 0,0 0 0 0 0,1 0 0 0 0,-1 0 0 0 0,4 9 1 0 0,8-52-1331 0 0,-6 2 499 0 0,-2 0 1 0 0,2-44-1 0 0,6-42 1454 0 0,-10 107-276 0 0,0 0 0 0 0,1 0-1 0 0,0 0 1 0 0,1 1-1 0 0,0 0 1 0 0,10-16-1 0 0,-14 27-282 0 0,0 0 0 0 0,0 0 0 0 0,1 0 0 0 0,-1 0 0 0 0,1 0-1 0 0,-1 0 1 0 0,1 0 0 0 0,-1 1 0 0 0,1-1 0 0 0,0 1-1 0 0,0-1 1 0 0,0 1 0 0 0,0-1 0 0 0,0 1 0 0 0,0 0-1 0 0,0 0 1 0 0,1 0 0 0 0,-1 0 0 0 0,3 0 0 0 0,-3 1-4 0 0,0 0 0 0 0,0 0 1 0 0,0 0-1 0 0,1 1 0 0 0,-1-1 0 0 0,0 1 1 0 0,0-1-1 0 0,0 1 0 0 0,0 0 1 0 0,0 0-1 0 0,0 0 0 0 0,0 0 1 0 0,-1 0-1 0 0,1 0 0 0 0,0 0 0 0 0,0 1 1 0 0,1 1-1 0 0,5 5 136 0 0,0 1-1 0 0,-1 0 1 0 0,0 0 0 0 0,-1 0-1 0 0,0 1 1 0 0,7 15 0 0 0,1 4-19 0 0,32 63 202 0 0,-40-82-427 0 0,1 1 0 0 0,0-1 0 0 0,0 0 1 0 0,1-1-1 0 0,18 17 0 0 0,-23-24-90 0 0,-1 0-1 0 0,1 0 1 0 0,0 0-1 0 0,0 0 1 0 0,0-1-1 0 0,0 1 1 0 0,0-1-1 0 0,5 2 1 0 0,-6-3-361 0 0,-1 0 0 0 0,1 0 0 0 0,-1 0 0 0 0,1 0 0 0 0,-1 0 0 0 0,1 0 0 0 0,-1 0 0 0 0,1 0 0 0 0,-1 0 0 0 0,0-1 0 0 0,1 1 0 0 0,-1 0 0 0 0,3-2 0 0 0</inkml:trace>
</inkml:ink>
</file>

<file path=ppt/ink/ink3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1:57.4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1 405 2761 0 0,'5'-6'1455'0'0,"-1"1"0"0"0,0 0 0 0 0,0-1 0 0 0,5-10 0 0 0,13-33 1071 0 0,11-62-3458 0 0,-19 61 1561 0 0,-5 11-353 0 0,7-63 1 0 0,-11 89 31 0 0,-5 12-294 0 0,1 1-1 0 0,-1 0 0 0 0,0 0 0 0 0,0 0 1 0 0,0 0-1 0 0,0 0 0 0 0,1-1 1 0 0,-1 1-1 0 0,0 0 0 0 0,0 0 0 0 0,0 0 1 0 0,1 0-1 0 0,-1 0 0 0 0,0 0 1 0 0,0 0-1 0 0,0 0 0 0 0,1 0 0 0 0,-1 0 1 0 0,0 0-1 0 0,0 0 0 0 0,1 0 1 0 0,-1 0-1 0 0,0 0 0 0 0,0 0 0 0 0,0 0 1 0 0,1 0-1 0 0,-1 0 0 0 0,0 0 1 0 0,0 0-1 0 0,0 0 0 0 0,1 0 0 0 0,-1 1 1 0 0,0-1-1 0 0,0 0 0 0 0,0 0 1 0 0,0 0-1 0 0,1 0 0 0 0,-1 0 0 0 0,0 1 1 0 0,0-1-1 0 0,0 0 0 0 0,0 0 1 0 0,0 0-1 0 0,1 0 0 0 0,-1 1 0 0 0,0-1 1 0 0,0 0-1 0 0,0 0 0 0 0,0 0 1 0 0,0 1-1 0 0,0-1 0 0 0,0 0 0 0 0,0 1 578 0 0,1 5-298 0 0,26 205 2847 0 0,-16-105-2542 0 0,31 134 0 0 0,-22-186-1585 0 0,-9-30-26 0 0</inkml:trace>
</inkml:ink>
</file>

<file path=ppt/ink/ink3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1:57.8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 16 10138 0 0,'-13'-16'4242'0'0,"11"27"511"0"0,1 4-5683 0 0,-10 286 3457 0 0,9-151-2317 0 0,1 97-17 0 0,3-188-1091 0 0,3-1 0 0 0,16 70 0 0 0,-14-110-222 0 0,-3-10-445 0 0</inkml:trace>
</inkml:ink>
</file>

<file path=ppt/ink/ink3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1:58.2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1 252 2761 0 0,'0'-25'904'0'0,"0"-1"0"0"0,2 1 0 0 0,1-1 0 0 0,1 1 1 0 0,1 0-1 0 0,1 0 0 0 0,10-24 0 0 0,-16 47-784 0 0,1 1 1 0 0,-1 0-1 0 0,1-1 0 0 0,-1 1 0 0 0,1 0 1 0 0,0 0-1 0 0,-1-1 0 0 0,1 1 0 0 0,0 0 0 0 0,0 0 1 0 0,0 0-1 0 0,0 0 0 0 0,0 0 0 0 0,0 0 1 0 0,0 0-1 0 0,0 0 0 0 0,0 0 0 0 0,1 1 0 0 0,-1-1 1 0 0,0 0-1 0 0,0 1 0 0 0,1-1 0 0 0,-1 1 1 0 0,0-1-1 0 0,1 1 0 0 0,-1 0 0 0 0,1 0 1 0 0,-1-1-1 0 0,0 1 0 0 0,1 0 0 0 0,-1 0 0 0 0,1 0 1 0 0,-1 1-1 0 0,1-1 0 0 0,-1 0 0 0 0,0 1 1 0 0,1-1-1 0 0,-1 0 0 0 0,0 1 0 0 0,1-1 1 0 0,-1 1-1 0 0,0 0 0 0 0,0 0 0 0 0,1-1 0 0 0,-1 1 1 0 0,0 0-1 0 0,0 0 0 0 0,0 0 0 0 0,1 2 1 0 0,9 7 485 0 0,-1 0 0 0 0,0 1 1 0 0,-1 0-1 0 0,8 13 0 0 0,-7-10-280 0 0,20 28-502 0 0,-2 1 0 0 0,-2 2 1 0 0,33 78-1 0 0,-50-100-1152 0 0</inkml:trace>
</inkml:ink>
</file>

<file path=ppt/ink/ink3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1:58.5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1 157 8754 0 0,'0'0'793'0'0,"22"-19"798"0"0,39-37-393 0 0,-46 40-1590 0 0,1 2-1 0 0,0 0 1 0 0,24-16-1 0 0,-29 23 373 0 0</inkml:trace>
</inkml:ink>
</file>

<file path=ppt/ink/ink3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1:59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1376 0 0,'6'12'4840'0'0,"1"25"-3105"0"0,-6-28-1204 0 0,30 138 3290 0 0,-5-50-7864 0 0,-20-79 488 0 0</inkml:trace>
</inkml:ink>
</file>

<file path=ppt/ink/ink3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00.8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 1 456 0 0,'-21'5'10296'0'0,"19"0"-9942"0"0,0-1-548 0 0,-7 18 878 0 0,5-3-4144 0 0</inkml:trace>
</inkml:ink>
</file>

<file path=ppt/ink/ink3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01.2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47 3225 0 0,'-10'-16'155'0'0,"8"12"385"0"0,0 1 0 0 0,0 0 1 0 0,0 0-1 0 0,0 0 0 0 0,0 0 0 0 0,-1 0 0 0 0,0 0 1 0 0,-3-2-1 0 0,21 40 4319 0 0,36 73-2458 0 0,59 184 0 0 0,-28-63-3046 0 0,-55-174-900 0 0,-26-52 1248 0 0,1 0-1 0 0,0-1 0 0 0,0 1 1 0 0,0-1-1 0 0,0 1 0 0 0,0-1 1 0 0,0 0-1 0 0,0 0 0 0 0,1 0 1 0 0,0 0-1 0 0,-1 0 0 0 0,1 0 1 0 0,0-1-1 0 0,-1 0 0 0 0,1 1 1 0 0,6 1-1 0 0</inkml:trace>
</inkml:ink>
</file>

<file path=ppt/ink/ink3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01.5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0 121 1840 0 0,'2'-10'689'0'0,"1"1"0"0"0,0 0 0 0 0,0 0 0 0 0,1 0-1 0 0,0 1 1 0 0,0-1 0 0 0,1 1 0 0 0,0 0 0 0 0,11-13 0 0 0,-15 19-496 0 0,0 0 0 0 0,1 1 0 0 0,-1-1 1 0 0,1 0-1 0 0,0 1 0 0 0,0-1 1 0 0,-1 1-1 0 0,1-1 0 0 0,0 1 0 0 0,0 0 1 0 0,0 0-1 0 0,4-2 0 0 0,-6 3-147 0 0,1 0 0 0 0,0 0 0 0 0,0 0 0 0 0,-1 1 0 0 0,1-1 0 0 0,0 0 0 0 0,-1 0 0 0 0,1 0-1 0 0,0 1 1 0 0,0-1 0 0 0,-1 0 0 0 0,1 1 0 0 0,-1-1 0 0 0,1 0 0 0 0,0 1 0 0 0,-1-1 0 0 0,1 1 0 0 0,-1-1 0 0 0,1 1-1 0 0,-1 0 1 0 0,1-1 0 0 0,-1 1 0 0 0,1-1 0 0 0,-1 1 0 0 0,0 0 0 0 0,1-1 0 0 0,-1 1 0 0 0,0 0 0 0 0,0-1-1 0 0,1 1 1 0 0,-1 0 0 0 0,0 0 0 0 0,0-1 0 0 0,0 1 0 0 0,0 0 0 0 0,0 0 0 0 0,0-1 0 0 0,0 1 0 0 0,0 1-1 0 0,5 42 227 0 0,-2-19-12 0 0,0-1 0 0 0,2 0-1 0 0,11 38 1 0 0,-14-56-103 0 0,0-1 0 0 0,1 1 0 0 0,-1-1 1 0 0,1 0-1 0 0,0 0 0 0 0,0 0 0 0 0,1 0 0 0 0,-1 0 0 0 0,1-1 0 0 0,0 0 0 0 0,1 0 1 0 0,-1 0-1 0 0,1 0 0 0 0,-1 0 0 0 0,1-1 0 0 0,0 0 0 0 0,0 0 0 0 0,1-1 1 0 0,-1 1-1 0 0,8 1 0 0 0,-8-3-118 0 0,-1 0 0 0 0,1 0 0 0 0,0-1 0 0 0,0 0 0 0 0,0 0 0 0 0,0-1 0 0 0,0 1 0 0 0,0-1 0 0 0,-1 0 0 0 0,1 0 0 0 0,0 0 0 0 0,-1-1 0 0 0,1 0 0 0 0,-1 0 0 0 0,1 0 0 0 0,-1 0 0 0 0,0-1 0 0 0,0 0 0 0 0,5-3 0 0 0,21-12-2194 0 0</inkml:trace>
</inkml:ink>
</file>

<file path=ppt/ink/ink3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11.4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205 46 920 0 0,'0'0'67'0'0,"2"-2"105"0"0,1 1-1 0 0,-1 0 1 0 0,0 0 0 0 0,0-1-1 0 0,0 0 1 0 0,-1 1 0 0 0,1-1-1 0 0,0 0 1 0 0,0 0 0 0 0,-1 0 0 0 0,0 0-1 0 0,3-4 1 0 0,4-4 878 0 0,-7 8-535 0 0,16-6 6604 0 0,-17 9-7035 0 0,-5 0 76 0 0,-39 11 478 0 0,-76 32 0 0 0,117-42-513 0 0,-1 0 0 0 0,0 0-1 0 0,-1 0 1 0 0,1-1 0 0 0,0 0 0 0 0,0 0 0 0 0,-1 0 0 0 0,1 0 0 0 0,0 0 0 0 0,-1-1-1 0 0,1 0 1 0 0,-1 0 0 0 0,1 0 0 0 0,0 0 0 0 0,-1-1 0 0 0,1 0 0 0 0,0 0-1 0 0,-7-2 1 0 0,16 1-2086 0 0</inkml:trace>
</inkml:ink>
</file>

<file path=ppt/ink/ink3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02.5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30 5985 0 0,'-4'-30'8403'0'0,"7"43"-6219"0"0,99 299 2554 0 0,-14-46-4257 0 0,-53-137-425 0 0,52 150-5 0 0,-76-256-30 0 0,-7-18-251 0 0,-1 1-1 0 0,-1 0 1 0 0,1-1 0 0 0,-1 1-1 0 0,0 0 1 0 0,0 1 0 0 0,1 5-1 0 0,-9-30-7188 0 0,-8-30 263 0 0,-2 0 4791 0 0,-13-37 2294 0 0,6 7 119 0 0,-51-112 0 0 0,53 144-48 0 0</inkml:trace>
</inkml:ink>
</file>

<file path=ppt/ink/ink3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02.9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18 230 3225 0 0,'-2'-4'224'0'0,"-1"0"0"0"0,1-1 1 0 0,0 1-1 0 0,1-1 0 0 0,-1 1 1 0 0,1-1-1 0 0,-1 1 0 0 0,2-1 1 0 0,-1 0-1 0 0,0 0 1 0 0,1 0-1 0 0,0 1 0 0 0,0-1 1 0 0,0 0-1 0 0,1 0 0 0 0,-1 1 1 0 0,1-1-1 0 0,0 0 0 0 0,1 0 1 0 0,-1 1-1 0 0,1-1 0 0 0,0 1 1 0 0,5-8-1 0 0,-3 3 127 0 0,1 0 1 0 0,0 1-1 0 0,0 0 1 0 0,1 0-1 0 0,0 0 1 0 0,1 1-1 0 0,-1 0 1 0 0,1 0-1 0 0,1 1 1 0 0,-1 0-1 0 0,10-6 1 0 0,-10 9-211 0 0,-1 0-1 0 0,0 1 1 0 0,0 0 0 0 0,1 0 0 0 0,-1 1-1 0 0,1-1 1 0 0,0 1 0 0 0,-1 1 0 0 0,1-1-1 0 0,0 1 1 0 0,0 0 0 0 0,-1 1 0 0 0,1 0 0 0 0,0 0-1 0 0,-1 0 1 0 0,1 1 0 0 0,-1 0 0 0 0,1 0-1 0 0,-1 0 1 0 0,0 1 0 0 0,0 0 0 0 0,10 7-1 0 0,-6-4-58 0 0,-1 1-1 0 0,0 0 1 0 0,0 1-1 0 0,-1-1 1 0 0,0 2-1 0 0,0-1 1 0 0,-1 1-1 0 0,0 0 1 0 0,-1 1-1 0 0,0-1 1 0 0,0 1-1 0 0,6 18 1 0 0,-6-12-35 0 0,-2 0 0 0 0,0 0 0 0 0,-1 1 0 0 0,0 0 0 0 0,-2 0 0 0 0,0 0 0 0 0,0 0 0 0 0,-2 0 0 0 0,0-1 0 0 0,-1 1 0 0 0,-1 0 0 0 0,0 0 1 0 0,-1-1-1 0 0,-1 0 0 0 0,-1 0 0 0 0,-10 21 0 0 0,16-37-9 0 0,0 1 0 0 0,-1-1 0 0 0,1 0 0 0 0,0 1 0 0 0,0-1 0 0 0,-1 1 0 0 0,1-1 0 0 0,0 0 0 0 0,0 1 0 0 0,0-1 0 0 0,-1 1 0 0 0,1-1 0 0 0,0 1 0 0 0,0-1 0 0 0,0 1 0 0 0,0-1 0 0 0,0 0 0 0 0,0 1 0 0 0,0-1 0 0 0,0 1 0 0 0,0-1 0 0 0,0 1-1 0 0,1-1 1 0 0,-1 1 0 0 0,0-1 0 0 0,0 0 0 0 0,0 1 0 0 0,0-1 0 0 0,1 1 0 0 0,-1-1 0 0 0,0 0 0 0 0,0 1 0 0 0,1-1 0 0 0,-1 0 0 0 0,0 1 0 0 0,1-1 0 0 0,-1 0 0 0 0,0 1 0 0 0,1-1 0 0 0,-1 0 0 0 0,0 0 0 0 0,1 1 0 0 0,21 1 1671 0 0,-9-1-1845 0 0,3 2 128 0 0,1 1-1 0 0,-1 1 1 0 0,0 0 0 0 0,0 1 0 0 0,0 1-1 0 0,-1 0 1 0 0,0 1 0 0 0,-1 1-1 0 0,19 14 1 0 0,-19-11-698 0 0,0 0 0 0 0,-1 1 0 0 0,0 0 0 0 0,18 27 0 0 0,-1-3-2697 0 0,-17-22 1660 0 0</inkml:trace>
</inkml:ink>
</file>

<file path=ppt/ink/ink3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03.3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45 106 3225 0 0,'-16'-35'1166'0'0,"-5"-17"4996"0"0,14 34-4323 0 0,29 83 144 0 0,-14-40-848 0 0,0 1 1 0 0,2-1 0 0 0,1 0-1 0 0,1-1 1 0 0,19 29 0 0 0,2-8-1346 0 0,-8-10-596 0 0,50 54 0 0 0,-62-81-1449 0 0</inkml:trace>
</inkml:ink>
</file>

<file path=ppt/ink/ink3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03.6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72 341 6449 0 0,'-3'1'103'0'0,"0"-1"0"0"0,0 0 0 0 0,0 0 0 0 0,0 0 0 0 0,-1 0 0 0 0,1 0 0 0 0,0-1 0 0 0,0 1 0 0 0,0-1 0 0 0,0 0 0 0 0,0 0 0 0 0,0 0 0 0 0,0 0 0 0 0,0 0-1 0 0,0-1 1 0 0,-3-2 0 0 0,4 2 51 0 0,0 1-1 0 0,1-1 1 0 0,0 0-1 0 0,-1 0 1 0 0,1 0-1 0 0,0 0 1 0 0,0 0-1 0 0,0 0 1 0 0,0 0-1 0 0,0-1 0 0 0,0 1 1 0 0,1 0-1 0 0,-1 0 1 0 0,1-1-1 0 0,0 1 1 0 0,0 0-1 0 0,0-1 1 0 0,0 1-1 0 0,0 0 1 0 0,0-1-1 0 0,0 1 1 0 0,1 0-1 0 0,0-4 1 0 0,2-5 100 0 0,1 0 1 0 0,0 0 0 0 0,0 1 0 0 0,1 0-1 0 0,0-1 1 0 0,1 1 0 0 0,1 1 0 0 0,-1-1-1 0 0,1 1 1 0 0,12-11 0 0 0,14-13-873 0 0,46-35 0 0 0,-41 37-1618 0 0,-15 11-1984 0 0</inkml:trace>
</inkml:ink>
</file>

<file path=ppt/ink/ink3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04.0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28 1840 0 0,'-7'22'6838'0'0,"10"-26"-7593"0"0,0 1 538 0 0,0-1 111 0 0,0 0-1 0 0,1 0 1 0 0,-1 0 0 0 0,1 1-1 0 0,-1 0 1 0 0,1 0-1 0 0,0 0 1 0 0,0 0-1 0 0,1 1 1 0 0,-1-1 0 0 0,0 1-1 0 0,9-3 1 0 0,-13 5 94 0 0,1 1 0 0 0,-1-1 0 0 0,0 1 1 0 0,1-1-1 0 0,-1 0 0 0 0,0 1 0 0 0,0-1 0 0 0,0 1 1 0 0,1-1-1 0 0,-1 0 0 0 0,0 1 0 0 0,0-1 0 0 0,0 1 1 0 0,0-1-1 0 0,0 1 0 0 0,0-1 0 0 0,0 1 0 0 0,0-1 1 0 0,0 1-1 0 0,0-1 0 0 0,0 1 0 0 0,0-1 0 0 0,0 1 1 0 0,0-1-1 0 0,0 1 0 0 0,0-1 0 0 0,-1 0 0 0 0,1 1 1 0 0,0-1-1 0 0,0 1 0 0 0,-1 0 0 0 0,-5 17-128 0 0,5-17 128 0 0,-5 13-92 0 0</inkml:trace>
  <inkml:trace contextRef="#ctx0" brushRef="#br0" timeOffset="1">29 161 3249 0 0,'0'3'-92'0'0,"-2"24"847"0"0,9-21 407 0 0,10-11 239 0 0,8-9-1061 0 0,-1-2 1 0 0,44-37 0 0 0,-6 5-164 0 0,-44 35-177 0 0</inkml:trace>
</inkml:ink>
</file>

<file path=ppt/ink/ink3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13.4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38 1840 0 0,'-18'-3'8131'0'0,"25"-1"-7711"0"0,0-1 0 0 0,0 1 0 0 0,1 1-1 0 0,-1-1 1 0 0,1 1 0 0 0,-1 0-1 0 0,1 1 1 0 0,0 0 0 0 0,0 0 0 0 0,0 1-1 0 0,0 0 1 0 0,1 0 0 0 0,11 1-1 0 0,-12 1-350 0 0,-1 0-1 0 0,0 1 1 0 0,1-1-1 0 0,-1 1 1 0 0,0 1-1 0 0,0-1 1 0 0,0 1 0 0 0,0 1-1 0 0,-1-1 1 0 0,1 1-1 0 0,-1 0 1 0 0,0 1-1 0 0,0-1 1 0 0,0 1-1 0 0,7 9 1 0 0,-5-6-36 0 0,-1 1 0 0 0,-1-1 0 0 0,0 2 0 0 0,0-1 0 0 0,0 1 1 0 0,-1-1-1 0 0,-1 2 0 0 0,0-1 0 0 0,0 0 0 0 0,-1 1 0 0 0,0 0 1 0 0,1 16-1 0 0,-3-20 7 0 0,0-1 1 0 0,-1 1 0 0 0,0 0-1 0 0,-1 0 1 0 0,0 0-1 0 0,0-1 1 0 0,0 1 0 0 0,-1-1-1 0 0,1 1 1 0 0,-2-1-1 0 0,1 1 1 0 0,-1-1 0 0 0,0 0-1 0 0,0 0 1 0 0,-1 0-1 0 0,1-1 1 0 0,-1 1 0 0 0,-1-1-1 0 0,1 0 1 0 0,-1 0-1 0 0,-8 7 1 0 0,18-17 402 0 0,5-5-148 0 0,0 0 0 0 0,1 1 1 0 0,21-15-1 0 0,-27 21-284 0 0,0 0-1 0 0,1 0 0 0 0,0 1 1 0 0,-1 0-1 0 0,1 0 1 0 0,0 0-1 0 0,0 1 0 0 0,0-1 1 0 0,0 1-1 0 0,0 1 1 0 0,0-1-1 0 0,0 1 0 0 0,1 0 1 0 0,-1 1-1 0 0,0-1 1 0 0,0 1-1 0 0,0 1 0 0 0,0-1 1 0 0,0 1-1 0 0,0 0 1 0 0,-1 0-1 0 0,1 0 0 0 0,-1 1 1 0 0,1 0-1 0 0,-1 0 1 0 0,0 1-1 0 0,0-1 0 0 0,0 1 1 0 0,-1 0-1 0 0,1 0 1 0 0,-1 1-1 0 0,0 0 1 0 0,0-1-1 0 0,0 1 0 0 0,-1 0 1 0 0,0 1-1 0 0,0-1 1 0 0,0 1-1 0 0,3 10 0 0 0,-4-10 3 0 0,0 0 1 0 0,-1 0-1 0 0,0 0 0 0 0,0 0 0 0 0,0 0 0 0 0,-1 0 0 0 0,0 0 1 0 0,0 0-1 0 0,-1 1 0 0 0,0-1 0 0 0,0 0 0 0 0,-2 7 0 0 0,0-3 41 0 0,-1 0-1 0 0,0-1 0 0 0,0 1 1 0 0,-1-1-1 0 0,-1 0 0 0 0,-10 15 1 0 0,4-11 3 0 0,1 0 1 0 0,-1-1 0 0 0,-1 0-1 0 0,0 0 1 0 0,-1-2-1 0 0,0 0 1 0 0,-1 0 0 0 0,-23 10-1 0 0,33-18-189 0 0,0 0-1 0 0,0-1 0 0 0,0 0 1 0 0,0 0-1 0 0,-1 0 0 0 0,1-1 1 0 0,-9 1-1 0 0,-25 3-8413 0 0</inkml:trace>
</inkml:ink>
</file>

<file path=ppt/ink/ink3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14.5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152 528 456 0 0,'-8'-1'677'0'0,"-1"1"-1"0"0,1-1 1 0 0,-1 2 0 0 0,1-1-1 0 0,0 1 1 0 0,-1 0 0 0 0,1 1-1 0 0,0-1 1 0 0,0 2-1 0 0,-12 4 1 0 0,-8 1 2325 0 0,18-5-2361 0 0,-1 0 2467 0 0,16-11-522 0 0,0 6-2332 0 0,39-16 595 0 0,1 3-1 0 0,87-18 0 0 0,39-12-176 0 0,600-242 202 0 0,-661 240-810 0 0,-50 20-110 0 0,121-36 0 0 0,-136 54 15 0 0,-42 9-273 0 0,0-1-1 0 0,1 1 1 0 0,-1 0 0 0 0,0 0-1 0 0,0 0 1 0 0,0 0 0 0 0,0 1 0 0 0,0-1-1 0 0,1 1 1 0 0,-1 0 0 0 0,0 0 0 0 0,3 1-1 0 0</inkml:trace>
</inkml:ink>
</file>

<file path=ppt/ink/ink3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15.3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16 5529 0 0,'8'-15'8174'0'0,"-8"15"-8085"0"0,10 47 797 0 0,-1 0 0 0 0,-3 1 0 0 0,1 94 0 0 0,3 27-551 0 0,-6-140-420 0 0,0 0 0 0 0,2-1-1 0 0,16 48 1 0 0,-2-24-1067 0 0,-9-28 65 0 0</inkml:trace>
</inkml:ink>
</file>

<file path=ppt/ink/ink3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15.6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60 4609 0 0,'-1'0'120'0'0,"0"1"0"0"0,-1-1 1 0 0,1 1-1 0 0,0 0 0 0 0,0 0 0 0 0,0 0 1 0 0,0 0-1 0 0,0 0 0 0 0,0 0 0 0 0,0 0 1 0 0,1 0-1 0 0,-1 0 0 0 0,0 0 0 0 0,1 0 0 0 0,-1 0 1 0 0,0 1-1 0 0,1-1 0 0 0,-1 0 0 0 0,1 0 1 0 0,0 1-1 0 0,-1-1 0 0 0,1 0 0 0 0,0 1 1 0 0,0-1-1 0 0,0 1 0 0 0,0 1 0 0 0,2 46 865 0 0,0-34-759 0 0,16 151 1445 0 0,-13-139-1364 0 0,1-1-1 0 0,1 1 0 0 0,1-2 1 0 0,14 29-1 0 0,-17-45-61 0 0,-1-1-1 0 0,2 0 1 0 0,-1 0-1 0 0,1 0 1 0 0,1 0-1 0 0,-1-1 1 0 0,1 0-1 0 0,0-1 1 0 0,11 8-1 0 0,-16-12-175 0 0,0-1 0 0 0,0 1 0 0 0,1-1 0 0 0,-1 1 0 0 0,0-1 0 0 0,1 0 0 0 0,-1 0 0 0 0,0 0 0 0 0,1 0 0 0 0,-1-1 0 0 0,1 1 0 0 0,0-1 0 0 0,-1 1 0 0 0,1-1 0 0 0,-1 0 0 0 0,1 0 0 0 0,0 0 0 0 0,-1 0 0 0 0,1 0 0 0 0,-1-1-1 0 0,1 1 1 0 0,0-1 0 0 0,-1 0 0 0 0,1 0 0 0 0,-1 0 0 0 0,0 0 0 0 0,1 0 0 0 0,-1 0 0 0 0,0-1 0 0 0,0 1 0 0 0,0-1 0 0 0,0 1 0 0 0,0-1 0 0 0,0 0 0 0 0,0 0 0 0 0,0 0 0 0 0,-1 0 0 0 0,3-3 0 0 0,4-8 59 0 0,-1 0 0 0 0,-1-1 0 0 0,0 1 0 0 0,0-1 0 0 0,-2 0 0 0 0,0 0 0 0 0,0-1 0 0 0,2-26 1 0 0,-3 17 16 0 0,-2 0 1 0 0,-1 0-1 0 0,-1 0 1 0 0,-6-41-1 0 0,6 60-157 0 0,-4-23 195 0 0,-1 1 1 0 0,-1 0-1 0 0,-12-28 0 0 0,17 49-281 0 0,0 0 0 0 0,-1 1 0 0 0,0-1 0 0 0,0 1 0 0 0,0-1 0 0 0,-1 1 0 0 0,1 0 0 0 0,-1 0 0 0 0,-1 1 0 0 0,1-1 0 0 0,-1 1 0 0 0,1 0 0 0 0,-1 0 0 0 0,-1 0 0 0 0,1 1 0 0 0,0 0 0 0 0,-1 0 0 0 0,0 0 0 0 0,-11-3 0 0 0,3 4-1933 0 0</inkml:trace>
</inkml:ink>
</file>

<file path=ppt/ink/ink3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16.0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47 74 3225 0 0,'-8'-23'358'0'0,"-10"-27"5634"0"0,13 61-2245 0 0,1 8-2698 0 0,-7 167 2383 0 0,11-97-3190 0 0,13 104 0 0 0,1-119-1913 0 0,-6-43-2898 0 0,1-9-629 0 0</inkml:trace>
</inkml:ink>
</file>

<file path=ppt/ink/ink3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16.4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5 344 920 0 0,'-4'-50'665'0'0,"4"44"-41"0"0,0-1 1 0 0,1 1-1 0 0,0-1 0 0 0,0 1 1 0 0,1-1-1 0 0,0 1 0 0 0,0 0 1 0 0,1 0-1 0 0,4-8 0 0 0,-7 13-528 0 0,0 0-1 0 0,1 1 0 0 0,-1-1 1 0 0,0 0-1 0 0,1 1 0 0 0,-1-1 0 0 0,1 1 1 0 0,-1-1-1 0 0,1 1 0 0 0,0-1 1 0 0,-1 1-1 0 0,1-1 0 0 0,-1 1 1 0 0,1-1-1 0 0,0 1 0 0 0,-1 0 0 0 0,1-1 1 0 0,0 1-1 0 0,0 0 0 0 0,-1 0 1 0 0,1 0-1 0 0,0 0 0 0 0,-1-1 1 0 0,1 1-1 0 0,0 0 0 0 0,0 0 0 0 0,-1 0 1 0 0,1 0-1 0 0,0 1 0 0 0,0-1 1 0 0,-1 0-1 0 0,1 0 0 0 0,0 0 1 0 0,0 1-1 0 0,-1-1 0 0 0,1 0 0 0 0,0 1 1 0 0,-1-1-1 0 0,1 0 0 0 0,0 1 1 0 0,-1-1-1 0 0,1 1 0 0 0,-1-1 1 0 0,1 1-1 0 0,-1-1 0 0 0,1 1 0 0 0,-1 0 1 0 0,1-1-1 0 0,-1 1 0 0 0,1 0 1 0 0,26 37 2191 0 0,-24-33-1944 0 0,12 22 44 0 0,-6-9 160 0 0,2-1-1 0 0,18 24 1 0 0,-27-38-495 0 0,1 0 1 0 0,-1 0-1 0 0,1 0 0 0 0,0 0 1 0 0,0-1-1 0 0,1 1 0 0 0,-1-1 1 0 0,0 1-1 0 0,1-1 0 0 0,0 0 0 0 0,-1-1 1 0 0,1 1-1 0 0,0-1 0 0 0,0 1 1 0 0,0-1-1 0 0,0 0 0 0 0,0-1 1 0 0,4 1-1 0 0,-4-1-63 0 0,-1-1 0 0 0,0 0 0 0 0,1 1 0 0 0,-1-2 0 0 0,0 1 0 0 0,0 0 0 0 0,0-1-1 0 0,0 1 1 0 0,0-1 0 0 0,0 0 0 0 0,0 0 0 0 0,0 0 0 0 0,-1 0 0 0 0,1-1 0 0 0,-1 1 0 0 0,1-1 0 0 0,-1 1 0 0 0,2-4 0 0 0,3-4-43 0 0,-1 1 0 0 0,0-1 0 0 0,0 0 0 0 0,4-12 0 0 0,26-89-348 0 0,-29 83 566 0 0,2 0-1 0 0,0 0 1 0 0,2 1-1 0 0,16-29 1 0 0,-26 54-112 0 0,1 0 0 0 0,-1 0 1 0 0,0-1-1 0 0,1 1 0 0 0,-1 0 0 0 0,1 0 1 0 0,0 1-1 0 0,0-1 0 0 0,0 0 0 0 0,0 0 1 0 0,0 1-1 0 0,0-1 0 0 0,0 1 0 0 0,0 0 1 0 0,1 0-1 0 0,-1 0 0 0 0,5-2 0 0 0,-5 3-8 0 0,-1 0-1 0 0,1 1 0 0 0,0-1 0 0 0,0 0 1 0 0,0 0-1 0 0,-1 1 0 0 0,1-1 0 0 0,0 1 1 0 0,-1 0-1 0 0,1-1 0 0 0,0 1 0 0 0,-1 0 0 0 0,1 0 1 0 0,-1 0-1 0 0,1 0 0 0 0,-1 0 0 0 0,0 1 1 0 0,1-1-1 0 0,-1 0 0 0 0,0 1 0 0 0,0-1 0 0 0,0 1 1 0 0,0-1-1 0 0,0 1 0 0 0,1 2 0 0 0,34 56 448 0 0,-16-25-605 0 0,1-1 0 0 0,42 49 1 0 0,-42-59-761 0 0,1-1-258 0 0</inkml:trace>
</inkml:ink>
</file>

<file path=ppt/ink/ink3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18.2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50 8754 0 0,'7'-1'340'0'0,"-1"-1"0"0"0,0 0 1 0 0,0-1-1 0 0,0 0 0 0 0,0 0 0 0 0,6-4 1 0 0,-7 3-774 0 0,1 1 0 0 0,-1-1 0 0 0,1 1 1 0 0,0 1-1 0 0,0-1 0 0 0,0 1 0 0 0,0 0 0 0 0,0 0 0 0 0,0 1 1 0 0,1 0-1 0 0,-1 0 0 0 0,0 0 0 0 0,1 1 0 0 0,9 1 1 0 0,-7 0-1579 0 0</inkml:trace>
</inkml:ink>
</file>

<file path=ppt/ink/ink3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18.6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1 155 10594 0 0,'8'-7'109'0'0,"0"1"0"0"0,0 0 0 0 0,1 1 0 0 0,0 0 0 0 0,0 0 0 0 0,1 1 0 0 0,14-5 0 0 0,20-9 90 0 0,99-39-3014 0 0,-69 30 1799 0 0,-58 21 1016 0 0</inkml:trace>
</inkml:ink>
</file>

<file path=ppt/ink/ink3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26.1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45 181 3545 0 0,'-1'-2'102'0'0,"-1"1"0"0"0,1-1 0 0 0,-1 0 0 0 0,0 1 1 0 0,1-1-1 0 0,-1 1 0 0 0,0-1 0 0 0,0 1 0 0 0,0 0 0 0 0,0 0 1 0 0,0 0-1 0 0,-2-1 0 0 0,-15-12 2267 0 0,19 14-2289 0 0,0-1 1 0 0,0 0 0 0 0,0 0 0 0 0,0 0 0 0 0,0 0 0 0 0,0 0 0 0 0,0 0-1 0 0,0 1 1 0 0,0-1 0 0 0,0 0 0 0 0,0 0 0 0 0,1 0 0 0 0,-1 0-1 0 0,0 0 1 0 0,0 1 0 0 0,1-1 0 0 0,-1 0 0 0 0,1 0 0 0 0,-1 1-1 0 0,1-1 1 0 0,-1 0 0 0 0,1 1 0 0 0,-1-1 0 0 0,1 0 0 0 0,0 1 0 0 0,-1-1-1 0 0,1 1 1 0 0,1-1 0 0 0,3-4 253 0 0,0 1 0 0 0,1 1 1 0 0,-1-1-1 0 0,1 1 0 0 0,0 0 0 0 0,7-2 1 0 0,2-2-418 0 0,107-47 2403 0 0,-115 50-2203 0 0,53-22 789 0 0,-56 24-824 0 0,0 1 0 0 0,-1 0 0 0 0,1 0 0 0 0,0 0 0 0 0,1 1 0 0 0,-1-1 0 0 0,0 1 0 0 0,0 0 0 0 0,0 0 0 0 0,0 0 0 0 0,0 1 0 0 0,8 1-1 0 0,-10-1-68 0 0,-1 0 0 0 0,1 0 0 0 0,-1 1-1 0 0,0-1 1 0 0,0 1 0 0 0,1-1-1 0 0,-1 1 1 0 0,0-1 0 0 0,0 1-1 0 0,0-1 1 0 0,0 1 0 0 0,-1 0-1 0 0,1 0 1 0 0,0-1 0 0 0,-1 1-1 0 0,1 0 1 0 0,-1 0 0 0 0,0 0 0 0 0,1 0-1 0 0,-1 0 1 0 0,0-1 0 0 0,0 1-1 0 0,0 0 1 0 0,-1 4 0 0 0,-6 48-102 0 0,-13 24 94 0 0,10-41 13 0 0,2 0 0 0 0,-4 43 1 0 0,12-78-22 0 0,0 0 0 0 0,-1 0 0 0 0,2 0 0 0 0,-1 1 0 0 0,0-1 0 0 0,0 0 0 0 0,1 0 0 0 0,-1 0 0 0 0,1 0 0 0 0,0 2 0 0 0,-1-3 0 0 0,1-1-1 0 0,-1 1 1 0 0,1 0-1 0 0,-1-1 1 0 0,0 1-1 0 0,1-1 1 0 0,-1 1 0 0 0,1-1-1 0 0,0 1 1 0 0,-1-1-1 0 0,1 1 1 0 0,-1-1-1 0 0,1 0 1 0 0,0 1-1 0 0,-1-1 1 0 0,1 0-1 0 0,0 1 1 0 0,-1-1-1 0 0,1 0 1 0 0,1 0 0 0 0,1 0-8 0 0,0 0 1 0 0,0 0 0 0 0,1-1 0 0 0,-1 1-1 0 0,0-1 1 0 0,0 0 0 0 0,0 0-1 0 0,0 0 1 0 0,0 0 0 0 0,0-1 0 0 0,4-2-1 0 0,2 0 11 0 0,0 0-1 0 0,0 0 0 0 0,1 0 0 0 0,-1 2 0 0 0,1-1 0 0 0,0 1 0 0 0,0 0 1 0 0,0 1-1 0 0,0 0 0 0 0,0 1 0 0 0,0 0 0 0 0,0 1 0 0 0,0 0 0 0 0,16 3 0 0 0,-21-2 1 0 0,1-1 1 0 0,-1 1-1 0 0,0 0 0 0 0,0 0 0 0 0,-1 0 0 0 0,1 1 0 0 0,0 0 0 0 0,-1 0 0 0 0,0 0 0 0 0,1 1 0 0 0,-1-1 0 0 0,-1 1 0 0 0,1 0 0 0 0,0 0 0 0 0,-1 0 0 0 0,0 0 0 0 0,0 1 0 0 0,0-1 0 0 0,-1 1 0 0 0,1 0 0 0 0,-1 0 0 0 0,0 0 0 0 0,-1 0 0 0 0,1 0 0 0 0,-1 0 0 0 0,0 1 0 0 0,0-1 0 0 0,0 10 0 0 0,-1-3 26 0 0,-1-1-1 0 0,0 1 1 0 0,0-1-1 0 0,-2 1 1 0 0,1-1-1 0 0,-1 0 1 0 0,-1 0-1 0 0,-6 14 1 0 0,0-3-796 0 0,-1 0 1 0 0,-27 38-1 0 0,27-48 753 0 0,4-8 17 0 0</inkml:trace>
</inkml:ink>
</file>

<file path=ppt/ink/ink3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26.4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79 160 5985 0 0,'-15'1'244'0'0,"9"0"200"0"0,0-1 0 0 0,0 0-1 0 0,1 0 1 0 0,-1 0 0 0 0,0-1-1 0 0,0 1 1 0 0,1-1 0 0 0,-1-1 0 0 0,-5-1-1 0 0,11 2-349 0 0,0 1 0 0 0,0 0 0 0 0,0-1 0 0 0,0 1 0 0 0,0-1 0 0 0,0 1 0 0 0,0-1 0 0 0,1 1 0 0 0,-1 0 0 0 0,0-1 0 0 0,0 1 0 0 0,1-1 0 0 0,-1 1 0 0 0,0 0 0 0 0,0-1 0 0 0,1 1 0 0 0,-1 0 0 0 0,0-1 0 0 0,1 1 0 0 0,-1 0 0 0 0,0 0 0 0 0,1-1 0 0 0,-1 1 0 0 0,1 0 0 0 0,-1 0 0 0 0,1 0 0 0 0,-1 0 0 0 0,0-1 0 0 0,1 1 0 0 0,-1 0 0 0 0,1 0 0 0 0,0 0 0 0 0,18-8 732 0 0,52-13 1669 0 0,128-21 0 0 0,77 7-1436 0 0,-80 13-1626 0 0,-68 7-3992 0 0,-108 14-1228 0 0</inkml:trace>
</inkml:ink>
</file>

<file path=ppt/ink/ink3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26.7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78 1 4609 0 0,'-28'1'1031'0'0,"-1"1"3683"0"0,28-2-4580 0 0,0 1 1 0 0,0-1-1 0 0,0 1 1 0 0,0-1-1 0 0,0 1 1 0 0,0-1-1 0 0,0 1 0 0 0,0 0 1 0 0,1 0-1 0 0,-1-1 1 0 0,0 1-1 0 0,0 0 1 0 0,1 0-1 0 0,-1 0 1 0 0,1 0-1 0 0,-1 0 1 0 0,1 0-1 0 0,-1 0 0 0 0,1 0 1 0 0,-1 0-1 0 0,1 0 1 0 0,0 0-1 0 0,0 0 1 0 0,-1 0-1 0 0,1 1 1 0 0,-3 44 748 0 0,3 0 1 0 0,1 0-1 0 0,2 0 1 0 0,13 62-1 0 0,-15-99-822 0 0,5 22-103 0 0,16 53 0 0 0,6-11-2864 0 0,-19-53-2710 0 0</inkml:trace>
</inkml:ink>
</file>

<file path=ppt/ink/ink3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27.2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56 5529 0 0,'1'16'802'0'0,"0"0"0"0"0,1 0-1 0 0,1 0 1 0 0,6 21 0 0 0,-1-13-425 0 0,0 0 1 0 0,2 0-1 0 0,1-1 1 0 0,15 24-1 0 0,-21-39-278 0 0,0-1 0 0 0,0 0 0 0 0,0-1 1 0 0,1 1-1 0 0,0-1 0 0 0,0 0 0 0 0,0-1 0 0 0,15 10 0 0 0,-19-14-50 0 0,0 0 0 0 0,0 0 0 0 0,0 0-1 0 0,0 0 1 0 0,0 0 0 0 0,0-1 0 0 0,0 1 0 0 0,0-1 0 0 0,0 0-1 0 0,1 1 1 0 0,-1-1 0 0 0,0 0 0 0 0,0 0 0 0 0,0-1 0 0 0,1 1-1 0 0,1-1 1 0 0,-1 0 12 0 0,-1 0 0 0 0,0 0-1 0 0,1 0 1 0 0,-1-1 0 0 0,0 1-1 0 0,0-1 1 0 0,0 0 0 0 0,0 1-1 0 0,0-1 1 0 0,0 0 0 0 0,0 0 0 0 0,0 0-1 0 0,-1-1 1 0 0,1 1 0 0 0,-1 0-1 0 0,2-4 1 0 0,1-4 71 0 0,0 0 0 0 0,0 0 0 0 0,-1 0 0 0 0,0 0 0 0 0,-1-1 0 0 0,0 0 0 0 0,-1 1 0 0 0,0-1 0 0 0,0 0-1 0 0,-1 1 1 0 0,-1-1 0 0 0,0 0 0 0 0,-4-17 0 0 0,2 16-144 0 0,0 1-1 0 0,0-1 1 0 0,-1 0-1 0 0,-1 1 0 0 0,0 0 1 0 0,-1 0-1 0 0,0 1 1 0 0,0-1-1 0 0,-1 1 1 0 0,-1 1-1 0 0,-15-17 0 0 0,21 23-210 0 0,-1 1-1 0 0,0-1 0 0 0,0 1 0 0 0,0-1 1 0 0,0 1-1 0 0,-1 0 0 0 0,1 0 1 0 0,-1 1-1 0 0,1-1 0 0 0,-1 1 0 0 0,1 0 1 0 0,-1-1-1 0 0,0 2 0 0 0,0-1 0 0 0,1 0 1 0 0,-6 0-1 0 0</inkml:trace>
</inkml:ink>
</file>

<file path=ppt/ink/ink3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28.5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7370 0 0,'8'16'7331'0'0,"5"15"-6102"0"0,15 49-354 0 0,-3 1 0 0 0,-4 1 0 0 0,20 160-1 0 0,-39-200-1514 0 0,-7 71-1 0 0,-2-48-6033 0 0,7-50 1705 0 0</inkml:trace>
</inkml:ink>
</file>

<file path=ppt/ink/ink3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28.9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15 101 6913 0 0,'0'0'38'0'0,"0"-1"0"0"0,0 1 0 0 0,0 0 0 0 0,0-1 0 0 0,-1 1-1 0 0,1 0 1 0 0,0-1 0 0 0,0 1 0 0 0,-1 0 0 0 0,1-1 0 0 0,0 1-1 0 0,0 0 1 0 0,-1 0 0 0 0,1-1 0 0 0,0 1 0 0 0,-1 0 0 0 0,1 0-1 0 0,0-1 1 0 0,-1 1 0 0 0,1 0 0 0 0,0 0 0 0 0,-1 0 0 0 0,1 0-1 0 0,-1 0 1 0 0,1 0 0 0 0,0-1 0 0 0,-1 1 0 0 0,1 0 0 0 0,-1 0-1 0 0,1 0 1 0 0,0 0 0 0 0,-1 0 0 0 0,1 1 0 0 0,-1-1 0 0 0,1 0-1 0 0,0 0 1 0 0,-1 0 0 0 0,0 0 0 0 0,0 17 1578 0 0,1-10-1571 0 0,1 20 369 0 0,1-1-1 0 0,2 1 1 0 0,0-1-1 0 0,2 0 1 0 0,11 31-1 0 0,-2-17 96 0 0,1-1 1 0 0,32 57-1 0 0,-42-86-364 0 0,0-1-1 0 0,1 1 1 0 0,0-1-1 0 0,1 0 1 0 0,0-1 0 0 0,0 1-1 0 0,0-2 1 0 0,18 13-1 0 0,-23-18-133 0 0,0 0 1 0 0,0 0-1 0 0,0-1 0 0 0,0 1 0 0 0,0-1 0 0 0,0 0 0 0 0,1 0 1 0 0,-1 0-1 0 0,0 0 0 0 0,0 0 0 0 0,1-1 0 0 0,-1 0 0 0 0,0 0 0 0 0,1 0 1 0 0,-1 0-1 0 0,1 0 0 0 0,-1 0 0 0 0,0-1 0 0 0,0 0 0 0 0,1 0 0 0 0,-1 0 1 0 0,0 0-1 0 0,0 0 0 0 0,0-1 0 0 0,0 1 0 0 0,0-1 0 0 0,0 0 0 0 0,0 1 1 0 0,-1-2-1 0 0,1 1 0 0 0,0 0 0 0 0,-1 0 0 0 0,4-6 0 0 0,0 0 99 0 0,0 0 0 0 0,-1 0 0 0 0,0-1 0 0 0,-1 1 0 0 0,0-1 0 0 0,0 0 0 0 0,-1-1 0 0 0,0 1 1 0 0,-1-1-1 0 0,0 1 0 0 0,0-1 0 0 0,-1 0 0 0 0,-1 1 0 0 0,1-1 0 0 0,-1 0 0 0 0,-1 0 0 0 0,-3-18 0 0 0,-4-13-48 0 0,-2 1 0 0 0,-28-74 0 0 0,28 85-203 0 0,6 20 23 0 0,0-6-234 0 0,-2 0-1 0 0,1 0 0 0 0,-2 1 0 0 0,0-1 0 0 0,-1 2 0 0 0,0-1 0 0 0,-15-17 0 0 0,12 22-1228 0 0</inkml:trace>
</inkml:ink>
</file>

<file path=ppt/ink/ink3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29.4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68 112 1376 0 0,'-12'-41'280'0'0,"10"32"925"0"0,-1 0 0 0 0,1 0 0 0 0,-1 1 0 0 0,-1-1 0 0 0,-6-11 0 0 0,10 19-1103 0 0,0 1 0 0 0,0 0 0 0 0,0-1 0 0 0,0 1 0 0 0,-1 0 0 0 0,1-1 0 0 0,0 1 0 0 0,0 0 0 0 0,0 0 0 0 0,-1-1 0 0 0,1 1 0 0 0,0 0 0 0 0,0 0 0 0 0,0-1-1 0 0,-1 1 1 0 0,1 0 0 0 0,0 0 0 0 0,-1 0 0 0 0,1 0 0 0 0,0-1 0 0 0,0 1 0 0 0,-1 0 0 0 0,1 0 0 0 0,0 0 0 0 0,-1 0 0 0 0,1 0 0 0 0,0 0 0 0 0,-1 0 0 0 0,1 0 0 0 0,0 0 0 0 0,-1 0 0 0 0,1 0 0 0 0,0 0 0 0 0,-1 0 0 0 0,1 0 0 0 0,0 0 0 0 0,-1 0 0 0 0,1 0 0 0 0,0 0 0 0 0,-1 1 0 0 0,-7 14 1615 0 0,0 22-892 0 0,6-8-628 0 0,0 0 1 0 0,2 1 0 0 0,0-1 0 0 0,3 0 0 0 0,10 56-1 0 0,-9-69-198 0 0,0 0-1 0 0,1 0 0 0 0,1-1 0 0 0,0 1 0 0 0,1-1 0 0 0,1-1 1 0 0,0 1-1 0 0,1-1 0 0 0,0-1 0 0 0,1 0 0 0 0,1 0 0 0 0,12 11 1 0 0,-20-21 1 0 0,0-1 0 0 0,-1 1 0 0 0,1-1 0 0 0,0 0 0 0 0,1 0 0 0 0,-1 0 0 0 0,0-1 0 0 0,0 1 0 0 0,1-1 0 0 0,-1 0 0 0 0,1 0 0 0 0,0 0 0 0 0,-1 0 0 0 0,1 0 0 0 0,-1-1 0 0 0,5 0 0 0 0,-5 0 0 0 0,-1 0 0 0 0,0-1 0 0 0,1 0 0 0 0,-1 0 0 0 0,0 0 0 0 0,0 0 0 0 0,1 0 0 0 0,-1 0 0 0 0,0 0 0 0 0,0-1 0 0 0,0 1 0 0 0,-1-1 0 0 0,1 1 0 0 0,0-1 0 0 0,0 0 0 0 0,-1 0 0 0 0,1 0 0 0 0,-1 0 0 0 0,0 0 0 0 0,0 0 0 0 0,1 0 0 0 0,-1 0 0 0 0,0-1 0 0 0,-1 1 0 0 0,2-4 0 0 0,1-3 22 0 0,-1 1 0 0 0,0-1 0 0 0,0 0 1 0 0,-1 0-1 0 0,0 0 0 0 0,-1-1 0 0 0,0 1 0 0 0,-2-16 1 0 0,1 20 1 0 0,0-1 1 0 0,0 0-1 0 0,0 1 1 0 0,-1-1-1 0 0,0 1 1 0 0,0 0-1 0 0,-1-1 1 0 0,1 1 0 0 0,-1 0-1 0 0,0 0 1 0 0,0 1-1 0 0,-1-1 1 0 0,0 0-1 0 0,-7-7 1 0 0,10 11-36 0 0,0 0 1 0 0,0 0-1 0 0,-1 1 1 0 0,1-1-1 0 0,0 0 0 0 0,0 0 1 0 0,0 0-1 0 0,-1 1 1 0 0,1-1-1 0 0,0 1 1 0 0,-1-1-1 0 0,1 1 1 0 0,0-1-1 0 0,-1 1 1 0 0,1 0-1 0 0,-1 0 0 0 0,1 0 1 0 0,-1 0-1 0 0,1 0 1 0 0,0 0-1 0 0,-1 0 1 0 0,1 0-1 0 0,-1 0 1 0 0,1 1-1 0 0,0-1 1 0 0,-1 0-1 0 0,1 1 0 0 0,0-1 1 0 0,-1 1-1 0 0,1 0 1 0 0,0-1-1 0 0,0 1 1 0 0,-1 0-1 0 0,1 0 1 0 0,0 0-1 0 0,0 0 1 0 0,0 0-1 0 0,-1 1 0 0 0,-2 3-380 0 0,1 0 0 0 0,-1 1-1 0 0,1-1 1 0 0,0 1 0 0 0,1-1-1 0 0,-1 1 1 0 0,-1 8 0 0 0,-3 9-4717 0 0</inkml:trace>
</inkml:ink>
</file>

<file path=ppt/ink/ink3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30.1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8 5985 0 0,'0'-1'127'0'0,"0"1"-1"0"0,0-1 1 0 0,1 1-1 0 0,-1-1 1 0 0,0 1 0 0 0,0 0-1 0 0,1-1 1 0 0,-1 1-1 0 0,1-1 1 0 0,-1 1-1 0 0,0 0 1 0 0,1 0-1 0 0,-1-1 1 0 0,1 1-1 0 0,-1 0 1 0 0,0 0 0 0 0,1-1-1 0 0,-1 1 1 0 0,1 0-1 0 0,-1 0 1 0 0,1 0-1 0 0,-1 0 1 0 0,1 0-1 0 0,-1 0 1 0 0,1-1-1 0 0,-1 1 1 0 0,1 0 0 0 0,-1 1-1 0 0,1-1 1 0 0,-1 0-1 0 0,1 0 1 0 0,-1 0-1 0 0,1 0 1 0 0,-1 0-1 0 0,1 0 1 0 0,-1 1-1 0 0,1-1 1 0 0,-1 0 0 0 0,0 0-1 0 0,1 1 1 0 0,-1-1-1 0 0,1 0 1 0 0,-1 1-1 0 0,1-1 1 0 0,-1 0-132 0 0,3 4-359 0 0,0 0 1 0 0,-1 0-1 0 0,1 0 0 0 0,-1 0 0 0 0,0 0 0 0 0,2 6 1 0 0,-1-1-620 0 0</inkml:trace>
</inkml:ink>
</file>

<file path=ppt/ink/ink3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31.0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15 468 4145 0 0,'-1'0'85'0'0,"1"0"1"0"0,-1 0-1 0 0,0 0 1 0 0,1 0-1 0 0,-1 0 1 0 0,0 0 0 0 0,1-1-1 0 0,-1 1 1 0 0,1 0-1 0 0,-1 0 1 0 0,1-1-1 0 0,-1 1 1 0 0,0-1-1 0 0,1 1 1 0 0,-1 0-1 0 0,1-1 1 0 0,0 1-1 0 0,-1-1 1 0 0,1 1-1 0 0,-1-1 1 0 0,1 1-1 0 0,0-1 1 0 0,-1 1-1 0 0,1-1 1 0 0,0 1-1 0 0,-1-1 1 0 0,1 0-1 0 0,0 1 1 0 0,0-1-1 0 0,0 0 1 0 0,0 1-1 0 0,0-1 1 0 0,0 1 0 0 0,0-1-1 0 0,0 0 1 0 0,0 1-1 0 0,0-1 1 0 0,0 0-1 0 0,0 1 1 0 0,0-1-1 0 0,0 0 1 0 0,0 1-1 0 0,1-1 1 0 0,-1 1-1 0 0,0-1 1 0 0,0 1-1 0 0,1-1 1 0 0,-1 0-1 0 0,0 1 1 0 0,1-1-1 0 0,1-2 173 0 0,0 0-1 0 0,0 1 0 0 0,0 0 1 0 0,1-1-1 0 0,-1 1 0 0 0,0 0 1 0 0,1 0-1 0 0,-1 0 0 0 0,6-3 1 0 0,0 2-25 0 0,0-1 0 0 0,0 1 1 0 0,1 1-1 0 0,-1-1 1 0 0,1 1-1 0 0,0 1 0 0 0,0 0 1 0 0,13 0-1 0 0,2 1 344 0 0,42 8 0 0 0,-47-5-470 0 0,1-1 1 0 0,0 0-1 0 0,37-2 0 0 0,-55-1-106 0 0,-1 1-1 0 0,0 0 0 0 0,0-1 1 0 0,0 1-1 0 0,0 0 0 0 0,0-1 1 0 0,0 1-1 0 0,0-1 0 0 0,0 0 1 0 0,0 1-1 0 0,0-1 0 0 0,0 0 1 0 0,0 1-1 0 0,0-1 0 0 0,0 0 1 0 0,-1 0-1 0 0,1 0 0 0 0,0 0 1 0 0,-1 0-1 0 0,1 0 0 0 0,0 0 1 0 0,-1 0-1 0 0,1 0 1 0 0,-1 0-1 0 0,0 0 0 0 0,1 0 1 0 0,-1-1-1 0 0,0 1 0 0 0,0 0 1 0 0,0 0-1 0 0,0 0 0 0 0,0 0 1 0 0,0-1-1 0 0,0 1 0 0 0,0 0 1 0 0,0 0-1 0 0,0 0 0 0 0,-1-2 1 0 0,-1-8 24 0 0,-1 0-1 0 0,0 0 1 0 0,-5-13 0 0 0,2 9 12 0 0,3 5-40 0 0,0 0 1 0 0,0 0 0 0 0,1 0-1 0 0,1 0 1 0 0,-1 0 0 0 0,1-1-1 0 0,1 1 1 0 0,0-1 0 0 0,1 1-1 0 0,0 0 1 0 0,0-1 0 0 0,1 1-1 0 0,1 0 1 0 0,-1 0 0 0 0,2 0-1 0 0,-1 0 1 0 0,1 1 0 0 0,1-1-1 0 0,0 1 1 0 0,0 0 0 0 0,1 1-1 0 0,11-14 1 0 0,-8 11-12 0 0,-6 6 63 0 0,0 0 0 0 0,1 0 0 0 0,0 0 0 0 0,0 1 1 0 0,0 0-1 0 0,0 0 0 0 0,1 0 0 0 0,0 0 1 0 0,0 1-1 0 0,0 0 0 0 0,8-4 0 0 0,-12 7-40 0 0,0 0-1 0 0,0 0 0 0 0,0 0 1 0 0,0 1-1 0 0,0-1 0 0 0,0 0 1 0 0,1 1-1 0 0,-1-1 0 0 0,0 1 0 0 0,0-1 1 0 0,-1 1-1 0 0,1 0 0 0 0,0-1 1 0 0,0 1-1 0 0,0 0 0 0 0,0 0 1 0 0,-1 0-1 0 0,1-1 0 0 0,0 1 1 0 0,-1 0-1 0 0,1 0 0 0 0,0 0 1 0 0,-1 0-1 0 0,1 0 0 0 0,0 2 1 0 0,13 33 10 0 0,-12-27 15 0 0,23 64 104 0 0,-16-40-154 0 0,2 0 0 0 0,2-1 0 0 0,24 45 0 0 0,-36-75 56 0 0,0-1 0 0 0,0 1 0 0 0,0-1 0 0 0,0 0 0 0 0,0 1 0 0 0,0-1 0 0 0,0 0 0 0 0,1 1 0 0 0,-1-1 0 0 0,0 0 0 0 0,1 0 0 0 0,-1 0 0 0 0,1 0 0 0 0,-1 0 0 0 0,1-1 1 0 0,-1 1-1 0 0,3 0 0 0 0,-3-1 27 0 0,0 0 0 0 0,1 0 0 0 0,-1 0 0 0 0,0 0 0 0 0,0 0 0 0 0,1 0 1 0 0,-1 0-1 0 0,0-1 0 0 0,0 1 0 0 0,1 0 0 0 0,-1-1 0 0 0,0 1 1 0 0,0-1-1 0 0,0 0 0 0 0,0 1 0 0 0,0-1 0 0 0,0 0 0 0 0,1-1 0 0 0,5-4 260 0 0,-1-1 0 0 0,0 0-1 0 0,0-1 1 0 0,-1 1-1 0 0,6-12 1 0 0,-3 6-395 0 0,5-8-175 0 0,55-79 429 0 0,-16 39-6330 0 0,-29 39 344 0 0</inkml:trace>
</inkml:ink>
</file>

<file path=ppt/ink/ink3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32.1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143 170 920 0 0,'-7'-5'5902'0'0,"0"-1"-3436"0"0,-14-24-4145 0 0,13 17 2104 0 0,-3-3-512 0 0,4 4 485 0 0,-1 0 0 0 0,1 1 0 0 0,-2 0 0 0 0,0 0 0 0 0,0 1 0 0 0,-1 0-1 0 0,-19-12 3146 0 0,31 29-1550 0 0,12 19-442 0 0,24 31-1022 0 0,184 204-433 0 0,-208-248-1505 0 0,-13-13 1242 0 0,-1 0 0 0 0,1 1-1 0 0,-1-1 1 0 0,1 0 0 0 0,-1 1 0 0 0,1-1 0 0 0,-1 0 0 0 0,1 0-1 0 0,-1 0 1 0 0,1 1 0 0 0,-1-1 0 0 0,1 0 0 0 0,-1 0 0 0 0,1 0 0 0 0,-1 0-1 0 0,1 0 1 0 0,-1 0 0 0 0,1 0 0 0 0,-1 0 0 0 0,1 0 0 0 0,0 0 0 0 0,-1 0-1 0 0,1-1 1 0 0,-1 1 0 0 0,1 0 0 0 0,-1 0 0 0 0,1 0 0 0 0,-1-1-1 0 0,1 1 1 0 0,0-1 0 0 0</inkml:trace>
</inkml:ink>
</file>

<file path=ppt/ink/ink3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32.5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152 55 1840 0 0,'-1'-4'290'0'0,"0"-1"-1"0"0,0 1 0 0 0,-1-1 1 0 0,0 1-1 0 0,0-1 0 0 0,0 1 1 0 0,-1 0-1 0 0,1 0 0 0 0,-5-5 1 0 0,6 8-101 0 0,1 1-1 0 0,-1-1 1 0 0,0 1 0 0 0,1-1 0 0 0,-1 1 0 0 0,0-1 0 0 0,0 1 0 0 0,1-1 0 0 0,-1 1 0 0 0,0-1 0 0 0,0 1-1 0 0,0 0 1 0 0,0 0 0 0 0,1-1 0 0 0,-1 1 0 0 0,0 0 0 0 0,0 0 0 0 0,0 0 0 0 0,0 0 0 0 0,0 0-1 0 0,-1 0 1 0 0,0 1 44 0 0,1 0 0 0 0,-1 0-1 0 0,0-1 1 0 0,1 1-1 0 0,-1 0 1 0 0,1 0-1 0 0,-1 1 1 0 0,1-1 0 0 0,0 0-1 0 0,0 0 1 0 0,-1 1-1 0 0,1-1 1 0 0,0 0 0 0 0,0 1-1 0 0,-1 1 1 0 0,-9 16 269 0 0,0 0 1 0 0,2 1 0 0 0,0 0 0 0 0,1 1 0 0 0,1 0-1 0 0,-5 23 1 0 0,5-10-912 0 0,2 0-1 0 0,1 0 1 0 0,0 42-1 0 0,4-51-591 0 0</inkml:trace>
</inkml:ink>
</file>

<file path=ppt/ink/ink3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2:57.99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83 239 2304 0 0,'-3'0'242'0'0,"-1"-1"0"0"0,1 1 0 0 0,0 0 0 0 0,0 0 0 0 0,-1 1 0 0 0,1-1 0 0 0,0 1 0 0 0,0 0 0 0 0,-7 2 0 0 0,8-2 58 0 0,-1 0 0 0 0,1-1 0 0 0,0 1 0 0 0,-1 0 0 0 0,0-1-1 0 0,1 0 1 0 0,-1 1 0 0 0,1-1 0 0 0,-1 0 0 0 0,0 0 0 0 0,1 0 0 0 0,-1-1-1 0 0,1 1 1 0 0,-1-1 0 0 0,-3 0 0 0 0,7 1-217 0 0,-1 0-74 0 0,0 0 0 0 0,0 0 0 0 0,0 0 0 0 0,0 0 0 0 0,0 0 0 0 0,0 0 0 0 0,1 0 0 0 0,-1 0 0 0 0,0 0 1 0 0,0 0-1 0 0,0 0 0 0 0,0 0 0 0 0,0 0 0 0 0,0 0 0 0 0,0 0 0 0 0,1-1 0 0 0,-1 1 0 0 0,0 0 0 0 0,0 0 0 0 0,0 0 0 0 0,0 0 0 0 0,0 0 0 0 0,0 0 1 0 0,0 0-1 0 0,0 0 0 0 0,0 0 0 0 0,0 0 0 0 0,0 0 0 0 0,1-1 0 0 0,-1 1 0 0 0,0 0 0 0 0,0 0 0 0 0,0 0 0 0 0,0 0 0 0 0,0 0 0 0 0,0 0 0 0 0,0 0 1 0 0,0-1-1 0 0,0 1 0 0 0,0 0 0 0 0,0 0 0 0 0,0 0 0 0 0,0 0 0 0 0,0 0 0 0 0,0 0 0 0 0,0 0 0 0 0,0-1 0 0 0,0 1 0 0 0,0 0 0 0 0,0 0 0 0 0,-1 0 1 0 0,1 0-1 0 0,0 0 0 0 0,0 0 0 0 0,0 0 0 0 0,0 0 0 0 0,0-1 0 0 0,0 1 0 0 0,0 0 0 0 0,0 0 0 0 0,0 0 0 0 0,0 0 0 0 0,0 0 0 0 0,-1 0 0 0 0,1 0 1 0 0,29-3 383 0 0,0 1 1 0 0,0 1 0 0 0,1 1-1 0 0,28 5 1 0 0,44 1-129 0 0,131-23 571 0 0,-164 9-670 0 0,0 2 0 0 0,110 7 0 0 0,213 19-420 0 0,-263-15 185 0 0,-25-2 20 0 0,252 16 568 0 0,-251-10-401 0 0,354 13 721 0 0,-379-29-687 0 0,-1-3 0 0 0,117-30 0 0 0,-172 34-122 0 0,268-37 1666 0 0,-76 15-1299 0 0,-11 2-474 0 0,-29 4 0 0 0,-124 12 716 0 0,61-22 0 0 0,29-5 494 0 0,-91 26-831 0 0,-24 4-58 0 0,0 2 0 0 0,0 1 0 0 0,29-1-1 0 0,-56 5-258 0 0,1 0 0 0 0,-1 0-1 0 0,0 0 1 0 0,0 0-1 0 0,1 0 1 0 0,-1 0 0 0 0,0 0-1 0 0,1 0 1 0 0,-1 0-1 0 0,0 0 1 0 0,0 0 0 0 0,1 0-1 0 0,-1 0 1 0 0,0 0-1 0 0,0 0 1 0 0,1 1-1 0 0,-1-1 1 0 0,0 0 0 0 0,0 0-1 0 0,1 0 1 0 0,-1 0-1 0 0,0 1 1 0 0,0-1 0 0 0,0 0-1 0 0,1 0 1 0 0,-1 0-1 0 0,0 1 1 0 0,0-1 0 0 0,0 0-1 0 0,0 0 1 0 0,0 1-1 0 0,1-1 1 0 0,-1 0-1 0 0,0 0 1 0 0,0 1 0 0 0,0-1-1 0 0,0 0 1 0 0,0 0-1 0 0,0 1 1 0 0,0-1 0 0 0,0 0-1 0 0,0 1 1 0 0,0-1-1 0 0,0 0 1 0 0,0 0 0 0 0,0 1-1 0 0,0-1 1 0 0,0 0-1 0 0,0 0 1 0 0,0 1-1 0 0,-1-1 1 0 0,1 0 0 0 0,0 1-1 0 0,-2 6-800 0 0</inkml:trace>
</inkml:ink>
</file>

<file path=ppt/ink/ink3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02.96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743 2908 2304 0 0,'-2'0'167'0'0,"1"0"-85"0"0,-1 0 132 0 0,0 0 1 0 0,-1-1-1 0 0,1 1 1 0 0,0-1-1 0 0,0 0 1 0 0,0 1-1 0 0,0-1 1 0 0,0 0-1 0 0,-1 0 1 0 0,2 0-1 0 0,-1-1 1 0 0,0 1-1 0 0,0 0 1 0 0,0-1-1 0 0,1 1 1 0 0,-1-1-1 0 0,-1-1 1 0 0,-26-38 2201 0 0,12 15-1328 0 0,-24-32-365 0 0,3-3 0 0 0,2-1 0 0 0,-30-74 1 0 0,24 50-101 0 0,-31-64 229 0 0,-101-299 1 0 0,124 273-935 0 0,7-2-1 0 0,8-2 1 0 0,8-1 0 0 0,-5-248-1 0 0,39 182 152 0 0,1 27 26 0 0,0 29-3848 0 0,-7 174-359 0 0</inkml:trace>
</inkml:ink>
</file>

<file path=ppt/ink/ink3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03.53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130 196 4609 0 0,'-12'8'79'0'0,"2"0"1"0"0,-1 0-1 0 0,1 1 0 0 0,0 1 0 0 0,0-1 1 0 0,-10 16-1 0 0,-1-1 151 0 0,-1 2 119 0 0,19-22 19 0 0,14-17 210 0 0,106-115 1083 0 0,12-14 87 0 0,-127 138-1681 0 0,1 0-1 0 0,1 0 0 0 0,-1 1 1 0 0,0 0-1 0 0,1 0 1 0 0,0 0-1 0 0,0 0 0 0 0,0 0 1 0 0,0 1-1 0 0,0 0 1 0 0,0-1-1 0 0,0 2 1 0 0,1-1-1 0 0,7-2 0 0 0,-9 4-17 0 0,0 0 0 0 0,0 0 0 0 0,0 1 0 0 0,0-1 0 0 0,0 0-1 0 0,0 1 1 0 0,-1 0 0 0 0,1 0 0 0 0,0 0 0 0 0,0 0 0 0 0,0 0-1 0 0,-1 0 1 0 0,1 1 0 0 0,0-1 0 0 0,-1 1 0 0 0,1 0 0 0 0,-1 0 0 0 0,0 0-1 0 0,0 0 1 0 0,0 0 0 0 0,0 0 0 0 0,0 1 0 0 0,3 4 0 0 0,2 4 204 0 0,0 1 1 0 0,-1-1 0 0 0,0 1 0 0 0,-1 0 0 0 0,0 0-1 0 0,-1 1 1 0 0,3 13 0 0 0,12 96 1367 0 0,-15-89-1153 0 0,0 11-155 0 0,-2-21 17 0 0,1 1-1 0 0,1-1 1 0 0,6 24 0 0 0,-8-42-576 0 0,0 0 1 0 0,0 1-1 0 0,0-1 1 0 0,0 0-1 0 0,1 0 0 0 0,0 0 1 0 0,0-1-1 0 0,0 1 1 0 0,1-1-1 0 0,-1 1 1 0 0,1-1-1 0 0,0 0 0 0 0,0-1 1 0 0,1 1-1 0 0,-1-1 1 0 0,1 1-1 0 0,9 4 1 0 0,6-1-4831 0 0</inkml:trace>
</inkml:ink>
</file>

<file path=ppt/ink/ink3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05.09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31 88 3225 0 0,'0'0'109'0'0,"-1"-1"1"0"0,1 1-1 0 0,-1-1 1 0 0,1 1-1 0 0,-1 0 1 0 0,1-1 0 0 0,-1 1-1 0 0,1 0 1 0 0,-1 0-1 0 0,0 0 1 0 0,1-1-1 0 0,-1 1 1 0 0,0 0-1 0 0,1 0 1 0 0,-1 0-1 0 0,0 0 1 0 0,1 0 0 0 0,-1 0-1 0 0,0 0 1 0 0,1 0-1 0 0,-1 0 1 0 0,1 0-1 0 0,-1 1 1 0 0,0-1-1 0 0,1 0 1 0 0,-1 0-1 0 0,1 1 1 0 0,-1-1 0 0 0,0 0-1 0 0,1 1 1 0 0,-1-1-1 0 0,1 0 1 0 0,-1 1-1 0 0,1-1 1 0 0,-1 1-1 0 0,1-1 1 0 0,0 1-1 0 0,-1-1 1 0 0,1 1 0 0 0,-1-1-1 0 0,1 1 1 0 0,0-1-1 0 0,0 1 1 0 0,-1 0-1 0 0,0 1 19 0 0,0-1 0 0 0,1 1 0 0 0,-1-1 1 0 0,0 0-1 0 0,1 1 0 0 0,-1 0 0 0 0,1-1 0 0 0,-1 1 0 0 0,1-1 0 0 0,0 1 0 0 0,0-1 0 0 0,0 1 0 0 0,0 0 0 0 0,0-1 0 0 0,0 1 0 0 0,0 0 0 0 0,0-1 0 0 0,1 1 1 0 0,0 2-1 0 0,19 43 514 0 0,27 87 1 0 0,-36-95-423 0 0,2 0 1 0 0,2 0 0 0 0,35 64 0 0 0,-45-95-166 0 0,1 0 0 0 0,1 0 0 0 0,0-1 0 0 0,0 0 1 0 0,0 0-1 0 0,1-1 0 0 0,0 0 0 0 0,0 0 0 0 0,0-1 0 0 0,1 0 0 0 0,0-1 0 0 0,0 0 0 0 0,0 0 0 0 0,0-1 1 0 0,1 0-1 0 0,-1 0 0 0 0,1-1 0 0 0,0-1 0 0 0,0 1 0 0 0,0-2 0 0 0,0 1 0 0 0,0-1 0 0 0,-1-1 0 0 0,1 0 0 0 0,0 0 1 0 0,0-1-1 0 0,0 0 0 0 0,-1-1 0 0 0,1 0 0 0 0,-1-1 0 0 0,11-5 0 0 0,-12 4 16 0 0,-1-1 0 0 0,0 0 0 0 0,0 0 1 0 0,0 0-1 0 0,-1-1 0 0 0,0 0 0 0 0,0-1 0 0 0,8-14 0 0 0,3-8 262 0 0,13-34 0 0 0,-20 42-204 0 0,-1 2-13 0 0,-1 0 0 0 0,-1 0 1 0 0,0-1-1 0 0,-2 0 0 0 0,0 0 0 0 0,-2 0 0 0 0,2-36 0 0 0,-5 50-52 0 0,0 0 0 0 0,0 0-1 0 0,-1 0 1 0 0,1 0 0 0 0,-2 0 0 0 0,1 0-1 0 0,-1 0 1 0 0,0 0 0 0 0,-1 0 0 0 0,1 1-1 0 0,-1 0 1 0 0,-1-1 0 0 0,1 1 0 0 0,-1 0-1 0 0,0 0 1 0 0,-1 1 0 0 0,1-1 0 0 0,-1 1-1 0 0,0 0 1 0 0,0 0 0 0 0,-1 1 0 0 0,1-1-1 0 0,-1 1 1 0 0,0 0 0 0 0,0 1 0 0 0,-1 0-1 0 0,-6-3 1 0 0,-18-6-673 0 0,-1 2 0 0 0,0 1 1 0 0,-62-9-1 0 0,92 17 451 0 0,-1 1-1 0 0,1-1 1 0 0,-1 1 0 0 0,1 0 0 0 0,-1 0 0 0 0,1 0 0 0 0,0 1-1 0 0,-1-1 1 0 0,1 1 0 0 0,-1-1 0 0 0,1 1 0 0 0,0 0-1 0 0,-1 0 1 0 0,1 0 0 0 0,0 0 0 0 0,0 0 0 0 0,-3 1 0 0 0,-7 10-4802 0 0</inkml:trace>
</inkml:ink>
</file>

<file path=ppt/ink/ink3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07.20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 1 456 0 0,'0'25'918'0'0,"-1"-9"-826"0"0,0-1 1 0 0,2 1-1 0 0,0 0 1 0 0,1 0-1 0 0,0 0 1 0 0,1-1-1 0 0,1 1 0 0 0,10 24 1 0 0,-9-29-71 0 0,1 0-1 0 0,0 0 1 0 0,0-1 0 0 0,11 12 0 0 0,-16-19 49 0 0,1 0 0 0 0,0-1 0 0 0,1 0 1 0 0,-1 1-1 0 0,0-1 0 0 0,1 0 0 0 0,-1 0 0 0 0,1 0 1 0 0,0-1-1 0 0,-1 1 0 0 0,1-1 0 0 0,0 1 0 0 0,0-1 0 0 0,0 0 1 0 0,0 0-1 0 0,0 0 0 0 0,0-1 0 0 0,0 1 0 0 0,1-1 0 0 0,-1 1 1 0 0,5-1-1 0 0,-6-1-56 0 0,0 0 0 0 0,0 0 0 0 0,0 0 0 0 0,0 0 0 0 0,0 0 0 0 0,-1-1 0 0 0,1 1 0 0 0,-1 0 0 0 0,1-1 0 0 0,-1 0 0 0 0,1 1 0 0 0,-1-1 0 0 0,0 0 0 0 0,1 1 0 0 0,-1-1 1 0 0,0 0-1 0 0,0 0 0 0 0,0 0 0 0 0,-1 0 0 0 0,1 0 0 0 0,0 0 0 0 0,-1 0 0 0 0,0 0 0 0 0,1-3 0 0 0,5-54 217 0 0,-5 40-107 0 0,-1 0 0 0 0,-5-32 0 0 0,5 48-63 0 0,0-1 0 0 0,-1 0 0 0 0,0 1-1 0 0,0-1 1 0 0,0 1 0 0 0,0-1 0 0 0,0 1 0 0 0,-1-1-1 0 0,1 1 1 0 0,-1 0 0 0 0,0 0 0 0 0,0 0 0 0 0,0 0 0 0 0,0 0-1 0 0,-1 0 1 0 0,1 0 0 0 0,-1 1 0 0 0,0-1 0 0 0,0 1-1 0 0,0 0 1 0 0,-5-3 0 0 0,6 4 22 0 0,-1 1 1 0 0,0 0-1 0 0,1-1 0 0 0,-1 1 1 0 0,0 0-1 0 0,1 1 0 0 0,-1-1 0 0 0,1 0 1 0 0,-1 1-1 0 0,0-1 0 0 0,1 1 1 0 0,-1 0-1 0 0,1 0 0 0 0,-1 0 1 0 0,1 0-1 0 0,0 1 0 0 0,-1-1 0 0 0,1 0 1 0 0,0 1-1 0 0,0 0 0 0 0,0-1 1 0 0,0 1-1 0 0,0 0 0 0 0,0 0 1 0 0,1 0-1 0 0,-1 0 0 0 0,1 1 0 0 0,-3 3 1 0 0,1-1 21 0 0,-1 0 1 0 0,1 1-1 0 0,1-1 1 0 0,-1 0-1 0 0,1 1 0 0 0,0 0 1 0 0,0 0-1 0 0,1-1 1 0 0,-1 1-1 0 0,1 0 1 0 0,0 11-1 0 0,1-16-92 0 0,0 1-1 0 0,0-1 1 0 0,0 1 0 0 0,0-1-1 0 0,1 0 1 0 0,-1 1-1 0 0,1-1 1 0 0,-1 1 0 0 0,1-1-1 0 0,-1 1 1 0 0,1-1 0 0 0,0 0-1 0 0,-1 0 1 0 0,1 1-1 0 0,0-1 1 0 0,0 0 0 0 0,0 0-1 0 0,0 0 1 0 0,0 0 0 0 0,0 0-1 0 0,1 0 1 0 0,-1 0-1 0 0,2 1 1 0 0,-1-1 37 0 0,0-1 1 0 0,1 1-1 0 0,-1-1 0 0 0,0 1 1 0 0,1-1-1 0 0,-1 0 1 0 0,1 1-1 0 0,-1-1 0 0 0,1-1 1 0 0,-1 1-1 0 0,1 0 0 0 0,3-2 1 0 0,3 0 87 0 0,-1 0 1 0 0,0-1-1 0 0,0-1 1 0 0,0 1 0 0 0,-1-1-1 0 0,1 0 1 0 0,6-6-1 0 0,-11 8-90 0 0,25-23 131 0 0,-26 24-164 0 0,-1-1-1 0 0,1 1 1 0 0,-1-1-1 0 0,1 1 1 0 0,-1-1-1 0 0,0 0 1 0 0,0 0-1 0 0,0 0 1 0 0,0 0-1 0 0,0 0 1 0 0,0 0-1 0 0,0 0 1 0 0,-1 0-1 0 0,1-2 1 0 0,-1 4 7 0 0,-1-1 1 0 0,1 1-1 0 0,0 0 1 0 0,-1 0 0 0 0,1 0-1 0 0,0 0 1 0 0,-1 0-1 0 0,1 0 1 0 0,0 0 0 0 0,-1 0-1 0 0,1 0 1 0 0,0 0-1 0 0,0 0 1 0 0,-1 1 0 0 0,1-1-1 0 0,0 0 1 0 0,-1 0-1 0 0,1 0 1 0 0,0 0 0 0 0,-1 0-1 0 0,1 1 1 0 0,0-1-1 0 0,0 0 1 0 0,-1 0-1 0 0,1 0 1 0 0,0 1 0 0 0,0-1-1 0 0,-1 0 1 0 0,1 0-1 0 0,0 1 1 0 0,0-1 0 0 0,0 0-1 0 0,0 1 1 0 0,-1-1-1 0 0,1 0 1 0 0,0 1 0 0 0,0-1-1 0 0,0 0 1 0 0,0 1-1 0 0,-11 13-7 0 0,5-3 157 0 0,-12 18-733 0 0,17-28 489 0 0,0-1-1 0 0,1 1 0 0 0,-1 0 0 0 0,0-1 1 0 0,0 1-1 0 0,0-1 0 0 0,0 1 1 0 0,1-1-1 0 0,-1 1 0 0 0,0-1 1 0 0,0 1-1 0 0,0-1 0 0 0,0 0 1 0 0,0 0-1 0 0,0 1 0 0 0,0-1 1 0 0,0 0-1 0 0,0 0 0 0 0,0 0 1 0 0,0 0-1 0 0,0 0 0 0 0,0 0 1 0 0,0 0-1 0 0,0-1 0 0 0,0 1 1 0 0,0 0-1 0 0,0 0 0 0 0,0-1 1 0 0,-1 0-1 0 0,-7-4 45 0 0</inkml:trace>
</inkml:ink>
</file>

<file path=ppt/ink/ink3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08.34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75 50 5065 0 0,'-26'13'1168'0'0,"23"-10"-876"0"0,-1-1 0 0 0,-1 0 0 0 0,1 1 0 0 0,0-1 1 0 0,0-1-1 0 0,-1 1 0 0 0,1-1 0 0 0,-1 0 0 0 0,-5 1 0 0 0,33-21 3313 0 0,-5 9-2878 0 0,0 0 0 0 0,1 1 1 0 0,1 0-1 0 0,35-9 1 0 0,-46 16-906 0 0,-1 0 1 0 0,1 1 0 0 0,-1 0-1 0 0,1 0 1 0 0,0 1 0 0 0,-1 0 0 0 0,1 1-1 0 0,-1 0 1 0 0,1 0 0 0 0,0 1-1 0 0,-1 0 1 0 0,0 0 0 0 0,1 1 0 0 0,9 4-1 0 0,-13-4 34 0 0,3 1-925 0 0,0 0 1 0 0,0-1-1 0 0,17 5 0 0 0,-23-7 915 0 0,0-1 0 0 0,0 1 0 0 0,0-1 0 0 0,0 0 0 0 0,0 0 0 0 0,1 0 0 0 0,-1 0 0 0 0,0 0 0 0 0,0 0 0 0 0,0-1 0 0 0,0 1 0 0 0,0-1 0 0 0,0 1 0 0 0,0-1 0 0 0,0 0 0 0 0,0 0 0 0 0,0 0 0 0 0,0 0 0 0 0,0 0 0 0 0,-1 0 0 0 0,4-3 0 0 0,7-11 154 0 0</inkml:trace>
</inkml:ink>
</file>

<file path=ppt/ink/ink3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09.65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45 344 2304 0 0,'2'-15'1861'0'0,"-1"13"-1621"0"0,-1 1 1 0 0,1-1-1 0 0,-1 1 1 0 0,0 0-1 0 0,0-1 1 0 0,1 1-1 0 0,-1-1 0 0 0,-5-20 9230 0 0,8 15-7310 0 0,-3 7-2149 0 0,1-1 0 0 0,0 0 0 0 0,-1 1 0 0 0,0-1 0 0 0,1 0 0 0 0,-1 0 0 0 0,0 0 0 0 0,1 1 0 0 0,-1-1 1 0 0,0 0-1 0 0,0 0 0 0 0,1 0 0 0 0,-1 0 0 0 0,0 1 0 0 0,0-1 0 0 0,0 0 0 0 0,0 0 0 0 0,0 0 0 0 0,0 0 0 0 0,-1 0 1 0 0,1 1-1 0 0,0-1 0 0 0,0 0 0 0 0,-1 0 0 0 0,1 0 0 0 0,-1 0 0 0 0,0 0 43 0 0,0-1 0 0 0,0 1 0 0 0,0 0 0 0 0,0 0 0 0 0,0-1-1 0 0,0 1 1 0 0,1-1 0 0 0,-1 1 0 0 0,0 0 0 0 0,1-1 0 0 0,-1 1 0 0 0,1-1-1 0 0,-1-1 1 0 0,-4-12 1315 0 0,-5 10-1272 0 0,10 4-93 0 0,-1 1 1 0 0,1-1-1 0 0,-1 1 0 0 0,1-1 1 0 0,-1 1-1 0 0,1 0 1 0 0,-1-1-1 0 0,1 1 1 0 0,-1-1-1 0 0,1 1 0 0 0,-1 0 1 0 0,0 0-1 0 0,1-1 1 0 0,-1 1-1 0 0,0 0 1 0 0,1 0-1 0 0,-1 0 0 0 0,1 0 1 0 0,-1 0-1 0 0,0 0 1 0 0,1 0-1 0 0,-1 0 1 0 0,-1 0-1 0 0,2 0 7 0 0,-1 0 0 0 0,1 0 0 0 0,-1 0 0 0 0,1 0-1 0 0,0 1 1 0 0,-1-1 0 0 0,1 0 0 0 0,-1 0 0 0 0,1 0 0 0 0,0 1 0 0 0,-1-1 0 0 0,1 0 0 0 0,0 1-1 0 0,-1-1 1 0 0,1 0 0 0 0,0 1 0 0 0,-1-1 0 0 0,1 0 0 0 0,0 1 0 0 0,0-1 0 0 0,0 1 0 0 0,-1-1-1 0 0,1 1 1 0 0,0-1 0 0 0,0 0 0 0 0,0 1 0 0 0,0-1 0 0 0,0 1 0 0 0,0-1 0 0 0,0 1-1 0 0,0-1 1 0 0,0 1 0 0 0,0 0 0 0 0,3 14-100 0 0,25 33 69 0 0,-24-40-11 0 0,0 1 0 0 0,0-1 0 0 0,1 0 0 0 0,1 0 0 0 0,9 11 0 0 0,9 3-15 0 0,1 0 1 0 0,1-1 0 0 0,1-1-1 0 0,57 30 1 0 0,-83-49 46 0 0,0 0-1 0 0,0 0 1 0 0,1 0 0 0 0,-1 0-1 0 0,1 0 1 0 0,-1-1 0 0 0,0 1-1 0 0,1-1 1 0 0,0 1 0 0 0,-1-1-1 0 0,1 1 1 0 0,-1-1 0 0 0,1 0-1 0 0,-1 0 1 0 0,1 0 0 0 0,0 0-1 0 0,-1 0 1 0 0,1 0 0 0 0,-1 0-1 0 0,1 0 1 0 0,0-1 0 0 0,-1 1-1 0 0,1-1 1 0 0,-1 1 0 0 0,1-1-1 0 0,-1 0 1 0 0,2 0 0 0 0,-1-2 15 0 0,-1 1 0 0 0,0-1 1 0 0,0 1-1 0 0,0-1 0 0 0,0 0 0 0 0,-1 1 1 0 0,1-1-1 0 0,-1 0 0 0 0,1 1 0 0 0,-1-1 0 0 0,0 0 1 0 0,0 0-1 0 0,0 1 0 0 0,0-1 0 0 0,-2-5 1 0 0,-3-31 135 0 0,-1 0 1 0 0,-3 1-1 0 0,-1 0 1 0 0,-1 0 0 0 0,-2 1-1 0 0,-2 1 1 0 0,-2 0-1 0 0,-1 1 1 0 0,-25-36-1 0 0,37 62-234 0 0,-17-19-988 0 0</inkml:trace>
</inkml:ink>
</file>

<file path=ppt/ink/ink3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11.80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49 119 4985 0 0,'-1'1'13'0'0,"1"-1"-1"0"0,0 0 1 0 0,-1 0 0 0 0,1 0 0 0 0,0 0-1 0 0,-1 0 1 0 0,1 0 0 0 0,0 1-1 0 0,-1-1 1 0 0,1 0 0 0 0,0 0-1 0 0,-1 0 1 0 0,1 0 0 0 0,0 0-1 0 0,-1 0 1 0 0,1 0 0 0 0,0 0 0 0 0,-1-1-1 0 0,1 1 1 0 0,0 0 0 0 0,-1 0-1 0 0,1 0 1 0 0,0 0 0 0 0,-1 0-1 0 0,1-1 1 0 0,0 1 0 0 0,-1 0-1 0 0,1 0 1 0 0,0 0 0 0 0,0-1 0 0 0,-1 1-1 0 0,1 0 1 0 0,0 0 0 0 0,-1-1-1 0 0,-13-17 655 0 0,-8-22 3211 0 0,26 53-3366 0 0,0 0 0 0 0,0 0 0 0 0,-1 0-1 0 0,2 22 1 0 0,3 15-418 0 0,-5-37-131 0 0,1 0 0 0 0,0 0 0 0 0,1 0 0 0 0,0-1 0 0 0,0 0 0 0 0,2 0 0 0 0,8 12 1 0 0,-14-21 52 0 0,1 0-1 0 0,0-1 1 0 0,0 0 0 0 0,0 1 0 0 0,0-1 0 0 0,1 0 0 0 0,-1 0 0 0 0,1 0 0 0 0,-1-1 0 0 0,1 1 0 0 0,0-1 0 0 0,-1 1 0 0 0,1-1 0 0 0,0 0 0 0 0,0 0 0 0 0,0 0 0 0 0,0 0 0 0 0,0 0-1 0 0,0-1 1 0 0,0 0 0 0 0,0 1 0 0 0,0-1 0 0 0,0 0 0 0 0,1-1 0 0 0,-1 1 0 0 0,0 0 0 0 0,0-1 0 0 0,0 0 0 0 0,0 0 0 0 0,0 1 0 0 0,0-2 0 0 0,-1 1 0 0 0,1 0 0 0 0,0-1 0 0 0,0 1-1 0 0,4-4 1 0 0,-4 1 44 0 0,0 1-1 0 0,1 0 1 0 0,-1-1-1 0 0,-1 1 0 0 0,1-1 1 0 0,0 0-1 0 0,-1 0 0 0 0,0 0 1 0 0,0 0-1 0 0,0 0 0 0 0,0 0 1 0 0,-1-1-1 0 0,0 1 0 0 0,0-1 1 0 0,0 1-1 0 0,0-6 1 0 0,2-10 171 0 0,-1 1 1 0 0,-2-28 0 0 0,0 43-215 0 0,-1-18 131 0 0,0 1 1 0 0,-6-26 0 0 0,7 43-193 0 0,-1 0 0 0 0,0 0 1 0 0,0 0-1 0 0,0 0 1 0 0,0 0-1 0 0,-1 0 0 0 0,0 0 1 0 0,0 0-1 0 0,0 1 1 0 0,0-1-1 0 0,0 1 1 0 0,-1-1-1 0 0,0 1 0 0 0,1 0 1 0 0,-1 0-1 0 0,0 0 1 0 0,-1 1-1 0 0,-5-5 0 0 0,8 6-75 0 0,0 1-1 0 0,0 0 0 0 0,1 0 0 0 0,-1-1 0 0 0,0 1 0 0 0,0 0 0 0 0,0 0 0 0 0,0 0 1 0 0,0 0-1 0 0,0 0 0 0 0,1 0 0 0 0,-1 0 0 0 0,0 0 0 0 0,0 1 0 0 0,0-1 0 0 0,0 0 1 0 0,0 0-1 0 0,1 1 0 0 0,-1-1 0 0 0,0 1 0 0 0,0-1 0 0 0,0 1 0 0 0,1-1 0 0 0,-1 1 1 0 0,0 0-1 0 0</inkml:trace>
</inkml:ink>
</file>

<file path=ppt/ink/ink3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12.21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0 138 1840 0 0,'2'-1'145'0'0,"-1"1"-1"0"0,0-1 1 0 0,1 1-1 0 0,-1 0 1 0 0,1-1-1 0 0,-1 1 1 0 0,1 0-1 0 0,-1 0 0 0 0,1 0 1 0 0,-1 0-1 0 0,1 0 1 0 0,-1 1-1 0 0,0-1 1 0 0,1 0-1 0 0,-1 1 1 0 0,1-1-1 0 0,-1 1 1 0 0,0-1-1 0 0,1 1 0 0 0,-1-1 1 0 0,0 1-1 0 0,1 0 1 0 0,-1 0-1 0 0,0 0 1 0 0,0 0-1 0 0,0 0 1 0 0,0 0-1 0 0,0 0 0 0 0,0 0 1 0 0,0 0-1 0 0,0 1 1 0 0,-1-1-1 0 0,2 2 1 0 0,4 8 432 0 0,0-1 1 0 0,-1 1-1 0 0,6 15 0 0 0,-4-9-71 0 0,-4-10-366 0 0,1 0 0 0 0,0-1 0 0 0,0 1-1 0 0,0-1 1 0 0,1 0 0 0 0,0 0 0 0 0,1 0-1 0 0,-1-1 1 0 0,12 9 0 0 0,-16-13-127 0 0,1 0-1 0 0,0 1 1 0 0,0-1 0 0 0,0 0 0 0 0,0 0-1 0 0,0 0 1 0 0,0-1 0 0 0,0 1 0 0 0,0 0-1 0 0,0-1 1 0 0,1 0 0 0 0,-1 1 0 0 0,0-1-1 0 0,0 0 1 0 0,0 0 0 0 0,1 0 0 0 0,-1 0 0 0 0,0-1-1 0 0,0 1 1 0 0,0 0 0 0 0,0-1 0 0 0,1 0-1 0 0,-1 1 1 0 0,0-1 0 0 0,0 0 0 0 0,0 0-1 0 0,-1 0 1 0 0,1 0 0 0 0,0-1 0 0 0,0 1-1 0 0,0-1 1 0 0,-1 1 0 0 0,1-1 0 0 0,-1 1-1 0 0,1-1 1 0 0,-1 0 0 0 0,0 1 0 0 0,2-5-1 0 0,2-1 2 0 0,-1-1 0 0 0,0 0-1 0 0,-1 0 1 0 0,0 0-1 0 0,0 0 1 0 0,-1-1-1 0 0,0 1 1 0 0,0-1-1 0 0,-1 1 1 0 0,0-1 0 0 0,-1 0-1 0 0,0 1 1 0 0,0-1-1 0 0,-3-15 1 0 0,-2-7-428 0 0,-2-1 1 0 0,-17-48-1 0 0,41 154 3663 0 0,-12-51-2950 0 0,0-1 0 0 0,12 32 0 0 0,-13-42-247 0 0,1-1 0 0 0,1 0 0 0 0,0 0 0 0 0,1-1 0 0 0,12 16 1 0 0,-14-21-592 0 0,0 1 1 0 0,0-1-1 0 0,1-1 1 0 0,0 1-1 0 0,0-1 1 0 0,1 0-1 0 0,-1 0 1 0 0,1 0-1 0 0,-1-1 1 0 0,12 3 0 0 0,1 1-3342 0 0</inkml:trace>
</inkml:ink>
</file>

<file path=ppt/ink/ink3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12.66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 0 4145 0 0,'-2'4'235'0'0,"1"0"0"0"0,0-1 0 0 0,0 1 0 0 0,0 0 0 0 0,0-1 0 0 0,1 1 0 0 0,0 0 0 0 0,-1 0 0 0 0,1 0 0 0 0,1-1 0 0 0,0 8 0 0 0,-1-4 66 0 0,1 4 85 0 0,0 0 1 0 0,0 0 0 0 0,1 0 0 0 0,0-1-1 0 0,1 1 1 0 0,0 0 0 0 0,1-1 0 0 0,0 0-1 0 0,1 0 1 0 0,8 13 0 0 0,-3-8-20 0 0,1 0 0 0 0,1-1 0 0 0,1 0 1 0 0,0-1-1 0 0,20 16 0 0 0,3 1-994 0 0,-1 2 1 0 0,-2 2 0 0 0,44 57-1 0 0,-57-65-308 0 0</inkml:trace>
</inkml:ink>
</file>

<file path=ppt/ink/ink3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13.01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0 406 6913 0 0,'8'-14'345'0'0,"0"1"-1"0"0,1 0 1 0 0,0 0-1 0 0,0 1 1 0 0,2 0-1 0 0,15-14 1 0 0,-5 5-83 0 0,122-122 1882 0 0,-113 116-2668 0 0,1 2 1 0 0,1 2-1 0 0,40-22 1 0 0,-34 29-2675 0 0,-20 13 1552 0 0</inkml:trace>
</inkml:ink>
</file>

<file path=ppt/ink/ink3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13.77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 1768 3225 0 0,'0'0'45'0'0,"0"0"0"0"0,1 0 0 0 0,-1 0 0 0 0,0 0 0 0 0,0-1 0 0 0,1 1 0 0 0,-1 0 0 0 0,0 0 0 0 0,0 0 0 0 0,1-1 0 0 0,-1 1 0 0 0,0 0 0 0 0,0 0 0 0 0,1 0 0 0 0,-1-1 0 0 0,0 1 0 0 0,0 0 0 0 0,0 0 0 0 0,0-1 0 0 0,1 1 0 0 0,-1 0 0 0 0,0-1 0 0 0,0 1 0 0 0,0 0 0 0 0,0-1 0 0 0,0 1 0 0 0,0 0 0 0 0,0-1 0 0 0,0 1 0 0 0,0 0 0 0 0,0 0 0 0 0,0-1 0 0 0,0 1 0 0 0,0 0 0 0 0,0-1 0 0 0,0 1 0 0 0,0 0 0 0 0,0-1 0 0 0,0 1-1 0 0,-1 0 1 0 0,1-1 0 0 0,0 1 0 0 0,0 0 0 0 0,0 0 0 0 0,0-1 0 0 0,-1 1 0 0 0,1 0 0 0 0,0 0 0 0 0,0 0 0 0 0,-1-1 0 0 0,1 1 0 0 0,0 0 0 0 0,0 0 0 0 0,-1 0 0 0 0,1-1 0 0 0,0 1 0 0 0,-1 0 0 0 0,1 0 0 0 0,0 0 0 0 0,0 0 0 0 0,-1 0 0 0 0,1 0 0 0 0,0 0 0 0 0,-1 0 0 0 0,1 0 0 0 0,0 0 0 0 0,-1 0 0 0 0,0 0 0 0 0,19-14 274 0 0,1 0 1 0 0,0 2-1 0 0,0 0 0 0 0,26-11 0 0 0,94-34 485 0 0,-67 28-120 0 0,320-137 1626 0 0,-72 20-1605 0 0,90-36-1146 0 0,342-65 1808 0 0,-623 208-1358 0 0,201-80 139 0 0,-144 49 37 0 0,178-70 83 0 0,-186 69-352 0 0,82-45-225 0 0,-19 8-114 0 0,91-41 678 0 0,-305 135 64 0 0,-21 11-403 0 0,0-1-1 0 0,0 1 1 0 0,1 0 0 0 0,-1 1-1 0 0,1-1 1 0 0,-1 1-1 0 0,1 1 1 0 0,0-1-1 0 0,-1 1 1 0 0,10-1-1 0 0,-5 7-1131 0 0,-6-2 417 0 0</inkml:trace>
</inkml:ink>
</file>

<file path=ppt/ink/ink3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14.77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0 5529 0 0,'5'5'5296'0'0,"6"11"-4414"0"0,49 92 903 0 0,-4-3-1441 0 0,5-3-1 0 0,97 123 1 0 0,-136-198-465 0 0,1-1-1314 0 0,32 51 1 0 0,-54-72-9 0 0</inkml:trace>
</inkml:ink>
</file>

<file path=ppt/ink/ink3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15.23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1 114 1376 0 0,'0'-5'166'0'0,"0"0"1"0"0,1 0-1 0 0,-1 0 0 0 0,1 0 0 0 0,0 0 0 0 0,1 0 1 0 0,-1 0-1 0 0,1 1 0 0 0,0-1 0 0 0,0 1 0 0 0,1-1 0 0 0,-1 1 1 0 0,1 0-1 0 0,0 0 0 0 0,0 0 0 0 0,0 0 0 0 0,0 0 1 0 0,1 1-1 0 0,0 0 0 0 0,-1-1 0 0 0,1 1 0 0 0,1 1 0 0 0,6-5 1 0 0,-7 5-83 0 0,-1 1 0 0 0,1 0 1 0 0,0-1-1 0 0,0 1 1 0 0,0 1-1 0 0,0-1 0 0 0,0 0 1 0 0,0 1-1 0 0,0 0 1 0 0,0 0-1 0 0,0 0 0 0 0,0 0 1 0 0,0 1-1 0 0,0 0 0 0 0,0 0 1 0 0,0 0-1 0 0,0 0 1 0 0,0 0-1 0 0,-1 1 0 0 0,1 0 1 0 0,0 0-1 0 0,-1 0 1 0 0,0 0-1 0 0,1 0 0 0 0,-1 1 1 0 0,0-1-1 0 0,0 1 1 0 0,0 0-1 0 0,3 5 0 0 0,-2-4-128 0 0,-1 0 0 0 0,0 0-1 0 0,-1 0 1 0 0,1 0-1 0 0,-1 0 1 0 0,1 1 0 0 0,-1-1-1 0 0,-1 1 1 0 0,1 0 0 0 0,-1 0-1 0 0,0 0 1 0 0,0-1-1 0 0,0 1 1 0 0,0 0 0 0 0,-1 0-1 0 0,0 0 1 0 0,0 5 0 0 0,-3 5-13 0 0,0-1 0 0 0,0 1 1 0 0,-1-1-1 0 0,-8 18 1 0 0,7-21 277 0 0,0 0 1 0 0,1 0 0 0 0,1 1-1 0 0,0-1 1 0 0,1 1 0 0 0,0 0-1 0 0,1 0 1 0 0,0 14 0 0 0,1-24-157 0 0,0-1-1 0 0,0 0 1 0 0,1 0 0 0 0,-1 1-1 0 0,0-1 1 0 0,1 0 0 0 0,-1 0-1 0 0,1 0 1 0 0,0 0 0 0 0,-1 0-1 0 0,1 1 1 0 0,0-1 0 0 0,0 0 0 0 0,-1-1-1 0 0,1 1 1 0 0,0 0 0 0 0,0 0-1 0 0,0 0 1 0 0,0 0 0 0 0,0-1-1 0 0,0 1 1 0 0,0 0 0 0 0,1-1-1 0 0,-1 1 1 0 0,0-1 0 0 0,0 0 0 0 0,0 1-1 0 0,1-1 1 0 0,-1 0 0 0 0,0 1-1 0 0,0-1 1 0 0,1 0 0 0 0,-1 0-1 0 0,0 0 1 0 0,1 0 0 0 0,-1-1-1 0 0,0 1 1 0 0,0 0 0 0 0,1 0 0 0 0,-1-1-1 0 0,1 0 1 0 0,11-2 373 0 0,-1 0 0 0 0,-1-1-1 0 0,17-7 1 0 0,-16 6 63 0 0,218-98 747 0 0,-195 93-2438 0 0,-11 10-3560 0 0,-13 3 824 0 0</inkml:trace>
</inkml:ink>
</file>

<file path=ppt/ink/ink3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17.06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81 1 6913 0 0,'-2'0'-60'0'0,"-1"1"-1"0"0,1 0 0 0 0,0 0 1 0 0,0 0-1 0 0,0 0 0 0 0,0 0 0 0 0,0 0 1 0 0,0 0-1 0 0,1 1 0 0 0,-1-1 1 0 0,0 1-1 0 0,1-1 0 0 0,-1 1 1 0 0,-1 2-1 0 0,-20 27 1529 0 0,18-21-1265 0 0,1 1 1 0 0,0 0-1 0 0,0 0 1 0 0,1 1-1 0 0,1-1 0 0 0,0 1 1 0 0,0-1-1 0 0,1 1 0 0 0,0 0 1 0 0,1 0-1 0 0,3 18 1 0 0,0-3 193 0 0,2 1 0 0 0,1-1 0 0 0,16 46 0 0 0,-6-30 242 0 0,1-1 0 0 0,25 44 0 0 0,-34-72-461 0 0,1-1-1 0 0,0 1 1 0 0,1-2 0 0 0,0 1-1 0 0,1-2 1 0 0,0 1 0 0 0,1-2 0 0 0,0 1-1 0 0,21 12 1 0 0,-7-8 23 0 0,1-1 0 0 0,31 11 0 0 0,-8-7-2394 0 0</inkml:trace>
</inkml:ink>
</file>

<file path=ppt/ink/ink3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17.47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10 281 6913 0 0,'0'0'26'0'0,"-1"0"-1"0"0,1 0 1 0 0,-1-1-1 0 0,1 1 0 0 0,-1 0 1 0 0,0-1-1 0 0,1 1 1 0 0,0-1-1 0 0,-1 1 0 0 0,1 0 1 0 0,-1-1-1 0 0,1 1 1 0 0,-1-1-1 0 0,1 1 0 0 0,0-1 1 0 0,-1 1-1 0 0,1-1 1 0 0,0 0-1 0 0,0 1 0 0 0,-1-1 1 0 0,1 1-1 0 0,0-1 1 0 0,0 0-1 0 0,0 1 0 0 0,0-1 1 0 0,0 0-1 0 0,5-21 119 0 0,22-22 275 0 0,-22 38-14 0 0,15-22 1049 0 0,1 1-1 0 0,37-37 1 0 0,-43 50-1778 0 0,1 0 1 0 0,33-21-1 0 0,-33 26-2643 0 0,-1 5-902 0 0</inkml:trace>
</inkml:ink>
</file>

<file path=ppt/ink/ink3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29.41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65 0 6449 0 0,'-1'25'3654'0'0,"-8"43"-1"0"0,0 5-2494 0 0,-12 181-916 0 0,-4 91 810 0 0,52 300-320 0 0,-1 15-2858 0 0,-27-614 1566 0 0,-5 92 881 0 0,-4-46-5507 0 0,7-76 1125 0 0</inkml:trace>
</inkml:ink>
</file>

<file path=ppt/ink/ink3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29.88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1 357 3681 0 0,'0'1'218'0'0,"1"0"0"0"0,0 0-1 0 0,-1 0 1 0 0,1 0 0 0 0,0 0 0 0 0,0 0 0 0 0,0 0 0 0 0,0 0 0 0 0,0 0-1 0 0,0 0 1 0 0,0 0 0 0 0,0-1 0 0 0,1 1 0 0 0,-1 0 0 0 0,0-1 0 0 0,0 1-1 0 0,1-1 1 0 0,1 1 0 0 0,10 6 2 0 0,37 39 1005 0 0,-39-33-1103 0 0,1-1 0 0 0,1-1 0 0 0,0 0 0 0 0,24 14 0 0 0,-34-23-64 0 0,1 0 0 0 0,0 0 0 0 0,0 0-1 0 0,0-1 1 0 0,0 1 0 0 0,0-1 0 0 0,1 0 0 0 0,-1-1 0 0 0,0 1 0 0 0,0-1 0 0 0,1 0 0 0 0,-1 0 0 0 0,0 0 0 0 0,1 0 0 0 0,-1-1 0 0 0,0 0 0 0 0,0 0-1 0 0,0 0 1 0 0,1 0 0 0 0,-1 0 0 0 0,0-1 0 0 0,-1 0 0 0 0,5-2 0 0 0,1-2 133 0 0,-1 0 0 0 0,0-1 0 0 0,-1 0 1 0 0,0 0-1 0 0,0-1 0 0 0,0 1 0 0 0,-1-2 0 0 0,0 1 0 0 0,6-13 0 0 0,40-86 1398 0 0,-49 101-1495 0 0,33-82 1064 0 0,35-75-194 0 0,-50 130-2583 0 0,-13 18-3925 0 0</inkml:trace>
</inkml:ink>
</file>

<file path=ppt/ink/ink3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24.6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71 611 920 0 0,'-11'13'191'0'0,"9"-11"-197"0"0,1 1 0 0 0,-1-1-1 0 0,0 0 1 0 0,0 0 0 0 0,0 0 0 0 0,0 0-1 0 0,0 0 1 0 0,-1 0 0 0 0,1 0 0 0 0,0-1 0 0 0,-1 1-1 0 0,1-1 1 0 0,-1 1 0 0 0,-3 0 0 0 0,5-3 42 0 0,0 1 1 0 0,1 0 0 0 0,-1-1 0 0 0,0 1 0 0 0,0-1 0 0 0,0 1-1 0 0,1-1 1 0 0,-1 0 0 0 0,0 1 0 0 0,1-1 0 0 0,-1 0 0 0 0,0 0-1 0 0,1 1 1 0 0,-1-1 0 0 0,1 0 0 0 0,-1 0 0 0 0,1 0 0 0 0,-1 0-1 0 0,1 1 1 0 0,0-1 0 0 0,0 0 0 0 0,-1 0 0 0 0,1 0 0 0 0,0 0-1 0 0,0 0 1 0 0,0-2 0 0 0,-5-28 943 0 0,5 31-931 0 0,-5-80 1884 0 0,6-82 1 0 0,1 49-919 0 0,0 73 80 0 0,11-65 0 0 0,0 17 394 0 0,-14 76-1610 0 0,-3 18-930 0 0,-3 22-3495 0 0,7-19 1991 0 0</inkml:trace>
</inkml:ink>
</file>

<file path=ppt/ink/ink3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25.20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1 136 1376 0 0,'5'1'5152'0'0,"11"0"-4435"0"0,1-1 0 0 0,0 0 0 0 0,-1-1-1 0 0,1-1 1 0 0,32-8 0 0 0,88-31 730 0 0,-69 19-766 0 0,-36 12-534 0 0,1 1 0 0 0,0 3 0 0 0,0 0 0 0 0,1 2 0 0 0,0 1 0 0 0,-1 2 0 0 0,1 2 0 0 0,54 7 0 0 0,-46-1-34 0 0,1-2-1 0 0,0-1 1 0 0,0-3-1 0 0,1-1 1 0 0,78-11-1 0 0,96-22 656 0 0,-181 30-712 0 0,0 1 0 0 0,1 3 0 0 0,69 9 0 0 0,-28 0-329 0 0,1-4 0 0 0,0-3 0 0 0,119-11 0 0 0,-186 8-801 0 0,1 0 0 0 0,-1 1 0 0 0,1 1 0 0 0,-1 0 0 0 0,0 1 0 0 0,0 0 1 0 0,23 10-1 0 0,-26-10 389 0 0,-2-1 59 0 0</inkml:trace>
</inkml:ink>
</file>

<file path=ppt/ink/ink3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25.8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130 27 3497 0 0,'-117'5'3356'0'0,"117"-5"-3313"0"0,-1 0-1 0 0,1 0 1 0 0,0 0-1 0 0,-1 0 1 0 0,1 0-1 0 0,0 0 1 0 0,-1 1-1 0 0,1-1 0 0 0,0 0 1 0 0,-1 0-1 0 0,1 0 1 0 0,0 0-1 0 0,-1 0 1 0 0,1 0-1 0 0,0 0 1 0 0,-1-1-1 0 0,1 1 0 0 0,-1 0 1 0 0,1 0-1 0 0,0 0 1 0 0,0 0-1 0 0,-1 0 1 0 0,1 0-1 0 0,0-1 1 0 0,-1 1-1 0 0,1 0 0 0 0,0 0 1 0 0,-1 0-1 0 0,1-1 1 0 0,0 1-1 0 0,0 0 1 0 0,0-1-1 0 0,-1 1 1 0 0,1 0-1 0 0,0 0 0 0 0,0-1 1 0 0,0 1-1 0 0,0 0 1 0 0,-1-1-1 0 0,1 1 1 0 0,0 0-1 0 0,0-1 1 0 0,0 1-1 0 0,0 0 0 0 0,0-1 1 0 0,0 1-1 0 0,0 0 1 0 0,0-1-1 0 0,0 1 1 0 0,0 0-1 0 0,0-1 1 0 0,0 1-1 0 0,0 0 0 0 0,0-1 1 0 0,0 1-1 0 0,1 0 1 0 0,-1-1-1 0 0,0 1 1 0 0,0 0-1 0 0,0-1 1 0 0,0 1-1 0 0,1 0 0 0 0,-1-1 1 0 0,0 1-1 0 0,0 0 1 0 0,1-1-1 0 0,0 0 148 0 0,1-1 0 0 0,-1 1 0 0 0,0-1-1 0 0,1 1 1 0 0,0-1 0 0 0,-1 1 0 0 0,1 0 0 0 0,0 0 0 0 0,-1 0-1 0 0,4-1 1 0 0,0 1-100 0 0,0 0 0 0 0,0 0-1 0 0,0 1 1 0 0,0 0 0 0 0,0 0-1 0 0,0 1 1 0 0,0-1 0 0 0,-1 1 0 0 0,1 0-1 0 0,0 0 1 0 0,6 3 0 0 0,57 25-278 0 0,-25-10-51 0 0,-29-13 108 0 0,20 7 403 0 0,50 26-1 0 0,-76-35-207 0 0,0 1 0 0 0,0 0-1 0 0,-1 0 1 0 0,1 1-1 0 0,-1 0 1 0 0,-1 0 0 0 0,1 1-1 0 0,-1 0 1 0 0,0 0 0 0 0,0 0-1 0 0,6 12 1 0 0,-11-17-57 0 0,0 0-1 0 0,-1 0 1 0 0,1 0 0 0 0,-1 0-1 0 0,1 0 1 0 0,-1 1 0 0 0,0-1-1 0 0,1 0 1 0 0,-1 0 0 0 0,0 0-1 0 0,-1 0 1 0 0,1 1 0 0 0,0-1-1 0 0,-1 0 1 0 0,1 0 0 0 0,-1 0-1 0 0,1 0 1 0 0,-1 0 0 0 0,0 0-1 0 0,0 0 1 0 0,0 0 0 0 0,0 0-1 0 0,0 0 1 0 0,0-1 0 0 0,-1 1-1 0 0,-1 2 1 0 0,-6 5 92 0 0,0-1 1 0 0,0 0-1 0 0,-18 12 1 0 0,3-2 66 0 0,-73 79-32 0 0,16-13-2643 0 0,74-78 1595 0 0</inkml:trace>
</inkml:ink>
</file>

<file path=ppt/ink/ink3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26.4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1077 456 0 0,'1'-38'2722'0'0,"5"-50"28"0"0,-8-118 0 0 0,-2 59-1446 0 0,3 88-1060 0 0,2 0 0 0 0,3 0 0 0 0,3 0 0 0 0,17-70 0 0 0,7 33-416 0 0,-16 57-1051 0 0,11-56 1 0 0,-25 92 472 0 0</inkml:trace>
</inkml:ink>
</file>

<file path=ppt/ink/ink3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27.2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173 197 2441 0 0,'0'0'8'0'0,"-1"-1"0"0"0,0 1 0 0 0,1 0 0 0 0,-1 0 0 0 0,1 0 0 0 0,-1 0 0 0 0,1 0 0 0 0,-1-1 0 0 0,1 1 0 0 0,-1 0 0 0 0,1-1 0 0 0,-1 1 0 0 0,1 0 0 0 0,-1-1 0 0 0,1 1 0 0 0,0 0 0 0 0,-1-1 0 0 0,1 1 0 0 0,0-1 0 0 0,-1 1 1 0 0,1-1-1 0 0,0 1 0 0 0,-1-1 0 0 0,1 1 0 0 0,0-1 0 0 0,0 1 0 0 0,0-1 0 0 0,-1 1 0 0 0,1-1 0 0 0,0 1 0 0 0,0-1 0 0 0,0 1 0 0 0,0-1 0 0 0,0 0 0 0 0,0 1 0 0 0,0-1 0 0 0,0 1 0 0 0,0-1 0 0 0,1 0 0 0 0,3-21 295 0 0,-4 22-278 0 0,2-4-22 0 0,0-1-1 0 0,0 1 1 0 0,0 0-1 0 0,0 0 1 0 0,1 0-1 0 0,0 0 1 0 0,0 1-1 0 0,0-1 1 0 0,0 1-1 0 0,5-5 1 0 0,14-15-218 0 0,-17 11 58 0 0,-5 12 148 0 0,0 0 0 0 0,0 0 0 0 0,0 0 0 0 0,0 0 0 0 0,0 0 0 0 0,0 0 0 0 0,0 0 1 0 0,0 0-1 0 0,-1 0 0 0 0,1 0 0 0 0,0 0 0 0 0,0 0 0 0 0,0 0 0 0 0,0 0 0 0 0,0 0 0 0 0,0 0 0 0 0,0 0 0 0 0,0 0 1 0 0,-1 0-1 0 0,1 0 0 0 0,0 0 0 0 0,0 0 0 0 0,0 0 0 0 0,0 0 0 0 0,0 0 0 0 0,0 0 0 0 0,0 0 0 0 0,0 0 0 0 0,0-1 1 0 0,-1 1-1 0 0,1 0 0 0 0,0 0 0 0 0,0 0 0 0 0,0 0 0 0 0,0 0 0 0 0,0 0 0 0 0,0 0 0 0 0,0 0 0 0 0,0 0 0 0 0,0-1 1 0 0,0 1-1 0 0,0 0 0 0 0,0 0 0 0 0,0 0-61 0 0,-4 2-86 0 0,-15 5 594 0 0,1 2-1 0 0,0 0 0 0 0,1 1 1 0 0,0 1-1 0 0,1 0 0 0 0,0 1 1 0 0,0 1-1 0 0,2 0 0 0 0,-1 2 1 0 0,2-1-1 0 0,-23 32 0 0 0,33-37-198 0 0,9-11 52 0 0,13-15 133 0 0,20-50 270 0 0,-29 47-403 0 0,1 0 1 0 0,1 1-1 0 0,1 0 1 0 0,23-25-1 0 0,-31 40-165 0 0,-1-1 0 0 0,1 1 0 0 0,0 0 0 0 0,1 0-1 0 0,-1 1 1 0 0,1-1 0 0 0,0 1 0 0 0,0 1-1 0 0,0-1 1 0 0,0 1 0 0 0,0 0 0 0 0,0 0 0 0 0,0 1-1 0 0,1 0 1 0 0,-1 0 0 0 0,1 0 0 0 0,-1 1-1 0 0,1 0 1 0 0,-1 0 0 0 0,9 2 0 0 0,2 0 98 0 0,-9-2-126 0 0,0 1 0 0 0,0 1-1 0 0,0-1 1 0 0,9 4 0 0 0,-15-4-39 0 0,0 0 1 0 0,0 0 0 0 0,-1-1-1 0 0,1 1 1 0 0,0 1-1 0 0,0-1 1 0 0,-1 0-1 0 0,1 0 1 0 0,-1 1-1 0 0,1-1 1 0 0,-1 1-1 0 0,0-1 1 0 0,1 1 0 0 0,-1-1-1 0 0,0 1 1 0 0,0 0-1 0 0,0 0 1 0 0,0 0-1 0 0,-1-1 1 0 0,1 1-1 0 0,1 3 1 0 0,2 16 381 0 0,-3-13-508 0 0,1 0 0 0 0,0 0 0 0 0,0 0 0 0 0,0 0-1 0 0,1 0 1 0 0,1-1 0 0 0,7 14 0 0 0,-6-15-628 0 0</inkml:trace>
</inkml:ink>
</file>

<file path=ppt/ink/ink3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32.5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60 52 920 0 0,'-2'-5'298'0'0,"-1"1"0"0"0,-1-1 0 0 0,1 1 0 0 0,-1 0 1 0 0,1 0-1 0 0,-1 0 0 0 0,0 0 0 0 0,-1 1 0 0 0,1-1 0 0 0,-1 1 0 0 0,-8-5 0 0 0,8 10 829 0 0,7 7-409 0 0,8 7-10 0 0,10-1-284 0 0,0-1 1 0 0,2 0 0 0 0,0-2 0 0 0,0-1-1 0 0,26 9 1 0 0,6 4 597 0 0,-34-14-850 0 0,32 15-297 0 0,2-1-1 0 0,82 23 1 0 0,-110-41-4115 0 0</inkml:trace>
</inkml:ink>
</file>

<file path=ppt/ink/ink3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32.89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285 20 456 0 0,'-6'-1'647'0'0,"-1"0"-1"0"0,1 0 1 0 0,-1 0-1 0 0,1-1 1 0 0,-9-3-1 0 0,-14-3 3053 0 0,27 8-3560 0 0,1 0 0 0 0,0 0 0 0 0,0 1 1 0 0,0-1-1 0 0,0 0 0 0 0,0 1 0 0 0,0-1 1 0 0,0 1-1 0 0,0-1 0 0 0,0 1 0 0 0,0 0 1 0 0,0-1-1 0 0,0 1 0 0 0,0 0 0 0 0,1 0 1 0 0,-1-1-1 0 0,0 1 0 0 0,0 0 0 0 0,1 0 1 0 0,-1 0-1 0 0,1 0 0 0 0,-1 0 0 0 0,1 0 1 0 0,-1 0-1 0 0,0 2 0 0 0,-12 30 428 0 0,13-31-405 0 0,-163 503-26 0 0,158-486-1526 0 0,1 0-2730 0 0</inkml:trace>
</inkml:ink>
</file>

<file path=ppt/ink/ink3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4:02.6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1 684 456 0 0,'0'3'159'0'0,"0"-1"-1"0"0,0 1 0 0 0,0 0 1 0 0,1 0-1 0 0,-1 0 1 0 0,1-1-1 0 0,0 1 1 0 0,0 0-1 0 0,0-1 1 0 0,0 1-1 0 0,0 0 1 0 0,0-1-1 0 0,2 3 1 0 0,-2-4-135 0 0,0-1 0 0 0,0 1 0 0 0,-1-1 0 0 0,1 1 0 0 0,0-1 1 0 0,0 1-1 0 0,0-1 0 0 0,0 1 0 0 0,-1-1 0 0 0,1 0 0 0 0,0 0 0 0 0,0 1 1 0 0,0-1-1 0 0,0 0 0 0 0,0 0 0 0 0,0 0 0 0 0,0 0 0 0 0,0 0 0 0 0,0 0 1 0 0,0 0-1 0 0,0 0 0 0 0,-1-1 0 0 0,1 1 0 0 0,0 0 0 0 0,0-1 1 0 0,0 1-1 0 0,0 0 0 0 0,0-1 0 0 0,0 1 0 0 0,-1-1 0 0 0,1 1 0 0 0,0-1 1 0 0,0 1-1 0 0,-1-1 0 0 0,1 0 0 0 0,0 1 0 0 0,-1-1 0 0 0,1 0 0 0 0,-1 0 1 0 0,2-1-1 0 0,-11-15 5745 0 0,6 13-5712 0 0,0-1 0 0 0,1 1 0 0 0,-1-1 1 0 0,1 0-1 0 0,0 0 0 0 0,-2-8 0 0 0,1-41 455 0 0,3-1 0 0 0,9-75 0 0 0,1-35-342 0 0,-10 161-192 0 0,0-14 271 0 0,0 0-1 0 0,1 0 1 0 0,1 0-1 0 0,0 1 1 0 0,7-23-1 0 0,-9 40-266 0 0,0 1 0 0 0,0-1 0 0 0,0 1 0 0 0,0 0 0 0 0,0-1 0 0 0,0 1 0 0 0,0-1 0 0 0,0 1 0 0 0,0 0 0 0 0,0-1 0 0 0,0 1 0 0 0,0-1 0 0 0,0 1 0 0 0,1-1 0 0 0,-1 1 0 0 0,0 0 0 0 0,0-1 0 0 0,1 1 0 0 0,-1-1 0 0 0,0 1 0 0 0,1-1 0 0 0,-1 0 0 0 0,1 1-1 0 0,-1-1 1 0 0,1 1 0 0 0,-1-1 0 0 0,1 0 0 0 0,0 1 0 0 0,24 10 758 0 0,-19-9-629 0 0,0-1 0 0 0,0 0 0 0 0,1 0 0 0 0,-1-1 0 0 0,0 1 0 0 0,11-2 0 0 0,225-66 757 0 0,-160 41-440 0 0,-49 18-382 0 0,-1 2 1 0 0,1 1-1 0 0,35 0 0 0 0,29-5-31 0 0,52 0 454 0 0,-8 0 247 0 0,-109 6-612 0 0,-1 2 0 0 0,1 1 0 0 0,0 2 0 0 0,-1 0 0 0 0,58 12 0 0 0,-61-9-39 0 0,-1-2-1 0 0,56-2 1 0 0,21 1 61 0 0,138 9 194 0 0,162 20 485 0 0,-380-29-731 0 0,-1-1 0 0 0,1-1 0 0 0,27-5 0 0 0,39-2 105 0 0,-46 18-851 0 0</inkml:trace>
</inkml:ink>
</file>

<file path=ppt/ink/ink3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4:04.0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294 62 2304 0 0,'-41'-21'349'0'0,"30"20"438"0"0,1 0 0 0 0,-1 0 0 0 0,1 1 1 0 0,-1 0-1 0 0,1 0 0 0 0,-1 2 1 0 0,1-1-1 0 0,-16 5 0 0 0,11-3-522 0 0,0 0 0 0 0,0-1 1 0 0,1 0-1 0 0,-1-2 0 0 0,0 0 0 0 0,-19-2 0 0 0,33 2-274 0 0,0 0-1 0 0,1 0 0 0 0,-1 0 0 0 0,0 0 0 0 0,0 0 1 0 0,0 0-1 0 0,0 0 0 0 0,1-1 0 0 0,-1 1 0 0 0,0 0 0 0 0,0-1 1 0 0,0 1-1 0 0,1 0 0 0 0,-1-1 0 0 0,0 1 0 0 0,1-1 0 0 0,-1 1 1 0 0,0-1-1 0 0,1 0 0 0 0,-1 1 0 0 0,1-1 0 0 0,-1 1 0 0 0,1-1 1 0 0,-1 0-1 0 0,1 0 0 0 0,-1 1 0 0 0,1-1 0 0 0,-1-2 0 0 0,1 2-24 0 0,0 0-1 0 0,1 0 0 0 0,-1 0 0 0 0,0-1 0 0 0,1 1 0 0 0,-1 0 1 0 0,0 0-1 0 0,1 0 0 0 0,0 0 0 0 0,-1-1 0 0 0,1 1 0 0 0,0 0 0 0 0,-1 0 1 0 0,1 0-1 0 0,0 1 0 0 0,0-1 0 0 0,1-1 0 0 0,0 0-13 0 0,0 0 0 0 0,1 0 0 0 0,-1 0 0 0 0,0 0 0 0 0,1 1 0 0 0,-1-1 0 0 0,1 1 0 0 0,-1 0 0 0 0,1 0 0 0 0,0 0 0 0 0,-1 0 0 0 0,1 0 0 0 0,0 0 0 0 0,0 1 0 0 0,0-1 0 0 0,0 1 0 0 0,-1 0 0 0 0,5 0 0 0 0,85 36 3457 0 0,-57-21-2277 0 0,60 17 0 0 0,93 15-57 0 0,-166-39-952 0 0,-40-9-5317 0 0,0 0 4349 0 0,0 1 1 0 0,-26 3 0 0 0,-16 0 823 0 0,56-2 262 0 0,0-1-1 0 0,0 1 1 0 0,0 0 0 0 0,0 0 0 0 0,0 1 0 0 0,0-1 0 0 0,0 1 0 0 0,1 0 0 0 0,-1 0 0 0 0,-3 3 0 0 0,-41 30 362 0 0,21-15-861 0 0,15-12 138 0 0,-1-1 0 0 0,1 0 0 0 0,-1-1 0 0 0,-1-1 1 0 0,1 0-1 0 0,-1 0 0 0 0,-23 3 0 0 0,37-8 71 0 0,0 1-1 0 0,-1-1 1 0 0,1 0 0 0 0,0 0-1 0 0,-1 0 1 0 0,1 0-1 0 0,0 1 1 0 0,-1-1 0 0 0,1 0-1 0 0,0 0 1 0 0,-1 0 0 0 0,1 0-1 0 0,0 0 1 0 0,-1 0-1 0 0,1 0 1 0 0,0 0 0 0 0,-1 0-1 0 0,1 0 1 0 0,0 0 0 0 0,-1 0-1 0 0,1 0 1 0 0,0 0-1 0 0,-1 0 1 0 0,1-1 0 0 0,0 1-1 0 0,-1 0 1 0 0,1 0 0 0 0,0 0-1 0 0,0 0 1 0 0,-1-1-1 0 0,1 1 1 0 0,0 0 0 0 0,0 0-1 0 0,-1-1 1 0 0,1 1 0 0 0,0 0-1 0 0,0 0 1 0 0,0-1-1 0 0,-1 1 1 0 0,1 0 0 0 0,0 0-1 0 0,0-1 1 0 0,0 1 0 0 0,0-1-1 0 0,16-11-3203 0 0,-9 6 1216 0 0</inkml:trace>
</inkml:ink>
</file>

<file path=ppt/ink/ink3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4:06.32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88 64 888 0 0,'-7'0'195'0'0,"1"0"0"0"0,-1 1 0 0 0,1 0 0 0 0,-1 0 0 0 0,-11 4-1 0 0,16-5-38 0 0,0 1-1 0 0,-1 0 0 0 0,1 0 0 0 0,0 1 0 0 0,0-1 0 0 0,0 0 0 0 0,-1 1 0 0 0,2-1 0 0 0,-1 1 0 0 0,0 0 0 0 0,0-1 0 0 0,0 1 0 0 0,1 0 0 0 0,-1 0 0 0 0,1 0 0 0 0,0 0 0 0 0,-1 0 0 0 0,1 1 0 0 0,-1 2 0 0 0,4-2 69 0 0,-1 1-1 0 0,1-1 0 0 0,-1 1 1 0 0,1-1-1 0 0,1 0 0 0 0,-1 0 0 0 0,0 0 1 0 0,1 0-1 0 0,-1 0 0 0 0,5 4 0 0 0,3 3 45 0 0,-4-2-131 0 0,12 14 329 0 0,-1 2 1 0 0,15 28-1 0 0,-30-44-1685 0 0,-8-16 169 0 0,-9-13-43 0 0,8 7 972 0 0,1 0 1 0 0,0 0-1 0 0,1-1 1 0 0,0 0-1 0 0,1 0 1 0 0,1 0-1 0 0,0-1 1 0 0,2 1-1 0 0,-1 0 1 0 0,2-25-1 0 0,11 28 3833 0 0,-13 31-3392 0 0,0-3-113 0 0,-9 59-113 0 0,0 85 0 0 0,20-245-5362 0 0,-8 43 4892 0 0,10-53-1 0 0,-5 49 818 0 0,-8 14 542 0 0,-4 22 807 0 0,5 10-1672 0 0,1 0 0 0 0,-1 0-1 0 0,1 0 1 0 0,-1 0 0 0 0,1 1-1 0 0,-1-1 1 0 0,1 0 0 0 0,-1 0 0 0 0,1 1-1 0 0,-1-1 1 0 0,1 0 0 0 0,-1 0-1 0 0,1 1 1 0 0,-1-1 0 0 0,1 1-1 0 0,0-1 1 0 0,-1 0 0 0 0,1 1-1 0 0,-1-1 1 0 0,1 1 0 0 0,0-1 0 0 0,0 1-1 0 0,-2 1 956 0 0,-14 67 606 0 0,13-39-1541 0 0,2 0-1 0 0,2 0 1 0 0,0 0-1 0 0,2 0 1 0 0,2-1 0 0 0,7 30-1 0 0,-12-58-174 0 0,0 0 0 0 0,0 0 0 0 0,0 0 0 0 0,1 0 0 0 0,-1 0 1 0 0,0 0-1 0 0,1 0 0 0 0,-1 0 0 0 0,1 0 0 0 0,-1 0 0 0 0,1 0 0 0 0,-1 0 0 0 0,1 0 0 0 0,0 0 0 0 0,-1-1 0 0 0,1 1 0 0 0,0 0 1 0 0,0 0-1 0 0,0-1 0 0 0,-1 1 0 0 0,3 0 0 0 0,-2-1-52 0 0,0 0 0 0 0,0 0 0 0 0,-1 0 0 0 0,1 0 1 0 0,0 0-1 0 0,0-1 0 0 0,-1 1 0 0 0,1 0 0 0 0,0-1 0 0 0,-1 1 0 0 0,1 0 1 0 0,0-1-1 0 0,-1 1 0 0 0,1-1 0 0 0,0 1 0 0 0,-1-1 0 0 0,1 1 0 0 0,-1-1 1 0 0,1 0-1 0 0,-1 1 0 0 0,1-1 0 0 0,-1 0 0 0 0,4-4-381 0 0,-1-1 0 0 0,0 1 0 0 0,-1 0 0 0 0,1-1 0 0 0,-1 0 0 0 0,2-6-1 0 0,-2-9-395 0 0,-1 1-1 0 0,0 0 1 0 0,-2 0-1 0 0,0-1 0 0 0,-2 1 1 0 0,-6-28-1 0 0,4 18 1194 0 0,5 29-214 0 0,0 1 1 0 0,0-1 0 0 0,0 0 0 0 0,0 1 0 0 0,0-1 0 0 0,-1 0 0 0 0,1 1 0 0 0,0-1 0 0 0,0 1 0 0 0,0-1 0 0 0,-1 0 0 0 0,1 1 0 0 0,0-1 0 0 0,-1 1 0 0 0,1-1 0 0 0,-1 0-1 0 0,1 1 1 0 0,0-1 0 0 0,-1 1 0 0 0,1-1 0 0 0,-1 1 0 0 0,1 0 0 0 0,-1-1 0 0 0,0 1 0 0 0,1-1 0 0 0,-1 1 0 0 0,1 0 0 0 0,-1 0 0 0 0,-7-1 3210 0 0,5 3-3060 0 0,-7 7 417 0 0,0-1-381 0 0,9-9-318 0 0,1 1 0 0 0,-1 0 0 0 0,1 0-1 0 0,0 0 1 0 0,-1 0 0 0 0,1-1 0 0 0,-1 1-1 0 0,1 0 1 0 0,-1 0 0 0 0,1-1 0 0 0,0 1 0 0 0,-1 0-1 0 0,1-1 1 0 0,0 1 0 0 0,-1 0 0 0 0,1-1 0 0 0,0 1-1 0 0,0-1 1 0 0,-1 1 0 0 0,1 0 0 0 0,0-1 0 0 0,0 1-1 0 0,0-1 1 0 0,-1 1 0 0 0,1-1 0 0 0,0 1 0 0 0,0-1-1 0 0,0 0 1 0 0,0 1-1 0 0,0-1 0 0 0,0 1 0 0 0,0 0 0 0 0,0-1 0 0 0,0 1 0 0 0,-1-1 0 0 0,1 1 0 0 0,0 0 0 0 0,0-1 0 0 0,0 1 0 0 0,-1-1 0 0 0,1 1 0 0 0,0 0 0 0 0,0-1 0 0 0,-1 1 0 0 0,1 0 0 0 0,0-1-1 0 0,0 1 1 0 0,-1 0 0 0 0,1-1 0 0 0,-1 1 0 0 0,1 0 0 0 0,-7 3 3091 0 0,38 1-1637 0 0,45 13 0 0 0,-40-7-1151 0 0,85 21-111 0 0,-103-27-215 0 0,1-2 0 0 0,0 0 0 0 0,0-1 0 0 0,27-1 0 0 0,-34-3 228 0 0,2 1-935 0 0,-14 5 300 0 0,-8 4 164 0 0,-27 18 565 0 0,14-8-259 0 0,0-2-1 0 0,-1 0 1 0 0,-1-1 0 0 0,0-1-1 0 0,-1-2 1 0 0,-31 12-1 0 0,41-18-84 0 0,0 1 0 0 0,1 1 0 0 0,0 0-1 0 0,0 0 1 0 0,1 2 0 0 0,-20 16-1 0 0,-27 17-1574 0 0,48-37 606 0 0,19-13-117 0 0,4-4 332 0 0,3-3 983 0 0,1-1-1 0 0,1 2 1 0 0,0 0-1 0 0,1 1 1 0 0,0 1-1 0 0,1 1 1 0 0,21-9-1 0 0,101-29 2612 0 0,-105 39-1372 0 0,-57 12-1673 0 0,0 1 0 0 0,0 1 0 0 0,0 0 0 0 0,1 2 0 0 0,-1 0 0 0 0,1 2 0 0 0,1 0 0 0 0,0 1 0 0 0,0 1 0 0 0,0 1 0 0 0,2 0 0 0 0,-20 16 0 0 0,23-16-52 0 0,10-8 184 0 0,0 0 0 0 0,0 0 1 0 0,0 1-1 0 0,1 0 0 0 0,-1-1 1 0 0,1 1-1 0 0,-5 7 0 0 0,8-11 132 0 0,0 0-1 0 0,1 0 1 0 0,-1 1-1 0 0,0-1 1 0 0,0 0-1 0 0,0 0 1 0 0,1 0 0 0 0,-1 0-1 0 0,0 0 1 0 0,0 0-1 0 0,1 1 1 0 0,-1-1-1 0 0,0 0 1 0 0,0 0-1 0 0,1 0 1 0 0,-1 0 0 0 0,0 0-1 0 0,0 0 1 0 0,1 0-1 0 0,-1 0 1 0 0,0 0-1 0 0,1 0 1 0 0,-1 0-1 0 0,0 0 1 0 0,0 0 0 0 0,1 0-1 0 0,-1-1 1 0 0,0 1-1 0 0,0 0 1 0 0,1 0-1 0 0,-1 0 1 0 0,0 0-1 0 0,0 0 1 0 0,0-1-1 0 0,1 1 1 0 0,-1 0 0 0 0,0 0-1 0 0,0 0 1 0 0,0 0-1 0 0,1-1 1 0 0,-1 1-1 0 0,0 0 1 0 0,0-1-1 0 0,15-7-163 0 0,24-15-120 0 0,-27 16 16 0 0,0-1-1 0 0,0 1 1 0 0,16-15 0 0 0,-25 19 239 0 0,0 0 0 0 0,0 0 0 0 0,-1 0 0 0 0,0 0 0 0 0,1 0 0 0 0,-1-1 0 0 0,0 1-1 0 0,0-1 1 0 0,-1 1 0 0 0,1-1 0 0 0,-1 0 0 0 0,0 1 0 0 0,0-1 0 0 0,0 0 0 0 0,0 0 0 0 0,-1 0 0 0 0,1-5 0 0 0,-1 9 55 0 0,0 0-1 0 0,0-1 1 0 0,0 1 0 0 0,0 0 0 0 0,0-1 0 0 0,0 1 0 0 0,0 0-1 0 0,0 0 1 0 0,0-1 0 0 0,0 1 0 0 0,0 0 0 0 0,0-1 0 0 0,0 1 0 0 0,0 0-1 0 0,0 0 1 0 0,0-1 0 0 0,0 1 0 0 0,0 0 0 0 0,0-1 0 0 0,0 1-1 0 0,-1 0 1 0 0,1 0 0 0 0,0-1 0 0 0,0 1 0 0 0,0 0 0 0 0,0 0 0 0 0,-1 0-1 0 0,1-1 1 0 0,0 1 0 0 0,0 0 0 0 0,-1 0 0 0 0,1 0 0 0 0,0 0-1 0 0,-1-1 1 0 0,-7 8-307 0 0,-5 14-822 0 0,12-20 1110 0 0,-9 18-2121 0 0,9-13 466 0 0,8-9 1340 0 0,0-7 780 0 0,-6 3-241 0 0</inkml:trace>
</inkml:ink>
</file>

<file path=ppt/ink/ink3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4:17.4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79 28 3225 0 0,'-3'2'22'0'0,"1"0"0"0"0,0 0 0 0 0,0 1 1 0 0,0-1-1 0 0,0 0 0 0 0,0 1 0 0 0,0-1 0 0 0,0 1 1 0 0,1 0-1 0 0,0 0 0 0 0,-1 0 0 0 0,1-1 1 0 0,-1 4-1 0 0,-1 2 171 0 0,-4 4 188 0 0,1 0-1 0 0,1 1 1 0 0,0 0 0 0 0,1 0 0 0 0,0 0-1 0 0,1 0 1 0 0,-3 28 0 0 0,6-40-356 0 0,0-1 1 0 0,0 1-1 0 0,1 0 1 0 0,-1-1-1 0 0,0 1 1 0 0,0 0-1 0 0,1-1 1 0 0,-1 1-1 0 0,0-1 1 0 0,1 1-1 0 0,-1 0 1 0 0,1-1-1 0 0,-1 1 1 0 0,1-1-1 0 0,-1 1 1 0 0,1-1-1 0 0,-1 1 1 0 0,1-1-1 0 0,-1 0 1 0 0,1 1-1 0 0,-1-1 1 0 0,1 0-1 0 0,0 1 1 0 0,-1-1-1 0 0,1 0 1 0 0,0 0-1 0 0,-1 1 1 0 0,1-1-1 0 0,0 0 1 0 0,-1 0-1 0 0,1 0 1 0 0,0 0 0 0 0,0 0-1 0 0,-1 0 1 0 0,1 0-1 0 0,0 0 1 0 0,-1 0-1 0 0,1-1 1 0 0,0 1-1 0 0,-1 0 1 0 0,1 0-1 0 0,0-1 1 0 0,-1 1-1 0 0,2-1 1 0 0,29-13 885 0 0,-25 8-833 0 0,-1 1 0 0 0,0-2-1 0 0,-1 1 1 0 0,1 0 0 0 0,-1-1 0 0 0,0 0 0 0 0,-1 0 0 0 0,0 0 0 0 0,0 0-1 0 0,0 0 1 0 0,1-11 0 0 0,-2 12-24 0 0,-1 1-1 0 0,0-1 1 0 0,0 0 0 0 0,0 1-1 0 0,-1-1 1 0 0,0 0 0 0 0,0 1-1 0 0,0-1 1 0 0,-1 0-1 0 0,0 0 1 0 0,0 1 0 0 0,0-1-1 0 0,-1 1 1 0 0,0-1 0 0 0,-5-9-1 0 0,7 14-52 0 0,0 1-1 0 0,-1-1 0 0 0,1 0 0 0 0,0 1 1 0 0,-1-1-1 0 0,1 1 0 0 0,-1-1 0 0 0,1 1 1 0 0,-1-1-1 0 0,1 1 0 0 0,-1-1 0 0 0,0 1 1 0 0,1-1-1 0 0,-1 1 0 0 0,1 0 1 0 0,-1-1-1 0 0,0 1 0 0 0,1 0 0 0 0,-1 0 1 0 0,0-1-1 0 0,1 1 0 0 0,-1 0 0 0 0,0 0 1 0 0,0 0-1 0 0,1 0 0 0 0,-1 0 0 0 0,0 0 1 0 0,0 0-1 0 0,1 0 0 0 0,-1 0 1 0 0,0 0-1 0 0,0 1 0 0 0,-1 0 1 0 0,0 0 0 0 0,0 0 1 0 0,0 1-1 0 0,0-1 0 0 0,1 1 0 0 0,-1-1 0 0 0,0 1 1 0 0,1-1-1 0 0,0 1 0 0 0,-3 3 0 0 0,-2 6-10 0 0,0-1-1 0 0,1 1 1 0 0,-4 11-1 0 0,5-11-33 0 0,0 1 0 0 0,1-1 0 0 0,-1 15 0 0 0,3-23 26 0 0,1-1 0 0 0,-1 1 0 0 0,1 0 0 0 0,0 0 0 0 0,0-1 0 0 0,0 1 0 0 0,0 0 0 0 0,1 0 1 0 0,-1-1-1 0 0,1 1 0 0 0,0 0 0 0 0,0-1 0 0 0,0 1 0 0 0,0 0 0 0 0,0-1 0 0 0,0 1 0 0 0,1-1 0 0 0,-1 0 0 0 0,4 4 0 0 0,-4-5-11 0 0,0 0-1 0 0,0 0 0 0 0,0 0 0 0 0,0-1 0 0 0,0 1 0 0 0,0-1 0 0 0,0 1 0 0 0,0-1 0 0 0,0 1 0 0 0,0-1 0 0 0,1 1 0 0 0,-1-1 0 0 0,0 0 1 0 0,0 0-1 0 0,0 0 0 0 0,1 0 0 0 0,-1 1 0 0 0,0-2 0 0 0,0 1 0 0 0,1 0 0 0 0,-1 0 0 0 0,0 0 0 0 0,0-1 0 0 0,0 1 0 0 0,1 0 0 0 0,-1-1 1 0 0,0 1-1 0 0,0-1 0 0 0,0 1 0 0 0,0-1 0 0 0,0 0 0 0 0,0 0 0 0 0,0 1 0 0 0,1-2 0 0 0,1-1-9 0 0,-1 1-1 0 0,0 0 0 0 0,-1 0 1 0 0,1-1-1 0 0,0 1 1 0 0,-1-1-1 0 0,1 0 1 0 0,-1 1-1 0 0,0-1 1 0 0,0 0-1 0 0,0 0 0 0 0,1-5 1 0 0,-1 2-75 0 0,-1 0 0 0 0,-1 1-1 0 0,1-1 1 0 0,-1 0 0 0 0,0 0 0 0 0,0 1 0 0 0,0-1 0 0 0,-1 1-1 0 0,0-1 1 0 0,0 1 0 0 0,-1 0 0 0 0,-2-6 0 0 0,4 10 27 0 0,0-1 0 0 0,1 1 1 0 0,-1 0-1 0 0,0 0 0 0 0,0-1 1 0 0,0 1-1 0 0,0 0 0 0 0,0 0 0 0 0,0 0 1 0 0,0 0-1 0 0,0 0 0 0 0,0 0 1 0 0,-1 0-1 0 0,1 0 0 0 0,0 1 1 0 0,-1-1-1 0 0,1 0 0 0 0,0 1 0 0 0,-1-1 1 0 0,1 1-1 0 0,-1 0 0 0 0,1-1 1 0 0,-1 1-1 0 0,1 0 0 0 0,-1 0 1 0 0,1 0-1 0 0,-1 0 0 0 0,1 0 1 0 0,-1 0-1 0 0,1 0 0 0 0,-1 1 0 0 0,1-1 1 0 0,-1 0-1 0 0,1 1 0 0 0,0-1 1 0 0,-1 1-1 0 0,1 0 0 0 0,-1-1 1 0 0,1 1-1 0 0,0 0 0 0 0,0 0 1 0 0,0 0-1 0 0,-1 0 0 0 0,1 0 0 0 0,0 0 1 0 0,0 0-1 0 0,0 0 0 0 0,0 0 1 0 0,-1 3-1 0 0,1-3 67 0 0,-1 1 1 0 0,1-1 0 0 0,-1 1-1 0 0,1-1 1 0 0,0 1-1 0 0,-1 0 1 0 0,1 0-1 0 0,0-1 1 0 0,0 1-1 0 0,1 0 1 0 0,-1 0-1 0 0,0 0 1 0 0,0 0-1 0 0,1 0 1 0 0,-1 0 0 0 0,1 0-1 0 0,0 0 1 0 0,0 0-1 0 0,0 0 1 0 0,0 3-1 0 0,1-2 194 0 0,0-1-1 0 0,0 0 1 0 0,1 0-1 0 0,-1 0 1 0 0,0 0-1 0 0,1-1 1 0 0,0 1-1 0 0,-1 0 1 0 0,1-1 0 0 0,0 1-1 0 0,0-1 1 0 0,0 1-1 0 0,0-1 1 0 0,0 0-1 0 0,0 0 1 0 0,1 0-1 0 0,3 1 1 0 0,-2 0 207 0 0,24 9 600 0 0,-27-10-984 0 0,-1-1 0 0 0,1 0 0 0 0,-1 1 1 0 0,1-1-1 0 0,0 0 0 0 0,-1 0 0 0 0,1 0 0 0 0,0 1 0 0 0,-1-1 0 0 0,1 0 1 0 0,0 0-1 0 0,-1 0 0 0 0,1 0 0 0 0,0 0 0 0 0,-1 0 0 0 0,1 0 0 0 0,0 0 1 0 0,-1-1-1 0 0,1 1 0 0 0,0 0 0 0 0,-1 0 0 0 0,1 0 0 0 0,-1-1 0 0 0,1 1 0 0 0,0 0 1 0 0,-1-1-1 0 0,1 1 0 0 0,-1-1 0 0 0,1 1 0 0 0,-1 0 0 0 0,1-1 0 0 0,-1 1 1 0 0,1-1-1 0 0,0 0 0 0 0,-1-2 38 0 0,0 1 1 0 0,0 0 0 0 0,0 0 0 0 0,0 0-1 0 0,0 0 1 0 0,-1 0 0 0 0,1 0-1 0 0,-1 0 1 0 0,1 0 0 0 0,-1 0-1 0 0,0 0 1 0 0,0 0 0 0 0,1 0-1 0 0,-1 0 1 0 0,-1 1 0 0 0,1-1-1 0 0,0 0 1 0 0,0 1 0 0 0,-1-1-1 0 0,1 0 1 0 0,-1 1 0 0 0,1 0-1 0 0,-1-1 1 0 0,1 1 0 0 0,-1 0-1 0 0,0 0 1 0 0,-2-1 0 0 0,3 1-54 0 0,-1 0 1 0 0,1 0-1 0 0,0 1 1 0 0,-1-1-1 0 0,1 0 1 0 0,-1 1-1 0 0,1-1 0 0 0,-1 1 1 0 0,1 0-1 0 0,-1 0 1 0 0,1-1-1 0 0,-1 1 1 0 0,1 0-1 0 0,-1 0 1 0 0,1 0-1 0 0,-1 0 1 0 0,1 1-1 0 0,-1-1 1 0 0,1 0-1 0 0,-1 1 1 0 0,1-1-1 0 0,-1 1 1 0 0,1-1-1 0 0,0 1 0 0 0,-1 0 1 0 0,1-1-1 0 0,0 1 1 0 0,0 0-1 0 0,-1 0 1 0 0,1 0-1 0 0,0 0 1 0 0,0 0-1 0 0,0 0 1 0 0,0 0-1 0 0,0 1 1 0 0,0-1-1 0 0,-1 2 1 0 0,1 0-112 0 0,0 0 1 0 0,0-1 0 0 0,0 1-1 0 0,0 0 1 0 0,0-1 0 0 0,0 1-1 0 0,1 0 1 0 0,-1 0 0 0 0,1 0 0 0 0,0 4-1 0 0,1-2-2032 0 0</inkml:trace>
</inkml:ink>
</file>

<file path=ppt/ink/ink3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4:18.0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 1119 3681 0 0,'0'0'50'0'0,"0"1"0"0"0,0-1 0 0 0,0 0 0 0 0,0 1 0 0 0,0-1 0 0 0,0 1 0 0 0,1-1 0 0 0,-1 0 0 0 0,0 1 0 0 0,0-1 0 0 0,0 1 1 0 0,0-1-1 0 0,0 0 0 0 0,1 1 0 0 0,-1-1 0 0 0,0 0 0 0 0,0 1 0 0 0,1-1 0 0 0,-1 0 0 0 0,0 0 0 0 0,0 1 0 0 0,1-1 0 0 0,-1 0 0 0 0,0 0 0 0 0,1 1 0 0 0,-1-1 0 0 0,0 0 1 0 0,1 0-1 0 0,-1 0 0 0 0,1 0 0 0 0,-1 0 0 0 0,1 1 0 0 0,16-3 1131 0 0,-15 1-1032 0 0,1 1 0 0 0,-1-1 1 0 0,0 0-1 0 0,0 0 1 0 0,0 0-1 0 0,0 0 1 0 0,0-1-1 0 0,0 1 1 0 0,0-1-1 0 0,-1 1 0 0 0,1-1 1 0 0,0 1-1 0 0,1-3 1 0 0,1-6 122 0 0,-1 0 0 0 0,0 0 1 0 0,-1 0-1 0 0,0 0 0 0 0,0 0 1 0 0,-1 0-1 0 0,-1-1 0 0 0,0 1 0 0 0,0 0 1 0 0,-1 0-1 0 0,0-1 0 0 0,-1 1 0 0 0,0 0 1 0 0,0 0-1 0 0,-1 0 0 0 0,-1 1 1 0 0,-6-16-1 0 0,3 9-144 0 0,2 0 1 0 0,0-1 0 0 0,0 0-1 0 0,-2-30 1 0 0,-1 2 85 0 0,3 22 0 0 0,-22-132 606 0 0,24 131-690 0 0,2 1 0 0 0,1 0 0 0 0,1-1 1 0 0,6-40-1 0 0,4 14-3 0 0,-3-1 1 0 0,-2 0-1 0 0,-2 0 1 0 0,-4-84-1 0 0,-7 87-1650 0 0,6 40-656 0 0,1 7 2045 0 0,0-1 1 0 0,0 1-1 0 0,0 0 0 0 0,-1-1 1 0 0,1 1-1 0 0,0 0 0 0 0,1-1 0 0 0,-1 1 1 0 0,0 0-1 0 0,0 0 0 0 0,0-1 1 0 0,1 1-1 0 0,-1 0 0 0 0,1-2 0 0 0,1 0-690 0 0</inkml:trace>
</inkml:ink>
</file>

<file path=ppt/ink/ink3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4:18.8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314 186 3745 0 0,'3'-3'158'0'0,"0"0"0"0"0,0 0 0 0 0,-1-1 0 0 0,1 1 1 0 0,-1-1-1 0 0,0 0 0 0 0,0 1 0 0 0,0-1 0 0 0,0 0 0 0 0,-1 0 0 0 0,2-5 1 0 0,-10 13 745 0 0,1 1 1 0 0,-1 0-1 0 0,-9 11 1 0 0,-64 72-1364 0 0,-25 24-244 0 0,65-75 1419 0 0,-40 34 434 0 0,106-120-993 0 0,134-146 957 0 0,-95 118-1089 0 0,-28 27 86 0 0,-31 39 115 0 0,2 0 1 0 0,-1 0-1 0 0,1 1 1 0 0,1 0 0 0 0,-1 1-1 0 0,2 0 1 0 0,-1 0-1 0 0,1 1 1 0 0,13-9 0 0 0,-23 23 99 0 0,0 0 0 0 0,1 1 0 0 0,-1-2-1 0 0,1 1 1 0 0,1 0 0 0 0,2 11 0 0 0,8 6 4 0 0,0 0 0 0 0,2 0 0 0 0,29 37 0 0 0,7 12-469 0 0,-38-54 41 0 0,46 69-293 0 0,-51-77 268 0 0,1-1-1 0 0,0 0 1 0 0,0-1 0 0 0,1 0-1 0 0,0 0 1 0 0,16 10-1 0 0,-3-10-981 0 0,-12-6 82 0 0</inkml:trace>
</inkml:ink>
</file>

<file path=ppt/ink/ink3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36.50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8 183 2304 0 0,'-1'-1'197'0'0,"0"0"0"0"0,0-1-1 0 0,0 1 1 0 0,1-1-1 0 0,-1 1 1 0 0,0-1 0 0 0,1 1-1 0 0,-1-1 1 0 0,1 1-1 0 0,0-1 1 0 0,-1 0 0 0 0,1 1-1 0 0,0-1 1 0 0,0 1-1 0 0,0-1 1 0 0,0 0 0 0 0,0 1-1 0 0,1-1 1 0 0,-1 1-1 0 0,0-1 1 0 0,1 0-1 0 0,-1 1 1 0 0,1-1 0 0 0,0 1-1 0 0,-1-1 1 0 0,1 1-1 0 0,0 0 1 0 0,0-1 0 0 0,0 1-1 0 0,0 0 1 0 0,0 0-1 0 0,0-1 1 0 0,2 0 0 0 0,5-8 401 0 0,1 1 1 0 0,0 1 0 0 0,11-9 0 0 0,-16 14-415 0 0,5-5 30 0 0,12-9 165 0 0,30-19 1 0 0,-45 32-813 0 0,1 1 0 0 0,-1-1 0 0 0,1 1 0 0 0,0 1 0 0 0,12-4 0 0 0,-6 4-3253 0 0</inkml:trace>
</inkml:ink>
</file>

<file path=ppt/ink/ink3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36.8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0 144 3225 0 0,'2'-3'316'0'0,"1"0"0"0"0,-1 0 1 0 0,1 1-1 0 0,-1-1 1 0 0,1 0-1 0 0,0 1 0 0 0,0 0 1 0 0,6-5-1 0 0,0 1-43 0 0,6-8-247 0 0,1 1 0 0 0,1 1 0 0 0,0 0-1 0 0,0 2 1 0 0,1 0 0 0 0,0 1 0 0 0,1 0 0 0 0,33-9-1 0 0,-39 15-25 0 0</inkml:trace>
</inkml:ink>
</file>

<file path=ppt/ink/ink3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37.48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59 2304 0 0,'-1'-1'98'0'0,"1"0"0"0"0,0 0 0 0 0,0 0 0 0 0,-1 0 0 0 0,1 0 0 0 0,0 0 0 0 0,0 0 0 0 0,0-1 0 0 0,0 1 0 0 0,0 0 0 0 0,1 0 0 0 0,-1 0 0 0 0,0 0 0 0 0,0 0 0 0 0,1 0 0 0 0,-1 0 0 0 0,0 0-1 0 0,1 0 1 0 0,-1 0 0 0 0,1 0 0 0 0,0 0 0 0 0,-1 1 0 0 0,2-2 0 0 0,15-21 1636 0 0,-15 22-1596 0 0,-1-1 0 0 0,1 1-1 0 0,0 0 1 0 0,-1 0-1 0 0,1 0 1 0 0,0 1 0 0 0,0-1-1 0 0,0 0 1 0 0,-1 1-1 0 0,1-1 1 0 0,0 1-1 0 0,0 0 1 0 0,0-1 0 0 0,0 1-1 0 0,0 0 1 0 0,0 0-1 0 0,0 0 1 0 0,0 1 0 0 0,0-1-1 0 0,0 0 1 0 0,0 1-1 0 0,0-1 1 0 0,0 1 0 0 0,0 0-1 0 0,0-1 1 0 0,-1 1-1 0 0,1 0 1 0 0,0 0-1 0 0,-1 0 1 0 0,1 1 0 0 0,0-1-1 0 0,-1 0 1 0 0,0 1-1 0 0,1-1 1 0 0,1 3 0 0 0,6 6 202 0 0,0 0 1 0 0,-1 0 0 0 0,14 23-1 0 0,10 27 397 0 0,-3 1-1 0 0,39 115 1 0 0,-3-5-225 0 0,-54-146-494 0 0,39 94-118 0 0,5-2 1 0 0,83 130-1 0 0,-127-230-1447 0 0,-9-9 231 0 0</inkml:trace>
</inkml:ink>
</file>

<file path=ppt/ink/ink3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37.84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1 288 3225 0 0,'7'-20'559'0'0,"1"0"0"0"0,0 0 1 0 0,2 1-1 0 0,0 1 1 0 0,1-1-1 0 0,1 2 1 0 0,0-1-1 0 0,2 2 0 0 0,0 0 1 0 0,0 0-1 0 0,2 2 1 0 0,31-25-1 0 0,-41 35-755 0 0,0 0 1 0 0,0 0-1 0 0,0 1 1 0 0,0-1-1 0 0,1 1 0 0 0,-1 1 1 0 0,1-1-1 0 0,0 1 1 0 0,-1 0-1 0 0,1 1 1 0 0,0 0-1 0 0,14-1 0 0 0,-16 2-64 0 0,-1 1 0 0 0,1 0-1 0 0,-1-1 1 0 0,0 2-1 0 0,1-1 1 0 0,-1 0 0 0 0,0 1-1 0 0,0 0 1 0 0,0 0 0 0 0,0 0-1 0 0,0 0 1 0 0,0 1-1 0 0,0 0 1 0 0,-1 0 0 0 0,0 0-1 0 0,1 0 1 0 0,-1 0-1 0 0,0 1 1 0 0,0-1 0 0 0,-1 1-1 0 0,4 5 1 0 0,-3-4 265 0 0,0 1-1 0 0,0-1 1 0 0,-1 1 0 0 0,0 0 0 0 0,0 0 0 0 0,0 0 0 0 0,1 9-1 0 0,1 21 77 0 0</inkml:trace>
</inkml:ink>
</file>

<file path=ppt/ink/ink3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38.1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1 218 5065 0 0,'1'-5'194'0'0,"1"1"1"0"0,0-1-1 0 0,0 1 0 0 0,1 0 1 0 0,-1 0-1 0 0,1 0 0 0 0,0 0 1 0 0,0 0-1 0 0,4-3 0 0 0,37-34 1521 0 0,-22 23-923 0 0,0-4 7 0 0,38-32 82 0 0,-53 49-1395 0 0,-1 0-1 0 0,1 1 1 0 0,1 0 0 0 0,-1 0 0 0 0,1 0 0 0 0,-1 1 0 0 0,12-3 0 0 0,-6 3-799 0 0</inkml:trace>
</inkml:ink>
</file>

<file path=ppt/ink/ink3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38.55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149 2 4609 0 0,'-1'-2'1239'0'0,"-3"6"-311"0"0,-13 14 206 0 0,-18 27-282 0 0,23-25-596 0 0,-39 68 122 0 0,46-78-201 0 0,0 0 1 0 0,1 1 0 0 0,1-1-1 0 0,-1 1 1 0 0,2-1 0 0 0,-4 22 0 0 0,6-31-118 0 0,0 1 1 0 0,0 0-1 0 0,0 0 0 0 0,1 0 1 0 0,-1 0-1 0 0,0-1 1 0 0,0 1-1 0 0,1 0 1 0 0,0 0-1 0 0,-1 0 1 0 0,1-1-1 0 0,0 1 1 0 0,-1 0-1 0 0,1-1 0 0 0,0 1 1 0 0,0-1-1 0 0,1 1 1 0 0,-1-1-1 0 0,2 3 1 0 0,0-2-3 0 0,0 0 1 0 0,0 0 0 0 0,0-1-1 0 0,0 1 1 0 0,0-1 0 0 0,0 1-1 0 0,1-1 1 0 0,-1 0-1 0 0,7 1 1 0 0,5 0 49 0 0,1-1 0 0 0,0 0 0 0 0,26-3 0 0 0,-34 2-43 0 0,6-2 40 0 0,-1 2 0 0 0,1 0 0 0 0,0 1 0 0 0,0 0 0 0 0,-1 1 0 0 0,1 1-1 0 0,-1 0 1 0 0,0 0 0 0 0,0 2 0 0 0,0-1 0 0 0,0 2 0 0 0,-1 0 0 0 0,1 0 0 0 0,21 16 0 0 0,-33-20-60 0 0,1-1 1 0 0,-1 0-1 0 0,0 1 1 0 0,0-1-1 0 0,1 1 1 0 0,-1-1-1 0 0,0 1 1 0 0,0 0 0 0 0,0-1-1 0 0,-1 1 1 0 0,1 0-1 0 0,0 0 1 0 0,-1-1-1 0 0,1 1 1 0 0,-1 0-1 0 0,0 0 1 0 0,1 0-1 0 0,-1 0 1 0 0,0 0-1 0 0,0 0 1 0 0,0 0-1 0 0,0 0 1 0 0,-1 0-1 0 0,1-1 1 0 0,0 1 0 0 0,-1 0-1 0 0,0 0 1 0 0,1 0-1 0 0,-1 0 1 0 0,0-1-1 0 0,0 1 1 0 0,0 0-1 0 0,0-1 1 0 0,0 1-1 0 0,0-1 1 0 0,0 1-1 0 0,-1-1 1 0 0,-2 3-1 0 0,-6 7 216 0 0,-1-1 0 0 0,-1 0 1 0 0,-24 16-1 0 0,25-18-94 0 0,-109 64 19 0 0,93-57-1343 0 0,3-1-4795 0 0</inkml:trace>
</inkml:ink>
</file>

<file path=ppt/ink/ink3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28.13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11 398 2761 0 0,'-1'-2'103'0'0,"-1"0"1"0"0,1 0 0 0 0,0 0 0 0 0,0 0 0 0 0,0 0 0 0 0,0 0-1 0 0,1 0 1 0 0,-1-1 0 0 0,0 1 0 0 0,1 0 0 0 0,0 0-1 0 0,-1-1 1 0 0,1 1 0 0 0,0 0 0 0 0,0-1 0 0 0,1 1 0 0 0,-1 0-1 0 0,0 0 1 0 0,1-1 0 0 0,-1 1 0 0 0,1 0 0 0 0,0 0 0 0 0,-1-1-1 0 0,1 1 1 0 0,0 0 0 0 0,0 0 0 0 0,1 0 0 0 0,1-3 0 0 0,2-3 83 0 0,1 0 0 0 0,-1 1 1 0 0,1 0-1 0 0,1 0 1 0 0,13-13-1 0 0,5 1 375 0 0,2 2 0 0 0,0 0 1 0 0,0 2-1 0 0,2 0 0 0 0,0 2 0 0 0,0 2 0 0 0,58-16 0 0 0,7 8-473 0 0,121-10-1 0 0,-23 5 42 0 0,300-37 385 0 0,-485 60-495 0 0,92-6 420 0 0,139 7 0 0 0,98 26 608 0 0,-205-12-551 0 0,217 12 164 0 0,190 9 471 0 0,-426-26-1037 0 0,-82-7-914 0 0,0 1 1 0 0,0 2 0 0 0,0 0 0 0 0,0 2 0 0 0,35 14-1 0 0,-59-18-233 0 0</inkml:trace>
</inkml:ink>
</file>

<file path=ppt/ink/ink3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28.6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107 1 2040 0 0,'-11'1'442'0'0,"6"0"-9"0"0,0-1 0 0 0,1 0 0 0 0,-1 1 0 0 0,0 0-1 0 0,1 0 1 0 0,-1 0 0 0 0,1 1 0 0 0,-1 0 0 0 0,1 0 0 0 0,0 0-1 0 0,-8 5 1 0 0,12-6-400 0 0,0-1 0 0 0,0 1 0 0 0,0 0 0 0 0,0 0 0 0 0,0 0 0 0 0,0-1 0 0 0,0 1 0 0 0,0 0 0 0 0,0 0 0 0 0,0 0-1 0 0,1-1 1 0 0,-1 1 0 0 0,0 0 0 0 0,0 0 0 0 0,1-1 0 0 0,-1 1 0 0 0,1 0 0 0 0,-1 0 0 0 0,1-1 0 0 0,-1 1 0 0 0,1-1 0 0 0,-1 1 0 0 0,1 0-1 0 0,-1-1 1 0 0,1 1 0 0 0,0-1 0 0 0,-1 1 0 0 0,1-1 0 0 0,0 0 0 0 0,0 1 0 0 0,-1-1 0 0 0,2 1 0 0 0,27 14 764 0 0,-27-14-676 0 0,23 11 261 0 0,-1-2 1 0 0,2 0-1 0 0,50 11 0 0 0,-55-16-208 0 0,0 1-1 0 0,-1 1 0 0 0,21 11 0 0 0,22 7 671 0 0,-62-24-825 0 0,0-1 1 0 0,-1 0-1 0 0,1 1 1 0 0,0-1-1 0 0,-1 1 1 0 0,1-1 0 0 0,0 1-1 0 0,-1-1 1 0 0,1 1-1 0 0,-1-1 1 0 0,1 1-1 0 0,-1 0 1 0 0,1-1-1 0 0,-1 1 1 0 0,0 0 0 0 0,1-1-1 0 0,-1 1 1 0 0,0 0-1 0 0,1 0 1 0 0,-1-1-1 0 0,0 1 1 0 0,0 0-1 0 0,0 0 1 0 0,0-1 0 0 0,0 1-1 0 0,0 0 1 0 0,0 0-1 0 0,0 0 1 0 0,0-1-1 0 0,0 1 1 0 0,0 0-1 0 0,0 0 1 0 0,-1-1 0 0 0,1 1-1 0 0,0 0 1 0 0,0 0-1 0 0,-1-1 1 0 0,1 1-1 0 0,-1 0 1 0 0,0 0-1 0 0,-16 28 804 0 0,-2-9-431 0 0,0-1 0 0 0,0-1 0 0 0,-2-1 0 0 0,-28 18 0 0 0,-15 14 329 0 0,-90 81 143 0 0,127-105-2158 0 0,15-11 59 0 0</inkml:trace>
</inkml:ink>
</file>

<file path=ppt/ink/ink3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4:37.72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1 196 1840 0 0,'23'-11'391'0'0,"1"0"0"0"0,1 2 0 0 0,0 0-1 0 0,39-7 1 0 0,233-35 896 0 0,-161 32-71 0 0,112-5-214 0 0,10-1-330 0 0,-185 15-286 0 0,103 0 0 0 0,74 14-200 0 0,-190-2-225 0 0,12 4 59 0 0,-1 3 0 0 0,104 27 0 0 0,-102-18 190 0 0,1-4 0 0 0,87 6 1 0 0,182-19 3800 0 0,-114-17-5420 0 0,-209 15 1721 0 0,0 1 1 0 0,0 1-1 0 0,36 6 0 0 0,-31-3-1036 0 0,38 1-1 0 0,-49-9-641 0 0,-16-4 261 0 0,-21-10-713 0 0</inkml:trace>
</inkml:ink>
</file>

<file path=ppt/ink/ink3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4:38.2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203 58 2761 0 0,'-7'-22'2653'0'0,"7"21"-2551"0"0,0-1 0 0 0,0 1-1 0 0,0 0 1 0 0,0-1 0 0 0,-1 1 0 0 0,1 0-1 0 0,0 0 1 0 0,-1-1 0 0 0,1 1-1 0 0,-1 0 1 0 0,1 0 0 0 0,-1 0-1 0 0,0-1 1 0 0,1 1 0 0 0,-1 0-1 0 0,0 0 1 0 0,0 0 0 0 0,0 0 0 0 0,0 0-1 0 0,0 0 1 0 0,0 1 0 0 0,0-1-1 0 0,0 0 1 0 0,0 0 0 0 0,0 1-1 0 0,-1-1 1 0 0,1 1 0 0 0,0-1-1 0 0,0 1 1 0 0,-1-1 0 0 0,-1 1 0 0 0,-41-5 1206 0 0,55 10 2865 0 0,11 10-4278 0 0,-13-8 623 0 0,3 1-373 0 0,120 76-64 0 0,-114-74-139 0 0,1-1 0 0 0,0-1 0 0 0,1-1 0 0 0,0-1-1 0 0,30 6 1 0 0,-22-8 273 0 0,-1-2 0 0 0,33-1-1 0 0,-45-1 219 0 0,-19 1-199 0 0,1 1 0 0 0,0-1 1 0 0,-1 1-1 0 0,1 0 0 0 0,0 0 0 0 0,0 0 1 0 0,-6 5-1 0 0,-4 3 75 0 0,-13 6-9 0 0,-132 87 1058 0 0,133-84-1395 0 0,1 1-1 0 0,1 1 1 0 0,1 1-1 0 0,-22 27 1 0 0,-23 38-2768 0 0,-57 98 1 0 0,94-136-2252 0 0</inkml:trace>
</inkml:ink>
</file>

<file path=ppt/ink/ink3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4:48.5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 2345 5529 0 0,'-2'-2'12'0'0,"0"-1"0"0"0,0 1 0 0 0,0-1 0 0 0,0 0 0 0 0,0 0 0 0 0,0 0 0 0 0,1 0 0 0 0,0 0 0 0 0,-1 0 0 0 0,1-1 0 0 0,0 1 0 0 0,1 0-1 0 0,-1-1 1 0 0,0 1 0 0 0,1-7 0 0 0,-7-24 325 0 0,-1 17 38 0 0,8 16-318 0 0,-1 1-1 0 0,1-1 1 0 0,-1 0-1 0 0,1 0 0 0 0,-1 0 1 0 0,1 0-1 0 0,-1 0 1 0 0,1 0-1 0 0,0 1 1 0 0,0-1-1 0 0,-1 0 0 0 0,1 0 1 0 0,0 0-1 0 0,0 0 1 0 0,0 0-1 0 0,0 0 1 0 0,0 0-1 0 0,0 0 0 0 0,0 0 1 0 0,0 0-1 0 0,1 0 1 0 0,-1 0-1 0 0,0 0 1 0 0,1 0-1 0 0,-1 0 0 0 0,0 0 1 0 0,1 0-1 0 0,-1 0 1 0 0,1 1-1 0 0,0-1 1 0 0,-1 0-1 0 0,1 0 0 0 0,0 1 1 0 0,-1-1-1 0 0,1 0 1 0 0,0 1-1 0 0,1-2 1 0 0,3-3-4 0 0,1 0 0 0 0,0 0 0 0 0,0 0 0 0 0,1 1 0 0 0,-1 0 0 0 0,1 0 0 0 0,0 1 0 0 0,0 0 0 0 0,0 0 0 0 0,10-2 0 0 0,13-3 224 0 0,37-4 0 0 0,-35 7-109 0 0,470-106-641 0 0,-172 5-291 0 0,-156 46 948 0 0,541-156 622 0 0,-567 173-970 0 0,4 1 1 0 0,155-49-391 0 0,-83 18-45 0 0,130-47-571 0 0,555-172 498 0 0,-514 175 574 0 0,334-98-306 0 0,-698 206 402 0 0,369-125 544 0 0,134-38 509 0 0,-192 63-53 0 0,4-1-520 0 0,-230 76-533 0 0,91-24 1494 0 0,-165 50-2938 0 0,56-5 0 0 0,-88 13-1636 0 0</inkml:trace>
</inkml:ink>
</file>

<file path=ppt/ink/ink3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4:49.0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244 355 1840 0 0,'-1'-16'-36'0'0,"0"1"-1"0"0,-2-1 0 0 0,0 0 1 0 0,0 1-1 0 0,-2-1 1 0 0,0 1-1 0 0,-1 0 0 0 0,0 1 1 0 0,-1-1-1 0 0,0 1 0 0 0,-2 1 1 0 0,1 0-1 0 0,-2 0 0 0 0,0 0 1 0 0,0 1-1 0 0,-1 1 1 0 0,-1-1-1 0 0,-16-11 0 0 0,-6-8 243 0 0,24 21 11 0 0,-1 0 0 0 0,-32-16 4365 0 0,43 26-4478 0 0,-1 13 1472 0 0,10 22-1572 0 0,-7-29 388 0 0,102 311 487 0 0,2 2-590 0 0,59 434-1161 0 0,-96-408-184 0 0,-55-277 1045 0 0,3-2 0 0 0,3 0 0 0 0,3-1 0 0 0,3-1 0 0 0,2-2 0 0 0,43 71 1 0 0,-53-105 38 0 0</inkml:trace>
</inkml:ink>
</file>

<file path=ppt/ink/ink3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4:49.79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8962 303 5529 0 0,'1'-5'-34'0'0,"0"0"-1"0"0,0 0 0 0 0,0 0 1 0 0,1 0-1 0 0,0 0 1 0 0,0 0-1 0 0,0 1 1 0 0,1-1-1 0 0,-1 1 0 0 0,1-1 1 0 0,0 1-1 0 0,0 0 1 0 0,1 0-1 0 0,-1 1 1 0 0,1-1-1 0 0,0 1 0 0 0,6-5 1 0 0,1-2-196 0 0,-2 2 32 0 0,-1 1-204 0 0,0 0 0 0 0,0-1-1 0 0,13-18 1 0 0,-20 25 359 0 0,0 0 0 0 0,0-1 0 0 0,0 1-1 0 0,0 0 1 0 0,0-1 0 0 0,-1 1 0 0 0,1 0 0 0 0,0-1-1 0 0,-1 1 1 0 0,1-1 0 0 0,-1 1 0 0 0,0-1-1 0 0,1 1 1 0 0,-1-1 0 0 0,0 1 0 0 0,0-1-1 0 0,0 1 1 0 0,0-1 0 0 0,0 0 0 0 0,-1 1 0 0 0,1-1-1 0 0,0 1 1 0 0,-1-1 0 0 0,1 1 0 0 0,-1-1-1 0 0,1 1 1 0 0,-1 0 0 0 0,0-1 0 0 0,1 1 0 0 0,-1 0-1 0 0,0-1 1 0 0,0 1 0 0 0,0 0 0 0 0,0 0-1 0 0,0 0 1 0 0,-2-1 0 0 0,-12-9 515 0 0,-1 1 1 0 0,0 1-1 0 0,0 0 1 0 0,-1 1 0 0 0,0 1-1 0 0,-1 1 1 0 0,-22-6-1 0 0,0 3 244 0 0,1 2-1 0 0,-53-3 1 0 0,-30 6-369 0 0,-148 14 0 0 0,-122 32-1182 0 0,376-40 804 0 0,-737 116 375 0 0,-572 122 325 0 0,-13 56 734 0 0,812-169-1043 0 0,57-15-264 0 0,-161 43-64 0 0,-1 51 3 0 0,409-129-6 0 0,-436 181 66 0 0,507-194-384 0 0,-182 74-269 0 0,-84 13 2336 0 0,184-51-1815 0 0,31-11-2153 0 0,148-70-2326 0 0,49-18 2656 0 0</inkml:trace>
</inkml:ink>
</file>

<file path=ppt/ink/ink3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4:50.5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0 920 0 0,'3'3'479'0'0,"-1"0"0"0"0,1 1 0 0 0,-1-1 0 0 0,0 1-1 0 0,0-1 1 0 0,0 1 0 0 0,1 4 0 0 0,-2-6-360 0 0,-1 0 1 0 0,1 0-1 0 0,0 0 1 0 0,0 0-1 0 0,0 0 1 0 0,0-1-1 0 0,0 1 0 0 0,0 0 1 0 0,0 0-1 0 0,0-1 1 0 0,1 1-1 0 0,-1-1 1 0 0,0 1-1 0 0,1-1 1 0 0,0 0-1 0 0,-1 0 0 0 0,1 1 1 0 0,0-1-1 0 0,-1 0 1 0 0,1-1-1 0 0,0 1 1 0 0,0 0-1 0 0,3 1 1 0 0,8 1 241 0 0,1 1 1 0 0,-1 0 0 0 0,0 2-1 0 0,0-1 1 0 0,-1 2 0 0 0,0-1-1 0 0,0 2 1 0 0,0-1 0 0 0,-1 2-1 0 0,13 12 1 0 0,12 14-457 0 0,48 63 0 0 0,-53-61-109 0 0,44 44-1 0 0,-41-51 171 0 0,-3-3 106 0 0,-1 0-1 0 0,-1 2 1 0 0,-2 2-1 0 0,-1 0 0 0 0,26 41 1 0 0,7 32-11 0 0,-31-51-164 0 0,2 0 0 0 0,3-2-1 0 0,2-2 1 0 0,48 53 0 0 0,111 72-992 0 0,-124-116 1258 0 0,94 102 0 0 0,-123-112-152 0 0,-10-10-12 0 0,49 44 1 0 0,8-9 169 0 0,28 26 354 0 0,-103-85-451 0 0,0 0-1 0 0,0 1 1 0 0,-1 1 0 0 0,-1 0-1 0 0,17 33 1 0 0,-9-12 260 0 0,2-1 1 0 0,2-1 0 0 0,2-1-1 0 0,39 44 1 0 0,-42-50-190 0 0,-2 0 1 0 0,31 61-1 0 0,-1-1 1458 0 0,-43-76-1544 0 0,0 0-1 0 0,-1 1 1 0 0,-1 0-1 0 0,0 0 1 0 0,-1 1 0 0 0,0-1-1 0 0,3 21 1 0 0,3 103 606 0 0,-5-51-482 0 0,7 19-669 0 0,-5-65-96 0 0</inkml:trace>
</inkml:ink>
</file>

<file path=ppt/ink/ink3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7:00.6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355 1039 7370 0 0,'-37'2'514'0'0,"1"1"1"0"0,-41 10 0 0 0,48-7-185 0 0,-1-1-1 0 0,0-2 1 0 0,0-1 0 0 0,-33-2-1 0 0,62 0-296 0 0,0 1 0 0 0,0-1 0 0 0,0 0 1 0 0,0 0-1 0 0,0 0 0 0 0,-1-1 0 0 0,1 1 0 0 0,0 0 0 0 0,0 0 0 0 0,0-1 0 0 0,0 1 0 0 0,0 0 0 0 0,0-1 0 0 0,0 1 0 0 0,0-1 0 0 0,0 0 0 0 0,0 1 0 0 0,0-1 0 0 0,-1-1 1 0 0,2 1 29 0 0,0 1 1 0 0,0-1-1 0 0,1 0 1 0 0,-1 1-1 0 0,0-1 1 0 0,1 0-1 0 0,-1 1 1 0 0,0-1-1 0 0,1 1 1 0 0,-1-1 0 0 0,1 1-1 0 0,-1-1 1 0 0,1 1-1 0 0,-1-1 1 0 0,1 1-1 0 0,0 0 1 0 0,-1-1-1 0 0,1 1 1 0 0,-1 0-1 0 0,1-1 1 0 0,0 1-1 0 0,0 0 1 0 0,48-18 2125 0 0,-11 10-1894 0 0,1 2 0 0 0,66-3 1 0 0,78 12-213 0 0,-105 1-379 0 0,117-11 0 0 0,212-45-488 0 0,-229 25 796 0 0,193-19 896 0 0,-223 41-604 0 0,153 12 0 0 0,-209-2-293 0 0,142-10-1 0 0,91-29 48 0 0,-263 26-43 0 0,208-27 113 0 0,309-30 171 0 0,-482 63-86 0 0,1 4 0 0 0,142 21 1 0 0,-154-15-74 0 0,0-3 1 0 0,116-10-1 0 0,169-44-105 0 0,-82 2 477 0 0,-65 13-16 0 0,276-35-322 0 0,-165 27-180 0 0,-149 16 3 0 0,246-39-10 0 0,-175 23 6 0 0,-77 15 45 0 0,126-12 117 0 0,0 1-45 0 0,-180 17-125 0 0,364-67-114 0 0,-25 12 1003 0 0,-163 30-324 0 0,254-24-767 0 0,-525 69-2839 0 0,-22 1 235 0 0,6 0-3319 0 0</inkml:trace>
</inkml:ink>
</file>

<file path=ppt/ink/ink3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7:04.7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2702 395 2761 0 0,'2'-7'175'0'0,"-1"1"1"0"0,0 0 0 0 0,0 0 0 0 0,-1 0 0 0 0,0-1-1 0 0,0 1 1 0 0,0 0 0 0 0,-1 0 0 0 0,0 0 0 0 0,0-1-1 0 0,-1 1 1 0 0,1 0 0 0 0,-1 0 0 0 0,-1 0 0 0 0,1 1-1 0 0,-1-1 1 0 0,0 1 0 0 0,0-1 0 0 0,-1 1 0 0 0,1 0-1 0 0,-1 0 1 0 0,0 0 0 0 0,-1 1 0 0 0,1 0 0 0 0,-1-1-1 0 0,0 2 1 0 0,-10-8 0 0 0,-9-5 261 0 0,-1 2 1 0 0,0 0-1 0 0,-2 1 1 0 0,1 2-1 0 0,-1 0 1 0 0,-1 2-1 0 0,0 1 0 0 0,-48-7 1 0 0,-49-5 55 0 0,16 2 646 0 0,0 4 1 0 0,-138 0-1 0 0,117 18-1551 0 0,-158 26 0 0 0,233-20 183 0 0,0 2-1 0 0,1 2 1 0 0,1 3 0 0 0,1 2-1 0 0,-77 39 1 0 0,-177 105 450 0 0,275-144-194 0 0,1 1 0 0 0,1 2 0 0 0,0 0 0 0 0,2 2-1 0 0,1 1 1 0 0,-35 44 0 0 0,-119 186-144 0 0,125-171-108 0 0,32-48 168 0 0,1 2 0 0 0,2 0-1 0 0,1 1 1 0 0,2 1 0 0 0,2 0 0 0 0,2 1 0 0 0,2 1 0 0 0,1 0 0 0 0,3 1 0 0 0,1 0 0 0 0,-1 84 0 0 0,8-52 242 0 0,12 85 0 0 0,-7-119-307 0 0,2 1 0 0 0,2-2 0 0 0,24 64 0 0 0,-18-65 97 0 0,2-1 0 0 0,1-1 0 0 0,2 0 0 0 0,2-2 0 0 0,1 0 0 0 0,1-2 0 0 0,2 0 1 0 0,49 44-1 0 0,-19-25-239 0 0,116 79 0 0 0,-133-106 316 0 0,0-1-1 0 0,1-3 0 0 0,1-2 1 0 0,60 20-1 0 0,59 4 65 0 0,170 22 0 0 0,-196-41-128 0 0,-38-6-6 0 0,1-5 0 0 0,126 0 1 0 0,-184-14 153 0 0,-1-3 1 0 0,1-1 0 0 0,-1-1 0 0 0,0-3 0 0 0,-1-1-1 0 0,67-27 1 0 0,-58 17 124 0 0,-2-2 0 0 0,0-3 0 0 0,-2-1 0 0 0,77-61-1 0 0,-62 33-187 0 0,-3-3 0 0 0,92-122 0 0 0,8-10 737 0 0,-60 86-147 0 0,155-223 1 0 0,-198 245-510 0 0,-4-2 1 0 0,53-128 0 0 0,-81 163-6 0 0,37-102 470 0 0,-50 129-457 0 0,-1-1-1 0 0,-1 0 1 0 0,-1 0-1 0 0,1-44 1 0 0,-6 41-46 0 0,-1-1 0 0 0,-2 1-1 0 0,0 0 1 0 0,-2 1 0 0 0,-17-47 0 0 0,-58-112 485 0 0,65 152-396 0 0,0 1 0 0 0,-2 1 0 0 0,-1 1 0 0 0,-34-39 0 0 0,36 48-138 0 0,-2 2 1 0 0,0 0-1 0 0,-1 0 1 0 0,0 2-1 0 0,-2 1 0 0 0,-36-20 1 0 0,-33-5-97 0 0,-2 4 0 0 0,-124-30 0 0 0,144 44-171 0 0,13 3 65 0 0,0 4 1 0 0,-104-13 0 0 0,138 25-299 0 0,0 2 1 0 0,0 0 0 0 0,0 1-1 0 0,0 2 1 0 0,0 1 0 0 0,1 1-1 0 0,-1 1 1 0 0,1 1 0 0 0,-28 12 0 0 0,13 0-3812 0 0,1 1-1142 0 0</inkml:trace>
</inkml:ink>
</file>

<file path=ppt/ink/ink3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7:05.91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2771 4145 0 0,'0'-1'62'0'0,"0"0"1"0"0,0 1 0 0 0,-1-1-1 0 0,1 0 1 0 0,0 0-1 0 0,0 0 1 0 0,0 1-1 0 0,0-1 1 0 0,0 0 0 0 0,0 0-1 0 0,0 0 1 0 0,0 1-1 0 0,0-1 1 0 0,0 0-1 0 0,1 0 1 0 0,-1 0 0 0 0,0 1-1 0 0,0-1 1 0 0,1 0-1 0 0,-1 0 1 0 0,1 0-1 0 0,11-27 1258 0 0,55-72 2397 0 0,114-130 0 0 0,-147 189-3294 0 0,318-358 674 0 0,-193 225-1081 0 0,88-83-75 0 0,72-83 646 0 0,35-49 1201 0 0,-162 184-1471 0 0,27 0-330 0 0,-106 105-182 0 0,70-57-16 0 0,-150 132 293 0 0,1 2 1 0 0,1 1 0 0 0,69-32 0 0 0,-89 51-1168 0 0,-34 31-5760 0 0</inkml:trace>
</inkml:ink>
</file>

<file path=ppt/ink/ink3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7:06.4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219 114 1376 0 0,'-6'0'74'0'0,"0"0"0"0"0,-1 0 0 0 0,1 1-1 0 0,0 0 1 0 0,0 0 0 0 0,0 0 0 0 0,1 1-1 0 0,-1 0 1 0 0,0 0 0 0 0,0 0 0 0 0,1 1-1 0 0,0 0 1 0 0,-1 0 0 0 0,-5 4 0 0 0,-10 9-20 0 0,1 1 0 0 0,-19 20 0 0 0,6-5 1098 0 0,32-32-1039 0 0,0 1 1 0 0,0-1-1 0 0,0 1 1 0 0,0-1-1 0 0,1 1 1 0 0,-1 0-1 0 0,0-1 1 0 0,1 1-1 0 0,-1 0 1 0 0,1 0-1 0 0,-1 0 1 0 0,0-1-1 0 0,1 1 1 0 0,0 0-1 0 0,-1 0 1 0 0,1 0-1 0 0,0 0 1 0 0,-1 0-1 0 0,1 0 1 0 0,0 0-1 0 0,0 0 1 0 0,0 1-1 0 0,0-1-33 0 0,1-1-1 0 0,0 0 0 0 0,-1 1 0 0 0,1-1 1 0 0,0 0-1 0 0,0 0 0 0 0,0 0 0 0 0,-1 1 1 0 0,1-1-1 0 0,0 0 0 0 0,0 0 0 0 0,0 0 1 0 0,-1 0-1 0 0,1 0 0 0 0,0 0 0 0 0,0-1 1 0 0,0 1-1 0 0,-1 0 0 0 0,1 0 0 0 0,0-1 1 0 0,0 1-1 0 0,-1 0 0 0 0,1-1 0 0 0,0 1 1 0 0,0 0-1 0 0,0-2 0 0 0,169-86 3375 0 0,-44 20-3628 0 0,-120 65 162 0 0,148-66-922 0 0,-134 62 974 0 0,0 0 0 0 0,1 2 1 0 0,-1 0-1 0 0,1 2 0 0 0,41-3 0 0 0,-36 11 1371 0 0,-25-5-1315 0 0,-1 0 1 0 0,1 1-1 0 0,0-1 0 0 0,-1 1 0 0 0,1-1 0 0 0,-1 1 0 0 0,1-1 1 0 0,-1 1-1 0 0,1-1 0 0 0,-1 1 0 0 0,1-1 0 0 0,-1 1 0 0 0,1 0 1 0 0,-1-1-1 0 0,0 1 0 0 0,1 0 0 0 0,-1-1 0 0 0,0 1 0 0 0,1 1 1 0 0,-1 2 147 0 0,-1 0 1 0 0,1 0 0 0 0,-1 0-1 0 0,1 0 1 0 0,-1 0 0 0 0,0-1-1 0 0,-1 1 1 0 0,-2 6 0 0 0,0 0-491 0 0,-2 7 419 0 0,-55 167 918 0 0,52-150-1100 0 0,1 2-1 0 0,2-1 1 0 0,-3 51 0 0 0,8-46-461 0 0,1 5-128 0 0</inkml:trace>
</inkml:ink>
</file>

<file path=ppt/ink/ink3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7:09.73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106 472 3225 0 0,'-43'-26'2637'0'0,"33"21"-1887"0"0,0-1 0 0 0,0 0-1 0 0,1-1 1 0 0,-12-10-1 0 0,21 17-743 0 0,-1 0 0 0 0,1 0 0 0 0,0 0-1 0 0,0 0 1 0 0,0-1 0 0 0,0 1 0 0 0,0 0 0 0 0,-1 0 0 0 0,1 0-1 0 0,0 0 1 0 0,0 0 0 0 0,0-1 0 0 0,0 1 0 0 0,0 0 0 0 0,0 0-1 0 0,0 0 1 0 0,0 0 0 0 0,-1-1 0 0 0,1 1 0 0 0,0 0 0 0 0,0 0-1 0 0,0 0 1 0 0,0 0 0 0 0,0-1 0 0 0,0 1 0 0 0,0 0 0 0 0,0 0 0 0 0,0 0-1 0 0,0 0 1 0 0,0-1 0 0 0,0 1 0 0 0,0 0 0 0 0,0 0 0 0 0,0 0-1 0 0,1-1 1 0 0,-1 1 0 0 0,0 0 0 0 0,0 0 0 0 0,0 0 0 0 0,0 0-1 0 0,0-1 1 0 0,0 1 0 0 0,0 0 0 0 0,0 0 0 0 0,1 0 0 0 0,-1 0-1 0 0,0 0 1 0 0,13-3 340 0 0,21 3 307 0 0,-30 0-557 0 0,89-1 568 0 0,0-4 0 0 0,174-32 0 0 0,-19 0-968 0 0,1401-84-2699 0 0,-478 16-457 0 0,-623 50 1932 0 0,-214 36 820 0 0,-167 11 127 0 0,257 7-612 0 0,-191 5 1602 0 0,290-13 3310 0 0,6 22-1477 0 0,-157 42-2424 0 0,-360-52 242 0 0,1 1 0 0 0,-1 0 0 0 0,0 0 1 0 0,0 2-1 0 0,-1-1 0 0 0,1 1 0 0 0,-1 1 0 0 0,0 0 0 0 0,-1 1 0 0 0,0 0 0 0 0,17 17 0 0 0,0-5-214 0 0,-17-14-111 0 0</inkml:trace>
</inkml:ink>
</file>

<file path=ppt/ink/ink3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7:10.92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6875 1 13363 0 0,'-1'3'206'0'0,"1"0"0"0"0,0 1 0 0 0,-1-1 0 0 0,1 0 0 0 0,0 1 0 0 0,1-1 0 0 0,-1 0 0 0 0,1 1 0 0 0,-1-1 0 0 0,1 0 0 0 0,0 0 0 0 0,3 6 0 0 0,21 44 420 0 0,-12-27-356 0 0,38 97-915 0 0,46 170 0 0 0,-68-194 1174 0 0,-4 0 1 0 0,-4 1-1 0 0,12 150 0 0 0,-33-100-1627 0 0,-2-96-165 0 0,2 1-1 0 0,8 54 1 0 0,-2-76 1506 0 0,1-1-1 0 0,2-1 1 0 0,17 44 0 0 0,49 86 1976 0 0,-74-160-2205 0 0,-1 0 0 0 0,1-1 0 0 0,0 1 1 0 0,-1 0-1 0 0,1 0 0 0 0,-1 0 0 0 0,1 0 0 0 0,-1 0 0 0 0,0 0 0 0 0,1 0 0 0 0,-1 0 1 0 0,0 1-1 0 0,0-1 0 0 0,0 0 0 0 0,0 0 0 0 0,0 0 0 0 0,0 0 0 0 0,0 0 0 0 0,0 0 1 0 0,0 0-1 0 0,0 0 0 0 0,-1 0 0 0 0,0 2 0 0 0,0-2 44 0 0,-1 0 0 0 0,1 0 0 0 0,-1 0 0 0 0,1-1 0 0 0,-1 1 1 0 0,0-1-1 0 0,0 1 0 0 0,1-1 0 0 0,-1 1 0 0 0,0-1 0 0 0,0 0 0 0 0,-1 0 0 0 0,-10 2 256 0 0,-161 32 665 0 0,-29 5-1036 0 0,86-24 705 0 0,-174 0 0 0 0,68-22-233 0 0,-159 1-1102 0 0,174 20-444 0 0,-33 2 1241 0 0,-190-21 1560 0 0,-83 2-1745 0 0,-32 34-428 0 0,-42-4 1696 0 0,569-26-1163 0 0,-408 20-394 0 0,224-8 123 0 0,-116 13 270 0 0,-202 63-1971 0 0,337-56 865 0 0,-331 16 0 0 0,187-29 4518 0 0,71-3-4552 0 0,195-11 1167 0 0,1 3 0 0 0,0 2 0 0 0,-76 26 0 0 0,56-16 142 0 0,-78 25-901 0 0,156-45 398 0 0,-14 2-2375 0 0</inkml:trace>
</inkml:ink>
</file>

<file path=ppt/ink/ink3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7:11.41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31 2473 0 0,'10'-13'104'0'0,"-5"4"32"0"0,2 0-136 0 0</inkml:trace>
</inkml:ink>
</file>

<file path=ppt/ink/ink3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7:11.80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12 3225 0 0,'2'-2'-17'0'0,"-1"1"1"0"0,1 0-1 0 0,-1 0 1 0 0,1 0-1 0 0,-1 0 1 0 0,1 0-1 0 0,-1 1 0 0 0,1-1 1 0 0,0 0-1 0 0,-1 1 1 0 0,1-1-1 0 0,3 0 1 0 0,9 3-609 0 0,-14-2 620 0 0,0 1 0 0 0,0-1 0 0 0,1 1 0 0 0,-1-1 0 0 0,0 1 1 0 0,0-1-1 0 0,0 1 0 0 0,0-1 0 0 0,0 1 0 0 0,0 0 0 0 0,0-1 0 0 0,0 1 0 0 0,0-1 0 0 0,0 1 0 0 0,0-1 0 0 0,0 1 0 0 0,0-1 0 0 0,0 1 0 0 0,-1-1 0 0 0,1 1 0 0 0,0 0 0 0 0,0-1 0 0 0,-1 0 1 0 0,1 1-1 0 0,0-1 0 0 0,-1 1 0 0 0,1-1 0 0 0,-1 1 0 0 0,0 1 259 0 0,0 0 0 0 0,1 0-1 0 0,-1 0 1 0 0,0 0 0 0 0,1 0 0 0 0,0 0 0 0 0,-1 0 0 0 0,1 0 0 0 0,0 0 0 0 0,0 0-1 0 0,0 0 1 0 0,0 0 0 0 0,1 0 0 0 0,-1 0 0 0 0,0 0 0 0 0,1 0 0 0 0,-1 0 0 0 0,3 3-1 0 0,20 39 3366 0 0,-5-11-2340 0 0,28 83-872 0 0,-14-37-371 0 0,27 97 1 0 0,19 120-117 0 0,34 134 101 0 0,-65-172 502 0 0,-15-65 2443 0 0,0 59-2532 0 0,-32-250-564 0 0,0 1-1 0 0,1-1 0 0 0,-1 1 0 0 0,1 0 0 0 0,0-1 1 0 0,0 1-1 0 0,0-1 0 0 0,0 0 0 0 0,0 1 0 0 0,3 3 1 0 0,0-3-1024 0 0</inkml:trace>
</inkml:ink>
</file>

<file path=ppt/ink/ink3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7:15.0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203 3414 2761 0 0,'-5'17'1126'0'0,"4"-11"-406"0"0,0-16 3575 0 0,-2-335 2620 0 0,1 36-4296 0 0,-27-300-932 0 0,-2-52-2358 0 0,47 1-45 0 0,-2 522 1279 0 0,5-71-240 0 0,-19 183-544 0 0,0 21 178 0 0,-1 0 0 0 0,1-1 0 0 0,0 1 0 0 0,1 0 0 0 0,0-1 0 0 0,-1 1 0 0 0,2 0-1 0 0,-1-1 1 0 0,1 1 0 0 0,-1 0 0 0 0,1 0 0 0 0,1 0 0 0 0,-1 1 0 0 0,5-7 0 0 0,4-6-54 0 0,16-35 0 0 0,-20 39 84 0 0,-8 15-631 0 0,0 1 1 0 0,0-1-1 0 0,0 1 0 0 0,0 0 1 0 0,1 0-1 0 0,-1-1 0 0 0,1 1 1 0 0,0 0-1 0 0,0 5 0 0 0,-8-25-5840 0 0,1-16 4661 0 0,12-13 4015 0 0,-3 38-1675 0 0,0 1 0 0 0,-1-1 0 0 0,0 0 0 0 0,-1 0 0 0 0,0-8 0 0 0,0 13-359 0 0,-1 0 1 0 0,1 0-1 0 0,-1 0 0 0 0,1 0 0 0 0,-1 0 1 0 0,0 1-1 0 0,-1-1 0 0 0,1 0 1 0 0,0 0-1 0 0,-1 1 0 0 0,1-1 0 0 0,-1 1 1 0 0,0-1-1 0 0,0 1 0 0 0,0 0 1 0 0,0-1-1 0 0,0 1 0 0 0,-1 0 0 0 0,1 1 1 0 0,-1-1-1 0 0,1 0 0 0 0,-1 1 1 0 0,-3-2-1 0 0,4 2-89 0 0,0 0 1 0 0,0 1-1 0 0,-1-1 0 0 0,1 1 1 0 0,0 0-1 0 0,0 0 0 0 0,0 0 0 0 0,0 0 1 0 0,0 0-1 0 0,0 0 0 0 0,-1 1 1 0 0,1-1-1 0 0,0 1 0 0 0,0 0 1 0 0,0-1-1 0 0,0 1 0 0 0,0 0 1 0 0,1 0-1 0 0,-1 0 0 0 0,0 0 1 0 0,0 0-1 0 0,0 1 0 0 0,1-1 1 0 0,-1 0-1 0 0,1 1 0 0 0,-1 0 1 0 0,1-1-1 0 0,0 1 0 0 0,-1 0 1 0 0,1-1-1 0 0,0 1 0 0 0,0 0 1 0 0,0 0-1 0 0,0 2 0 0 0,-125 289 419 0 0,120-278-478 0 0,9-23 19 0 0,10-24 63 0 0,-4 14-74 0 0,21-41-33 0 0,3 1-1 0 0,1 1 1 0 0,66-81 0 0 0,-84 119 143 0 0,30-31-92 0 0,-43 47-18 0 0,0 1 0 0 0,0 0 1 0 0,0-1-1 0 0,0 1 0 0 0,0 0 0 0 0,0 0 0 0 0,1 1 0 0 0,-1-1 0 0 0,1 1 0 0 0,-1 0 0 0 0,1-1 0 0 0,0 2 0 0 0,0-1 0 0 0,4 0 0 0 0,-5 1 17 0 0,-1 1 1 0 0,0-1-1 0 0,1 1 0 0 0,-1 0 0 0 0,0 0 0 0 0,0 0 0 0 0,1 0 1 0 0,-1 0-1 0 0,0 0 0 0 0,0 0 0 0 0,0 1 0 0 0,0-1 0 0 0,-1 1 1 0 0,1 0-1 0 0,0 0 0 0 0,-1-1 0 0 0,1 1 0 0 0,-1 0 1 0 0,0 0-1 0 0,1 0 0 0 0,1 5 0 0 0,21 51 846 0 0,-22-50-850 0 0,47 136-2341 0 0,-40-118-3390 0 0</inkml:trace>
</inkml:ink>
</file>

<file path=ppt/ink/ink3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02.96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743 2908 2304 0 0,'-2'0'167'0'0,"1"0"-85"0"0,-1 0 132 0 0,0 0 1 0 0,-1-1-1 0 0,1 1 1 0 0,0-1-1 0 0,0 0 1 0 0,0 1-1 0 0,0-1 1 0 0,0 0-1 0 0,-1 0 1 0 0,2 0-1 0 0,-1-1 1 0 0,0 1-1 0 0,0 0 1 0 0,0-1-1 0 0,1 1 1 0 0,-1-1-1 0 0,-1-1 1 0 0,-26-38 2201 0 0,12 15-1328 0 0,-24-32-365 0 0,3-3 0 0 0,2-1 0 0 0,-30-74 1 0 0,24 50-101 0 0,-31-64 229 0 0,-101-299 1 0 0,124 273-935 0 0,7-2-1 0 0,8-2 1 0 0,8-1 0 0 0,-5-248-1 0 0,39 182 152 0 0,1 27 26 0 0,0 29-3848 0 0,-7 174-359 0 0</inkml:trace>
</inkml:ink>
</file>

<file path=ppt/ink/ink3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03.53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130 196 4609 0 0,'-12'8'79'0'0,"2"0"1"0"0,-1 0-1 0 0,1 1 0 0 0,0 1 0 0 0,0-1 1 0 0,-10 16-1 0 0,-1-1 151 0 0,-1 2 119 0 0,19-22 19 0 0,14-17 210 0 0,106-115 1083 0 0,12-14 87 0 0,-127 138-1681 0 0,1 0-1 0 0,1 0 0 0 0,-1 1 1 0 0,0 0-1 0 0,1 0 1 0 0,0 0-1 0 0,0 0 0 0 0,0 0 1 0 0,0 1-1 0 0,0 0 1 0 0,0-1-1 0 0,0 2 1 0 0,1-1-1 0 0,7-2 0 0 0,-9 4-17 0 0,0 0 0 0 0,0 0 0 0 0,0 1 0 0 0,0-1 0 0 0,0 0-1 0 0,0 1 1 0 0,-1 0 0 0 0,1 0 0 0 0,0 0 0 0 0,0 0 0 0 0,0 0-1 0 0,-1 0 1 0 0,1 1 0 0 0,0-1 0 0 0,-1 1 0 0 0,1 0 0 0 0,-1 0 0 0 0,0 0-1 0 0,0 0 1 0 0,0 0 0 0 0,0 0 0 0 0,0 1 0 0 0,3 4 0 0 0,2 4 204 0 0,0 1 1 0 0,-1-1 0 0 0,0 1 0 0 0,-1 0 0 0 0,0 0-1 0 0,-1 1 1 0 0,3 13 0 0 0,12 96 1367 0 0,-15-89-1153 0 0,0 11-155 0 0,-2-21 17 0 0,1 1-1 0 0,1-1 1 0 0,6 24 0 0 0,-8-42-576 0 0,0 0 1 0 0,0 1-1 0 0,0-1 1 0 0,0 0-1 0 0,1 0 0 0 0,0 0 1 0 0,0-1-1 0 0,0 1 1 0 0,1-1-1 0 0,-1 1 1 0 0,1-1-1 0 0,0 0 0 0 0,0-1 1 0 0,1 1-1 0 0,-1-1 1 0 0,1 1-1 0 0,9 4 1 0 0,6-1-4831 0 0</inkml:trace>
</inkml:ink>
</file>

<file path=ppt/ink/ink3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05.09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31 88 3225 0 0,'0'0'109'0'0,"-1"-1"1"0"0,1 1-1 0 0,-1-1 1 0 0,1 1-1 0 0,-1 0 1 0 0,1-1 0 0 0,-1 1-1 0 0,1 0 1 0 0,-1 0-1 0 0,0 0 1 0 0,1-1-1 0 0,-1 1 1 0 0,0 0-1 0 0,1 0 1 0 0,-1 0-1 0 0,0 0 1 0 0,1 0 0 0 0,-1 0-1 0 0,0 0 1 0 0,1 0-1 0 0,-1 0 1 0 0,1 0-1 0 0,-1 1 1 0 0,0-1-1 0 0,1 0 1 0 0,-1 0-1 0 0,1 1 1 0 0,-1-1 0 0 0,0 0-1 0 0,1 1 1 0 0,-1-1-1 0 0,1 0 1 0 0,-1 1-1 0 0,1-1 1 0 0,-1 1-1 0 0,1-1 1 0 0,0 1-1 0 0,-1-1 1 0 0,1 1 0 0 0,-1-1-1 0 0,1 1 1 0 0,0-1-1 0 0,0 1 1 0 0,-1 0-1 0 0,0 1 19 0 0,0-1 0 0 0,1 1 0 0 0,-1-1 1 0 0,0 0-1 0 0,1 1 0 0 0,-1 0 0 0 0,1-1 0 0 0,-1 1 0 0 0,1-1 0 0 0,0 1 0 0 0,0-1 0 0 0,0 1 0 0 0,0 0 0 0 0,0-1 0 0 0,0 1 0 0 0,0 0 0 0 0,0-1 0 0 0,1 1 1 0 0,0 2-1 0 0,19 43 514 0 0,27 87 1 0 0,-36-95-423 0 0,2 0 1 0 0,2 0 0 0 0,35 64 0 0 0,-45-95-166 0 0,1 0 0 0 0,1 0 0 0 0,0-1 0 0 0,0 0 1 0 0,0 0-1 0 0,1-1 0 0 0,0 0 0 0 0,0 0 0 0 0,0-1 0 0 0,1 0 0 0 0,0-1 0 0 0,0 0 0 0 0,0 0 0 0 0,0-1 1 0 0,1 0-1 0 0,-1 0 0 0 0,1-1 0 0 0,0-1 0 0 0,0 1 0 0 0,0-2 0 0 0,0 1 0 0 0,0-1 0 0 0,-1-1 0 0 0,1 0 0 0 0,0 0 1 0 0,0-1-1 0 0,0 0 0 0 0,-1-1 0 0 0,1 0 0 0 0,-1-1 0 0 0,11-5 0 0 0,-12 4 16 0 0,-1-1 0 0 0,0 0 0 0 0,0 0 1 0 0,0 0-1 0 0,-1-1 0 0 0,0 0 0 0 0,0-1 0 0 0,8-14 0 0 0,3-8 262 0 0,13-34 0 0 0,-20 42-204 0 0,-1 2-13 0 0,-1 0 0 0 0,-1 0 1 0 0,0-1-1 0 0,-2 0 0 0 0,0 0 0 0 0,-2 0 0 0 0,2-36 0 0 0,-5 50-52 0 0,0 0 0 0 0,0 0-1 0 0,-1 0 1 0 0,1 0 0 0 0,-2 0 0 0 0,1 0-1 0 0,-1 0 1 0 0,0 0 0 0 0,-1 0 0 0 0,1 1-1 0 0,-1 0 1 0 0,-1-1 0 0 0,1 1 0 0 0,-1 0-1 0 0,0 0 1 0 0,-1 1 0 0 0,1-1 0 0 0,-1 1-1 0 0,0 0 1 0 0,0 0 0 0 0,-1 1 0 0 0,1-1-1 0 0,-1 1 1 0 0,0 0 0 0 0,0 1 0 0 0,-1 0-1 0 0,-6-3 1 0 0,-18-6-673 0 0,-1 2 0 0 0,0 1 1 0 0,-62-9-1 0 0,92 17 451 0 0,-1 1-1 0 0,1-1 1 0 0,-1 1 0 0 0,1 0 0 0 0,-1 0 0 0 0,1 0 0 0 0,0 1-1 0 0,-1-1 1 0 0,1 1 0 0 0,-1-1 0 0 0,1 1 0 0 0,0 0-1 0 0,-1 0 1 0 0,1 0 0 0 0,0 0 0 0 0,0 0 0 0 0,-3 1 0 0 0,-7 10-4802 0 0</inkml:trace>
</inkml:ink>
</file>

<file path=ppt/ink/ink3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07.20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 1 456 0 0,'0'25'918'0'0,"-1"-9"-826"0"0,0-1 1 0 0,2 1-1 0 0,0 0 1 0 0,1 0-1 0 0,0 0 1 0 0,1-1-1 0 0,1 1 0 0 0,10 24 1 0 0,-9-29-71 0 0,1 0-1 0 0,0 0 1 0 0,0-1 0 0 0,11 12 0 0 0,-16-19 49 0 0,1 0 0 0 0,0-1 0 0 0,1 0 1 0 0,-1 1-1 0 0,0-1 0 0 0,1 0 0 0 0,-1 0 0 0 0,1 0 1 0 0,0-1-1 0 0,-1 1 0 0 0,1-1 0 0 0,0 1 0 0 0,0-1 0 0 0,0 0 1 0 0,0 0-1 0 0,0 0 0 0 0,0-1 0 0 0,0 1 0 0 0,1-1 0 0 0,-1 1 1 0 0,5-1-1 0 0,-6-1-56 0 0,0 0 0 0 0,0 0 0 0 0,0 0 0 0 0,0 0 0 0 0,0 0 0 0 0,-1-1 0 0 0,1 1 0 0 0,-1 0 0 0 0,1-1 0 0 0,-1 0 0 0 0,1 1 0 0 0,-1-1 0 0 0,0 0 0 0 0,1 1 0 0 0,-1-1 1 0 0,0 0-1 0 0,0 0 0 0 0,0 0 0 0 0,-1 0 0 0 0,1 0 0 0 0,0 0 0 0 0,-1 0 0 0 0,0 0 0 0 0,1-3 0 0 0,5-54 217 0 0,-5 40-107 0 0,-1 0 0 0 0,-5-32 0 0 0,5 48-63 0 0,0-1 0 0 0,-1 0 0 0 0,0 1-1 0 0,0-1 1 0 0,0 1 0 0 0,0-1 0 0 0,0 1 0 0 0,-1-1-1 0 0,1 1 1 0 0,-1 0 0 0 0,0 0 0 0 0,0 0 0 0 0,0 0 0 0 0,0 0-1 0 0,-1 0 1 0 0,1 0 0 0 0,-1 1 0 0 0,0-1 0 0 0,0 1-1 0 0,0 0 1 0 0,-5-3 0 0 0,6 4 22 0 0,-1 1 1 0 0,0 0-1 0 0,1-1 0 0 0,-1 1 1 0 0,0 0-1 0 0,1 1 0 0 0,-1-1 0 0 0,1 0 1 0 0,-1 1-1 0 0,0-1 0 0 0,1 1 1 0 0,-1 0-1 0 0,1 0 0 0 0,-1 0 1 0 0,1 0-1 0 0,0 1 0 0 0,-1-1 0 0 0,1 0 1 0 0,0 1-1 0 0,0 0 0 0 0,0-1 1 0 0,0 1-1 0 0,0 0 0 0 0,0 0 1 0 0,1 0-1 0 0,-1 0 0 0 0,1 1 0 0 0,-3 3 1 0 0,1-1 21 0 0,-1 0 1 0 0,1 1-1 0 0,1-1 1 0 0,-1 0-1 0 0,1 1 0 0 0,0 0 1 0 0,0 0-1 0 0,1-1 1 0 0,-1 1-1 0 0,1 0 1 0 0,0 11-1 0 0,1-16-92 0 0,0 1-1 0 0,0-1 1 0 0,0 1 0 0 0,0-1-1 0 0,1 0 1 0 0,-1 1-1 0 0,1-1 1 0 0,-1 1 0 0 0,1-1-1 0 0,-1 1 1 0 0,1-1 0 0 0,0 0-1 0 0,-1 0 1 0 0,1 1-1 0 0,0-1 1 0 0,0 0 0 0 0,0 0-1 0 0,0 0 1 0 0,0 0 0 0 0,0 0-1 0 0,1 0 1 0 0,-1 0-1 0 0,2 1 1 0 0,-1-1 37 0 0,0-1 1 0 0,1 1-1 0 0,-1-1 0 0 0,0 1 1 0 0,1-1-1 0 0,-1 0 1 0 0,1 1-1 0 0,-1-1 0 0 0,1-1 1 0 0,-1 1-1 0 0,1 0 0 0 0,3-2 1 0 0,3 0 87 0 0,-1 0 1 0 0,0-1-1 0 0,0-1 1 0 0,0 1 0 0 0,-1-1-1 0 0,1 0 1 0 0,6-6-1 0 0,-11 8-90 0 0,25-23 131 0 0,-26 24-164 0 0,-1-1-1 0 0,1 1 1 0 0,-1-1-1 0 0,1 1 1 0 0,-1-1-1 0 0,0 0 1 0 0,0 0-1 0 0,0 0 1 0 0,0 0-1 0 0,0 0 1 0 0,0 0-1 0 0,0 0 1 0 0,-1 0-1 0 0,1-2 1 0 0,-1 4 7 0 0,-1-1 1 0 0,1 1-1 0 0,0 0 1 0 0,-1 0 0 0 0,1 0-1 0 0,0 0 1 0 0,-1 0-1 0 0,1 0 1 0 0,0 0 0 0 0,-1 0-1 0 0,1 0 1 0 0,0 0-1 0 0,0 0 1 0 0,-1 1 0 0 0,1-1-1 0 0,0 0 1 0 0,-1 0-1 0 0,1 0 1 0 0,0 0 0 0 0,-1 0-1 0 0,1 1 1 0 0,0-1-1 0 0,0 0 1 0 0,-1 0-1 0 0,1 0 1 0 0,0 1 0 0 0,0-1-1 0 0,-1 0 1 0 0,1 0-1 0 0,0 1 1 0 0,0-1 0 0 0,0 0-1 0 0,0 1 1 0 0,-1-1-1 0 0,1 0 1 0 0,0 1 0 0 0,0-1-1 0 0,0 0 1 0 0,0 1-1 0 0,-11 13-7 0 0,5-3 157 0 0,-12 18-733 0 0,17-28 489 0 0,0-1-1 0 0,1 1 0 0 0,-1 0 0 0 0,0-1 1 0 0,0 1-1 0 0,0-1 0 0 0,0 1 1 0 0,1-1-1 0 0,-1 1 0 0 0,0-1 1 0 0,0 1-1 0 0,0-1 0 0 0,0 0 1 0 0,0 0-1 0 0,0 1 0 0 0,0-1 1 0 0,0 0-1 0 0,0 0 0 0 0,0 0 1 0 0,0 0-1 0 0,0 0 0 0 0,0 0 1 0 0,0 0-1 0 0,0-1 0 0 0,0 1 1 0 0,0 0-1 0 0,0 0 0 0 0,0-1 1 0 0,-1 0-1 0 0,-7-4 45 0 0</inkml:trace>
</inkml:ink>
</file>

<file path=ppt/ink/ink3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08.34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75 50 5065 0 0,'-26'13'1168'0'0,"23"-10"-876"0"0,-1-1 0 0 0,-1 0 0 0 0,1 1 0 0 0,0-1 1 0 0,0-1-1 0 0,-1 1 0 0 0,1-1 0 0 0,-1 0 0 0 0,-5 1 0 0 0,33-21 3313 0 0,-5 9-2878 0 0,0 0 0 0 0,1 1 1 0 0,1 0-1 0 0,35-9 1 0 0,-46 16-906 0 0,-1 0 1 0 0,1 1 0 0 0,-1 0-1 0 0,1 0 1 0 0,0 1 0 0 0,-1 0 0 0 0,1 1-1 0 0,-1 0 1 0 0,1 0 0 0 0,0 1-1 0 0,-1 0 1 0 0,0 0 0 0 0,1 1 0 0 0,9 4-1 0 0,-13-4 34 0 0,3 1-925 0 0,0 0 1 0 0,0-1-1 0 0,17 5 0 0 0,-23-7 915 0 0,0-1 0 0 0,0 1 0 0 0,0-1 0 0 0,0 0 0 0 0,0 0 0 0 0,1 0 0 0 0,-1 0 0 0 0,0 0 0 0 0,0 0 0 0 0,0-1 0 0 0,0 1 0 0 0,0-1 0 0 0,0 1 0 0 0,0-1 0 0 0,0 0 0 0 0,0 0 0 0 0,0 0 0 0 0,0 0 0 0 0,0 0 0 0 0,-1 0 0 0 0,4-3 0 0 0,7-11 154 0 0</inkml:trace>
</inkml:ink>
</file>

<file path=ppt/ink/ink3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09.65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45 344 2304 0 0,'2'-15'1861'0'0,"-1"13"-1621"0"0,-1 1 1 0 0,1-1-1 0 0,-1 1 1 0 0,0 0-1 0 0,0-1 1 0 0,1 1-1 0 0,-1-1 0 0 0,-5-20 9230 0 0,8 15-7310 0 0,-3 7-2149 0 0,1-1 0 0 0,0 0 0 0 0,-1 1 0 0 0,0-1 0 0 0,1 0 0 0 0,-1 0 0 0 0,0 0 0 0 0,1 1 0 0 0,-1-1 1 0 0,0 0-1 0 0,0 0 0 0 0,1 0 0 0 0,-1 0 0 0 0,0 1 0 0 0,0-1 0 0 0,0 0 0 0 0,0 0 0 0 0,0 0 0 0 0,0 0 0 0 0,-1 0 1 0 0,1 1-1 0 0,0-1 0 0 0,0 0 0 0 0,-1 0 0 0 0,1 0 0 0 0,-1 0 0 0 0,0 0 43 0 0,0-1 0 0 0,0 1 0 0 0,0 0 0 0 0,0 0 0 0 0,0-1-1 0 0,0 1 1 0 0,1-1 0 0 0,-1 1 0 0 0,0 0 0 0 0,1-1 0 0 0,-1 1 0 0 0,1-1-1 0 0,-1-1 1 0 0,-4-12 1315 0 0,-5 10-1272 0 0,10 4-93 0 0,-1 1 1 0 0,1-1-1 0 0,-1 1 0 0 0,1-1 1 0 0,-1 1-1 0 0,1 0 1 0 0,-1-1-1 0 0,1 1 1 0 0,-1-1-1 0 0,1 1 0 0 0,-1 0 1 0 0,0 0-1 0 0,1-1 1 0 0,-1 1-1 0 0,0 0 1 0 0,1 0-1 0 0,-1 0 0 0 0,1 0 1 0 0,-1 0-1 0 0,0 0 1 0 0,1 0-1 0 0,-1 0 1 0 0,-1 0-1 0 0,2 0 7 0 0,-1 0 0 0 0,1 0 0 0 0,-1 0 0 0 0,1 0-1 0 0,0 1 1 0 0,-1-1 0 0 0,1 0 0 0 0,-1 0 0 0 0,1 0 0 0 0,0 1 0 0 0,-1-1 0 0 0,1 0 0 0 0,0 1-1 0 0,-1-1 1 0 0,1 0 0 0 0,0 1 0 0 0,-1-1 0 0 0,1 0 0 0 0,0 1 0 0 0,0-1 0 0 0,0 1 0 0 0,-1-1-1 0 0,1 1 1 0 0,0-1 0 0 0,0 0 0 0 0,0 1 0 0 0,0-1 0 0 0,0 1 0 0 0,0-1 0 0 0,0 1-1 0 0,0-1 1 0 0,0 1 0 0 0,0 0 0 0 0,3 14-100 0 0,25 33 69 0 0,-24-40-11 0 0,0 1 0 0 0,0-1 0 0 0,1 0 0 0 0,1 0 0 0 0,9 11 0 0 0,9 3-15 0 0,1 0 1 0 0,1-1 0 0 0,1-1-1 0 0,57 30 1 0 0,-83-49 46 0 0,0 0-1 0 0,0 0 1 0 0,1 0 0 0 0,-1 0-1 0 0,1 0 1 0 0,-1-1 0 0 0,0 1-1 0 0,1-1 1 0 0,0 1 0 0 0,-1-1-1 0 0,1 1 1 0 0,-1-1 0 0 0,1 0-1 0 0,-1 0 1 0 0,1 0 0 0 0,0 0-1 0 0,-1 0 1 0 0,1 0 0 0 0,-1 0-1 0 0,1 0 1 0 0,0-1 0 0 0,-1 1-1 0 0,1-1 1 0 0,-1 1 0 0 0,1-1-1 0 0,-1 0 1 0 0,2 0 0 0 0,-1-2 15 0 0,-1 1 0 0 0,0-1 1 0 0,0 1-1 0 0,0-1 0 0 0,0 0 0 0 0,-1 1 1 0 0,1-1-1 0 0,-1 0 0 0 0,1 1 0 0 0,-1-1 0 0 0,0 0 1 0 0,0 0-1 0 0,0 1 0 0 0,0-1 0 0 0,-2-5 1 0 0,-3-31 135 0 0,-1 0 1 0 0,-3 1-1 0 0,-1 0 1 0 0,-1 0 0 0 0,-2 1-1 0 0,-2 1 1 0 0,-2 0-1 0 0,-1 1 1 0 0,-25-36-1 0 0,37 62-234 0 0,-17-19-988 0 0</inkml:trace>
</inkml:ink>
</file>

<file path=ppt/ink/ink3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11.80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49 119 4985 0 0,'-1'1'13'0'0,"1"-1"-1"0"0,0 0 1 0 0,-1 0 0 0 0,1 0 0 0 0,0 0-1 0 0,-1 0 1 0 0,1 0 0 0 0,0 1-1 0 0,-1-1 1 0 0,1 0 0 0 0,0 0-1 0 0,-1 0 1 0 0,1 0 0 0 0,0 0-1 0 0,-1 0 1 0 0,1 0 0 0 0,0 0 0 0 0,-1-1-1 0 0,1 1 1 0 0,0 0 0 0 0,-1 0-1 0 0,1 0 1 0 0,0 0 0 0 0,-1 0-1 0 0,1-1 1 0 0,0 1 0 0 0,-1 0-1 0 0,1 0 1 0 0,0 0 0 0 0,0-1 0 0 0,-1 1-1 0 0,1 0 1 0 0,0 0 0 0 0,-1-1-1 0 0,-13-17 655 0 0,-8-22 3211 0 0,26 53-3366 0 0,0 0 0 0 0,0 0 0 0 0,-1 0-1 0 0,2 22 1 0 0,3 15-418 0 0,-5-37-131 0 0,1 0 0 0 0,0 0 0 0 0,1 0 0 0 0,0-1 0 0 0,0 0 0 0 0,2 0 0 0 0,8 12 1 0 0,-14-21 52 0 0,1 0-1 0 0,0-1 1 0 0,0 0 0 0 0,0 1 0 0 0,0-1 0 0 0,1 0 0 0 0,-1 0 0 0 0,1 0 0 0 0,-1-1 0 0 0,1 1 0 0 0,0-1 0 0 0,-1 1 0 0 0,1-1 0 0 0,0 0 0 0 0,0 0 0 0 0,0 0 0 0 0,0 0 0 0 0,0 0-1 0 0,0-1 1 0 0,0 0 0 0 0,0 1 0 0 0,0-1 0 0 0,0 0 0 0 0,1-1 0 0 0,-1 1 0 0 0,0 0 0 0 0,0-1 0 0 0,0 0 0 0 0,0 0 0 0 0,0 1 0 0 0,0-2 0 0 0,-1 1 0 0 0,1 0 0 0 0,0-1 0 0 0,0 1-1 0 0,4-4 1 0 0,-4 1 44 0 0,0 1-1 0 0,1 0 1 0 0,-1-1-1 0 0,-1 1 0 0 0,1-1 1 0 0,0 0-1 0 0,-1 0 0 0 0,0 0 1 0 0,0 0-1 0 0,0 0 0 0 0,0 0 1 0 0,-1-1-1 0 0,0 1 0 0 0,0-1 1 0 0,0 1-1 0 0,0-6 1 0 0,2-10 171 0 0,-1 1 1 0 0,-2-28 0 0 0,0 43-215 0 0,-1-18 131 0 0,0 1 1 0 0,-6-26 0 0 0,7 43-193 0 0,-1 0 0 0 0,0 0 1 0 0,0 0-1 0 0,0 0 1 0 0,0 0-1 0 0,-1 0 0 0 0,0 0 1 0 0,0 0-1 0 0,0 1 1 0 0,0-1-1 0 0,0 1 1 0 0,-1-1-1 0 0,0 1 0 0 0,1 0 1 0 0,-1 0-1 0 0,0 0 1 0 0,-1 1-1 0 0,-5-5 0 0 0,8 6-75 0 0,0 1-1 0 0,0 0 0 0 0,1 0 0 0 0,-1-1 0 0 0,0 1 0 0 0,0 0 0 0 0,0 0 0 0 0,0 0 1 0 0,0 0-1 0 0,0 0 0 0 0,1 0 0 0 0,-1 0 0 0 0,0 0 0 0 0,0 1 0 0 0,0-1 0 0 0,0 0 1 0 0,0 0-1 0 0,1 1 0 0 0,-1-1 0 0 0,0 1 0 0 0,0-1 0 0 0,0 1 0 0 0,1-1 0 0 0,-1 1 1 0 0,0 0-1 0 0</inkml:trace>
</inkml:ink>
</file>

<file path=ppt/ink/ink3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12.21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0 138 1840 0 0,'2'-1'145'0'0,"-1"1"-1"0"0,0-1 1 0 0,1 1-1 0 0,-1 0 1 0 0,1-1-1 0 0,-1 1 1 0 0,1 0-1 0 0,-1 0 0 0 0,1 0 1 0 0,-1 0-1 0 0,1 0 1 0 0,-1 1-1 0 0,0-1 1 0 0,1 0-1 0 0,-1 1 1 0 0,1-1-1 0 0,-1 1 1 0 0,0-1-1 0 0,1 1 0 0 0,-1-1 1 0 0,0 1-1 0 0,1 0 1 0 0,-1 0-1 0 0,0 0 1 0 0,0 0-1 0 0,0 0 1 0 0,0 0-1 0 0,0 0 0 0 0,0 0 1 0 0,0 0-1 0 0,0 1 1 0 0,-1-1-1 0 0,2 2 1 0 0,4 8 432 0 0,0-1 1 0 0,-1 1-1 0 0,6 15 0 0 0,-4-9-71 0 0,-4-10-366 0 0,1 0 0 0 0,0-1 0 0 0,0 1-1 0 0,0-1 1 0 0,1 0 0 0 0,0 0 0 0 0,1 0-1 0 0,-1-1 1 0 0,12 9 0 0 0,-16-13-127 0 0,1 0-1 0 0,0 1 1 0 0,0-1 0 0 0,0 0 0 0 0,0 0-1 0 0,0 0 1 0 0,0-1 0 0 0,0 1 0 0 0,0 0-1 0 0,0-1 1 0 0,1 0 0 0 0,-1 1 0 0 0,0-1-1 0 0,0 0 1 0 0,0 0 0 0 0,1 0 0 0 0,-1 0 0 0 0,0-1-1 0 0,0 1 1 0 0,0 0 0 0 0,0-1 0 0 0,1 0-1 0 0,-1 1 1 0 0,0-1 0 0 0,0 0 0 0 0,0 0-1 0 0,-1 0 1 0 0,1 0 0 0 0,0-1 0 0 0,0 1-1 0 0,0-1 1 0 0,-1 1 0 0 0,1-1 0 0 0,-1 1-1 0 0,1-1 1 0 0,-1 0 0 0 0,0 1 0 0 0,2-5-1 0 0,2-1 2 0 0,-1-1 0 0 0,0 0-1 0 0,-1 0 1 0 0,0 0-1 0 0,0 0 1 0 0,-1-1-1 0 0,0 1 1 0 0,0-1-1 0 0,-1 1 1 0 0,0-1 0 0 0,-1 0-1 0 0,0 1 1 0 0,0-1-1 0 0,-3-15 1 0 0,-2-7-428 0 0,-2-1 1 0 0,-17-48-1 0 0,41 154 3663 0 0,-12-51-2950 0 0,0-1 0 0 0,12 32 0 0 0,-13-42-247 0 0,1-1 0 0 0,1 0 0 0 0,0 0 0 0 0,1-1 0 0 0,12 16 1 0 0,-14-21-592 0 0,0 1 1 0 0,0-1-1 0 0,1-1 1 0 0,0 1-1 0 0,0-1 1 0 0,1 0-1 0 0,-1 0 1 0 0,1 0-1 0 0,-1-1 1 0 0,12 3 0 0 0,1 1-3342 0 0</inkml:trace>
</inkml:ink>
</file>

<file path=ppt/ink/ink3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12.66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 0 4145 0 0,'-2'4'235'0'0,"1"0"0"0"0,0-1 0 0 0,0 1 0 0 0,0 0 0 0 0,0-1 0 0 0,1 1 0 0 0,0 0 0 0 0,-1 0 0 0 0,1 0 0 0 0,1-1 0 0 0,0 8 0 0 0,-1-4 66 0 0,1 4 85 0 0,0 0 1 0 0,0 0 0 0 0,1 0 0 0 0,0-1-1 0 0,1 1 1 0 0,0 0 0 0 0,1-1 0 0 0,0 0-1 0 0,1 0 1 0 0,8 13 0 0 0,-3-8-20 0 0,1 0 0 0 0,1-1 0 0 0,1 0 1 0 0,0-1-1 0 0,20 16 0 0 0,3 1-994 0 0,-1 2 1 0 0,-2 2 0 0 0,44 57-1 0 0,-57-65-308 0 0</inkml:trace>
</inkml:ink>
</file>

<file path=ppt/ink/ink3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13.01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0 406 6913 0 0,'8'-14'345'0'0,"0"1"-1"0"0,1 0 1 0 0,0 0-1 0 0,0 1 1 0 0,2 0-1 0 0,15-14 1 0 0,-5 5-83 0 0,122-122 1882 0 0,-113 116-2668 0 0,1 2 1 0 0,1 2-1 0 0,40-22 1 0 0,-34 29-2675 0 0,-20 13 1552 0 0</inkml:trace>
</inkml:ink>
</file>

<file path=ppt/ink/ink3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13.77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 1768 3225 0 0,'0'0'45'0'0,"0"0"0"0"0,1 0 0 0 0,-1 0 0 0 0,0 0 0 0 0,0-1 0 0 0,1 1 0 0 0,-1 0 0 0 0,0 0 0 0 0,0 0 0 0 0,1-1 0 0 0,-1 1 0 0 0,0 0 0 0 0,0 0 0 0 0,1 0 0 0 0,-1-1 0 0 0,0 1 0 0 0,0 0 0 0 0,0 0 0 0 0,0-1 0 0 0,1 1 0 0 0,-1 0 0 0 0,0-1 0 0 0,0 1 0 0 0,0 0 0 0 0,0-1 0 0 0,0 1 0 0 0,0 0 0 0 0,0-1 0 0 0,0 1 0 0 0,0 0 0 0 0,0 0 0 0 0,0-1 0 0 0,0 1 0 0 0,0 0 0 0 0,0-1 0 0 0,0 1 0 0 0,0 0 0 0 0,0-1 0 0 0,0 1-1 0 0,-1 0 1 0 0,1-1 0 0 0,0 1 0 0 0,0 0 0 0 0,0 0 0 0 0,0-1 0 0 0,-1 1 0 0 0,1 0 0 0 0,0 0 0 0 0,0 0 0 0 0,-1-1 0 0 0,1 1 0 0 0,0 0 0 0 0,0 0 0 0 0,-1 0 0 0 0,1-1 0 0 0,0 1 0 0 0,-1 0 0 0 0,1 0 0 0 0,0 0 0 0 0,0 0 0 0 0,-1 0 0 0 0,1 0 0 0 0,0 0 0 0 0,-1 0 0 0 0,1 0 0 0 0,0 0 0 0 0,-1 0 0 0 0,0 0 0 0 0,19-14 274 0 0,1 0 1 0 0,0 2-1 0 0,0 0 0 0 0,26-11 0 0 0,94-34 485 0 0,-67 28-120 0 0,320-137 1626 0 0,-72 20-1605 0 0,90-36-1146 0 0,342-65 1808 0 0,-623 208-1358 0 0,201-80 139 0 0,-144 49 37 0 0,178-70 83 0 0,-186 69-352 0 0,82-45-225 0 0,-19 8-114 0 0,91-41 678 0 0,-305 135 64 0 0,-21 11-403 0 0,0-1-1 0 0,0 1 1 0 0,1 0 0 0 0,-1 1-1 0 0,1-1 1 0 0,-1 1-1 0 0,1 1 1 0 0,0-1-1 0 0,-1 1 1 0 0,10-1-1 0 0,-5 7-1131 0 0,-6-2 417 0 0</inkml:trace>
</inkml:ink>
</file>

<file path=ppt/ink/ink3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14.77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0 5529 0 0,'5'5'5296'0'0,"6"11"-4414"0"0,49 92 903 0 0,-4-3-1441 0 0,5-3-1 0 0,97 123 1 0 0,-136-198-465 0 0,1-1-1314 0 0,32 51 1 0 0,-54-72-9 0 0</inkml:trace>
</inkml:ink>
</file>

<file path=ppt/ink/ink3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15.23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1 114 1376 0 0,'0'-5'166'0'0,"0"0"1"0"0,1 0-1 0 0,-1 0 0 0 0,1 0 0 0 0,0 0 0 0 0,1 0 1 0 0,-1 0-1 0 0,1 1 0 0 0,0-1 0 0 0,0 1 0 0 0,1-1 0 0 0,-1 1 1 0 0,1 0-1 0 0,0 0 0 0 0,0 0 0 0 0,0 0 0 0 0,0 0 1 0 0,1 1-1 0 0,0 0 0 0 0,-1-1 0 0 0,1 1 0 0 0,1 1 0 0 0,6-5 1 0 0,-7 5-83 0 0,-1 1 0 0 0,1 0 1 0 0,0-1-1 0 0,0 1 1 0 0,0 1-1 0 0,0-1 0 0 0,0 0 1 0 0,0 1-1 0 0,0 0 1 0 0,0 0-1 0 0,0 0 0 0 0,0 0 1 0 0,0 1-1 0 0,0 0 0 0 0,0 0 1 0 0,0 0-1 0 0,0 0 1 0 0,0 0-1 0 0,-1 1 0 0 0,1 0 1 0 0,0 0-1 0 0,-1 0 1 0 0,0 0-1 0 0,1 0 0 0 0,-1 1 1 0 0,0-1-1 0 0,0 1 1 0 0,0 0-1 0 0,3 5 0 0 0,-2-4-128 0 0,-1 0 0 0 0,0 0-1 0 0,-1 0 1 0 0,1 0-1 0 0,-1 0 1 0 0,1 1 0 0 0,-1-1-1 0 0,-1 1 1 0 0,1 0 0 0 0,-1 0-1 0 0,0 0 1 0 0,0-1-1 0 0,0 1 1 0 0,0 0 0 0 0,-1 0-1 0 0,0 0 1 0 0,0 5 0 0 0,-3 5-13 0 0,0-1 0 0 0,0 1 1 0 0,-1-1-1 0 0,-8 18 1 0 0,7-21 277 0 0,0 0 1 0 0,1 0 0 0 0,1 1-1 0 0,0-1 1 0 0,1 1 0 0 0,0 0-1 0 0,1 0 1 0 0,0 14 0 0 0,1-24-157 0 0,0-1-1 0 0,0 0 1 0 0,1 0 0 0 0,-1 1-1 0 0,0-1 1 0 0,1 0 0 0 0,-1 0-1 0 0,1 0 1 0 0,0 0 0 0 0,-1 0-1 0 0,1 1 1 0 0,0-1 0 0 0,0 0 0 0 0,-1-1-1 0 0,1 1 1 0 0,0 0 0 0 0,0 0-1 0 0,0 0 1 0 0,0 0 0 0 0,0-1-1 0 0,0 1 1 0 0,0 0 0 0 0,1-1-1 0 0,-1 1 1 0 0,0-1 0 0 0,0 0 0 0 0,0 1-1 0 0,1-1 1 0 0,-1 0 0 0 0,0 1-1 0 0,0-1 1 0 0,1 0 0 0 0,-1 0-1 0 0,0 0 1 0 0,1 0 0 0 0,-1-1-1 0 0,0 1 1 0 0,0 0 0 0 0,1 0 0 0 0,-1-1-1 0 0,1 0 1 0 0,11-2 373 0 0,-1 0 0 0 0,-1-1-1 0 0,17-7 1 0 0,-16 6 63 0 0,218-98 747 0 0,-195 93-2438 0 0,-11 10-3560 0 0,-13 3 824 0 0</inkml:trace>
</inkml:ink>
</file>

<file path=ppt/ink/ink3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17.06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81 1 6913 0 0,'-2'0'-60'0'0,"-1"1"-1"0"0,1 0 0 0 0,0 0 1 0 0,0 0-1 0 0,0 0 0 0 0,0 0 0 0 0,0 0 1 0 0,0 0-1 0 0,1 1 0 0 0,-1-1 1 0 0,0 1-1 0 0,1-1 0 0 0,-1 1 1 0 0,-1 2-1 0 0,-20 27 1529 0 0,18-21-1265 0 0,1 1 1 0 0,0 0-1 0 0,0 0 1 0 0,1 1-1 0 0,1-1 0 0 0,0 1 1 0 0,0-1-1 0 0,1 1 0 0 0,0 0 1 0 0,1 0-1 0 0,3 18 1 0 0,0-3 193 0 0,2 1 0 0 0,1-1 0 0 0,16 46 0 0 0,-6-30 242 0 0,1-1 0 0 0,25 44 0 0 0,-34-72-461 0 0,1-1-1 0 0,0 1 1 0 0,1-2 0 0 0,0 1-1 0 0,1-2 1 0 0,0 1 0 0 0,1-2 0 0 0,0 1-1 0 0,21 12 1 0 0,-7-8 23 0 0,1-1 0 0 0,31 11 0 0 0,-8-7-2394 0 0</inkml:trace>
</inkml:ink>
</file>

<file path=ppt/ink/ink3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17.47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10 281 6913 0 0,'0'0'26'0'0,"-1"0"-1"0"0,1 0 1 0 0,-1-1-1 0 0,1 1 0 0 0,-1 0 1 0 0,0-1-1 0 0,1 1 1 0 0,0-1-1 0 0,-1 1 0 0 0,1 0 1 0 0,-1-1-1 0 0,1 1 1 0 0,-1-1-1 0 0,1 1 0 0 0,0-1 1 0 0,-1 1-1 0 0,1-1 1 0 0,0 0-1 0 0,0 1 0 0 0,-1-1 1 0 0,1 1-1 0 0,0-1 1 0 0,0 0-1 0 0,0 1 0 0 0,0-1 1 0 0,0 0-1 0 0,5-21 119 0 0,22-22 275 0 0,-22 38-14 0 0,15-22 1049 0 0,1 1-1 0 0,37-37 1 0 0,-43 50-1778 0 0,1 0 1 0 0,33-21-1 0 0,-33 26-2643 0 0,-1 5-902 0 0</inkml:trace>
</inkml:ink>
</file>

<file path=ppt/ink/ink3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29.41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65 0 6449 0 0,'-1'25'3654'0'0,"-8"43"-1"0"0,0 5-2494 0 0,-12 181-916 0 0,-4 91 810 0 0,52 300-320 0 0,-1 15-2858 0 0,-27-614 1566 0 0,-5 92 881 0 0,-4-46-5507 0 0,7-76 1125 0 0</inkml:trace>
</inkml:ink>
</file>

<file path=ppt/ink/ink3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29.88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1 357 3681 0 0,'0'1'218'0'0,"1"0"0"0"0,0 0-1 0 0,-1 0 1 0 0,1 0 0 0 0,0 0 0 0 0,0 0 0 0 0,0 0 0 0 0,0 0 0 0 0,0 0-1 0 0,0 0 1 0 0,0 0 0 0 0,0-1 0 0 0,1 1 0 0 0,-1 0 0 0 0,0-1 0 0 0,0 1-1 0 0,1-1 1 0 0,1 1 0 0 0,10 6 2 0 0,37 39 1005 0 0,-39-33-1103 0 0,1-1 0 0 0,1-1 0 0 0,0 0 0 0 0,24 14 0 0 0,-34-23-64 0 0,1 0 0 0 0,0 0 0 0 0,0 0-1 0 0,0-1 1 0 0,0 1 0 0 0,0-1 0 0 0,1 0 0 0 0,-1-1 0 0 0,0 1 0 0 0,0-1 0 0 0,1 0 0 0 0,-1 0 0 0 0,0 0 0 0 0,1 0 0 0 0,-1-1 0 0 0,0 0 0 0 0,0 0-1 0 0,0 0 1 0 0,1 0 0 0 0,-1 0 0 0 0,0-1 0 0 0,-1 0 0 0 0,5-2 0 0 0,1-2 133 0 0,-1 0 0 0 0,0-1 0 0 0,-1 0 1 0 0,0 0-1 0 0,0-1 0 0 0,0 1 0 0 0,-1-2 0 0 0,0 1 0 0 0,6-13 0 0 0,40-86 1398 0 0,-49 101-1495 0 0,33-82 1064 0 0,35-75-194 0 0,-50 130-2583 0 0,-13 18-3925 0 0</inkml:trace>
</inkml:ink>
</file>

<file path=ppt/ink/ink3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24.6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71 611 920 0 0,'-11'13'191'0'0,"9"-11"-197"0"0,1 1 0 0 0,-1-1-1 0 0,0 0 1 0 0,0 0 0 0 0,0 0 0 0 0,0 0-1 0 0,0 0 1 0 0,-1 0 0 0 0,1 0 0 0 0,0-1 0 0 0,-1 1-1 0 0,1-1 1 0 0,-1 1 0 0 0,-3 0 0 0 0,5-3 42 0 0,0 1 1 0 0,1 0 0 0 0,-1-1 0 0 0,0 1 0 0 0,0-1 0 0 0,0 1-1 0 0,1-1 1 0 0,-1 0 0 0 0,0 1 0 0 0,1-1 0 0 0,-1 0 0 0 0,0 0-1 0 0,1 1 1 0 0,-1-1 0 0 0,1 0 0 0 0,-1 0 0 0 0,1 0 0 0 0,-1 0-1 0 0,1 1 1 0 0,0-1 0 0 0,0 0 0 0 0,-1 0 0 0 0,1 0 0 0 0,0 0-1 0 0,0 0 1 0 0,0-2 0 0 0,-5-28 943 0 0,5 31-931 0 0,-5-80 1884 0 0,6-82 1 0 0,1 49-919 0 0,0 73 80 0 0,11-65 0 0 0,0 17 394 0 0,-14 76-1610 0 0,-3 18-930 0 0,-3 22-3495 0 0,7-19 1991 0 0</inkml:trace>
</inkml:ink>
</file>

<file path=ppt/ink/ink3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25.20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1 136 1376 0 0,'5'1'5152'0'0,"11"0"-4435"0"0,1-1 0 0 0,0 0 0 0 0,-1-1-1 0 0,1-1 1 0 0,32-8 0 0 0,88-31 730 0 0,-69 19-766 0 0,-36 12-534 0 0,1 1 0 0 0,0 3 0 0 0,0 0 0 0 0,1 2 0 0 0,0 1 0 0 0,-1 2 0 0 0,1 2 0 0 0,54 7 0 0 0,-46-1-34 0 0,1-2-1 0 0,0-1 1 0 0,0-3-1 0 0,1-1 1 0 0,78-11-1 0 0,96-22 656 0 0,-181 30-712 0 0,0 1 0 0 0,1 3 0 0 0,69 9 0 0 0,-28 0-329 0 0,1-4 0 0 0,0-3 0 0 0,119-11 0 0 0,-186 8-801 0 0,1 0 0 0 0,-1 1 0 0 0,1 1 0 0 0,-1 0 0 0 0,0 1 0 0 0,0 0 1 0 0,23 10-1 0 0,-26-10 389 0 0,-2-1 59 0 0</inkml:trace>
</inkml:ink>
</file>

<file path=ppt/ink/ink3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25.8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130 27 3497 0 0,'-117'5'3356'0'0,"117"-5"-3313"0"0,-1 0-1 0 0,1 0 1 0 0,0 0-1 0 0,-1 0 1 0 0,1 0-1 0 0,0 0 1 0 0,-1 1-1 0 0,1-1 0 0 0,0 0 1 0 0,-1 0-1 0 0,1 0 1 0 0,0 0-1 0 0,-1 0 1 0 0,1 0-1 0 0,0 0 1 0 0,-1-1-1 0 0,1 1 0 0 0,-1 0 1 0 0,1 0-1 0 0,0 0 1 0 0,0 0-1 0 0,-1 0 1 0 0,1 0-1 0 0,0-1 1 0 0,-1 1-1 0 0,1 0 0 0 0,0 0 1 0 0,-1 0-1 0 0,1-1 1 0 0,0 1-1 0 0,0 0 1 0 0,0-1-1 0 0,-1 1 1 0 0,1 0-1 0 0,0 0 0 0 0,0-1 1 0 0,0 1-1 0 0,0 0 1 0 0,-1-1-1 0 0,1 1 1 0 0,0 0-1 0 0,0-1 1 0 0,0 1-1 0 0,0 0 0 0 0,0-1 1 0 0,0 1-1 0 0,0 0 1 0 0,0-1-1 0 0,0 1 1 0 0,0 0-1 0 0,0-1 1 0 0,0 1-1 0 0,0 0 0 0 0,0-1 1 0 0,0 1-1 0 0,1 0 1 0 0,-1-1-1 0 0,0 1 1 0 0,0 0-1 0 0,0-1 1 0 0,0 1-1 0 0,1 0 0 0 0,-1-1 1 0 0,0 1-1 0 0,0 0 1 0 0,1-1-1 0 0,0 0 148 0 0,1-1 0 0 0,-1 1 0 0 0,0-1-1 0 0,1 1 1 0 0,0-1 0 0 0,-1 1 0 0 0,1 0 0 0 0,0 0 0 0 0,-1 0-1 0 0,4-1 1 0 0,0 1-100 0 0,0 0 0 0 0,0 0-1 0 0,0 1 1 0 0,0 0 0 0 0,0 0-1 0 0,0 1 1 0 0,0-1 0 0 0,-1 1 0 0 0,1 0-1 0 0,0 0 1 0 0,6 3 0 0 0,57 25-278 0 0,-25-10-51 0 0,-29-13 108 0 0,20 7 403 0 0,50 26-1 0 0,-76-35-207 0 0,0 1 0 0 0,0 0-1 0 0,-1 0 1 0 0,1 1-1 0 0,-1 0 1 0 0,-1 0 0 0 0,1 1-1 0 0,-1 0 1 0 0,0 0 0 0 0,0 0-1 0 0,6 12 1 0 0,-11-17-57 0 0,0 0-1 0 0,-1 0 1 0 0,1 0 0 0 0,-1 0-1 0 0,1 0 1 0 0,-1 1 0 0 0,0-1-1 0 0,1 0 1 0 0,-1 0 0 0 0,0 0-1 0 0,-1 0 1 0 0,1 1 0 0 0,0-1-1 0 0,-1 0 1 0 0,1 0 0 0 0,-1 0-1 0 0,1 0 1 0 0,-1 0 0 0 0,0 0-1 0 0,0 0 1 0 0,0 0 0 0 0,0 0-1 0 0,0 0 1 0 0,0-1 0 0 0,-1 1-1 0 0,-1 2 1 0 0,-6 5 92 0 0,0-1 1 0 0,0 0-1 0 0,-18 12 1 0 0,3-2 66 0 0,-73 79-32 0 0,16-13-2643 0 0,74-78 1595 0 0</inkml:trace>
</inkml:ink>
</file>

<file path=ppt/ink/ink3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26.4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1077 456 0 0,'1'-38'2722'0'0,"5"-50"28"0"0,-8-118 0 0 0,-2 59-1446 0 0,3 88-1060 0 0,2 0 0 0 0,3 0 0 0 0,3 0 0 0 0,17-70 0 0 0,7 33-416 0 0,-16 57-1051 0 0,11-56 1 0 0,-25 92 472 0 0</inkml:trace>
</inkml:ink>
</file>

<file path=ppt/ink/ink3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27.2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173 197 2441 0 0,'0'0'8'0'0,"-1"-1"0"0"0,0 1 0 0 0,1 0 0 0 0,-1 0 0 0 0,1 0 0 0 0,-1 0 0 0 0,1 0 0 0 0,-1-1 0 0 0,1 1 0 0 0,-1 0 0 0 0,1-1 0 0 0,-1 1 0 0 0,1 0 0 0 0,-1-1 0 0 0,1 1 0 0 0,0 0 0 0 0,-1-1 0 0 0,1 1 0 0 0,0-1 0 0 0,-1 1 1 0 0,1-1-1 0 0,0 1 0 0 0,-1-1 0 0 0,1 1 0 0 0,0-1 0 0 0,0 1 0 0 0,0-1 0 0 0,-1 1 0 0 0,1-1 0 0 0,0 1 0 0 0,0-1 0 0 0,0 1 0 0 0,0-1 0 0 0,0 0 0 0 0,0 1 0 0 0,0-1 0 0 0,0 1 0 0 0,0-1 0 0 0,1 0 0 0 0,3-21 295 0 0,-4 22-278 0 0,2-4-22 0 0,0-1-1 0 0,0 1 1 0 0,0 0-1 0 0,0 0 1 0 0,1 0-1 0 0,0 0 1 0 0,0 1-1 0 0,0-1 1 0 0,0 1-1 0 0,5-5 1 0 0,14-15-218 0 0,-17 11 58 0 0,-5 12 148 0 0,0 0 0 0 0,0 0 0 0 0,0 0 0 0 0,0 0 0 0 0,0 0 0 0 0,0 0 0 0 0,0 0 1 0 0,0 0-1 0 0,-1 0 0 0 0,1 0 0 0 0,0 0 0 0 0,0 0 0 0 0,0 0 0 0 0,0 0 0 0 0,0 0 0 0 0,0 0 0 0 0,0 0 0 0 0,0 0 1 0 0,-1 0-1 0 0,1 0 0 0 0,0 0 0 0 0,0 0 0 0 0,0 0 0 0 0,0 0 0 0 0,0 0 0 0 0,0 0 0 0 0,0 0 0 0 0,0 0 0 0 0,0-1 1 0 0,-1 1-1 0 0,1 0 0 0 0,0 0 0 0 0,0 0 0 0 0,0 0 0 0 0,0 0 0 0 0,0 0 0 0 0,0 0 0 0 0,0 0 0 0 0,0 0 0 0 0,0-1 1 0 0,0 1-1 0 0,0 0 0 0 0,0 0 0 0 0,0 0-61 0 0,-4 2-86 0 0,-15 5 594 0 0,1 2-1 0 0,0 0 0 0 0,1 1 1 0 0,0 1-1 0 0,1 0 0 0 0,0 1 1 0 0,0 1-1 0 0,2 0 0 0 0,-1 2 1 0 0,2-1-1 0 0,-23 32 0 0 0,33-37-198 0 0,9-11 52 0 0,13-15 133 0 0,20-50 270 0 0,-29 47-403 0 0,1 0 1 0 0,1 1-1 0 0,1 0 1 0 0,23-25-1 0 0,-31 40-165 0 0,-1-1 0 0 0,1 1 0 0 0,0 0 0 0 0,1 0-1 0 0,-1 1 1 0 0,1-1 0 0 0,0 1 0 0 0,0 1-1 0 0,0-1 1 0 0,0 1 0 0 0,0 0 0 0 0,0 0 0 0 0,0 1-1 0 0,1 0 1 0 0,-1 0 0 0 0,1 0 0 0 0,-1 1-1 0 0,1 0 1 0 0,-1 0 0 0 0,9 2 0 0 0,2 0 98 0 0,-9-2-126 0 0,0 1 0 0 0,0 1-1 0 0,0-1 1 0 0,9 4 0 0 0,-15-4-39 0 0,0 0 1 0 0,0 0 0 0 0,-1-1-1 0 0,1 1 1 0 0,0 1-1 0 0,0-1 1 0 0,-1 0-1 0 0,1 0 1 0 0,-1 1-1 0 0,1-1 1 0 0,-1 1-1 0 0,0-1 1 0 0,1 1 0 0 0,-1-1-1 0 0,0 1 1 0 0,0 0-1 0 0,0 0 1 0 0,0 0-1 0 0,-1-1 1 0 0,1 1-1 0 0,1 3 1 0 0,2 16 381 0 0,-3-13-508 0 0,1 0 0 0 0,0 0 0 0 0,0 0 0 0 0,0 0-1 0 0,1 0 1 0 0,1-1 0 0 0,7 14 0 0 0,-6-15-628 0 0</inkml:trace>
</inkml:ink>
</file>

<file path=ppt/ink/ink3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32.5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60 52 920 0 0,'-2'-5'298'0'0,"-1"1"0"0"0,-1-1 0 0 0,1 1 0 0 0,-1 0 1 0 0,1 0-1 0 0,-1 0 0 0 0,0 0 0 0 0,-1 1 0 0 0,1-1 0 0 0,-1 1 0 0 0,-8-5 0 0 0,8 10 829 0 0,7 7-409 0 0,8 7-10 0 0,10-1-284 0 0,0-1 1 0 0,2 0 0 0 0,0-2 0 0 0,0-1-1 0 0,26 9 1 0 0,6 4 597 0 0,-34-14-850 0 0,32 15-297 0 0,2-1-1 0 0,82 23 1 0 0,-110-41-4115 0 0</inkml:trace>
</inkml:ink>
</file>

<file path=ppt/ink/ink3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32.89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285 20 456 0 0,'-6'-1'647'0'0,"-1"0"-1"0"0,1 0 1 0 0,-1 0-1 0 0,1-1 1 0 0,-9-3-1 0 0,-14-3 3053 0 0,27 8-3560 0 0,1 0 0 0 0,0 0 0 0 0,0 1 1 0 0,0-1-1 0 0,0 0 0 0 0,0 1 0 0 0,0-1 1 0 0,0 1-1 0 0,0-1 0 0 0,0 1 0 0 0,0 0 1 0 0,0-1-1 0 0,0 1 0 0 0,0 0 0 0 0,1 0 1 0 0,-1-1-1 0 0,0 1 0 0 0,0 0 0 0 0,1 0 1 0 0,-1 0-1 0 0,1 0 0 0 0,-1 0 0 0 0,1 0 1 0 0,-1 0-1 0 0,0 2 0 0 0,-12 30 428 0 0,13-31-405 0 0,-163 503-26 0 0,158-486-1526 0 0,1 0-2730 0 0</inkml:trace>
</inkml:ink>
</file>

<file path=ppt/ink/ink3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4:02.6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1 684 456 0 0,'0'3'159'0'0,"0"-1"-1"0"0,0 1 0 0 0,0 0 1 0 0,1 0-1 0 0,-1 0 1 0 0,1-1-1 0 0,0 1 1 0 0,0 0-1 0 0,0-1 1 0 0,0 1-1 0 0,0 0 1 0 0,0-1-1 0 0,2 3 1 0 0,-2-4-135 0 0,0-1 0 0 0,0 1 0 0 0,-1-1 0 0 0,1 1 0 0 0,0-1 1 0 0,0 1-1 0 0,0-1 0 0 0,0 1 0 0 0,-1-1 0 0 0,1 0 0 0 0,0 0 0 0 0,0 1 1 0 0,0-1-1 0 0,0 0 0 0 0,0 0 0 0 0,0 0 0 0 0,0 0 0 0 0,0 0 0 0 0,0 0 1 0 0,0 0-1 0 0,0 0 0 0 0,-1-1 0 0 0,1 1 0 0 0,0 0 0 0 0,0-1 1 0 0,0 1-1 0 0,0 0 0 0 0,0-1 0 0 0,0 1 0 0 0,-1-1 0 0 0,1 1 0 0 0,0-1 1 0 0,0 1-1 0 0,-1-1 0 0 0,1 0 0 0 0,0 1 0 0 0,-1-1 0 0 0,1 0 0 0 0,-1 0 1 0 0,2-1-1 0 0,-11-15 5745 0 0,6 13-5712 0 0,0-1 0 0 0,1 1 0 0 0,-1-1 1 0 0,1 0-1 0 0,0 0 0 0 0,-2-8 0 0 0,1-41 455 0 0,3-1 0 0 0,9-75 0 0 0,1-35-342 0 0,-10 161-192 0 0,0-14 271 0 0,0 0-1 0 0,1 0 1 0 0,1 0-1 0 0,0 1 1 0 0,7-23-1 0 0,-9 40-266 0 0,0 1 0 0 0,0-1 0 0 0,0 1 0 0 0,0 0 0 0 0,0-1 0 0 0,0 1 0 0 0,0-1 0 0 0,0 1 0 0 0,0 0 0 0 0,0-1 0 0 0,0 1 0 0 0,0-1 0 0 0,0 1 0 0 0,1-1 0 0 0,-1 1 0 0 0,0 0 0 0 0,0-1 0 0 0,1 1 0 0 0,-1-1 0 0 0,0 1 0 0 0,1-1 0 0 0,-1 0 0 0 0,1 1-1 0 0,-1-1 1 0 0,1 1 0 0 0,-1-1 0 0 0,1 0 0 0 0,0 1 0 0 0,24 10 758 0 0,-19-9-629 0 0,0-1 0 0 0,0 0 0 0 0,1 0 0 0 0,-1-1 0 0 0,0 1 0 0 0,11-2 0 0 0,225-66 757 0 0,-160 41-440 0 0,-49 18-382 0 0,-1 2 1 0 0,1 1-1 0 0,35 0 0 0 0,29-5-31 0 0,52 0 454 0 0,-8 0 247 0 0,-109 6-612 0 0,-1 2 0 0 0,1 1 0 0 0,0 2 0 0 0,-1 0 0 0 0,58 12 0 0 0,-61-9-39 0 0,-1-2-1 0 0,56-2 1 0 0,21 1 61 0 0,138 9 194 0 0,162 20 485 0 0,-380-29-731 0 0,-1-1 0 0 0,1-1 0 0 0,27-5 0 0 0,39-2 105 0 0,-46 18-851 0 0</inkml:trace>
</inkml:ink>
</file>

<file path=ppt/ink/ink3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4:04.0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294 62 2304 0 0,'-41'-21'349'0'0,"30"20"438"0"0,1 0 0 0 0,-1 0 0 0 0,1 1 1 0 0,-1 0-1 0 0,1 0 0 0 0,-1 2 1 0 0,1-1-1 0 0,-16 5 0 0 0,11-3-522 0 0,0 0 0 0 0,0-1 1 0 0,1 0-1 0 0,-1-2 0 0 0,0 0 0 0 0,-19-2 0 0 0,33 2-274 0 0,0 0-1 0 0,1 0 0 0 0,-1 0 0 0 0,0 0 0 0 0,0 0 1 0 0,0 0-1 0 0,0 0 0 0 0,1-1 0 0 0,-1 1 0 0 0,0 0 0 0 0,0-1 1 0 0,0 1-1 0 0,1 0 0 0 0,-1-1 0 0 0,0 1 0 0 0,1-1 0 0 0,-1 1 1 0 0,0-1-1 0 0,1 0 0 0 0,-1 1 0 0 0,1-1 0 0 0,-1 1 0 0 0,1-1 1 0 0,-1 0-1 0 0,1 0 0 0 0,-1 1 0 0 0,1-1 0 0 0,-1-2 0 0 0,1 2-24 0 0,0 0-1 0 0,1 0 0 0 0,-1 0 0 0 0,0-1 0 0 0,1 1 0 0 0,-1 0 1 0 0,0 0-1 0 0,1 0 0 0 0,0 0 0 0 0,-1-1 0 0 0,1 1 0 0 0,0 0 0 0 0,-1 0 1 0 0,1 0-1 0 0,0 1 0 0 0,0-1 0 0 0,1-1 0 0 0,0 0-13 0 0,0 0 0 0 0,1 0 0 0 0,-1 0 0 0 0,0 0 0 0 0,1 1 0 0 0,-1-1 0 0 0,1 1 0 0 0,-1 0 0 0 0,1 0 0 0 0,0 0 0 0 0,-1 0 0 0 0,1 0 0 0 0,0 0 0 0 0,0 1 0 0 0,0-1 0 0 0,0 1 0 0 0,-1 0 0 0 0,5 0 0 0 0,85 36 3457 0 0,-57-21-2277 0 0,60 17 0 0 0,93 15-57 0 0,-166-39-952 0 0,-40-9-5317 0 0,0 0 4349 0 0,0 1 1 0 0,-26 3 0 0 0,-16 0 823 0 0,56-2 262 0 0,0-1-1 0 0,0 1 1 0 0,0 0 0 0 0,0 0 0 0 0,0 1 0 0 0,0-1 0 0 0,0 1 0 0 0,1 0 0 0 0,-1 0 0 0 0,-3 3 0 0 0,-41 30 362 0 0,21-15-861 0 0,15-12 138 0 0,-1-1 0 0 0,1 0 0 0 0,-1-1 0 0 0,-1-1 1 0 0,1 0-1 0 0,-1 0 0 0 0,-23 3 0 0 0,37-8 71 0 0,0 1-1 0 0,-1-1 1 0 0,1 0 0 0 0,0 0-1 0 0,-1 0 1 0 0,1 0-1 0 0,0 1 1 0 0,-1-1 0 0 0,1 0-1 0 0,0 0 1 0 0,-1 0 0 0 0,1 0-1 0 0,0 0 1 0 0,-1 0-1 0 0,1 0 1 0 0,0 0 0 0 0,-1 0-1 0 0,1 0 1 0 0,0 0 0 0 0,-1 0-1 0 0,1 0 1 0 0,0 0-1 0 0,-1 0 1 0 0,1-1 0 0 0,0 1-1 0 0,-1 0 1 0 0,1 0 0 0 0,0 0-1 0 0,0 0 1 0 0,-1-1-1 0 0,1 1 1 0 0,0 0 0 0 0,0 0-1 0 0,-1-1 1 0 0,1 1 0 0 0,0 0-1 0 0,0 0 1 0 0,0-1-1 0 0,-1 1 1 0 0,1 0 0 0 0,0 0-1 0 0,0-1 1 0 0,0 1 0 0 0,0-1-1 0 0,16-11-3203 0 0,-9 6 1216 0 0</inkml:trace>
</inkml:ink>
</file>

<file path=ppt/ink/ink3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4:06.32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88 64 888 0 0,'-7'0'195'0'0,"1"0"0"0"0,-1 1 0 0 0,1 0 0 0 0,-1 0 0 0 0,-11 4-1 0 0,16-5-38 0 0,0 1-1 0 0,-1 0 0 0 0,1 0 0 0 0,0 1 0 0 0,0-1 0 0 0,0 0 0 0 0,-1 1 0 0 0,2-1 0 0 0,-1 1 0 0 0,0 0 0 0 0,0-1 0 0 0,0 1 0 0 0,1 0 0 0 0,-1 0 0 0 0,1 0 0 0 0,0 0 0 0 0,-1 0 0 0 0,1 1 0 0 0,-1 2 0 0 0,4-2 69 0 0,-1 1-1 0 0,1-1 0 0 0,-1 1 1 0 0,1-1-1 0 0,1 0 0 0 0,-1 0 0 0 0,0 0 1 0 0,1 0-1 0 0,-1 0 0 0 0,5 4 0 0 0,3 3 45 0 0,-4-2-131 0 0,12 14 329 0 0,-1 2 1 0 0,15 28-1 0 0,-30-44-1685 0 0,-8-16 169 0 0,-9-13-43 0 0,8 7 972 0 0,1 0 1 0 0,0 0-1 0 0,1-1 1 0 0,0 0-1 0 0,1 0 1 0 0,1 0-1 0 0,0-1 1 0 0,2 1-1 0 0,-1 0 1 0 0,2-25-1 0 0,11 28 3833 0 0,-13 31-3392 0 0,0-3-113 0 0,-9 59-113 0 0,0 85 0 0 0,20-245-5362 0 0,-8 43 4892 0 0,10-53-1 0 0,-5 49 818 0 0,-8 14 542 0 0,-4 22 807 0 0,5 10-1672 0 0,1 0 0 0 0,-1 0-1 0 0,1 0 1 0 0,-1 0 0 0 0,1 1-1 0 0,-1-1 1 0 0,1 0 0 0 0,-1 0 0 0 0,1 1-1 0 0,-1-1 1 0 0,1 0 0 0 0,-1 0-1 0 0,1 1 1 0 0,-1-1 0 0 0,1 1-1 0 0,0-1 1 0 0,-1 0 0 0 0,1 1-1 0 0,-1-1 1 0 0,1 1 0 0 0,0-1 0 0 0,0 1-1 0 0,-2 1 956 0 0,-14 67 606 0 0,13-39-1541 0 0,2 0-1 0 0,2 0 1 0 0,0 0-1 0 0,2 0 1 0 0,2-1 0 0 0,7 30-1 0 0,-12-58-174 0 0,0 0 0 0 0,0 0 0 0 0,0 0 0 0 0,1 0 0 0 0,-1 0 1 0 0,0 0-1 0 0,1 0 0 0 0,-1 0 0 0 0,1 0 0 0 0,-1 0 0 0 0,1 0 0 0 0,-1 0 0 0 0,1 0 0 0 0,0 0 0 0 0,-1-1 0 0 0,1 1 0 0 0,0 0 1 0 0,0 0-1 0 0,0-1 0 0 0,-1 1 0 0 0,3 0 0 0 0,-2-1-52 0 0,0 0 0 0 0,0 0 0 0 0,-1 0 0 0 0,1 0 1 0 0,0 0-1 0 0,0-1 0 0 0,-1 1 0 0 0,1 0 0 0 0,0-1 0 0 0,-1 1 0 0 0,1 0 1 0 0,0-1-1 0 0,-1 1 0 0 0,1-1 0 0 0,0 1 0 0 0,-1-1 0 0 0,1 1 0 0 0,-1-1 1 0 0,1 0-1 0 0,-1 1 0 0 0,1-1 0 0 0,-1 0 0 0 0,4-4-381 0 0,-1-1 0 0 0,0 1 0 0 0,-1 0 0 0 0,1-1 0 0 0,-1 0 0 0 0,2-6-1 0 0,-2-9-395 0 0,-1 1-1 0 0,0 0 1 0 0,-2 0-1 0 0,0-1 0 0 0,-2 1 1 0 0,-6-28-1 0 0,4 18 1194 0 0,5 29-214 0 0,0 1 1 0 0,0-1 0 0 0,0 0 0 0 0,0 1 0 0 0,0-1 0 0 0,-1 0 0 0 0,1 1 0 0 0,0-1 0 0 0,0 1 0 0 0,0-1 0 0 0,-1 0 0 0 0,1 1 0 0 0,0-1 0 0 0,-1 1 0 0 0,1-1 0 0 0,-1 0-1 0 0,1 1 1 0 0,0-1 0 0 0,-1 1 0 0 0,1-1 0 0 0,-1 1 0 0 0,1 0 0 0 0,-1-1 0 0 0,0 1 0 0 0,1-1 0 0 0,-1 1 0 0 0,1 0 0 0 0,-1 0 0 0 0,-7-1 3210 0 0,5 3-3060 0 0,-7 7 417 0 0,0-1-381 0 0,9-9-318 0 0,1 1 0 0 0,-1 0 0 0 0,1 0-1 0 0,0 0 1 0 0,-1 0 0 0 0,1-1 0 0 0,-1 1-1 0 0,1 0 1 0 0,-1 0 0 0 0,1-1 0 0 0,0 1 0 0 0,-1 0-1 0 0,1-1 1 0 0,0 1 0 0 0,-1 0 0 0 0,1-1 0 0 0,0 1-1 0 0,0-1 1 0 0,-1 1 0 0 0,1 0 0 0 0,0-1 0 0 0,0 1-1 0 0,0-1 1 0 0,-1 1 0 0 0,1-1 0 0 0,0 1 0 0 0,0-1-1 0 0,0 0 1 0 0,0 1-1 0 0,0-1 0 0 0,0 1 0 0 0,0 0 0 0 0,0-1 0 0 0,0 1 0 0 0,-1-1 0 0 0,1 1 0 0 0,0 0 0 0 0,0-1 0 0 0,0 1 0 0 0,-1-1 0 0 0,1 1 0 0 0,0 0 0 0 0,0-1 0 0 0,-1 1 0 0 0,1 0 0 0 0,0-1-1 0 0,0 1 1 0 0,-1 0 0 0 0,1-1 0 0 0,-1 1 0 0 0,1 0 0 0 0,-7 3 3091 0 0,38 1-1637 0 0,45 13 0 0 0,-40-7-1151 0 0,85 21-111 0 0,-103-27-215 0 0,1-2 0 0 0,0 0 0 0 0,0-1 0 0 0,27-1 0 0 0,-34-3 228 0 0,2 1-935 0 0,-14 5 300 0 0,-8 4 164 0 0,-27 18 565 0 0,14-8-259 0 0,0-2-1 0 0,-1 0 1 0 0,-1-1 0 0 0,0-1-1 0 0,-1-2 1 0 0,-31 12-1 0 0,41-18-84 0 0,0 1 0 0 0,1 1 0 0 0,0 0-1 0 0,0 0 1 0 0,1 2 0 0 0,-20 16-1 0 0,-27 17-1574 0 0,48-37 606 0 0,19-13-117 0 0,4-4 332 0 0,3-3 983 0 0,1-1-1 0 0,1 2 1 0 0,0 0-1 0 0,1 1 1 0 0,0 1-1 0 0,1 1 1 0 0,21-9-1 0 0,101-29 2612 0 0,-105 39-1372 0 0,-57 12-1673 0 0,0 1 0 0 0,0 1 0 0 0,0 0 0 0 0,1 2 0 0 0,-1 0 0 0 0,1 2 0 0 0,1 0 0 0 0,0 1 0 0 0,0 1 0 0 0,0 1 0 0 0,2 0 0 0 0,-20 16 0 0 0,23-16-52 0 0,10-8 184 0 0,0 0 0 0 0,0 0 1 0 0,0 1-1 0 0,1 0 0 0 0,-1-1 1 0 0,1 1-1 0 0,-5 7 0 0 0,8-11 132 0 0,0 0-1 0 0,1 0 1 0 0,-1 1-1 0 0,0-1 1 0 0,0 0-1 0 0,0 0 1 0 0,1 0 0 0 0,-1 0-1 0 0,0 0 1 0 0,0 0-1 0 0,1 1 1 0 0,-1-1-1 0 0,0 0 1 0 0,0 0-1 0 0,1 0 1 0 0,-1 0 0 0 0,0 0-1 0 0,0 0 1 0 0,1 0-1 0 0,-1 0 1 0 0,0 0-1 0 0,1 0 1 0 0,-1 0-1 0 0,0 0 1 0 0,0 0 0 0 0,1 0-1 0 0,-1-1 1 0 0,0 1-1 0 0,0 0 1 0 0,1 0-1 0 0,-1 0 1 0 0,0 0-1 0 0,0 0 1 0 0,0-1-1 0 0,1 1 1 0 0,-1 0 0 0 0,0 0-1 0 0,0 0 1 0 0,0 0-1 0 0,1-1 1 0 0,-1 1-1 0 0,0 0 1 0 0,0-1-1 0 0,15-7-163 0 0,24-15-120 0 0,-27 16 16 0 0,0-1-1 0 0,0 1 1 0 0,16-15 0 0 0,-25 19 239 0 0,0 0 0 0 0,0 0 0 0 0,-1 0 0 0 0,0 0 0 0 0,1 0 0 0 0,-1-1 0 0 0,0 1-1 0 0,0-1 1 0 0,-1 1 0 0 0,1-1 0 0 0,-1 0 0 0 0,0 1 0 0 0,0-1 0 0 0,0 0 0 0 0,0 0 0 0 0,-1 0 0 0 0,1-5 0 0 0,-1 9 55 0 0,0 0-1 0 0,0-1 1 0 0,0 1 0 0 0,0 0 0 0 0,0-1 0 0 0,0 1 0 0 0,0 0-1 0 0,0 0 1 0 0,0-1 0 0 0,0 1 0 0 0,0 0 0 0 0,0-1 0 0 0,0 1 0 0 0,0 0-1 0 0,0 0 1 0 0,0-1 0 0 0,0 1 0 0 0,0 0 0 0 0,0-1 0 0 0,0 1-1 0 0,-1 0 1 0 0,1 0 0 0 0,0-1 0 0 0,0 1 0 0 0,0 0 0 0 0,0 0 0 0 0,-1 0-1 0 0,1-1 1 0 0,0 1 0 0 0,0 0 0 0 0,-1 0 0 0 0,1 0 0 0 0,0 0-1 0 0,-1-1 1 0 0,-7 8-307 0 0,-5 14-822 0 0,12-20 1110 0 0,-9 18-2121 0 0,9-13 466 0 0,8-9 1340 0 0,0-7 780 0 0,-6 3-241 0 0</inkml:trace>
</inkml:ink>
</file>

<file path=ppt/ink/ink3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4:17.4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79 28 3225 0 0,'-3'2'22'0'0,"1"0"0"0"0,0 0 0 0 0,0 1 1 0 0,0-1-1 0 0,0 0 0 0 0,0 1 0 0 0,0-1 0 0 0,0 1 1 0 0,1 0-1 0 0,0 0 0 0 0,-1 0 0 0 0,1-1 1 0 0,-1 4-1 0 0,-1 2 171 0 0,-4 4 188 0 0,1 0-1 0 0,1 1 1 0 0,0 0 0 0 0,1 0 0 0 0,0 0-1 0 0,1 0 1 0 0,-3 28 0 0 0,6-40-356 0 0,0-1 1 0 0,0 1-1 0 0,1 0 1 0 0,-1-1-1 0 0,0 1 1 0 0,0 0-1 0 0,1-1 1 0 0,-1 1-1 0 0,0-1 1 0 0,1 1-1 0 0,-1 0 1 0 0,1-1-1 0 0,-1 1 1 0 0,1-1-1 0 0,-1 1 1 0 0,1-1-1 0 0,-1 1 1 0 0,1-1-1 0 0,-1 0 1 0 0,1 1-1 0 0,-1-1 1 0 0,1 0-1 0 0,0 1 1 0 0,-1-1-1 0 0,1 0 1 0 0,0 0-1 0 0,-1 1 1 0 0,1-1-1 0 0,0 0 1 0 0,-1 0-1 0 0,1 0 1 0 0,0 0 0 0 0,0 0-1 0 0,-1 0 1 0 0,1 0-1 0 0,0 0 1 0 0,-1 0-1 0 0,1-1 1 0 0,0 1-1 0 0,-1 0 1 0 0,1 0-1 0 0,0-1 1 0 0,-1 1-1 0 0,2-1 1 0 0,29-13 885 0 0,-25 8-833 0 0,-1 1 0 0 0,0-2-1 0 0,-1 1 1 0 0,1 0 0 0 0,-1-1 0 0 0,0 0 0 0 0,-1 0 0 0 0,0 0 0 0 0,0 0-1 0 0,0 0 1 0 0,1-11 0 0 0,-2 12-24 0 0,-1 1-1 0 0,0-1 1 0 0,0 0 0 0 0,0 1-1 0 0,-1-1 1 0 0,0 0 0 0 0,0 1-1 0 0,0-1 1 0 0,-1 0-1 0 0,0 0 1 0 0,0 1 0 0 0,0-1-1 0 0,-1 1 1 0 0,0-1 0 0 0,-5-9-1 0 0,7 14-52 0 0,0 1-1 0 0,-1-1 0 0 0,1 0 0 0 0,0 1 1 0 0,-1-1-1 0 0,1 1 0 0 0,-1-1 0 0 0,1 1 1 0 0,-1-1-1 0 0,1 1 0 0 0,-1-1 0 0 0,0 1 1 0 0,1-1-1 0 0,-1 1 0 0 0,1 0 1 0 0,-1-1-1 0 0,0 1 0 0 0,1 0 0 0 0,-1 0 1 0 0,0-1-1 0 0,1 1 0 0 0,-1 0 0 0 0,0 0 1 0 0,0 0-1 0 0,1 0 0 0 0,-1 0 0 0 0,0 0 1 0 0,0 0-1 0 0,1 0 0 0 0,-1 0 1 0 0,0 0-1 0 0,0 1 0 0 0,-1 0 1 0 0,0 0 0 0 0,0 0 1 0 0,0 1-1 0 0,0-1 0 0 0,1 1 0 0 0,-1-1 0 0 0,0 1 1 0 0,1-1-1 0 0,0 1 0 0 0,-3 3 0 0 0,-2 6-10 0 0,0-1-1 0 0,1 1 1 0 0,-4 11-1 0 0,5-11-33 0 0,0 1 0 0 0,1-1 0 0 0,-1 15 0 0 0,3-23 26 0 0,1-1 0 0 0,-1 1 0 0 0,1 0 0 0 0,0 0 0 0 0,0-1 0 0 0,0 1 0 0 0,0 0 0 0 0,1 0 1 0 0,-1-1-1 0 0,1 1 0 0 0,0 0 0 0 0,0-1 0 0 0,0 1 0 0 0,0 0 0 0 0,0-1 0 0 0,0 1 0 0 0,1-1 0 0 0,-1 0 0 0 0,4 4 0 0 0,-4-5-11 0 0,0 0-1 0 0,0 0 0 0 0,0 0 0 0 0,0-1 0 0 0,0 1 0 0 0,0-1 0 0 0,0 1 0 0 0,0-1 0 0 0,0 1 0 0 0,0-1 0 0 0,1 1 0 0 0,-1-1 0 0 0,0 0 1 0 0,0 0-1 0 0,0 0 0 0 0,1 0 0 0 0,-1 1 0 0 0,0-2 0 0 0,0 1 0 0 0,1 0 0 0 0,-1 0 0 0 0,0 0 0 0 0,0-1 0 0 0,0 1 0 0 0,1 0 0 0 0,-1-1 1 0 0,0 1-1 0 0,0-1 0 0 0,0 1 0 0 0,0-1 0 0 0,0 0 0 0 0,0 0 0 0 0,0 1 0 0 0,1-2 0 0 0,1-1-9 0 0,-1 1-1 0 0,0 0 0 0 0,-1 0 1 0 0,1-1-1 0 0,0 1 1 0 0,-1-1-1 0 0,1 0 1 0 0,-1 1-1 0 0,0-1 1 0 0,0 0-1 0 0,0 0 0 0 0,1-5 1 0 0,-1 2-75 0 0,-1 0 0 0 0,-1 1-1 0 0,1-1 1 0 0,-1 0 0 0 0,0 0 0 0 0,0 1 0 0 0,0-1 0 0 0,-1 1-1 0 0,0-1 1 0 0,0 1 0 0 0,-1 0 0 0 0,-2-6 0 0 0,4 10 27 0 0,0-1 0 0 0,1 1 1 0 0,-1 0-1 0 0,0 0 0 0 0,0-1 1 0 0,0 1-1 0 0,0 0 0 0 0,0 0 0 0 0,0 0 1 0 0,0 0-1 0 0,0 0 0 0 0,0 0 1 0 0,-1 0-1 0 0,1 0 0 0 0,0 1 1 0 0,-1-1-1 0 0,1 0 0 0 0,0 1 0 0 0,-1-1 1 0 0,1 1-1 0 0,-1 0 0 0 0,1-1 1 0 0,-1 1-1 0 0,1 0 0 0 0,-1 0 1 0 0,1 0-1 0 0,-1 0 0 0 0,1 0 1 0 0,-1 0-1 0 0,1 0 0 0 0,-1 1 0 0 0,1-1 1 0 0,-1 0-1 0 0,1 1 0 0 0,0-1 1 0 0,-1 1-1 0 0,1 0 0 0 0,-1-1 1 0 0,1 1-1 0 0,0 0 0 0 0,0 0 1 0 0,0 0-1 0 0,-1 0 0 0 0,1 0 0 0 0,0 0 1 0 0,0 0-1 0 0,0 0 0 0 0,0 0 1 0 0,-1 3-1 0 0,1-3 67 0 0,-1 1 1 0 0,1-1 0 0 0,-1 1-1 0 0,1-1 1 0 0,0 1-1 0 0,-1 0 1 0 0,1 0-1 0 0,0-1 1 0 0,0 1-1 0 0,1 0 1 0 0,-1 0-1 0 0,0 0 1 0 0,0 0-1 0 0,1 0 1 0 0,-1 0 0 0 0,1 0-1 0 0,0 0 1 0 0,0 0-1 0 0,0 0 1 0 0,0 3-1 0 0,1-2 194 0 0,0-1-1 0 0,0 0 1 0 0,1 0-1 0 0,-1 0 1 0 0,0 0-1 0 0,1-1 1 0 0,0 1-1 0 0,-1 0 1 0 0,1-1 0 0 0,0 1-1 0 0,0-1 1 0 0,0 1-1 0 0,0-1 1 0 0,0 0-1 0 0,0 0 1 0 0,1 0-1 0 0,3 1 1 0 0,-2 0 207 0 0,24 9 600 0 0,-27-10-984 0 0,-1-1 0 0 0,1 0 0 0 0,-1 1 1 0 0,1-1-1 0 0,0 0 0 0 0,-1 0 0 0 0,1 0 0 0 0,0 1 0 0 0,-1-1 0 0 0,1 0 1 0 0,0 0-1 0 0,-1 0 0 0 0,1 0 0 0 0,0 0 0 0 0,-1 0 0 0 0,1 0 0 0 0,0 0 1 0 0,-1-1-1 0 0,1 1 0 0 0,0 0 0 0 0,-1 0 0 0 0,1 0 0 0 0,-1-1 0 0 0,1 1 0 0 0,0 0 1 0 0,-1-1-1 0 0,1 1 0 0 0,-1-1 0 0 0,1 1 0 0 0,-1 0 0 0 0,1-1 0 0 0,-1 1 1 0 0,1-1-1 0 0,0 0 0 0 0,-1-2 38 0 0,0 1 1 0 0,0 0 0 0 0,0 0 0 0 0,0 0-1 0 0,0 0 1 0 0,-1 0 0 0 0,1 0-1 0 0,-1 0 1 0 0,1 0 0 0 0,-1 0-1 0 0,0 0 1 0 0,0 0 0 0 0,1 0-1 0 0,-1 0 1 0 0,-1 1 0 0 0,1-1-1 0 0,0 0 1 0 0,0 1 0 0 0,-1-1-1 0 0,1 0 1 0 0,-1 1 0 0 0,1 0-1 0 0,-1-1 1 0 0,1 1 0 0 0,-1 0-1 0 0,0 0 1 0 0,-2-1 0 0 0,3 1-54 0 0,-1 0 1 0 0,1 0-1 0 0,0 1 1 0 0,-1-1-1 0 0,1 0 1 0 0,-1 1-1 0 0,1-1 0 0 0,-1 1 1 0 0,1 0-1 0 0,-1 0 1 0 0,1-1-1 0 0,-1 1 1 0 0,1 0-1 0 0,-1 0 1 0 0,1 0-1 0 0,-1 0 1 0 0,1 1-1 0 0,-1-1 1 0 0,1 0-1 0 0,-1 1 1 0 0,1-1-1 0 0,-1 1 1 0 0,1-1-1 0 0,0 1 0 0 0,-1 0 1 0 0,1-1-1 0 0,0 1 1 0 0,0 0-1 0 0,-1 0 1 0 0,1 0-1 0 0,0 0 1 0 0,0 0-1 0 0,0 0 1 0 0,0 0-1 0 0,0 1 1 0 0,0-1-1 0 0,-1 2 1 0 0,1 0-112 0 0,0 0 1 0 0,0-1 0 0 0,0 1-1 0 0,0 0 1 0 0,0-1 0 0 0,0 1-1 0 0,1 0 1 0 0,-1 0 0 0 0,1 0 0 0 0,0 4-1 0 0,1-2-2032 0 0</inkml:trace>
</inkml:ink>
</file>

<file path=ppt/ink/ink3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4:18.0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 1119 3681 0 0,'0'0'50'0'0,"0"1"0"0"0,0-1 0 0 0,0 0 0 0 0,0 1 0 0 0,0-1 0 0 0,0 1 0 0 0,1-1 0 0 0,-1 0 0 0 0,0 1 0 0 0,0-1 0 0 0,0 1 1 0 0,0-1-1 0 0,0 0 0 0 0,1 1 0 0 0,-1-1 0 0 0,0 0 0 0 0,0 1 0 0 0,1-1 0 0 0,-1 0 0 0 0,0 0 0 0 0,0 1 0 0 0,1-1 0 0 0,-1 0 0 0 0,0 0 0 0 0,1 1 0 0 0,-1-1 0 0 0,0 0 1 0 0,1 0-1 0 0,-1 0 0 0 0,1 0 0 0 0,-1 0 0 0 0,1 1 0 0 0,16-3 1131 0 0,-15 1-1032 0 0,1 1 0 0 0,-1-1 1 0 0,0 0-1 0 0,0 0 1 0 0,0 0-1 0 0,0 0 1 0 0,0-1-1 0 0,0 1 1 0 0,0-1-1 0 0,-1 1 0 0 0,1-1 1 0 0,0 1-1 0 0,1-3 1 0 0,1-6 122 0 0,-1 0 0 0 0,0 0 1 0 0,-1 0-1 0 0,0 0 0 0 0,0 0 1 0 0,-1 0-1 0 0,-1-1 0 0 0,0 1 0 0 0,0 0 1 0 0,-1 0-1 0 0,0-1 0 0 0,-1 1 0 0 0,0 0 1 0 0,0 0-1 0 0,-1 0 0 0 0,-1 1 1 0 0,-6-16-1 0 0,3 9-144 0 0,2 0 1 0 0,0-1 0 0 0,0 0-1 0 0,-2-30 1 0 0,-1 2 85 0 0,3 22 0 0 0,-22-132 606 0 0,24 131-690 0 0,2 1 0 0 0,1 0 0 0 0,1-1 1 0 0,6-40-1 0 0,4 14-3 0 0,-3-1 1 0 0,-2 0-1 0 0,-2 0 1 0 0,-4-84-1 0 0,-7 87-1650 0 0,6 40-656 0 0,1 7 2045 0 0,0-1 1 0 0,0 1-1 0 0,0 0 0 0 0,-1-1 1 0 0,1 1-1 0 0,0 0 0 0 0,1-1 0 0 0,-1 1 1 0 0,0 0-1 0 0,0 0 0 0 0,0-1 1 0 0,1 1-1 0 0,-1 0 0 0 0,1-2 0 0 0,1 0-690 0 0</inkml:trace>
</inkml:ink>
</file>

<file path=ppt/ink/ink3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4:18.8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314 186 3745 0 0,'3'-3'158'0'0,"0"0"0"0"0,0 0 0 0 0,-1-1 0 0 0,1 1 1 0 0,-1-1-1 0 0,0 0 0 0 0,0 1 0 0 0,0-1 0 0 0,0 0 0 0 0,-1 0 0 0 0,2-5 1 0 0,-10 13 745 0 0,1 1 1 0 0,-1 0-1 0 0,-9 11 1 0 0,-64 72-1364 0 0,-25 24-244 0 0,65-75 1419 0 0,-40 34 434 0 0,106-120-993 0 0,134-146 957 0 0,-95 118-1089 0 0,-28 27 86 0 0,-31 39 115 0 0,2 0 1 0 0,-1 0-1 0 0,1 1 1 0 0,1 0 0 0 0,-1 1-1 0 0,2 0 1 0 0,-1 0-1 0 0,1 1 1 0 0,13-9 0 0 0,-23 23 99 0 0,0 0 0 0 0,1 1 0 0 0,-1-2-1 0 0,1 1 1 0 0,1 0 0 0 0,2 11 0 0 0,8 6 4 0 0,0 0 0 0 0,2 0 0 0 0,29 37 0 0 0,7 12-469 0 0,-38-54 41 0 0,46 69-293 0 0,-51-77 268 0 0,1-1-1 0 0,0 0 1 0 0,0-1 0 0 0,1 0-1 0 0,0 0 1 0 0,16 10-1 0 0,-3-10-981 0 0,-12-6 82 0 0</inkml:trace>
</inkml:ink>
</file>

<file path=ppt/ink/ink3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36.50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8 183 2304 0 0,'-1'-1'197'0'0,"0"0"0"0"0,0-1-1 0 0,0 1 1 0 0,1-1-1 0 0,-1 1 1 0 0,0-1 0 0 0,1 1-1 0 0,-1-1 1 0 0,1 1-1 0 0,0-1 1 0 0,-1 0 0 0 0,1 1-1 0 0,0-1 1 0 0,0 1-1 0 0,0-1 1 0 0,0 0 0 0 0,0 1-1 0 0,1-1 1 0 0,-1 1-1 0 0,0-1 1 0 0,1 0-1 0 0,-1 1 1 0 0,1-1 0 0 0,0 1-1 0 0,-1-1 1 0 0,1 1-1 0 0,0 0 1 0 0,0-1 0 0 0,0 1-1 0 0,0 0 1 0 0,0 0-1 0 0,0-1 1 0 0,2 0 0 0 0,5-8 401 0 0,1 1 1 0 0,0 1 0 0 0,11-9 0 0 0,-16 14-415 0 0,5-5 30 0 0,12-9 165 0 0,30-19 1 0 0,-45 32-813 0 0,1 1 0 0 0,-1-1 0 0 0,1 1 0 0 0,0 1 0 0 0,12-4 0 0 0,-6 4-3253 0 0</inkml:trace>
</inkml:ink>
</file>

<file path=ppt/ink/ink3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36.8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0 144 3225 0 0,'2'-3'316'0'0,"1"0"0"0"0,-1 0 1 0 0,1 1-1 0 0,-1-1 1 0 0,1 0-1 0 0,0 1 0 0 0,0 0 1 0 0,6-5-1 0 0,0 1-43 0 0,6-8-247 0 0,1 1 0 0 0,1 1 0 0 0,0 0-1 0 0,0 2 1 0 0,1 0 0 0 0,0 1 0 0 0,1 0 0 0 0,33-9-1 0 0,-39 15-25 0 0</inkml:trace>
</inkml:ink>
</file>

<file path=ppt/ink/ink3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37.48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59 2304 0 0,'-1'-1'98'0'0,"1"0"0"0"0,0 0 0 0 0,0 0 0 0 0,-1 0 0 0 0,1 0 0 0 0,0 0 0 0 0,0 0 0 0 0,0-1 0 0 0,0 1 0 0 0,0 0 0 0 0,1 0 0 0 0,-1 0 0 0 0,0 0 0 0 0,0 0 0 0 0,1 0 0 0 0,-1 0 0 0 0,0 0-1 0 0,1 0 1 0 0,-1 0 0 0 0,1 0 0 0 0,0 0 0 0 0,-1 1 0 0 0,2-2 0 0 0,15-21 1636 0 0,-15 22-1596 0 0,-1-1 0 0 0,1 1-1 0 0,0 0 1 0 0,-1 0-1 0 0,1 0 1 0 0,0 1 0 0 0,0-1-1 0 0,0 0 1 0 0,-1 1-1 0 0,1-1 1 0 0,0 1-1 0 0,0 0 1 0 0,0-1 0 0 0,0 1-1 0 0,0 0 1 0 0,0 0-1 0 0,0 0 1 0 0,0 1 0 0 0,0-1-1 0 0,0 0 1 0 0,0 1-1 0 0,0-1 1 0 0,0 1 0 0 0,0 0-1 0 0,0-1 1 0 0,-1 1-1 0 0,1 0 1 0 0,0 0-1 0 0,-1 0 1 0 0,1 1 0 0 0,0-1-1 0 0,-1 0 1 0 0,0 1-1 0 0,1-1 1 0 0,1 3 0 0 0,6 6 202 0 0,0 0 1 0 0,-1 0 0 0 0,14 23-1 0 0,10 27 397 0 0,-3 1-1 0 0,39 115 1 0 0,-3-5-225 0 0,-54-146-494 0 0,39 94-118 0 0,5-2 1 0 0,83 130-1 0 0,-127-230-1447 0 0,-9-9 231 0 0</inkml:trace>
</inkml:ink>
</file>

<file path=ppt/ink/ink3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37.84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1 288 3225 0 0,'7'-20'559'0'0,"1"0"0"0"0,0 0 1 0 0,2 1-1 0 0,0 1 1 0 0,1-1-1 0 0,1 2 1 0 0,0-1-1 0 0,2 2 0 0 0,0 0 1 0 0,0 0-1 0 0,2 2 1 0 0,31-25-1 0 0,-41 35-755 0 0,0 0 1 0 0,0 0-1 0 0,0 1 1 0 0,0-1-1 0 0,1 1 0 0 0,-1 1 1 0 0,1-1-1 0 0,0 1 1 0 0,-1 0-1 0 0,1 1 1 0 0,0 0-1 0 0,14-1 0 0 0,-16 2-64 0 0,-1 1 0 0 0,1 0-1 0 0,-1-1 1 0 0,0 2-1 0 0,1-1 1 0 0,-1 0 0 0 0,0 1-1 0 0,0 0 1 0 0,0 0 0 0 0,0 0-1 0 0,0 0 1 0 0,0 1-1 0 0,0 0 1 0 0,-1 0 0 0 0,0 0-1 0 0,1 0 1 0 0,-1 0-1 0 0,0 1 1 0 0,0-1 0 0 0,-1 1-1 0 0,4 5 1 0 0,-3-4 265 0 0,0 1-1 0 0,0-1 1 0 0,-1 1 0 0 0,0 0 0 0 0,0 0 0 0 0,0 0 0 0 0,1 9-1 0 0,1 21 77 0 0</inkml:trace>
</inkml:ink>
</file>

<file path=ppt/ink/ink3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38.1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1 218 5065 0 0,'1'-5'194'0'0,"1"1"1"0"0,0-1-1 0 0,0 1 0 0 0,1 0 1 0 0,-1 0-1 0 0,1 0 0 0 0,0 0 1 0 0,0 0-1 0 0,4-3 0 0 0,37-34 1521 0 0,-22 23-923 0 0,0-4 7 0 0,38-32 82 0 0,-53 49-1395 0 0,-1 0-1 0 0,1 1 1 0 0,1 0 0 0 0,-1 0 0 0 0,1 0 0 0 0,-1 1 0 0 0,12-3 0 0 0,-6 3-799 0 0</inkml:trace>
</inkml:ink>
</file>

<file path=ppt/ink/ink3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38.55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149 2 4609 0 0,'-1'-2'1239'0'0,"-3"6"-311"0"0,-13 14 206 0 0,-18 27-282 0 0,23-25-596 0 0,-39 68 122 0 0,46-78-201 0 0,0 0 1 0 0,1 1 0 0 0,1-1-1 0 0,-1 1 1 0 0,2-1 0 0 0,-4 22 0 0 0,6-31-118 0 0,0 1 1 0 0,0 0-1 0 0,0 0 0 0 0,1 0 1 0 0,-1 0-1 0 0,0-1 1 0 0,0 1-1 0 0,1 0 1 0 0,0 0-1 0 0,-1 0 1 0 0,1-1-1 0 0,0 1 1 0 0,-1 0-1 0 0,1-1 0 0 0,0 1 1 0 0,0-1-1 0 0,1 1 1 0 0,-1-1-1 0 0,2 3 1 0 0,0-2-3 0 0,0 0 1 0 0,0 0 0 0 0,0-1-1 0 0,0 1 1 0 0,0-1 0 0 0,0 1-1 0 0,1-1 1 0 0,-1 0-1 0 0,7 1 1 0 0,5 0 49 0 0,1-1 0 0 0,0 0 0 0 0,26-3 0 0 0,-34 2-43 0 0,6-2 40 0 0,-1 2 0 0 0,1 0 0 0 0,0 1 0 0 0,0 0 0 0 0,-1 1 0 0 0,1 1-1 0 0,-1 0 1 0 0,0 0 0 0 0,0 2 0 0 0,0-1 0 0 0,0 2 0 0 0,-1 0 0 0 0,1 0 0 0 0,21 16 0 0 0,-33-20-60 0 0,1-1 1 0 0,-1 0-1 0 0,0 1 1 0 0,0-1-1 0 0,1 1 1 0 0,-1-1-1 0 0,0 1 1 0 0,0 0 0 0 0,0-1-1 0 0,-1 1 1 0 0,1 0-1 0 0,0 0 1 0 0,-1-1-1 0 0,1 1 1 0 0,-1 0-1 0 0,0 0 1 0 0,1 0-1 0 0,-1 0 1 0 0,0 0-1 0 0,0 0 1 0 0,0 0-1 0 0,0 0 1 0 0,-1 0-1 0 0,1-1 1 0 0,0 1 0 0 0,-1 0-1 0 0,0 0 1 0 0,1 0-1 0 0,-1 0 1 0 0,0-1-1 0 0,0 1 1 0 0,0 0-1 0 0,0-1 1 0 0,0 1-1 0 0,0-1 1 0 0,0 1-1 0 0,-1-1 1 0 0,-2 3-1 0 0,-6 7 216 0 0,-1-1 0 0 0,-1 0 1 0 0,-24 16-1 0 0,25-18-94 0 0,-109 64 19 0 0,93-57-1343 0 0,3-1-4795 0 0</inkml:trace>
</inkml:ink>
</file>

<file path=ppt/ink/ink3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28.13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11 398 2761 0 0,'-1'-2'103'0'0,"-1"0"1"0"0,1 0 0 0 0,0 0 0 0 0,0 0 0 0 0,0 0 0 0 0,0 0-1 0 0,1 0 1 0 0,-1-1 0 0 0,0 1 0 0 0,1 0 0 0 0,0 0-1 0 0,-1-1 1 0 0,1 1 0 0 0,0 0 0 0 0,0-1 0 0 0,1 1 0 0 0,-1 0-1 0 0,0 0 1 0 0,1-1 0 0 0,-1 1 0 0 0,1 0 0 0 0,0 0 0 0 0,-1-1-1 0 0,1 1 1 0 0,0 0 0 0 0,0 0 0 0 0,1 0 0 0 0,1-3 0 0 0,2-3 83 0 0,1 0 0 0 0,-1 1 1 0 0,1 0-1 0 0,1 0 1 0 0,13-13-1 0 0,5 1 375 0 0,2 2 0 0 0,0 0 1 0 0,0 2-1 0 0,2 0 0 0 0,0 2 0 0 0,0 2 0 0 0,58-16 0 0 0,7 8-473 0 0,121-10-1 0 0,-23 5 42 0 0,300-37 385 0 0,-485 60-495 0 0,92-6 420 0 0,139 7 0 0 0,98 26 608 0 0,-205-12-551 0 0,217 12 164 0 0,190 9 471 0 0,-426-26-1037 0 0,-82-7-914 0 0,0 1 1 0 0,0 2 0 0 0,0 0 0 0 0,0 2 0 0 0,35 14-1 0 0,-59-18-233 0 0</inkml:trace>
</inkml:ink>
</file>

<file path=ppt/ink/ink3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28.6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107 1 2040 0 0,'-11'1'442'0'0,"6"0"-9"0"0,0-1 0 0 0,1 0 0 0 0,-1 1 0 0 0,0 0-1 0 0,1 0 1 0 0,-1 0 0 0 0,1 1 0 0 0,-1 0 0 0 0,1 0 0 0 0,0 0-1 0 0,-8 5 1 0 0,12-6-400 0 0,0-1 0 0 0,0 1 0 0 0,0 0 0 0 0,0 0 0 0 0,0 0 0 0 0,0-1 0 0 0,0 1 0 0 0,0 0 0 0 0,0 0 0 0 0,0 0-1 0 0,1-1 1 0 0,-1 1 0 0 0,0 0 0 0 0,0 0 0 0 0,1-1 0 0 0,-1 1 0 0 0,1 0 0 0 0,-1 0 0 0 0,1-1 0 0 0,-1 1 0 0 0,1-1 0 0 0,-1 1 0 0 0,1 0-1 0 0,-1-1 1 0 0,1 1 0 0 0,0-1 0 0 0,-1 1 0 0 0,1-1 0 0 0,0 0 0 0 0,0 1 0 0 0,-1-1 0 0 0,2 1 0 0 0,27 14 764 0 0,-27-14-676 0 0,23 11 261 0 0,-1-2 1 0 0,2 0-1 0 0,50 11 0 0 0,-55-16-208 0 0,0 1-1 0 0,-1 1 0 0 0,21 11 0 0 0,22 7 671 0 0,-62-24-825 0 0,0-1 1 0 0,-1 0-1 0 0,1 1 1 0 0,0-1-1 0 0,-1 1 1 0 0,1-1 0 0 0,0 1-1 0 0,-1-1 1 0 0,1 1-1 0 0,-1-1 1 0 0,1 1-1 0 0,-1 0 1 0 0,1-1-1 0 0,-1 1 1 0 0,0 0 0 0 0,1-1-1 0 0,-1 1 1 0 0,0 0-1 0 0,1 0 1 0 0,-1-1-1 0 0,0 1 1 0 0,0 0-1 0 0,0 0 1 0 0,0-1 0 0 0,0 1-1 0 0,0 0 1 0 0,0 0-1 0 0,0 0 1 0 0,0-1-1 0 0,0 1 1 0 0,0 0-1 0 0,0 0 1 0 0,-1-1 0 0 0,1 1-1 0 0,0 0 1 0 0,0 0-1 0 0,-1-1 1 0 0,1 1-1 0 0,-1 0 1 0 0,0 0-1 0 0,-16 28 804 0 0,-2-9-431 0 0,0-1 0 0 0,0-1 0 0 0,-2-1 0 0 0,-28 18 0 0 0,-15 14 329 0 0,-90 81 143 0 0,127-105-2158 0 0,15-11 59 0 0</inkml:trace>
</inkml:ink>
</file>

<file path=ppt/ink/ink3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4:37.72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1 196 1840 0 0,'23'-11'391'0'0,"1"0"0"0"0,1 2 0 0 0,0 0-1 0 0,39-7 1 0 0,233-35 896 0 0,-161 32-71 0 0,112-5-214 0 0,10-1-330 0 0,-185 15-286 0 0,103 0 0 0 0,74 14-200 0 0,-190-2-225 0 0,12 4 59 0 0,-1 3 0 0 0,104 27 0 0 0,-102-18 190 0 0,1-4 0 0 0,87 6 1 0 0,182-19 3800 0 0,-114-17-5420 0 0,-209 15 1721 0 0,0 1 1 0 0,0 1-1 0 0,36 6 0 0 0,-31-3-1036 0 0,38 1-1 0 0,-49-9-641 0 0,-16-4 261 0 0,-21-10-713 0 0</inkml:trace>
</inkml:ink>
</file>

<file path=ppt/ink/ink3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4:38.2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203 58 2761 0 0,'-7'-22'2653'0'0,"7"21"-2551"0"0,0-1 0 0 0,0 1-1 0 0,0 0 1 0 0,0-1 0 0 0,-1 1 0 0 0,1 0-1 0 0,0 0 1 0 0,-1-1 0 0 0,1 1-1 0 0,-1 0 1 0 0,1 0 0 0 0,-1 0-1 0 0,0-1 1 0 0,1 1 0 0 0,-1 0-1 0 0,0 0 1 0 0,0 0 0 0 0,0 0 0 0 0,0 0-1 0 0,0 0 1 0 0,0 1 0 0 0,0-1-1 0 0,0 0 1 0 0,0 0 0 0 0,0 1-1 0 0,-1-1 1 0 0,1 1 0 0 0,0-1-1 0 0,0 1 1 0 0,-1-1 0 0 0,-1 1 0 0 0,-41-5 1206 0 0,55 10 2865 0 0,11 10-4278 0 0,-13-8 623 0 0,3 1-373 0 0,120 76-64 0 0,-114-74-139 0 0,1-1 0 0 0,0-1 0 0 0,1-1 0 0 0,0-1-1 0 0,30 6 1 0 0,-22-8 273 0 0,-1-2 0 0 0,33-1-1 0 0,-45-1 219 0 0,-19 1-199 0 0,1 1 0 0 0,0-1 1 0 0,-1 1-1 0 0,1 0 0 0 0,0 0 0 0 0,0 0 1 0 0,-6 5-1 0 0,-4 3 75 0 0,-13 6-9 0 0,-132 87 1058 0 0,133-84-1395 0 0,1 1-1 0 0,1 1 1 0 0,1 1-1 0 0,-22 27 1 0 0,-23 38-2768 0 0,-57 98 1 0 0,94-136-2252 0 0</inkml:trace>
</inkml:ink>
</file>

<file path=ppt/ink/ink3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4:48.5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 2345 5529 0 0,'-2'-2'12'0'0,"0"-1"0"0"0,0 1 0 0 0,0-1 0 0 0,0 0 0 0 0,0 0 0 0 0,0 0 0 0 0,1 0 0 0 0,0 0 0 0 0,-1 0 0 0 0,1-1 0 0 0,0 1 0 0 0,1 0-1 0 0,-1-1 1 0 0,0 1 0 0 0,1-7 0 0 0,-7-24 325 0 0,-1 17 38 0 0,8 16-318 0 0,-1 1-1 0 0,1-1 1 0 0,-1 0-1 0 0,1 0 0 0 0,-1 0 1 0 0,1 0-1 0 0,-1 0 1 0 0,1 0-1 0 0,0 1 1 0 0,0-1-1 0 0,-1 0 0 0 0,1 0 1 0 0,0 0-1 0 0,0 0 1 0 0,0 0-1 0 0,0 0 1 0 0,0 0-1 0 0,0 0 0 0 0,0 0 1 0 0,0 0-1 0 0,1 0 1 0 0,-1 0-1 0 0,0 0 1 0 0,1 0-1 0 0,-1 0 0 0 0,0 0 1 0 0,1 0-1 0 0,-1 0 1 0 0,1 1-1 0 0,0-1 1 0 0,-1 0-1 0 0,1 0 0 0 0,0 1 1 0 0,-1-1-1 0 0,1 0 1 0 0,0 1-1 0 0,1-2 1 0 0,3-3-4 0 0,1 0 0 0 0,0 0 0 0 0,0 0 0 0 0,1 1 0 0 0,-1 0 0 0 0,1 0 0 0 0,0 1 0 0 0,0 0 0 0 0,0 0 0 0 0,10-2 0 0 0,13-3 224 0 0,37-4 0 0 0,-35 7-109 0 0,470-106-641 0 0,-172 5-291 0 0,-156 46 948 0 0,541-156 622 0 0,-567 173-970 0 0,4 1 1 0 0,155-49-391 0 0,-83 18-45 0 0,130-47-571 0 0,555-172 498 0 0,-514 175 574 0 0,334-98-306 0 0,-698 206 402 0 0,369-125 544 0 0,134-38 509 0 0,-192 63-53 0 0,4-1-520 0 0,-230 76-533 0 0,91-24 1494 0 0,-165 50-2938 0 0,56-5 0 0 0,-88 13-1636 0 0</inkml:trace>
</inkml:ink>
</file>

<file path=ppt/ink/ink3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4:49.0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244 355 1840 0 0,'-1'-16'-36'0'0,"0"1"-1"0"0,-2-1 0 0 0,0 0 1 0 0,0 1-1 0 0,-2-1 1 0 0,0 1-1 0 0,-1 0 0 0 0,0 1 1 0 0,-1-1-1 0 0,0 1 0 0 0,-2 1 1 0 0,1 0-1 0 0,-2 0 0 0 0,0 0 1 0 0,0 1-1 0 0,-1 1 1 0 0,-1-1-1 0 0,-16-11 0 0 0,-6-8 243 0 0,24 21 11 0 0,-1 0 0 0 0,-32-16 4365 0 0,43 26-4478 0 0,-1 13 1472 0 0,10 22-1572 0 0,-7-29 388 0 0,102 311 487 0 0,2 2-590 0 0,59 434-1161 0 0,-96-408-184 0 0,-55-277 1045 0 0,3-2 0 0 0,3 0 0 0 0,3-1 0 0 0,3-1 0 0 0,2-2 0 0 0,43 71 1 0 0,-53-105 38 0 0</inkml:trace>
</inkml:ink>
</file>

<file path=ppt/ink/ink3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4:49.79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8962 303 5529 0 0,'1'-5'-34'0'0,"0"0"-1"0"0,0 0 0 0 0,0 0 1 0 0,1 0-1 0 0,0 0 1 0 0,0 0-1 0 0,0 1 1 0 0,1-1-1 0 0,-1 1 0 0 0,1-1 1 0 0,0 1-1 0 0,0 0 1 0 0,1 0-1 0 0,-1 1 1 0 0,1-1-1 0 0,0 1 0 0 0,6-5 1 0 0,1-2-196 0 0,-2 2 32 0 0,-1 1-204 0 0,0 0 0 0 0,0-1-1 0 0,13-18 1 0 0,-20 25 359 0 0,0 0 0 0 0,0-1 0 0 0,0 1-1 0 0,0 0 1 0 0,0-1 0 0 0,-1 1 0 0 0,1 0 0 0 0,0-1-1 0 0,-1 1 1 0 0,1-1 0 0 0,-1 1 0 0 0,0-1-1 0 0,1 1 1 0 0,-1-1 0 0 0,0 1 0 0 0,0-1-1 0 0,0 1 1 0 0,0-1 0 0 0,0 0 0 0 0,-1 1 0 0 0,1-1-1 0 0,0 1 1 0 0,-1-1 0 0 0,1 1 0 0 0,-1-1-1 0 0,1 1 1 0 0,-1 0 0 0 0,0-1 0 0 0,1 1 0 0 0,-1 0-1 0 0,0-1 1 0 0,0 1 0 0 0,0 0 0 0 0,0 0-1 0 0,0 0 1 0 0,-2-1 0 0 0,-12-9 515 0 0,-1 1 1 0 0,0 1-1 0 0,0 0 1 0 0,-1 1 0 0 0,0 1-1 0 0,-1 1 1 0 0,-22-6-1 0 0,0 3 244 0 0,1 2-1 0 0,-53-3 1 0 0,-30 6-369 0 0,-148 14 0 0 0,-122 32-1182 0 0,376-40 804 0 0,-737 116 375 0 0,-572 122 325 0 0,-13 56 734 0 0,812-169-1043 0 0,57-15-264 0 0,-161 43-64 0 0,-1 51 3 0 0,409-129-6 0 0,-436 181 66 0 0,507-194-384 0 0,-182 74-269 0 0,-84 13 2336 0 0,184-51-1815 0 0,31-11-2153 0 0,148-70-2326 0 0,49-18 2656 0 0</inkml:trace>
</inkml:ink>
</file>

<file path=ppt/ink/ink3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4:50.5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0 920 0 0,'3'3'479'0'0,"-1"0"0"0"0,1 1 0 0 0,-1-1 0 0 0,0 1-1 0 0,0-1 1 0 0,0 1 0 0 0,1 4 0 0 0,-2-6-360 0 0,-1 0 1 0 0,1 0-1 0 0,0 0 1 0 0,0 0-1 0 0,0 0 1 0 0,0-1-1 0 0,0 1 0 0 0,0 0 1 0 0,0 0-1 0 0,0-1 1 0 0,1 1-1 0 0,-1-1 1 0 0,0 1-1 0 0,1-1 1 0 0,0 0-1 0 0,-1 0 0 0 0,1 1 1 0 0,0-1-1 0 0,-1 0 1 0 0,1-1-1 0 0,0 1 1 0 0,0 0-1 0 0,3 1 1 0 0,8 1 241 0 0,1 1 1 0 0,-1 0 0 0 0,0 2-1 0 0,0-1 1 0 0,-1 2 0 0 0,0-1-1 0 0,0 2 1 0 0,0-1 0 0 0,-1 2-1 0 0,13 12 1 0 0,12 14-457 0 0,48 63 0 0 0,-53-61-109 0 0,44 44-1 0 0,-41-51 171 0 0,-3-3 106 0 0,-1 0-1 0 0,-1 2 1 0 0,-2 2-1 0 0,-1 0 0 0 0,26 41 1 0 0,7 32-11 0 0,-31-51-164 0 0,2 0 0 0 0,3-2-1 0 0,2-2 1 0 0,48 53 0 0 0,111 72-992 0 0,-124-116 1258 0 0,94 102 0 0 0,-123-112-152 0 0,-10-10-12 0 0,49 44 1 0 0,8-9 169 0 0,28 26 354 0 0,-103-85-451 0 0,0 0-1 0 0,0 1 1 0 0,-1 1 0 0 0,-1 0-1 0 0,17 33 1 0 0,-9-12 260 0 0,2-1 1 0 0,2-1 0 0 0,2-1-1 0 0,39 44 1 0 0,-42-50-190 0 0,-2 0 1 0 0,31 61-1 0 0,-1-1 1458 0 0,-43-76-1544 0 0,0 0-1 0 0,-1 1 1 0 0,-1 0-1 0 0,0 0 1 0 0,-1 1 0 0 0,0-1-1 0 0,3 21 1 0 0,3 103 606 0 0,-5-51-482 0 0,7 19-669 0 0,-5-65-96 0 0</inkml:trace>
</inkml:ink>
</file>

<file path=ppt/ink/ink3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7:04.814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103 264 4609 0 0,'-5'-52'653'0'0,"4"31"457"0"0,-1-1 0 0 0,-1 1-1 0 0,-1-1 1 0 0,-1 1 0 0 0,-1 0 0 0 0,-1 0 0 0 0,-38-36 4283 0 0,42 57-5190 0 0,1 0-241 0 0,1 0-1 0 0,-1 0 0 0 0,1 0 0 0 0,-1 0 0 0 0,1-1 0 0 0,0 1 1 0 0,-1 0-1 0 0,1-1 0 0 0,-1 1 0 0 0,1-1 0 0 0,0 1 1 0 0,-1-1-1 0 0,-1-1 0 0 0</inkml:trace>
</inkml:ink>
</file>

<file path=ppt/ink/ink3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7:24.61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470 4 10594 0 0,'-20'-2'391'0'0,"0"1"-1"0"0,1 0 0 0 0,-1 2 1 0 0,0 0-1 0 0,1 2 0 0 0,-1 0 1 0 0,1 1-1 0 0,0 1 1 0 0,0 1-1 0 0,0 0 0 0 0,1 2 1 0 0,0 0-1 0 0,-33 20 0 0 0,39-18-135 0 0,0 0 0 0 0,0 0-1 0 0,1 1 1 0 0,0 1-1 0 0,1 0 1 0 0,0 1 0 0 0,1-1-1 0 0,1 2 1 0 0,0-1-1 0 0,-9 23 1 0 0,7-15-84 0 0,2 1 0 0 0,1 1 0 0 0,0-1 0 0 0,2 1 0 0 0,1 0 1 0 0,-3 34-1 0 0,7-50-103 0 0,0 0-1 0 0,0 1 1 0 0,0-1 0 0 0,1 0 0 0 0,0 1 0 0 0,1-1 0 0 0,0 0 0 0 0,0 0 0 0 0,0 0 0 0 0,1 0 0 0 0,0 0-1 0 0,0-1 1 0 0,7 11 0 0 0,-7-13-28 0 0,1 0 0 0 0,-1 0 0 0 0,1-1 0 0 0,0 1-1 0 0,0-1 1 0 0,0 1 0 0 0,1-1 0 0 0,-1-1 0 0 0,1 1-1 0 0,0-1 1 0 0,-1 1 0 0 0,1-1 0 0 0,0-1 0 0 0,0 1 0 0 0,1-1-1 0 0,-1 0 1 0 0,0 0 0 0 0,0 0 0 0 0,8-1 0 0 0,-2 0-75 0 0,-1-1 0 0 0,1 0 0 0 0,-1-1 0 0 0,0 0 0 0 0,0-1 0 0 0,0 0 0 0 0,0-1 0 0 0,0 0 0 0 0,-1 0 0 0 0,1-1 0 0 0,-1 0 0 0 0,0-1 0 0 0,12-9 0 0 0,-12 7-75 0 0,0 1 0 0 0,-1-1 0 0 0,1 0 0 0 0,-2-1 0 0 0,1 0 0 0 0,-1 0 0 0 0,-1-1 0 0 0,0 1 0 0 0,0-1 0 0 0,-1-1 0 0 0,0 1 1 0 0,4-13-1 0 0,-8 19 76 0 0,0 1 1 0 0,-1-1 0 0 0,1 0-1 0 0,0 0 1 0 0,-1-1 0 0 0,0 1-1 0 0,0 0 1 0 0,-1 0 0 0 0,1 0-1 0 0,-1 0 1 0 0,1 0 0 0 0,-1 0-1 0 0,-1 0 1 0 0,1 1 0 0 0,-3-7-1 0 0,-1 1-4 0 0,-1 0 0 0 0,-1 0 0 0 0,1 0 0 0 0,-11-10 0 0 0,8 10-3 0 0,9 9 19 0 0,-1-1 0 0 0,1 1 0 0 0,-1-1 0 0 0,1 1 0 0 0,-1 0 0 0 0,1-1 0 0 0,0 1 0 0 0,-1-1 0 0 0,1 1 0 0 0,-1-1 0 0 0,1 1 0 0 0,0-1 0 0 0,0 0-1 0 0,-1 1 1 0 0,1-1 0 0 0,0 1 0 0 0,0-1 0 0 0,0 0 0 0 0,0 1 0 0 0,-1-1 0 0 0,1 0 0 0 0,0 1 0 0 0,0-1 0 0 0,0 1 0 0 0,0-1 0 0 0,0 0 0 0 0,1 1-1 0 0,-1-1 1 0 0,0 0 0 0 0,0 1 0 0 0,0-1 0 0 0,1 1 0 0 0,-1-1 0 0 0,0 0 0 0 0,2 0 12 0 0,-1 0-1 0 0,1 0 1 0 0,-1 0-1 0 0,0 1 1 0 0,1-1 0 0 0,0 0-1 0 0,-1 1 1 0 0,1-1 0 0 0,-1 1-1 0 0,1 0 1 0 0,-1-1-1 0 0,4 1 1 0 0,6 0 124 0 0,-1 0 0 0 0,0 0-1 0 0,19 4 1 0 0,-19-2 47 0 0,0 0 0 0 0,0 2 0 0 0,0-1 0 0 0,-1 1 1 0 0,1 1-1 0 0,-1-1 0 0 0,0 2 0 0 0,0-1 0 0 0,0 1 0 0 0,-1 0 0 0 0,0 1 0 0 0,9 10 0 0 0,-8-7-15 0 0,0 1 0 0 0,-1 1 0 0 0,0-1 0 0 0,-1 1 0 0 0,-1 1 0 0 0,0-1 0 0 0,0 1 0 0 0,6 23 0 0 0,11 54-154 0 0,-22-90-59 0 0,-1 0 1 0 0,0 1-1 0 0,0-1 1 0 0,1 1-1 0 0,-1-1 1 0 0,0 1-1 0 0,0-1 0 0 0,1 0 1 0 0,-1 1-1 0 0,0-1 1 0 0,1 0-1 0 0,-1 1 1 0 0,1-1-1 0 0,-1 0 1 0 0,0 0-1 0 0,1 1 1 0 0,-1-1-1 0 0,1 0 1 0 0,-1 0-1 0 0,1 0 1 0 0,-1 0-1 0 0,1 1 0 0 0,-1-1 1 0 0,1 0-1 0 0,-1 0 1 0 0,1 0-1 0 0,-1 0 1 0 0,1 0-1 0 0,-1 0 1 0 0,0 0-1 0 0,1 0 1 0 0,-1-1-1 0 0,1 1 1 0 0,-1 0-1 0 0,1 0 1 0 0,-1 0-1 0 0,1 0 0 0 0,-1-1 1 0 0,1 1-1 0 0,-1 0 1 0 0,0 0-1 0 0,1-1 1 0 0,-1 1-1 0 0,1-1 1 0 0,6-5-989 0 0</inkml:trace>
</inkml:ink>
</file>

<file path=ppt/ink/ink3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7:24.8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 0 13827 0 0,'1'2'1104'0'0,"-1"-2"-1074"0"0,0 0-1 0 0,0 0 1 0 0,1 0 0 0 0,-1 0 0 0 0,0 0 0 0 0,0 0 0 0 0,0 0-1 0 0,0 0 1 0 0,0 0 0 0 0,1 0 388 0 0,-1 0-388 0 0,2 13 537 0 0,-1 17 342 0 0,-9 78 2760 0 0,3-65-3577 0 0,3 0 1 0 0,4 78-1 0 0,1-79-1223 0 0,-3-14-6725 0 0</inkml:trace>
</inkml:ink>
</file>

<file path=ppt/ink/ink3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7:25.07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14 305 1376 0 0,'-3'-11'1301'0'0,"-7"-38"2174"0"0,10 47-3278 0 0,0 0 1 0 0,0 0-1 0 0,0 0 0 0 0,0 0 0 0 0,0 1 0 0 0,0-1 1 0 0,0 0-1 0 0,0 0 0 0 0,1 0 0 0 0,-1 1 0 0 0,1-1 1 0 0,-1 0-1 0 0,1 0 0 0 0,0 1 0 0 0,0-1 0 0 0,0 1 0 0 0,0-1 1 0 0,0 0-1 0 0,0 1 0 0 0,0 0 0 0 0,0-1 0 0 0,3-1 1 0 0,-2 2 15 0 0,-1 1 0 0 0,1-1 0 0 0,0 1 0 0 0,0 0 0 0 0,-1-1 1 0 0,1 1-1 0 0,0 0 0 0 0,0 0 0 0 0,0 0 0 0 0,-1 0 0 0 0,1 1 1 0 0,0-1-1 0 0,0 0 0 0 0,0 1 0 0 0,-1-1 0 0 0,1 1 0 0 0,0 0 1 0 0,-1-1-1 0 0,1 1 0 0 0,2 2 0 0 0,36 24 2211 0 0,-31-21-2204 0 0,27 20 593 0 0,-7-3-48 0 0,2-2 0 0 0,0-1 0 0 0,40 18 0 0 0,-66-36-690 0 0,-1 0 0 0 0,1 0 0 0 0,-1-1 1 0 0,1 0-1 0 0,0 0 0 0 0,-1 0 1 0 0,1-1-1 0 0,0 1 0 0 0,0-1 0 0 0,6-1 1 0 0,-9 1-55 0 0,-1 0 0 0 0,1-1 0 0 0,-1 1 0 0 0,0-1 1 0 0,1 1-1 0 0,-1-1 0 0 0,0 0 0 0 0,1 1 0 0 0,-1-1 1 0 0,0 0-1 0 0,0 0 0 0 0,0 0 0 0 0,0 0 0 0 0,0 0 1 0 0,0 0-1 0 0,0 0 0 0 0,0-1 0 0 0,0 1 0 0 0,0 0 1 0 0,-1 0-1 0 0,1-1 0 0 0,0 1 0 0 0,-1 0 0 0 0,1-1 1 0 0,-1 1-1 0 0,1-1 0 0 0,-1 1 0 0 0,0-1 0 0 0,0 1 1 0 0,0 0-1 0 0,0-1 0 0 0,0 1 0 0 0,0-1 0 0 0,0 1 1 0 0,0-1-1 0 0,-1-2 0 0 0,-4-28 191 0 0,-1 1 0 0 0,-16-48 0 0 0,12 47-482 0 0,1-1-1 0 0,-4-38 0 0 0,10 41-1565 0 0,3 2-5842 0 0</inkml:trace>
</inkml:ink>
</file>

<file path=ppt/ink/ink3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7:25.53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13827 0 0,'0'2'223'0'0,"0"-1"1"0"0,0 1-1 0 0,-1-1 1 0 0,1 0-1 0 0,0 1 1 0 0,0-1 0 0 0,1 0-1 0 0,-1 1 1 0 0,0-1-1 0 0,0 1 1 0 0,1-1-1 0 0,-1 0 1 0 0,1 1-1 0 0,-1-1 1 0 0,1 0-1 0 0,-1 0 1 0 0,2 2-1 0 0,15 29 1071 0 0,-14-26-794 0 0,16 25 586 0 0,30 39 1 0 0,14 22-5651 0 0</inkml:trace>
</inkml:ink>
</file>

<file path=ppt/ink/ink3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7:25.71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 14283 0 0,'6'0'172'0'0,"0"-1"0"0"0,0 1-1 0 0,-1 0 1 0 0,1 0 0 0 0,0 1 0 0 0,0-1 0 0 0,-1 1 0 0 0,1 1-1 0 0,-1-1 1 0 0,10 5 0 0 0,-2-1 317 0 0,0 0 0 0 0,0 2 0 0 0,14 8 0 0 0,-20-10-257 0 0,-1 1 0 0 0,1-1 0 0 0,-1 1 0 0 0,0 1 0 0 0,0-1 0 0 0,-1 1 0 0 0,1 0 0 0 0,-2 0 0 0 0,1 0 0 0 0,-1 1 0 0 0,0-1 0 0 0,0 1-1 0 0,-1 0 1 0 0,0 0 0 0 0,-1 1 0 0 0,2 11 0 0 0,-1-5-526 0 0,-1 1-1 0 0,-1-1 1 0 0,-1 1-1 0 0,0-1 1 0 0,-1 1-1 0 0,-1-1 1 0 0,-1 1-1 0 0,-4 18 0 0 0,1-16-6731 0 0</inkml:trace>
</inkml:ink>
</file>

<file path=ppt/ink/ink3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7:07.3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1 162 2304 0 0,'12'-76'3174'0'0,"-9"51"632"0"0,15-36 7714 0 0,-12 81-9700 0 0,3 28-1878 0 0,0 123 290 0 0,-14 175 0 0 0,-2-153-137 0 0,10 153 124 0 0,88 635-1 0 0,-67-820-64 0 0,64 470 536 0 0,-53 3 215 0 0,-35-601-834 0 0,0 25 195 0 0,-2 0 0 0 0,-2-1 0 0 0,-24 113 0 0 0,18-144-347 0 0,6-22-909 0 0,6-18-1563 0 0</inkml:trace>
</inkml:ink>
</file>

<file path=ppt/ink/ink3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7:08.44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83 66 5065 0 0,'-51'-37'1623'0'0,"20"9"4748"0"0,37 31-5979 0 0,1 1-1 0 0,0-1 1 0 0,0-1 0 0 0,1 1 0 0 0,-1-1 0 0 0,0-1-1 0 0,1 1 1 0 0,-1-1 0 0 0,12 0 0 0 0,7 2 235 0 0,33 10-270 0 0,-2 2-1 0 0,0 2 1 0 0,-1 3 0 0 0,-1 3-1 0 0,59 32 1 0 0,456 192 941 0 0,-512-224-1199 0 0,497 178 410 0 0,-37-14 339 0 0,-359-119-780 0 0,-4 6-1 0 0,182 118 1 0 0,-268-153-50 0 0,110 44-1 0 0,38 19 12 0 0,-174-73 147 0 0,-40-27-157 0 0,0 0 0 0 0,0 1 0 0 0,0 0 0 0 0,0 0-1 0 0,0 0 1 0 0,0 0 0 0 0,-1 0 0 0 0,0 1 0 0 0,0-1 0 0 0,3 6 0 0 0,-6-8 67 0 0,1 0 0 0 0,0 1-1 0 0,-1-1 1 0 0,1 0 0 0 0,-1 1 0 0 0,1-1 0 0 0,-1 0-1 0 0,0 1 1 0 0,0-1 0 0 0,0 0 0 0 0,1 0 0 0 0,-1 0 0 0 0,0 0-1 0 0,0 0 1 0 0,-3 2 0 0 0,-19 18-35 0 0,-45 23 95 0 0,-1-2-1 0 0,-133 58 1 0 0,11-6-143 0 0,-53 52-157 0 0,69-38 60 0 0,-229 155-160 0 0,138-84 83 0 0,-128 95-140 0 0,351-243 303 0 0,-316 273 338 0 0,197-158-194 0 0,111-94 205 0 0,40-39-212 0 0,1-2-1 0 0,-2 1 1 0 0,0-2 0 0 0,0 1-1 0 0,-21 12 1 0 0,32-22-144 0 0,-1 0 0 0 0,0 0-1 0 0,0 0 1 0 0,1 0 0 0 0,-1 0-1 0 0,0 0 1 0 0,0-1 0 0 0,0 1 0 0 0,0-1-1 0 0,0 1 1 0 0,0-1 0 0 0,0 0-1 0 0,0 0 1 0 0,0 0 0 0 0,0 0 0 0 0,0 0-1 0 0,0 0 1 0 0,0-1 0 0 0,0 1-1 0 0,0-1 1 0 0,0 1 0 0 0,0-1 0 0 0,0 0-1 0 0,0 0 1 0 0,0 0 0 0 0,0 0 0 0 0,1 0-1 0 0,-1 0 1 0 0,-2-2 0 0 0,3 1-168 0 0,0 0 1 0 0,-1 0 0 0 0,1 0 0 0 0,0 0-1 0 0,0 0 1 0 0,0 0 0 0 0,0 0 0 0 0,0-1-1 0 0,1 1 1 0 0,-1 0 0 0 0,1 0 0 0 0,-1-1-1 0 0,1 1 1 0 0,0-1 0 0 0,0 1 0 0 0,0-5-1 0 0,4-14-7809 0 0</inkml:trace>
</inkml:ink>
</file>

<file path=ppt/ink/ink3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7:08.98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66 63 2761 0 0,'-5'-2'668'0'0,"-1"0"1"0"0,0 1-1 0 0,1 0 1 0 0,-1 0 0 0 0,0 0-1 0 0,-6 0 1 0 0,-8 1 3701 0 0,57-10 536 0 0,-12 1-4189 0 0,45-2 1122 0 0,128-3 0 0 0,-73 8-1602 0 0,-114 5-360 0 0,32-2 350 0 0,-41 3-341 0 0,0 0 0 0 0,0 0-1 0 0,0 0 1 0 0,0 1 0 0 0,0-1 0 0 0,0 0 0 0 0,0 1 0 0 0,0-1-1 0 0,0 1 1 0 0,0 0 0 0 0,-1-1 0 0 0,1 1 0 0 0,0 0 0 0 0,0 0-1 0 0,-1 0 1 0 0,3 3 0 0 0,-1 3-1904 0 0</inkml:trace>
</inkml:ink>
</file>

<file path=ppt/ink/ink3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7:09.41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16 102 7834 0 0,'-16'5'2230'0'0,"43"-10"1162"0"0,-13 2-2917 0 0,156-37 4608 0 0,-95 21-3965 0 0,133-18 0 0 0,-152 35-2213 0 0,-32 3-5406 0 0</inkml:trace>
</inkml:ink>
</file>

<file path=ppt/ink/ink3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7:09.68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37 36 3225 0 0,'-27'-26'2361'0'0,"17"16"1324"0"0,12 13-2851 0 0,0-1 1 0 0,0 1-1 0 0,-1 0 0 0 0,1 0 0 0 0,-1 0 0 0 0,0 0 1 0 0,0 0-1 0 0,2 5 0 0 0,8 52 977 0 0,-10-52-1210 0 0,14 183 2102 0 0,-2-10-3913 0 0,-8-148 738 0 0</inkml:trace>
</inkml:ink>
</file>

<file path=ppt/ink/ink3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7:11.37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2789 94 3225 0 0,'38'-35'13773'0'0,"-49"37"-13559"0"0,-15 4 423 0 0,0-1 0 0 0,-1-2-1 0 0,1-1 1 0 0,-41-1 0 0 0,-110 0 11 0 0,-138-1-378 0 0,-10-26-68 0 0,-3 0-81 0 0,142 13-104 0 0,-33-1-36 0 0,-238 33-355 0 0,290-3 352 0 0,-130 5-28 0 0,259-21-347 0 0,15-1-355 0 0,0 1 1 0 0,0 1 0 0 0,-42 7-1 0 0</inkml:trace>
</inkml:ink>
</file>

<file path=ppt/ink/ink3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7:12.0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106 74 3225 0 0,'-1'-1'101'0'0,"1"0"1"0"0,-1 0-1 0 0,0 0 1 0 0,1 0-1 0 0,-1 1 1 0 0,0-1-1 0 0,1 0 1 0 0,-1 0-1 0 0,1 0 1 0 0,-1 0-1 0 0,1 0 1 0 0,0 0-1 0 0,-1 0 1 0 0,1-1-1 0 0,0 1 1 0 0,0 0-1 0 0,0 0 1 0 0,0 0-1 0 0,0 0 1 0 0,0 0-1 0 0,0 0 1 0 0,0 0-1 0 0,0 0 1 0 0,1 0-1 0 0,-1-1 1 0 0,0 1-1 0 0,1-1 1 0 0,23-42 15068 0 0,-45 52-14186 0 0,14 0-984 0 0,0 0 0 0 0,1 1 0 0 0,0 0 0 0 0,0 0 0 0 0,1 1 0 0 0,0 0 0 0 0,1 0 0 0 0,0 0 0 0 0,0 0 0 0 0,-3 17 0 0 0,-1 13 0 0 0,-3 61 0 0 0,8-73 0 0 0,-16 243-124 0 0,26 459 0 0 0,0-635 189 0 0,5-1 1 0 0,4 0 0 0 0,4-2-1 0 0,53 150 1 0 0,-64-217 1 0 0,-1 1 0 0 0,-1-1 0 0 0,-1 1 1 0 0,-2 1-1 0 0,0-1 0 0 0,-2 1 0 0 0,0-1 0 0 0,-2 1 1 0 0,-4 27-1 0 0,3-46 52 0 0,1-3-732 0 0,-3-13-1343 0 0</inkml:trace>
</inkml:ink>
</file>

<file path=ppt/ink/ink3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7:12.50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13 214 5065 0 0,'-1'0'80'0'0,"1"0"0"0"0,-1 0 0 0 0,1 0 0 0 0,-1 0 0 0 0,0 0 0 0 0,1 0 0 0 0,-1 0 0 0 0,1-1 0 0 0,-1 1 0 0 0,1 0 0 0 0,-1 0 0 0 0,1-1 0 0 0,-1 1 0 0 0,1 0 0 0 0,0-1 0 0 0,-1 1 0 0 0,1-1 0 0 0,-1 1 0 0 0,1 0 0 0 0,0-1 0 0 0,-1 1 0 0 0,1-1 0 0 0,0 1 0 0 0,0-1 0 0 0,-1 1 0 0 0,1-1 0 0 0,0 1 0 0 0,0-1 0 0 0,0 1-1 0 0,-1-1 1 0 0,1 0 0 0 0,0 1 0 0 0,0-1 0 0 0,0 1 0 0 0,0-1 0 0 0,0 1 0 0 0,0-1 0 0 0,0 0 0 0 0,1 1 0 0 0,-1-1 0 0 0,0 1 0 0 0,0-1 0 0 0,0 1 0 0 0,0-1 0 0 0,1 1 0 0 0,-1-1 0 0 0,0 1 0 0 0,1-1 0 0 0,-1 1 0 0 0,0-1 0 0 0,1 1 0 0 0,-1 0 0 0 0,0-1 0 0 0,1 1 0 0 0,-1-1 0 0 0,1 1 0 0 0,-1 0 0 0 0,1-1 0 0 0,-1 1 0 0 0,1 0 0 0 0,-1 0 0 0 0,1 0 0 0 0,-1-1 0 0 0,1 1 0 0 0,-1 0 0 0 0,1 0 0 0 0,48-18 1311 0 0,-37 14-865 0 0,48-18 798 0 0,2 3 0 0 0,0 2 0 0 0,1 4 0 0 0,80-8 0 0 0,114 8 691 0 0,210-24-568 0 0,-419 23-942 0 0,-31 9-2428 0 0,0 0-4191 0 0</inkml:trace>
</inkml:ink>
</file>

<file path=ppt/ink/ink3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7:12.93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423 48 3225 0 0,'0'-3'490'0'0,"0"-1"1"0"0,0 0 0 0 0,0 1-1 0 0,-1-1 1 0 0,0 1 0 0 0,0-1-1 0 0,0 0 1 0 0,0 1-1 0 0,0 0 1 0 0,-5-8 1319 0 0,6 11-1678 0 0,-1 0 0 0 0,1 0 0 0 0,0 0 0 0 0,-1-1 0 0 0,1 1 0 0 0,0 0 0 0 0,-1 0 0 0 0,1 0 0 0 0,0 0 0 0 0,-1 0 0 0 0,1 0 0 0 0,0 0 0 0 0,-1 0 0 0 0,1 0 0 0 0,-1 0 0 0 0,1 0 0 0 0,0 0 0 0 0,-1 0 0 0 0,1 0 0 0 0,0 0 0 0 0,-1 0 0 0 0,1 0 0 0 0,0 0 0 0 0,-1 1-1 0 0,-1 0 79 0 0,1 0-1 0 0,-1 1 1 0 0,1-1-1 0 0,-1 1 1 0 0,1-1-1 0 0,0 1 1 0 0,-1 0-1 0 0,1 0 1 0 0,0-1-1 0 0,-1 5 1 0 0,-65 133 3076 0 0,-27 54-2035 0 0,-47 104 136 0 0,70-140-707 0 0,69-153-780 0 0,-8 19-18 0 0</inkml:trace>
</inkml:ink>
</file>

<file path=ppt/ink/ink3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7:13.42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517 3 1376 0 0,'-4'-3'11311'0'0,"7"18"-8110"0"0,2 0-3587 0 0,90 162 4803 0 0,64 81-3091 0 0,-137-227-1303 0 0,33 35 0 0 0,2 2 185 0 0,-56-66-190 0 0,0-1 0 0 0,0 0-1 0 0,0 0 1 0 0,0 0 0 0 0,0 0-1 0 0,-1 1 1 0 0,1-1-1 0 0,0 0 1 0 0,-1 0 0 0 0,1 1-1 0 0,0-1 1 0 0,-1 1 0 0 0,0-1-1 0 0,1 1 1 0 0,-1-1 0 0 0,0 1-1 0 0,0-1 1 0 0,0 1 0 0 0,0-1-1 0 0,0 1 1 0 0,0-1 0 0 0,0 0-1 0 0,0 1 1 0 0,-1-1 0 0 0,1 1-1 0 0,-1-1 1 0 0,1 1-1 0 0,-1-1 1 0 0,1 0 0 0 0,-1 1-1 0 0,0-1 1 0 0,0 0 0 0 0,0 0-1 0 0,0 1 1 0 0,1-1 0 0 0,-1 0-1 0 0,-1 0 1 0 0,1 0 0 0 0,0 0-1 0 0,0 0 1 0 0,0 0 0 0 0,0-1-1 0 0,-1 1 1 0 0,1 0 0 0 0,0-1-1 0 0,-1 1 1 0 0,1-1-1 0 0,-2 1 1 0 0,-8 3 18 0 0,1 0 1 0 0,-1-2-1 0 0,0 1 1 0 0,-22 2-1 0 0,-40 6 68 0 0,-96 27 1 0 0,-2 1 13 0 0,128-33-8 0 0,-56-1 0 0 0,-29 4-13 0 0,113-7-251 0 0,0 0 1 0 0,0 2-1 0 0,0 0 1 0 0,0 1-1 0 0,1 0 1 0 0,-15 8-1 0 0,12-2-1504 0 0</inkml:trace>
</inkml:ink>
</file>

<file path=ppt/ink/ink3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7:14.37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54 10 6913 0 0,'-2'-2'463'0'0,"-1"0"0"0"0,0 0 0 0 0,0 1 0 0 0,0 0 0 0 0,0 0 0 0 0,-24 2 10704 0 0,34 24-10587 0 0,-4-17-276 0 0,-1-1 0 0 0,0 1-1 0 0,0 0 1 0 0,-1 11 877 0 0,-4-17-1106 0 0,1 0-72 0 0,-1 0 1 0 0,1 0-1 0 0,0 1 0 0 0,0-1 0 0 0,1 1 1 0 0,-1-1-1 0 0,1 1 0 0 0,-1 0 1 0 0,1 0-1 0 0,0 0 0 0 0,0-1 0 0 0,0 1 1 0 0,0 0-1 0 0,0 0 0 0 0,1 0 0 0 0,-1 0 1 0 0,1 1-1 0 0,0-1 0 0 0,0 0 1 0 0,0 0-1 0 0,1 4 0 0 0,16 370-97 0 0,-3-160 145 0 0,7 426-69 0 0,11-127 19 0 0,-17-311 51 0 0,-6-58 484 0 0,-11-141-646 0 0</inkml:trace>
</inkml:ink>
</file>

<file path=ppt/ink/ink3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7:15.89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52 72 2304 0 0,'-1'0'5'0'0,"1"-1"-1"0"0,0 1 0 0 0,-1 0 0 0 0,1 0 0 0 0,0 0 0 0 0,-1 0 0 0 0,1 0 0 0 0,-1 0 0 0 0,1 0 0 0 0,0 0 0 0 0,-1 1 1 0 0,1-1-1 0 0,0 0 0 0 0,-1 0 0 0 0,1 0 0 0 0,0 0 0 0 0,-1 0 0 0 0,1 0 0 0 0,0 1 0 0 0,-1-1 0 0 0,1 0 0 0 0,0 0 1 0 0,-1 1-1 0 0,1-1 0 0 0,0 0 0 0 0,0 0 0 0 0,-1 1 0 0 0,1-1 0 0 0,0 0 0 0 0,0 1 0 0 0,0-1 0 0 0,0 0 0 0 0,-1 1 1 0 0,1-1-1 0 0,0 0 0 0 0,0 1 0 0 0,0-1 0 0 0,0 0 0 0 0,0 1 0 0 0,0 0 0 0 0,0-1 4 0 0,0 0-1 0 0,0-1 0 0 0,0 1 1 0 0,-1 0-1 0 0,1 0 1 0 0,0 0-1 0 0,0 0 1 0 0,0 0-1 0 0,0 0 1 0 0,0-1-1 0 0,0 1 0 0 0,0 0 1 0 0,0 0-1 0 0,-1 0 1 0 0,1 0-1 0 0,0 0 1 0 0,0 0-1 0 0,0 0 0 0 0,0 0 1 0 0,0 0-1 0 0,0 0 1 0 0,-1 0-1 0 0,1 0 1 0 0,0 0-1 0 0,0 0 0 0 0,0-1 1 0 0,0 1-1 0 0,0 0 1 0 0,-1 0-1 0 0,1 1 1 0 0,0-1-1 0 0,0 0 1 0 0,0 0-1 0 0,0 0 0 0 0,-1 0 1 0 0,1 0-1 0 0,0 0 1 0 0,0 0-1 0 0,0 0 1 0 0,0 0-1 0 0,0 0 0 0 0,0 0 1 0 0,-1 0-1 0 0,1 0 1 0 0,0 0-1 0 0,0 1 1 0 0,0-1-1 0 0,0 0 1 0 0,0 0-1 0 0,0 0 0 0 0,0 0 1 0 0,0 0-1 0 0,-1 0 1 0 0,1 0-1 0 0,0 1 1 0 0,0-1-1 0 0,0 0 0 0 0,0 0 1 0 0,0 0-1 0 0,0 0 1 0 0,0 0-1 0 0,0 1 1 0 0,0-1-1 0 0,0 0 0 0 0,0 0 1 0 0,0 0-1 0 0,0 0 1 0 0,0 1-1 0 0,0-1 1 0 0,-13-2 1335 0 0,-3 0 585 0 0,16 2-1856 0 0,-1-1 0 0 0,1 1 0 0 0,-1 0 1 0 0,1-1-1 0 0,0 1 0 0 0,-1-1 0 0 0,1 1 1 0 0,0-1-1 0 0,0 0 0 0 0,-1 1 0 0 0,1-1 1 0 0,0 1-1 0 0,0-1 0 0 0,0 1 0 0 0,0-1 1 0 0,0 0-1 0 0,0 1 0 0 0,0-1 0 0 0,0 1 1 0 0,0-1-1 0 0,0 0 0 0 0,0 1 0 0 0,0-1 0 0 0,0 1 1 0 0,0-1-1 0 0,0 0 0 0 0,1 1 0 0 0,-1-1 1 0 0,0 1-1 0 0,1-2 0 0 0,0 1 76 0 0,0 0 0 0 0,0-1 0 0 0,1 1 0 0 0,-1 0 0 0 0,0 0 0 0 0,1 0 0 0 0,-1 0 0 0 0,0 0 0 0 0,1 1 0 0 0,-1-1 0 0 0,1 0 0 0 0,0 1 0 0 0,-1-1 0 0 0,1 1 0 0 0,0-1 0 0 0,-1 1 0 0 0,1 0 0 0 0,2-1 0 0 0,36-3 1592 0 0,-38 4-1504 0 0,46-2 876 0 0,1 2 0 0 0,57 8 1 0 0,-69-5-787 0 0,-44-4-196 0 0,1 0 1 0 0,-1 1-1 0 0,0 0 0 0 0,0 0 0 0 0,1 0 0 0 0,-1 1 1 0 0,-10 2-1 0 0,17-3-130 0 0,-20 3-18 0 0,0 1 0 0 0,1 0 0 0 0,-20 8-1 0 0,35-10 11 0 0,-1 0 0 0 0,0-1 0 0 0,1 2 0 0 0,-1-1 0 0 0,1 0 0 0 0,0 1 0 0 0,0 0-1 0 0,0 0 1 0 0,0 0 0 0 0,0 1 0 0 0,1-1 0 0 0,-1 1 0 0 0,1 0 0 0 0,0 0 0 0 0,0 0-1 0 0,0 0 1 0 0,-3 9 0 0 0,5-13 7 0 0,1 1 0 0 0,0-1 0 0 0,0 1 0 0 0,0-1 0 0 0,-1 1 0 0 0,1-1-1 0 0,0 1 1 0 0,0-1 0 0 0,0 1 0 0 0,0-1 0 0 0,0 1 0 0 0,0-1 0 0 0,0 1 0 0 0,0 0 0 0 0,0-1 0 0 0,0 1 0 0 0,0-1-1 0 0,0 1 1 0 0,0-1 0 0 0,1 1 0 0 0,-1-1 0 0 0,0 1 0 0 0,0-1 0 0 0,0 1 0 0 0,1-1 0 0 0,-1 0 0 0 0,0 1 0 0 0,1-1-1 0 0,-1 1 1 0 0,0-1 0 0 0,1 0 0 0 0,0 1 0 0 0,19 0-60 0 0,26-15-37 0 0,-42 12 96 0 0,27-8 22 0 0,-15 5 10 0 0,0 0 0 0 0,17-9 0 0 0,-29 12-26 0 0,-2 1-1 0 0,1-1 0 0 0,0 0 1 0 0,0 1-1 0 0,0-1 1 0 0,-1-1-1 0 0,1 1 0 0 0,-1 0 1 0 0,0 0-1 0 0,1-1 1 0 0,-1 0-1 0 0,0 1 0 0 0,-1-1 1 0 0,1 0-1 0 0,0 0 0 0 0,2-6 1 0 0,-4 8-2 0 0,0 0 1 0 0,1-1-1 0 0,-1 1 0 0 0,0-1 1 0 0,0 1-1 0 0,0 0 1 0 0,0-1-1 0 0,0 1 0 0 0,0-1 1 0 0,0 1-1 0 0,0-1 1 0 0,-1 1-1 0 0,1 0 1 0 0,-1-1-1 0 0,1 1 0 0 0,-1 0 1 0 0,1-1-1 0 0,-1 1 1 0 0,0 0-1 0 0,1 0 0 0 0,-1 0 1 0 0,-1-2-1 0 0,-1 1 10 0 0,1 0 0 0 0,0 0 0 0 0,-1 0 0 0 0,0 0 0 0 0,1 1 0 0 0,-1-1 0 0 0,0 1 0 0 0,0 0 0 0 0,-5-2 0 0 0,-3 0 19 0 0,1 0 0 0 0,-1 1 0 0 0,-1 1 0 0 0,-17-1 1 0 0,19 2-56 0 0,0 1 0 0 0,0 0 1 0 0,1 0-1 0 0,-1 1 1 0 0,-10 2-1 0 0,19-3 17 0 0,0-1 0 0 0,-1 0 0 0 0,1 0 0 0 0,0 1 0 0 0,0-1 0 0 0,-1 1 0 0 0,1-1 0 0 0,0 1 0 0 0,0 0 0 0 0,0-1 0 0 0,0 1 0 0 0,0 0 0 0 0,0 0 0 0 0,0 0 0 0 0,0 0 0 0 0,0 0 0 0 0,0 0 0 0 0,0 0 0 0 0,0 0 0 0 0,1 0 0 0 0,-1 0 0 0 0,1 0 0 0 0,-1 1 0 0 0,0-1 0 0 0,1 0 0 0 0,0 0 0 0 0,-1 1 0 0 0,1-1 0 0 0,0 0-1 0 0,0 1 1 0 0,0-1 0 0 0,0 0 0 0 0,0 1 0 0 0,0-1 0 0 0,0 0 0 0 0,0 0 0 0 0,0 1 0 0 0,0-1 0 0 0,1 0 0 0 0,-1 1 0 0 0,1-1 0 0 0,-1 0 0 0 0,1 0 0 0 0,-1 0 0 0 0,1 1 0 0 0,0-1 0 0 0,0 0 0 0 0,1 1 0 0 0,-1 0-3 0 0,1-1 0 0 0,0 1 0 0 0,-1-1 0 0 0,1 0 0 0 0,0 0 0 0 0,0 0 0 0 0,0 0 0 0 0,0 0 0 0 0,0 0 0 0 0,0 0 0 0 0,0-1 0 0 0,1 1 0 0 0,-1-1 0 0 0,0 0 0 0 0,0 1 0 0 0,0-1 0 0 0,0 0 0 0 0,1 0 0 0 0,-1 0-1 0 0,0-1 1 0 0,0 1 0 0 0,0-1 0 0 0,1 1 0 0 0,-1-1 0 0 0,4-1 0 0 0,-3 1 13 0 0,1 0 1 0 0,-1 0-1 0 0,1 0 0 0 0,-1-1 0 0 0,0 1 0 0 0,1-1 0 0 0,-1 0 0 0 0,0 0 0 0 0,0 0 1 0 0,0 0-1 0 0,-1 0 0 0 0,1-1 0 0 0,-1 0 0 0 0,1 1 0 0 0,2-5 0 0 0,-4 6 9 0 0,-1 1 0 0 0,0-1-1 0 0,0 0 1 0 0,1 1-1 0 0,-1-1 1 0 0,0 0-1 0 0,0 1 1 0 0,0-1 0 0 0,0 0-1 0 0,0 1 1 0 0,0-1-1 0 0,0 0 1 0 0,0 1-1 0 0,0-1 1 0 0,0 0 0 0 0,0 0-1 0 0,0 1 1 0 0,0-1-1 0 0,0 0 1 0 0,-1 1 0 0 0,1-1-1 0 0,0 0 1 0 0,-1 1-1 0 0,1-1 1 0 0,0 1-1 0 0,-1-1 1 0 0,0-1 0 0 0,0 1 29 0 0,-1 0 1 0 0,1 1-1 0 0,-1-1 0 0 0,1 0 1 0 0,-1 0-1 0 0,1 1 1 0 0,-1-1-1 0 0,1 1 1 0 0,-1-1-1 0 0,0 1 1 0 0,-2-1-1 0 0,-42 2 660 0 0,40-1-669 0 0,1 1-1 0 0,-1 0 0 0 0,0 1 0 0 0,1 0 0 0 0,-1-1 0 0 0,1 2 1 0 0,-1-1-1 0 0,1 1 0 0 0,0 0 0 0 0,0 0 0 0 0,0 0 0 0 0,1 0 1 0 0,-1 1-1 0 0,1 0 0 0 0,-5 5 0 0 0,10-9-26 0 0,-1 1-1 0 0,1-1 1 0 0,-1 1 0 0 0,1-1-1 0 0,-1 0 1 0 0,1 1-1 0 0,-1-1 1 0 0,1 0 0 0 0,-1 1-1 0 0,1-1 1 0 0,-1 0-1 0 0,1 1 1 0 0,0-1 0 0 0,-1 0-1 0 0,1 0 1 0 0,-1 0 0 0 0,1 0-1 0 0,0 0 1 0 0,-1 0-1 0 0,1 0 1 0 0,0 0 0 0 0,-1 0-1 0 0,1 0 1 0 0,-1 0-1 0 0,2 0 1 0 0,20 1 1 0 0,22-5-113 0 0,-42 4 53 0 0,0 0 1 0 0,0 0-1 0 0,0 0 0 0 0,0-1 0 0 0,0 1 0 0 0,-1-1 0 0 0,1 1 0 0 0,0-1 0 0 0,0 0 0 0 0,0 0 0 0 0,-1 0 0 0 0,1 0 1 0 0,0 0-1 0 0,-1 0 0 0 0,1 0 0 0 0,-1-1 0 0 0,1 1 0 0 0,-1 0 0 0 0,2-3 0 0 0,-3 4 25 0 0,0-1 0 0 0,-1 0 0 0 0,1 0-1 0 0,0 0 1 0 0,0 0 0 0 0,-1 0 0 0 0,1 1-1 0 0,0-1 1 0 0,-1 0 0 0 0,1 0 0 0 0,-1 1-1 0 0,1-1 1 0 0,-1 0 0 0 0,0 0 0 0 0,1 1-1 0 0,-1-1 1 0 0,1 1 0 0 0,-1-1 0 0 0,0 1-1 0 0,0-1 1 0 0,1 1 0 0 0,-1-1 0 0 0,0 1-1 0 0,0-1 1 0 0,0 1 0 0 0,0 0 0 0 0,1 0-1 0 0,-1-1 1 0 0,0 1 0 0 0,0 0 0 0 0,0 0 0 0 0,0 0-1 0 0,-1 0 1 0 0,-32-5-5514 0 0</inkml:trace>
</inkml:ink>
</file>

<file path=ppt/ink/ink3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7:17.68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50 5121 0 0,'22'-14'1065'0'0,"9"-7"775"0"0,-14 7 4856 0 0,-27 13-3265 0 0,-7 7-3690 0 0,13-4 661 0 0,-3 0-157 0 0,-12 9-182 0 0,19-11-134 0 0</inkml:trace>
</inkml:ink>
</file>

<file path=ppt/ink/ink3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7:19.05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739 75 5025 0 0,'-6'-18'240'0'0,"3"3"1518"0"0,4 15-1738 0 0,-1 0-1 0 0,0-1 1 0 0,1 1-1 0 0,-1-1 1 0 0,1 1-1 0 0,-1 0 1 0 0,1-1-1 0 0,-1 1 0 0 0,1 0 1 0 0,-1-1-1 0 0,1 1 1 0 0,0 0-1 0 0,-1 0 1 0 0,1 0-1 0 0,-1 0 1 0 0,1-1-1 0 0,0 1 1 0 0,-1 0-1 0 0,1 0 1 0 0,-1 0-1 0 0,1 0 0 0 0,1 1 1 0 0,54-23 9713 0 0,-58 20-9429 0 0,-2 0-180 0 0,1 0-1 0 0,-1 0 1 0 0,0 1 0 0 0,1-1 0 0 0,-1 1-1 0 0,0 0 1 0 0,0 0 0 0 0,0 1 0 0 0,0-1 0 0 0,0 1-1 0 0,0 0 1 0 0,0 0 0 0 0,1 0 0 0 0,-1 0 0 0 0,0 1-1 0 0,-7 2 1 0 0,-597 97 2729 0 0,570-94-2842 0 0,19-3-98 0 0,-36 10 0 0 0,55-13 5 0 0,0 0 0 0 0,-1 0 0 0 0,1 0 0 0 0,0 0 1 0 0,0 0-1 0 0,-1 0 0 0 0,1 0 0 0 0,0 0 0 0 0,0 0 0 0 0,-1 1 0 0 0,1-1 0 0 0,0 0 0 0 0,0 0 0 0 0,0 0 0 0 0,-1 0 1 0 0,1 1-247 0 0,-1-1 246 0 0,1 0 0 0 0,0 1 0 0 0,0-1 0 0 0,0 0 0 0 0,0 0 1 0 0,0 1-1 0 0,0-1 0 0 0,0 0 0 0 0,0 0 0 0 0,0 1 0 0 0,-1-1 0 0 0,1 0 0 0 0,0 0 0 0 0,0 1 0 0 0,0-1 0 0 0,0 0 1 0 0,0 0-1 0 0,1 1 0 0 0,-1-1 0 0 0,0 0 0 0 0,0 0 0 0 0,0 1 0 0 0,0-1 0 0 0,0 0 0 0 0,0 0 0 0 0,0 1 0 0 0,0-1 1 0 0,0 0-1 0 0,1 0 0 0 0,-1 0 0 0 0,0 1 0 0 0,1-1 0 0 0,13 7-6419 0 0,-12-7 6067 0 0,-1 0 1 0 0,1 0 0 0 0,5-1-95 0 0,0 0 0 0 0,0 0 0 0 0,0 0 0 0 0,0-1 0 0 0,0 0 1 0 0,-1 0-1 0 0,1-1 0 0 0,6-3 0 0 0,-3-1-408 0 0</inkml:trace>
</inkml:ink>
</file>

<file path=ppt/ink/ink3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7:19.5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69 20 600 0 0,'-1'-1'258'0'0,"1"0"-1"0"0,-1 0 0 0 0,0 0 1 0 0,1 0-1 0 0,-1 0 0 0 0,0 1 1 0 0,1-1-1 0 0,-1 0 1 0 0,0 0-1 0 0,0 0 0 0 0,0 1 1 0 0,0-1-1 0 0,0 0 0 0 0,0 1 1 0 0,0-1-1 0 0,0 1 1 0 0,0-1-1 0 0,0 1 0 0 0,0-1 1 0 0,0 1-1 0 0,0 0 0 0 0,-1-1 1 0 0,1 1-1 0 0,0 0 1 0 0,-2 0-1 0 0,1-1 217 0 0,-1 1 0 0 0,1-1 0 0 0,0 0 0 0 0,0 1 0 0 0,-1 0 0 0 0,1 0 0 0 0,0-1 0 0 0,-1 1 0 0 0,1 1 0 0 0,0-1 0 0 0,-1 0 0 0 0,1 0 0 0 0,0 1 0 0 0,-3 0 0 0 0,3 3 89 0 0,1 0 1 0 0,0 0-1 0 0,1-1 0 0 0,-1 1 1 0 0,1 0-1 0 0,-1 0 1 0 0,1 0-1 0 0,0 0 1 0 0,1 5-1 0 0,-1 5 69 0 0,1 154 999 0 0,1-111-1464 0 0,16 235 44 0 0,-2-46-71 0 0,17 373-153 0 0,-8-190-18 0 0,-19-206 418 0 0,-8-170-251 0 0,-1 0 0 0 0,-13 62 0 0 0,11-96-72 0 0,-5 38 320 0 0,9-54-370 0 0,1-1 0 0 0,0 1 0 0 0,0 0 0 0 0,0 0 0 0 0,0-1 0 0 0,1 1 0 0 0,-1 0 0 0 0,1-1 0 0 0,-1 1 1 0 0,1-1-1 0 0,0 1 0 0 0,0-1 0 0 0,0 1 0 0 0,1-1 0 0 0,-1 1 0 0 0,0-1 0 0 0,3 3 0 0 0</inkml:trace>
</inkml:ink>
</file>

<file path=ppt/ink/ink3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7:20.05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133 132 456 0 0,'-9'-1'498'0'0,"0"-1"-1"0"0,1 1 0 0 0,-1 1 1 0 0,0 0-1 0 0,0 0 1 0 0,0 0-1 0 0,-16 4 0 0 0,-20-2 9886 0 0,55-9-7929 0 0,19-6-1359 0 0,-9 9-670 0 0,0 0 0 0 0,0 2 1 0 0,1 0-1 0 0,-1 2 0 0 0,24 1 1 0 0,29 0 108 0 0,-47-3-422 0 0,-1-2 0 0 0,1 0 0 0 0,-1-1 0 0 0,36-13 0 0 0,-11-1 116 0 0,52-28 0 0 0,-101 46-319 0 0,-1 1 0 0 0,0 0 1 0 0,1-1-1 0 0,-1 1 0 0 0,1 0 1 0 0,-1-1-1 0 0,0 1 0 0 0,1 0 1 0 0,-1 0-1 0 0,1 0 0 0 0,-1-1 1 0 0,1 1-1 0 0,-1 0 0 0 0,1 0 0 0 0,-1 0 1 0 0,1 0-1 0 0,-1 0 0 0 0,1 0 1 0 0,-1 0-1 0 0,1 0 0 0 0,-1 0 1 0 0,1 0-1 0 0,-1 0 0 0 0,1 0 1 0 0,-1 0-1 0 0,1 1 0 0 0,-1-1 1 0 0,1 0-1 0 0,-1 0 0 0 0,0 0 1 0 0,1 1-1 0 0,-1-1 0 0 0,1 0 0 0 0,-1 0 1 0 0,0 1-1 0 0,1-1 0 0 0,-1 1 1 0 0,0-1-1 0 0,1 0 0 0 0,-1 1 1 0 0,0-1-1 0 0,1 0 0 0 0,-1 1 1 0 0,0-1-1 0 0,0 1 0 0 0,0-1 1 0 0,1 1-1 0 0,-1-1 0 0 0,0 1 0 0 0,0-1 1 0 0,0 1-1 0 0,0-1 0 0 0,0 1 1 0 0,0-1-1 0 0,0 1 0 0 0,0 0 1 0 0,0 2-556 0 0,0 0-1 0 0,-1 1 1 0 0,1-1 0 0 0,-1 0 0 0 0,1 0 0 0 0,-1 1 0 0 0,-2 4 0 0 0,-1 0 646 0 0</inkml:trace>
</inkml:ink>
</file>

<file path=ppt/ink/ink3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7:20.41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 0 6449 0 0,'-24'0'4722'0'0,"36"3"-2634"0"0,22 6-84 0 0,-1 1 1 0 0,56 25-1 0 0,-55-18-1447 0 0,-2 0 1 0 0,0 3-1 0 0,-1 0 0 0 0,47 42 0 0 0,-56-40-560 0 0,-1 0 1 0 0,-2 2-1 0 0,26 38 0 0 0,-3-3-2228 0 0,-31-45 851 0 0</inkml:trace>
</inkml:ink>
</file>

<file path=ppt/ink/ink3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7:20.65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243 19 5529 0 0,'1'-1'119'0'0,"-1"0"0"0"0,0 1 0 0 0,0-1 0 0 0,0 1 0 0 0,0-1 0 0 0,0 0-1 0 0,0 1 1 0 0,0-1 0 0 0,0 0 0 0 0,0 1 0 0 0,0-1 0 0 0,0 0 0 0 0,-1 1 0 0 0,1-1 0 0 0,0 1-1 0 0,0-1 1 0 0,-1 1 0 0 0,1-1 0 0 0,0 0 0 0 0,-1 1 0 0 0,1-1 0 0 0,0 1 0 0 0,-1-1 0 0 0,1 1-1 0 0,-1-1 1 0 0,1 1 0 0 0,-1 0 0 0 0,1-1 0 0 0,-1 1 0 0 0,1 0 0 0 0,-1-1 0 0 0,1 1 0 0 0,-2-1 0 0 0,1 2 135 0 0,-1-1 1 0 0,1 0 0 0 0,-1 0-1 0 0,1 1 1 0 0,-1-1 0 0 0,1 1 0 0 0,0-1-1 0 0,-1 1 1 0 0,1 0 0 0 0,0-1 0 0 0,-1 1-1 0 0,1 0 1 0 0,-2 2 0 0 0,-3 2 431 0 0,-1 1 0 0 0,1 0 0 0 0,0 0 1 0 0,-6 9-1 0 0,-36 64 1590 0 0,-53 115 1 0 0,95-180-2732 0 0,1 0 0 0 0,-6 23 1 0 0,7-20-6621 0 0</inkml:trace>
</inkml:ink>
</file>

<file path=ppt/ink/ink3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7:23.47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89 163 5985 0 0,'-3'-1'167'0'0,"1"0"0"0"0,-1 0-1 0 0,0 0 1 0 0,0 0 0 0 0,0 0-1 0 0,-1 1 1 0 0,1-1 0 0 0,0 1-1 0 0,0 0 1 0 0,0 0 0 0 0,0 0-1 0 0,0 1 1 0 0,-5 0-1 0 0,5 0 293 0 0,-1-1-1 0 0,1 1 1 0 0,0-1-1 0 0,-1 0 1 0 0,1 0-1 0 0,0 0 1 0 0,-1-1-1 0 0,1 1 1 0 0,0-1-1 0 0,-5-1 1 0 0,40-10 3387 0 0,46-5-2487 0 0,89-7 0 0 0,18-4-595 0 0,160-27-3034 0 0,-333 53 1015 0 0,0 0 1 0 0,0-1-1 0 0,16-6 1 0 0,-19 6-281 0 0</inkml:trace>
</inkml:ink>
</file>

<file path=ppt/ink/ink3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7:23.73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 1 6913 0 0,'-11'8'5851'0'0,"36"3"-3776"0"0,4 11-1152 0 0,-1 2 0 0 0,-1 0-1 0 0,-2 2 1 0 0,0 1 0 0 0,29 40 0 0 0,-27-32-712 0 0,2-1 1 0 0,1-1 0 0 0,36 29 0 0 0,-54-52-271 0 0,-6-4-410 0 0,0-1-1 0 0,1 0 1 0 0,-1 0 0 0 0,1-1 0 0 0,0 0 0 0 0,1 0-1 0 0,-1 0 1 0 0,15 4 0 0 0</inkml:trace>
</inkml:ink>
</file>

<file path=ppt/ink/ink3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7:23.93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233 0 12411 0 0,'-1'8'190'0'0,"-1"-1"1"0"0,0 1-1 0 0,0-1 1 0 0,-1 0 0 0 0,0 0-1 0 0,0 0 1 0 0,-7 10-1 0 0,-2 8 561 0 0,-56 110 2525 0 0,41-86-2836 0 0,3 0-1 0 0,1 1 1 0 0,-20 71-1 0 0,40-110-988 0 0,1 0 0 0 0,0 1 0 0 0,0-1 0 0 0,1 1 0 0 0,1 22 0 0 0,5-3-690 0 0</inkml:trace>
</inkml:ink>
</file>

<file path=ppt/ink/ink3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7:27.13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210 33 5065 0 0,'-3'-4'812'0'0,"-1"1"1"0"0,0-1-1 0 0,0 1 0 0 0,0 0 1 0 0,0 0-1 0 0,0 0 0 0 0,-9-4 0 0 0,10 6-569 0 0,0 1-1 0 0,1-1 1 0 0,-1 1-1 0 0,0 0 0 0 0,0 0 1 0 0,0-1-1 0 0,1 2 0 0 0,-1-1 1 0 0,0 0-1 0 0,0 1 0 0 0,1-1 1 0 0,-1 1-1 0 0,0 0 0 0 0,1 0 1 0 0,-1 0-1 0 0,-4 2 0 0 0,0 2-103 0 0,-1-1-1 0 0,1 2 0 0 0,0-1 0 0 0,0 1 1 0 0,0 0-1 0 0,1 0 0 0 0,0 1 0 0 0,0 0 1 0 0,1 0-1 0 0,0 0 0 0 0,0 1 0 0 0,0-1 1 0 0,1 1-1 0 0,1 1 0 0 0,-1-1 0 0 0,1 0 1 0 0,-3 12-1 0 0,1 2 231 0 0,0 0 1 0 0,2-1-1 0 0,0 1 1 0 0,1 0-1 0 0,3 43 0 0 0,0-54-374 0 0,0-1-1 0 0,1 0 1 0 0,1 1-1 0 0,0-1 0 0 0,0 0 1 0 0,1 0-1 0 0,0-1 1 0 0,1 1-1 0 0,0-1 1 0 0,0 0-1 0 0,1 0 0 0 0,0 0 1 0 0,1-1-1 0 0,8 9 1 0 0,-8-11-3 0 0,-1 0 1 0 0,1 0-1 0 0,-1-1 1 0 0,1 0 0 0 0,1-1-1 0 0,-1 1 1 0 0,1-1-1 0 0,0-1 1 0 0,0 0-1 0 0,0 0 1 0 0,0 0 0 0 0,0-1-1 0 0,1 0 1 0 0,-1-1-1 0 0,1 1 1 0 0,-1-2-1 0 0,18 0 1 0 0,-22 0-23 0 0,-1 0 1 0 0,1-1-1 0 0,-1 1 0 0 0,1-1 1 0 0,-1 0-1 0 0,1 0 1 0 0,-1 0-1 0 0,1 0 0 0 0,-1-1 1 0 0,0 1-1 0 0,0-1 1 0 0,0 0-1 0 0,0 0 0 0 0,0 0 1 0 0,0-1-1 0 0,0 1 0 0 0,-1 0 1 0 0,1-1-1 0 0,-1 0 1 0 0,0 0-1 0 0,1 0 0 0 0,-2 0 1 0 0,1 0-1 0 0,2-3 0 0 0,-3 2-18 0 0,0 0-1 0 0,0 0 1 0 0,0 0-1 0 0,-1 0 1 0 0,1 0-1 0 0,-1 0 1 0 0,0 0-1 0 0,0-1 1 0 0,0 1-1 0 0,-1 0 1 0 0,0 0-1 0 0,1 0 0 0 0,-1 0 1 0 0,-1 0-1 0 0,1 1 1 0 0,0-1-1 0 0,-1 0 1 0 0,0 0-1 0 0,0 1 1 0 0,0-1-1 0 0,-3-2 1 0 0,-3-4-113 0 0,0 0 0 0 0,-1 1 1 0 0,-10-8-1 0 0,9 8-24 0 0,1 0-1 0 0,-16-19 1 0 0,24 27 175 0 0,1 0 1 0 0,0 0-1 0 0,-1 0 1 0 0,1-1-1 0 0,0 1 0 0 0,0 0 1 0 0,0 0-1 0 0,0 0 1 0 0,0 0-1 0 0,0 0 1 0 0,0 0-1 0 0,0 0 1 0 0,1 0-1 0 0,-1-1 1 0 0,0 1-1 0 0,1 0 0 0 0,-1 0 1 0 0,0 0-1 0 0,1 0 1 0 0,0 0-1 0 0,-1 0 1 0 0,1 0-1 0 0,-1 1 1 0 0,1-1-1 0 0,0 0 1 0 0,0 0-1 0 0,-1 0 0 0 0,1 1 1 0 0,0-1-1 0 0,0 0 1 0 0,2 0-1 0 0,33-24 88 0 0,-34 23-72 0 0,6-2 57 0 0,-1-1 0 0 0,1 1 0 0 0,0 1-1 0 0,0-1 1 0 0,0 1 0 0 0,0 1 0 0 0,0-1 0 0 0,17-1 0 0 0,-22 4 27 0 0,1 0 1 0 0,-1 0 0 0 0,1 0-1 0 0,-1 1 1 0 0,0-1 0 0 0,1 1 0 0 0,-1 0-1 0 0,0 0 1 0 0,1 0 0 0 0,-1 1 0 0 0,0-1-1 0 0,0 1 1 0 0,0 0 0 0 0,0-1 0 0 0,-1 1-1 0 0,1 1 1 0 0,0-1 0 0 0,-1 0 0 0 0,1 1-1 0 0,-1-1 1 0 0,0 1 0 0 0,0-1 0 0 0,0 1-1 0 0,3 6 1 0 0,1 2 132 0 0,0 0-1 0 0,-1 0 1 0 0,-1 0-1 0 0,0 1 0 0 0,0 0 1 0 0,3 20-1 0 0,-3 1-33 0 0,-1 38-1 0 0,-1-16-990 0 0,-2-54 685 0 0,0 0-1 0 0,0 1 0 0 0,0-1 0 0 0,0 0 1 0 0,0 1-1 0 0,0-1 0 0 0,0 0 1 0 0,0 1-1 0 0,1-1 0 0 0,-1 0 0 0 0,1 1 1 0 0,-1-1-1 0 0,1 0 0 0 0,-1 0 0 0 0,1 1 1 0 0,0-1-1 0 0,0 0 0 0 0,-1 0 0 0 0,1 0 1 0 0,0 0-1 0 0,0 0 0 0 0,0 0 0 0 0,0 0 1 0 0,0-1-1 0 0,0 1 0 0 0,0 0 0 0 0,1 0 1 0 0,-1-1-1 0 0,0 1 0 0 0,0-1 0 0 0,0 1 1 0 0,1-1-1 0 0,-1 1 0 0 0,0-1 0 0 0,1 0 1 0 0,-1 0-1 0 0,0 1 0 0 0,1-1 1 0 0,-1 0-1 0 0,0 0 0 0 0,1-1 0 0 0,-1 1 1 0 0,0 0-1 0 0,1 0 0 0 0,-1-1 0 0 0,0 1 1 0 0,1 0-1 0 0,-1-1 0 0 0,0 0 0 0 0,0 1 1 0 0,3-2-1 0 0,8-6 103 0 0</inkml:trace>
</inkml:ink>
</file>

<file path=ppt/ink/ink3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7:27.33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 0 12443 0 0,'0'0'156'0'0,"-1"1"1"0"0,1-1 0 0 0,-1 1 0 0 0,1-1 0 0 0,-1 1-1 0 0,1-1 1 0 0,-1 1 0 0 0,1-1 0 0 0,0 1 0 0 0,-1-1-1 0 0,1 1 1 0 0,0-1 0 0 0,-1 1 0 0 0,1 0 0 0 0,0-1-1 0 0,0 1 1 0 0,-1-1 0 0 0,1 1 0 0 0,0 0 0 0 0,0-1-1 0 0,0 1 1 0 0,0 0 0 0 0,0-1 0 0 0,0 1 0 0 0,0 1-1 0 0,-3 22 1155 0 0,0 17 132 0 0,2 1-1 0 0,9 80 0 0 0,-5-100-1727 0 0,1-1 1 0 0,1 1-1 0 0,1-1 0 0 0,1-1 1 0 0,0 1-1 0 0,2-1 1 0 0,15 27-1 0 0,-18-39-1618 0 0</inkml:trace>
</inkml:ink>
</file>

<file path=ppt/ink/ink3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7:27.68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5 168 1376 0 0,'-5'-43'569'0'0,"5"37"-112"0"0,1 0 0 0 0,0 1 0 0 0,0-1 0 0 0,0 0 1 0 0,1 1-1 0 0,0 0 0 0 0,0-1 0 0 0,0 1 0 0 0,1 0 0 0 0,0 0 0 0 0,0 0 0 0 0,0 0 1 0 0,0 1-1 0 0,8-9 0 0 0,-8 10-131 0 0,1-1 0 0 0,0 1 1 0 0,0-1-1 0 0,0 1 0 0 0,0 1 0 0 0,1-1 1 0 0,-1 0-1 0 0,1 1 0 0 0,0 0 0 0 0,-1 0 1 0 0,1 1-1 0 0,0-1 0 0 0,0 1 0 0 0,0 0 1 0 0,0 0-1 0 0,0 1 0 0 0,0-1 0 0 0,0 1 1 0 0,1 0-1 0 0,-1 0 0 0 0,0 1 0 0 0,0 0 1 0 0,0 0-1 0 0,0 0 0 0 0,7 3 0 0 0,11 4 629 0 0,1 2 1 0 0,-1 0-1 0 0,41 27 0 0 0,-38-22-551 0 0,-4 0-196 0 0,-1 0 1 0 0,0 1 0 0 0,-1 1-1 0 0,-1 2 1 0 0,-1-1 0 0 0,23 32-1 0 0,-27-34-119 0 0,-13-14-58 0 0,0 0-1 0 0,1 0 0 0 0,-1 0 1 0 0,1-1-1 0 0,-1 1 0 0 0,1-1 0 0 0,0 1 1 0 0,0-1-1 0 0,-1 1 0 0 0,1-1 1 0 0,0 0-1 0 0,0 0 0 0 0,0 0 1 0 0,1 0-1 0 0,-1 0 0 0 0,0-1 1 0 0,0 1-1 0 0,0-1 0 0 0,4 1 1 0 0,-5-1-17 0 0,1-1 1 0 0,-1 0 0 0 0,1 0-1 0 0,0 0 1 0 0,-1 0-1 0 0,0 0 1 0 0,1 0 0 0 0,-1 0-1 0 0,0 0 1 0 0,0 0 0 0 0,1-1-1 0 0,-1 1 1 0 0,0-1 0 0 0,0 1-1 0 0,0 0 1 0 0,-1-1-1 0 0,1 0 1 0 0,0 1 0 0 0,0-1-1 0 0,-1 0 1 0 0,1 1 0 0 0,-1-1-1 0 0,0 0 1 0 0,1 1 0 0 0,-1-3-1 0 0,11-17 82 0 0,-9 19-462 0 0,0 0 0 0 0,-1 0 1 0 0,0-1-1 0 0,0 1 0 0 0,1 0 0 0 0,-1 0 0 0 0,0-1 0 0 0,1-4 0 0 0</inkml:trace>
</inkml:ink>
</file>

<file path=ppt/ink/ink3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7:28.11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119 330 8290 0 0,'-2'0'247'0'0,"0"0"0"0"0,0 0 0 0 0,0-1 0 0 0,0 1 0 0 0,0-1 0 0 0,0 1 0 0 0,0-1 0 0 0,0 0 0 0 0,0 0 0 0 0,0 0 0 0 0,1 0-1 0 0,-1 0 1 0 0,0 0 0 0 0,1 0 0 0 0,-1-1 0 0 0,1 1 0 0 0,-1 0 0 0 0,1-1 0 0 0,0 0 0 0 0,-1 1 0 0 0,1-1 0 0 0,-1-1 0 0 0,-28-44 4326 0 0,28 43-4203 0 0,-5-10 44 0 0,0-1 0 0 0,0 0 0 0 0,1 0 0 0 0,1 0 0 0 0,1-1 0 0 0,0 0 0 0 0,-2-18 0 0 0,5-16-2341 0 0,10 2-3671 0 0,-4 31-732 0 0</inkml:trace>
</inkml:ink>
</file>

<file path=ppt/ink/ink3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7:28.34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 1 11522 0 0,'-1'0'232'0'0,"0"1"0"0"0,0 0 0 0 0,1-1-1 0 0,-1 1 1 0 0,0 0 0 0 0,0 0 0 0 0,1 0-1 0 0,-1-1 1 0 0,1 1 0 0 0,-1 0 0 0 0,1 0-1 0 0,-1 0 1 0 0,1 0 0 0 0,0 0 0 0 0,-1 0-1 0 0,1 0 1 0 0,0 0 0 0 0,0 0 0 0 0,-1 0-1 0 0,1 0 1 0 0,0 0 0 0 0,0 0 0 0 0,0 0-1 0 0,1 0 1 0 0,-1 1 0 0 0,0-1 0 0 0,0 0-1 0 0,0 0 1 0 0,1 1 0 0 0,9 45 2942 0 0,-5-28-2752 0 0,5 33-160 0 0,2-1 0 0 0,32 85-1 0 0,1-40-5073 0 0</inkml:trace>
</inkml:ink>
</file>

<file path=ppt/ink/ink3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7:28.5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80 2761 0 0,'3'-4'480'0'0,"0"-1"0"0"0,0 1 0 0 0,1 0 0 0 0,0 0 0 0 0,-1 1 1 0 0,1-1-1 0 0,1 1 0 0 0,-1 0 0 0 0,0 0 0 0 0,1 0 0 0 0,8-3 0 0 0,0-1 953 0 0,1 2-1 0 0,27-9 0 0 0,-31 12-954 0 0,0 0 0 0 0,0 0 0 0 0,0 1 0 0 0,0 1 1 0 0,0 0-1 0 0,0 0 0 0 0,0 1 0 0 0,0 0 0 0 0,0 0 1 0 0,0 1-1 0 0,0 1 0 0 0,10 3 0 0 0,-15-4-368 0 0,0 1 0 0 0,0-1 0 0 0,0 1 0 0 0,-1-1 0 0 0,1 1 1 0 0,-1 1-1 0 0,0-1 0 0 0,0 1 0 0 0,0-1 0 0 0,0 1 0 0 0,-1 0 0 0 0,1 1 0 0 0,-1-1 0 0 0,0 0 0 0 0,0 1 0 0 0,-1 0 0 0 0,1 0 0 0 0,-1 0 0 0 0,0 0 0 0 0,-1 0 0 0 0,1 0 1 0 0,-1 0-1 0 0,2 11 0 0 0,-3-1-15 0 0,0-1 0 0 0,-1 1 0 0 0,0-1 0 0 0,-1 1 1 0 0,-1-1-1 0 0,0 0 0 0 0,-1 0 0 0 0,-1 0 0 0 0,-12 26 1 0 0,7-19-143 0 0,-1 0 1 0 0,-2-1-1 0 0,0 0 1 0 0,-1-1 0 0 0,-22 24-1 0 0,2-13-2163 0 0</inkml:trace>
</inkml:ink>
</file>

<file path=ppt/ink/ink3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7:30.11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248 1911 4145 0 0,'-13'2'479'0'0,"-23"1"2641"0"0,35-3-2975 0 0,0 0-1 0 0,1 0 0 0 0,-1 0 0 0 0,0 0 0 0 0,0 0 0 0 0,1 0 1 0 0,-1 0-1 0 0,0-1 0 0 0,0 1 0 0 0,1 0 0 0 0,-1-1 1 0 0,0 1-1 0 0,0 0 0 0 0,1-1 0 0 0,-1 1 0 0 0,1-1 0 0 0,-1 1 1 0 0,0-1-1 0 0,1 0 0 0 0,-1 1 0 0 0,1-1 0 0 0,-1 1 0 0 0,1-1 1 0 0,-1 0-1 0 0,1 1 0 0 0,0-1 0 0 0,-1 0 0 0 0,1 0 0 0 0,0 1 1 0 0,0-1-1 0 0,-1 0 0 0 0,1 0 0 0 0,0 0 0 0 0,0 1 0 0 0,0-1 1 0 0,0-1-1 0 0,-4-46 4540 0 0,2 36-4104 0 0,0 0 0 0 0,1-24 0 0 0,7-92 335 0 0,-13-134 1 0 0,-28-128-675 0 0,5 88-198 0 0,21 150-15 0 0,4 47 4 0 0,-27-151-1 0 0,25 225-347 0 0,-23-55-1 0 0,12 40 19 0 0,14 26-1120 0 0,11 9-2603 0 0</inkml:trace>
</inkml:ink>
</file>

<file path=ppt/ink/ink3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7:30.4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24 325 3945 0 0,'-24'-16'7909'0'0,"37"11"-6563"0"0,171-31 2114 0 0,195-43-2590 0 0,-129 32-735 0 0,102-15 196 0 0,-55 12-394 0 0,-240 39-245 0 0,-1 3-1 0 0,2 2 1 0 0,-1 2-1 0 0,0 4 1 0 0,107 11-1 0 0,-125-8-2128 0 0,-13-4-2505 0 0,-16-1 1168 0 0</inkml:trace>
</inkml:ink>
</file>

<file path=ppt/ink/ink3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7:31.1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18 491 3209 0 0,'-1'0'106'0'0,"0"0"0"0"0,0 0 0 0 0,1-1-1 0 0,-1 1 1 0 0,0 0 0 0 0,0 0 0 0 0,1 0 0 0 0,-1-1 0 0 0,0 1 0 0 0,1 0 0 0 0,-1-1 0 0 0,0 1 0 0 0,1 0 0 0 0,-1-1 0 0 0,0 1 0 0 0,1-1 0 0 0,-1 1 0 0 0,1-1 0 0 0,-1 1 0 0 0,1-1 0 0 0,-1 1 0 0 0,1-1 0 0 0,-1 0-1 0 0,1 1 1 0 0,0-1 0 0 0,-1 0 0 0 0,1 1 0 0 0,0-1 0 0 0,0 0 0 0 0,-1 0 0 0 0,1 1 0 0 0,0-1 0 0 0,0 0 0 0 0,0 0 0 0 0,0 1 0 0 0,0-1 0 0 0,0 0 0 0 0,0 0 0 0 0,0 1 0 0 0,0-1 0 0 0,1 0 0 0 0,-1 1 0 0 0,0-1-1 0 0,0 0 1 0 0,1-1 0 0 0,12-30 3276 0 0,-1 7-2569 0 0,0-1 0 0 0,-1 0 0 0 0,-2-1 0 0 0,-1 0 0 0 0,6-29 0 0 0,-7 23-23 0 0,2-1 0 0 0,22-50 0 0 0,-31 83-757 0 0,0 0-1 0 0,1 0 1 0 0,-1 0-1 0 0,1 0 1 0 0,-1 0-1 0 0,1 0 1 0 0,-1 0 0 0 0,1 0-1 0 0,0 1 1 0 0,-1-1-1 0 0,1 0 1 0 0,0 0-1 0 0,0 0 1 0 0,0 1 0 0 0,0-1-1 0 0,-1 0 1 0 0,1 1-1 0 0,0-1 1 0 0,2 0-1 0 0,-3 1-21 0 0,1 0-1 0 0,-1 1 0 0 0,1-1 0 0 0,0 0 0 0 0,-1 0 0 0 0,1 0 0 0 0,-1 1 0 0 0,1-1 0 0 0,0 0 0 0 0,-1 1 0 0 0,1-1 0 0 0,-1 0 0 0 0,1 1 0 0 0,-1-1 0 0 0,1 1 1 0 0,-1-1-1 0 0,0 1 0 0 0,1-1 0 0 0,-1 1 0 0 0,1-1 0 0 0,-1 1 0 0 0,0-1 0 0 0,0 1 0 0 0,1 0 0 0 0,3 8-17 0 0,0 1 0 0 0,-1-1 1 0 0,3 14-1 0 0,-3-9 27 0 0,17 50-191 0 0,42 123-201 0 0,-49-153 349 0 0,2-1 1 0 0,2 0-1 0 0,27 41 1 0 0,-43-73 21 0 0,-1 0-1 0 0,1 1 1 0 0,0-1 0 0 0,0 0 0 0 0,0 1 0 0 0,0-1 0 0 0,0 0 0 0 0,0 0-1 0 0,1 0 1 0 0,-1 0 0 0 0,0 0 0 0 0,0 0 0 0 0,1 0 0 0 0,-1-1 0 0 0,1 1-1 0 0,1 0 1 0 0,-2-1 0 0 0,0 0 1 0 0,-1 0-1 0 0,1 0 0 0 0,0 0 0 0 0,-1 0 1 0 0,1-1-1 0 0,-1 1 0 0 0,1 0 0 0 0,0 0 0 0 0,-1-1 1 0 0,1 1-1 0 0,-1-1 0 0 0,1 1 0 0 0,-1 0 0 0 0,1-1 1 0 0,-1 1-1 0 0,1-1 0 0 0,-1 1 0 0 0,0-1 1 0 0,1 1-1 0 0,-1-1 0 0 0,0 1 0 0 0,1-1 0 0 0,-1 0 1 0 0,0 1-1 0 0,1-2 0 0 0,2-7-5 0 0,-1 0-1 0 0,1 0 1 0 0,-1-1 0 0 0,0-11 0 0 0,0 6 3 0 0,10-56 158 0 0,3 0 0 0 0,32-93 0 0 0,-44 157-71 0 0,0-1 0 0 0,1 1 0 0 0,0 0-1 0 0,0 1 1 0 0,0-1 0 0 0,1 1-1 0 0,8-9 1 0 0,-12 14-51 0 0,0 0 0 0 0,0 0 1 0 0,0 0-1 0 0,0 1 0 0 0,0-1 0 0 0,0 0 1 0 0,0 0-1 0 0,0 1 0 0 0,1-1 0 0 0,-1 1 1 0 0,0-1-1 0 0,1 1 0 0 0,-1 0 0 0 0,0-1 1 0 0,1 1-1 0 0,-1 0 0 0 0,0 0 0 0 0,1 0 1 0 0,2 0-1 0 0,-3 1-8 0 0,1-1 0 0 0,0 1-1 0 0,-1 0 1 0 0,1 0 0 0 0,-1 0 0 0 0,1 0 0 0 0,-1 1 0 0 0,1-1-1 0 0,-1 0 1 0 0,0 0 0 0 0,0 1 0 0 0,1-1 0 0 0,-1 1 0 0 0,0-1-1 0 0,0 1 1 0 0,-1 0 0 0 0,1-1 0 0 0,0 1 0 0 0,0 2 0 0 0,7 18 77 0 0,-1 1 0 0 0,0-1 0 0 0,3 35 0 0 0,-4-27-67 0 0,12 44 0 0 0,-15-65-33 0 0,1-1-1 0 0,-1 1 1 0 0,2-1 0 0 0,-1 0 0 0 0,1 0 0 0 0,0 0-1 0 0,0-1 1 0 0,1 0 0 0 0,9 9 0 0 0,-14-14-33 0 0,1 0 0 0 0,0 0 0 0 0,0 0 0 0 0,0-1 1 0 0,0 1-1 0 0,0 0 0 0 0,0-1 0 0 0,0 0 0 0 0,0 1 1 0 0,1-1-1 0 0,-1 0 0 0 0,0 0 0 0 0,1 0 0 0 0,-1-1 1 0 0,1 1-1 0 0,-1 0 0 0 0,1-1 0 0 0,-1 0 0 0 0,1 0 1 0 0,-1 1-1 0 0,1-2 0 0 0,0 1 0 0 0,-1 0 0 0 0,1 0 1 0 0,-1-1-1 0 0,1 1 0 0 0,-1-1 0 0 0,1 0 0 0 0,-1 0 1 0 0,0 0-1 0 0,1 0 0 0 0,-1 0 0 0 0,0 0 0 0 0,0-1 1 0 0,0 1-1 0 0,0-1 0 0 0,0 0 0 0 0,0 1 0 0 0,0-1 1 0 0,0 0-1 0 0,-1 0 0 0 0,1 0 0 0 0,1-4 0 0 0,7-9-135 0 0,-1 0-1 0 0,0-1 0 0 0,-2 0 0 0 0,11-33 0 0 0,-16 44 236 0 0,31-99-127 0 0,-22 65 335 0 0,2-1 0 0 0,1 2 1 0 0,2 0-1 0 0,26-46 0 0 0,-42 83-247 0 0,1 1 0 0 0,-1-1 0 0 0,0 0 0 0 0,1 1 0 0 0,-1-1 0 0 0,0 1 0 0 0,1-1 0 0 0,-1 1 0 0 0,1-1 0 0 0,-1 1 0 0 0,1-1 0 0 0,-1 1 0 0 0,1-1 0 0 0,-1 1 0 0 0,1 0 0 0 0,0-1 0 0 0,-1 1 0 0 0,1 0 0 0 0,-1-1 0 0 0,1 1 0 0 0,0 0 0 0 0,-1 0 0 0 0,2-1 0 0 0,6 12 481 0 0,-3 29-61 0 0,-5-36-442 0 0,4 47 101 0 0,13 64-1 0 0,-12-95-700 0 0,0 0-1 0 0,1 0 1 0 0,2-1-1 0 0,0 1 1 0 0,0-2-1 0 0,13 20 1 0 0,-5-14-6248 0 0</inkml:trace>
</inkml:ink>
</file>

<file path=ppt/ink/ink3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7:31.57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46 52 456 0 0,'-6'0'-466'0'0,"-33"18"12847"0"0,66-18-10856 0 0,70-22 297 0 0,1 4 0 0 0,192-9-1 0 0,543 24 764 0 0,-815 3-2578 0 0,670 14 760 0 0,-286 44-690 0 0,-397-57-244 0 0,0 0 1 0 0,0 0 0 0 0,-1 0-1 0 0,1 1 1 0 0,-1 0-1 0 0,1 0 1 0 0,7 5-1 0 0,-11-7 94 0 0,-1 1 0 0 0,1 0 0 0 0,0-1-1 0 0,-1 1 1 0 0,1-1 0 0 0,-1 1 0 0 0,1 0-1 0 0,-1-1 1 0 0,0 1 0 0 0,1 0 0 0 0,-1-1 0 0 0,0 1-1 0 0,1 0 1 0 0,-1 0 0 0 0,0-1 0 0 0,0 1-1 0 0,0 0 1 0 0,1 0 0 0 0,-1 0 0 0 0,0 0 0 0 0,-1 1-61 0 0,1-1 0 0 0,0 1 0 0 0,-1-1 0 0 0,1 1 1 0 0,-1-1-1 0 0,0 1 0 0 0,0-1 0 0 0,1 1 1 0 0,-1-1-1 0 0,0 0 0 0 0,0 0 0 0 0,0 1 1 0 0,0-1-1 0 0,-2 1 0 0 0</inkml:trace>
</inkml:ink>
</file>

<file path=ppt/ink/ink3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7:32.07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51 5065 0 0,'-1'-2'65'0'0,"1"1"-1"0"0,-1 0 1 0 0,1 0 0 0 0,-1-1 0 0 0,1 1-1 0 0,-1 0 1 0 0,1-1 0 0 0,0 1-1 0 0,-1 0 1 0 0,1-1 0 0 0,0 1-1 0 0,0-1 1 0 0,0 1 0 0 0,0 0-1 0 0,0-1 1 0 0,1 1 0 0 0,-1 0-1 0 0,0-1 1 0 0,1 1 0 0 0,-1 0 0 0 0,0-1-1 0 0,1 1 1 0 0,0 0 0 0 0,-1 0-1 0 0,1-1 1 0 0,1-1 0 0 0,12-9 3271 0 0,-14 11-3174 0 0,1 1 0 0 0,0 0 0 0 0,-1 0 1 0 0,1 0-1 0 0,0 0 0 0 0,-1 0 1 0 0,1 0-1 0 0,0 0 0 0 0,-1 0 1 0 0,1 1-1 0 0,0-1 0 0 0,-1 0 1 0 0,1 0-1 0 0,0 0 0 0 0,-1 1 1 0 0,1-1-1 0 0,-1 0 0 0 0,1 1 1 0 0,0-1-1 0 0,-1 1 0 0 0,1-1 1 0 0,-1 0-1 0 0,1 1 0 0 0,-1-1 1 0 0,0 1-1 0 0,1-1 0 0 0,-1 1 1 0 0,1 0-1 0 0,-1-1 0 0 0,0 1 0 0 0,1-1 1 0 0,-1 1-1 0 0,0 0 0 0 0,0-1 1 0 0,0 1-1 0 0,1 0 0 0 0,-1-1 1 0 0,0 1-1 0 0,0 0 0 0 0,8 30 1110 0 0,-3 7-593 0 0,-2 2 1 0 0,-2-1-1 0 0,-2 0 1 0 0,-6 42-1 0 0,0 21-225 0 0,10 365-139 0 0,-8 145-232 0 0,2-122 98 0 0,7-309 55 0 0,-2-36-141 0 0,6 286 210 0 0,-5-293-253 0 0,13 164 286 0 0,-10-277-223 0 0,0-13-153 0 0,-6-12 29 0 0,0 0-1 0 0,0 1 1 0 0,1-1 0 0 0,-1 0 0 0 0,0 0 0 0 0,0 0 0 0 0,0 0 0 0 0,0 0-1 0 0,1 1 1 0 0,-1-1 0 0 0,0 0 0 0 0,0 0 0 0 0,0 0 0 0 0,1 0 0 0 0,-1 0-1 0 0,0 0 1 0 0,0 0 0 0 0,0 0 0 0 0,1 0 0 0 0,-1 0 0 0 0,0 0 0 0 0,0 0 0 0 0,0 0-1 0 0,1 0 1 0 0,-1 0 0 0 0,0 0 0 0 0,0 0 0 0 0,0 0 0 0 0,1 0 0 0 0,-1 0-1 0 0,0 0 1 0 0,0 0 0 0 0,0 0 0 0 0,0 0 0 0 0,1 0 0 0 0,-1-1 0 0 0,0 1-1 0 0,0 0 1 0 0,0 0 0 0 0,0 0 0 0 0,1-1 0 0 0,2-12-3093 0 0</inkml:trace>
</inkml:ink>
</file>

<file path=ppt/ink/ink3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7:32.66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204 6 2304 0 0,'-125'33'3377'0'0,"46"-1"5749"0"0,98-34-4566 0 0,22 10-3397 0 0,-20-3-584 0 0,29 0-221 0 0,0-2 1 0 0,0-2 0 0 0,67-7 0 0 0,-32 2-286 0 0,429-33 346 0 0,-290 18-267 0 0,548-6 620 0 0,-633 40-516 0 0,-95-8-61 0 0,64 1 1 0 0,-108-8-287 0 0</inkml:trace>
</inkml:ink>
</file>

<file path=ppt/ink/ink3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7:33.2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114 181 2328 0 0,'-50'-27'3048'0'0,"44"25"-1697"0"0,1 0 0 0 0,-1 0 0 0 0,0 1 0 0 0,0-1 0 0 0,0 1 1 0 0,0 0-1 0 0,-8 0 0 0 0,14 2-1221 0 0,-1-1-1 0 0,0 1 1 0 0,1-1 0 0 0,-1 1-1 0 0,1-1 1 0 0,-1 1 0 0 0,1-1 0 0 0,-1 1-1 0 0,1-1 1 0 0,-1 1 0 0 0,1-1 0 0 0,-1 1-1 0 0,1 0 1 0 0,0-1 0 0 0,-1 1 0 0 0,1 0-1 0 0,0 0 1 0 0,0-1 0 0 0,0 1 0 0 0,-1 0-1 0 0,1-1 1 0 0,0 1 0 0 0,0 0-1 0 0,0 0 1 0 0,0-1 0 0 0,0 1 0 0 0,0 0-1 0 0,0 0 1 0 0,1-1 0 0 0,-1 1 0 0 0,0 1-1 0 0,4 26 322 0 0,-1-17-419 0 0,0 0 0 0 0,1 0-1 0 0,1 0 1 0 0,0-1 0 0 0,0 1-1 0 0,1-1 1 0 0,0 0 0 0 0,1-1 0 0 0,0 1-1 0 0,0-1 1 0 0,1-1 0 0 0,0 1 0 0 0,19 13-1 0 0,-23-19-14 0 0,0 0-1 0 0,0 0 1 0 0,0-1 0 0 0,1 1-1 0 0,-1-1 1 0 0,1 0 0 0 0,-1 0-1 0 0,1-1 1 0 0,0 0-1 0 0,0 1 1 0 0,-1-1 0 0 0,1-1-1 0 0,0 1 1 0 0,0-1-1 0 0,0 0 1 0 0,0 0 0 0 0,0 0-1 0 0,0-1 1 0 0,0 0-1 0 0,0 0 1 0 0,-1 0 0 0 0,1 0-1 0 0,0-1 1 0 0,0 0 0 0 0,-1 0-1 0 0,0 0 1 0 0,1 0-1 0 0,-1-1 1 0 0,0 0 0 0 0,0 0-1 0 0,0 0 1 0 0,0 0-1 0 0,-1 0 1 0 0,7-8 0 0 0,-6 5 12 0 0,1-1 1 0 0,-1 1-1 0 0,-1-1 1 0 0,1 0-1 0 0,-1 0 1 0 0,0 0-1 0 0,0 0 1 0 0,-1 0 0 0 0,0-1-1 0 0,0 1 1 0 0,-1-1-1 0 0,0 1 1 0 0,-1-1-1 0 0,1 0 1 0 0,-1 1-1 0 0,-1-1 1 0 0,1 0-1 0 0,-1 1 1 0 0,-4-12 0 0 0,3 9-15 0 0,0 1 1 0 0,-1 0-1 0 0,0-1 1 0 0,-1 2-1 0 0,0-1 1 0 0,-1 0 0 0 0,1 1-1 0 0,-2 0 1 0 0,1 0-1 0 0,-1 0 1 0 0,0 1 0 0 0,-1-1-1 0 0,0 2 1 0 0,0-1-1 0 0,-9-6 1 0 0,13 11-4 0 0,0 0 1 0 0,-1 1 0 0 0,1-1-1 0 0,0 1 1 0 0,0 0 0 0 0,0 0-1 0 0,-1 0 1 0 0,1 1 0 0 0,-1-1-1 0 0,1 1 1 0 0,0 0 0 0 0,-1 0-1 0 0,1 0 1 0 0,-1 0 0 0 0,1 0-1 0 0,-1 1 1 0 0,1 0 0 0 0,0 0-1 0 0,-1 0 1 0 0,1 0-1 0 0,0 0 1 0 0,0 0 0 0 0,0 1-1 0 0,0 0 1 0 0,0-1 0 0 0,0 1-1 0 0,0 0 1 0 0,1 1 0 0 0,-1-1-1 0 0,1 0 1 0 0,-1 1 0 0 0,-2 3-1 0 0,3-3-16 0 0,-1 0 0 0 0,1 0 0 0 0,0 0-1 0 0,0 0 1 0 0,0 0 0 0 0,0 1 0 0 0,0-1-1 0 0,1 1 1 0 0,0-1 0 0 0,0 1 0 0 0,0 0 0 0 0,0-1-1 0 0,0 1 1 0 0,1 0 0 0 0,-1 0 0 0 0,1 0-1 0 0,0-1 1 0 0,0 1 0 0 0,1 0 0 0 0,-1 0 0 0 0,1 0-1 0 0,0-1 1 0 0,0 1 0 0 0,0 0 0 0 0,0-1-1 0 0,1 1 1 0 0,-1-1 0 0 0,1 0 0 0 0,2 5 0 0 0,3-1-16 0 0,-1 0 0 0 0,1-1 1 0 0,0 1-1 0 0,0-1 1 0 0,1-1-1 0 0,0 1 1 0 0,0-1-1 0 0,0-1 1 0 0,10 5-1 0 0,-13-7 9 0 0,1 1 0 0 0,-1-1 0 0 0,1 0 0 0 0,0 0-1 0 0,0-1 1 0 0,0 0 0 0 0,0 0 0 0 0,0 0 0 0 0,0-1 0 0 0,0 0 0 0 0,0 0 0 0 0,0 0-1 0 0,0-1 1 0 0,0 0 0 0 0,7-2 0 0 0,-11 2 12 0 0,0 0 0 0 0,0 0 0 0 0,0 0 0 0 0,0 0-1 0 0,0 0 1 0 0,0 0 0 0 0,0-1 0 0 0,-1 1 0 0 0,1-1 0 0 0,0 0 0 0 0,-1 1 0 0 0,1-1-1 0 0,-1 0 1 0 0,0 0 0 0 0,1 0 0 0 0,-1 0 0 0 0,0 0 0 0 0,1-3 0 0 0,-1 1 5 0 0,0-1 0 0 0,0 1 1 0 0,0-1-1 0 0,0 1 0 0 0,-1-1 1 0 0,0 0-1 0 0,0 1 0 0 0,-1-9 0 0 0,-1 2 6 0 0,0 1-1 0 0,-1-1 0 0 0,0 1 0 0 0,0 0 0 0 0,-1 0 1 0 0,-1 0-1 0 0,-6-11 0 0 0,7 14-317 0 0,-1 0 0 0 0,1 1 0 0 0,-1-1 0 0 0,0 1 0 0 0,-1 1 0 0 0,0-1 0 0 0,0 1 0 0 0,-8-6 0 0 0</inkml:trace>
</inkml:ink>
</file>

<file path=ppt/ink/ink3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7:33.78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156 473 920 0 0,'-35'-18'637'0'0,"15"8"2432"0"0,1 0 1 0 0,0-1-1 0 0,-34-26 1 0 0,53 36-2912 0 0,-1 1 1 0 0,0-1-1 0 0,0 1 1 0 0,1-1-1 0 0,-1 0 1 0 0,0 1-1 0 0,1-1 1 0 0,-1 0-1 0 0,1 0 1 0 0,-1 0-1 0 0,1 1 1 0 0,-1-1-1 0 0,1 0 1 0 0,0 0-1 0 0,-1 0 1 0 0,1 0-1 0 0,0-1 1 0 0,0 2-77 0 0,0-1 0 0 0,0 1 0 0 0,0 0 0 0 0,0-1 0 0 0,0 1 0 0 0,1 0-1 0 0,-1-1 1 0 0,0 1 0 0 0,0 0 0 0 0,0-1 0 0 0,1 1 0 0 0,-1 0 0 0 0,0 0 0 0 0,1-1 0 0 0,-1 1 0 0 0,0 0 0 0 0,1 0 0 0 0,-1-1 0 0 0,0 1 0 0 0,1 0 0 0 0,-1 0 0 0 0,0 0 0 0 0,1 0 0 0 0,-1 0 0 0 0,0-1 0 0 0,1 1-1 0 0,0 0 1 0 0,1 0 86 0 0,1 0 0 0 0,-1 0 0 0 0,1 0 0 0 0,-1 0 0 0 0,0 0-1 0 0,1 0 1 0 0,-1 0 0 0 0,1 1 0 0 0,-1 0 0 0 0,0-1 0 0 0,5 3-1 0 0,7 6 22 0 0,-1 1 0 0 0,0 1-1 0 0,-1 0 1 0 0,0 0-1 0 0,-1 1 1 0 0,16 22-1 0 0,16 16-41 0 0,55 40-2 0 0,-83-78-124 0 0,0-1 0 0 0,1 0-1 0 0,0-2 1 0 0,1 0 0 0 0,18 7 0 0 0,-33-15-16 0 0,0 0 1 0 0,0 0 0 0 0,0 0-1 0 0,0-1 1 0 0,0 1-1 0 0,1-1 1 0 0,-1 1 0 0 0,0-1-1 0 0,0 0 1 0 0,0 0-1 0 0,1 0 1 0 0,-1 0 0 0 0,0 0-1 0 0,0-1 1 0 0,1 1-1 0 0,-1-1 1 0 0,0 1-1 0 0,0-1 1 0 0,0 0 0 0 0,4-2-1 0 0,-4 1 13 0 0,0 0 0 0 0,0 0 0 0 0,0 0 0 0 0,0 0 0 0 0,0 0 0 0 0,-1-1 1 0 0,1 1-1 0 0,-1-1 0 0 0,1 1 0 0 0,-1-1 0 0 0,0 0 0 0 0,0 1 0 0 0,0-1 0 0 0,0-3 0 0 0,2-10 85 0 0,-1-1-1 0 0,0 1 1 0 0,-2-1-1 0 0,-1-23 1 0 0,0 33-84 0 0,-24-460-379 0 0,25 463 202 0 0,-1-1-234 0 0,1 1 0 0 0,0-1 0 0 0,0 0 0 0 0,0 1 0 0 0,1-1 1 0 0,-1 1-1 0 0,1-1 0 0 0,0 1 0 0 0,3-7 0 0 0</inkml:trace>
</inkml:ink>
</file>

<file path=ppt/ink/ink3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7:34.1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35 120 3225 0 0,'-25'-29'10528'0'0,"22"27"-9762"0"0,-3 13 3018 0 0,5 19-2638 0 0,2-22-663 0 0,-1 1-379 0 0,0 1-1 0 0,1 0 0 0 0,1 0 0 0 0,0-1 1 0 0,0 1-1 0 0,1-1 0 0 0,0 1 1 0 0,0-1-1 0 0,1 0 0 0 0,1 0 1 0 0,6 10-1 0 0,-9-15-104 0 0,0-1 1 0 0,0 0-1 0 0,0 0 0 0 0,0 0 0 0 0,1 0 1 0 0,-1 0-1 0 0,1 0 0 0 0,0-1 0 0 0,0 1 1 0 0,0-1-1 0 0,0 0 0 0 0,1 0 0 0 0,-1 0 1 0 0,0 0-1 0 0,1 0 0 0 0,0-1 1 0 0,-1 0-1 0 0,1 1 0 0 0,0-1 0 0 0,-1-1 1 0 0,1 1-1 0 0,0-1 0 0 0,0 1 0 0 0,0-1 1 0 0,0 0-1 0 0,-1 0 0 0 0,1-1 0 0 0,0 1 1 0 0,0-1-1 0 0,0 0 0 0 0,5-2 1 0 0,-4 1 4 0 0,-1 0 1 0 0,1-1-1 0 0,-1 0 1 0 0,1 0 0 0 0,-1 0-1 0 0,0-1 1 0 0,-1 1-1 0 0,1-1 1 0 0,0 0 0 0 0,-1 0-1 0 0,0 0 1 0 0,0 0 0 0 0,0-1-1 0 0,-1 1 1 0 0,1-1-1 0 0,-1 0 1 0 0,0 0 0 0 0,0 0-1 0 0,-1 0 1 0 0,0 0-1 0 0,1 0 1 0 0,-2 0 0 0 0,1 0-1 0 0,-1 0 1 0 0,1-7 0 0 0,-1 2 4 0 0,0 0 0 0 0,-1 0 0 0 0,0 0 0 0 0,0 0 1 0 0,-1 0-1 0 0,0 1 0 0 0,-1-1 0 0 0,0 1 1 0 0,-1-1-1 0 0,0 1 0 0 0,0 0 0 0 0,-8-11 1 0 0,8 15-219 0 0,0 0 0 0 0,0 0 0 0 0,0 1 1 0 0,-1 0-1 0 0,0 0 0 0 0,0 0 1 0 0,0 0-1 0 0,0 1 0 0 0,0-1 0 0 0,-12-3 1 0 0,16 6 76 0 0,-1 0 0 0 0,0 0 0 0 0,0 1 0 0 0,0-1 0 0 0,0 1 0 0 0,0 0 0 0 0,0 0 0 0 0,0-1 0 0 0,0 1 0 0 0,0 0 0 0 0,0 1 0 0 0,0-1 0 0 0,1 0 0 0 0,-1 0 0 0 0,0 1 0 0 0,0-1 0 0 0,0 1 0 0 0,0 0 0 0 0,0-1 0 0 0,1 1 0 0 0,-1 0-1 0 0,0 0 1 0 0,0 0 0 0 0,1 1 0 0 0,-1-1 0 0 0,1 0 0 0 0,-1 0 0 0 0,1 1 0 0 0,0-1 0 0 0,0 1 0 0 0,-1-1 0 0 0,1 1 0 0 0,0 0 0 0 0,0-1 0 0 0,0 1 0 0 0,1 0 0 0 0,-1 0 0 0 0,0 2 0 0 0,-4 10-5882 0 0</inkml:trace>
</inkml:ink>
</file>

<file path=ppt/ink/ink3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7:34.7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83 5841 0 0,'-1'-33'2131'0'0,"0"28"-850"0"0,1 0 0 0 0,0 1 0 0 0,0-1 0 0 0,0 0-1 0 0,0 0 1 0 0,2-5 0 0 0,-1 10-1079 0 0,0 0-1 0 0,0 0 1 0 0,1 0 0 0 0,-1 0-1 0 0,0 0 1 0 0,0 0-1 0 0,0 0 1 0 0,0 0 0 0 0,0 0-1 0 0,1 0 1 0 0,-1 1-1 0 0,0-1 1 0 0,0 1 0 0 0,0-1-1 0 0,1 1 1 0 0,19 4-414 0 0,-20-3 471 0 0,0 0 1 0 0,-1 0-1 0 0,1 0 0 0 0,0 0 0 0 0,0 0 1 0 0,-1 1-1 0 0,0-1 0 0 0,1 0 0 0 0,-1 0 0 0 0,0 4 1 0 0,1 1-248 0 0,0 0 1 0 0,0 1 0 0 0,1-1 0 0 0,0 0-1 0 0,0 0 1 0 0,4 10 0 0 0,-2-12-9 0 0,0 0 1 0 0,-1-1-1 0 0,2 1 0 0 0,-1-1 1 0 0,0 1-1 0 0,1-2 0 0 0,0 1 1 0 0,0 0-1 0 0,0-1 0 0 0,0 0 1 0 0,1 0-1 0 0,-1 0 0 0 0,1-1 1 0 0,10 3-1 0 0,-14-4-15 0 0,1 0 0 0 0,0-1 0 0 0,0 0 0 0 0,0 0-1 0 0,-1 0 1 0 0,1 0 0 0 0,0 0 0 0 0,0 0 0 0 0,0-1 0 0 0,-1 0 0 0 0,1 1 0 0 0,0-1 0 0 0,0 0 0 0 0,-1 0 0 0 0,1 0-1 0 0,-1-1 1 0 0,1 1 0 0 0,-1-1 0 0 0,0 1 0 0 0,1-1 0 0 0,-1 0 0 0 0,0 0 0 0 0,0 0 0 0 0,0 0 0 0 0,0 0 0 0 0,-1 0-1 0 0,1-1 1 0 0,-1 1 0 0 0,1 0 0 0 0,-1-1 0 0 0,0 0 0 0 0,0 1 0 0 0,2-5 0 0 0,11-46-65 0 0,-13 42 62 0 0,2 1 1 0 0,-1-1-1 0 0,1 1 0 0 0,5-10 1 0 0,-8 20 16 0 0,1-1 1 0 0,-1 1-1 0 0,0 0 0 0 0,0 0 1 0 0,1-1-1 0 0,-1 1 1 0 0,0 0-1 0 0,0 0 0 0 0,1 0 1 0 0,-1 0-1 0 0,0 0 1 0 0,0 0-1 0 0,1-1 1 0 0,-1 1-1 0 0,0 0 0 0 0,1 0 1 0 0,-1 0-1 0 0,0 0 1 0 0,1 0-1 0 0,-1 0 0 0 0,0 0 1 0 0,0 0-1 0 0,1 0 1 0 0,-1 0-1 0 0,0 0 0 0 0,1 0 1 0 0,-1 1-1 0 0,0-1 1 0 0,1 0-1 0 0,-1 0 0 0 0,0 0 1 0 0,0 0-1 0 0,1 0 1 0 0,-1 1-1 0 0,0-1 0 0 0,0 0 1 0 0,1 0-1 0 0,-1 0 1 0 0,0 1-1 0 0,0-1 1 0 0,0 0-1 0 0,0 0 0 0 0,1 1 1 0 0,-1-1-1 0 0,0 0 1 0 0,0 0-1 0 0,0 1 0 0 0,0-1 1 0 0,0 0-1 0 0,0 1 1 0 0,0-1-1 0 0,1 0 0 0 0,-1 0 1 0 0,0 1-1 0 0,0 0 1 0 0,10 19 259 0 0,-10-18-245 0 0,11 24-197 0 0,-5-11 280 0 0,1 0-1 0 0,0 0 1 0 0,12 19-1 0 0,-16-30-359 0 0,0 0 0 0 0,0-1 0 0 0,1 1 0 0 0,-1-1 0 0 0,1 1 0 0 0,-1-1 0 0 0,1 0 0 0 0,0 0 0 0 0,0-1 0 0 0,1 1 0 0 0,-1-1 0 0 0,0 0 0 0 0,1 0 0 0 0,-1 0 0 0 0,10 1 0 0 0,4-1-6702 0 0</inkml:trace>
</inkml:ink>
</file>

<file path=ppt/ink/ink3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7:35.00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 49 1840 0 0,'0'-4'475'0'0,"2"-27"-1081"0"0,-6 18 5590 0 0,3 13-4717 0 0,1 1 0 0 0,-1-1 0 0 0,0 1 0 0 0,0 0-1 0 0,0-1 1 0 0,1 1 0 0 0,-1 0 0 0 0,0 0 0 0 0,1 0-1 0 0,-1 0 1 0 0,1-1 0 0 0,-1 1 0 0 0,1 0 0 0 0,-1 0-1 0 0,1 0 1 0 0,-1 0 0 0 0,1 0 0 0 0,0 0-1 0 0,0 0 1 0 0,-1 0 0 0 0,1 0 0 0 0,0 0 0 0 0,0 2-1 0 0,-4 21 1017 0 0,1-3-969 0 0,1 1 1 0 0,1-1-1 0 0,1 1 0 0 0,1-1 1 0 0,1 0-1 0 0,1 1 0 0 0,0-1 1 0 0,2 0-1 0 0,1-1 0 0 0,0 1 1 0 0,1-1-1 0 0,1 0 0 0 0,1-1 1 0 0,1 0-1 0 0,21 29 0 0 0,-10-17-677 0 0,2-1 1 0 0,1-1-1 0 0,30 27 1 0 0,-16-21-2763 0 0,67 48 1 0 0,-91-74-1407 0 0</inkml:trace>
</inkml:ink>
</file>

<file path=ppt/ink/ink3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7:35.1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160 190 4489 0 0,'-17'2'403'0'0,"-68"6"-269"0"0,78-8 976 0 0,0 0 0 0 0,0-1-1 0 0,1 0 1 0 0,-1 0 0 0 0,-11-4 0 0 0,18 5-1025 0 0,-1 0-1 0 0,1 0 0 0 0,-3-2 1435 0 0,2 2-1435 0 0,1 0 1 0 0,0-1-1 0 0,0 1 1 0 0,0 0-1 0 0,0 0 0 0 0,0-1 1 0 0,0 1-1 0 0,0 0 0 0 0,0 0 1 0 0,0 0-1 0 0,0-1 1 0 0,0 1-1 0 0,0 0 0 0 0,0 0 1 0 0,0-1-1 0 0,0 1 0 0 0,0 0 1 0 0,0 0-1 0 0,0-1 1 0 0,0 1-1 0 0,0 0 0 0 0,0 0 1 0 0,0 0-1 0 0,0-1 0 0 0,0 1 1 0 0,13-12 1667 0 0,22-7-530 0 0,-33 18-988 0 0,218-117 818 0 0,-162 84-1295 0 0</inkml:trace>
</inkml:ink>
</file>

<file path=ppt/ink/ink3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7:52.1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84 86 5065 0 0,'-10'-12'458'0'0,"9"10"-404"0"0,0 0 0 0 0,-1 0 0 0 0,1 1 0 0 0,0-1 0 0 0,-1 0 0 0 0,0 1 0 0 0,1-1 0 0 0,-1 1 1 0 0,0-1-1 0 0,0 1 0 0 0,0 0 0 0 0,1 0 0 0 0,-1 0 0 0 0,-1 0 0 0 0,1 0 0 0 0,0 0 1 0 0,0 1-1 0 0,-4-2 0 0 0,29 25 1869 0 0,-16-17-1608 0 0,1-1-1 0 0,-1 1 1 0 0,-1 0 0 0 0,1 1 0 0 0,-1 0 0 0 0,0 0 0 0 0,0 0 0 0 0,-1 1-1 0 0,5 9 1 0 0,18 23 1274 0 0,-28-40-1584 0 0,0 0 1 0 0,0 0-1 0 0,0 1 1 0 0,0-1 0 0 0,0 0-1 0 0,0 0 1 0 0,1 0-1 0 0,-1 1 1 0 0,0-1-1 0 0,0 0 1 0 0,0 0-1 0 0,0 0 1 0 0,1 0 0 0 0,-1 1-1 0 0,0-1 1 0 0,0 0-1 0 0,0 0 1 0 0,0 0-1 0 0,1 0 1 0 0,-1 0-1 0 0,0 0 1 0 0,0 0-1 0 0,1 0 1 0 0,-1 1 0 0 0,0-1-1 0 0,0 0 1 0 0,0 0-1 0 0,1 0 1 0 0,-1 0-1 0 0,0 0 1 0 0,0 0-1 0 0,1 0 1 0 0,-1 0-1 0 0,0-1 1 0 0,0 1 0 0 0,0 0-1 0 0,1 0 1 0 0,-1 0-1 0 0,0 0 1 0 0,0 0-1 0 0,1 0 1 0 0,-1 0-1 0 0,0 0 1 0 0,0-1 0 0 0,0 1-1 0 0,1 0 1 0 0,3-14 221 0 0,-2-18 258 0 0,-3 23-307 0 0,-1 0-1 0 0,-1 0 1 0 0,1 1-1 0 0,-1-1 0 0 0,-1 1 1 0 0,0-1-1 0 0,0 1 1 0 0,-7-11-1 0 0,8 15-63 0 0,0 0 0 0 0,0 0 0 0 0,0-1-1 0 0,-1 2 1 0 0,1-1 0 0 0,-1 0 0 0 0,0 1 0 0 0,0 0-1 0 0,0 0 1 0 0,0 0 0 0 0,-1 0 0 0 0,1 1 0 0 0,-1-1-1 0 0,0 1 1 0 0,0 1 0 0 0,-6-3 0 0 0,9 4-59 0 0,0 0 0 0 0,0 0 0 0 0,0 1-1 0 0,0-1 1 0 0,0 1 0 0 0,0-1 0 0 0,0 1 0 0 0,0-1 0 0 0,0 1 0 0 0,0 0 0 0 0,0 0 0 0 0,0 0 0 0 0,1 0 0 0 0,-1 0 0 0 0,0 1 0 0 0,1-1-1 0 0,-1 0 1 0 0,1 1 0 0 0,-1-1 0 0 0,1 1 0 0 0,0 0 0 0 0,0-1 0 0 0,0 1 0 0 0,0 0 0 0 0,0 0 0 0 0,0 0 0 0 0,0 0 0 0 0,0 0-1 0 0,0 3 1 0 0,-2 4 31 0 0,0 1 0 0 0,0-1 0 0 0,1 1-1 0 0,-2 17 1 0 0,4-23-89 0 0,0 0 0 0 0,-1 0 0 0 0,2 1 0 0 0,-1-1 1 0 0,0 0-1 0 0,1 0 0 0 0,0 1 0 0 0,0-1 0 0 0,0 0 0 0 0,0 0 0 0 0,1 0 0 0 0,-1 0 0 0 0,1 0 0 0 0,0-1 0 0 0,4 7 0 0 0,-4-9 1 0 0,0 1-1 0 0,0-1 1 0 0,0 1-1 0 0,0-1 0 0 0,0 0 1 0 0,0 0-1 0 0,0 0 1 0 0,0 0-1 0 0,0 0 1 0 0,1 0-1 0 0,-1 0 0 0 0,0-1 1 0 0,0 1-1 0 0,1-1 1 0 0,-1 0-1 0 0,1 0 1 0 0,-1 0-1 0 0,0 0 0 0 0,1 0 1 0 0,-1 0-1 0 0,0 0 1 0 0,1-1-1 0 0,-1 0 1 0 0,0 1-1 0 0,1-1 0 0 0,-1 0 1 0 0,0 0-1 0 0,0 0 1 0 0,4-2-1 0 0,-1 0 73 0 0,1-1 1 0 0,-1 0-1 0 0,0 0 0 0 0,0 0 0 0 0,0 0 0 0 0,0-1 0 0 0,-1 0 1 0 0,0 0-1 0 0,0 0 0 0 0,0-1 0 0 0,0 1 0 0 0,5-12 0 0 0,-8 14-44 0 0,0 1 1 0 0,0 0-1 0 0,0-1 0 0 0,0 1 0 0 0,0-1 0 0 0,0 0 0 0 0,-1 1 0 0 0,1-1 0 0 0,-1 0 0 0 0,0 1 0 0 0,0-1 0 0 0,0 0 0 0 0,0 1 0 0 0,0-1 0 0 0,0 0 0 0 0,-1 1 0 0 0,1-1 1 0 0,-1 1-1 0 0,0-1 0 0 0,0 1 0 0 0,0-1 0 0 0,0 1 0 0 0,0-1 0 0 0,0 1 0 0 0,-1 0 0 0 0,1-1 0 0 0,-1 1 0 0 0,0 0 0 0 0,0 0 0 0 0,0 0 0 0 0,0 1 0 0 0,0-1 0 0 0,0 0 1 0 0,-2-1-1 0 0,1 2-156 0 0,0 0 0 0 0,0 0 1 0 0,1 0-1 0 0,-1 0 0 0 0,0 1 0 0 0,0-1 1 0 0,0 1-1 0 0,0 0 0 0 0,0 0 1 0 0,0 0-1 0 0,0 0 0 0 0,0 0 1 0 0,0 1-1 0 0,0-1 0 0 0,0 1 0 0 0,1 0 1 0 0,-1 0-1 0 0,0 0 0 0 0,0 0 1 0 0,1 0-1 0 0,-1 1 0 0 0,1-1 1 0 0,-4 3-1 0 0,-11 8-6576 0 0</inkml:trace>
</inkml:ink>
</file>

<file path=ppt/ink/ink3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7:53.53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123 178 4609 0 0,'-28'-18'411'0'0,"12"8"1211"0"0,1-1 0 0 0,0 0 0 0 0,1 0 1 0 0,-17-20-1 0 0,30 31-1543 0 0,1 0 0 0 0,0 0 0 0 0,0 0 0 0 0,0 0-1 0 0,-1 0 1 0 0,1-1 0 0 0,0 1 0 0 0,0 0 0 0 0,0 0 0 0 0,0 0 0 0 0,0-1 0 0 0,-1 1 0 0 0,1 0 0 0 0,0 0 0 0 0,0-1 0 0 0,0 1 0 0 0,0 0 0 0 0,0 0 0 0 0,0-1-1 0 0,0 1 1 0 0,0 0 0 0 0,0 0 0 0 0,0-1 0 0 0,0 1 0 0 0,0 0 0 0 0,0 0 0 0 0,0-1 0 0 0,0 1 0 0 0,0 0 0 0 0,0 0 0 0 0,0-1 0 0 0,0 1 0 0 0,0 0 0 0 0,0 0-1 0 0,1-1 1 0 0,-1 1 0 0 0,0 0 0 0 0,0 0 0 0 0,0 0 0 0 0,0-1 0 0 0,0 1 0 0 0,1 0 0 0 0,-1 0 0 0 0,15-3 1734 0 0,-12 3-1629 0 0,1 0-1 0 0,-1 1 1 0 0,1-1-1 0 0,-1 1 1 0 0,0-1 0 0 0,1 1-1 0 0,5 3 1 0 0,8 10-115 0 0,0 2 1 0 0,-1 0 0 0 0,-1 1 0 0 0,0 0-1 0 0,13 22 1 0 0,-10-15 9 0 0,0 0 0 0 0,29 27-1 0 0,-17-24-12 0 0,0-1 0 0 0,2-2-1 0 0,1-1 1 0 0,1-1 0 0 0,0-2-1 0 0,2-1 1 0 0,48 17 0 0 0,-81-35-16 0 0,-1 0 1 0 0,0 0-1 0 0,1 0 1 0 0,-1 0-1 0 0,1-1 0 0 0,-1 1 1 0 0,1-1-1 0 0,-1 0 1 0 0,1 0-1 0 0,-1 0 1 0 0,1 0-1 0 0,-1 0 1 0 0,1 0-1 0 0,-1-1 0 0 0,1 1 1 0 0,-1-1-1 0 0,1 0 1 0 0,-1 1-1 0 0,0-1 1 0 0,1 0-1 0 0,2-2 0 0 0,-4 1-1 0 0,1 0 0 0 0,-1 0 0 0 0,0 0-1 0 0,1 0 1 0 0,-1 0 0 0 0,0 0-1 0 0,0 0 1 0 0,0-1 0 0 0,-1 1-1 0 0,1 0 1 0 0,-1-1 0 0 0,1 1-1 0 0,-1-1 1 0 0,0 1 0 0 0,1 0-1 0 0,-1-1 1 0 0,0 1 0 0 0,-1-1-1 0 0,1 1 1 0 0,0 0 0 0 0,-2-5-1 0 0,-39-162 992 0 0,8 40-707 0 0,29 111-636 0 0,-1 0 1 0 0,-1 0 0 0 0,-1 0-1 0 0,0 0 1 0 0,-13-22 0 0 0,17 28-2445 0 0</inkml:trace>
</inkml:ink>
</file>

<file path=ppt/ink/ink3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7:54.00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2 232 456 0 0,'0'-1'162'0'0,"-1"1"0"0"0,1-1-1 0 0,0 0 1 0 0,0 1 0 0 0,0-1-1 0 0,0 0 1 0 0,0 1 0 0 0,0-1 0 0 0,0 0-1 0 0,0 1 1 0 0,0-1 0 0 0,0 1 0 0 0,0-1-1 0 0,1 0 1 0 0,-1 1 0 0 0,0-1-1 0 0,0 0 1 0 0,1 1 0 0 0,-1-1 0 0 0,0 1-1 0 0,1-1 1 0 0,-1 1 0 0 0,1-1-1 0 0,-1 1 1 0 0,0-1 0 0 0,1 1 0 0 0,-1-1-1 0 0,1 1 1 0 0,-1 0 0 0 0,1-1 0 0 0,0 1-1 0 0,0-1 1 0 0,26-19 2886 0 0,-19 14-1754 0 0,11-8 231 0 0,91-69 4510 0 0,3 7-3472 0 0,-110 74-2793 0 0,0 0 0 0 0,0 1 0 0 0,0-1-1 0 0,0 1 1 0 0,1 0 0 0 0,-1 0 0 0 0,0 0 0 0 0,1 0 0 0 0,-1 1 0 0 0,0-1 0 0 0,7 1 0 0 0</inkml:trace>
</inkml:ink>
</file>

<file path=ppt/ink/ink3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7:55.86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 58 11058 0 0,'-5'-16'885'0'0,"-3"-10"-3"0"0,1 11 3153 0 0,9 44-1356 0 0,-2-17-2368 0 0,20 372 1259 0 0,-1-54-1752 0 0,-18-297-908 0 0,-3 44-1 0 0,-1-57-378 0 0</inkml:trace>
</inkml:ink>
</file>

<file path=ppt/ink/ink3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7:56.10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8 334 5985 0 0,'-3'-19'394'0'0,"1"0"0"0"0,0-1 0 0 0,2 1 0 0 0,0-1 0 0 0,1 1 0 0 0,6-31 0 0 0,-3 32 358 0 0,18-60 1978 0 0,-20 72-2288 0 0,0 0 1 0 0,1 1 0 0 0,-1-1-1 0 0,1 1 1 0 0,1-1-1 0 0,-1 1 1 0 0,1 0-1 0 0,0 0 1 0 0,0 0-1 0 0,7-5 1 0 0,-10 9-313 0 0,1 0 0 0 0,0 0 0 0 0,0 0 0 0 0,0 0 0 0 0,-1 1-1 0 0,1-1 1 0 0,0 1 0 0 0,0-1 0 0 0,0 1 0 0 0,0 0 0 0 0,0 0 0 0 0,0 0 0 0 0,0 0 0 0 0,0 0 0 0 0,0 0 0 0 0,0 0-1 0 0,0 0 1 0 0,0 1 0 0 0,0-1 0 0 0,0 1 0 0 0,0 0 0 0 0,0 0 0 0 0,-1-1 0 0 0,1 1 0 0 0,0 0 0 0 0,0 0 0 0 0,-1 1-1 0 0,1-1 1 0 0,-1 0 0 0 0,3 3 0 0 0,6 5 137 0 0,0 1 1 0 0,-1 0-1 0 0,12 16 0 0 0,-12-14-46 0 0,31 42 96 0 0,66 117 0 0 0,15 69-292 0 0,-55-103-120 0 0,-53-111-785 0 0,16 46 0 0 0,-24-54-594 0 0</inkml:trace>
</inkml:ink>
</file>

<file path=ppt/ink/ink3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7:56.29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13 388 10138 0 0,'-1'-1'72'0'0,"0"-1"0"0"0,0 1 0 0 0,-1 0 1 0 0,1 0-1 0 0,1-1 0 0 0,-1 1 0 0 0,0 0 0 0 0,0-1 0 0 0,0 1 0 0 0,1-1 0 0 0,-1 1 0 0 0,1-1 0 0 0,-1 1 0 0 0,1-1 1 0 0,0 1-1 0 0,-1-1 0 0 0,1 0 0 0 0,0 1 0 0 0,0-1 0 0 0,0 0 0 0 0,0 1 0 0 0,0-1 0 0 0,1 1 0 0 0,0-3 1 0 0,1-1 169 0 0,0-1 0 0 0,1 1 0 0 0,-1 0 0 0 0,1-1 0 0 0,6-5 0 0 0,-4 2-16 0 0,10-11-435 0 0,0 1 1 0 0,1 0-1 0 0,1 1 1 0 0,1 1-1 0 0,1 0 1 0 0,0 2-1 0 0,35-22 1 0 0,12-2-970 0 0,80-32 1 0 0,-112 55 1111 0 0,-6 2 66 0 0</inkml:trace>
</inkml:ink>
</file>

<file path=ppt/ink/ink3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7:56.41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5 6449 0 0,'2'0'167'0'0,"-1"-1"-1"0"0,0 0 0 0 0,1 1 1 0 0,0-1-1 0 0,-1 1 0 0 0,1 0 1 0 0,-1-1-1 0 0,1 1 0 0 0,-1 0 1 0 0,1 0-1 0 0,0 0 0 0 0,-1 0 1 0 0,1 0-1 0 0,-1 0 0 0 0,1 1 1 0 0,2 0-1 0 0,-3 0 147 0 0,1 0-1 0 0,-1 0 1 0 0,1 0-1 0 0,-1 1 1 0 0,1-1 0 0 0,-1 1-1 0 0,0-1 1 0 0,0 1-1 0 0,0-1 1 0 0,0 1-1 0 0,0 0 1 0 0,0-1 0 0 0,0 1-1 0 0,0 2 1 0 0,11 25 2453 0 0,11 40 0 0 0,11 85-1918 0 0,-32-148-846 0 0,1 11-223 0 0,-1-10-612 0 0,0 0 0 0 0,-1 1 1 0 0,0-1-1 0 0,1 14 0 0 0</inkml:trace>
</inkml:ink>
</file>

<file path=ppt/ink/ink3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7:56.62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0 105 5529 0 0,'6'-8'381'0'0,"0"0"-1"0"0,1 0 1 0 0,-1 1-1 0 0,1 0 0 0 0,1 0 1 0 0,0 0-1 0 0,-1 1 1 0 0,2 0-1 0 0,-1 1 1 0 0,14-7-1 0 0,-15 9 81 0 0,1-1-1 0 0,0 1 1 0 0,0 0 0 0 0,0 0-1 0 0,0 1 1 0 0,1 0-1 0 0,-1 1 1 0 0,0 0 0 0 0,1 0-1 0 0,-1 1 1 0 0,1 0-1 0 0,14 1 1 0 0,-20 0-337 0 0,-1 0 0 0 0,1-1 0 0 0,0 1 0 0 0,-1 0 0 0 0,1 1 0 0 0,0-1 1 0 0,-1 0-1 0 0,1 1 0 0 0,-1-1 0 0 0,0 1 0 0 0,1 0 0 0 0,-1 0 0 0 0,0 0 0 0 0,0 0 0 0 0,0 0 0 0 0,0 0 0 0 0,-1 0 0 0 0,3 4 0 0 0,-2-2-1 0 0,0 1-1 0 0,0 0 1 0 0,-1 0-1 0 0,1-1 0 0 0,-1 1 1 0 0,0 0-1 0 0,0 0 0 0 0,-1 0 1 0 0,0 9-1 0 0,0 0-113 0 0,-2 0 1 0 0,0-1-1 0 0,0 1 0 0 0,-1-1 1 0 0,-1 1-1 0 0,-9 21 0 0 0,5-17-1178 0 0,-1 0-1 0 0,-14 21 0 0 0,11-24-4651 0 0</inkml:trace>
</inkml:ink>
</file>

<file path=ppt/ink/ink3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7:56.84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11 10594 0 0,'0'-1'94'0'0,"0"1"0"0"0,1-1 0 0 0,-1 0 0 0 0,1 1 0 0 0,-1-1 0 0 0,1 0 0 0 0,-1 1 0 0 0,1-1 0 0 0,-1 1 0 0 0,1-1 0 0 0,0 1 0 0 0,-1 0 0 0 0,1-1 0 0 0,0 1 0 0 0,-1-1 0 0 0,1 1 0 0 0,0 0 0 0 0,-1 0 0 0 0,1-1 0 0 0,0 1 0 0 0,0 0 0 0 0,-1 0-1 0 0,1 0 1 0 0,0 0 0 0 0,0 0 0 0 0,0 0 0 0 0,-1 0 0 0 0,1 0 0 0 0,0 0 0 0 0,0 0 0 0 0,-1 0 0 0 0,2 1 0 0 0,0 0 142 0 0,1 1 0 0 0,-1-1 0 0 0,0 1 0 0 0,0-1 0 0 0,1 1 0 0 0,-1 0 0 0 0,-1 0 0 0 0,1 0 1 0 0,3 3-1 0 0,2 5 319 0 0,-1-1 1 0 0,0 1 0 0 0,-1 0 0 0 0,5 10 0 0 0,73 255-342 0 0,-81-265-1418 0 0</inkml:trace>
</inkml:ink>
</file>

<file path=ppt/ink/ink3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7:57.07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81 6193 0 0,'-1'-2'150'0'0,"1"-1"-1"0"0,-1 0 0 0 0,1 1 1 0 0,0-1-1 0 0,0 0 1 0 0,0 1-1 0 0,0-1 0 0 0,1 0 1 0 0,-1 1-1 0 0,1-1 1 0 0,-1 1-1 0 0,1-1 0 0 0,0 0 1 0 0,0 1-1 0 0,0 0 0 0 0,1-1 1 0 0,-1 1-1 0 0,1 0 1 0 0,-1-1-1 0 0,1 1 0 0 0,-1 0 1 0 0,1 0-1 0 0,0 0 1 0 0,0 1-1 0 0,0-1 0 0 0,0 0 1 0 0,1 1-1 0 0,-1-1 0 0 0,0 1 1 0 0,1 0-1 0 0,-1 0 1 0 0,1 0-1 0 0,-1 0 0 0 0,1 0 1 0 0,-1 0-1 0 0,5 0 0 0 0,-1 0 358 0 0,1-1 0 0 0,-1 1 0 0 0,1 0 0 0 0,-1 1 0 0 0,1 0 0 0 0,-1 0 0 0 0,1 0 0 0 0,-1 1 0 0 0,1 0 0 0 0,-1 0-1 0 0,0 1 1 0 0,1-1 0 0 0,-1 1 0 0 0,9 5 0 0 0,-10-4-353 0 0,0 0 0 0 0,-1 0 0 0 0,1 1 0 0 0,-1 0 0 0 0,1 0 0 0 0,-1 0 0 0 0,0 0 0 0 0,-1 1 0 0 0,1-1 0 0 0,-1 1 0 0 0,0 0 0 0 0,0 0 0 0 0,4 10 0 0 0,-5-7-54 0 0,1 1 0 0 0,-1-1 0 0 0,-1 0 0 0 0,1 1 0 0 0,-1-1 0 0 0,-1 1 0 0 0,0 0 0 0 0,-1 13 0 0 0,-2-5-387 0 0,0 1-1 0 0,-1-1 1 0 0,-1 0-1 0 0,0 0 1 0 0,-2 0 0 0 0,0-1-1 0 0,0 0 1 0 0,-15 21 0 0 0,2-8-2801 0 0,10-19 1497 0 0</inkml:trace>
</inkml:ink>
</file>

<file path=ppt/ink/ink3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7:57.67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25 49 8290 0 0,'0'-4'655'0'0,"0"0"-1"0"0,0 1 1 0 0,-1-1 0 0 0,1 1 0 0 0,-1-1 0 0 0,1 1-1 0 0,-1-1 1 0 0,0 1 0 0 0,-1-1 0 0 0,1 1 0 0 0,0 0-1 0 0,-3-3 1 0 0,4 6-596 0 0,-1-1 1 0 0,1 1-1 0 0,0 0 0 0 0,0 0 0 0 0,-1 0 1 0 0,1 0-1 0 0,0 0 0 0 0,-1 0 0 0 0,1 0 1 0 0,0 0-1 0 0,-1 1 0 0 0,1-1 0 0 0,0 0 0 0 0,0 0 1 0 0,-1 0-1 0 0,1 0 0 0 0,0 0 0 0 0,-1 0 1 0 0,1 1-1 0 0,0-1 0 0 0,0 0 0 0 0,0 0 0 0 0,-1 0 1 0 0,1 1-1 0 0,0-1 0 0 0,0 0 0 0 0,-1 0 1 0 0,1 0-1 0 0,0 1 0 0 0,0-1 0 0 0,0 0 1 0 0,0 1-1 0 0,0-1 0 0 0,0 0 0 0 0,-1 0 0 0 0,1 1 1 0 0,0-1-1 0 0,0 0 0 0 0,0 1 0 0 0,0-1 1 0 0,0 0-1 0 0,0 1 0 0 0,0-1 0 0 0,0 0 0 0 0,0 0 1 0 0,0 1-1 0 0,0-1 0 0 0,0 0 0 0 0,1 1 1 0 0,-4 19 482 0 0,2 10-430 0 0,1 0 1 0 0,1 0-1 0 0,2 0 1 0 0,1 0-1 0 0,1-1 1 0 0,14 44-1 0 0,-6-35-2 0 0,2 0 1 0 0,1-1-1 0 0,2-1 0 0 0,30 46 1 0 0,-46-78-266 0 0,1 1 0 0 0,0-2 0 0 0,0 1 1 0 0,1 0-1 0 0,-1-1 0 0 0,1 1 1 0 0,-1-1-1 0 0,1 0 0 0 0,0 0 0 0 0,8 3 1 0 0,-11-5 91 0 0,1 0 0 0 0,-1-1 1 0 0,1 1-1 0 0,0-1 0 0 0,0 0 1 0 0,-1 1-1 0 0,1-1 0 0 0,0 0 1 0 0,0 0-1 0 0,-1 0 0 0 0,1 0 1 0 0,0 0-1 0 0,0-1 0 0 0,-1 1 1 0 0,1 0-1 0 0,0-1 0 0 0,-1 0 1 0 0,1 1-1 0 0,0-1 0 0 0,-1 0 1 0 0,1 0-1 0 0,-1 1 0 0 0,1-1 1 0 0,-1-1-1 0 0,0 1 0 0 0,1 0 1 0 0,-1 0-1 0 0,0 0 0 0 0,0-1 1 0 0,0 1-1 0 0,0 0 0 0 0,2-4 0 0 0,6-11-382 0 0,-1 0 0 0 0,0-1 0 0 0,-1 0 0 0 0,-1 0 0 0 0,-1 0-1 0 0,0-1 1 0 0,-1 0 0 0 0,2-29 0 0 0,-3 24 660 0 0,1-1-1 0 0,1 1 1 0 0,2 0 0 0 0,9-26 0 0 0,-15 47-121 0 0,-1 0-1 0 0,1 1 1 0 0,-1-1 0 0 0,1 1-1 0 0,0-1 1 0 0,0 1 0 0 0,0-1-1 0 0,0 1 1 0 0,0 0 0 0 0,0-1 0 0 0,0 1-1 0 0,0 0 1 0 0,0 0 0 0 0,1 0-1 0 0,-1 0 1 0 0,0 0 0 0 0,1 0-1 0 0,-1 0 1 0 0,1 0 0 0 0,2-1 0 0 0,-3 2-12 0 0,0 1 1 0 0,0-1 0 0 0,1 0 0 0 0,-1 0 0 0 0,0 1 0 0 0,0-1 0 0 0,0 1 0 0 0,0-1-1 0 0,0 1 1 0 0,0 0 0 0 0,0-1 0 0 0,0 1 0 0 0,0 0 0 0 0,0-1 0 0 0,0 1 0 0 0,-1 0-1 0 0,1 0 1 0 0,0 0 0 0 0,0 0 0 0 0,-1 0 0 0 0,2 2 0 0 0,4 9 454 0 0,0 1-1 0 0,0 0 1 0 0,6 22 0 0 0,-10-27-489 0 0,4 10 134 0 0,0-1-1 0 0,1 1 1 0 0,1-2-1 0 0,13 21 1 0 0,-19-33-177 0 0,1 0-1 0 0,0 0 1 0 0,0 0-1 0 0,0 0 1 0 0,0 0 0 0 0,1-1-1 0 0,0 1 1 0 0,0-1-1 0 0,-1 0 1 0 0,2 0 0 0 0,-1-1-1 0 0,0 1 1 0 0,1-1-1 0 0,-1 0 1 0 0,1 0 0 0 0,-1 0-1 0 0,1-1 1 0 0,0 1-1 0 0,0-1 1 0 0,10 1 0 0 0,-13-3-5 0 0,1 1 0 0 0,-1-1 0 0 0,0 0 1 0 0,1 0-1 0 0,-1 1 0 0 0,0-2 0 0 0,1 1 1 0 0,-1 0-1 0 0,0 0 0 0 0,0-1 0 0 0,0 1 1 0 0,0-1-1 0 0,0 0 0 0 0,0 1 0 0 0,0-1 0 0 0,-1 0 1 0 0,1 0-1 0 0,-1 0 0 0 0,1 0 0 0 0,-1 0 1 0 0,0-1-1 0 0,2-4 0 0 0,3-7-17 0 0,0 0 1 0 0,6-23-1 0 0,-9 27-18 0 0,7-27 56 0 0,15-46 310 0 0,-23 77-290 0 0,1 0 1 0 0,0 0 0 0 0,0 0 0 0 0,1 0-1 0 0,-1 0 1 0 0,1 1 0 0 0,0 0 0 0 0,1 0-1 0 0,9-9 1 0 0,-13 13-26 0 0,0 0 0 0 0,0 0 0 0 0,0 1 0 0 0,0-1 1 0 0,0 0-1 0 0,0 1 0 0 0,0-1 0 0 0,0 1 0 0 0,0-1 0 0 0,1 1 0 0 0,-1 0 0 0 0,0-1 0 0 0,0 1 0 0 0,0 0 0 0 0,1 0 0 0 0,-1 0 0 0 0,0 0 0 0 0,0 0 0 0 0,0 0 1 0 0,1 0-1 0 0,-1 1 0 0 0,0-1 0 0 0,0 0 0 0 0,2 1 0 0 0,0 1 2 0 0,-1-1 0 0 0,0 1 0 0 0,0-1-1 0 0,0 1 1 0 0,0 0 0 0 0,-1-1 0 0 0,1 1 0 0 0,0 0 0 0 0,-1 0 0 0 0,1 1 0 0 0,1 2 0 0 0,2 7 46 0 0,1 0 1 0 0,-1 0-1 0 0,4 20 1 0 0,-9-31-61 0 0,11 44 50 0 0,-2 0 0 0 0,-3 1 0 0 0,2 56 0 0 0,-13 138 114 0 0,1-183-508 0 0,-2 0-1 0 0,-3-1 1 0 0,-2 0 0 0 0,-21 62-1 0 0,24-95-621 0 0</inkml:trace>
</inkml:ink>
</file>

<file path=ppt/ink/ink3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7:58.46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58 140 7370 0 0,'-10'-17'2185'0'0,"0"0"1"0"0,1-1-1 0 0,1 0 1 0 0,1-1-1 0 0,-6-30 977 0 0,13 49-3132 0 0,0 0 0 0 0,0 0 1 0 0,0 0-1 0 0,0 0 1 0 0,0 0-1 0 0,0-1 1 0 0,0 1-1 0 0,0 0 1 0 0,0 0-1 0 0,0 0 1 0 0,0 0-1 0 0,0 0 1 0 0,0 0-1 0 0,0 0 1 0 0,-1-1 243 0 0,1 1-243 0 0,8 9 422 0 0,7 16-354 0 0,3 18 77 0 0,-1 1 0 0 0,11 51 0 0 0,15 98-31 0 0,-26-109-95 0 0,-11-54-188 0 0,50 194 554 0 0,-47-198-869 0 0,1 0-1 0 0,1 0 1 0 0,1-1 0 0 0,1-1-1 0 0,1 0 1 0 0,22 27-1 0 0</inkml:trace>
</inkml:ink>
</file>

<file path=ppt/ink/ink3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7:58.70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275 54 6449 0 0,'0'-2'111'0'0,"1"-1"0"0"0,-1 1 0 0 0,1 0 0 0 0,-1-1 0 0 0,0 1 0 0 0,0 0 0 0 0,0-1 0 0 0,0 1 0 0 0,0 0 0 0 0,-1-1 0 0 0,1 1 0 0 0,-1 0 0 0 0,1-1 0 0 0,-1 1 0 0 0,0 0 0 0 0,0 0 0 0 0,0 0-1 0 0,0 0 1 0 0,-2-2 0 0 0,2 3 47 0 0,-1 0-1 0 0,0 0 0 0 0,1 0 0 0 0,-1 1 0 0 0,0-1 1 0 0,0 1-1 0 0,1-1 0 0 0,-1 1 0 0 0,0-1 1 0 0,0 1-1 0 0,0 0 0 0 0,0 0 0 0 0,1 0 0 0 0,-1 0 1 0 0,0 1-1 0 0,0-1 0 0 0,0 0 0 0 0,0 1 1 0 0,1-1-1 0 0,-1 1 0 0 0,0-1 0 0 0,0 1 0 0 0,1 0 1 0 0,-1 0-1 0 0,-2 2 0 0 0,-9 4 344 0 0,0 1-1 0 0,1 0 1 0 0,1 1-1 0 0,-1 1 1 0 0,2-1-1 0 0,-1 2 1 0 0,-13 16-1 0 0,2 1 782 0 0,-35 60 0 0 0,54-83-1178 0 0,-2 3 241 0 0,1 1 1 0 0,-1 0-1 0 0,1 0 1 0 0,0 0-1 0 0,-4 17 1 0 0,8-25-306 0 0,0 1 0 0 0,0 0 0 0 0,-1 0 0 0 0,1 0 0 0 0,0 0 0 0 0,1 0 0 0 0,-1 0 1 0 0,0-1-1 0 0,1 1 0 0 0,-1 0 0 0 0,1 0 0 0 0,-1 0 0 0 0,1-1 0 0 0,0 1 0 0 0,-1 0 0 0 0,1 0 0 0 0,0-1 0 0 0,0 1 0 0 0,1-1 0 0 0,-1 1 0 0 0,0-1 1 0 0,0 1-1 0 0,1-1 0 0 0,-1 0 0 0 0,1 0 0 0 0,-1 0 0 0 0,1 0 0 0 0,-1 0 0 0 0,1 0 0 0 0,0 0 0 0 0,-1 0 0 0 0,1-1 0 0 0,0 1 0 0 0,0 0 0 0 0,0-1 1 0 0,1 1-1 0 0,10 1 16 0 0,-1 1 1 0 0,0-2-1 0 0,0 1 1 0 0,1-2-1 0 0,-1 0 1 0 0,0 0-1 0 0,19-3 1 0 0,89-23 224 0 0,-69 13-273 0 0,103-27-590 0 0,-89 19-5923 0 0,-24 7-651 0 0</inkml:trace>
</inkml:ink>
</file>

<file path=ppt/ink/ink3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7:59.11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105 28 7834 0 0,'-15'-25'11805'0'0,"12"22"-10916"0"0,2 3-811 0 0,0 0 0 0 0,0 0 0 0 0,0 1-1 0 0,0-1 1 0 0,0 0 0 0 0,0 0 0 0 0,0 1 0 0 0,0-1 0 0 0,0 0-1 0 0,0 1 1 0 0,0-1 0 0 0,0 1 0 0 0,0-1 0 0 0,1 1 0 0 0,-1 0-1 0 0,0-1 1 0 0,0 1 0 0 0,1 0 0 0 0,-1-1 0 0 0,0 1 0 0 0,1 0-1 0 0,-1 0 1 0 0,1 0 0 0 0,-1 0 0 0 0,1 0 0 0 0,-1 0 0 0 0,0 1 0 0 0,-8 13-64 0 0,1 0 0 0 0,0 1 0 0 0,1 0 0 0 0,0 1 1 0 0,1 0-1 0 0,1 0 0 0 0,1 0 0 0 0,1 0 0 0 0,0 1 1 0 0,1-1-1 0 0,1 1 0 0 0,0 0 0 0 0,2 0 0 0 0,0-1 1 0 0,1 1-1 0 0,6 25 0 0 0,-7-36-5 0 0,1 0 1 0 0,1 0 0 0 0,0-1-1 0 0,0 1 1 0 0,0-1-1 0 0,0 1 1 0 0,1-1-1 0 0,0 0 1 0 0,0-1-1 0 0,1 1 1 0 0,0-1-1 0 0,0 0 1 0 0,0 0-1 0 0,1 0 1 0 0,-1-1-1 0 0,1 0 1 0 0,0 0 0 0 0,0 0-1 0 0,1-1 1 0 0,-1 0-1 0 0,1 0 1 0 0,-1 0-1 0 0,1-1 1 0 0,0 0-1 0 0,0 0 1 0 0,0-1-1 0 0,0 0 1 0 0,0 0-1 0 0,1-1 1 0 0,-1 0-1 0 0,0 0 1 0 0,0-1 0 0 0,0 0-1 0 0,0 0 1 0 0,0 0-1 0 0,0-1 1 0 0,0 0-1 0 0,0-1 1 0 0,11-5-1 0 0,-5 1-1 0 0,-1 0 0 0 0,1-2-1 0 0,-2 1 1 0 0,1-1-1 0 0,15-17 1 0 0,46-59-2146 0 0,-66 75 1544 0 0,10-11-6855 0 0</inkml:trace>
</inkml:ink>
</file>

<file path=ppt/ink/ink3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7:59.47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 5 7370 0 0,'-13'-4'13285'0'0,"24"46"-12849"0"0,2-1 1 0 0,2 0-1 0 0,1-1 0 0 0,2 0 1 0 0,2-2-1 0 0,33 50 0 0 0,-45-78-392 0 0,9 13 36 0 0,0 0 1 0 0,-2 2-1 0 0,0-1 0 0 0,-2 2 0 0 0,19 46 1 0 0,-32-71-57 0 0,0 0 0 0 0,0-1 1 0 0,0 1-1 0 0,0-1 1 0 0,1 1-1 0 0,-1-1 0 0 0,0 1 1 0 0,0-1-1 0 0,1 1 1 0 0,-1-1-1 0 0,0 1 1 0 0,1-1-1 0 0,-1 1 0 0 0,0-1 1 0 0,1 0-1 0 0,-1 1 1 0 0,1-1-1 0 0,-1 0 1 0 0,1 1-1 0 0,-1-1 0 0 0,1 0 1 0 0,-1 0-1 0 0,1 1 1 0 0,-1-1-1 0 0,1 0 1 0 0,-1 0-1 0 0,1 0 0 0 0,-1 0 1 0 0,1 1-1 0 0,0-1 1 0 0,-1 0-1 0 0,1 0 1 0 0,-1 0-1 0 0,1 0 0 0 0,-1 0 1 0 0,1-1-1 0 0,-1 1 1 0 0,1 0-1 0 0,0 0 1 0 0,-1 0-1 0 0,1 0 0 0 0,-1-1 1 0 0,1 1-1 0 0,-1 0 1 0 0,1 0-1 0 0,-1-1 0 0 0,1 1 1 0 0,-1 0-1 0 0,0-1 1 0 0,1 1-1 0 0,-1-1 1 0 0,1 1-1 0 0,-1-1 0 0 0,1 0 1 0 0,30-32 398 0 0,-21 21-274 0 0,160-169 714 0 0,-126 135-3402 0 0,-1 0-3428 0 0</inkml:trace>
</inkml:ink>
</file>

<file path=ppt/ink/ink3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8:00.8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82 507 5985 0 0,'-15'-13'2590'0'0,"11"10"-1796"0"0,0 0 0 0 0,1-1 0 0 0,-1 1 1 0 0,1 0-1 0 0,0-1 0 0 0,0 0 0 0 0,0 0 1 0 0,1 0-1 0 0,-1 0 0 0 0,1 0 1 0 0,0-1-1 0 0,-3-7 0 0 0,4 11-652 0 0,1 0-1 0 0,-1 0 1 0 0,1 0 0 0 0,-1 1 0 0 0,1-1-1 0 0,-1 0 1 0 0,0 0 0 0 0,1 1 0 0 0,-1-1-1 0 0,0 0 1 0 0,0 1 0 0 0,1-1-1 0 0,-1 1 1 0 0,0-1 0 0 0,0 1 0 0 0,0-1-1 0 0,0 1 1 0 0,0 0 0 0 0,0 0-1 0 0,0-1 1 0 0,0 1 0 0 0,0 0 0 0 0,0 0-1 0 0,0 0 1 0 0,0 0 0 0 0,0 0-1 0 0,0 0 1 0 0,-2 0 1163 0 0,7 2-1241 0 0,19 11-2 0 0,-2 0 0 0 0,0 2-1 0 0,-1 0 1 0 0,0 2 0 0 0,-1 0 0 0 0,28 33-1 0 0,158 188-69 0 0,-183-211-20 0 0,2-1-1 0 0,0-2 1 0 0,33 27 0 0 0,-44-41 55 0 0,0 0 0 0 0,1-1 0 0 0,0-1 0 0 0,0 0 0 0 0,1-1 1 0 0,0-1-1 0 0,0 0 0 0 0,32 8 0 0 0,-46-14 3 0 0,-1 0 0 0 0,1 0 1 0 0,0 0-1 0 0,-1 0 0 0 0,1 0 0 0 0,0 0 0 0 0,-1 0 1 0 0,1 0-1 0 0,-1 0 0 0 0,1-1 0 0 0,0 1 0 0 0,-1 0 0 0 0,1 0 1 0 0,-1 0-1 0 0,1-1 0 0 0,-1 1 0 0 0,1 0 0 0 0,-1-1 1 0 0,1 1-1 0 0,-1 0 0 0 0,1-1 0 0 0,-1 1 0 0 0,1-1 1 0 0,-1 1-1 0 0,1-1 0 0 0,-1 1 0 0 0,1-1 0 0 0,6-23 403 0 0,-7-36-116 0 0,-1 41-138 0 0,-1-139 553 0 0,2-110-447 0 0,3 200-293 0 0,24-130-1 0 0,-9 125 9 0 0,6-34 0 0 0,-23 106-26 0 0,-1 0 0 0 0,0 0-1 0 0,0 1 1 0 0,1-1 0 0 0,-1 0 0 0 0,0 0 0 0 0,0 0-1 0 0,0 1 1 0 0,0-1 0 0 0,0 0 0 0 0,0 0 0 0 0,0 0-1 0 0,0 1 1 0 0,0-1 0 0 0,0 0 0 0 0,-1 0 0 0 0,1 0 0 0 0,0 1-1 0 0,0-1 1 0 0,-1 0 0 0 0,1 1 0 0 0,-1-1 0 0 0,1 0-1 0 0,0 0 1 0 0,-1 1 0 0 0,1-1 0 0 0,-1 1 0 0 0,0-1-1 0 0,1 1 1 0 0,-1-1 0 0 0,1 1 0 0 0,-1-1 0 0 0,0 1 0 0 0,1-1-1 0 0,-1 1 1 0 0,0 0 0 0 0,0-1 0 0 0,1 1 0 0 0,-1 0-1 0 0,0-1 1 0 0,0 1 0 0 0,1 0 0 0 0,-3 0 0 0 0,3 1-110 0 0,0-1 1 0 0,0 1 0 0 0,0 0-1 0 0,0-1 1 0 0,-1 1 0 0 0,1 0-1 0 0,0-1 1 0 0,0 1 0 0 0,0 0 0 0 0,0-1-1 0 0,0 1 1 0 0,1 0 0 0 0,-1-1-1 0 0,0 1 1 0 0,0 0 0 0 0,0-1-1 0 0,0 1 1 0 0,1 0 0 0 0,-1-1-1 0 0,0 1 1 0 0,1 0 0 0 0</inkml:trace>
</inkml:ink>
</file>

<file path=ppt/ink/ink3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8:01.3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60 174 3681 0 0,'-48'9'5325'0'0,"36"-7"-2701"0"0,38-17 3392 0 0,0-1-4865 0 0,237-119 3281 0 0,-217 117-6621 0 0</inkml:trace>
</inkml:ink>
</file>

<file path=ppt/ink/ink3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8:02.34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1 770 3681 0 0,'24'-13'4283'0'0,"33"-5"-2565"0"0,-31 11-1052 0 0,218-74 2349 0 0,108-31 82 0 0,144-32-208 0 0,288-70-948 0 0,-298 122-1850 0 0,-169 24-342 0 0,-239 48 547 0 0,-77 20-284 0 0,0 0-1 0 0,0 0 1 0 0,0 0-1 0 0,-1 0 1 0 0,1 0 0 0 0,0 0-1 0 0,0 0 1 0 0,0 0 0 0 0,-1 0-1 0 0,1 1 1 0 0,0-1 0 0 0,0 0-1 0 0,-1 0 1 0 0,1 1 0 0 0,0-1-1 0 0,0 1 1 0 0,-1-1 0 0 0,1 1-1 0 0,0-1 1 0 0,-1 1-1 0 0,1-1 1 0 0,-1 1 0 0 0,1-1-1 0 0,-1 1 1 0 0,1 0 0 0 0,-1-1-1 0 0,1 1 1 0 0,-1 0 0 0 0,0 0-1 0 0,1-1 1 0 0,-1 1 0 0 0,0 0-1 0 0,0 0 1 0 0,1-1-1 0 0,-1 1 1 0 0,0 0 0 0 0,0 0-1 0 0,0 0 1 0 0,0-1 0 0 0,0 1-1 0 0,0 0 1 0 0,0 1 0 0 0,-3 51 649 0 0,2-34-548 0 0,1 35-106 0 0,2 0 1 0 0,3-1-1 0 0,21 95 0 0 0,-3-60 16 0 0,48 122 0 0 0,47 34 73 0 0,-14-32-157 0 0,-88-175 82 0 0,-3 0 0 0 0,0 1 0 0 0,12 73-1 0 0,-23-95 17 0 0,0 1 0 0 0,-1-1 0 0 0,-1 1 0 0 0,-1-1 0 0 0,0 1 0 0 0,-1-1 0 0 0,-1 1 0 0 0,0-1 0 0 0,-1 0 0 0 0,-1 0 0 0 0,-1 0 0 0 0,0-1 0 0 0,-1 0 0 0 0,0 0 0 0 0,-1-1 0 0 0,-1 1 0 0 0,0-2 0 0 0,-23 25 0 0 0,9-16-12 0 0,0-1 1 0 0,-2-1-1 0 0,-1-1 1 0 0,0-1-1 0 0,-1-2 0 0 0,-51 23 1 0 0,-186 57 143 0 0,174-67-99 0 0,-39 14-1 0 0,-341 118-96 0 0,21-32-381 0 0,313-95 376 0 0,-145 24 16 0 0,108-26 74 0 0,69-12-612 0 0,-1-5 1 0 0,-173 2-1 0 0,224-20-1101 0 0,29-1 245 0 0</inkml:trace>
</inkml:ink>
</file>

<file path=ppt/ink/ink3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8:02.71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58 73 2304 0 0,'-26'-27'3733'0'0,"23"24"-3123"0"0,-1 0 1 0 0,1 0 0 0 0,0-1-1 0 0,-1 1 1 0 0,1-1-1 0 0,1 1 1 0 0,-1-1 0 0 0,1 0-1 0 0,-1 0 1 0 0,1-7 3135 0 0,10 17-2322 0 0,5 7-208 0 0,-5 3-760 0 0,-1 0-1 0 0,0 1 1 0 0,-1 0-1 0 0,-1 0 1 0 0,5 26 0 0 0,-3-12-188 0 0,71 321 397 0 0,53 192-484 0 0,-109-478-2 0 0,35 75 0 0 0,-44-113-69 0 0,2 0 0 0 0,1-1 0 0 0,1-1 0 0 0,1-1-1 0 0,23 25 1 0 0,-39-48-122 0 0,0 0 0 0 0,1 0 0 0 0,-1 0 0 0 0,1 0 0 0 0,0-1 0 0 0,0 1 0 0 0,-1-1 0 0 0,1 0 0 0 0,0 0 0 0 0,5 1 0 0 0,-7-1-1 0 0,0-1-1 0 0,0 0 0 0 0,-1 0 1 0 0,1 1-1 0 0,0-1 1 0 0,0 0-1 0 0,0 0 1 0 0,0 0-1 0 0,0 0 0 0 0,0 0 1 0 0,0-1-1 0 0,0 1 1 0 0,0 0-1 0 0,0 0 0 0 0,0-1 1 0 0,-1 1-1 0 0,1 0 1 0 0,0-1-1 0 0,0 1 0 0 0,0-1 1 0 0,0 1-1 0 0,-1-1 1 0 0,1 1-1 0 0,0-1 0 0 0,-1 0 1 0 0,1 1-1 0 0,0-1 1 0 0,-1 0-1 0 0,1 0 0 0 0,-1 1 1 0 0,1-1-1 0 0,-1 0 1 0 0,1 0-1 0 0,-1 0 0 0 0,0 0 1 0 0,1 1-1 0 0,-1-1 1 0 0,0 0-1 0 0,0 0 0 0 0,1-2 1 0 0,-1-19 1 0 0</inkml:trace>
</inkml:ink>
</file>

<file path=ppt/ink/ink3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8:17.1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84 124 456 0 0,'-17'-31'4537'0'0,"12"20"-2790"0"0,-1 0 0 0 0,-1 1 0 0 0,0 0 0 0 0,0 0 0 0 0,-9-9 0 0 0,-2-3 6044 0 0,70 269-7716 0 0,124 711 189 0 0,-175-952-275 0 0,0-2 1 0 0,-1-1 0 0 0,0 0 0 0 0,1 1 0 0 0,0-1 0 0 0,0 0 0 0 0,0 0 0 0 0,0 0 0 0 0,0 0 0 0 0,1 0 0 0 0,-1 0 0 0 0,3 3 0 0 0,-4-6-25 0 0,0 0 0 0 0,0 0 0 0 0,0 0 0 0 0,1 0 0 0 0,-1 0 0 0 0,0 0 0 0 0,0 0 0 0 0,0 0 0 0 0,0 0 0 0 0,0 0 0 0 0,1 0 0 0 0,-1 0 0 0 0,0 0 0 0 0,0 0 0 0 0,0 0 0 0 0,0 0 0 0 0,0 0 0 0 0,0 0 0 0 0,0 0 0 0 0,1 0 0 0 0,-1 0 0 0 0,0 0 0 0 0,0-1 0 0 0,0 1 0 0 0,0 0 0 0 0,0 0 0 0 0,0 0 0 0 0,0 0 0 0 0,0 0 0 0 0,0 0 0 0 0,0 0 0 0 0,0-1 0 0 0,0 1 0 0 0,0 0 0 0 0,0 0 0 0 0,1 0 0 0 0,-1 0 0 0 0,0 0 0 0 0,0 0 0 0 0,0-1 0 0 0,0 1 0 0 0,0 0 0 0 0,0 0 0 0 0,-1 0 0 0 0,1 0 0 0 0,0 0 0 0 0,0 0 0 0 0,0-1 0 0 0,0 1 0 0 0,0 0 0 0 0,0 0 0 0 0,0 0 0 0 0,0 0 0 0 0,0 0 0 0 0,0 0 0 0 0,0 0 0 0 0,0-1 0 0 0</inkml:trace>
</inkml:ink>
</file>

<file path=ppt/ink/ink3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8:17.56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114 138 920 0 0,'-8'1'720'0'0,"-1"1"-1"0"0,1 0 1 0 0,-1 1-1 0 0,1 0 1 0 0,0 0-1 0 0,0 1 1 0 0,1 0 0 0 0,-1 0-1 0 0,1 1 1 0 0,0 0-1 0 0,0 0 1 0 0,-12 17 3079 0 0,19-21-3738 0 0,10-1 1220 0 0,10-4-307 0 0,152-62 4047 0 0,-44 14-3689 0 0,-62 27-1054 0 0,-43 14-271 0 0,0 2 0 0 0,1 1 0 0 0,0 1 1 0 0,0 1-1 0 0,1 0 0 0 0,38-2 0 0 0,-59 8-331 0 0,-1 0 0 0 0,1 1 0 0 0,0-1 0 0 0,-1 0-1 0 0,1 1 1 0 0,0 0 0 0 0,-1 0 0 0 0,6 2-1 0 0</inkml:trace>
</inkml:ink>
</file>

<file path=ppt/ink/ink3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8:17.91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6 154 3681 0 0,'-6'-4'4349'0'0,"7"3"-4268"0"0,8-10 2415 0 0,18-7 168 0 0,2 4 167 0 0,47-14 1 0 0,91-15 169 0 0,-16 13-5366 0 0,-130 26-4706 0 0</inkml:trace>
</inkml:ink>
</file>

<file path=ppt/ink/ink3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8:18.5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262 46 4609 0 0,'-6'-5'382'0'0,"-1"-1"1"0"0,0 1-1 0 0,0 0 0 0 0,-1 1 0 0 0,1 0 1 0 0,-1 0-1 0 0,0 0 0 0 0,-9-2 1 0 0,12 5-104 0 0,1 0 0 0 0,0 1 0 0 0,0-1 1 0 0,-1 1-1 0 0,1 0 0 0 0,0 0 1 0 0,0 1-1 0 0,-1-1 0 0 0,1 1 1 0 0,0 0-1 0 0,0 0 0 0 0,0 0 0 0 0,0 1 1 0 0,0-1-1 0 0,0 1 0 0 0,0 0 1 0 0,0 0-1 0 0,-5 5 0 0 0,-2 1 98 0 0,1 1 0 0 0,0 0 0 0 0,1 0 0 0 0,0 1-1 0 0,1 0 1 0 0,0 1 0 0 0,-7 12 0 0 0,12-19-315 0 0,0 0 0 0 0,1 0-1 0 0,-1 1 1 0 0,1-1 0 0 0,0 0 0 0 0,0 1-1 0 0,1 0 1 0 0,0 0 0 0 0,0-1 0 0 0,0 1 0 0 0,0 0-1 0 0,1 0 1 0 0,-1 0 0 0 0,1 0 0 0 0,0 0-1 0 0,1 0 1 0 0,-1-1 0 0 0,1 1 0 0 0,0 0-1 0 0,0 0 1 0 0,1 0 0 0 0,2 5 0 0 0,-2-7-69 0 0,0 0 1 0 0,1 0 0 0 0,-1 0-1 0 0,1-1 1 0 0,0 1 0 0 0,0-1-1 0 0,0 1 1 0 0,0-1 0 0 0,0 0-1 0 0,0 0 1 0 0,1-1 0 0 0,-1 1-1 0 0,1-1 1 0 0,-1 1 0 0 0,1-1-1 0 0,0 0 1 0 0,-1-1 0 0 0,6 2-1 0 0,9 0-85 0 0,1-1-1 0 0,29-1 1 0 0,-11-1 14 0 0,-22 2 73 0 0,1 0 0 0 0,-1 2 0 0 0,26 5 0 0 0,-37-6 5 0 0,1-1 0 0 0,-1 0 0 0 0,0 1 1 0 0,0 0-1 0 0,0-1 0 0 0,0 2 0 0 0,0-1 0 0 0,0 0 1 0 0,-1 1-1 0 0,1 0 0 0 0,-1 0 0 0 0,0 0 1 0 0,0 0-1 0 0,0 0 0 0 0,0 1 0 0 0,0-1 0 0 0,3 6 1 0 0,-6-6 64 0 0,1-1 0 0 0,-1 1 0 0 0,0-1 0 0 0,0 1-1 0 0,0 0 1 0 0,0-1 0 0 0,0 1 0 0 0,0-1 0 0 0,-1 1 0 0 0,1-1 0 0 0,-1 1 0 0 0,0-1 0 0 0,0 0 0 0 0,0 1 0 0 0,0-1 0 0 0,0 0 0 0 0,0 1 0 0 0,0-1 0 0 0,-1 0 0 0 0,1 0 0 0 0,-1 0 0 0 0,0 0 0 0 0,-3 3 0 0 0,-6 6 535 0 0,-1 0 0 0 0,-18 12 0 0 0,29-21-584 0 0,-18 12 332 0 0,0-1 0 0 0,0-1 0 0 0,-29 13 0 0 0,44-23-292 0 0,-1 0 0 0 0,1 0 0 0 0,-1 0 0 0 0,0 0 0 0 0,0-1 1 0 0,1 0-1 0 0,-1 0 0 0 0,0 0 0 0 0,0 0 0 0 0,-1-1 0 0 0,1 0 0 0 0,0 0 0 0 0,0 0 0 0 0,0-1 0 0 0,0 0 0 0 0,0 0 1 0 0,0 0-1 0 0,1 0 0 0 0,-1-1 0 0 0,0 0 0 0 0,-8-4 0 0 0,13 5-148 0 0,-1 1 0 0 0,0-1 0 0 0,1 1 0 0 0,-1-1 0 0 0,1 1 0 0 0,-1-1-1 0 0,0 0 1 0 0,1 1 0 0 0,0-1 0 0 0,-1 0 0 0 0,1 1 0 0 0,-1-1 0 0 0,1 0 0 0 0,0 0 0 0 0,-1 1 0 0 0,1-1 0 0 0,0 0 0 0 0,0 0 0 0 0,0 0-1 0 0,0 1 1 0 0,0-1 0 0 0,0-1 0 0 0</inkml:trace>
</inkml:ink>
</file>

<file path=ppt/ink/ink3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8:21.62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146 42 5065 0 0,'0'-2'206'0'0,"0"0"0"0"0,0 1 0 0 0,-1-1-1 0 0,1 0 1 0 0,-1 0 0 0 0,1 1 0 0 0,-1-1 0 0 0,0 0 0 0 0,0 1 0 0 0,1-1-1 0 0,-1 1 1 0 0,0-1 0 0 0,-1 1 0 0 0,1-1 0 0 0,0 1 0 0 0,0 0-1 0 0,-1-1 1 0 0,1 1 0 0 0,0 0 0 0 0,-1 0 0 0 0,1 0 0 0 0,-1 0 0 0 0,0 0-1 0 0,1 0 1 0 0,-1 1 0 0 0,0-1 0 0 0,1 1 0 0 0,-1-1 0 0 0,-3 0-1 0 0,2 0 110 0 0,0 1 0 0 0,0-1-1 0 0,0 1 1 0 0,0 0 0 0 0,0 0-1 0 0,0 0 1 0 0,0 0-1 0 0,0 0 1 0 0,0 1 0 0 0,0-1-1 0 0,0 1 1 0 0,0 0 0 0 0,0 0-1 0 0,0 0 1 0 0,0 0-1 0 0,1 1 1 0 0,-5 2 0 0 0,2 1-164 0 0,1 0 1 0 0,-1 0 0 0 0,1 0-1 0 0,0 1 1 0 0,1 0 0 0 0,-1 0 0 0 0,1 0-1 0 0,1 0 1 0 0,-1 0 0 0 0,1 1-1 0 0,0-1 1 0 0,-2 12 0 0 0,1-2-115 0 0,1 0-1 0 0,0 0 1 0 0,1 0 0 0 0,2 21 0 0 0,0-23 23 0 0,1-1-1 0 0,1 1 1 0 0,0-1 0 0 0,0 1-1 0 0,2-1 1 0 0,-1 0 0 0 0,2-1 0 0 0,0 1-1 0 0,0-1 1 0 0,1 0 0 0 0,1-1-1 0 0,0 0 1 0 0,13 15 0 0 0,-15-20-155 0 0,-1-1 1 0 0,1 0 0 0 0,1 0-1 0 0,-1 0 1 0 0,0-1-1 0 0,1 0 1 0 0,0 0 0 0 0,0-1-1 0 0,1 0 1 0 0,-1 0-1 0 0,0 0 1 0 0,1-1 0 0 0,10 2-1 0 0,-11-4-375 0 0,1 1-1 0 0,0-1 0 0 0,-1 0 1 0 0,1-1-1 0 0,-1 0 1 0 0,1 0-1 0 0,-1 0 0 0 0,1-1 1 0 0,11-5-1 0 0,3-2-5491 0 0</inkml:trace>
</inkml:ink>
</file>

<file path=ppt/ink/ink3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8:21.98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68 15 8754 0 0,'-4'1'213'0'0,"1"0"1"0"0,-1 1-1 0 0,0-1 0 0 0,1 1 1 0 0,0 0-1 0 0,-1 0 0 0 0,1 0 0 0 0,0 0 1 0 0,0 1-1 0 0,0-1 0 0 0,0 1 1 0 0,0 0-1 0 0,1 0 0 0 0,-1 0 1 0 0,1 0-1 0 0,0 0 0 0 0,0 0 1 0 0,0 1-1 0 0,0-1 0 0 0,1 1 1 0 0,-1-1-1 0 0,1 1 0 0 0,0 0 1 0 0,0 0-1 0 0,0 4 0 0 0,0-1 65 0 0,0-1-1 0 0,1 1 0 0 0,0 0 0 0 0,0 0 0 0 0,1 0 0 0 0,-1-1 1 0 0,2 1-1 0 0,-1 0 0 0 0,1-1 0 0 0,0 1 0 0 0,0-1 1 0 0,1 1-1 0 0,0-1 0 0 0,0 0 0 0 0,0 0 0 0 0,1 0 0 0 0,4 5 1 0 0,-3-4-148 0 0,0-1 1 0 0,0 0 0 0 0,0 0 0 0 0,1 0 0 0 0,0-1 0 0 0,0 0 0 0 0,0 0 0 0 0,1 0-1 0 0,0-1 1 0 0,-1 0 0 0 0,2 0 0 0 0,-1-1 0 0 0,0 0 0 0 0,11 3 0 0 0,-14-5-103 0 0,1-1 0 0 0,-1 0 0 0 0,0 0 0 0 0,0 0 1 0 0,1-1-1 0 0,-1 1 0 0 0,0-1 0 0 0,0 0 0 0 0,0 0 1 0 0,0-1-1 0 0,0 1 0 0 0,0-1 0 0 0,0 0 0 0 0,-1 0 0 0 0,1 0 1 0 0,-1 0-1 0 0,1-1 0 0 0,-1 1 0 0 0,0-1 0 0 0,0 0 1 0 0,0 0-1 0 0,0 0 0 0 0,0 0 0 0 0,-1-1 0 0 0,1 1 1 0 0,1-6-1 0 0,2 0-12 0 0,-1-1 0 0 0,0 0 0 0 0,0 0 1 0 0,-1 0-1 0 0,-1-1 0 0 0,0 1 0 0 0,0-1 0 0 0,2-20 0 0 0,-5 24-21 0 0,0 1 0 0 0,-1 0 1 0 0,1 0-1 0 0,-1 0 0 0 0,-1 0 0 0 0,1 0 0 0 0,-1 0 0 0 0,0 0 0 0 0,-1 0 0 0 0,1 1 0 0 0,-1-1 0 0 0,0 1 0 0 0,0 0 0 0 0,-5-6 0 0 0,7 9-127 0 0,-1 0-1 0 0,0-1 1 0 0,0 1 0 0 0,0 0-1 0 0,0 0 1 0 0,-1 0 0 0 0,1 1-1 0 0,0-1 1 0 0,-1 0 0 0 0,1 1-1 0 0,-1 0 1 0 0,1-1 0 0 0,-1 1-1 0 0,0 0 1 0 0,0 0 0 0 0,0 1-1 0 0,1-1 1 0 0,-1 1 0 0 0,0-1-1 0 0,0 1 1 0 0,0 0 0 0 0,0 0-1 0 0,0 0 1 0 0,0 0 0 0 0,0 1-1 0 0,1-1 1 0 0,-1 1 0 0 0,0-1-1 0 0,0 1 1 0 0,0 0 0 0 0,-3 2-1 0 0,-6 4-1201 0 0</inkml:trace>
</inkml:ink>
</file>

<file path=ppt/ink/ink3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8:22.53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1 165 11979 0 0,'2'-2'182'0'0,"1"0"0"0"0,0 1 0 0 0,0-1 1 0 0,0 1-1 0 0,0 0 0 0 0,0 0 1 0 0,0 0-1 0 0,0 0 0 0 0,0 1 1 0 0,0-1-1 0 0,0 1 0 0 0,0 0 0 0 0,0 0 1 0 0,1 0-1 0 0,-1 0 0 0 0,0 0 1 0 0,0 1-1 0 0,0-1 0 0 0,0 1 0 0 0,0 0 1 0 0,0 0-1 0 0,0 0 0 0 0,0 0 1 0 0,0 1-1 0 0,0-1 0 0 0,0 1 1 0 0,-1 0-1 0 0,1 0 0 0 0,-1 0 0 0 0,4 3 1 0 0,3 6 212 0 0,0 0 0 0 0,0 0 0 0 0,-1 1 0 0 0,-1 0 0 0 0,10 20 1 0 0,-1-2-113 0 0,-16-28-279 0 0,1-1 0 0 0,-1 0 1 0 0,1 0-1 0 0,0 0 0 0 0,-1 0 0 0 0,1 0 0 0 0,0 0 0 0 0,-1 0 0 0 0,1 0 0 0 0,0 0 0 0 0,0 0 0 0 0,0-1 0 0 0,0 1 0 0 0,0 0 0 0 0,0-1 1 0 0,0 1-1 0 0,0 0 0 0 0,0-1 0 0 0,0 1 0 0 0,2 0 0 0 0,-2-2-6 0 0,0 1 1 0 0,0 0-1 0 0,-1 0 1 0 0,1-1 0 0 0,0 1-1 0 0,-1-1 1 0 0,1 1-1 0 0,0-1 1 0 0,-1 1-1 0 0,1-1 1 0 0,0 1-1 0 0,-1-1 1 0 0,1 1-1 0 0,-1-1 1 0 0,1 0-1 0 0,-1 1 1 0 0,1-1-1 0 0,-1 0 1 0 0,0 1-1 0 0,1-1 1 0 0,-1 0-1 0 0,1-1 1 0 0,2-9-44 0 0,0-1 0 0 0,0 1 0 0 0,1-15 1 0 0,-3 14 19 0 0,3-11 32 0 0,-1 6-7 0 0,0 0 0 0 0,7-22 0 0 0,-9 35 18 0 0,1 0 0 0 0,-1 1 0 0 0,1-1 0 0 0,-1 1 0 0 0,1-1 0 0 0,0 1 1 0 0,1 0-1 0 0,-1-1 0 0 0,0 1 0 0 0,1 0 0 0 0,0 1 0 0 0,0-1 0 0 0,0 0 0 0 0,0 1 0 0 0,6-4 0 0 0,-8 5-11 0 0,0 1 0 0 0,0-1 0 0 0,0 1 0 0 0,0 0 0 0 0,1-1 1 0 0,-1 1-1 0 0,0 0 0 0 0,0 0 0 0 0,0 0 0 0 0,1 0 0 0 0,-1 0 0 0 0,0 0 0 0 0,0 0 0 0 0,1 0 0 0 0,-1 0 0 0 0,0 0 0 0 0,0 1 0 0 0,0-1 0 0 0,0 1 0 0 0,1-1 0 0 0,-1 1 0 0 0,0-1 0 0 0,0 1 0 0 0,1 0 0 0 0,1 1 8 0 0,-1 1 0 0 0,1-1-1 0 0,-1 1 1 0 0,1 0 0 0 0,-1-1 0 0 0,0 1 0 0 0,0 0-1 0 0,2 5 1 0 0,3 5-44 0 0,-1 1 1 0 0,7 27-1 0 0,7 15-358 0 0,-19-52 347 0 0,1-1 0 0 0,-1 0 0 0 0,1 0 0 0 0,0 0 0 0 0,0 0 0 0 0,0 0 0 0 0,0 0 0 0 0,1 0 0 0 0,-1-1 0 0 0,1 1 0 0 0,-1-1 0 0 0,1 0 0 0 0,0 1 0 0 0,4 1 0 0 0,-6-4-25 0 0,0 0 0 0 0,1 0 0 0 0,-1 0-1 0 0,0 0 1 0 0,0 0 0 0 0,0-1 0 0 0,0 1 0 0 0,0 0-1 0 0,0-1 1 0 0,0 1 0 0 0,0-1 0 0 0,0 1 0 0 0,0-1-1 0 0,0 1 1 0 0,0-1 0 0 0,0 0 0 0 0,0 1 0 0 0,0-1-1 0 0,-1 0 1 0 0,1 0 0 0 0,0 0 0 0 0,0 0-1 0 0,-1 1 1 0 0,1-1 0 0 0,-1 0 0 0 0,1 0 0 0 0,-1 0-1 0 0,1 0 1 0 0,-1 0 0 0 0,1-2 0 0 0,15-37-824 0 0,-14 35 787 0 0,4-14-76 0 0,3-8 168 0 0,2 0 0 0 0,13-26 0 0 0,-20 46 129 0 0,0 0 0 0 0,0 1-1 0 0,0 0 1 0 0,1 0 0 0 0,-1 0 0 0 0,2 0 0 0 0,-1 1 0 0 0,0 0 0 0 0,1 0-1 0 0,0 0 1 0 0,0 1 0 0 0,1 0 0 0 0,6-3 0 0 0,-11 6-45 0 0,0 0 0 0 0,0 0 0 0 0,0 1 0 0 0,0-1 0 0 0,0 1 1 0 0,0 0-1 0 0,0-1 0 0 0,0 1 0 0 0,0 0 0 0 0,0 0 0 0 0,0 0 0 0 0,0 0 0 0 0,0 1 0 0 0,0-1 1 0 0,0 1-1 0 0,0-1 0 0 0,0 1 0 0 0,0-1 0 0 0,0 1 0 0 0,0 0 0 0 0,0 0 0 0 0,0 0 1 0 0,0 0-1 0 0,-1 1 0 0 0,1-1 0 0 0,-1 0 0 0 0,3 3 0 0 0,4 5 97 0 0,-1-1 0 0 0,-1 1 0 0 0,0 0 0 0 0,7 15 0 0 0,-9-16-262 0 0,1 0 0 0 0,0 0 0 0 0,0-1 0 0 0,8 10 0 0 0,7 1-863 0 0,-6-7-4497 0 0</inkml:trace>
</inkml:ink>
</file>

<file path=ppt/ink/ink3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8:22.84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 0 13363 0 0,'-1'0'181'0'0,"0"0"1"0"0,1 0 0 0 0,-1 0-1 0 0,0 0 1 0 0,1 0-1 0 0,-1 0 1 0 0,1 1 0 0 0,-1-1-1 0 0,0 0 1 0 0,1 0-1 0 0,-1 1 1 0 0,1-1-1 0 0,-1 0 1 0 0,1 1 0 0 0,-1-1-1 0 0,1 0 1 0 0,-1 1-1 0 0,1-1 1 0 0,-1 1 0 0 0,1-1-1 0 0,-1 1 1 0 0,1-1-1 0 0,0 1 1 0 0,-1-1-1 0 0,1 1 1 0 0,0-1 0 0 0,-1 2-1 0 0,-1 21 2230 0 0,12 28-1009 0 0,-9-46-1120 0 0,17 63-114 0 0,33 82-1 0 0,-50-147-510 0 0,14 22-4104 0 0</inkml:trace>
</inkml:ink>
</file>

<file path=ppt/ink/ink3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8:23.03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42 57 5529 0 0,'-7'-11'-613'0'0,"-28"-35"11206"0"0,38 76-11152 0 0,1-19 155 0 0,1 0 0 0 0,0 0 0 0 0,12 19 0 0 0,-4-13 497 0 0</inkml:trace>
</inkml:ink>
</file>

<file path=ppt/ink/ink3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8:23.35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46 10138 0 0,'3'6'772'0'0,"0"0"0"0"0,0 1 1 0 0,-1-1-1 0 0,0 0 0 0 0,2 12 0 0 0,-1 2-323 0 0,-2-1-1 0 0,0 0 1 0 0,-2 24-1 0 0,0-24 13 0 0,1 1 0 0 0,4 37 0 0 0,-4-56-458 0 0,0-1 0 0 0,0 0 0 0 0,0 1 0 0 0,0-1 0 0 0,0 0 0 0 0,0 0 0 0 0,0 1 0 0 0,0-1 0 0 0,0 0 0 0 0,0 1 0 0 0,0-1 0 0 0,0 0 1 0 0,0 1-1 0 0,0-1 0 0 0,1 0 0 0 0,-1 0 0 0 0,0 1 0 0 0,0-1 0 0 0,0 0 0 0 0,0 0 0 0 0,0 1 0 0 0,1-1 0 0 0,-1 0 0 0 0,0 0 0 0 0,0 1 0 0 0,0-1 0 0 0,1 0 0 0 0,-1 0 0 0 0,0 0 0 0 0,0 1 0 0 0,1-1 1 0 0,-1 0-1 0 0,0 0 0 0 0,0 0 0 0 0,1 0 0 0 0,-1 0 0 0 0,0 0 0 0 0,1 0 0 0 0,-1 0 0 0 0,0 1 0 0 0,1-1 0 0 0,-1 0 0 0 0,0 0 0 0 0,0 0 0 0 0,1 0 0 0 0,-1-1 0 0 0,1 1 0 0 0,11-14 331 0 0,6-24 258 0 0,0-33-258 0 0,6-15 109 0 0,-21 79-349 0 0,-1 0-1 0 0,1 0 1 0 0,1 1 0 0 0,-1-1-1 0 0,1 1 1 0 0,1 0 0 0 0,-1 0-1 0 0,1 1 1 0 0,6-8 0 0 0,-8 11-67 0 0,0 0 0 0 0,-1 0 1 0 0,1 0-1 0 0,0 0 0 0 0,0 0 0 0 0,0 1 1 0 0,1-1-1 0 0,-1 1 0 0 0,0 0 1 0 0,1 0-1 0 0,-1 0 0 0 0,0 0 0 0 0,1 0 1 0 0,-1 1-1 0 0,4 0 0 0 0,-4 0-13 0 0,-1 0 0 0 0,0 0 0 0 0,0 1 0 0 0,0-1-1 0 0,0 1 1 0 0,0 0 0 0 0,1-1 0 0 0,-1 1 0 0 0,-1 0 0 0 0,1 0 0 0 0,0 1-1 0 0,0-1 1 0 0,0 0 0 0 0,0 1 0 0 0,-1-1 0 0 0,1 1 0 0 0,-1-1 0 0 0,1 1-1 0 0,-1 0 1 0 0,0-1 0 0 0,1 1 0 0 0,-1 0 0 0 0,0 0 0 0 0,1 4 0 0 0,8 16-485 0 0,-4-8-1598 0 0,0 0 0 0 0,16 26 0 0 0</inkml:trace>
</inkml:ink>
</file>

<file path=ppt/ink/ink3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8:23.84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168 11 6449 0 0,'-2'-2'170'0'0,"0"1"0"0"0,-1 0-1 0 0,1 0 1 0 0,-1 0 0 0 0,1 0-1 0 0,-1 0 1 0 0,1 0 0 0 0,-1 0 0 0 0,0 1-1 0 0,1 0 1 0 0,-1-1 0 0 0,0 1-1 0 0,1 0 1 0 0,-1 0 0 0 0,0 0-1 0 0,1 1 1 0 0,-1-1 0 0 0,1 1-1 0 0,-1-1 1 0 0,0 1 0 0 0,1 0-1 0 0,-1 0 1 0 0,1 0 0 0 0,-1 0-1 0 0,1 1 1 0 0,0-1 0 0 0,0 1 0 0 0,0-1-1 0 0,-1 1 1 0 0,1 0 0 0 0,1 0-1 0 0,-1 0 1 0 0,-2 3 0 0 0,-6 5 100 0 0,2 1 1 0 0,-1 0 0 0 0,1 0 0 0 0,1 1-1 0 0,0 0 1 0 0,1 0 0 0 0,0 1-1 0 0,-4 13 1 0 0,8-18-139 0 0,-1 0 0 0 0,1 0 0 0 0,0-1 0 0 0,1 1 0 0 0,-1 0 0 0 0,2 1 0 0 0,-1-1 0 0 0,1 0 0 0 0,0 0 0 0 0,1 0 0 0 0,0 0 0 0 0,0 0 1 0 0,1 0-1 0 0,5 15 0 0 0,-6-21-157 0 0,-1 0 1 0 0,1 0 0 0 0,0 0 0 0 0,0 0 0 0 0,0 0 0 0 0,1-1 0 0 0,-1 1 0 0 0,0 0 0 0 0,1-1 0 0 0,-1 1 0 0 0,1-1 0 0 0,-1 1 0 0 0,1-1-1 0 0,0 0 1 0 0,0 1 0 0 0,-1-1 0 0 0,1 0 0 0 0,0 0 0 0 0,0-1 0 0 0,0 1 0 0 0,4 1 0 0 0,-3-2-53 0 0,-1 0 1 0 0,1 0-1 0 0,0-1 1 0 0,-1 1-1 0 0,1-1 1 0 0,0 1 0 0 0,-1-1-1 0 0,1 0 1 0 0,-1 0-1 0 0,1 0 1 0 0,-1 0-1 0 0,1 0 1 0 0,-1-1-1 0 0,4-2 1 0 0,6-6-222 0 0,-1 0 0 0 0,-1-1-1 0 0,0 1 1 0 0,17-24 0 0 0,-9 7 952 0 0,-10 15-108 0 0,0 0 1 0 0,1 0-1 0 0,0 1 0 0 0,0 0 0 0 0,2 0 0 0 0,-1 1 1 0 0,24-16-1 0 0,-33 25-469 0 0,1 0-1 0 0,-1 0 1 0 0,1 0 0 0 0,-1 1 0 0 0,1-1-1 0 0,-1 0 1 0 0,1 1 0 0 0,0 0 0 0 0,-1-1-1 0 0,1 1 1 0 0,0 0 0 0 0,-1 0 0 0 0,1 0-1 0 0,0 0 1 0 0,-1 0 0 0 0,1 0 0 0 0,0 0-1 0 0,-1 1 1 0 0,1-1 0 0 0,0 1 0 0 0,2 0-1 0 0,-2 1-10 0 0,1-1 0 0 0,-1 1 0 0 0,0 0 0 0 0,0 0 0 0 0,0 0 0 0 0,0 0 0 0 0,-1 0 0 0 0,1 0 1 0 0,0 0-1 0 0,-1 1 0 0 0,1-1 0 0 0,0 3 0 0 0,3 6 41 0 0,-2-1 1 0 0,1 1 0 0 0,-1 0 0 0 0,-1 0 0 0 0,2 16 0 0 0,-3 0-141 0 0,0 1-1 0 0,-2-1 1 0 0,-1 0 0 0 0,-1 0 0 0 0,-2 0-1 0 0,-13 45 1 0 0,7-38-307 0 0,-1 0-1 0 0,-2-2 1 0 0,-1 0-1 0 0,-33 53 1 0 0,20-49-2151 0 0,14-21-3815 0 0</inkml:trace>
</inkml:ink>
</file>

<file path=ppt/ink/ink3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8:24.37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194 132 8754 0 0,'0'-14'1114'0'0,"-1"0"0"0"0,-1 1 0 0 0,0-1 0 0 0,-7-23 0 0 0,8 34-788 0 0,0 0 0 0 0,0 0 1 0 0,0 1-1 0 0,-1-1 0 0 0,1 1 0 0 0,-1-1 0 0 0,1 1 0 0 0,-1 0 1 0 0,0-1-1 0 0,0 1 0 0 0,0 0 0 0 0,0 0 0 0 0,-2-2 1 0 0,2 4-254 0 0,1-1-1 0 0,-1 0 1 0 0,1 1 0 0 0,-1 0 0 0 0,1-1 0 0 0,-1 1 0 0 0,1 0 0 0 0,-1 0 0 0 0,0 0 0 0 0,1 0 0 0 0,-1 0 0 0 0,1 0-1 0 0,-1 0 1 0 0,1 0 0 0 0,-1 1 0 0 0,1-1 0 0 0,-1 1 0 0 0,1-1 0 0 0,-1 1 0 0 0,1-1 0 0 0,-1 1 0 0 0,1 0 0 0 0,0 0-1 0 0,0 0 1 0 0,-1 0 0 0 0,0 1 0 0 0,-6 4 48 0 0,1 1-1 0 0,0 0 1 0 0,1 0-1 0 0,-1 1 1 0 0,1-1-1 0 0,1 1 1 0 0,-1 1-1 0 0,2-1 1 0 0,-1 1-1 0 0,-3 10 1 0 0,-2 6-41 0 0,2-1 1 0 0,-9 44-1 0 0,12-40-75 0 0,2 0 0 0 0,1 0-1 0 0,1 1 1 0 0,2-1 0 0 0,0 1 0 0 0,2-1-1 0 0,2 0 1 0 0,0 0 0 0 0,1 0 0 0 0,2-1-1 0 0,1 0 1 0 0,1-1 0 0 0,2 1 0 0 0,0-2-1 0 0,27 42 1 0 0,2-18-680 0 0,-9-20-5047 0 0,-6-8-1205 0 0</inkml:trace>
</inkml:ink>
</file>

<file path=ppt/ink/ink3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8:24.91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0 350 3681 0 0,'1'-6'112'0'0,"0"-1"1"0"0,1 0-1 0 0,-1 1 1 0 0,1 0 0 0 0,0-1-1 0 0,1 1 1 0 0,-1 0-1 0 0,1 0 1 0 0,0 0-1 0 0,1 1 1 0 0,0-1 0 0 0,0 1-1 0 0,0 0 1 0 0,0 0-1 0 0,1 0 1 0 0,0 1-1 0 0,6-6 1 0 0,3-1 258 0 0,1 0 0 0 0,0 1 0 0 0,0 0 0 0 0,1 2 1 0 0,21-10-1 0 0,-25 14-767 0 0,0 1-1 0 0,0 0 1 0 0,1 0 0 0 0,0 1 0 0 0,-1 1 0 0 0,1 0 0 0 0,18 1 0 0 0,90 13-2495 0 0,-116-12 3053 0 0,0 0 29 0 0,-1 0 0 0 0,0 0 0 0 0,1 0 0 0 0,-1 0 0 0 0,0 1 0 0 0,0 0 0 0 0,0 0 0 0 0,0 0 0 0 0,-1 0 0 0 0,1 1 0 0 0,-1-1 0 0 0,6 6 0 0 0,10 18 5023 0 0,-9 10 6072 0 0,-10-36-11215 0 0,0 0 0 0 0,0 0 0 0 0,-1 0 1 0 0,1 0-1 0 0,0 0 0 0 0,0 0 0 0 0,0 0 0 0 0,0 0 1 0 0,-1 0-1 0 0,1 0 0 0 0,0 0 0 0 0,-2-1 713 0 0,2 1-713 0 0,-1 0-48 0 0,1 0-1 0 0,-1-1 0 0 0,0 1 0 0 0,1 0 0 0 0,-1-1 0 0 0,1 1 0 0 0,-1-1 0 0 0,1 1 0 0 0,-1-1 1 0 0,1 1-1 0 0,-1-1 0 0 0,1 1 0 0 0,-1-1 0 0 0,1 0 0 0 0,0 1 0 0 0,-1-1 0 0 0,1 1 1 0 0,0-1-1 0 0,-1 0 0 0 0,1 0 0 0 0,-1-2 59 0 0,1 0 0 0 0,-1 0 1 0 0,1 0-1 0 0,0 0 0 0 0,0 0 0 0 0,0 0 0 0 0,0 0 1 0 0,1-4 307 0 0,2 12-301 0 0,14 28-65 0 0,0 2 0 0 0,11 37 0 0 0,-58-101 257 0 0,22 15-369 0 0,1-1 0 0 0,1 1 0 0 0,0-1 0 0 0,1 0 0 0 0,0 0-1 0 0,1-1 1 0 0,1 1 0 0 0,1-1 0 0 0,0 0 0 0 0,1 0 0 0 0,1 0 0 0 0,0 1 0 0 0,1-1-1 0 0,1 0 1 0 0,0 0 0 0 0,1 1 0 0 0,8-23 0 0 0,1 3-859 0 0</inkml:trace>
</inkml:ink>
</file>

<file path=ppt/ink/ink3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8:25.34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41 49 1840 0 0,'0'0'186'0'0,"-1"0"-1"0"0,1 0 0 0 0,-1 0 0 0 0,1 0 1 0 0,-1 0-1 0 0,0 0 0 0 0,1 0 0 0 0,-1 1 0 0 0,1-1 1 0 0,-1 0-1 0 0,1 0 0 0 0,-1 0 0 0 0,-2 3 1297 0 0,3-2-1297 0 0,-1-1 1 0 0,1 1-1 0 0,0-1 0 0 0,-1 1 0 0 0,1 0 0 0 0,-11 14 1680 0 0,8-8-1445 0 0,0 0 0 0 0,0 1 0 0 0,1-1 0 0 0,0 1 0 0 0,0-1-1 0 0,1 1 1 0 0,0-1 0 0 0,0 1 0 0 0,1 0 0 0 0,0 0 0 0 0,0-1 0 0 0,1 1 0 0 0,0 0 0 0 0,0-1 0 0 0,1 1 0 0 0,0-1 0 0 0,0 1 0 0 0,1-1 0 0 0,0 0 0 0 0,0 0 0 0 0,1 0-1 0 0,0 0 1 0 0,0-1 0 0 0,0 1 0 0 0,9 8 0 0 0,-12-14-406 0 0,0 0-1 0 0,0 1 1 0 0,0-1-1 0 0,1-1 1 0 0,-1 1 0 0 0,0 0-1 0 0,0 0 1 0 0,1 0-1 0 0,-1-1 1 0 0,1 1 0 0 0,-1 0-1 0 0,1-1 1 0 0,-1 0-1 0 0,1 1 1 0 0,-1-1-1 0 0,1 0 1 0 0,-1 0 0 0 0,1 0-1 0 0,-1 0 1 0 0,1 0-1 0 0,-1 0 1 0 0,1 0-1 0 0,2-1 1 0 0,-2 0 17 0 0,0 0 0 0 0,0 0 0 0 0,0 0 0 0 0,0 0 0 0 0,0-1 0 0 0,0 1 0 0 0,0-1 0 0 0,-1 0 0 0 0,1 1 0 0 0,0-1-1 0 0,-1 0 1 0 0,0 0 0 0 0,3-3 0 0 0,0-3 29 0 0,-1 1 1 0 0,1 0-1 0 0,-1-1 0 0 0,-1 1 0 0 0,1-1 0 0 0,-1 0 0 0 0,-1 0 0 0 0,1-8 0 0 0,-1 11-208 0 0,-2 0 0 0 0,1 0 0 0 0,0 0 0 0 0,-1 0 0 0 0,0 0 0 0 0,0 1 0 0 0,-1-1 0 0 0,1 0 0 0 0,-1 1 0 0 0,0-1 0 0 0,0 1 0 0 0,0-1 0 0 0,-1 1 0 0 0,1 0 0 0 0,-1 0 0 0 0,0 0 0 0 0,-1 1 0 0 0,-3-4 0 0 0,0 0-213 0 0,0 1 1 0 0,-1 0-1 0 0,0 1 1 0 0,0 0-1 0 0,-1 0 1 0 0,1 1-1 0 0,-1 0 1 0 0,-11-3-1 0 0,53-17-5589 0 0,-11 11 5117 0 0,-9 6 615 0 0</inkml:trace>
</inkml:ink>
</file>

<file path=ppt/ink/ink3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8:26.1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1 214 920 0 0,'0'-3'564'0'0,"0"0"-1"0"0,0 0 0 0 0,0 0 1 0 0,0 0-1 0 0,1 0 1 0 0,-1 0-1 0 0,1 0 0 0 0,0 0 1 0 0,0 1-1 0 0,0-1 1 0 0,0 0-1 0 0,0 1 0 0 0,1-1 1 0 0,-1 0-1 0 0,1 1 0 0 0,0 0 1 0 0,3-4-1 0 0,-4 5-286 0 0,-1 0 0 0 0,1 0 1 0 0,0 1-1 0 0,0-1 0 0 0,-1 0 0 0 0,1 1 0 0 0,0-1 0 0 0,0 1 0 0 0,0-1 1 0 0,0 1-1 0 0,0-1 0 0 0,0 1 0 0 0,0 0 0 0 0,0 0 0 0 0,0-1 0 0 0,0 1 0 0 0,0 0 1 0 0,0 0-1 0 0,0 0 0 0 0,2 0 0 0 0,-2 0-126 0 0,0 1 1 0 0,0 0-1 0 0,0-1 1 0 0,0 1-1 0 0,1 0 1 0 0,-1-1-1 0 0,0 1 1 0 0,0 0-1 0 0,0 0 1 0 0,-1 0-1 0 0,1 0 1 0 0,0 0-1 0 0,0 0 1 0 0,0 0-1 0 0,-1 0 1 0 0,1 0-1 0 0,0 0 1 0 0,-1 1-1 0 0,1-1 1 0 0,-1 0-1 0 0,1 2 1 0 0,3 14 136 0 0,0 1 0 0 0,-1 0 0 0 0,-1 0 0 0 0,0 0 1 0 0,-2 0-1 0 0,-2 35 0 0 0,0-2-666 0 0,8-81 75 0 0,1 0 0 0 0,2 0 0 0 0,1 0 1 0 0,1 1-1 0 0,28-53 0 0 0,-38 80 333 0 0,0 0-1 0 0,1 0 0 0 0,-1 0 1 0 0,0 1-1 0 0,1-1 0 0 0,-1 0 1 0 0,1 1-1 0 0,-1-1 0 0 0,1 1 0 0 0,0-1 1 0 0,-1 1-1 0 0,1 0 0 0 0,3-2 1 0 0,-4 3-5 0 0,-1 0 1 0 0,1 0 0 0 0,0 1-1 0 0,0-1 1 0 0,0 0 0 0 0,-1 0-1 0 0,1 0 1 0 0,0 1-1 0 0,0-1 1 0 0,-1 0 0 0 0,1 1-1 0 0,0-1 1 0 0,-1 0 0 0 0,1 1-1 0 0,0-1 1 0 0,-1 1-1 0 0,1-1 1 0 0,-1 1 0 0 0,1 0-1 0 0,-1-1 1 0 0,1 1 0 0 0,-1-1-1 0 0,1 1 1 0 0,-1 0-1 0 0,0-1 1 0 0,1 1 0 0 0,-1 0-1 0 0,0 0 1 0 0,0-1 0 0 0,1 1-1 0 0,-1 0 1 0 0,0 0-1 0 0,0-1 1 0 0,0 1 0 0 0,0 0-1 0 0,0 0 1 0 0,0 1 0 0 0,7 38 517 0 0,8 31-302 0 0,-13-66-249 0 0,0 1 1 0 0,0 0-1 0 0,0-1 0 0 0,0 0 1 0 0,1 1-1 0 0,0-1 1 0 0,0 0-1 0 0,1-1 0 0 0,4 6 1 0 0,-8-9-18 0 0,1-1 0 0 0,0 1 0 0 0,-1-1 0 0 0,1 0 0 0 0,0 1 0 0 0,0-1 0 0 0,-1 0 0 0 0,1 0 0 0 0,0 1 1 0 0,0-1-1 0 0,-1 0 0 0 0,1 0 0 0 0,0 0 0 0 0,0 0 0 0 0,0 0 0 0 0,-1 0 0 0 0,1 0 0 0 0,0 0 0 0 0,0 0 0 0 0,-1-1 0 0 0,1 1 0 0 0,0 0 1 0 0,0 0-1 0 0,-1-1 0 0 0,1 1 0 0 0,0 0 0 0 0,-1-1 0 0 0,1 1 0 0 0,0-1 0 0 0,-1 1 0 0 0,1-1 0 0 0,-1 1 0 0 0,1-1 0 0 0,0 1 0 0 0,-1-1 1 0 0,0 0-1 0 0,1 1 0 0 0,-1-1 0 0 0,1 0 0 0 0,-1 1 0 0 0,0-1 0 0 0,1 0 0 0 0,-1-1 0 0 0,21-39-613 0 0,-17 32 487 0 0,10-21-242 0 0,46-86-28 0 0,-53 103 536 0 0,2 1-1 0 0,-1 0 0 0 0,2 0 0 0 0,0 1 0 0 0,0 0 0 0 0,18-14 0 0 0,-27 23-78 0 0,1 1 0 0 0,-1-1 0 0 0,1 1 0 0 0,0 0 0 0 0,-1 0 0 0 0,1 0 0 0 0,0 0 0 0 0,0 0 0 0 0,0 0 0 0 0,-1 0 0 0 0,1 0 0 0 0,0 1 0 0 0,0-1 0 0 0,0 1 0 0 0,0-1 0 0 0,0 1 0 0 0,0 0-1 0 0,1 0 1 0 0,-1 0 0 0 0,0 0 0 0 0,0 0 0 0 0,0 0 0 0 0,0 1 0 0 0,0-1 0 0 0,0 1 0 0 0,0 0 0 0 0,0-1 0 0 0,3 3 0 0 0,-2-1 26 0 0,-1 1-1 0 0,1 0 1 0 0,-1 0 0 0 0,0 0 0 0 0,0 0 0 0 0,0 0-1 0 0,0 0 1 0 0,-1 0 0 0 0,1 1 0 0 0,-1-1-1 0 0,0 0 1 0 0,0 1 0 0 0,0 0 0 0 0,0-1 0 0 0,0 5-1 0 0,4 23 131 0 0,-3-14-283 0 0,1 1 0 0 0,0-1 0 0 0,1 1-1 0 0,12 27 1 0 0,-10-32-627 0 0</inkml:trace>
</inkml:ink>
</file>

<file path=ppt/ink/ink3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8:26.50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25 34 5985 0 0,'-1'-9'-985'0'0,"-6"-15"9352"0"0,2 39-5451 0 0,1 5-2154 0 0,1 1-1 0 0,0-1 1 0 0,2 1-1 0 0,1 0 0 0 0,0 0 1 0 0,4 24-1 0 0,28 126-113 0 0,-16-98-253 0 0,-11-44-479 0 0,13 53 279 0 0,-17-76-387 0 0,1-1 0 0 0,0 0 0 0 0,0 0 0 0 0,1 0 0 0 0,-1 0 0 0 0,1 0 0 0 0,0 0 0 0 0,0-1 0 0 0,1 0 0 0 0,-1 1 0 0 0,8 6 0 0 0,-2-6-1951 0 0</inkml:trace>
</inkml:ink>
</file>

<file path=ppt/ink/ink3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8:26.80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0 148 1840 0 0,'0'-3'274'0'0,"0"0"-1"0"0,0 0 0 0 0,0 0 1 0 0,1 0-1 0 0,-1 0 0 0 0,1 0 0 0 0,0 0 1 0 0,0 0-1 0 0,0 0 0 0 0,0 0 1 0 0,0 0-1 0 0,0 1 0 0 0,1-1 0 0 0,-1 0 1 0 0,5-4-1 0 0,-1-1 563 0 0,2 1-1 0 0,-1-1 1 0 0,14-12-1 0 0,-11 14-214 0 0,1 0-1 0 0,-1 0 0 0 0,1 0 0 0 0,0 2 1 0 0,0-1-1 0 0,1 1 0 0 0,-1 0 0 0 0,1 1 0 0 0,21-3 1 0 0,-23 5-336 0 0,-1-1 0 0 0,1 2 0 0 0,-1-1 0 0 0,1 1 0 0 0,0 1 0 0 0,-1-1 0 0 0,1 1 0 0 0,0 1 0 0 0,-1 0 0 0 0,1 0 0 0 0,-1 1 0 0 0,0 0 0 0 0,10 4 0 0 0,-16-6-243 0 0,0 1-1 0 0,0-1 1 0 0,0 0-1 0 0,0 1 1 0 0,0 0-1 0 0,-1-1 1 0 0,1 1 0 0 0,0 0-1 0 0,-1 0 1 0 0,1 0-1 0 0,-1 0 1 0 0,0 0-1 0 0,0 0 1 0 0,1 0-1 0 0,-1 0 1 0 0,-1 1-1 0 0,1-1 1 0 0,0 0-1 0 0,0 1 1 0 0,0 4-1 0 0,-1-3-15 0 0,0 1 0 0 0,-1-1 0 0 0,1 1-1 0 0,-1-1 1 0 0,0 0 0 0 0,0 1-1 0 0,-1-1 1 0 0,1 0 0 0 0,-1 0-1 0 0,-4 7 1 0 0,-3 5 11 0 0,-2-1 1 0 0,0 0-1 0 0,-1-1 0 0 0,-18 17 1 0 0,26-27-89 0 0,-70 66 284 0 0,66-63-552 0 0,-2 0 0 0 0,1 0 0 0 0,-1-1 1 0 0,0 0-1 0 0,0-1 0 0 0,-18 7 0 0 0,20-10-1680 0 0</inkml:trace>
</inkml:ink>
</file>

<file path=ppt/ink/ink3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8:27.1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 48 456 0 0,'-14'-47'13706'0'0,"13"64"-7268"0"0,-1 13-5325 0 0,7 56-80 0 0,5 191-839 0 0,-10-262-373 0 0,0 15 203 0 0,5 45 0 0 0,-4-67-167 0 0,1-1 0 0 0,-1 1 1 0 0,1-1-1 0 0,0 1 1 0 0,1-1-1 0 0,0 0 1 0 0,0 0-1 0 0,0 0 1 0 0,1 0-1 0 0,0-1 0 0 0,6 8 1 0 0,-9-13-30 0 0,-1 0 0 0 0,1-1 0 0 0,-1 1 1 0 0,1-1-1 0 0,-1 1 0 0 0,1-1 0 0 0,0 1 1 0 0,-1-1-1 0 0,1 1 0 0 0,0-1 0 0 0,-1 1 0 0 0,1-1 1 0 0,0 0-1 0 0,-1 0 0 0 0,1 1 0 0 0,0-1 0 0 0,0 0 1 0 0,0 0-1 0 0,-1 0 0 0 0,1 0 0 0 0,0 0 1 0 0,0 0-1 0 0,0 0 0 0 0,-1 0 0 0 0,1 0 0 0 0,0 0 1 0 0,0 0-1 0 0,-1 0 0 0 0,1-1 0 0 0,0 1 0 0 0,0 0 1 0 0,-1-1-1 0 0,1 1 0 0 0,0 0 0 0 0,-1-1 1 0 0,1 1-1 0 0,0-1 0 0 0,-1 1 0 0 0,1-1 0 0 0,-1 1 1 0 0,1-1-1 0 0,-1 1 0 0 0,1-1 0 0 0,-1 0 0 0 0,1 1 1 0 0,-1-1-1 0 0,1 0 0 0 0,-1 0 0 0 0,0 1 1 0 0,1-1-1 0 0,-1 0 0 0 0,0-1 0 0 0</inkml:trace>
</inkml:ink>
</file>

<file path=ppt/ink/ink3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8:27.54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1 108 3945 0 0,'0'-7'391'0'0,"0"0"0"0"0,0 0 0 0 0,1 0 0 0 0,0 0 0 0 0,0 0 0 0 0,1 0 0 0 0,0 0-1 0 0,5-12 1 0 0,-5 16-87 0 0,-1 1-1 0 0,1 0 0 0 0,-1 0 0 0 0,1-1 0 0 0,0 1 0 0 0,0 1 1 0 0,0-1-1 0 0,0 0 0 0 0,0 0 0 0 0,0 1 0 0 0,1-1 0 0 0,-1 1 0 0 0,0 0 1 0 0,1-1-1 0 0,-1 1 0 0 0,1 0 0 0 0,-1 1 0 0 0,1-1 0 0 0,0 0 1 0 0,-1 1-1 0 0,1-1 0 0 0,0 1 0 0 0,0 0 0 0 0,-1 0 0 0 0,1 0 1 0 0,3 1-1 0 0,6 0 177 0 0,-1 1 1 0 0,1 1 0 0 0,-1 0-1 0 0,0 0 1 0 0,0 1-1 0 0,0 0 1 0 0,17 10 0 0 0,70 49 924 0 0,-72-45-989 0 0,-3-4-176 0 0,-2 2 0 0 0,0 1 0 0 0,0 1 0 0 0,26 29-1 0 0,-43-42-203 0 0,1 1 0 0 0,-1-1 0 0 0,0 1 0 0 0,0-1 0 0 0,-1 1 0 0 0,1 1 0 0 0,-1-1 0 0 0,-1 0 0 0 0,1 1 0 0 0,-1-1 0 0 0,0 1 0 0 0,-1 0 0 0 0,1-1 0 0 0,-1 1-1 0 0,-1 0 1 0 0,1 0 0 0 0,-1 0 0 0 0,-1 0 0 0 0,1 0 0 0 0,-1 0 0 0 0,0-1 0 0 0,-4 12 0 0 0,-2-2 87 0 0,-1-1 0 0 0,0-1 0 0 0,-1 0 0 0 0,-1 0 0 0 0,0 0 0 0 0,-1-1 0 0 0,-1-1 0 0 0,0 0 0 0 0,-15 11-1 0 0,-31 35-1518 0 0,49-48 108 0 0,1 0-1 0 0,0 1 1 0 0,1 0-1 0 0,-8 14 1 0 0</inkml:trace>
</inkml:ink>
</file>

<file path=ppt/ink/ink3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8:28.68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0 188 456 0 0,'17'-8'6890'0'0,"8"-4"-3412"0"0,30-5 2285 0 0,31-12 162 0 0,-63 20-5379 0 0,38-21 1 0 0,-43 19-762 0 0,74-38 228 0 0,-78 43-1549 0 0,0 0 1 0 0,23-5 0 0 0</inkml:trace>
</inkml:ink>
</file>

<file path=ppt/ink/ink3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8:29.01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0 146 4609 0 0,'14'-1'3698'0'0,"-1"0"-1"0"0,1 0 1 0 0,16-5-1 0 0,42-17 1620 0 0,70-45-8113 0 0,-69 31 2287 0 0,-55 29-7179 0 0</inkml:trace>
</inkml:ink>
</file>

<file path=ppt/ink/ink3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8:34.38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168 7 8754 0 0,'-8'-2'851'0'0,"1"1"-1"0"0,-1 0 1 0 0,1 0 0 0 0,-1 0-1 0 0,0 1 1 0 0,1 0 0 0 0,-15 2-1 0 0,19-1-634 0 0,0 0 1 0 0,0 1-1 0 0,-1-1 0 0 0,1 1 0 0 0,0 0 0 0 0,0-1 0 0 0,0 1 1 0 0,0 1-1 0 0,1-1 0 0 0,-1 0 0 0 0,1 1 0 0 0,-1-1 1 0 0,1 1-1 0 0,0 0 0 0 0,0 0 0 0 0,0-1 0 0 0,0 2 1 0 0,0-1-1 0 0,-1 4 0 0 0,-5 14-17 0 0,1-1 1 0 0,0 1-1 0 0,2 1 0 0 0,0-1 1 0 0,2 1-1 0 0,0 0 1 0 0,2 0-1 0 0,0 0 0 0 0,1-1 1 0 0,2 1-1 0 0,0 0 0 0 0,1 0 1 0 0,8 27-1 0 0,-9-42-184 0 0,0 1-1 0 0,1-1 1 0 0,0 0-1 0 0,1 0 0 0 0,-1 0 1 0 0,1-1-1 0 0,1 1 1 0 0,-1-1-1 0 0,1 0 1 0 0,0 0-1 0 0,1 0 1 0 0,-1-1-1 0 0,1 0 1 0 0,0 0-1 0 0,0-1 1 0 0,1 1-1 0 0,-1-1 0 0 0,1 0 1 0 0,0-1-1 0 0,0 0 1 0 0,1 0-1 0 0,-1-1 1 0 0,0 1-1 0 0,1-2 1 0 0,-1 1-1 0 0,1-1 1 0 0,0 0-1 0 0,0-1 0 0 0,-1 1 1 0 0,1-2-1 0 0,0 1 1 0 0,-1-1-1 0 0,1 0 1 0 0,0-1-1 0 0,-1 1 1 0 0,1-2-1 0 0,12-4 1 0 0,-3-2-159 0 0,1 0 0 0 0,-2-1 0 0 0,1-1 0 0 0,-1-1-1 0 0,14-13 1 0 0,-3 0-458 0 0</inkml:trace>
</inkml:ink>
</file>

<file path=ppt/ink/ink3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8:34.64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68 3 5529 0 0,'-3'-1'311'0'0,"0"1"1"0"0,1-1-1 0 0,-1 1 0 0 0,0 0 0 0 0,0 0 0 0 0,1 0 1 0 0,-1 0-1 0 0,0 0 0 0 0,0 0 0 0 0,0 1 0 0 0,1 0 0 0 0,-1-1 1 0 0,0 1-1 0 0,1 0 0 0 0,-5 3 0 0 0,5-3 35 0 0,0 0-1 0 0,1 1 0 0 0,-1-1 1 0 0,1 1-1 0 0,0 0 0 0 0,-1 0 1 0 0,1-1-1 0 0,0 1 1 0 0,0 0-1 0 0,0 0 0 0 0,0 0 1 0 0,0 0-1 0 0,0 0 1 0 0,1 0-1 0 0,-1 0 0 0 0,1 1 1 0 0,0-1-1 0 0,-1 0 0 0 0,1 0 1 0 0,0 0-1 0 0,0 4 1 0 0,1 3 47 0 0,0 0 0 0 0,1 0 1 0 0,0 0-1 0 0,1 0 0 0 0,0 0 1 0 0,0 0-1 0 0,0-1 0 0 0,1 1 1 0 0,1-1-1 0 0,4 8 0 0 0,59 76 356 0 0,-65-88-702 0 0,9 12 4 0 0,1-1-1 0 0,28 25 1 0 0,-37-36-117 0 0,0-1-1 0 0,0 0 0 0 0,0 0 0 0 0,1-1 1 0 0,-1 1-1 0 0,1-1 0 0 0,-1 0 1 0 0,1 0-1 0 0,0 0 0 0 0,0-1 1 0 0,0 1-1 0 0,0-1 0 0 0,0 0 0 0 0,0-1 1 0 0,0 1-1 0 0,9-1 0 0 0,2-4-743 0 0</inkml:trace>
</inkml:ink>
</file>

<file path=ppt/ink/ink3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8:35.24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 0 920 0 0,'-11'15'20313'0'0,"14"2"-22064"0"0,12 95 4701 0 0,-7-44-2834 0 0,3-1 0 0 0,24 83 1 0 0,-28-131-952 0 0,0-3-315 0 0</inkml:trace>
</inkml:ink>
</file>

<file path=ppt/ink/ink3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8:35.43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5 156 7370 0 0,'-3'-1'656'0'0,"1"-2"-528"0"0,2 0-128 0 0,3 0 0 0 0,2 2 840 0 0,-3-1 144 0 0,4 0 24 0 0,1-4 9 0 0,5-1-321 0 0,4-5-64 0 0,4-1-16 0 0,0-1 0 0 0,3 0-520 0 0,0-1-96 0 0,1 0 0 0 0,5 0-80 0 0,1 1 80 0 0,-1-2-64 0 0</inkml:trace>
</inkml:ink>
</file>

<file path=ppt/ink/ink3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8:35.78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1 101 1840 0 0,'4'-7'12298'0'0,"2"8"-10610"0"0,3 0-1170 0 0,0 1 0 0 0,0 1-1 0 0,0-1 1 0 0,0 2 0 0 0,0-1 0 0 0,0 1-1 0 0,-1 0 1 0 0,0 1 0 0 0,0 0-1 0 0,0 0 1 0 0,0 1 0 0 0,8 8 0 0 0,-3-1-420 0 0,0 1-1 0 0,-1 0 1 0 0,-1 1 0 0 0,-1 0 0 0 0,15 29 0 0 0,5 18 60 0 0,-16-32 2 0 0,26 42-1 0 0,-40-72-159 0 0,0 0 1 0 0,0 0-1 0 0,0 0 1 0 0,0 0-1 0 0,0 0 1 0 0,-1 0-1 0 0,1 0 1 0 0,0 0-1 0 0,0 0 0 0 0,0 0 1 0 0,0 0-1 0 0,0 0 1 0 0,0 0-1 0 0,0 0 1 0 0,0 0-1 0 0,0 0 0 0 0,0 0 1 0 0,0 0-1 0 0,0 1 1 0 0,0-1-1 0 0,0 0 1 0 0,0 0-1 0 0,0 0 0 0 0,-1 0 1 0 0,1 0-1 0 0,0 0 1 0 0,0 0-1 0 0,0 0 1 0 0,0 0-1 0 0,-13-11 34 0 0,-17-22 67 0 0,20 16 4 0 0,-1 0 0 0 0,2 0-1 0 0,0-1 1 0 0,2-1 0 0 0,0 1 0 0 0,0-1-1 0 0,-5-31 1 0 0,9 35-483 0 0,1-1 0 0 0,1 0 0 0 0,0 1 0 0 0,1-1 0 0 0,0 0 0 0 0,1 0 1 0 0,1 1-1 0 0,1-1 0 0 0,0 1 0 0 0,6-16 0 0 0,1 5-7069 0 0</inkml:trace>
</inkml:ink>
</file>

<file path=ppt/ink/ink3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8:36.1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 30 9674 0 0,'0'0'26'0'0,"0"0"0"0"0,0 0 0 0 0,-1 0 0 0 0,1 0 0 0 0,0 0 0 0 0,0 0 0 0 0,0 0 0 0 0,0 0 1 0 0,-1 0-1 0 0,1 0 0 0 0,0 0 0 0 0,0-1 0 0 0,0 1 0 0 0,0 0 0 0 0,0 0 0 0 0,-1 0 0 0 0,1 0 0 0 0,0 0 0 0 0,0 0 0 0 0,0-1 0 0 0,0 1 0 0 0,0 0 0 0 0,0 0 0 0 0,0 0 0 0 0,0 0 0 0 0,0-1 0 0 0,0 1 0 0 0,0 0 0 0 0,0 0 1 0 0,0 0-1 0 0,-1-1 0 0 0,1 1 0 0 0,0 0 0 0 0,1 0 0 0 0,-1 0 0 0 0,0 0 0 0 0,0-1 0 0 0,0 1 0 0 0,0 0 0 0 0,0 0 0 0 0,0 0 0 0 0,0-1 0 0 0,0 1 0 0 0,0 0 0 0 0,0 0 0 0 0,0 0 0 0 0,0 0 0 0 0,0 0 0 0 0,1-1 0 0 0,-1 1 1 0 0,0 0-1 0 0,0 0 0 0 0,0 0 0 0 0,14 1 1528 0 0,18 9 1417 0 0,-24-5-2407 0 0,1 1 0 0 0,-1 0 0 0 0,0 0 0 0 0,0 1 0 0 0,0 0 0 0 0,-1 0 0 0 0,7 10 0 0 0,-5-4-341 0 0,0 1-1 0 0,0 0 1 0 0,-2 0-1 0 0,0 0 0 0 0,0 1 1 0 0,7 27-1 0 0,-14-42-208 0 0,0 0 0 0 0,0 0-1 0 0,0 0 1 0 0,0 0 0 0 0,0 0 0 0 0,0 0-1 0 0,0 0 1 0 0,0 0 0 0 0,0 0-1 0 0,-1 0 1 0 0,1 0 0 0 0,0 0-1 0 0,0 0 1 0 0,0 0 0 0 0,0 0 0 0 0,0 0-1 0 0,0 0 1 0 0,0 0 0 0 0,0 0-1 0 0,0 0 1 0 0,0 0 0 0 0,0 0 0 0 0,0 1-1 0 0,0-1 1 0 0,0 0 0 0 0,0 0-1 0 0,0 0 1 0 0,0 0 0 0 0,0 0 0 0 0,0 0-1 0 0,0 0 1 0 0,0 0 0 0 0,0 0-1 0 0,0 0 1 0 0,0 0 0 0 0,0 0-1 0 0,0 0 1 0 0,0 0 0 0 0,0 0 0 0 0,0 0-1 0 0,0 1 1 0 0,0-1 0 0 0,0 0-1 0 0,0 0 1 0 0,0 0 0 0 0,0 0-1 0 0,-8-9 242 0 0,-6-14-80 0 0,11 13-225 0 0,0 0-1 0 0,1 0 1 0 0,0-1 0 0 0,0 1 0 0 0,1 0 0 0 0,1-1-1 0 0,-1 1 1 0 0,2-1 0 0 0,0 1 0 0 0,0-1 0 0 0,0 1-1 0 0,2 0 1 0 0,4-15 0 0 0,4-7-791 0 0</inkml:trace>
</inkml:ink>
</file>

<file path=ppt/ink/ink3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8:36.70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0 211 4609 0 0,'2'1'189'0'0,"-1"-1"1"0"0,1 0-1 0 0,-1 0 0 0 0,1 1 1 0 0,-1-1-1 0 0,1 0 1 0 0,-1-1-1 0 0,1 1 0 0 0,-1 0 1 0 0,1 0-1 0 0,-1-1 0 0 0,0 1 1 0 0,1-1-1 0 0,-1 1 1 0 0,1-1-1 0 0,-1 1 0 0 0,0-1 1 0 0,1 0-1 0 0,-1 0 0 0 0,0 0 1 0 0,0 0-1 0 0,0 0 1 0 0,0 0-1 0 0,1 0 0 0 0,-1 0 1 0 0,-1 0-1 0 0,1 0 0 0 0,1-3 1 0 0,3-2 249 0 0,-1 0 1 0 0,1 0 0 0 0,-2-1-1 0 0,6-10 1 0 0,-4 4-58 0 0,0 0 0 0 0,-1 0 1 0 0,-1 0-1 0 0,0-1 0 0 0,2-27 0 0 0,-16 115-1658 0 0,10-63 1178 0 0,1 1-1 0 0,1-1 0 0 0,0 0 1 0 0,0 1-1 0 0,1-1 0 0 0,1 0 1 0 0,6 20-1 0 0,-8-28 120 0 0,0-1 1 0 0,1 1-1 0 0,-1 0 0 0 0,0-1 1 0 0,1 1-1 0 0,0-1 1 0 0,-1 1-1 0 0,1-1 0 0 0,0 0 1 0 0,0 0-1 0 0,1 0 0 0 0,-1 0 1 0 0,0 0-1 0 0,1 0 0 0 0,-1-1 1 0 0,1 1-1 0 0,-1-1 1 0 0,1 1-1 0 0,0-1 0 0 0,0 0 1 0 0,0 0-1 0 0,-1-1 0 0 0,1 1 1 0 0,0 0-1 0 0,0-1 1 0 0,0 0-1 0 0,0 0 0 0 0,0 0 1 0 0,0 0-1 0 0,0 0 0 0 0,0 0 1 0 0,0-1-1 0 0,0 1 0 0 0,5-3 1 0 0,0 1-31 0 0,0-1 0 0 0,0-1 0 0 0,0 1 0 0 0,0-1 0 0 0,-1 0-1 0 0,0-1 1 0 0,0 0 0 0 0,0 0 0 0 0,0-1 0 0 0,-1 0 0 0 0,9-10 0 0 0,-4 3 312 0 0,0-2-1 0 0,-1 1 1 0 0,-1-2 0 0 0,12-24-1 0 0,-21 39-228 0 0,0 0-1 0 0,0 1 1 0 0,0-1-1 0 0,0 0 1 0 0,0 0-1 0 0,1 1 1 0 0,-1-1-1 0 0,0 0 1 0 0,1 1-1 0 0,-1-1 1 0 0,0 0-1 0 0,1 1 1 0 0,-1-1-1 0 0,1 1 1 0 0,-1-1-1 0 0,1 0 1 0 0,-1 1-1 0 0,1-1 1 0 0,0 1-1 0 0,-1 0 1 0 0,1-1-1 0 0,-1 1 1 0 0,1-1-1 0 0,0 1 1 0 0,-1 0-1 0 0,1 0 1 0 0,0-1-1 0 0,0 1 1 0 0,-1 0-1 0 0,1 0 1 0 0,0 0-1 0 0,0 0 1 0 0,-1 0-1 0 0,1 0 1 0 0,0 0-1 0 0,0 0 1 0 0,-1 0 0 0 0,1 0-1 0 0,0 0 1 0 0,0 0-1 0 0,-1 0 1 0 0,1 1-1 0 0,1 0 1 0 0,1 1 112 0 0,-1 1 0 0 0,1-1 0 0 0,0 1 0 0 0,-1 0 0 0 0,0 0 0 0 0,1 0 0 0 0,-1 0 0 0 0,1 4 0 0 0,7 14 300 0 0,-8-16-431 0 0,0-1-1 0 0,0 1 1 0 0,0 0-1 0 0,0-1 1 0 0,1 0-1 0 0,-1 0 1 0 0,1 0-1 0 0,0 0 1 0 0,1 0-1 0 0,-1 0 1 0 0,1-1 0 0 0,6 6-1 0 0,-8-9-52 0 0,-1 1-1 0 0,1-1 1 0 0,0 0-1 0 0,0 0 1 0 0,-1 0-1 0 0,1 0 1 0 0,0-1-1 0 0,-1 1 1 0 0,1 0-1 0 0,0-1 1 0 0,0 1-1 0 0,-1-1 1 0 0,1 1-1 0 0,-1-1 1 0 0,1 0 0 0 0,-1 0-1 0 0,1 0 1 0 0,-1 1-1 0 0,1-2 1 0 0,-1 1-1 0 0,0 0 1 0 0,1 0-1 0 0,-1 0 1 0 0,0-1-1 0 0,0 1 1 0 0,0 0-1 0 0,0-1 1 0 0,0 1-1 0 0,1-3 1 0 0,3-4-31 0 0,0-1 0 0 0,-1 1 0 0 0,6-17-1 0 0,-2-2-94 0 0,-4 13 85 0 0,0 1 0 0 0,12-25-1 0 0,-15 36 43 0 0,0-1-1 0 0,1 0 0 0 0,-1 1 0 0 0,1-1 0 0 0,0 1 0 0 0,0 0 1 0 0,0-1-1 0 0,0 1 0 0 0,0 0 0 0 0,0 0 0 0 0,1 0 0 0 0,-1 1 1 0 0,1-1-1 0 0,-1 1 0 0 0,1-1 0 0 0,0 1 0 0 0,0 0 0 0 0,-1 0 1 0 0,5-1-1 0 0,-6 2 15 0 0,1 0-1 0 0,-1 0 1 0 0,1 0 0 0 0,-1 0 0 0 0,1 0 0 0 0,-1 1-1 0 0,1-1 1 0 0,-1 0 0 0 0,1 1 0 0 0,-1-1 0 0 0,1 1-1 0 0,-1 0 1 0 0,0-1 0 0 0,1 1 0 0 0,-1 0 0 0 0,0 0-1 0 0,0 0 1 0 0,0 0 0 0 0,1 0 0 0 0,-1 0 0 0 0,0 0-1 0 0,0 0 1 0 0,0 1 0 0 0,-1-1 0 0 0,2 2 0 0 0,20 43 318 0 0,-12-24-288 0 0,-6-16-288 0 0,0 0 1 0 0,0 0-1 0 0,1 0 1 0 0,-1 0-1 0 0,1-1 1 0 0,11 9-1 0 0,-14-12-235 0 0,1 1 0 0 0,0-1-1 0 0,0 0 1 0 0,0-1 0 0 0,0 1 0 0 0,0-1-1 0 0,0 1 1 0 0,1-1 0 0 0,-1 0 0 0 0,0 0 0 0 0,1 0-1 0 0,-1-1 1 0 0,1 1 0 0 0,-1-1 0 0 0,0 0-1 0 0,6 0 1 0 0,5-4-2211 0 0</inkml:trace>
</inkml:ink>
</file>

<file path=ppt/ink/ink3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8:36.87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 5 8754 0 0,'-11'-5'7750'0'0,"20"30"-5403"0"0,34 140 1589 0 0,-23-99-3886 0 0,48 109 1 0 0,-56-149-630 0 0</inkml:trace>
</inkml:ink>
</file>

<file path=ppt/ink/ink3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8:37.05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26 166 14747 0 0,'-2'0'118'0'0,"0"0"0"0"0,1 0 1 0 0,-1-1-1 0 0,0 1 0 0 0,1-1 0 0 0,-1 0 0 0 0,0 0 0 0 0,1 1 1 0 0,-1-1-1 0 0,1 0 0 0 0,-1 0 0 0 0,-1-2 0 0 0,3 3-46 0 0,0-1 0 0 0,-1 1 0 0 0,1 0-1 0 0,0-1 1 0 0,0 1 0 0 0,0-1 0 0 0,-1 1-1 0 0,1-1 1 0 0,0 1 0 0 0,0-1 0 0 0,0 1-1 0 0,0-1 1 0 0,0 1 0 0 0,0 0 0 0 0,0-1 0 0 0,0 1-1 0 0,0-1 1 0 0,0 1 0 0 0,0-1 0 0 0,0 1-1 0 0,1-1 1 0 0,-1 1 0 0 0,0-1 0 0 0,0 1-1 0 0,0 0 1 0 0,0-1 0 0 0,1 1 0 0 0,-1-1-1 0 0,1 1 1 0 0,3-5 246 0 0,0 1-1 0 0,0 0 0 0 0,0 1 1 0 0,1-1-1 0 0,0 1 0 0 0,6-4 1 0 0,13-7-376 0 0,0 1 1 0 0,2 2 0 0 0,37-13 0 0 0,84-16-7613 0 0,-100 29 4833 0 0</inkml:trace>
</inkml:ink>
</file>

<file path=ppt/ink/ink3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8:37.29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 91 13363 0 0,'-1'-3'160'0'0,"-1"1"1"0"0,1-1-1 0 0,0 0 0 0 0,0 0 1 0 0,0 0-1 0 0,0 0 0 0 0,1 1 1 0 0,-1-1-1 0 0,1 0 0 0 0,0 0 1 0 0,0 0-1 0 0,0-1 0 0 0,0 1 1 0 0,0 0-1 0 0,1 0 1 0 0,-1 1-1 0 0,1-1 0 0 0,0 0 1 0 0,0 0-1 0 0,0 0 0 0 0,0 0 1 0 0,1 0-1 0 0,-1 1 0 0 0,1-1 1 0 0,-1 1-1 0 0,1-1 0 0 0,0 1 1 0 0,3-3-1 0 0,-5 4-76 0 0,0 1 1 0 0,1-1-1 0 0,-1 1 0 0 0,1-1 0 0 0,-1 1 1 0 0,1 0-1 0 0,-1-1 0 0 0,1 1 0 0 0,-1 0 1 0 0,1-1-1 0 0,-1 1 0 0 0,1 0 1 0 0,-1-1-1 0 0,1 1 0 0 0,-1 0 0 0 0,1 0 1 0 0,0 0-1 0 0,-1 0 0 0 0,1 0 0 0 0,-1 0 1 0 0,1 0-1 0 0,0 0 0 0 0,-1 0 0 0 0,1 0 1 0 0,-1 0-1 0 0,1 0 0 0 0,0 0 0 0 0,-1 0 1 0 0,1 0-1 0 0,-1 1 0 0 0,1-1 0 0 0,0 1 1 0 0,17 18 1080 0 0,3 28-252 0 0,20 125-166 0 0,0 3-586 0 0,-35-157-755 0 0,0 1 0 0 0,2-1 0 0 0,0-1 0 0 0,2 1 0 0 0,-1-1 0 0 0,24 30 0 0 0,-17-31-6585 0 0</inkml:trace>
</inkml:ink>
</file>

<file path=ppt/ink/ink3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8:37.46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0 127 2304 0 0,'9'-9'201'0'0,"-1"0"-201"0"0,0 4 0 0 0,-3 2 0 0 0,1 0 1040 0 0,1-3 168 0 0,8-4 32 0 0,8-4 9 0 0,5-5-569 0 0,2 2-104 0 0,0 2-32 0 0,-5 5 0 0 0,-2 5-1560 0 0,-4 3-312 0 0,-2 7-65 0 0,-3-1-15 0 0,0 2 1112 0 0,-2-2 216 0 0</inkml:trace>
</inkml:ink>
</file>

<file path=ppt/ink/ink3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8:37.87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5 7370 0 0,'1'-1'310'0'0,"0"1"0"0"0,0-1 1 0 0,0 1-1 0 0,0-1 1 0 0,0 1-1 0 0,0 0 0 0 0,0-1 1 0 0,0 1-1 0 0,0 0 0 0 0,0 0 1 0 0,0 0-1 0 0,0 0 1 0 0,0 0-1 0 0,0 0 0 0 0,0 0 1 0 0,0 0-1 0 0,0 0 1 0 0,0 0-1 0 0,0 1 0 0 0,0-1 1 0 0,0 0-1 0 0,2 2 0 0 0,0-1 250 0 0,1 1-1 0 0,-1 0 1 0 0,0 1-1 0 0,-1-1 0 0 0,1 0 1 0 0,0 1-1 0 0,2 3 1 0 0,6 8 532 0 0,-1 0 1 0 0,10 19-1 0 0,-15-25-1030 0 0,39 65 256 0 0,-60-99 661 0 0,10 16-824 0 0,0 0 0 0 0,0-1 0 0 0,1 1 0 0 0,-4-13 0 0 0,8 16-122 0 0,0 1 0 0 0,0-1 0 0 0,0 0 0 0 0,1 1 0 0 0,0-8 0 0 0,0 8-53 0 0,0 5-57 0 0,0 4-1035 0 0,0-2 861 0 0,1 0 0 0 0,-1-1-1 0 0,0 1 1 0 0,1 0 0 0 0,-1 0 0 0 0,1 0 0 0 0,-1-1 0 0 0,1 1 0 0 0,-1 0 0 0 0,1-1 0 0 0,-1 1-1 0 0,1 0 1 0 0,0 0 0 0 0,2 2 262 0 0,-2-3 18 0 0,0 1 1 0 0,0 0-1 0 0,0 0 1 0 0,0 0 0 0 0,0-1-1 0 0,0 1 1 0 0,0 0-1 0 0,0-1 1 0 0,1 1 0 0 0,-1-1-1 0 0,0 1 1 0 0,0-1-1 0 0,0 0 1 0 0,1 1 0 0 0,-1-1-1 0 0,2 0 339 0 0</inkml:trace>
</inkml:ink>
</file>

<file path=ppt/ink/ink3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8:38.32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 0 6449 0 0,'-8'9'14187'0'0,"8"-8"-13803"0"0,58 233 1945 0 0,-56-223-2320 0 0,14 72 383 0 0,46 137-1 0 0,-68-243-516 0 0,1 0 0 0 0,1-1 0 0 0,2 0 0 0 0,0 0 0 0 0,1 0 0 0 0,1 1 0 0 0,2-1 1 0 0,0 0-1 0 0,2 0 0 0 0,0 1 0 0 0,1-1 0 0 0,10-24 0 0 0,-13 44 144 0 0,0 0-1 0 0,0 0 1 0 0,0 0 0 0 0,1 0 0 0 0,0 0 0 0 0,-1 0-1 0 0,1 1 1 0 0,1-1 0 0 0,-1 1 0 0 0,0 0 0 0 0,1 0-1 0 0,-1 0 1 0 0,1 1 0 0 0,6-4 0 0 0,-8 5-9 0 0,0 0 0 0 0,0 1 0 0 0,0-1 1 0 0,0 0-1 0 0,0 1 0 0 0,0 0 0 0 0,1-1 0 0 0,-1 1 1 0 0,0 0-1 0 0,0 0 0 0 0,0 0 0 0 0,1 0 0 0 0,-1 1 1 0 0,0-1-1 0 0,0 1 0 0 0,0-1 0 0 0,0 1 0 0 0,0 0 0 0 0,0 0 1 0 0,0 0-1 0 0,0 0 0 0 0,0 0 0 0 0,0 0 0 0 0,0 0 1 0 0,0 1-1 0 0,-1-1 0 0 0,1 1 0 0 0,-1-1 0 0 0,1 1 1 0 0,-1 0-1 0 0,3 2 0 0 0,6 12 162 0 0,0-1-1 0 0,11 25 1 0 0,-17-30-186 0 0,0 0-1 0 0,0-1 0 0 0,2 0 1 0 0,-1 0-1 0 0,1 0 1 0 0,0-1-1 0 0,1 1 0 0 0,0-2 1 0 0,0 1-1 0 0,1-1 1 0 0,15 12-1 0 0,-8-12-461 0 0</inkml:trace>
</inkml:ink>
</file>

<file path=ppt/ink/ink3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8:38.63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6 106 9218 0 0,'-5'-16'3087'0'0,"5"16"-2946"0"0,1 0 0 0 0,-1-1 0 0 0,0 1 0 0 0,1 0 0 0 0,-1 0 0 0 0,0 0 0 0 0,1 0 0 0 0,-1 0 1 0 0,1 0-1 0 0,-1 0 0 0 0,0 0 0 0 0,1 0 0 0 0,-1 0 0 0 0,0 0 0 0 0,1 0 0 0 0,-1 0 0 0 0,1 0 0 0 0,-1 0 0 0 0,0 0 0 0 0,1 0 0 0 0,1 1 52 0 0,-1 1 0 0 0,1-1-1 0 0,-1 0 1 0 0,0 1-1 0 0,1-1 1 0 0,-1 1 0 0 0,0-1-1 0 0,0 1 1 0 0,2 3 0 0 0,-2-4 27 0 0,9 16 523 0 0,0 1 1 0 0,0 0-1 0 0,-2 1 0 0 0,0 0 0 0 0,6 26 0 0 0,6 12-301 0 0,-15-44-356 0 0,-2-6-63 0 0,0 0 1 0 0,0-1-1 0 0,-1 1 0 0 0,0 0 1 0 0,2 13-1 0 0,-14-110 689 0 0,10 65-712 0 0,2-1 0 0 0,0 0 0 0 0,12-44 0 0 0,-11 57-632 0 0,1 0 0 0 0,0 0 0 0 0,2 1 0 0 0,-1-1 0 0 0,1 1 0 0 0,1 0 0 0 0,0 0 0 0 0,16-18 0 0 0</inkml:trace>
</inkml:ink>
</file>

<file path=ppt/ink/ink3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8:39.23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87 112 5529 0 0,'-1'-1'339'0'0,"-1"0"-1"0"0,0 0 1 0 0,1 1 0 0 0,-1-1-1 0 0,0 1 1 0 0,1-1-1 0 0,-1 1 1 0 0,0-1-1 0 0,0 1 1 0 0,1 0 0 0 0,-1 0-1 0 0,0 0 1 0 0,0 0-1 0 0,0 0 1 0 0,1 0 0 0 0,-1 1-1 0 0,0-1 1 0 0,0 1-1 0 0,1-1 1 0 0,-1 1-1 0 0,0-1 1 0 0,1 1 0 0 0,-1 0-1 0 0,-1 1 1 0 0,0 0-28 0 0,0 1 1 0 0,1 0-1 0 0,-1-1 0 0 0,1 1 1 0 0,-1 0-1 0 0,1 0 1 0 0,0 1-1 0 0,0-1 0 0 0,0 0 1 0 0,1 1-1 0 0,-2 3 1 0 0,0 2-84 0 0,0 0 0 0 0,0 1 1 0 0,1-1-1 0 0,1 1 1 0 0,-1-1-1 0 0,2 1 1 0 0,-1-1-1 0 0,2 17 1 0 0,0-21-172 0 0,0-1 0 0 0,-1 1 1 0 0,2 0-1 0 0,-1-1 0 0 0,0 1 0 0 0,1-1 0 0 0,0 0 1 0 0,0 1-1 0 0,0-1 0 0 0,1 0 0 0 0,-1 0 0 0 0,1-1 1 0 0,0 1-1 0 0,0 0 0 0 0,0-1 0 0 0,1 0 0 0 0,-1 0 1 0 0,1 0-1 0 0,0 0 0 0 0,0 0 0 0 0,0-1 0 0 0,0 1 1 0 0,0-1-1 0 0,0 0 0 0 0,1-1 0 0 0,-1 1 0 0 0,1-1 1 0 0,-1 0-1 0 0,1 0 0 0 0,0 0 0 0 0,-1-1 0 0 0,1 1 1 0 0,0-1-1 0 0,-1 0 0 0 0,1-1 0 0 0,0 1 0 0 0,-1-1 1 0 0,1 0-1 0 0,0 0 0 0 0,-1 0 0 0 0,1-1 0 0 0,-1 1 1 0 0,0-1-1 0 0,1 0 0 0 0,3-3 0 0 0,-3 2-56 0 0,-1 1-1 0 0,1-1 1 0 0,-1 0 0 0 0,0 0-1 0 0,0 0 1 0 0,0-1 0 0 0,0 1-1 0 0,-1-1 1 0 0,0 0 0 0 0,1 0-1 0 0,-1 0 1 0 0,-1 0 0 0 0,1-1-1 0 0,-1 1 1 0 0,1-1 0 0 0,-1 0-1 0 0,0 0 1 0 0,-1 1 0 0 0,1-1-1 0 0,-1 0 1 0 0,0 0 0 0 0,-1-1-1 0 0,1 1 1 0 0,-1 0 0 0 0,0 0-1 0 0,0 0 1 0 0,0 0 0 0 0,-1 0-1 0 0,-1-7 1 0 0,0 6-153 0 0,1 1 0 0 0,-1-1 0 0 0,0 1 0 0 0,0 0 0 0 0,-1 0 1 0 0,0 0-1 0 0,0 0 0 0 0,0 0 0 0 0,0 0 0 0 0,-1 1 0 0 0,0 0 0 0 0,0 0 0 0 0,0 0 0 0 0,0 0 0 0 0,0 0 0 0 0,-1 1 0 0 0,0 0 0 0 0,0 0 0 0 0,0 0 0 0 0,0 1 1 0 0,0-1-1 0 0,0 1 0 0 0,-1 0 0 0 0,1 1 0 0 0,-1-1 0 0 0,-6 0 0 0 0,-7 5-3270 0 0,56-7-4212 0 0,36-15 4887 0 0,26-15 2999 0 0,-21 6 3487 0 0,-77 27-3272 0 0,1 0-1 0 0,0 0 0 0 0,0 1 0 0 0,-1-1 0 0 0,1 1 0 0 0,0-1 0 0 0,0 1 0 0 0,0 0 0 0 0,0-1 0 0 0,0 1 0 0 0,-1 0 0 0 0,1 0 0 0 0,0 0 0 0 0,0 1 0 0 0,0-1 0 0 0,0 0 0 0 0,2 1 0 0 0,-3 0-202 0 0,0 0 0 0 0,-1 0-1 0 0,1-1 1 0 0,-1 1 0 0 0,1 0 0 0 0,-1 0 0 0 0,1 0 0 0 0,-1-1 0 0 0,1 1-1 0 0,-1 0 1 0 0,0 0 0 0 0,0 0 0 0 0,1 0 0 0 0,-1 0 0 0 0,0 0 0 0 0,0 1-1 0 0,1 18-398 0 0,-1-16 161 0 0,0 0 0 0 0,0 0-1 0 0,0 0 1 0 0,1 0 0 0 0,0 0 0 0 0,-1 0-1 0 0,1 0 1 0 0,1 0 0 0 0,-1-1 0 0 0,1 1-1 0 0,-1 0 1 0 0,1-1 0 0 0,0 1 0 0 0,0-1-1 0 0,1 0 1 0 0,-1 1 0 0 0,1-1 0 0 0,-1 0-1 0 0,1-1 1 0 0,0 1 0 0 0,0 0 0 0 0,0-1-1 0 0,1 0 1 0 0,-1 1 0 0 0,0-1 0 0 0,1 0-1 0 0,0-1 1 0 0,-1 1 0 0 0,1-1 0 0 0,0 0-1 0 0,0 0 1 0 0,7 1 0 0 0,-5-1-5 0 0,0 0 0 0 0,-1-1 0 0 0,1 0 1 0 0,-1-1-1 0 0,1 1 0 0 0,-1-1 0 0 0,1 0 1 0 0,-1-1-1 0 0,1 1 0 0 0,-1-1 0 0 0,0 0 0 0 0,1 0 1 0 0,-1-1-1 0 0,0 1 0 0 0,-1-1 0 0 0,1 0 1 0 0,0 0-1 0 0,-1-1 0 0 0,0 0 0 0 0,0 1 0 0 0,0-2 1 0 0,0 1-1 0 0,4-6 0 0 0,11-21-434 0 0,-13 20-703 0 0,1 0 1 0 0,0 1-1 0 0,16-19 0 0 0,5 43-8692 0 0,-22-14 9808 0 0</inkml:trace>
</inkml:ink>
</file>

<file path=ppt/ink/ink3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8:39.92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0 11522 0 0,'1'2'632'0'0,"-1"-2"-422"0"0,1 1 0 0 0,-1-1 1 0 0,1 1-1 0 0,-1-1 0 0 0,0 1 1 0 0,1-1-1 0 0,-1 1 0 0 0,0 0 1 0 0,0-1-1 0 0,0 1 1 0 0,1-1-1 0 0,-1 1 0 0 0,0 0 1 0 0,0-1-1 0 0,0 1 0 0 0,0 0 1 0 0,0-1-1 0 0,0 1 0 0 0,0 0 1 0 0,0-1-1 0 0,0 1 1 0 0,-1 0-1 0 0,-1 25 1201 0 0,1-22-730 0 0,0 7-495 0 0,-2 53 2395 0 0,8-33-3712 0 0,9-5-4322 0 0</inkml:trace>
</inkml:ink>
</file>

<file path=ppt/ink/ink3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8:40.62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223 330 3681 0 0,'-6'-28'367'0'0,"5"24"318"0"0,-1 0 0 0 0,1 0 0 0 0,-1 1 0 0 0,0-1 0 0 0,0 1 0 0 0,0-1 0 0 0,0 1 0 0 0,-4-4 0 0 0,5 5-284 0 0,-1 1 0 0 0,0-1 0 0 0,1 1 0 0 0,-1 0 0 0 0,0 0 0 0 0,0-1 0 0 0,0 1 0 0 0,0 0 0 0 0,0 0 0 0 0,0 1 1 0 0,0-1-1 0 0,0 0 0 0 0,0 1 0 0 0,0-1 0 0 0,-4 1 0 0 0,3 0-310 0 0,0 0 0 0 0,0 0 0 0 0,0 0-1 0 0,0 1 1 0 0,0-1 0 0 0,1 1 0 0 0,-1 0 0 0 0,-5 2 0 0 0,2 1 54 0 0,-1 0-1 0 0,1 0 1 0 0,-1 1 0 0 0,1 0 0 0 0,1 0 0 0 0,-1 0 0 0 0,1 1 0 0 0,0 0-1 0 0,0 0 1 0 0,-7 12 0 0 0,-3 6 457 0 0,-17 39-1 0 0,29-56-632 0 0,1 0-1 0 0,-1 0 0 0 0,1 1 0 0 0,-2 11 1 0 0,4-17 21 0 0,0-1 0 0 0,0 1 0 0 0,0-1 0 0 0,0 1 0 0 0,0-1 0 0 0,0 1 0 0 0,0-1 1 0 0,1 1-1 0 0,-1-1 0 0 0,0 1 0 0 0,1-1 0 0 0,-1 0 0 0 0,2 3 0 0 0,-2-4 6 0 0,1 1-1 0 0,0 0 0 0 0,-1-1 1 0 0,1 1-1 0 0,-1-1 1 0 0,1 1-1 0 0,0-1 0 0 0,0 0 1 0 0,-1 1-1 0 0,1-1 1 0 0,0 0-1 0 0,0 1 0 0 0,-1-1 1 0 0,1 0-1 0 0,0 0 1 0 0,0 0-1 0 0,0 0 0 0 0,-1 0 1 0 0,1 0-1 0 0,0 0 1 0 0,0 0-1 0 0,0 0 0 0 0,-1 0 1 0 0,1 0-1 0 0,0 0 1 0 0,1-1-1 0 0,1 0-63 0 0,1 0 1 0 0,-1-1 0 0 0,0 1-1 0 0,0-1 1 0 0,-1 0-1 0 0,1 1 1 0 0,0-1-1 0 0,0-1 1 0 0,-1 1-1 0 0,1 0 1 0 0,-1-1-1 0 0,0 1 1 0 0,2-4 0 0 0,28-42 265 0 0,-15 21 129 0 0,-11 18-143 0 0,35-43 711 0 0,-39 50-833 0 0,0-1-1 0 0,1 1 0 0 0,-1-1 1 0 0,1 1-1 0 0,0 0 1 0 0,0 0-1 0 0,0 0 1 0 0,0 1-1 0 0,0-1 0 0 0,0 1 1 0 0,0-1-1 0 0,0 1 1 0 0,1 0-1 0 0,-1 0 1 0 0,6 0-1 0 0,-7 1-36 0 0,0 1 0 0 0,0-1 0 0 0,-1 1 0 0 0,1-1 1 0 0,0 1-1 0 0,0 0 0 0 0,-1 0 0 0 0,1 0 0 0 0,0 0 0 0 0,-1 0 0 0 0,1 0 0 0 0,-1 0 1 0 0,1 0-1 0 0,-1 1 0 0 0,0-1 0 0 0,1 1 0 0 0,-1-1 0 0 0,0 1 0 0 0,0-1 0 0 0,0 1 1 0 0,0 0-1 0 0,0 0 0 0 0,0-1 0 0 0,-1 1 0 0 0,1 0 0 0 0,-1 0 0 0 0,1 0 1 0 0,-1 3-1 0 0,3 6 49 0 0,-1-1-1 0 0,-1 1 1 0 0,0 19 0 0 0,-4 20 9 0 0,1-40-190 0 0,0 1 0 0 0,2-1 0 0 0,-1 0 0 0 0,1 1 0 0 0,1-1 0 0 0,0 0 0 0 0,0 1 0 0 0,6 19 0 0 0,-7-30 59 0 0,0 0 0 0 0,0 0-1 0 0,0 1 1 0 0,0-1 0 0 0,0 0 0 0 0,0 0 0 0 0,1 0 0 0 0,-1 1-1 0 0,0-1 1 0 0,0 0 0 0 0,0 0 0 0 0,1 0 0 0 0,-1 1 0 0 0,0-1-1 0 0,0 0 1 0 0,0 0 0 0 0,1 0 0 0 0,-1 0 0 0 0,0 0 0 0 0,0 0-1 0 0,1 1 1 0 0,-1-1 0 0 0,0 0 0 0 0,0 0 0 0 0,1 0 0 0 0,-1 0 0 0 0,0 0-1 0 0,1 0 1 0 0,-1 0 0 0 0,0 0 0 0 0,0 0 0 0 0,1 0 0 0 0,-1 0-1 0 0,0 0 1 0 0,0-1 0 0 0,1 1 0 0 0,-1 0 0 0 0,0 0 0 0 0,0 0-1 0 0,1 0 1 0 0,13-11-803 0 0,9-17 431 0 0,-23 27 389 0 0,12-17-408 0 0,0-1 0 0 0,-2 0 0 0 0,0 0 0 0 0,-1-1 0 0 0,-2 0 1 0 0,0-1-1 0 0,0 0 0 0 0,-2 0 0 0 0,-1-1 0 0 0,-1 1 0 0 0,0-1 0 0 0,-2 0 0 0 0,-1-22 0 0 0,3-17 40 0 0,-1 42 985 0 0,-1 0-1 0 0,-1 1 1 0 0,0-1-1 0 0,-1 0 1 0 0,-5-22-1 0 0,6 40-468 0 0,0 1 1 0 0,0-1-1 0 0,-1 0 1 0 0,1 0 0 0 0,0 1-1 0 0,0-1 1 0 0,0 0-1 0 0,-1 0 1 0 0,1 1-1 0 0,0-1 1 0 0,-1 0-1 0 0,1 1 1 0 0,0-1-1 0 0,-1 0 1 0 0,1 1-1 0 0,-1-1 1 0 0,1 1-1 0 0,-1-1 1 0 0,1 1-1 0 0,-1-1 1 0 0,0 1-1 0 0,1-1 1 0 0,-2 0-1 0 0,1 1-26 0 0,0 1-1 0 0,1-1 0 0 0,-1 0 0 0 0,1 1 0 0 0,-1-1 0 0 0,0 0 1 0 0,1 1-1 0 0,-1-1 0 0 0,1 1 0 0 0,-1-1 0 0 0,1 1 1 0 0,-1-1-1 0 0,1 1 0 0 0,0-1 0 0 0,-1 1 0 0 0,1-1 0 0 0,0 1 1 0 0,-1 0-1 0 0,1-1 0 0 0,-1 2 0 0 0,-11 38 1128 0 0,9-17-1178 0 0,0 1 0 0 0,2 0-1 0 0,1-1 1 0 0,1 1 0 0 0,1 0 0 0 0,1-1 0 0 0,7 29 0 0 0,-7-40-8 0 0,1 1 0 0 0,0-1 1 0 0,0-1-1 0 0,1 1 0 0 0,1-1 1 0 0,0 1-1 0 0,0-2 0 0 0,1 1 1 0 0,1-1-1 0 0,-1 0 0 0 0,2 0 1 0 0,-1-1-1 0 0,1 0 0 0 0,1-1 1 0 0,12 9-1 0 0,-20-15-15 0 0,0-1 0 0 0,1 1 0 0 0,-1-1 0 0 0,0 0 0 0 0,1 0 0 0 0,-1 0 0 0 0,0 0 0 0 0,1 0 0 0 0,-1-1 0 0 0,1 1 0 0 0,0-1 0 0 0,-1 1 0 0 0,1-1 0 0 0,-1 0 0 0 0,1 0 0 0 0,0 0 0 0 0,-1-1 0 0 0,1 1 0 0 0,-1-1 0 0 0,1 1 0 0 0,-1-1 0 0 0,1 0 0 0 0,-1 0 0 0 0,1 0 0 0 0,-1 0 0 0 0,0 0 0 0 0,0 0 0 0 0,3-3 0 0 0,3-3 58 0 0,0-1-1 0 0,0 0 1 0 0,-1 0 0 0 0,0-1 0 0 0,9-14-1 0 0,-9 13 70 0 0,0 0 0 0 0,0 0 0 0 0,13-12-1 0 0,-16 19-120 0 0,-1-1 0 0 0,1 2 0 0 0,0-1 0 0 0,0 0 0 0 0,0 1 0 0 0,0 0 0 0 0,0 0 0 0 0,1 0 0 0 0,-1 0 0 0 0,1 1 0 0 0,-1 0 0 0 0,1 0 0 0 0,-1 0 0 0 0,8 0 0 0 0,-9 1-20 0 0,0 0 0 0 0,0 1-1 0 0,-1-1 1 0 0,1 1 0 0 0,0 0 0 0 0,0 0-1 0 0,0 0 1 0 0,-1 1 0 0 0,1-1 0 0 0,-1 0-1 0 0,1 1 1 0 0,-1 0 0 0 0,1-1 0 0 0,-1 1-1 0 0,0 0 1 0 0,0 0 0 0 0,0 1 0 0 0,0-1-1 0 0,0 0 1 0 0,-1 1 0 0 0,1-1 0 0 0,-1 1-1 0 0,1-1 1 0 0,0 4 0 0 0,17 30-183 0 0,-9-16 61 0 0</inkml:trace>
</inkml:ink>
</file>

<file path=ppt/ink/ink3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8:41.1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14283 0 0,'1'13'6836'0'0,"4"33"-4942"0"0,-1 5-1598 0 0,4 45 332 0 0,9 74-72 0 0,-13-146-574 0 0,1 1 1 0 0,1-1-1 0 0,1 0 1 0 0,18 38-1 0 0,-20-53-88 0 0,0-1 0 0 0,0 0 0 0 0,0 0 0 0 0,1-1 0 0 0,1 1 0 0 0,-1-1-1 0 0,1-1 1 0 0,12 10 0 0 0,-16-14-144 0 0,-1 0 0 0 0,1-1 0 0 0,0 1 0 0 0,0-1 0 0 0,-1 0 0 0 0,1 1 0 0 0,0-1 0 0 0,0-1-1 0 0,1 1 1 0 0,-1 0 0 0 0,0-1 0 0 0,6 1 0 0 0,-7-1-180 0 0,0-1-1 0 0,1 1 1 0 0,-1-1-1 0 0,0 1 1 0 0,0-1-1 0 0,0 0 1 0 0,0 0 0 0 0,0 0-1 0 0,0 0 1 0 0,0 0-1 0 0,0-1 1 0 0,0 1-1 0 0,0 0 1 0 0,-1-1-1 0 0,1 0 1 0 0,0 1 0 0 0,-1-1-1 0 0,0 0 1 0 0,1 0-1 0 0,0-2 1 0 0,5-11-2768 0 0</inkml:trace>
</inkml:ink>
</file>

<file path=ppt/ink/ink3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8:41.6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18 348 2761 0 0,'-2'0'74'0'0,"1"1"0"0"0,0 0 0 0 0,0-1 0 0 0,-1 1 0 0 0,1 0 0 0 0,0 0 0 0 0,0 0 0 0 0,0 0 0 0 0,0 0 0 0 0,0 0 0 0 0,0 0 0 0 0,0 0 0 0 0,1 0 0 0 0,-1 0 0 0 0,-1 2 0 0 0,2-2 27 0 0,0-1-1 0 0,0 1 1 0 0,0-1-1 0 0,0 0 1 0 0,0 1-1 0 0,0-1 1 0 0,1 1-1 0 0,-1-1 1 0 0,0 0-1 0 0,0 1 1 0 0,0-1-1 0 0,0 1 1 0 0,1-1-1 0 0,-1 0 1 0 0,0 1-1 0 0,0-1 1 0 0,1 0-1 0 0,-1 1 1 0 0,0-1-1 0 0,1 0 1 0 0,-1 0-1 0 0,0 1 1 0 0,1-1-1 0 0,-1 0 1 0 0,0 0-1 0 0,1 0 1 0 0,-1 1-1 0 0,1-1 1 0 0,-1 0-1 0 0,0 0 1 0 0,1 0-1 0 0,3 1 229 0 0,-1 0-1 0 0,1 0 1 0 0,-1-1-1 0 0,1 1 1 0 0,-1-1-1 0 0,1 0 1 0 0,-1 0-1 0 0,1 0 0 0 0,-1-1 1 0 0,5 0-1 0 0,13-6 58 0 0,-1-1 0 0 0,0 0 0 0 0,0-2 0 0 0,0 0 0 0 0,-2-1 0 0 0,1-1 0 0 0,-1-1 0 0 0,20-19 0 0 0,120-129 2698 0 0,-67 57-2794 0 0,-90 105-196 0 0,-1-1 0 0 0,1 1 0 0 0,0-1 0 0 0,-1 1 0 0 0,1 0 0 0 0,-1-1 0 0 0,1 1 0 0 0,-1 0 0 0 0,1 0 0 0 0,-1 0 0 0 0,1-1 0 0 0,-1 1 0 0 0,0 0 0 0 0,1 0 0 0 0,-1 0-1 0 0,0 0 1 0 0,0 0 0 0 0,0 0 0 0 0,1-1 0 0 0,-1 1 0 0 0,0 2 0 0 0,5 25 835 0 0,3 6-659 0 0,1 0 1 0 0,2-1-1 0 0,1 0 0 0 0,2 0 1 0 0,1-2-1 0 0,2 0 0 0 0,33 49 1 0 0,-48-77-284 0 0,0-1 1 0 0,-1 1-1 0 0,1-1 0 0 0,0 0 0 0 0,0 0 1 0 0,1 0-1 0 0,-1 0 0 0 0,0 0 1 0 0,1 0-1 0 0,-1 0 0 0 0,1-1 1 0 0,-1 1-1 0 0,1-1 0 0 0,5 2 1 0 0,-6-3-12 0 0,-1 0 1 0 0,1 0 0 0 0,-1 0 0 0 0,1-1-1 0 0,-1 1 1 0 0,1 0 0 0 0,-1-1-1 0 0,0 1 1 0 0,1-1 0 0 0,-1 0-1 0 0,0 1 1 0 0,1-1 0 0 0,-1 0 0 0 0,0 0-1 0 0,0 0 1 0 0,1 0 0 0 0,-1 0-1 0 0,0 0 1 0 0,0 0 0 0 0,0 0 0 0 0,0-1-1 0 0,-1 1 1 0 0,1 0 0 0 0,0-1-1 0 0,0 1 1 0 0,-1 0 0 0 0,1-1 0 0 0,-1 1-1 0 0,1-1 1 0 0,0-1 0 0 0,6-18 15 0 0,-1-1 1 0 0,7-38 0 0 0,-11 43 122 0 0,2-1 1 0 0,0 1 0 0 0,1 0-1 0 0,0 0 1 0 0,11-20 0 0 0,-16 35-95 0 0,1 0 1 0 0,0 0-1 0 0,0 1 1 0 0,0-1-1 0 0,0 0 1 0 0,0 1-1 0 0,0-1 0 0 0,1 0 1 0 0,-1 1-1 0 0,1 0 1 0 0,-1-1-1 0 0,1 1 1 0 0,-1 0-1 0 0,1 0 1 0 0,-1 0-1 0 0,1 0 0 0 0,0 0 1 0 0,0 0-1 0 0,0 0 1 0 0,-1 1-1 0 0,1-1 1 0 0,0 0-1 0 0,0 1 1 0 0,0 0-1 0 0,0-1 0 0 0,0 1 1 0 0,0 0-1 0 0,0 0 1 0 0,4 1-1 0 0,-2 0 20 0 0,0 1 0 0 0,1 0 0 0 0,-1 0 0 0 0,0 0 0 0 0,0 1 0 0 0,-1-1-1 0 0,1 1 1 0 0,-1 0 0 0 0,1 0 0 0 0,-1 0 0 0 0,0 0 0 0 0,4 5 0 0 0,30 41-190 0 0,-25-33 450 0 0,0 0-1 0 0,21 21 1 0 0,4-10-2288 0 0,-30-24 900 0 0,0 1 0 0 0,0-1 0 0 0,1 0-1 0 0,8 2 1 0 0,11 1-6245 0 0</inkml:trace>
</inkml:ink>
</file>

<file path=ppt/ink/ink3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8:41.96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88 383 3681 0 0,'-8'-9'7996'0'0,"8"7"-7575"0"0,1-13 3949 0 0,13-17-1803 0 0,-9 23-1799 0 0,3-8-456 0 0,-2 0 0 0 0,0-1-1 0 0,0 0 1 0 0,-2 0 0 0 0,0 0 0 0 0,1-21 0 0 0,-4 28-291 0 0,0-1 0 0 0,-1 1 1 0 0,-1 0-1 0 0,0-1 0 0 0,0 1 1 0 0,-1 0-1 0 0,0 0 1 0 0,-1 0-1 0 0,-1 0 0 0 0,0 1 1 0 0,-6-14-1 0 0,9 22-17 0 0,1 1 0 0 0,-1-1 0 0 0,1 1 0 0 0,-1 0 0 0 0,1 0 0 0 0,-1-1 0 0 0,0 1 0 0 0,0 0 0 0 0,0 0 0 0 0,0 0 0 0 0,0 0 0 0 0,0 0 0 0 0,0 0 0 0 0,0 0 0 0 0,0 0 1 0 0,0 0-1 0 0,-1 1 0 0 0,1-1 0 0 0,0 0 0 0 0,-1 1 0 0 0,1-1 0 0 0,0 1 0 0 0,-1-1 0 0 0,1 1 0 0 0,-1 0 0 0 0,1-1 0 0 0,0 1 0 0 0,-1 0 0 0 0,1 0 0 0 0,-1 0 0 0 0,1 0 0 0 0,-1 0 0 0 0,1 1 0 0 0,0-1 0 0 0,-1 0 0 0 0,1 1 0 0 0,-1-1 0 0 0,1 1 0 0 0,0-1 0 0 0,-1 1 0 0 0,1 0 0 0 0,0-1 0 0 0,0 1 0 0 0,-2 2 0 0 0,-1 0-7 0 0,0 1-1 0 0,0 0 0 0 0,0 0 1 0 0,1 1-1 0 0,-1-1 1 0 0,1 1-1 0 0,0 0 0 0 0,1-1 1 0 0,-1 1-1 0 0,-2 8 0 0 0,1-1 22 0 0,0 2-1 0 0,0-1 1 0 0,2 0-1 0 0,-1 1 0 0 0,2-1 1 0 0,0 1-1 0 0,0 0 1 0 0,3 20-1 0 0,-2-29-8 0 0,1 0 1 0 0,0 0-1 0 0,0-1 0 0 0,1 1 0 0 0,0 0 0 0 0,-1 0 1 0 0,1-1-1 0 0,1 1 0 0 0,-1-1 0 0 0,1 1 0 0 0,0-1 1 0 0,0 0-1 0 0,0 0 0 0 0,0 0 0 0 0,1-1 1 0 0,-1 1-1 0 0,1-1 0 0 0,0 0 0 0 0,0 0 0 0 0,0 0 1 0 0,1 0-1 0 0,-1-1 0 0 0,1 0 0 0 0,-1 0 0 0 0,1 0 1 0 0,5 1-1 0 0,2 0-53 0 0,0-1 0 0 0,-1 0 0 0 0,1-1 0 0 0,0-1-1 0 0,0 0 1 0 0,0 0 0 0 0,0-1 0 0 0,0-1 0 0 0,23-5 0 0 0,9-6-1538 0 0,53-23-1 0 0,-51 18-47 0 0,17-6-152 0 0</inkml:trace>
</inkml:ink>
</file>

<file path=ppt/ink/ink3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8:42.34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 22 13363 0 0,'-6'-22'2055'0'0,"7"53"2319"0"0,-1-29-4170 0 0,7 106 1306 0 0,4 0 0 0 0,35 143-1 0 0,-42-233-1618 0 0,4 18 79 0 0,14 36-1 0 0,-18-62-591 0 0,0 1-1 0 0,1-1 0 0 0,0 0 1 0 0,10 13-1 0 0,-12-18-1007 0 0</inkml:trace>
</inkml:ink>
</file>

<file path=ppt/ink/ink3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8:42.70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5 267 4609 0 0,'-1'-4'88'0'0,"0"-1"-1"0"0,0 0 1 0 0,0 0 0 0 0,1 1-1 0 0,0-1 1 0 0,0 0 0 0 0,0 0-1 0 0,1 1 1 0 0,-1-1 0 0 0,1 0-1 0 0,0 1 1 0 0,3-8 0 0 0,1 1 698 0 0,1 0 1 0 0,0 0 0 0 0,13-17-1 0 0,-9 15 0 0 0,0 1-1 0 0,0 0 1 0 0,1 1-1 0 0,1 0 1 0 0,0 0-1 0 0,0 1 1 0 0,26-15-1 0 0,-29 20-391 0 0,0 0 0 0 0,1 1-1 0 0,-1 0 1 0 0,1 1-1 0 0,0 0 1 0 0,-1 0 0 0 0,1 1-1 0 0,1 1 1 0 0,-1-1-1 0 0,0 2 1 0 0,0-1 0 0 0,0 1-1 0 0,14 2 1 0 0,-21-1-346 0 0,-1-1-1 0 0,1 0 1 0 0,0 1 0 0 0,-1 0 0 0 0,1 0 0 0 0,-1 0 0 0 0,1 0 0 0 0,-1 0-1 0 0,1 0 1 0 0,-1 1 0 0 0,0-1 0 0 0,1 1 0 0 0,-1 0 0 0 0,0-1 0 0 0,0 1-1 0 0,0 0 1 0 0,-1 0 0 0 0,1 0 0 0 0,3 5 0 0 0,-4-3-24 0 0,1 0 1 0 0,-1 0-1 0 0,1 1 0 0 0,-1-1 1 0 0,0 0-1 0 0,0 1 1 0 0,-1-1-1 0 0,0 1 1 0 0,1-1-1 0 0,-2 1 0 0 0,1 4 1 0 0,-3 8-40 0 0,0 0 0 0 0,-1-1 1 0 0,-1 1-1 0 0,0-1 0 0 0,-10 19 0 0 0,-1-3-129 0 0,-26 38 1 0 0,27-48 311 0 0,1 0 1 0 0,2 2-1 0 0,-20 47 1 0 0,31-68-127 0 0,0-1 0 0 0,0 1 1 0 0,0 0-1 0 0,1 0 0 0 0,-1 0 0 0 0,1-1 0 0 0,0 1 1 0 0,0 0-1 0 0,0 0 0 0 0,0 0 0 0 0,0-1 0 0 0,1 1 1 0 0,-1 0-1 0 0,1 0 0 0 0,-1 0 0 0 0,1-1 0 0 0,2 4 1 0 0,-2-4-3 0 0,1 0 1 0 0,-1 0 0 0 0,1 0 0 0 0,-1-1 0 0 0,1 1 0 0 0,0-1 0 0 0,0 1 0 0 0,0-1 0 0 0,0 0 0 0 0,0 1 0 0 0,0-1-1 0 0,0 0 1 0 0,0 0 0 0 0,0-1 0 0 0,1 1 0 0 0,3 0 0 0 0,8 1 86 0 0,1 0 1 0 0,-1-2-1 0 0,1 0 0 0 0,-1 0 0 0 0,21-4 1 0 0,-13 1-148 0 0,129 0-98 0 0,22-4-3322 0 0,-141 3-4100 0 0</inkml:trace>
</inkml:ink>
</file>

<file path=ppt/ink/ink3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8:43.04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229 69 7370 0 0,'1'-2'243'0'0,"-1"0"1"0"0,0 0 0 0 0,0-1 0 0 0,0 1 0 0 0,0 0-1 0 0,0-1 1 0 0,0 1 0 0 0,-1 0 0 0 0,1 0-1 0 0,-1-1 1 0 0,1 1 0 0 0,-1 0 0 0 0,0 0 0 0 0,0 0-1 0 0,0 0 1 0 0,0 0 0 0 0,-1 0 0 0 0,1 0 0 0 0,0 0-1 0 0,-4-3 1 0 0,2 3 199 0 0,0-1 0 0 0,0 1 0 0 0,0 0 0 0 0,0 1 0 0 0,-1-1 0 0 0,1 1 1 0 0,0-1-1 0 0,-1 1 0 0 0,1 0 0 0 0,-1 0 0 0 0,0 0 0 0 0,1 1 0 0 0,-5-1 0 0 0,2 1-227 0 0,0-1 0 0 0,-1 2-1 0 0,1-1 1 0 0,0 1 0 0 0,0-1 0 0 0,0 2 0 0 0,0-1-1 0 0,0 1 1 0 0,0 0 0 0 0,0 0 0 0 0,0 0 0 0 0,1 1-1 0 0,-1 0 1 0 0,1 0 0 0 0,0 0 0 0 0,0 1 0 0 0,0 0-1 0 0,0 0 1 0 0,1 0 0 0 0,0 1 0 0 0,-7 7 0 0 0,7-6-184 0 0,0 1 0 0 0,0-1 1 0 0,0 1-1 0 0,1 0 0 0 0,0 0 1 0 0,0 0-1 0 0,1 1 0 0 0,0-1 1 0 0,0 1-1 0 0,1-1 0 0 0,-1 1 1 0 0,2 0-1 0 0,-1 0 0 0 0,1-1 0 0 0,1 1 1 0 0,1 14-1 0 0,3 0 34 0 0,1-1 0 0 0,1 0 0 0 0,0 0 0 0 0,2 0 0 0 0,20 35-1 0 0,70 91 139 0 0,-23-38-183 0 0,-69-98-122 0 0,-5-9 15 0 0,0 1 0 0 0,0 0 0 0 0,0 0 1 0 0,0 0-1 0 0,0 0 0 0 0,-1 0 1 0 0,1 0-1 0 0,-1 0 0 0 0,0 0 1 0 0,1 5-1 0 0,-3-8-28 0 0,1 0-1 0 0,0 0 1 0 0,-1 0 0 0 0,1 0 0 0 0,-1 0-1 0 0,1 0 1 0 0,0 0 0 0 0,-1 0-1 0 0,1 0 1 0 0,-1-1 0 0 0,1 1-1 0 0,0 0 1 0 0,-1 0 0 0 0,1 0-1 0 0,0 0 1 0 0,-1 0 0 0 0,1-1 0 0 0,0 1-1 0 0,-1 0 1 0 0,1 0 0 0 0,0-1-1 0 0,-1 1 1 0 0,1 0 0 0 0,0 0-1 0 0,0-1 1 0 0,-1 1 0 0 0,1 0 0 0 0,0-1-1 0 0,0 1 1 0 0,-1-1 0 0 0</inkml:trace>
</inkml:ink>
</file>

<file path=ppt/ink/ink3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8:43.18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95 181 1376 0 0,'-30'-6'-885'0'0,"0"-5"6456"0"0,27 10-4937 0 0,1 0 0 0 0,0 0 0 0 0,0-1 0 0 0,0 1 0 0 0,0-1 0 0 0,0 0 0 0 0,0 1 0 0 0,0-1-1 0 0,0 0 1 0 0,1 0 0 0 0,-1 0 0 0 0,1 0 0 0 0,-1-1 0 0 0,1 1 0 0 0,0 0 0 0 0,0 0-1 0 0,0-1 1 0 0,0 1 0 0 0,0-1 0 0 0,0 1 0 0 0,1-1 0 0 0,-1-3 0 0 0,1 4-523 0 0,1 0 1 0 0,-1 0 0 0 0,0 1 0 0 0,1-1-1 0 0,-1 0 1 0 0,1 0 0 0 0,0 1-1 0 0,0-1 1 0 0,0 0 0 0 0,0 1 0 0 0,0-1-1 0 0,0 1 1 0 0,0-1 0 0 0,0 1 0 0 0,0-1-1 0 0,1 1 1 0 0,-1 0 0 0 0,1 0-1 0 0,-1 0 1 0 0,1 0 0 0 0,-1 0 0 0 0,1 0-1 0 0,0 0 1 0 0,2-1 0 0 0,48-18 130 0 0,-45 18-113 0 0,126-37-450 0 0,-73 22 169 0 0</inkml:trace>
</inkml:ink>
</file>

<file path=ppt/ink/ink3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8:47.73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98 270 4145 0 0,'-10'-21'1598'0'0,"1"0"1"0"0,1 0-1 0 0,1 0 0 0 0,-6-30 1 0 0,1 3 804 0 0,8 28-1332 0 0,3 15-695 0 0,0 0 0 0 0,1 0-1 0 0,-2 1 1 0 0,1-1 0 0 0,0 0 0 0 0,-1 1 0 0 0,0-1 0 0 0,0 1-1 0 0,0 0 1 0 0,-1 0 0 0 0,1-1 0 0 0,-1 1 0 0 0,-4-4-1 0 0,7 9-301 0 0,-1-1-1 0 0,1 0 0 0 0,-1 1 0 0 0,1-1 0 0 0,0 0 0 0 0,-1 1 0 0 0,1-1 1 0 0,-1 1-1 0 0,1-1 0 0 0,0 1 0 0 0,0-1 0 0 0,-1 1 0 0 0,1-1 1 0 0,0 1-1 0 0,0-1 0 0 0,0 1 0 0 0,-1-1 0 0 0,1 1 0 0 0,0-1 0 0 0,0 1 1 0 0,0 0-1 0 0,0-1 0 0 0,0 1 0 0 0,0-1 0 0 0,0 1 0 0 0,0-1 0 0 0,0 1 1 0 0,1 0-1 0 0,-2 24-94 0 0,1-24 98 0 0,17 268 223 0 0,-3-93-201 0 0,-9-104-103 0 0,2 0 1 0 0,26 105-1 0 0,-32-172-229 0 0,0-1-1 0 0,0 1 0 0 0,-1-1 0 0 0,1 1 0 0 0,-1 0 0 0 0,0-1 0 0 0,0 1 1 0 0,-1-1-1 0 0,0 1 0 0 0,-1 7 0 0 0,-15 24-6796 0 0</inkml:trace>
</inkml:ink>
</file>

<file path=ppt/ink/ink3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8:48.06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75 63 2288 0 0,'-7'-8'505'0'0,"-1"-1"-1"0"0,0 2 1 0 0,-11-9-1 0 0,-13-7 6993 0 0,45 27-1722 0 0,19 1-4568 0 0,-11-2-474 0 0,179 17 1241 0 0,-122-14-2662 0 0,-64-5-269 0 0,1 0-1 0 0,-1 2 0 0 0,1 0 0 0 0,-1 0 1 0 0,14 6-1 0 0,-5 2-4746 0 0</inkml:trace>
</inkml:ink>
</file>

<file path=ppt/ink/ink3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8:48.35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 98 5985 0 0,'-2'-1'372'0'0,"1"-1"-1"0"0,0 1 1 0 0,0 0-1 0 0,-1-1 1 0 0,1 1 0 0 0,0 0-1 0 0,0-1 1 0 0,0 1-1 0 0,1-1 1 0 0,-1 0-1 0 0,0 1 1 0 0,1-1-1 0 0,-1 0 1 0 0,1 1-1 0 0,-1-1 1 0 0,1 0-1 0 0,0 1 1 0 0,0-1 0 0 0,-1 0-1 0 0,2-3 1 0 0,-1 3-71 0 0,1 0 0 0 0,0 0 0 0 0,0 0 0 0 0,-1 0-1 0 0,1 0 1 0 0,1 0 0 0 0,-1 0 0 0 0,0 1 0 0 0,0-1 0 0 0,1 0 0 0 0,-1 1 0 0 0,1-1 0 0 0,-1 1 0 0 0,4-3 0 0 0,1 0-44 0 0,1 0-1 0 0,-1 1 1 0 0,1-1-1 0 0,0 1 1 0 0,0 1-1 0 0,0-1 1 0 0,0 1 0 0 0,13-2-1 0 0,0 2-254 0 0,0 1 0 0 0,1 1 0 0 0,-1 0 0 0 0,21 5-1 0 0,-21-2-2339 0 0,0 1 0 0 0,20 8 0 0 0,-11-2-3530 0 0</inkml:trace>
</inkml:ink>
</file>

<file path=ppt/ink/ink3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8:48.89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231 83 4609 0 0,'-11'-14'61'0'0,"4"5"946"0"0,0 1 0 0 0,-1-1 1 0 0,0 1-1 0 0,-1 0 0 0 0,-14-10 0 0 0,21 17-821 0 0,0 0 0 0 0,0 0 0 0 0,0 0 0 0 0,0 0 0 0 0,0 0-1 0 0,0 0 1 0 0,-1 1 0 0 0,1-1 0 0 0,0 1 0 0 0,-1-1 0 0 0,1 1 0 0 0,0 0 0 0 0,-1 0 0 0 0,1 0 0 0 0,0 0 0 0 0,-1 1 0 0 0,1-1 0 0 0,0 1-1 0 0,-1-1 1 0 0,1 1 0 0 0,0 0 0 0 0,0 0 0 0 0,0 0 0 0 0,0 0 0 0 0,0 0 0 0 0,0 0 0 0 0,0 0 0 0 0,0 1 0 0 0,0-1 0 0 0,0 1 0 0 0,1 0-1 0 0,-1-1 1 0 0,-1 3 0 0 0,-2 1-101 0 0,1 0-1 0 0,0 0 0 0 0,0 1 1 0 0,0-1-1 0 0,1 1 0 0 0,0-1 1 0 0,0 1-1 0 0,0 0 0 0 0,1 1 1 0 0,0-1-1 0 0,0 0 0 0 0,1 1 1 0 0,-1-1-1 0 0,1 0 0 0 0,1 1 1 0 0,-1 0-1 0 0,1-1 0 0 0,0 1 1 0 0,1-1-1 0 0,0 1 0 0 0,0-1 1 0 0,0 1-1 0 0,1-1 0 0 0,-1 1 1 0 0,2-1-1 0 0,-1 0 0 0 0,1 0 1 0 0,0 0-1 0 0,0 0 0 0 0,0-1 1 0 0,1 1-1 0 0,0-1 0 0 0,0 0 1 0 0,0 0-1 0 0,1 0 0 0 0,0-1 1 0 0,7 6-1 0 0,9 4-97 0 0,40 20-1 0 0,-44-26-72 0 0,-1 1-1 0 0,-1 0 1 0 0,0 1 0 0 0,28 23-1 0 0,-42-32 90 0 0,-1-1-1 0 0,1 1 0 0 0,0 0 1 0 0,0-1-1 0 0,-1 1 1 0 0,1 0-1 0 0,-1 0 0 0 0,1 0 1 0 0,-1 0-1 0 0,1 0 0 0 0,-1 0 1 0 0,1 0-1 0 0,-1 0 1 0 0,0 0-1 0 0,1 0 0 0 0,-1 0 1 0 0,0 0-1 0 0,0 0 1 0 0,0 0-1 0 0,0 0 0 0 0,0 0 1 0 0,0 0-1 0 0,0 0 0 0 0,0 0 1 0 0,-1 0-1 0 0,1 0 1 0 0,-1 1-1 0 0,0 1 67 0 0,0-1 1 0 0,-1 0-1 0 0,1 0 0 0 0,-1 0 1 0 0,1 0-1 0 0,-1 0 0 0 0,0-1 1 0 0,0 1-1 0 0,0 0 1 0 0,0-1-1 0 0,-2 2 0 0 0,-5 2 210 0 0,0-1 0 0 0,0 1 0 0 0,0-2 0 0 0,0 1 0 0 0,-10 1 0 0 0,11-4-183 0 0,0 0 1 0 0,-1-1-1 0 0,1 0 1 0 0,0 0-1 0 0,0-1 1 0 0,-1 0-1 0 0,1-1 1 0 0,0 0-1 0 0,0 0 1 0 0,-15-6-1 0 0,15 4-94 0 0,-1 1-1 0 0,1 1 1 0 0,-1-1-1 0 0,0 1 1 0 0,0 1-1 0 0,0 0 1 0 0,-1 0-1 0 0,-10 1 1 0 0,19 0-57 0 0,1 0 0 0 0,-1 0 0 0 0,0 0 0 0 0,1 0 0 0 0,-1 1-1 0 0,0-1 1 0 0,1 0 0 0 0,-1 0 0 0 0,0 0 0 0 0,1 1 0 0 0,-1-1 0 0 0,1 0 0 0 0,-1 1 0 0 0,0-1 0 0 0,1 1 0 0 0,-1-1 0 0 0,1 1 0 0 0,-1-1 0 0 0,1 1 0 0 0,-1-1 0 0 0,1 1 0 0 0,0-1 0 0 0,-1 1 0 0 0,1 0 0 0 0,0-1 0 0 0,-1 1 0 0 0,1-1 0 0 0,0 1 0 0 0,0 0 0 0 0,0-1 0 0 0,-1 1 0 0 0,1 0 0 0 0,0 1 0 0 0,0 5-1042 0 0</inkml:trace>
</inkml:ink>
</file>

<file path=ppt/ink/ink3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8:49.27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107 18 3681 0 0,'-55'14'3485'0'0,"4"6"3924"0"0,106-45-2175 0 0,6 5-3897 0 0,-53 18-1714 0 0,0 0-1 0 0,0 1 0 0 0,0 0 0 0 0,0 0 1 0 0,0 1-1 0 0,0 0 0 0 0,1 1 0 0 0,-1 0 1 0 0,0 0-1 0 0,0 0 0 0 0,0 1 1 0 0,0 0-1 0 0,13 6 0 0 0,-7 0-917 0 0</inkml:trace>
</inkml:ink>
</file>

<file path=ppt/ink/ink3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8:49.47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7 125 5065 0 0,'-1'-1'331'0'0,"0"0"0"0"0,0 0 0 0 0,1-1 0 0 0,-1 1 0 0 0,1 0 0 0 0,-1-1 0 0 0,1 1 0 0 0,-1 0 0 0 0,1-1 0 0 0,0 1 0 0 0,0 0 0 0 0,0-1-1 0 0,0 1 1 0 0,0-1 0 0 0,0 1 0 0 0,0 0 0 0 0,0-1 0 0 0,0 1 0 0 0,1-1 0 0 0,-1 1 0 0 0,1 0 0 0 0,-1-1 0 0 0,1 1 0 0 0,-1 0 0 0 0,1 0 0 0 0,0-1 0 0 0,0 1 0 0 0,-1 0 0 0 0,1 0 0 0 0,0 0 0 0 0,0 0 0 0 0,0 0 0 0 0,2-1 0 0 0,3-4 387 0 0,-1 0 1 0 0,1 1 0 0 0,0 0-1 0 0,11-7 1 0 0,-2 4-926 0 0,0 1 0 0 0,1 1 0 0 0,28-8 0 0 0,-27 9-1075 0 0,5-2-5173 0 0</inkml:trace>
</inkml:ink>
</file>

<file path=ppt/ink/ink3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8:52.26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125 318 6913 0 0,'-16'-23'1858'0'0,"0"-1"0"0"0,-17-37-1 0 0,10 17 372 0 0,20 40-1941 0 0,-4-8 773 0 0,1 0 1 0 0,-9-24-1 0 0,14 34-935 0 0,0 0 0 0 0,0 0 0 0 0,1 0 0 0 0,-1 0 0 0 0,1 0 0 0 0,-1 0 0 0 0,1 0 0 0 0,0 0 0 0 0,0 0 0 0 0,0 0 0 0 0,0-1 0 0 0,0 1 0 0 0,0 0 0 0 0,0 0 0 0 0,1 0 0 0 0,-1 0 0 0 0,1 0 0 0 0,0 0 0 0 0,-1 0 0 0 0,1 0 0 0 0,0 0 0 0 0,0 0 0 0 0,0 0 0 0 0,1 1 0 0 0,-1-1 0 0 0,3-2 0 0 0,-4 4-103 0 0,1-1 0 0 0,-1 1 0 0 0,1 0 1 0 0,0 0-1 0 0,-1 0 0 0 0,1 0 0 0 0,0 0 1 0 0,-1 0-1 0 0,1 0 0 0 0,-1 0 1 0 0,1 0-1 0 0,0 1 0 0 0,-1-1 0 0 0,1 0 1 0 0,0 0-1 0 0,-1 0 0 0 0,1 1 0 0 0,-1-1 1 0 0,1 0-1 0 0,-1 1 0 0 0,1-1 0 0 0,-1 0 1 0 0,1 1-1 0 0,-1-1 0 0 0,1 1 1 0 0,-1-1-1 0 0,1 1 0 0 0,-1-1 0 0 0,0 1 1 0 0,1-1-1 0 0,-1 1 0 0 0,0-1 0 0 0,0 1 1 0 0,1 0-1 0 0,12 23 99 0 0,-11-21-120 0 0,60 141 44 0 0,17 31 42 0 0,-67-155-81 0 0,-1-1 0 0 0,2 0 0 0 0,1-1 0 0 0,0-1-1 0 0,1 0 1 0 0,28 23 0 0 0,-32-29-6 0 0,0-2 1 0 0,1 0-1 0 0,0 0 0 0 0,1-1 1 0 0,0-1-1 0 0,0 0 0 0 0,28 10 1 0 0,-38-16 20 0 0,-1 0 0 0 0,0 0 0 0 0,1-1 0 0 0,-1 1 0 0 0,1-1 0 0 0,0 0 1 0 0,-1 0-1 0 0,1 0 0 0 0,-1 0 0 0 0,1 0 0 0 0,-1 0 0 0 0,1-1 0 0 0,4 0 1 0 0,-6 0-6 0 0,0 0 0 0 0,1 0 0 0 0,-1-1 0 0 0,0 1 0 0 0,0 0 1 0 0,0 0-1 0 0,1-1 0 0 0,-2 1 0 0 0,1-1 0 0 0,0 1 1 0 0,0-1-1 0 0,0 1 0 0 0,-1-1 0 0 0,1 0 0 0 0,-1 1 1 0 0,1-1-1 0 0,-1 0 0 0 0,0 1 0 0 0,1-1 0 0 0,-1 0 0 0 0,0-2 1 0 0,2-39 256 0 0,-2 0 1 0 0,-2 0 0 0 0,-9-51-1 0 0,-3-69-263 0 0,14 141-12 0 0,-1-1-225 0 0,1 1 0 0 0,1 0 1 0 0,1 0-1 0 0,1 0 0 0 0,8-31 0 0 0,2 30-2400 0 0</inkml:trace>
</inkml:ink>
</file>

<file path=ppt/ink/ink3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8:52.58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26 129 5529 0 0,'-25'-3'5176'0'0,"25"3"-5011"0"0,0-1 0 0 0,0 1 0 0 0,0-1 0 0 0,0 1 1 0 0,0 0-1 0 0,-1-1 0 0 0,1-1 134 0 0,1 1 0 0 0,-1-1-1 0 0,0 1 1 0 0,0 0 0 0 0,1-1 0 0 0,-1 1 0 0 0,0 0 0 0 0,1-1-1 0 0,-1 1 1 0 0,1 0 0 0 0,0-1 0 0 0,-1 1 0 0 0,1 0-1 0 0,0 0 1 0 0,0 0 0 0 0,0 0 0 0 0,2-2 0 0 0,10-8 405 0 0,0 0 1 0 0,1 2 0 0 0,1-1-1 0 0,0 2 1 0 0,0 0 0 0 0,0 1 0 0 0,21-7-1 0 0,-23 9-972 0 0,2 1 0 0 0,-1 1 0 0 0,0 0 0 0 0,0 1 1 0 0,1 1-1 0 0,-1 0 0 0 0,1 1 0 0 0,26 2 0 0 0</inkml:trace>
</inkml:ink>
</file>

<file path=ppt/ink/ink3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8:54.30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72 78 3225 0 0,'-4'0'-114'0'0,"-32"3"2484"0"0,33-3-1665 0 0,1 1 0 0 0,-1-1 0 0 0,0-1 0 0 0,1 1-1 0 0,-1 0 1 0 0,0-1 0 0 0,1 1 0 0 0,-1-1 0 0 0,-4-2-1 0 0,7 3-608 0 0,0-1-1 0 0,0 1 1 0 0,0-1-1 0 0,0 1 1 0 0,0 0-1 0 0,1-1 1 0 0,-1 1-1 0 0,0-1 1 0 0,0 1-1 0 0,0-1 1 0 0,1 1-1 0 0,-1 0 1 0 0,0-1-1 0 0,1 1 1 0 0,-1 0-1 0 0,0-1 1 0 0,1 1-1 0 0,-1 0 1 0 0,0-1-1 0 0,1 1 1 0 0,-1 0-1 0 0,0-1 1 0 0,1 1-1 0 0,-1 0 1 0 0,1 0-1 0 0,-1 0 1 0 0,1 0-1 0 0,-1-1 1 0 0,1 1-1 0 0,-1 0 1 0 0,0 0-1 0 0,1 0 1 0 0,-1 0-1 0 0,1 0 1 0 0,19-7 355 0 0,304-39 4977 0 0,-316 45-5405 0 0,11-3 61 0 0,0 1 1 0 0,0 1 0 0 0,1 0 0 0 0,-1 1 0 0 0,1 2 0 0 0,-1 0 0 0 0,20 3 0 0 0,-37-3-217 0 0,-1-1 0 0 0,1 1-1 0 0,-1 0 1 0 0,0-1 0 0 0,1 1 0 0 0,-1 0 0 0 0,0 0 0 0 0,1 0 0 0 0,-1 0-1 0 0,0 0 1 0 0,0 1 0 0 0,0-1 0 0 0,0 0 0 0 0,0 0 0 0 0,2 3 0 0 0,10 11-4180 0 0</inkml:trace>
</inkml:ink>
</file>

<file path=ppt/ink/ink3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8:55.01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64 348 7834 0 0,'-8'-11'1000'0'0,"0"0"1"0"0,1 0 0 0 0,0 0 0 0 0,1-1-1 0 0,0 0 1 0 0,1-1 0 0 0,1 1 0 0 0,0-1-1 0 0,-3-14 1 0 0,7 26-931 0 0,-1-1 1 0 0,1 1-1 0 0,0 0 1 0 0,0 0-1 0 0,0-1 0 0 0,0 1 1 0 0,0 0-1 0 0,0 0 0 0 0,0 0 1 0 0,1-1-1 0 0,-1 1 0 0 0,0 0 1 0 0,1 0-1 0 0,-1 0 0 0 0,1 0 1 0 0,0-2-1 0 0,0 3-21 0 0,-1-1 0 0 0,0 1 0 0 0,1 0 0 0 0,-1-1 0 0 0,1 1 0 0 0,0-1 0 0 0,-1 1 0 0 0,1 0 0 0 0,-1 0 0 0 0,1-1-1 0 0,-1 1 1 0 0,1 0 0 0 0,0 0 0 0 0,-1 0 0 0 0,1 0 0 0 0,0-1 0 0 0,-1 1 0 0 0,1 0 0 0 0,0 0 0 0 0,-1 0 0 0 0,2 1 0 0 0,1-1 44 0 0,0 1 0 0 0,-1 0 0 0 0,1 0 0 0 0,-1 0 1 0 0,1 0-1 0 0,-1 0 0 0 0,1 1 0 0 0,-1-1 0 0 0,0 1 0 0 0,1 0 0 0 0,-1 0 0 0 0,2 2 1 0 0,21 25 180 0 0,-2 2 0 0 0,-1 0 0 0 0,21 42 0 0 0,26 37-229 0 0,-58-94-55 0 0,1-1-1 0 0,1 0 0 0 0,1-1 1 0 0,25 21-1 0 0,-36-32 15 0 0,1 0 0 0 0,0 0-1 0 0,1-1 1 0 0,-1 1 0 0 0,0-1 0 0 0,1 0 0 0 0,-1 0 0 0 0,1 0 0 0 0,6 1-1 0 0,-10-3 7 0 0,0 0 0 0 0,0 0-1 0 0,0 0 1 0 0,0 0 0 0 0,0 0-1 0 0,0 0 1 0 0,0 0 0 0 0,0-1-1 0 0,0 1 1 0 0,0 0 0 0 0,0 0-1 0 0,0-1 1 0 0,0 1-1 0 0,0-1 1 0 0,0 1 0 0 0,0-1-1 0 0,-1 1 1 0 0,1-1 0 0 0,1 0-1 0 0,-1-1 17 0 0,0 1 0 0 0,0-1 0 0 0,0 1-1 0 0,0-1 1 0 0,0 0 0 0 0,0 1 0 0 0,-1-1-1 0 0,1 0 1 0 0,-1 0 0 0 0,1 0 0 0 0,-1 1-1 0 0,1-1 1 0 0,-1-4 0 0 0,4-190 743 0 0,-1 10-1154 0 0,-2 177 71 0 0,10-88 131 0 0,6 34-7100 0 0,-10 47 556 0 0</inkml:trace>
</inkml:ink>
</file>

<file path=ppt/ink/ink3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8:55.36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29 95 6913 0 0,'-8'-11'333'0'0,"2"4"381"0"0,1 17 1297 0 0,2-1-1587 0 0,1 0 0 0 0,0 1 0 0 0,1-1 0 0 0,0 1 0 0 0,1-1 0 0 0,0 1-1 0 0,0-1 1 0 0,1 1 0 0 0,0-1 0 0 0,1 1 0 0 0,0-1 0 0 0,0 0 0 0 0,8 18-1 0 0,-8-22-240 0 0,1 0 0 0 0,0 0 0 0 0,0 0 0 0 0,1-1 0 0 0,-1 1-1 0 0,1-1 1 0 0,0 0 0 0 0,0 0 0 0 0,0 0 0 0 0,1 0 0 0 0,0-1-1 0 0,-1 0 1 0 0,1 0 0 0 0,0 0 0 0 0,0-1 0 0 0,1 1 0 0 0,-1-1 0 0 0,0 0-1 0 0,1-1 1 0 0,0 1 0 0 0,-1-1 0 0 0,1 0 0 0 0,0-1 0 0 0,6 1-1 0 0,-3-2-107 0 0,-1 1 0 0 0,0-2 0 0 0,0 1-1 0 0,0-1 1 0 0,0-1 0 0 0,0 1-1 0 0,0-1 1 0 0,0 0 0 0 0,-1-1 0 0 0,0 0-1 0 0,1 0 1 0 0,-2-1 0 0 0,1 0-1 0 0,0 0 1 0 0,-1-1 0 0 0,0 1 0 0 0,0-1-1 0 0,-1 0 1 0 0,0-1 0 0 0,0 0-1 0 0,0 1 1 0 0,-1-2 0 0 0,5-8 0 0 0,-6 10-49 0 0,0 0 1 0 0,-1-1-1 0 0,1 1 1 0 0,-1-1 0 0 0,-1 0-1 0 0,1 1 1 0 0,-1-1-1 0 0,0 0 1 0 0,-1 0 0 0 0,0 0-1 0 0,0 0 1 0 0,-1-10-1 0 0,0 12-6 0 0,-1 0-1 0 0,1-1 1 0 0,-1 1-1 0 0,0 0 1 0 0,0 0-1 0 0,0 1 1 0 0,-1-1-1 0 0,0 0 1 0 0,0 1-1 0 0,0 0 1 0 0,0 0-1 0 0,-1 0 1 0 0,0 0-1 0 0,1 0 1 0 0,-1 1-1 0 0,-1-1 1 0 0,-6-4-1 0 0,5 5-84 0 0,1 0-1 0 0,-1 1 1 0 0,0 0 0 0 0,0 0-1 0 0,0 0 1 0 0,0 0-1 0 0,0 1 1 0 0,-1 0-1 0 0,1 0 1 0 0,0 1-1 0 0,0-1 1 0 0,-1 2 0 0 0,1-1-1 0 0,0 1 1 0 0,0-1-1 0 0,-1 2 1 0 0,1-1-1 0 0,-7 3 1 0 0,7-2-924 0 0,0 1 0 0 0,0 0 0 0 0,1-1 0 0 0,-1 2 0 0 0,1-1 0 0 0,-9 7 1 0 0,-2 5-5395 0 0</inkml:trace>
</inkml:ink>
</file>

<file path=ppt/ink/ink3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8:55.75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55 5985 0 0,'3'-8'436'0'0,"3"-5"-257"0"0,1 5 3422 0 0,-14 31 140 0 0,5 22-3205 0 0,2-42-287 0 0,0 11 53 0 0,1-1 0 0 0,0 1 0 0 0,5 20 0 0 0,-5-30-255 0 0,-1-1 1 0 0,2 1 0 0 0,-1 0 0 0 0,0 0 0 0 0,1-1 0 0 0,0 1-1 0 0,0-1 1 0 0,0 1 0 0 0,0-1 0 0 0,0 0 0 0 0,1 0-1 0 0,-1 0 1 0 0,1 0 0 0 0,0 0 0 0 0,0-1 0 0 0,6 5 0 0 0,-7-6-90 0 0,0 0 0 0 0,0-1 0 0 0,1 1 0 0 0,-1 0 0 0 0,0-1 0 0 0,1 0 0 0 0,-1 0 1 0 0,0 1-1 0 0,1-1 0 0 0,-1 0 0 0 0,0-1 0 0 0,1 1 0 0 0,-1 0 0 0 0,0-1 0 0 0,0 0 1 0 0,1 1-1 0 0,-1-1 0 0 0,0 0 0 0 0,0 0 0 0 0,0 0 0 0 0,0 0 0 0 0,0 0 0 0 0,0-1 1 0 0,0 1-1 0 0,0-1 0 0 0,-1 1 0 0 0,1-1 0 0 0,0 0 0 0 0,2-3 0 0 0,5-6-253 0 0,0-1 0 0 0,0 0 0 0 0,10-19 0 0 0,-16 26 284 0 0,22-50-232 0 0,-21 43 326 0 0,1 0 0 0 0,0 0 0 0 0,1 1 0 0 0,1 0 0 0 0,9-13 0 0 0,-15 23-28 0 0,-1 1 0 0 0,0-1 1 0 0,1 1-1 0 0,-1 0 0 0 0,1-1 0 0 0,-1 1 0 0 0,1 0 1 0 0,-1 0-1 0 0,1-1 0 0 0,-1 1 0 0 0,1 0 0 0 0,-1 0 0 0 0,1 0 1 0 0,-1 0-1 0 0,1-1 0 0 0,-1 1 0 0 0,1 0 0 0 0,-1 0 1 0 0,1 0-1 0 0,-1 0 0 0 0,1 0 0 0 0,0 0 0 0 0,-1 0 0 0 0,1 1 1 0 0,-1-1-1 0 0,1 0 0 0 0,-1 0 0 0 0,1 0 0 0 0,-1 1 1 0 0,1-1-1 0 0,-1 0 0 0 0,1 0 0 0 0,-1 1 0 0 0,1-1 0 0 0,-1 0 1 0 0,0 1-1 0 0,1-1 0 0 0,-1 0 0 0 0,1 1 0 0 0,-1-1 1 0 0,1 1-1 0 0,18 25 970 0 0,-11-13-652 0 0,0-5-336 0 0,0 1 0 0 0,1-1 0 0 0,0 0 0 0 0,1-1 0 0 0,0 0 0 0 0,0-1 0 0 0,13 7 0 0 0,22 3-5344 0 0,-21-11-391 0 0</inkml:trace>
</inkml:ink>
</file>

<file path=ppt/ink/ink3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8:55.99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25 50 3225 0 0,'-18'-49'7270'0'0,"13"60"-4862"0"0,4 4-1041 0 0,0 0 0 0 0,3 25 0 0 0,14 69 566 0 0,-9-69-1359 0 0,7 33-103 0 0,3 0 0 0 0,33 87 0 0 0,-27-103-2493 0 0,41 77 0 0 0,-52-113-4184 0 0</inkml:trace>
</inkml:ink>
</file>

<file path=ppt/ink/ink3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8:56.18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2 169 8754 0 0,'0'0'21'0'0,"0"0"1"0"0,0 0-1 0 0,0-1 1 0 0,0 1-1 0 0,0 0 1 0 0,-1 0-1 0 0,1 0 1 0 0,0 0-1 0 0,0 0 1 0 0,0 0-1 0 0,0 0 1 0 0,0-1-1 0 0,0 1 1 0 0,0 0-1 0 0,0 0 0 0 0,0 0 1 0 0,0 0-1 0 0,0 0 1 0 0,0 0-1 0 0,0-1 1 0 0,0 1-1 0 0,0 0 1 0 0,0 0-1 0 0,0 0 1 0 0,0 0-1 0 0,0 0 1 0 0,0-1-1 0 0,0 1 1 0 0,0 0-1 0 0,0 0 1 0 0,0 0-1 0 0,0 0 1 0 0,0 0-1 0 0,0 0 1 0 0,0 0-1 0 0,0-1 0 0 0,1 1 1 0 0,-1 0-1 0 0,0 0 1 0 0,0 0-1 0 0,0 0 1 0 0,0 0-1 0 0,0 0 1 0 0,0 0-1 0 0,0 0 1 0 0,0 0-1 0 0,1-1 1 0 0,-1 1-1 0 0,0 0 1 0 0,0 0-1 0 0,0 0 1 0 0,0 0-1 0 0,1 0 1 0 0,12-10 1188 0 0,18-8 458 0 0,-29 17-1611 0 0,170-83 5320 0 0,-81 54-5602 0 0,-66 24-2205 0 0,46-5-1 0 0,-37 9-3219 0 0</inkml:trace>
</inkml:ink>
</file>

<file path=ppt/ink/ink3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8:57.26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158 188 5985 0 0,'-47'-3'3322'0'0,"40"1"-3011"0"0,0 1 0 0 0,0 0 0 0 0,-1 0 0 0 0,1 1 0 0 0,0 0 0 0 0,-1 0 0 0 0,1 1 0 0 0,0 0 0 0 0,-1 0 0 0 0,1 1 0 0 0,0 0 1 0 0,0 0-1 0 0,-9 4 0 0 0,16-6-285 0 0,1 0 0 0 0,-1 1-1 0 0,0-1 1 0 0,0 0 0 0 0,0 0 0 0 0,0 0 0 0 0,0 0 0 0 0,0 0 0 0 0,0 0 0 0 0,0 0 0 0 0,0 0 0 0 0,0 0 0 0 0,0 0 0 0 0,0 0 0 0 0,1 0 0 0 0,-1 0 0 0 0,0 0 0 0 0,0 1 0 0 0,0-1 0 0 0,0 0 0 0 0,0 0 0 0 0,0 0 0 0 0,0 0 0 0 0,0 0 0 0 0,0 0 0 0 0,0 0 0 0 0,0 0 0 0 0,0 0 0 0 0,0 0 0 0 0,0 1 0 0 0,0-1 0 0 0,0 0 0 0 0,0 0 0 0 0,0 0 0 0 0,0 0 0 0 0,0 0-1 0 0,0 0 1 0 0,0 0 0 0 0,0 0 0 0 0,0 0 0 0 0,0 0 0 0 0,-1 1 0 0 0,1-1 0 0 0,0 0 0 0 0,0 0 0 0 0,0 0 0 0 0,0 0 0 0 0,0 0 0 0 0,0 0 0 0 0,0 0 0 0 0,0 0 0 0 0,0 0 0 0 0,0 0 0 0 0,0 0 0 0 0,0 0 0 0 0,0 0 0 0 0,-1 0 0 0 0,1 0 0 0 0,0 0 0 0 0,0 0 0 0 0,0 0 0 0 0,0 0 0 0 0,13 1 628 0 0,16-5-17 0 0,6-10 102 0 0,2 2 0 0 0,-1 2 0 0 0,74-11 1 0 0,-67 16-665 0 0,376-34 803 0 0,-333 40-652 0 0,0 3 0 0 0,165 29 0 0 0,20 3 562 0 0,1440-9 385 0 0,-655-78-1058 0 0,-494-17 80 0 0,-241 40 76 0 0,-98 13-52 0 0,276-16 109 0 0,-469 30-325 0 0,-18 1-72 0 0,-4-1-141 0 0,1 0 0 0 0,-1 1 0 0 0,0 0 0 0 0,0 1 0 0 0,0 0 0 0 0,14 3 0 0 0,-19-2-635 0 0</inkml:trace>
</inkml:ink>
</file>

<file path=ppt/ink/ink3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8:57.8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13363 0 0,'2'3'3200'0'0,"19"28"-815"0"0,0 26-1652 0 0,-2 1 0 0 0,-4 0 0 0 0,17 112 0 0 0,-21-98-624 0 0,3-1-1 0 0,26 75 1 0 0,-32-125-215 0 0,2-2 0 0 0,15 27-1 0 0,2 2-1594 0 0,-24-40-1247 0 0</inkml:trace>
</inkml:ink>
</file>

<file path=ppt/ink/ink3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8:58.37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14 174 2761 0 0,'-2'0'63'0'0,"1"-1"0"0"0,0 0 1 0 0,0 0-1 0 0,0 0 0 0 0,0 0 1 0 0,1-1-1 0 0,-1 1 1 0 0,0 0-1 0 0,0 0 0 0 0,1 0 1 0 0,-1-1-1 0 0,1 1 1 0 0,-1 0-1 0 0,1-1 0 0 0,-1 1 1 0 0,1-1-1 0 0,0 1 0 0 0,0 0 1 0 0,-1-1-1 0 0,1 1 1 0 0,0-1-1 0 0,1-2 0 0 0,-1 1 140 0 0,1-1-1 0 0,0 1 0 0 0,1 0 1 0 0,-1-1-1 0 0,0 1 0 0 0,1 0 0 0 0,0 0 1 0 0,0 0-1 0 0,2-4 0 0 0,3-1 474 0 0,0 0 0 0 0,0 0-1 0 0,1 0 1 0 0,0 1 0 0 0,14-10 0 0 0,-11 10-187 0 0,1 0 0 0 0,0 1 0 0 0,0 1 0 0 0,0 0 1 0 0,1 0-1 0 0,0 1 0 0 0,0 1 0 0 0,0 0 1 0 0,0 1-1 0 0,1 0 0 0 0,-1 1 0 0 0,22 1 0 0 0,-28 0-455 0 0,-1 1 0 0 0,1 0 0 0 0,0 0 0 0 0,-1 1 0 0 0,0-1 0 0 0,1 2 0 0 0,-1-1 0 0 0,0 1 0 0 0,0 0 0 0 0,0 0 0 0 0,0 0 0 0 0,-1 1 0 0 0,1 0 0 0 0,-1 0 0 0 0,0 0 0 0 0,0 1 0 0 0,-1 0 0 0 0,1 0 0 0 0,-1 0 0 0 0,0 0 0 0 0,0 1 0 0 0,-1-1 0 0 0,1 1 0 0 0,-2 0 0 0 0,1 0 0 0 0,4 13 0 0 0,-4-6-244 0 0,1 1 0 0 0,-2-1 0 0 0,0 1 0 0 0,0-1 0 0 0,-1 1 0 0 0,-1 0-1 0 0,0-1 1 0 0,-1 1 0 0 0,-1 0 0 0 0,0-1 0 0 0,0 1 0 0 0,-2-1 0 0 0,-4 14 0 0 0,4-17 464 0 0,-1 0 1 0 0,0-1-1 0 0,0 0 1 0 0,0 0-1 0 0,-1 0 0 0 0,-9 10 1 0 0,12-17-131 0 0,1 1-1 0 0,0-1 1 0 0,0 1 0 0 0,0-1-1 0 0,0 1 1 0 0,0 0 0 0 0,1 0 0 0 0,-1 0-1 0 0,-1 4 1 0 0,3-6-99 0 0,0-1 0 0 0,0 1 0 0 0,0-1 0 0 0,0 1 0 0 0,0-1 0 0 0,0 1 0 0 0,0-1 1 0 0,0 1-1 0 0,1-1 0 0 0,-1 1 0 0 0,0-1 0 0 0,0 1 0 0 0,0-1 0 0 0,0 1 0 0 0,1-1 0 0 0,-1 0 0 0 0,0 1 0 0 0,1-1 0 0 0,-1 1 0 0 0,0-1 0 0 0,0 0 0 0 0,1 1 1 0 0,-1-1-1 0 0,1 1 0 0 0,21 5 927 0 0,21-2 450 0 0,81 19-1 0 0,-102-17-2256 0 0,-1 1 1 0 0,1 1-1 0 0,19 12 0 0 0,-23-11-5923 0 0</inkml:trace>
</inkml:ink>
</file>

<file path=ppt/ink/ink3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8:59.00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212 94 9674 0 0,'-2'-6'477'0'0,"-1"1"-1"0"0,1-1 1 0 0,-1 0 0 0 0,0 1-1 0 0,-1 0 1 0 0,1-1-1 0 0,-1 2 1 0 0,0-1 0 0 0,0 0-1 0 0,-1 1 1 0 0,0-1 0 0 0,1 1-1 0 0,-1 0 1 0 0,0 1 0 0 0,-1 0-1 0 0,1-1 1 0 0,-9-2-1 0 0,11 4-368 0 0,1 1 0 0 0,-1 0 0 0 0,0 0 0 0 0,0 0 0 0 0,0 1 0 0 0,0-1 0 0 0,0 1-1 0 0,-1-1 1 0 0,1 1 0 0 0,0 0 0 0 0,0 0 0 0 0,0 0 0 0 0,0 1 0 0 0,0-1 0 0 0,0 1-1 0 0,0 0 1 0 0,0 0 0 0 0,0 0 0 0 0,0 0 0 0 0,0 0 0 0 0,1 0 0 0 0,-1 1 0 0 0,0 0-1 0 0,1-1 1 0 0,-1 1 0 0 0,1 0 0 0 0,-1 0 0 0 0,1 0 0 0 0,0 1 0 0 0,0-1 0 0 0,0 0-1 0 0,0 1 1 0 0,1 0 0 0 0,-1-1 0 0 0,1 1 0 0 0,-2 4 0 0 0,-4 9-40 0 0,1 0 0 0 0,1 1 0 0 0,1 0 1 0 0,1 0-1 0 0,0 0 0 0 0,1 0 0 0 0,0 0 0 0 0,2 0 1 0 0,0 1-1 0 0,4 28 0 0 0,1-12 36 0 0,2 0 1 0 0,1 0-1 0 0,2-1 1 0 0,18 44-1 0 0,-14-50-64 0 0,1 0-1 0 0,1-1 0 0 0,1 0 1 0 0,25 28-1 0 0,33 48-227 0 0,-70-92 52 0 0,1 0 0 0 0,-2 0-1 0 0,7 15 1 0 0,-11-23-81 0 0,1 1-1 0 0,0-1 1 0 0,0 0 0 0 0,-1 0 0 0 0,1 0 0 0 0,-1 0-1 0 0,0 1 1 0 0,0-1 0 0 0,1 0 0 0 0,-2 0-1 0 0,1 1 1 0 0,0-1 0 0 0,0 0 0 0 0,-1 0 0 0 0,1 0-1 0 0,-1 1 1 0 0,1-1 0 0 0,-1 0 0 0 0,0 0-1 0 0,0 0 1 0 0,0 0 0 0 0,0 0 0 0 0,-1 0 0 0 0,-1 2-1 0 0</inkml:trace>
</inkml:ink>
</file>

<file path=ppt/ink/ink3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8:59.2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0 234 11979 0 0,'8'-11'694'0'0,"0"1"1"0"0,0-1-1 0 0,1 1 1 0 0,1 1 0 0 0,0-1-1 0 0,0 2 1 0 0,17-12-1 0 0,-2 0-189 0 0,2-1 420 0 0,1 0 0 0 0,32-18 0 0 0,5 10-1578 0 0,-54 26-839 0 0,1-1-1 0 0,1 2 0 0 0,19-3 0 0 0,-14 4-4616 0 0</inkml:trace>
</inkml:ink>
</file>

<file path=ppt/ink/ink3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9:00.46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 0 10594 0 0,'0'1'226'0'0,"-1"-1"0"0"0,0 0 0 0 0,0 1 0 0 0,0-1 0 0 0,0 1 0 0 0,0-1 0 0 0,1 1-1 0 0,-1-1 1 0 0,0 1 0 0 0,1 0 0 0 0,-1-1 0 0 0,0 1 0 0 0,1 0 0 0 0,-1 0 0 0 0,1-1 0 0 0,-1 1 0 0 0,1 0 0 0 0,-1 0-1 0 0,1 0 1 0 0,-1 0 0 0 0,1-1 0 0 0,0 1 0 0 0,0 0 0 0 0,-1 0 0 0 0,1 2 0 0 0,9 26 1993 0 0,-7-25-2274 0 0,14 35 611 0 0,-2 0 0 0 0,-2 1-1 0 0,7 42 1 0 0,12 126 415 0 0,-21-122-2419 0 0,33 130-1 0 0,-35-196 47 0 0,2 13-6858 0 0,-11-32 8091 0 0</inkml:trace>
</inkml:ink>
</file>

<file path=ppt/ink/ink3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9:00.7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1 187 10594 0 0,'7'-12'358'0'0,"0"0"-1"0"0,1 1 1 0 0,1 0-1 0 0,0 0 1 0 0,0 1-1 0 0,1 0 1 0 0,1 0-1 0 0,16-11 0 0 0,-9 8 108 0 0,0 2-1 0 0,1 0 0 0 0,0 1 1 0 0,36-14-1 0 0,-47 22-391 0 0,0-1 1 0 0,1 2-1 0 0,-1-1 0 0 0,1 1 1 0 0,-1 0-1 0 0,1 1 1 0 0,0 0-1 0 0,-1 0 1 0 0,1 1-1 0 0,-1 0 0 0 0,1 1 1 0 0,-1 0-1 0 0,0 0 1 0 0,1 1-1 0 0,-1 0 0 0 0,0 0 1 0 0,-1 1-1 0 0,1 0 1 0 0,8 6-1 0 0,-3-1-541 0 0,-1 0-1 0 0,1 1 1 0 0,-2 1-1 0 0,1 0 1 0 0,-2 1-1 0 0,1 0 1 0 0,-2 1-1 0 0,1 0 1 0 0,11 23-1 0 0,-9-13-4357 0 0</inkml:trace>
</inkml:ink>
</file>

<file path=ppt/ink/ink3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9:00.90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12 126 11522 0 0,'-1'0'52'0'0,"1"1"0"0"0,0-1-1 0 0,0 0 1 0 0,-1 0 0 0 0,1 0-1 0 0,0 0 1 0 0,0 1-1 0 0,-1-1 1 0 0,1 0 0 0 0,0 0-1 0 0,0 0 1 0 0,-1 0-1 0 0,1 0 1 0 0,0 0 0 0 0,-1 0-1 0 0,1 0 1 0 0,0 0-1 0 0,0 0 1 0 0,-1 0 0 0 0,1 0-1 0 0,0 0 1 0 0,0 0-1 0 0,-1 0 1 0 0,1 0 0 0 0,0 0-1 0 0,-1 0 1 0 0,1 0-1 0 0,0-1 1 0 0,0 1 0 0 0,-1 0-1 0 0,1 0 1 0 0,0 0 0 0 0,0 0-1 0 0,-1-1 1 0 0,1 1-1 0 0,0 0 1 0 0,0 0 0 0 0,0 0-1 0 0,0-1 1 0 0,-1 1-1 0 0,1 0 1 0 0,0 0 0 0 0,0-1-1 0 0,0 1 1 0 0,0 0-1 0 0,0 0 1 0 0,0-1 0 0 0,0 1-1 0 0,0 0 1 0 0,-1-1-1 0 0,1 1 1 0 0,0 0 0 0 0,0 0-1 0 0,0-1 1 0 0,0 1 0 0 0,0 0-1 0 0,1-1 1 0 0,14-20 2021 0 0,31-21 582 0 0,-36 35-2401 0 0,1-1-1 0 0,0 2 1 0 0,1-1 0 0 0,-1 1-1 0 0,1 1 1 0 0,0 0 0 0 0,14-3-1 0 0,-20 7-545 0 0,1 0-1 0 0,-1 0 0 0 0,0 0 0 0 0,1 1 0 0 0,-1 0 0 0 0,1 0 1 0 0,-1 1-1 0 0,1 0 0 0 0,-1 0 0 0 0,0 0 0 0 0,1 1 1 0 0,-1 0-1 0 0,0 0 0 0 0,0 1 0 0 0,0-1 0 0 0,6 5 0 0 0,7 4-5752 0 0</inkml:trace>
</inkml:ink>
</file>

<file path=ppt/ink/ink3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9:01.44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123 47 7834 0 0,'-1'-4'50'0'0,"0"0"942"0"0,1 0 0 0 0,-2 0 0 0 0,1 0 1 0 0,0 0-1 0 0,-1 0 0 0 0,0 0 0 0 0,-3-6 1 0 0,4 10-825 0 0,1-1 1 0 0,0 1-1 0 0,-1 0 1 0 0,1-1-1 0 0,-1 1 1 0 0,1 0-1 0 0,-1-1 1 0 0,1 1 0 0 0,-1 0-1 0 0,1 0 1 0 0,-1-1-1 0 0,1 1 1 0 0,-1 0-1 0 0,1 0 1 0 0,-1 0 0 0 0,1 0-1 0 0,-1 0 1 0 0,1 0-1 0 0,-1 0 1 0 0,1 0-1 0 0,-1 0 1 0 0,1 0-1 0 0,-1 0 1 0 0,0 0 0 0 0,0 0-1 0 0,-1 1-98 0 0,0 0-1 0 0,1 0 1 0 0,-1 0-1 0 0,0 0 1 0 0,0 1-1 0 0,1-1 1 0 0,-1 0-1 0 0,1 1 1 0 0,-1-1-1 0 0,-1 3 0 0 0,-6 9 24 0 0,0 1 0 0 0,1 0 0 0 0,0 0 0 0 0,1 0 0 0 0,1 1 0 0 0,0 0 0 0 0,1 0-1 0 0,1 1 1 0 0,0-1 0 0 0,1 1 0 0 0,1 0 0 0 0,0 0 0 0 0,1 32 0 0 0,2-42-126 0 0,0 0 0 0 0,0 0 1 0 0,1 0-1 0 0,-1 0 0 0 0,1 0 1 0 0,1-1-1 0 0,-1 1 0 0 0,1 0 1 0 0,0-1-1 0 0,0 0 0 0 0,1 0 0 0 0,-1 0 1 0 0,1 0-1 0 0,0 0 0 0 0,0-1 1 0 0,1 0-1 0 0,-1 0 0 0 0,1 0 1 0 0,8 5-1 0 0,9 3-248 0 0,0 0 0 0 0,1-2 1 0 0,38 13-1 0 0,24 12-109 0 0,-79-32 335 0 0,1 0 0 0 0,-1 1 1 0 0,0 0-1 0 0,0 1 1 0 0,0-1-1 0 0,6 8 0 0 0,-11-11 76 0 0,0 0 1 0 0,-1 0-1 0 0,1 0 0 0 0,0 0 0 0 0,-1 0 0 0 0,1 0 0 0 0,0 0 0 0 0,-1 0 0 0 0,1 0 1 0 0,-1 0-1 0 0,0 0 0 0 0,1 0 0 0 0,-1 1 0 0 0,0-1 0 0 0,0 0 0 0 0,0 0 1 0 0,0 0-1 0 0,0 0 0 0 0,0 1 0 0 0,0-1 0 0 0,0 0 0 0 0,0 0 0 0 0,0 0 0 0 0,-1 0 1 0 0,1 1-1 0 0,0-1 0 0 0,-1 0 0 0 0,1 0 0 0 0,-1 0 0 0 0,1 0 0 0 0,-1 0 0 0 0,0 0 1 0 0,1 0-1 0 0,-1 0 0 0 0,0 0 0 0 0,0-1 0 0 0,0 1 0 0 0,0 0 0 0 0,1 0 1 0 0,-1-1-1 0 0,0 1 0 0 0,0 0 0 0 0,-1-1 0 0 0,1 1 0 0 0,0-1 0 0 0,-2 1 0 0 0,-10 5 311 0 0,0 0-1 0 0,-1-1 1 0 0,0-1-1 0 0,0 0 0 0 0,0-1 1 0 0,-28 3-1 0 0,-28 6-1348 0 0,62-9-35 0 0,-1-1 1 0 0,1 1-1 0 0,-1 1 1 0 0,1 0-1 0 0,0 0 0 0 0,-7 5 1 0 0</inkml:trace>
</inkml:ink>
</file>

<file path=ppt/ink/ink3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9:01.71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41 7370 0 0,'7'-9'8532'0'0,"5"-6"-6319"0"0,4 3-3963 0 0,-15 11 1491 0 0,0 1 0 0 0,0-1 0 0 0,0 1 0 0 0,0-1 0 0 0,0 1 0 0 0,0 0-1 0 0,0-1 1 0 0,0 1 0 0 0,1 0 0 0 0,-1 0 0 0 0,0 0 0 0 0,0 0 0 0 0,0 0 0 0 0,0 0 0 0 0,0 0 0 0 0,0 1 0 0 0,1-1 0 0 0,-1 0 0 0 0,0 0 0 0 0,0 1 0 0 0,0-1 0 0 0,0 1 0 0 0,0-1 0 0 0,0 1-1 0 0,0 0 1 0 0,0-1 0 0 0,0 1 0 0 0,0 0 0 0 0,-1-1 0 0 0,1 1 0 0 0,0 0 0 0 0,0 0 0 0 0,-1 0 0 0 0,1 0 0 0 0,0 1 0 0 0,1 0-9 0 0,0 1 0 0 0,0-1 0 0 0,-1 0 1 0 0,1 1-1 0 0,-1 0 0 0 0,0-1 0 0 0,0 1 0 0 0,0 0 1 0 0,0 0-1 0 0,1 2 0 0 0,-2 7 248 0 0</inkml:trace>
</inkml:ink>
</file>

<file path=ppt/ink/ink3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9:01.85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38 8754 0 0,'-1'1'576'0'0,"1"-1"-512"0"0,0 0 0 0 0,-1 1 0 0 0,1-1 0 0 0,0 0 0 0 0,0 0 0 0 0,0 0 0 0 0,0 0 0 0 0,0 1 0 0 0,0-1 0 0 0,0 0 1 0 0,0 0-1 0 0,0 0 0 0 0,0 0 0 0 0,0 1 0 0 0,0-1 0 0 0,0 0 0 0 0,0 0 0 0 0,0 0 0 0 0,2 3 1024 0 0,-2-3-1024 0 0,0 0 0 0 0,0 0 0 0 0,0 0 0 0 0,1 0 0 0 0,-1 0 1 0 0,0 0-1 0 0,0 0 0 0 0,0 1 0 0 0,0-1 0 0 0,1 0 0 0 0,-1 0 0 0 0,0 0 0 0 0,0 0 0 0 0,0 0 0 0 0,0 0 0 0 0,1 0 0 0 0,-1 0 0 0 0,0-1 0 0 0,22-2 2650 0 0,22-13-655 0 0,-31 12-3050 0 0,0 0 0 0 0,0 0 0 0 0,25-3 1 0 0,-18 4-1719 0 0,-5 0 502 0 0</inkml:trace>
</inkml:ink>
</file>

<file path=ppt/ink/ink3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9:03.28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28 130 2761 0 0,'-1'0'141'0'0,"0"1"0"0"0,0 0 0 0 0,-1-1 0 0 0,1 0-1 0 0,0 1 1 0 0,0-1 0 0 0,-1 0 0 0 0,1 0 0 0 0,0 0 0 0 0,0 1 0 0 0,-1-1 0 0 0,1-1 0 0 0,0 1 0 0 0,0 0 0 0 0,-1 0 0 0 0,1 0 0 0 0,0-1 0 0 0,0 1 0 0 0,-2-1 0 0 0,2 0 21 0 0,1 0 0 0 0,0 1-1 0 0,0-1 1 0 0,0 0 0 0 0,0 1 0 0 0,0-1-1 0 0,0 0 1 0 0,0 1 0 0 0,0-1-1 0 0,0 0 1 0 0,0 1 0 0 0,1-1 0 0 0,-1 0-1 0 0,0 1 1 0 0,0-1 0 0 0,1 0-1 0 0,-1 1 1 0 0,0-1 0 0 0,1 0 0 0 0,-1 1-1 0 0,1-1 1 0 0,-1 1 0 0 0,0-1-1 0 0,2 0 1 0 0,3-5 538 0 0,0 0-1 0 0,0 1 0 0 0,1-1 1 0 0,13-8-1 0 0,-8 7-275 0 0,0 2 0 0 0,1-1 0 0 0,-1 2 1 0 0,1-1-1 0 0,0 2 0 0 0,1-1 0 0 0,18-1 0 0 0,7 1 1389 0 0,44 2-1 0 0,-75 2-1574 0 0,-3 0-41 0 0,-1 0-1 0 0,0-1 0 0 0,1 1 0 0 0,-1-1 1 0 0,0 0-1 0 0,1 0 0 0 0,-1 0 0 0 0,0-1 1 0 0,0 1-1 0 0,0-1 0 0 0,5-3 0 0 0,-5 3-165 0 0,0 0 0 0 0,0 0 0 0 0,1 0 0 0 0,-1 1 0 0 0,0-1 0 0 0,1 1 0 0 0,-1 0 0 0 0,1 0 0 0 0,-1 0-1 0 0,1 1 1 0 0,6-1 0 0 0,-9 1-99 0 0,-1 1-1 0 0,1 0 0 0 0,-1-1 0 0 0,0 1 1 0 0,0 0-1 0 0,1-1 0 0 0,-1 1 1 0 0,0 0-1 0 0,0-1 0 0 0,0 1 0 0 0,1 0 1 0 0,-1-1-1 0 0,0 1 0 0 0,0 0 1 0 0,0 0-1 0 0,0-1 0 0 0,0 1 0 0 0,-1 0 1 0 0,1 0-1 0 0,0-1 0 0 0,0 2 1 0 0,-1 6-3032 0 0</inkml:trace>
</inkml:ink>
</file>

<file path=ppt/ink/ink3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9:03.8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24 204 10594 0 0,'-1'0'122'0'0,"0"0"0"0"0,0-1-1 0 0,0 1 1 0 0,0 0 0 0 0,0-1 0 0 0,0 1-1 0 0,0 0 1 0 0,0-1 0 0 0,0 1 0 0 0,0-1-1 0 0,0 0 1 0 0,0 1 0 0 0,0-1-1 0 0,0 0 1 0 0,0 1 0 0 0,0-1 0 0 0,1 0-1 0 0,-1 0 1 0 0,0 0 0 0 0,1 0 0 0 0,-1 0-1 0 0,0 0 1 0 0,1 0 0 0 0,-1 0 0 0 0,1 0-1 0 0,0 0 1 0 0,-1 0 0 0 0,1 0-1 0 0,0 0 1 0 0,0 0 0 0 0,-1 0 0 0 0,1-1-1 0 0,0 1 1 0 0,0 0 0 0 0,0 0 0 0 0,1 0-1 0 0,-1 0 1 0 0,0 0 0 0 0,0 0-1 0 0,0 0 1 0 0,1-1 0 0 0,-1 1 0 0 0,1 0-1 0 0,-1 0 1 0 0,1 0 0 0 0,-1 0 0 0 0,1 0-1 0 0,-1 0 1 0 0,1 1 0 0 0,0-1 0 0 0,0 0-1 0 0,-1 0 1 0 0,1 0 0 0 0,0 1-1 0 0,0-1 1 0 0,0 0 0 0 0,0 1 0 0 0,0-1-1 0 0,0 1 1 0 0,1-1 0 0 0,1 0 36 0 0,-1 1-1 0 0,0 0 1 0 0,0 1 0 0 0,0-1 0 0 0,0 0-1 0 0,0 1 1 0 0,0-1 0 0 0,0 1 0 0 0,0-1-1 0 0,0 1 1 0 0,0 0 0 0 0,0 0 0 0 0,0 0-1 0 0,0 0 1 0 0,-1 0 0 0 0,4 3 0 0 0,30 26 477 0 0,-28-23-505 0 0,59 53 504 0 0,73 87 1 0 0,-134-142-564 0 0,0 1 1 0 0,0-1-1 0 0,0 0 1 0 0,1 0-1 0 0,0-1 1 0 0,0 0-1 0 0,0 0 1 0 0,9 4-1 0 0,-14-7-42 0 0,0-1 0 0 0,1 1-1 0 0,-1-1 1 0 0,1 0 0 0 0,-1 1 0 0 0,1-1-1 0 0,-1 0 1 0 0,1 0 0 0 0,0 0 0 0 0,-1 0 0 0 0,1 0-1 0 0,-1 0 1 0 0,1 0 0 0 0,-1 0 0 0 0,1-1-1 0 0,-1 1 1 0 0,1 0 0 0 0,1-2 0 0 0,-2 1-11 0 0,1 0 1 0 0,-1 0 0 0 0,1-1 0 0 0,-1 1 0 0 0,0-1-1 0 0,1 1 1 0 0,-1-1 0 0 0,0 1 0 0 0,0-1-1 0 0,0 0 1 0 0,0 1 0 0 0,-1-1 0 0 0,1 0 0 0 0,0 0-1 0 0,-1 0 1 0 0,1 0 0 0 0,-1 1 0 0 0,1-4 0 0 0,0-14 14 0 0,0-1 0 0 0,-1 1 0 0 0,-1 0 0 0 0,0 0 0 0 0,-2 0 0 0 0,0 0 0 0 0,-7-22 0 0 0,3 13-219 0 0,2 0 0 0 0,-3-38 0 0 0,8 39-1284 0 0,5-45-1 0 0,-1 45-6142 0 0</inkml:trace>
</inkml:ink>
</file>

<file path=ppt/ink/ink3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9:04.22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76 93 5961 0 0,'-2'-6'302'0'0,"0"0"-1"0"0,-1 1 1 0 0,0-1-1 0 0,0 1 1 0 0,-7-10-1 0 0,9 14-92 0 0,0-1 0 0 0,0 1-1 0 0,0-1 1 0 0,0 1 0 0 0,-1-1-1 0 0,1 1 1 0 0,0 0 0 0 0,-1-1 0 0 0,1 1-1 0 0,-1 0 1 0 0,1 0 0 0 0,-1 0-1 0 0,0 0 1 0 0,0 1 0 0 0,1-1 0 0 0,-1 0-1 0 0,0 1 1 0 0,0-1 0 0 0,0 1 0 0 0,0-1-1 0 0,1 1 1 0 0,-4 0 0 0 0,4 0-104 0 0,0 1 1 0 0,0 0 0 0 0,0-1-1 0 0,0 1 1 0 0,0 0 0 0 0,0-1-1 0 0,1 1 1 0 0,-1 0 0 0 0,0 0 0 0 0,1 0-1 0 0,-1 0 1 0 0,0-1 0 0 0,1 1-1 0 0,-1 0 1 0 0,1 0 0 0 0,-1 0-1 0 0,1 0 1 0 0,0 0 0 0 0,-1 1-1 0 0,1-1 1 0 0,0 0 0 0 0,0 0-1 0 0,0 0 1 0 0,0 2 0 0 0,-1 30 813 0 0,1-30-761 0 0,1 14 62 0 0,1 0 0 0 0,0-1 0 0 0,1 1 0 0 0,1-1 0 0 0,0 1 0 0 0,1-1 0 0 0,1 0 0 0 0,12 22-1 0 0,-16-33-161 0 0,1 0-1 0 0,0 0 0 0 0,0 0 1 0 0,0-1-1 0 0,0 1 0 0 0,1-1 1 0 0,0 0-1 0 0,0 0 0 0 0,0 0 0 0 0,1 0 1 0 0,-1-1-1 0 0,1 0 0 0 0,0 0 1 0 0,0 0-1 0 0,0 0 0 0 0,0-1 0 0 0,0 0 1 0 0,1 0-1 0 0,-1-1 0 0 0,0 1 1 0 0,1-1-1 0 0,0 0 0 0 0,-1 0 0 0 0,1-1 1 0 0,0 0-1 0 0,-1 0 0 0 0,1 0 1 0 0,10-2-1 0 0,-11 0-33 0 0,-1 1 0 0 0,0-1 0 0 0,0 0 0 0 0,1 0 0 0 0,-1-1 0 0 0,-1 1 0 0 0,1-1 1 0 0,0 0-1 0 0,-1 0 0 0 0,1 0 0 0 0,-1 0 0 0 0,0 0 0 0 0,0-1 0 0 0,0 0 0 0 0,0 1 0 0 0,-1-1 0 0 0,0 0 0 0 0,0 0 0 0 0,0-1 0 0 0,0 1 0 0 0,0 0 1 0 0,-1-1-1 0 0,0 1 0 0 0,1-9 0 0 0,1 2 37 0 0,-1-1 0 0 0,-1 0 1 0 0,0 1-1 0 0,-1-1 0 0 0,0 0 1 0 0,-1 0-1 0 0,0 1 0 0 0,-5-21 1 0 0,3 23-329 0 0,0-1 1 0 0,0 0 0 0 0,-1 1-1 0 0,-1 0 1 0 0,0 0 0 0 0,0 0 0 0 0,0 1-1 0 0,-1-1 1 0 0,0 1 0 0 0,-1 1-1 0 0,-13-13 1 0 0</inkml:trace>
</inkml:ink>
</file>

<file path=ppt/ink/ink3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9:04.56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87 3681 0 0,'30'40'5674'0'0,"-8"3"-3653"0"0,9 15-1739 0 0,-30-57-307 0 0,-1 1-1 0 0,1-1 0 0 0,0 0 1 0 0,0 1-1 0 0,0-1 0 0 0,0 0 1 0 0,0 0-1 0 0,0 0 0 0 0,0 0 0 0 0,0 0 1 0 0,0 0-1 0 0,0 0 0 0 0,1 0 1 0 0,-1 0-1 0 0,0-1 0 0 0,1 1 1 0 0,-1 0-1 0 0,1-1 0 0 0,-1 1 0 0 0,1-1 1 0 0,-1 0-1 0 0,1 1 0 0 0,-1-1 1 0 0,1 0-1 0 0,-1 0 0 0 0,3 0 0 0 0,-2-1-50 0 0,1 0 0 0 0,-1 0-1 0 0,0 0 1 0 0,1 0-1 0 0,-1-1 1 0 0,0 1 0 0 0,0-1-1 0 0,0 1 1 0 0,0-1-1 0 0,0 0 1 0 0,-1 0 0 0 0,1 0-1 0 0,0 0 1 0 0,1-3-1 0 0,5-7-322 0 0,-1-1 0 0 0,0 0-1 0 0,-1 0 1 0 0,6-20 0 0 0,1-35-584 0 0,-4 15 1055 0 0,-9 52-22 0 0,0 0 0 0 0,0 0 0 0 0,0 1-1 0 0,0-1 1 0 0,0 0 0 0 0,1 1 0 0 0,-1-1 0 0 0,0 0 0 0 0,0 1 0 0 0,0-1 0 0 0,1 1 0 0 0,-1-1-1 0 0,0 0 1 0 0,1 1 0 0 0,-1-1 0 0 0,0 1 0 0 0,1-1 0 0 0,-1 1 0 0 0,1-1 0 0 0,-1 1 0 0 0,1-1 0 0 0,-1 1-1 0 0,1-1 1 0 0,-1 1 0 0 0,1 0 0 0 0,0-1 0 0 0,-1 1 0 0 0,1 0 0 0 0,-1 0 0 0 0,1-1 0 0 0,0 1 0 0 0,-1 0-1 0 0,2 0 1 0 0,0 0 45 0 0,-1 1 0 0 0,0 0 0 0 0,1 0-1 0 0,-1-1 1 0 0,0 1 0 0 0,1 0 0 0 0,-1 0-1 0 0,0 0 1 0 0,0 0 0 0 0,0 0 0 0 0,0 1 0 0 0,0-1-1 0 0,1 2 1 0 0,25 45 1336 0 0,-24-42-1441 0 0,-1 0 0 0 0,1 0-1 0 0,0 0 1 0 0,1-1 0 0 0,-1 1-1 0 0,1-1 1 0 0,0 0 0 0 0,1 0 0 0 0,-1-1-1 0 0,1 1 1 0 0,0-1 0 0 0,0 0-1 0 0,0 0 1 0 0,1-1 0 0 0,-1 0 0 0 0,11 5-1 0 0,-2-4-4017 0 0</inkml:trace>
</inkml:ink>
</file>

<file path=ppt/ink/ink3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9:04.7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 28 3209 0 0,'-16'-28'7180'0'0,"15"43"-3105"0"0,3 0-3472 0 0,0 0 0 0 0,1 0 0 0 0,0 0-1 0 0,1 0 1 0 0,1-1 0 0 0,1 1-1 0 0,9 16 1 0 0,-5-12-1110 0 0,2 0 0 0 0,0 0 0 0 0,2-1 0 0 0,20 21 1 0 0,-23-27-835 0 0</inkml:trace>
</inkml:ink>
</file>

<file path=ppt/ink/ink3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9:04.95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0 102 5985 0 0,'0'0'464'0'0,"19"-7"3660"0"0,138-54 2578 0 0,-87 33-9311 0 0,-53 22-2751 0 0</inkml:trace>
</inkml:ink>
</file>

<file path=ppt/ink/ink3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9:05.42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215 179 3913 0 0,'-29'14'567'0'0,"1"1"-1"0"0,0 1 1 0 0,0 2 0 0 0,2 0 0 0 0,-43 40 0 0 0,68-58-520 0 0,1 1-1 0 0,-1-1 1 0 0,1 0 0 0 0,-1 1 0 0 0,1-1 0 0 0,0 0 0 0 0,-1 1 0 0 0,1-1 0 0 0,0 1 0 0 0,-1-1 0 0 0,1 1 0 0 0,0-1 0 0 0,-1 1 0 0 0,1-1 0 0 0,0 1 0 0 0,0-1 0 0 0,0 1 0 0 0,-1-1 0 0 0,1 1 0 0 0,0-1 0 0 0,0 1 0 0 0,0-1 0 0 0,0 1 0 0 0,0 0 0 0 0,0-1 0 0 0,0 2 0 0 0,13 1 1174 0 0,23-8 378 0 0,-34 5-1543 0 0,169-37 3586 0 0,202-32 1198 0 0,-126 47-3034 0 0,-39 6-1117 0 0,215-47 1 0 0,-235 16-566 0 0,-104 24-46 0 0,2 3 0 0 0,114-12-1 0 0,-196 32-155 0 0,37 0 123 0 0,-39 0-209 0 0,0 0 0 0 0,0 0 0 0 0,0 1 0 0 0,0-1 0 0 0,0 1 1 0 0,0-1-1 0 0,0 1 0 0 0,0 0 0 0 0,-1 0 0 0 0,1 0 0 0 0,0 0 0 0 0,-1 0 0 0 0,1 0 1 0 0,0 0-1 0 0,-1 0 0 0 0,0 1 0 0 0,3 2 0 0 0</inkml:trace>
</inkml:ink>
</file>

<file path=ppt/ink/ink3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9:05.8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3681 0 0,'6'0'13560'0'0,"0"3"-13399"0"0,1 1 0 0 0,-1-1 0 0 0,1 2 0 0 0,-1-1 0 0 0,-1 1 0 0 0,1 0 0 0 0,-1 0 0 0 0,1 1-1 0 0,-1-1 1 0 0,-1 1 0 0 0,1 0 0 0 0,-1 0 0 0 0,0 1 0 0 0,-1-1 0 0 0,5 12 0 0 0,7 19 1306 0 0,19 65 0 0 0,-23-65-1220 0 0,-6-21-420 0 0,-2-4-407 0 0,0-1-1 0 0,1 1 0 0 0,0-1 0 0 0,1 1 0 0 0,1-1 1 0 0,-1-1-1 0 0,2 1 0 0 0,12 16 0 0 0</inkml:trace>
</inkml:ink>
</file>

<file path=ppt/ink/ink3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9:06.14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0 210 2793 0 0,'8'-15'660'0'0,"2"0"1"0"0,-1 1 0 0 0,2 1 0 0 0,-1-1 0 0 0,18-15-1 0 0,0 3 1523 0 0,40-29-1 0 0,-64 52-1888 0 0,23-15 839 0 0,-26 17-1027 0 0,1 0-1 0 0,-1 0 0 0 0,1 0 0 0 0,-1 1 0 0 0,0-1 1 0 0,1 1-1 0 0,-1-1 0 0 0,1 1 0 0 0,-1-1 0 0 0,1 1 1 0 0,-1 0-1 0 0,1 0 0 0 0,0 0 0 0 0,-1 0 0 0 0,1 0 1 0 0,1 0-1 0 0,-2 1-37 0 0,-1-1 0 0 0,0 1 0 0 0,1-1 0 0 0,-1 1 1 0 0,0 0-1 0 0,0-1 0 0 0,1 1 0 0 0,-1 0 0 0 0,0-1 0 0 0,0 1 1 0 0,0 0-1 0 0,0 0 0 0 0,0-1 0 0 0,0 1 0 0 0,0 0 0 0 0,0-1 0 0 0,0 1 1 0 0,0 0-1 0 0,0-1 0 0 0,-1 1 0 0 0,1 0 0 0 0,0-1 0 0 0,0 1 1 0 0,-1 1-1 0 0,-8 21 692 0 0,8-20-550 0 0,-17 38 561 0 0,-20 57 225 0 0,35-90-838 0 0,1 1 0 0 0,0-1 1 0 0,0 1-1 0 0,1 0 0 0 0,0 0 0 0 0,1-1 0 0 0,0 1 0 0 0,0 0 0 0 0,3 10 0 0 0,-3-17-78 0 0,1 1 0 0 0,-1-1 0 0 0,1 0-1 0 0,0 0 1 0 0,0 0 0 0 0,0 0 0 0 0,0 0 0 0 0,1-1-1 0 0,-1 1 1 0 0,0 0 0 0 0,1 0 0 0 0,-1-1 0 0 0,1 1-1 0 0,-1-1 1 0 0,1 1 0 0 0,0-1 0 0 0,4 2 0 0 0,-2 0-7 0 0,1-1 1 0 0,1 0-1 0 0,-1 0 0 0 0,0-1 1 0 0,0 1-1 0 0,1-1 1 0 0,5 0-1 0 0,8 0-87 0 0,0-1 0 0 0,0 0 0 0 0,21-4-1 0 0,41-3-1272 0 0,-27 9-2677 0 0,-34-1-2358 0 0</inkml:trace>
</inkml:ink>
</file>

<file path=ppt/ink/ink3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9:06.41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54 16 5529 0 0,'-1'-1'434'0'0,"0"-1"-1"0"0,0 1 0 0 0,0 0 1 0 0,0 0-1 0 0,-1 0 1 0 0,1 0-1 0 0,0 0 1 0 0,-1 0-1 0 0,1 0 1 0 0,0 0-1 0 0,-1 1 0 0 0,1-1 1 0 0,-1 0-1 0 0,1 1 1 0 0,-1 0-1 0 0,1-1 1 0 0,-1 1-1 0 0,0 0 0 0 0,1-1 1 0 0,-1 1-1 0 0,1 0 1 0 0,-1 0-1 0 0,-2 1 1 0 0,3-1-288 0 0,0 1 1 0 0,-1 0 0 0 0,1 0 0 0 0,0 1 0 0 0,0-1-1 0 0,0 0 1 0 0,0 0 0 0 0,0 0 0 0 0,0 1 0 0 0,0-1-1 0 0,0 0 1 0 0,0 1 0 0 0,1-1 0 0 0,-1 1 0 0 0,1-1-1 0 0,-1 1 1 0 0,1 0 0 0 0,-1-1 0 0 0,1 1 0 0 0,0-1-1 0 0,0 1 1 0 0,0 0 0 0 0,0 1 0 0 0,-1 15 145 0 0,1 0 0 0 0,1 0 0 0 0,1-1 0 0 0,0 1 0 0 0,1-1 0 0 0,1 1 0 0 0,1-1 0 0 0,1 0 1 0 0,9 22-1 0 0,-1-10-383 0 0,20 35 0 0 0,23 17-3759 0 0,-53-75 1671 0 0</inkml:trace>
</inkml:ink>
</file>

<file path=ppt/ink/ink3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9:06.58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3 214 3225 0 0,'0'-1'157'0'0,"-1"0"1"0"0,1 0 0 0 0,0 0-1 0 0,-1 0 1 0 0,1 0 0 0 0,0 0-1 0 0,0 0 1 0 0,0-1 0 0 0,0 1-1 0 0,0 0 1 0 0,0 0 0 0 0,0 0-1 0 0,0 0 1 0 0,0-1 0 0 0,0 1-1 0 0,1 0 1 0 0,-1 0 0 0 0,1 0-1 0 0,-1 0 1 0 0,1 0 0 0 0,-1 0-1 0 0,1 0 1 0 0,-1 0-1 0 0,2-2 1 0 0,16-28 1108 0 0,-9 20-1396 0 0,0 0-1 0 0,1 0 1 0 0,0 1-1 0 0,0 0 1 0 0,1 1-1 0 0,1 0 0 0 0,17-10 1 0 0,-7 7-698 0 0,0 0 0 0 0,0 2 1 0 0,36-12-1 0 0,-31 15 816 0 0</inkml:trace>
</inkml:ink>
</file>

<file path=ppt/ink/ink3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9:06.85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68 3681 0 0,'6'-14'5493'0'0,"16"-9"-3687"0"0,-13 14-1120 0 0,-7 7-821 0 0,0 0 0 0 0,0 0-1 0 0,0 0 1 0 0,1 1-1 0 0,-1-1 1 0 0,1 0-1 0 0,-1 1 1 0 0,1 0-1 0 0,-1-1 1 0 0,1 1-1 0 0,0 0 1 0 0,0 0-1 0 0,3 0 1 0 0,-5 1 128 0 0,0 0 0 0 0,0 0 0 0 0,0 0 0 0 0,0 0 0 0 0,1 0 0 0 0,-1 0 0 0 0,0 0 0 0 0,0 0 0 0 0,0 1 0 0 0,0-1 0 0 0,0 0 0 0 0,0 1-1 0 0,0-1 1 0 0,1 1 0 0 0,-1 0 0 0 0,-1-1 0 0 0,1 1 0 0 0,0 0 0 0 0,0-1 0 0 0,0 1 0 0 0,0 0 0 0 0,0 0 0 0 0,-1 0 0 0 0,1 0 0 0 0,0 0 0 0 0,-1 0 0 0 0,1 0 0 0 0,0 0 0 0 0,-1 0 0 0 0,1 0 0 0 0,-1 0 0 0 0,0 0 0 0 0,1 0 0 0 0,-1 0 0 0 0,0 2 0 0 0,1 6-4 0 0</inkml:trace>
</inkml:ink>
</file>

<file path=ppt/ink/ink3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9:07.01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0 147 9218 0 0,'13'-14'1871'0'0,"43"-39"179"0"0,-19 30-2398 0 0,21-6-4359 0 0,-23 12 2963 0 0,-17 6 1605 0 0</inkml:trace>
</inkml:ink>
</file>

<file path=ppt/ink/ink3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9:08.41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78 110 6913 0 0,'-2'0'129'0'0,"0"0"0"0"0,1 0-1 0 0,-1-1 1 0 0,0 1 0 0 0,0-1-1 0 0,1 1 1 0 0,-1-1 0 0 0,0 0-1 0 0,1 0 1 0 0,-1 1 0 0 0,1-1-1 0 0,-1 0 1 0 0,1-1 0 0 0,-1 1-1 0 0,1 0 1 0 0,0 0 0 0 0,-3-3-1 0 0,-19-32 4286 0 0,0 3 2054 0 0,25 27-3851 0 0,14-7-2332 0 0,-10 8-418 0 0</inkml:trace>
</inkml:ink>
</file>

<file path=ppt/ink/ink3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9:09.15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35 18 7370 0 0,'-3'-1'1065'0'0,"-1"1"1"0"0,1-1 0 0 0,0-1-1 0 0,0 1 1 0 0,0 0 0 0 0,0-1 0 0 0,-9-7 2820 0 0,31 16-2062 0 0,306 147 786 0 0,-282-137-2561 0 0,70 17 0 0 0,6 3-36 0 0,-118-37-2 0 0,-1 1 0 0 0,1-1 0 0 0,-1 0 0 0 0,0 0 0 0 0,1 0 0 0 0,-1 0 0 0 0,0 1 0 0 0,1-1 0 0 0,-1 0 0 0 0,1 0 0 0 0,-1 1 0 0 0,0-1-1 0 0,0 0 1 0 0,1 1 0 0 0,-1-1 0 0 0,0 0 0 0 0,0 1 0 0 0,1-1 0 0 0,-1 1 0 0 0,0-1 0 0 0,0 0 0 0 0,0 1 0 0 0,1-1 0 0 0,-1 1 0 0 0,0-1 0 0 0,0 0 0 0 0,0 1 0 0 0,0-1 0 0 0,0 1 0 0 0,0-1 0 0 0,0 1 0 0 0,0-1 0 0 0,0 0 0 0 0,0 1 0 0 0,0-1 0 0 0,0 1 0 0 0,-1-1 0 0 0,1 1-1 0 0,0-1 1 0 0,0 0 0 0 0,0 1 0 0 0,-1-1 0 0 0,1 1 0 0 0,0-1 0 0 0,0 0 0 0 0,-1 1 0 0 0,1-1 0 0 0,0 0 0 0 0,0 0 0 0 0,-1 1 0 0 0,0-1 0 0 0,-23 23-3 0 0,15-16 51 0 0,-112 122 303 0 0,59-60-338 0 0,4-5 140 0 0,14-15 125 0 0,-65 57 1 0 0,66-70-352 0 0,65-39-2997 0 0</inkml:trace>
</inkml:ink>
</file>

<file path=ppt/ink/ink3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9:09.65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10 147 10594 0 0,'-10'-14'5592'0'0,"10"14"-5517"0"0,0 0 1 0 0,1 0 0 0 0,-1 0 0 0 0,0 0 0 0 0,0 0-1 0 0,0 0 1 0 0,1 0 0 0 0,-1 0 0 0 0,3 0 3 0 0,0 0 0 0 0,1 1 0 0 0,-1-1 1 0 0,0 1-1 0 0,0 0 0 0 0,0 0 1 0 0,0 0-1 0 0,0 0 0 0 0,0 0 1 0 0,0 1-1 0 0,0-1 0 0 0,0 1 0 0 0,-1 0 1 0 0,1 0-1 0 0,-1 0 0 0 0,1 0 1 0 0,-1 0-1 0 0,0 0 0 0 0,0 1 0 0 0,0-1 1 0 0,2 4-1 0 0,12 15 562 0 0,21 36 0 0 0,-19-28-315 0 0,19 22 25 0 0,3-1-1 0 0,2-2 0 0 0,2-2 0 0 0,97 78 0 0 0,-140-123-320 0 0,0 0 0 0 0,0 0-1 0 0,0 0 1 0 0,0 0 0 0 0,0 0-1 0 0,0 0 1 0 0,1-1 0 0 0,-1 1-1 0 0,0 0 1 0 0,1-1 0 0 0,-1 1-1 0 0,0-1 1 0 0,1 1 0 0 0,-1-1-1 0 0,1 0 1 0 0,-1 1 0 0 0,1-1-1 0 0,-1 0 1 0 0,1 0 0 0 0,1-1-1 0 0,-2 1-2 0 0,0-1-1 0 0,0 0 0 0 0,0 0 1 0 0,-1 0-1 0 0,1 0 0 0 0,0 0 1 0 0,-1 0-1 0 0,1 0 0 0 0,-1-1 1 0 0,1 1-1 0 0,-1 0 0 0 0,0 0 1 0 0,1 0-1 0 0,-1 0 1 0 0,0-1-1 0 0,0 1 0 0 0,0 0 1 0 0,0 0-1 0 0,0-1 0 0 0,0 1 1 0 0,0 0-1 0 0,0 0 0 0 0,-1 0 1 0 0,0-3-1 0 0,-4-58 19 0 0,3 0 0 0 0,2 0 0 0 0,3 0 0 0 0,12-67 0 0 0,18-30-7300 0 0,-22 120 274 0 0</inkml:trace>
</inkml:ink>
</file>

<file path=ppt/ink/ink3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9:10.09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37 147 1840 0 0,'5'-27'2126'0'0,"-4"26"-1808"0"0,-1 0 0 0 0,0 0 0 0 0,0 0-1 0 0,0 0 1 0 0,1 1 0 0 0,-1-1 0 0 0,0 0-1 0 0,0 0 1 0 0,0 0 0 0 0,0 0 0 0 0,0 0-1 0 0,-1 1 1 0 0,1-1 0 0 0,0 0-1 0 0,0 0 1 0 0,0 0 0 0 0,-1 0 0 0 0,-2-4 2224 0 0,1 3-2225 0 0,1 3-163 0 0,0-1-1 0 0,0 1 0 0 0,0 0 0 0 0,0-1 0 0 0,0 1 1 0 0,0 0-1 0 0,0 0 0 0 0,0 0 0 0 0,0 0 1 0 0,0 0-1 0 0,1 0 0 0 0,-1 0 0 0 0,0 0 1 0 0,1 0-1 0 0,-1 0 0 0 0,1 0 0 0 0,-1 0 0 0 0,1 1 1 0 0,-1-1-1 0 0,1 2 0 0 0,-9 29 624 0 0,8-30-613 0 0,-2 13 444 0 0,0 0 1 0 0,1 0-1 0 0,0 29 1 0 0,1-41-553 0 0,1 0 1 0 0,0 1-1 0 0,1-1 0 0 0,-1 0 1 0 0,1 1-1 0 0,-1-1 0 0 0,1 0 1 0 0,0 0-1 0 0,0 1 0 0 0,0-1 0 0 0,1 0 1 0 0,-1 0-1 0 0,1 0 0 0 0,0 0 1 0 0,0-1-1 0 0,0 1 0 0 0,0 0 1 0 0,0-1-1 0 0,0 0 0 0 0,1 1 1 0 0,-1-1-1 0 0,1 0 0 0 0,0 0 0 0 0,3 2 1 0 0,-4-3-40 0 0,0-1 0 0 0,1 1 0 0 0,-1-1 0 0 0,0 1 0 0 0,0-1 0 0 0,0 0 0 0 0,1 0 0 0 0,-1 0 0 0 0,0 0 0 0 0,0 0 0 0 0,1-1 0 0 0,-1 1 0 0 0,0-1 0 0 0,0 1 0 0 0,0-1 0 0 0,0 0-1 0 0,0 0 1 0 0,0 0 0 0 0,0 0 0 0 0,0 0 0 0 0,0 0 0 0 0,0-1 0 0 0,0 1 0 0 0,0 0 0 0 0,-1-1 0 0 0,1 0 0 0 0,-1 1 0 0 0,1-1 0 0 0,-1 0 0 0 0,0 0 0 0 0,2-2 0 0 0,1-2 56 0 0,1-1-1 0 0,-1-1 1 0 0,-1 1-1 0 0,1 0 0 0 0,-1-1 1 0 0,-1 0-1 0 0,3-9 1 0 0,-3 6-47 0 0,-1 1 0 0 0,-1 0 1 0 0,0 0-1 0 0,-1-1 0 0 0,0 1 0 0 0,0 0 1 0 0,-1 0-1 0 0,0 0 0 0 0,-1 0 1 0 0,0 0-1 0 0,0 0 0 0 0,-1 1 0 0 0,-1 0 1 0 0,0 0-1 0 0,0 0 0 0 0,0 0 1 0 0,-1 1-1 0 0,0-1 0 0 0,-1 2 0 0 0,-12-13 1 0 0,18 19-33 0 0,0 1 1 0 0,0-1 0 0 0,0 0-1 0 0,0 0 1 0 0,0 0-1 0 0,0 0 1 0 0,0 1-1 0 0,0-1 1 0 0,0 1 0 0 0,0-1-1 0 0,0 1 1 0 0,-1-1-1 0 0,1 1 1 0 0,0-1 0 0 0,0 1-1 0 0,-1 0 1 0 0,1 0-1 0 0,0 0 1 0 0,0 0-1 0 0,-1 0 1 0 0,1 0 0 0 0,0 0-1 0 0,0 0 1 0 0,-1 0-1 0 0,1 0 1 0 0,0 1 0 0 0,0-1-1 0 0,-1 1 1 0 0,1-1-1 0 0,0 1 1 0 0,-2 0 0 0 0,2 1-212 0 0,0-1 0 0 0,0 0 1 0 0,-1 0-1 0 0,1 1 1 0 0,0-1-1 0 0,1 0 1 0 0,-1 1-1 0 0,0-1 1 0 0,0 1-1 0 0,0-1 0 0 0,1 1 1 0 0,-1-1-1 0 0,1 1 1 0 0,0 0-1 0 0,-1 2 1 0 0</inkml:trace>
</inkml:ink>
</file>

<file path=ppt/ink/ink3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9:10.79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34 4 6913 0 0,'-1'0'110'0'0,"0"0"-1"0"0,0 0 0 0 0,0-1 1 0 0,0 1-1 0 0,1 0 0 0 0,-1 0 1 0 0,0 0-1 0 0,0 0 0 0 0,0 0 0 0 0,0 0 1 0 0,0 1-1 0 0,0-1 0 0 0,1 0 1 0 0,-1 0-1 0 0,0 1 0 0 0,0-1 1 0 0,0 0-1 0 0,0 1 0 0 0,1-1 1 0 0,-1 1-1 0 0,0-1 0 0 0,1 1 0 0 0,-1-1 1 0 0,0 1-1 0 0,1 0 0 0 0,-1-1 1 0 0,1 1-1 0 0,-1 0 0 0 0,0-1 1 0 0,1 1-1 0 0,-1 1 0 0 0,-1 2 212 0 0,1 0-1 0 0,0 0 0 0 0,0 0 1 0 0,0-1-1 0 0,0 1 0 0 0,1 0 1 0 0,-1 8-1 0 0,1 5 829 0 0,1 1 0 0 0,5 28 0 0 0,-4-36-638 0 0,1 0 1 0 0,0 0-1 0 0,1 0 1 0 0,0-1-1 0 0,0 1 0 0 0,1-1 1 0 0,9 13-1 0 0,-12-20-445 0 0,-1 0 0 0 0,1 0-1 0 0,-1 0 1 0 0,1-1-1 0 0,0 1 1 0 0,0 0-1 0 0,-1-1 1 0 0,1 0-1 0 0,0 1 1 0 0,0-1 0 0 0,1 0-1 0 0,-1 0 1 0 0,0 0-1 0 0,0 0 1 0 0,0-1-1 0 0,3 2 1 0 0,-3-2-97 0 0,1-1 1 0 0,-1 1-1 0 0,0 0 1 0 0,0-1-1 0 0,0 1 0 0 0,0-1 1 0 0,0 1-1 0 0,0-1 1 0 0,0 0-1 0 0,0 0 0 0 0,0 0 1 0 0,-1 0-1 0 0,1 0 1 0 0,0-1-1 0 0,0 1 0 0 0,-1 0 1 0 0,1-1-1 0 0,-1 1 1 0 0,0-1-1 0 0,1 0 0 0 0,1-2 1 0 0,4-7-440 0 0,0 1 0 0 0,0-1 1 0 0,-1 0-1 0 0,-1-1 0 0 0,0 1 0 0 0,-1-1 1 0 0,5-18-1 0 0,0-8-966 0 0,2-41 0 0 0,-2 94 2786 0 0,0 0 1 0 0,9 24-1 0 0,-13-28-1529 0 0,1 0 0 0 0,0 0 0 0 0,0 0 1 0 0,1-1-1 0 0,0 0 0 0 0,1-1 1 0 0,0 1-1 0 0,1-1 0 0 0,13 11 1 0 0,-5-7-5808 0 0</inkml:trace>
</inkml:ink>
</file>

<file path=ppt/ink/ink3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9:11.01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10138 0 0,'34'43'5235'0'0,"-17"-13"-3304"0"0,25 58 0 0 0,13 71-1088 0 0,-27-72-1788 0 0,5-2-3358 0 0,-29-78 2867 0 0,0-5-11 0 0</inkml:trace>
</inkml:ink>
</file>

<file path=ppt/ink/ink3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9:11.2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1 147 8290 0 0,'2'-3'436'0'0,"0"1"1"0"0,0-1 0 0 0,0 0 0 0 0,0 1-1 0 0,1-1 1 0 0,0 1 0 0 0,-1 0-1 0 0,1 0 1 0 0,5-3 0 0 0,0-1-23 0 0,-7 4-321 0 0,24-18 263 0 0,0 1 1 0 0,43-25-1 0 0,-60 39-998 0 0,0 1 0 0 0,0 0 1 0 0,1 1-1 0 0,0 0 0 0 0,-1 1 0 0 0,1-1 0 0 0,0 1 0 0 0,0 1 0 0 0,0 0 0 0 0,0 0 0 0 0,0 1 0 0 0,1 0 0 0 0,15 3 0 0 0,-7 1 461 0 0</inkml:trace>
</inkml:ink>
</file>

<file path=ppt/ink/ink3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9:11.5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95 6913 0 0,'0'0'113'0'0,"0"0"0"0"0,0 1 0 0 0,0-1 0 0 0,0 0 0 0 0,0 1 0 0 0,0-1 0 0 0,0 0 0 0 0,0 1-1 0 0,0-1 1 0 0,0 0 0 0 0,0 1 0 0 0,0-1 0 0 0,0 0 0 0 0,1 1 0 0 0,0 1 903 0 0,0-2-903 0 0,-1 0 0 0 0,0 0-1 0 0,1 1 1 0 0,-1-1 0 0 0,0 0 0 0 0,1 0 0 0 0,-1 0 0 0 0,0 0 0 0 0,0 0 0 0 0,1 1 0 0 0,-1-1-1 0 0,0 0 1 0 0,1 0 0 0 0,-1 0 0 0 0,0 0 0 0 0,1 0 0 0 0,-1 0 0 0 0,1 0 0 0 0,20-8 2276 0 0,17-18-431 0 0,-16 3-2211 0 0,-18 19-338 0 0,-1-1 0 0 0,1 1 0 0 0,0 0 0 0 0,0 0 0 0 0,1 0-1 0 0,-1 1 1 0 0,1-1 0 0 0,-1 1 0 0 0,1 0 0 0 0,0 1 0 0 0,8-4 0 0 0,-12 6 583 0 0,0 0 1 0 0,0 0-1 0 0,1 0 1 0 0,-1 0-1 0 0,0 0 1 0 0,-1 0-1 0 0,1 0 1 0 0,0 0-1 0 0,0 1 1 0 0,0-1 0 0 0,0 0-1 0 0,0 1 1 0 0,0-1-1 0 0,0 1 1 0 0,0-1-1 0 0,0 1 1 0 0,-1 0-1 0 0,1-1 1 0 0,0 1-1 0 0,0 0 1 0 0,-1-1 0 0 0,1 1-1 0 0,0 0 1 0 0,-1 0-1 0 0,1 0 1 0 0,-1-1-1 0 0,1 1 1 0 0,-1 0-1 0 0,1 0 1 0 0,-1 0-1 0 0,0 0 1 0 0,0 0 0 0 0,1 0-1 0 0,-1 0 1 0 0,0 0-1 0 0,0 0 1 0 0,0 0-1 0 0,0 0 1 0 0,0 0-1 0 0,0 0 1 0 0,0 0-1 0 0,0 0 1 0 0,-1 0 0 0 0,1 2-1 0 0,-1 3-23 0 0,0 0 0 0 0,0 1 0 0 0,-1-1 0 0 0,1 0 0 0 0,-5 10 0 0 0,-6 5 51 0 0,8-14-105 0 0,0-1-1 0 0,0 0 1 0 0,1 1-1 0 0,-3 8 1 0 0,5-13 155 0 0,1 0 0 0 0,-1 0 0 0 0,1 0 0 0 0,0 0 0 0 0,0-1 0 0 0,0 1 0 0 0,0 0 0 0 0,0 0 0 0 0,0 0 0 0 0,0 0 0 0 0,0 0 0 0 0,1-1 0 0 0,-1 1 0 0 0,1 0 0 0 0,-1 0 0 0 0,1 0-1 0 0,0-1 1 0 0,0 1 0 0 0,0-1 0 0 0,0 1 0 0 0,2 2 0 0 0,-2-3 208 0 0,0 0-1 0 0,0-1 0 0 0,0 1 0 0 0,0-1 0 0 0,0 1 1 0 0,0-1-1 0 0,0 1 0 0 0,0-1 0 0 0,1 1 1 0 0,-1-1-1 0 0,0 0 0 0 0,0 0 0 0 0,0 0 1 0 0,1 0-1 0 0,-1 0 0 0 0,0 0 0 0 0,0 0 0 0 0,0 0 1 0 0,1 0-1 0 0,-1 0 0 0 0,0-1 0 0 0,0 1 1 0 0,0 0-1 0 0,0-1 0 0 0,0 1 0 0 0,1-1 0 0 0,-1 1 1 0 0,0-1-1 0 0,0 0 0 0 0,1-1 0 0 0,36-26-266 0 0,-32 23-559 0 0</inkml:trace>
</inkml:ink>
</file>

<file path=ppt/ink/ink3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9:12.10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82 1 2304 0 0,'-81'40'14681'0'0,"95"-39"-12098"0"0,3-1-1291 0 0,52-11 261 0 0,27-3-889 0 0,-81 13-1322 0 0,0 0 0 0 0,0 2 0 0 0,0-1 0 0 0,24 6 0 0 0,-25-3-325 0 0</inkml:trace>
</inkml:ink>
</file>

<file path=ppt/ink/ink3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9:13.11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 8 6913 0 0,'-19'-7'10393'0'0,"19"7"-10301"0"0,8 32 4268 0 0,-4-19-4497 0 0,34 205 2089 0 0,-30-154-2027 0 0,3-1 1 0 0,24 80-1 0 0,-34-140-232 0 0,14 36 711 0 0,-3-20-2167 0 0</inkml:trace>
</inkml:ink>
</file>

<file path=ppt/ink/ink3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9:13.47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1 170 3209 0 0,'0'-4'196'0'0,"0"0"0"0"0,0 0 0 0 0,0 0 0 0 0,0 0 0 0 0,1 0 0 0 0,-1 0 0 0 0,1 0 0 0 0,0 0 0 0 0,0 1 0 0 0,1-1 0 0 0,-1 0 0 0 0,1 0 0 0 0,0 1 0 0 0,0-1 0 0 0,0 1 0 0 0,0 0 0 0 0,1 0 0 0 0,-1-1 0 0 0,1 1 0 0 0,3-2 0 0 0,6-7 1082 0 0,0 0 0 0 0,1 1 0 0 0,21-13 0 0 0,-28 19-1060 0 0,1 1-1 0 0,0 1 1 0 0,-1-1 0 0 0,1 1-1 0 0,1 0 1 0 0,-1 1-1 0 0,0 0 1 0 0,1 0-1 0 0,-1 1 1 0 0,14-2-1 0 0,-18 3-124 0 0,0 0-1 0 0,0 0 1 0 0,0 1-1 0 0,0-1 1 0 0,0 1-1 0 0,0-1 1 0 0,0 1-1 0 0,0 0 1 0 0,-1 0 0 0 0,1 0-1 0 0,0 1 1 0 0,-1-1-1 0 0,1 1 1 0 0,-1-1-1 0 0,1 1 1 0 0,-1 0-1 0 0,0 0 1 0 0,0 0-1 0 0,0 0 1 0 0,0 0-1 0 0,0 0 1 0 0,0 1-1 0 0,0-1 1 0 0,-1 1-1 0 0,1-1 1 0 0,-1 1-1 0 0,0 0 1 0 0,0-1-1 0 0,0 1 1 0 0,1 3-1 0 0,1 9-75 0 0,0 0-1 0 0,-1 0 0 0 0,-1 0 1 0 0,-1 0-1 0 0,0 0 0 0 0,0 0 0 0 0,-2 0 1 0 0,0 0-1 0 0,-1 0 0 0 0,0-1 0 0 0,-11 29 1 0 0,0-6 181 0 0,-2 0 0 0 0,-2-1 0 0 0,-28 44 1 0 0,18-41 736 0 0,19-27-230 0 0,0 0 1 0 0,1 1 0 0 0,-8 16 0 0 0,16-29-689 0 0,0 1 1 0 0,-1-1-1 0 0,1 1 0 0 0,0-1 1 0 0,0 1-1 0 0,0 0 1 0 0,0-1-1 0 0,0 1 0 0 0,0 0 1 0 0,0-1-1 0 0,0 1 0 0 0,0-1 1 0 0,0 1-1 0 0,0 0 1 0 0,0-1-1 0 0,0 1 0 0 0,1-1 1 0 0,-1 1-1 0 0,0 0 1 0 0,0-1-1 0 0,1 1 0 0 0,-1-1 1 0 0,0 1-1 0 0,1-1 1 0 0,-1 1-1 0 0,1-1 0 0 0,-1 1 1 0 0,0-1-1 0 0,1 0 1 0 0,-1 1-1 0 0,1-1 0 0 0,-1 0 1 0 0,1 1-1 0 0,0-1 0 0 0,-1 0 1 0 0,1 1-1 0 0,-1-1 1 0 0,1 0-1 0 0,-1 0 0 0 0,1 0 1 0 0,0 0-1 0 0,-1 0 1 0 0,1 1-1 0 0,-1-1 0 0 0,1 0 1 0 0,0 0-1 0 0,-1-1 1 0 0,1 1-1 0 0,0 0 0 0 0,0 0 1 0 0,40-2 88 0 0,-33 2-32 0 0,164-18-2315 0 0,-149 16-5427 0 0</inkml:trace>
</inkml:ink>
</file>

<file path=ppt/ink/ink3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9:13.81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132 27 6913 0 0,'-2'-26'8505'0'0,"-7"38"-5990"0"0,-16 28-955 0 0,2 1-1 0 0,-24 60 0 0 0,42-89-1542 0 0,0 0 0 0 0,1 0 0 0 0,1 0 0 0 0,0 0-1 0 0,1 1 1 0 0,0 0 0 0 0,1-1 0 0 0,0 1 0 0 0,1 0 0 0 0,1-1-1 0 0,0 1 1 0 0,1 0 0 0 0,0-1 0 0 0,4 14 0 0 0,-2-18-2 0 0,-1 0 1 0 0,2 0-1 0 0,-1 0 1 0 0,1-1-1 0 0,0 1 1 0 0,1-1-1 0 0,-1-1 1 0 0,2 1-1 0 0,-1-1 1 0 0,1 0-1 0 0,-1 0 1 0 0,2-1-1 0 0,12 8 1 0 0,44 19-1372 0 0,0-6-3907 0 0,-63-26 5191 0 0,4 2-1419 0 0</inkml:trace>
</inkml:ink>
</file>

<file path=ppt/ink/ink3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9:14.01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1 165 13363 0 0,'19'-14'1600'0'0,"22"-17"-1264"0"0,46-27 0 0 0,-68 47-228 0 0,1 1 0 0 0,0 1 0 0 0,0 1 0 0 0,1 1 0 0 0,23-5 0 0 0,-24 7-108 0 0</inkml:trace>
</inkml:ink>
</file>

<file path=ppt/ink/ink3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9:14.98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14 10594 0 0,'0'-1'200'0'0,"1"0"0"0"0,-1 1 0 0 0,0-1 0 0 0,0 0 0 0 0,1 1 0 0 0,-1-1 0 0 0,0 0 0 0 0,1 1 0 0 0,-1-1 0 0 0,1 1 0 0 0,-1-1 0 0 0,1 0 0 0 0,-1 1 0 0 0,1-1 0 0 0,-1 1 0 0 0,1-1 0 0 0,-1 1 0 0 0,1 0 0 0 0,0-1 0 0 0,-1 1 0 0 0,1 0 0 0 0,0-1 0 0 0,-1 1 0 0 0,1 0 0 0 0,0 0 0 0 0,-1-1 0 0 0,1 1 0 0 0,0 0-1 0 0,0 0 1 0 0,-1 0 0 0 0,1 0 0 0 0,0 0 0 0 0,0 0 0 0 0,1 1 0 0 0,25 3 2274 0 0,-23-1-2302 0 0,0 1-1 0 0,0-1 1 0 0,0 0-1 0 0,-1 1 1 0 0,1 0 0 0 0,-1 0-1 0 0,0 0 1 0 0,0 0 0 0 0,0 0-1 0 0,-1 1 1 0 0,3 5-1 0 0,20 58 382 0 0,-19-51-418 0 0,24 88 217 0 0,21 148 0 0 0,-30-141-249 0 0,-19-103-105 0 0,14 59-372 0 0,-15-63 206 0 0,1 0 1 0 0,-1-1-1 0 0,1 1 0 0 0,1 0 0 0 0,-1-1 0 0 0,1 0 1 0 0,-1 1-1 0 0,1-1 0 0 0,1 0 0 0 0,6 7 0 0 0</inkml:trace>
</inkml:ink>
</file>

<file path=ppt/ink/ink3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9:15.20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68 9218 0 0,'6'-1'585'0'0,"-1"-1"0"0"0,0 1 0 0 0,0-2 0 0 0,0 1 1 0 0,0 0-1 0 0,9-7 0 0 0,2 0-7 0 0,0 1-119 0 0,-6 2-234 0 0,1 1 0 0 0,-1 1 0 0 0,1-1 1 0 0,21-4-1 0 0,-29 8-389 0 0,0 1 0 0 0,0 0 0 0 0,-1 0 0 0 0,1-1 0 0 0,0 2 0 0 0,0-1 0 0 0,-1 0 0 0 0,1 0-1 0 0,0 1 1 0 0,0 0 0 0 0,-1-1 0 0 0,1 1 0 0 0,-1 0 0 0 0,1 0 0 0 0,-1 1 0 0 0,1-1 0 0 0,-1 0 0 0 0,1 1 0 0 0,-1 0 0 0 0,0-1 0 0 0,0 1 0 0 0,0 0 0 0 0,0 0 0 0 0,0 0 0 0 0,3 4 0 0 0,-2 1-195 0 0,1 0 0 0 0,0-1 0 0 0,-1 1 0 0 0,-1 0 0 0 0,1 1 1 0 0,-1-1-1 0 0,0 0 0 0 0,-1 1 0 0 0,1-1 0 0 0,-1 9 0 0 0,0 21 193 0 0</inkml:trace>
</inkml:ink>
</file>

<file path=ppt/ink/ink3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9:15.36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26 88 13651 0 0,'-25'23'1483'0'0,"49"-32"2354"0"0,33-32-2447 0 0,10-6-3866 0 0,-43 33-4015 0 0</inkml:trace>
</inkml:ink>
</file>

<file path=ppt/ink/ink3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9:15.71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66 21 2304 0 0,'-19'-19'5815'0'0,"18"19"-5398"0"0,0-1 0 0 0,0 1 0 0 0,0 0 0 0 0,0 0 0 0 0,-1-1 0 0 0,1 1-128 0 0,0 1 0 0 0,0-1 0 0 0,0 0 0 0 0,0 0 0 0 0,1 1 1 0 0,-1-1-1 0 0,0 0 0 0 0,-6 5 2602 0 0,7-4-2602 0 0,-1 0 0 0 0,-7 16-226 0 0,4-8 277 0 0,1 0-1 0 0,1 0 0 0 0,-1 0 1 0 0,2 1-1 0 0,-1-1 0 0 0,1 1 1 0 0,1-1-1 0 0,0 1 1 0 0,0 0-1 0 0,2 11 0 0 0,0-14-230 0 0,0-1-1 0 0,0 1 1 0 0,0 0-1 0 0,1 0 1 0 0,0-1-1 0 0,0 0 1 0 0,0 1 0 0 0,1-1-1 0 0,0-1 1 0 0,0 1-1 0 0,1 0 1 0 0,-1-1-1 0 0,1 0 1 0 0,8 7-1 0 0,40 26 54 0 0,21 18 151 0 0,-68-51-294 0 0,-1 1-1 0 0,1-1 1 0 0,-1 1-1 0 0,0 1 1 0 0,0-1-1 0 0,-1 0 1 0 0,0 1-1 0 0,6 14 1 0 0,-9-16-3 0 0,0 0 1 0 0,0 0-1 0 0,0 0 1 0 0,-1 1-1 0 0,0-1 1 0 0,0 0-1 0 0,-1 0 1 0 0,1 0-1 0 0,-1 0 1 0 0,0 0-1 0 0,-1 0 1 0 0,1 0-1 0 0,-1 0 1 0 0,0-1-1 0 0,0 1 1 0 0,-1 0-1 0 0,-3 5 1 0 0,5-7-7 0 0,-1 0 0 0 0,0 0 1 0 0,0 0-1 0 0,0 0 0 0 0,0 0 1 0 0,-1-1-1 0 0,1 1 0 0 0,-1-1 1 0 0,0 0-1 0 0,1 1 0 0 0,-1-1 1 0 0,0 0-1 0 0,0-1 0 0 0,0 1 1 0 0,-1 0-1 0 0,1-1 0 0 0,0 0 1 0 0,-1 0-1 0 0,1 0 0 0 0,0 0 1 0 0,-1 0-1 0 0,1-1 0 0 0,-1 0 1 0 0,1 1-1 0 0,-8-2 0 0 0,1-2-103 0 0</inkml:trace>
</inkml:ink>
</file>

<file path=ppt/ink/ink3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9:37.97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148 125 456 0 0,'-8'-6'640'0'0,"0"-1"0"0"0,1 0 0 0 0,-1 0 0 0 0,1 0 0 0 0,-9-14 0 0 0,-7-6 1231 0 0,10 9-17 0 0,-7-6 794 0 0,19 24-2548 0 0,0 0 0 0 0,0 0 0 0 0,0 0 0 0 0,0 0 0 0 0,1 0-1 0 0,-1 0 1 0 0,0 1 0 0 0,0-1 0 0 0,0 0 0 0 0,0 0 0 0 0,1 1 0 0 0,-1-1 0 0 0,0 1 0 0 0,0-1 0 0 0,1 1 0 0 0,-1-1 0 0 0,0 1 0 0 0,0 0 0 0 0,-13 6 1786 0 0,13-7-1846 0 0,1 0 1 0 0,-1 0-1 0 0,1 0 1 0 0,0-1 0 0 0,-1 1-1 0 0,1 0 1 0 0,0 0-1 0 0,-1-1 1 0 0,1 1-1 0 0,-1 0 1 0 0,1 0-1 0 0,0-1 1 0 0,0 1-1 0 0,-1 0 1 0 0,1-1-1 0 0,0 1 1 0 0,0-1-1 0 0,-1 1 1 0 0,1 0 0 0 0,0-1-1 0 0,0 1 1 0 0,0-1-1 0 0,0 1 1 0 0,0 0-1 0 0,-1-1 1 0 0,1 1-1 0 0,0-1 1 0 0,0 1-1 0 0,0-1 1 0 0,0 1-1 0 0,0 0 1 0 0,0-1-1 0 0,1 1 1 0 0,-1-1-1 0 0,0 1 1 0 0,0-1 0 0 0,0 1-1 0 0,0 1 49 0 0,1 0 1 0 0,-1 0-1 0 0,1 1 0 0 0,-1-1 0 0 0,1 0 0 0 0,0 0 1 0 0,-1 1-1 0 0,1-1 0 0 0,0 0 0 0 0,0 0 1 0 0,0 0-1 0 0,0 0 0 0 0,0 0 0 0 0,0 0 0 0 0,0-1 1 0 0,0 1-1 0 0,0 0 0 0 0,0 0 0 0 0,2 0 1 0 0,33 18 196 0 0,-13-8-203 0 0,22 15 331 0 0,0 2 1 0 0,-2 2-1 0 0,-2 2 1 0 0,65 64-1 0 0,-91-81-303 0 0,51 56 518 0 0,144 115 0 0 0,-1-51-490 0 0,-149-99-126 0 0,-42-22-504 0 0,-17-14 384 0 0,-1 0 1 0 0,1 0 0 0 0,-1 1-1 0 0,1-1 1 0 0,-1 0 0 0 0,1 1-1 0 0,-1-1 1 0 0,1 1 0 0 0,-1-1 0 0 0,1 1-1 0 0,-1-1 1 0 0,1 1 0 0 0,-1-1-1 0 0,0 1 1 0 0,1-1 0 0 0,-1 1-1 0 0,0 0 1 0 0,1-1 0 0 0,-1 1-1 0 0,0-1 1 0 0,0 1 0 0 0,0 0 0 0 0,1-1-1 0 0,-1 2 1 0 0</inkml:trace>
</inkml:ink>
</file>

<file path=ppt/ink/ink3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9:38.45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47 304 1840 0 0,'-3'-1'123'0'0,"0"-1"0"0"0,0-1-1 0 0,0 1 1 0 0,0 0 0 0 0,0-1-1 0 0,0 1 1 0 0,0-1-1 0 0,1 0 1 0 0,-1 0 0 0 0,1 0-1 0 0,0 0 1 0 0,0-1 0 0 0,0 1-1 0 0,0 0 1 0 0,1-1 0 0 0,-1 0-1 0 0,0-3 1 0 0,1 2 101 0 0,0-1 0 0 0,1 1 0 0 0,-1-1 0 0 0,1 1 0 0 0,0-1 0 0 0,1 1 0 0 0,-1-1 0 0 0,1 1 0 0 0,0-1 1 0 0,4-9-1 0 0,-1 4 202 0 0,1-1-1 0 0,1 1 1 0 0,0 0 0 0 0,0 1 0 0 0,1-1 0 0 0,0 1 0 0 0,1 0 0 0 0,0 1 0 0 0,17-16 0 0 0,-15 17-22 0 0,-1 1-1 0 0,1 0 1 0 0,0 1 0 0 0,1 0 0 0 0,0 0 0 0 0,20-7 0 0 0,-28 12-355 0 0,0 0 0 0 0,1 0 0 0 0,-1 0 1 0 0,0 1-1 0 0,0-1 0 0 0,0 1 0 0 0,1 0 0 0 0,-1 0 0 0 0,0 0 1 0 0,0 0-1 0 0,1 1 0 0 0,-1-1 0 0 0,0 1 0 0 0,0 0 0 0 0,0 0 1 0 0,0 0-1 0 0,0 0 0 0 0,0 0 0 0 0,0 1 0 0 0,0-1 0 0 0,0 1 1 0 0,0 0-1 0 0,-1 0 0 0 0,1 0 0 0 0,-1 0 0 0 0,0 1 0 0 0,1-1 1 0 0,-1 0-1 0 0,3 5 0 0 0,3 8 165 0 0,0-1 0 0 0,-1 1 0 0 0,0 0 0 0 0,-1 1 0 0 0,-1 0 0 0 0,0 0 0 0 0,-1 0 0 0 0,-1 0 0 0 0,2 29 0 0 0,-3 12 777 0 0,-9 86 0 0 0,1-16 569 0 0,10-106-912 0 0,-4-21-620 0 0,1 1 1 0 0,-1-1-1 0 0,0 1 0 0 0,0-1 0 0 0,1 0 0 0 0,-1 1 1 0 0,0-1-1 0 0,1 0 0 0 0,-1 0 0 0 0,1 1 0 0 0,-1-1 0 0 0,0 0 1 0 0,1 0-1 0 0,-1 1 0 0 0,1-1 0 0 0,-1 0 0 0 0,1 0 1 0 0,-1 0-1 0 0,1 0 0 0 0,-1 0 0 0 0,0 0 0 0 0,1 0 0 0 0,-1 0 1 0 0,2 0-1 0 0,1-1 69 0 0,1 0 0 0 0,0 0 1 0 0,-1-1-1 0 0,1 1 0 0 0,-1-1 1 0 0,0 0-1 0 0,6-4 0 0 0,-1 1-163 0 0,75-54 446 0 0,-49 34-337 0 0,44-26 1 0 0,-20 18-13 0 0,-28 15-148 0 0,0 1 1 0 0,1 1 0 0 0,1 2-1 0 0,41-13 1 0 0,-26 21-2199 0 0,-24 7-5072 0 0</inkml:trace>
</inkml:ink>
</file>

<file path=ppt/ink/ink3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9:38.7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124 70 5985 0 0,'-53'-44'2206'0'0,"48"41"-1726"0"0,0 0-1 0 0,0-1 0 0 0,0 2 1 0 0,-1-1-1 0 0,0 1 0 0 0,1-1 1 0 0,-1 2-1 0 0,-11-4 0 0 0,16 6-416 0 0,1-1 1 0 0,-1 0-1 0 0,1 0 0 0 0,-1 0 0 0 0,1 0 0 0 0,0 0 0 0 0,-1 1 1 0 0,1-1-1 0 0,-1 0 0 0 0,1 0 0 0 0,-1 1 0 0 0,1-1 0 0 0,-1 0 0 0 0,1 1 1 0 0,0-1-1 0 0,-1 0 0 0 0,1 1 0 0 0,0-1 0 0 0,-1 1 0 0 0,1-1 0 0 0,0 0 1 0 0,0 1-1 0 0,-1-1 0 0 0,1 1 0 0 0,0-1 0 0 0,0 1 0 0 0,0-1 0 0 0,0 1 1 0 0,0-1-1 0 0,-1 1 0 0 0,1-1 0 0 0,0 1 0 0 0,0-1 0 0 0,0 1 0 0 0,0-1 1 0 0,0 1-1 0 0,1-1 0 0 0,-1 1 0 0 0,0-1 0 0 0,0 1 0 0 0,0-1 0 0 0,1 2 1 0 0,5 23 937 0 0,-6-24-982 0 0,11 29 382 0 0,1-1 1 0 0,1 0-1 0 0,1-1 1 0 0,2 0-1 0 0,1-1 1 0 0,1-1 0 0 0,1-1-1 0 0,1 0 1 0 0,2-2-1 0 0,0 0 1 0 0,44 34-1 0 0,-19-22 128 0 0,62 36 1 0 0,-90-61-904 0 0,2 0 0 0 0,23 7 1 0 0,-27-12-1366 0 0,0 0 0 0 0,1-1 0 0 0,23 1 1 0 0,-26-3-4318 0 0</inkml:trace>
</inkml:ink>
</file>

<file path=ppt/ink/ink3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9:38.9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44 718 4145 0 0,'-4'-2'152'0'0,"1"-1"0"0"0,0 1 0 0 0,0-1 0 0 0,1 1-1 0 0,-1-1 1 0 0,1 0 0 0 0,-1 0 0 0 0,1 0 0 0 0,0 0 0 0 0,0-1 0 0 0,0 1 0 0 0,0 0 0 0 0,1-1 0 0 0,-2-4 0 0 0,1-3 430 0 0,0 1 0 0 0,1-1 0 0 0,0 1 0 0 0,1-12 0 0 0,0 16-618 0 0,0-27 651 0 0,2 0-1 0 0,1-1 1 0 0,2 1 0 0 0,1 0-1 0 0,2 1 1 0 0,15-41 0 0 0,0 13-181 0 0,3 2 1 0 0,47-76 0 0 0,-52 97-478 0 0,-1-2 32 0 0</inkml:trace>
</inkml:ink>
</file>

<file path=ppt/ink/ink3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9:39.1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9 260 8754 0 0,'-8'25'2276'0'0,"8"-25"-2179"0"0,0 0-1 0 0,0 1 0 0 0,0-1 0 0 0,0 1 0 0 0,0-1 0 0 0,0 0 0 0 0,0 1 0 0 0,0-1 0 0 0,0 1 0 0 0,0-1 0 0 0,0 0 0 0 0,0 1 1 0 0,0-1-1 0 0,0 1 0 0 0,0-1 0 0 0,0 0 0 0 0,0 1 0 0 0,1-1 0 0 0,-1 1 0 0 0,0-1 0 0 0,0 0 0 0 0,0 1 0 0 0,1-1 1 0 0,-1 0-1 0 0,0 1 0 0 0,0-1 0 0 0,1 0 0 0 0,-1 0 0 0 0,0 1 0 0 0,1-1 0 0 0,-1 0 0 0 0,0 0 0 0 0,1 0 0 0 0,-1 1 0 0 0,1-1 1 0 0,-1 0-1 0 0,0 0 0 0 0,1 0 0 0 0,-1 0 0 0 0,1 0 0 0 0,-1 0 0 0 0,0 0 0 0 0,1 0 0 0 0,-1 0 0 0 0,1 0 0 0 0,-1 0 1 0 0,0 0-1 0 0,1 0 0 0 0,-1 0 0 0 0,1 0 0 0 0,-1 0 0 0 0,0 0 0 0 0,1 0 0 0 0,-1-1 0 0 0,1 1 0 0 0,-1 0 0 0 0,0 0 0 0 0,1-1 1 0 0,2 0 119 0 0,-1-1 0 0 0,0 1 1 0 0,0-1-1 0 0,0 0 1 0 0,0 0-1 0 0,0 0 0 0 0,0 0 1 0 0,-1 0-1 0 0,1 0 1 0 0,-1 0-1 0 0,1-1 0 0 0,-1 1 1 0 0,2-6-1 0 0,15-39 700 0 0,-14 33-691 0 0,47-153-2874 0 0,-49 158 1990 0 0,5-15-5797 0 0</inkml:trace>
</inkml:ink>
</file>

<file path=ppt/ink/ink3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9:39.37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2 253 1376 0 0,'0'1'101'0'0,"0"-1"0"0"0,0 1 0 0 0,-1-1 0 0 0,1 1 0 0 0,0-1 0 0 0,0 1 0 0 0,0-1 0 0 0,0 1 0 0 0,-1-1 0 0 0,1 1 0 0 0,0 0 0 0 0,0-1 0 0 0,0 1 0 0 0,0-1 0 0 0,0 1 0 0 0,1-1 0 0 0,-1 1 0 0 0,0-1 0 0 0,0 1 0 0 0,0 0 0 0 0,0-1 0 0 0,1 1 0 0 0,-1-1 0 0 0,0 1 0 0 0,0-1 0 0 0,1 1 0 0 0,-1-1 0 0 0,1 1 0 0 0,12-9 3525 0 0,11-25-384 0 0,24-63-1166 0 0,-6-3-3883 0 0,-41 95 1663 0 0,10-24-752 0 0</inkml:trace>
</inkml:ink>
</file>

<file path=ppt/ink/ink3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9:39.88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 43 8754 0 0,'-17'-42'6212'0'0,"22"51"-2632"0"0,13 13-2451 0 0,-7-7-482 0 0,101 134 586 0 0,132 134 1 0 0,-211-251-1332 0 0,48 36 1 0 0,-30-29-2677 0 0,-48-37 2485 0 0</inkml:trace>
</inkml:ink>
</file>

<file path=ppt/ink/ink3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9:40.2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 76 10138 0 0,'-2'-3'180'0'0,"1"0"0"0"0,0 0-1 0 0,0-1 1 0 0,0 1 0 0 0,0 0-1 0 0,0 0 1 0 0,1 0 0 0 0,-1-1 0 0 0,1 1-1 0 0,0 0 1 0 0,0-6 0 0 0,0 8-61 0 0,0 0 1 0 0,0 0 0 0 0,0-1-1 0 0,0 1 1 0 0,1 0 0 0 0,-1-1-1 0 0,0 1 1 0 0,0 0 0 0 0,1 0-1 0 0,-1-1 1 0 0,1 1 0 0 0,0 0-1 0 0,-1 0 1 0 0,1 0 0 0 0,0 0-1 0 0,-1 0 1 0 0,1 0 0 0 0,0 0-1 0 0,0 0 1 0 0,0 0 0 0 0,0 0-1 0 0,0 0 1 0 0,0 0 0 0 0,0 1-1 0 0,0-1 1 0 0,0 0 0 0 0,1 1-1 0 0,-1-1 1 0 0,0 1-1 0 0,0-1 1 0 0,0 1 0 0 0,2-1-1 0 0,-1 2 28 0 0,1-1-1 0 0,-1 0 0 0 0,0 1 0 0 0,0-1 1 0 0,0 1-1 0 0,1 0 0 0 0,-1 0 0 0 0,0 0 0 0 0,0 0 1 0 0,0 0-1 0 0,0 0 0 0 0,0 0 0 0 0,-1 1 1 0 0,1-1-1 0 0,0 1 0 0 0,0-1 0 0 0,-1 1 0 0 0,1 0 1 0 0,1 3-1 0 0,27 42 991 0 0,-24-37-939 0 0,72 141 743 0 0,-54-99-1494 0 0,2 0 1 0 0,3-3 0 0 0,39 52 0 0 0,-34-59-3218 0 0,-18-26-2053 0 0</inkml:trace>
</inkml:ink>
</file>

<file path=ppt/ink/ink3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9:40.81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110 709 6913 0 0,'-26'-23'796'0'0,"-52"-50"3762"0"0,78 73-4465 0 0,-1-1 1 0 0,1 1 0 0 0,-1 0 0 0 0,1-1 0 0 0,0 1-1 0 0,-1 0 1 0 0,1-1 0 0 0,0 1 0 0 0,-1-1-1 0 0,1 1 1 0 0,0-1 0 0 0,0 1 0 0 0,0-1 0 0 0,-1 1-1 0 0,1-1 1 0 0,0 1 0 0 0,0-1 0 0 0,0 1-1 0 0,0-1 1 0 0,0 1 0 0 0,0-1 0 0 0,0 1 0 0 0,0-1-1 0 0,0 1 1 0 0,0-1 0 0 0,0 1 0 0 0,0-1-1 0 0,0 1 1 0 0,0-1 0 0 0,1 1 0 0 0,-1-1 0 0 0,0 1-1 0 0,0-1 1 0 0,1 1 0 0 0,-1 0 0 0 0,0-1-1 0 0,0 1 1 0 0,1-1 0 0 0,-1 1 0 0 0,1-1 0 0 0,1 0 42 0 0,0-1 0 0 0,1 1 1 0 0,-1 0-1 0 0,0 0 1 0 0,1 0-1 0 0,-1 0 1 0 0,1 1-1 0 0,-1-1 0 0 0,4 0 1 0 0,5-1 53 0 0,1 1-1 0 0,-1 0 1 0 0,17 1 0 0 0,8 7 62 0 0,0 1 1 0 0,-1 1-1 0 0,0 3 1 0 0,42 18-1 0 0,-33-13-167 0 0,28 14 93 0 0,-42-17-200 0 0,0-1 1 0 0,1-2 0 0 0,59 14-1 0 0,-81-24 48 0 0,0 1 1 0 0,0-2-1 0 0,0 1 0 0 0,0-1 0 0 0,0 0 1 0 0,0-1-1 0 0,0 0 0 0 0,0-1 0 0 0,0 0 0 0 0,-1 0 1 0 0,1-1-1 0 0,0 0 0 0 0,-1 0 0 0 0,0-1 0 0 0,0 0 1 0 0,0-1-1 0 0,0 0 0 0 0,12-10 0 0 0,-17 12 56 0 0,1-1-1 0 0,-1 0 1 0 0,0 0-1 0 0,0 0 1 0 0,0 0 0 0 0,0-1-1 0 0,-1 1 1 0 0,1-1-1 0 0,-1 0 1 0 0,-1 0-1 0 0,1 0 1 0 0,-1 0-1 0 0,1 0 1 0 0,-1 0-1 0 0,-1 0 1 0 0,1 0-1 0 0,-1 0 1 0 0,0 0-1 0 0,0 0 1 0 0,-2-11 0 0 0,-2-7 90 0 0,0 1 1 0 0,-2-1-1 0 0,-11-29 1 0 0,11 37-135 0 0,-10-26-20 0 0,-3 1 0 0 0,-1 0 0 0 0,-2 2 0 0 0,-28-37 0 0 0,9 12 51 0 0,35 53-42 0 0,1 1 1 0 0,1-1 0 0 0,-1 0 0 0 0,1 0 0 0 0,-3-19 0 0 0,5 25-20 0 0,1 0 0 0 0,1 0 1 0 0,-1-1-1 0 0,0 1 0 0 0,1-1 0 0 0,0 1 0 0 0,0 0 0 0 0,1-1 0 0 0,-1 1 0 0 0,1 0 0 0 0,0-1 0 0 0,0 1 0 0 0,0 0 1 0 0,1 0-1 0 0,-1 0 0 0 0,1 0 0 0 0,2-4 0 0 0,-2 7-6 0 0,-1 0-1 0 0,0-1 1 0 0,1 1-1 0 0,-1 0 1 0 0,1 0 0 0 0,-1 0-1 0 0,1 1 1 0 0,-1-1-1 0 0,1 0 1 0 0,0 1 0 0 0,-1-1-1 0 0,1 1 1 0 0,0-1 0 0 0,0 1-1 0 0,-1 0 1 0 0,1 0-1 0 0,0-1 1 0 0,0 1 0 0 0,-1 1-1 0 0,1-1 1 0 0,0 0-1 0 0,0 0 1 0 0,-1 1 0 0 0,1-1-1 0 0,0 1 1 0 0,-1-1 0 0 0,4 2-1 0 0,6 3 21 0 0,-1-1 1 0 0,21 14-1 0 0,-26-15-17 0 0,62 37-238 0 0,-3 4 1 0 0,-2 2-1 0 0,-2 3 0 0 0,60 62 0 0 0,-100-90-5116 0 0,2-1-1826 0 0</inkml:trace>
</inkml:ink>
</file>

<file path=ppt/ink/ink3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9:41.43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41 710 5529 0 0,'0'1'68'0'0,"0"-1"-1"0"0,0 1 1 0 0,0-1 0 0 0,0 1-1 0 0,0-1 1 0 0,0 1-1 0 0,0-1 1 0 0,0 1 0 0 0,0-1-1 0 0,0 1 1 0 0,1-1 0 0 0,-1 1-1 0 0,0-1 1 0 0,0 1-1 0 0,0-1 1 0 0,1 1 0 0 0,-1-1-1 0 0,0 0 1 0 0,1 1-1 0 0,-1-1 1 0 0,0 0 0 0 0,1 1-1 0 0,-1-1 1 0 0,0 0 0 0 0,1 1-1 0 0,-1-1 1 0 0,1 0-1 0 0,-1 1 1 0 0,1-1 0 0 0,-1 0-1 0 0,1 0 1 0 0,-1 0-1 0 0,1 0 1 0 0,-1 1 0 0 0,1-1-1 0 0,-1 0 1 0 0,1 0 0 0 0,-1 0-1 0 0,1 0 1 0 0,21 7 2495 0 0,-15-6-2142 0 0,-1-1 0 0 0,1-1 0 0 0,-1 1 0 0 0,1-1 0 0 0,-1 0 0 0 0,0 0 0 0 0,0-1 0 0 0,1 0 0 0 0,-1 0 0 0 0,0 0 0 0 0,0-1 0 0 0,-1 0 0 0 0,1 0 0 0 0,-1-1 0 0 0,9-6 0 0 0,-4 2-61 0 0,0 0 0 0 0,0-1 0 0 0,0 0 0 0 0,-2-1-1 0 0,1 0 1 0 0,12-19 0 0 0,-20 27-342 0 0,0 0-1 0 0,0 0 0 0 0,0 0 1 0 0,-1 0-1 0 0,1 0 0 0 0,-1-1 1 0 0,1 1-1 0 0,-1 0 0 0 0,0 0 0 0 0,1-1 1 0 0,-1 1-1 0 0,-1 0 0 0 0,1-1 1 0 0,0 1-1 0 0,0 0 0 0 0,-1 0 1 0 0,1-1-1 0 0,-1 1 0 0 0,0 0 1 0 0,0 0-1 0 0,0 0 0 0 0,0 0 1 0 0,0 0-1 0 0,0 0 0 0 0,-3-3 1 0 0,-4-5-26 0 0,0 0 0 0 0,-1 1 0 0 0,-16-13 0 0 0,7 6 29 0 0,-23-22-25 0 0,18 19 7 0 0,1-2 0 0 0,-34-42 0 0 0,51 56-7 0 0,0 1-1 0 0,1-1 1 0 0,-1 0 0 0 0,2-1 0 0 0,-1 1-1 0 0,1-1 1 0 0,0 1 0 0 0,1-1-1 0 0,-1 0 1 0 0,2 0 0 0 0,-1 0 0 0 0,1 0-1 0 0,0-1 1 0 0,1 1 0 0 0,0-10-1 0 0,2 11 5 0 0,-1-1 0 0 0,2 1 0 0 0,-1-1 0 0 0,1 1 0 0 0,0 0 0 0 0,0 0 0 0 0,1 0 0 0 0,0 0 0 0 0,0 0 0 0 0,1 1 0 0 0,-1 0 0 0 0,12-10 0 0 0,-11 9 0 0 0,2 1 0 0 0,-1 1 0 0 0,1-1 0 0 0,0 1 0 0 0,0 0 0 0 0,1 1 0 0 0,-1 0 0 0 0,1 0 0 0 0,0 0 0 0 0,0 1 0 0 0,12-3 0 0 0,-16 6-2 0 0,0 0 1 0 0,0 0-1 0 0,0 1 0 0 0,0-1 0 0 0,1 1 0 0 0,-1 0 0 0 0,0 0 0 0 0,-1 0 0 0 0,1 1 0 0 0,0-1 1 0 0,0 1-1 0 0,0 0 0 0 0,-1 0 0 0 0,1 0 0 0 0,-1 1 0 0 0,0-1 0 0 0,0 1 0 0 0,0 0 0 0 0,0 0 1 0 0,0 0-1 0 0,0 0 0 0 0,-1 0 0 0 0,3 5 0 0 0,8 10-28 0 0,-1 1-1 0 0,18 37 0 0 0,-30-55 30 0 0,35 74-33 0 0,-17-34 14 0 0,1-1 0 0 0,2-1 0 0 0,45 63 0 0 0,-65-100 64 0 0,0 0-1 0 0,1 0 1 0 0,-1-1-1 0 0,1 1 0 0 0,-1-1 1 0 0,1 1-1 0 0,-1-1 1 0 0,1 1-1 0 0,0-1 1 0 0,0 0-1 0 0,0 0 0 0 0,0 0 1 0 0,0 0-1 0 0,0 0 1 0 0,0 0-1 0 0,0 0 0 0 0,0-1 1 0 0,0 1-1 0 0,0-1 1 0 0,1 0-1 0 0,-1 1 1 0 0,0-1-1 0 0,0 0 0 0 0,0 0 1 0 0,1 0-1 0 0,-1-1 1 0 0,0 1-1 0 0,2-1 0 0 0,1-1 81 0 0,0-1-1 0 0,-1 1 1 0 0,1-1-1 0 0,-1 0 0 0 0,0 0 1 0 0,0-1-1 0 0,0 1 1 0 0,0-1-1 0 0,-1 0 0 0 0,7-8 1 0 0,16-27 116 0 0,-1-1 1 0 0,-2-1-1 0 0,22-55 1 0 0,-23 48-224 0 0,2 0-1 0 0,35-50 1 0 0,-49 83-760 0 0,1 1 0 0 0,19-21-1 0 0</inkml:trace>
</inkml:ink>
</file>

<file path=ppt/ink/ink3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9:46.2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74 79 920 0 0,'-7'-4'778'0'0,"1"0"0"0"0,-1 0 0 0 0,1-1 0 0 0,0 0 0 0 0,0 0 0 0 0,0-1 0 0 0,1 1 0 0 0,0-1 0 0 0,0 0 0 0 0,1-1 0 0 0,-6-14 3317 0 0,19 22-2736 0 0,10 6-241 0 0,131 75 2652 0 0,-127-66-3556 0 0,0 0 0 0 0,-1 1 0 0 0,-1 2 0 0 0,0 0 0 0 0,19 24-1 0 0,-21-21-461 0 0,1-1-1 0 0,2-1 1 0 0,0-1-1 0 0,42 28 0 0 0,-46-37-935 0 0</inkml:trace>
</inkml:ink>
</file>

<file path=ppt/ink/ink3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9:46.5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24 216 10594 0 0,'-7'1'331'0'0,"-8"0"416"0"0,15-2-744 0 0,0 1 1 0 0,0 0-1 0 0,0-1 1 0 0,-1 1-1 0 0,1 0 0 0 0,0-1 1 0 0,0 1-1 0 0,0 0 1 0 0,0-1-1 0 0,0 1 1 0 0,0 0-1 0 0,0-1 1 0 0,0 1-1 0 0,0 0 1 0 0,0-1-1 0 0,0 1 1 0 0,0 0-1 0 0,0-1 1 0 0,0 1-1 0 0,0 0 1 0 0,0-1-1 0 0,0 1 1 0 0,1 0-1 0 0,-1-1 0 0 0,0 1 1 0 0,0 0-1 0 0,0-1 1 0 0,1 1-1 0 0,-1 0 1 0 0,0-1-1 0 0,0 1 1 0 0,0 0-1 0 0,1 0 1 0 0,-1-1-1 0 0,0 1 1 0 0,1 0-1 0 0,-1 0 1 0 0,0 0-1 0 0,1-1 1 0 0,83-108 2941 0 0,-31 34-4061 0 0,-38 55-3786 0 0</inkml:trace>
</inkml:ink>
</file>

<file path=ppt/ink/ink3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9:46.85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31 117 8210 0 0,'-1'0'49'0'0,"0"1"0"0"0,-1-1 0 0 0,1 0 0 0 0,0 1 0 0 0,-1-1 0 0 0,1 0 0 0 0,0 1 0 0 0,0 0-1 0 0,-1-1 1 0 0,1 1 0 0 0,0 0 0 0 0,0-1 0 0 0,0 1 0 0 0,0 0 0 0 0,0 0 0 0 0,0 0 0 0 0,0 0 0 0 0,0 0 0 0 0,0 0 0 0 0,1 0 0 0 0,-1 1 0 0 0,0-1 0 0 0,0 2 0 0 0,0 0 193 0 0,0 1 0 0 0,0 0 1 0 0,1 0-1 0 0,-1 0 0 0 0,1 0 0 0 0,0 0 0 0 0,0 5 0 0 0,1-3-20 0 0,-1-1-1 0 0,1 1 1 0 0,0 0-1 0 0,0-1 1 0 0,0 1-1 0 0,1-1 1 0 0,0 1-1 0 0,0-1 0 0 0,1 0 1 0 0,-1 0-1 0 0,1 0 1 0 0,0 0-1 0 0,0 0 1 0 0,1-1-1 0 0,-1 1 1 0 0,1-1-1 0 0,0 0 1 0 0,1 0-1 0 0,-1 0 0 0 0,0-1 1 0 0,1 1-1 0 0,0-1 1 0 0,0 0-1 0 0,0-1 1 0 0,7 3-1 0 0,-6-2-98 0 0,2-1 0 0 0,-1 0-1 0 0,0-1 1 0 0,0 1 0 0 0,0-1 0 0 0,1-1-1 0 0,-1 0 1 0 0,0 0 0 0 0,1 0 0 0 0,-1-1-1 0 0,0 0 1 0 0,1 0 0 0 0,-1-1-1 0 0,0 0 1 0 0,0 0 0 0 0,0 0 0 0 0,-1-1-1 0 0,1 0 1 0 0,7-5 0 0 0,-6 3-21 0 0,-1-1 0 0 0,1 0 0 0 0,-1 0 1 0 0,0-1-1 0 0,-1 0 0 0 0,0 0 0 0 0,0 0 1 0 0,0-1-1 0 0,-1 0 0 0 0,0 0 0 0 0,0 0 0 0 0,6-18 1 0 0,-9 21-75 0 0,-1 1-1 0 0,0-1 1 0 0,1 1 0 0 0,-1-1 0 0 0,-1 0 0 0 0,1 0 0 0 0,-1 1 0 0 0,0-1 0 0 0,0 0 0 0 0,0 0 0 0 0,-1 1 0 0 0,0-1 0 0 0,1 0 0 0 0,-2 1 0 0 0,1-1 0 0 0,0 1 0 0 0,-1-1 0 0 0,0 1 0 0 0,0-1-1 0 0,-1 1 1 0 0,1 0 0 0 0,-1 0 0 0 0,0 0 0 0 0,0 1 0 0 0,0-1 0 0 0,0 1 0 0 0,-6-5 0 0 0,2 3-22 0 0,0 0 0 0 0,-1 0 0 0 0,1 1 0 0 0,-1 0 0 0 0,0 0 1 0 0,0 1-1 0 0,-1 0 0 0 0,1 1 0 0 0,0 0 0 0 0,-1 0 0 0 0,0 1 0 0 0,1 0 0 0 0,-1 0 0 0 0,0 1 1 0 0,0 0-1 0 0,-14 2 0 0 0,16 0-743 0 0,0-1 1 0 0,1 1 0 0 0,-1 0 0 0 0,1 0-1 0 0,-1 1 1 0 0,1 0 0 0 0,0 0 0 0 0,-7 5-1 0 0,-3 4-5768 0 0</inkml:trace>
</inkml:ink>
</file>

<file path=ppt/ink/ink3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9:48.0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135 688 10138 0 0,'-2'0'76'0'0,"0"-1"-1"0"0,0 0 0 0 0,-1 1 1 0 0,1-1-1 0 0,0 1 0 0 0,-1 0 1 0 0,1 0-1 0 0,0 0 0 0 0,-1 0 1 0 0,1 0-1 0 0,0 0 1 0 0,-1 1-1 0 0,1-1 0 0 0,0 1 1 0 0,0 0-1 0 0,-1 0 0 0 0,1-1 1 0 0,0 1-1 0 0,0 0 1 0 0,-3 3-1 0 0,1 0 31 0 0,-1 0-1 0 0,1 1 1 0 0,0 0 0 0 0,1 0 0 0 0,-1 0 0 0 0,-4 10-1 0 0,0 1 122 0 0,0 0-1 0 0,1 1 1 0 0,0 0-1 0 0,2 1 0 0 0,0-1 1 0 0,1 1-1 0 0,-2 21 1 0 0,5-30-164 0 0,0 0 0 0 0,0 0 0 0 0,1 0 0 0 0,1 1 1 0 0,-1-1-1 0 0,2 0 0 0 0,-1 0 0 0 0,1 0 1 0 0,1 0-1 0 0,-1 0 0 0 0,1 0 0 0 0,1-1 0 0 0,0 1 1 0 0,0-1-1 0 0,1 0 0 0 0,5 8 0 0 0,-8-13-38 0 0,1-1 0 0 0,0 1 1 0 0,-1 0-1 0 0,1-1 0 0 0,0 1 0 0 0,0-1 0 0 0,0 0 0 0 0,1 0 0 0 0,-1 0 0 0 0,1 0 0 0 0,-1-1 0 0 0,1 1 0 0 0,-1-1 0 0 0,1 0 1 0 0,0 0-1 0 0,5 1 0 0 0,-7-2-24 0 0,0 0 0 0 0,1-1 1 0 0,-1 1-1 0 0,0 0 1 0 0,0-1-1 0 0,1 1 0 0 0,-1-1 1 0 0,0 0-1 0 0,0 1 1 0 0,1-1-1 0 0,-1 0 0 0 0,0-1 1 0 0,0 1-1 0 0,0 0 1 0 0,0 0-1 0 0,-1-1 0 0 0,1 1 1 0 0,0-1-1 0 0,-1 0 1 0 0,1 0-1 0 0,-1 1 0 0 0,1-1 1 0 0,-1 0-1 0 0,0 0 1 0 0,1 0-1 0 0,-1 0 0 0 0,1-4 1 0 0,5-11-129 0 0,-1-1 0 0 0,0 0 0 0 0,-1 0 0 0 0,-1-1 1 0 0,-1 1-1 0 0,0-1 0 0 0,-2 0 0 0 0,0 0 0 0 0,-1 1 1 0 0,-1-1-1 0 0,-6-35 0 0 0,-8 7 1823 0 0,53 69-258 0 0,5 1-1009 0 0,-41-22-409 0 0,0 0 1 0 0,1 0 0 0 0,-1 0 0 0 0,1-1-1 0 0,0 1 1 0 0,-1-1 0 0 0,1 0-1 0 0,-1 0 1 0 0,1 0 0 0 0,0 0 0 0 0,-1 0-1 0 0,1 0 1 0 0,0-1 0 0 0,-1 1 0 0 0,5-2-1 0 0,-6 1-16 0 0,0 1 0 0 0,1 0 0 0 0,-1-1 0 0 0,0 1 0 0 0,0 0 1 0 0,0 0-1 0 0,1 0 0 0 0,-1 0 0 0 0,0 0 0 0 0,0 0 0 0 0,1 0 0 0 0,-1 1 0 0 0,2-1 0 0 0,-3 1-3 0 0,1-1 1 0 0,-1 0 0 0 0,1 0-1 0 0,-1 0 1 0 0,1 0-1 0 0,-1 0 1 0 0,1 0-1 0 0,0 1 1 0 0,-1-1 0 0 0,1 0-1 0 0,-1-1 1 0 0,1 1-1 0 0,-1 0 1 0 0,1 0 0 0 0,0 0-1 0 0,-1 0 1 0 0,1 0-1 0 0,-1 0 1 0 0,1-1-1 0 0,-1 1 1 0 0,1 0 0 0 0,-1-1-1 0 0,1 1 1 0 0,-1 0-1 0 0,1-1 1 0 0,-1 1-1 0 0,0 0 1 0 0,1-1 0 0 0,-1 1-1 0 0,0-1 1 0 0,1 1-1 0 0,-1 0 1 0 0,0-1-1 0 0,1 1 1 0 0,-1-1 0 0 0,0 1-1 0 0,0-1 1 0 0,1 0-1 0 0,-1 1 1 0 0,0-1-1 0 0,0 1 1 0 0,0-1 0 0 0,0 1-1 0 0,0-1 1 0 0,0 1-1 0 0,0-2 1 0 0,3-9-44 0 0,-1-1 1 0 0,-1 0 0 0 0,0 0-1 0 0,-1 1 1 0 0,0-1-1 0 0,0 0 1 0 0,-1 0-1 0 0,-5-18 1 0 0,-1-29-74 0 0,7 54 115 0 0,0 0 0 0 0,0 0 0 0 0,1 0 0 0 0,-1-1 0 0 0,1 1 0 0 0,0 0 0 0 0,1 0 0 0 0,-1 0 0 0 0,1 0 0 0 0,0 0 0 0 0,0 1 0 0 0,5-9 0 0 0,-6 11 0 0 0,1 0 0 0 0,0 0 0 0 0,-1 0 0 0 0,1 0 0 0 0,0 1 0 0 0,0-1 0 0 0,0 0 0 0 0,0 1 0 0 0,0 0 0 0 0,0-1 0 0 0,0 1 0 0 0,1 0 0 0 0,-1 0 0 0 0,0 0 0 0 0,1 0 0 0 0,-1 1 0 0 0,0-1 0 0 0,1 1 0 0 0,-1-1 0 0 0,1 1 0 0 0,-1 0 0 0 0,1 0 0 0 0,-1 0 0 0 0,1 0 0 0 0,-1 1 0 0 0,1-1 0 0 0,4 2 0 0 0,115 24 533 0 0,-121-25-532 0 0,1 0 0 0 0,-1-1 1 0 0,1 1-1 0 0,-1-1 0 0 0,1 1 0 0 0,0-1 0 0 0,-1 0 0 0 0,1 1 0 0 0,0-1 0 0 0,-1 0 0 0 0,1 0 1 0 0,0 0-1 0 0,-1-1 0 0 0,1 1 0 0 0,-1 0 0 0 0,1-1 0 0 0,0 1 0 0 0,-1-1 0 0 0,1 1 0 0 0,-1-1 1 0 0,1 0-1 0 0,-1 1 0 0 0,1-1 0 0 0,-1 0 0 0 0,0 0 0 0 0,1 0 0 0 0,-1 0 0 0 0,0 0 0 0 0,0-1 1 0 0,0 1-1 0 0,0 0 0 0 0,0 0 0 0 0,0-1 0 0 0,0 1 0 0 0,0-1 0 0 0,0 1 0 0 0,-1-1 0 0 0,1 1 1 0 0,-1-1-1 0 0,1 1 0 0 0,0-4 0 0 0,0-2 10 0 0,0 0 1 0 0,0-1-1 0 0,-1 1 1 0 0,0 0-1 0 0,0-1 1 0 0,-1 1-1 0 0,-2-14 1 0 0,-1 2 89 0 0,-2-5 134 0 0,-3-41 1 0 0,8 59-211 0 0,1-1 1 0 0,0 1 0 0 0,0 0-1 0 0,1 0 1 0 0,-1 0-1 0 0,1 0 1 0 0,1 0-1 0 0,-1 0 1 0 0,1 0-1 0 0,0 0 1 0 0,1 0 0 0 0,3-6-1 0 0,-5 11-9 0 0,0 0-1 0 0,0 0 0 0 0,0-1 1 0 0,0 1-1 0 0,0 0 1 0 0,0 0-1 0 0,0 0 0 0 0,1 0 1 0 0,-1 1-1 0 0,0-1 1 0 0,1 0-1 0 0,-1 0 0 0 0,1 1 1 0 0,-1-1-1 0 0,1 1 1 0 0,-1 0-1 0 0,1-1 0 0 0,-1 1 1 0 0,1 0-1 0 0,-1 0 1 0 0,1 0-1 0 0,0 0 0 0 0,-1 0 1 0 0,1 0-1 0 0,-1 0 1 0 0,1 0-1 0 0,-1 1 0 0 0,1-1 1 0 0,-1 1-1 0 0,1-1 1 0 0,-1 1-1 0 0,1-1 0 0 0,-1 1 1 0 0,0 0-1 0 0,1 0 1 0 0,-1 0-1 0 0,1 1 0 0 0,10 5 95 0 0,-1 2 0 0 0,0-1 0 0 0,13 15 0 0 0,-9-10 88 0 0,-14-11-202 0 0,1-1 0 0 0,-1 0 0 0 0,1 0 0 0 0,-1 1 0 0 0,1-1 0 0 0,-1 0 0 0 0,1 0 0 0 0,0-1 0 0 0,0 1 0 0 0,-1 0 0 0 0,1 0 0 0 0,0-1 0 0 0,0 1 0 0 0,0-1 0 0 0,0 0 0 0 0,0 0-1 0 0,0 1 1 0 0,0-1 0 0 0,-1 0 0 0 0,1-1 0 0 0,3 1 0 0 0,-4-1-15 0 0,0 0-1 0 0,0 1 0 0 0,1-1 0 0 0,-1 0 0 0 0,0 0 1 0 0,0 0-1 0 0,0 0 0 0 0,0-1 0 0 0,0 1 1 0 0,0 0-1 0 0,0 0 0 0 0,-1 0 0 0 0,1-1 0 0 0,0 1 1 0 0,-1 0-1 0 0,1-1 0 0 0,-1 1 0 0 0,1-1 1 0 0,-1 1-1 0 0,0-1 0 0 0,1 1 0 0 0,-1-1 0 0 0,0 1 1 0 0,0-1-1 0 0,0 1 0 0 0,-1-3 0 0 0,-1-60-47 0 0,-1-30-53 0 0,4 83 112 0 0,0 1-1 0 0,0 0 0 0 0,1-1 0 0 0,0 1 1 0 0,1 0-1 0 0,6-16 0 0 0,-9 25 9 0 0,0 0 0 0 0,0 0 0 0 0,1 0-1 0 0,-1 0 1 0 0,0 0 0 0 0,1 0 0 0 0,-1 0-1 0 0,1 0 1 0 0,-1 0 0 0 0,1 1 0 0 0,0-1 0 0 0,-1 0-1 0 0,1 0 1 0 0,0 0 0 0 0,0 1 0 0 0,-1-1 0 0 0,1 0-1 0 0,0 1 1 0 0,0-1 0 0 0,0 0 0 0 0,0 1-1 0 0,0-1 1 0 0,0 1 0 0 0,0 0 0 0 0,0-1 0 0 0,0 1-1 0 0,0 0 1 0 0,0 0 0 0 0,0-1 0 0 0,0 1 0 0 0,0 0-1 0 0,0 0 1 0 0,0 0 0 0 0,0 0 0 0 0,1 0-1 0 0,-1 1 1 0 0,0-1 0 0 0,0 0 0 0 0,0 0 0 0 0,0 1-1 0 0,0-1 1 0 0,0 1 0 0 0,0-1 0 0 0,0 1 0 0 0,0-1-1 0 0,-1 1 1 0 0,1-1 0 0 0,2 3 0 0 0,4 3-16 0 0,0 1 1 0 0,-1 0 0 0 0,0 1 0 0 0,9 13 0 0 0,-2-4-60 0 0,12 4-1703 0 0</inkml:trace>
</inkml:ink>
</file>

<file path=ppt/ink/ink3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9:48.39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22 4 11058 0 0,'-21'-4'2871'0'0,"43"15"748"0"0,16 7-2310 0 0,-8 5-189 0 0,54 54 0 0 0,-55-50-1122 0 0,48 39 0 0 0,-16-35-2362 0 0,-48-26 1047 0 0</inkml:trace>
</inkml:ink>
</file>

<file path=ppt/ink/ink3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9:48.59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19 127 6449 0 0,'-3'-3'132'0'0,"1"-1"0"0"0,0 1 0 0 0,0-1 0 0 0,1 0 1 0 0,-1 1-1 0 0,1-1 0 0 0,-1 0 0 0 0,1 0 0 0 0,0 0 0 0 0,1 0 0 0 0,-1 0 0 0 0,1 0 0 0 0,0 0 0 0 0,0 0 0 0 0,0 0 0 0 0,0 0 0 0 0,1 0 0 0 0,-1 0 0 0 0,1 1 0 0 0,0-1 0 0 0,0 0 0 0 0,1 0 0 0 0,-1 0 0 0 0,1 1 0 0 0,0-1 0 0 0,4-6 0 0 0,-6 9-27 0 0,1 0 0 0 0,0 0 0 0 0,-1 0 0 0 0,1 0 0 0 0,0 0-1 0 0,0 0 1 0 0,0 0 0 0 0,0 0 0 0 0,0 0 0 0 0,0 0 0 0 0,0 0 0 0 0,0 0 0 0 0,0 1-1 0 0,0-1 1 0 0,1 0 0 0 0,-1 1 0 0 0,0-1 0 0 0,0 1 0 0 0,1-1 0 0 0,-1 1 0 0 0,0 0-1 0 0,1 0 1 0 0,-1-1 0 0 0,2 1 0 0 0,-1 1 26 0 0,1-1 0 0 0,-1 1 0 0 0,0-1 0 0 0,1 1 0 0 0,-1 0 0 0 0,0 0 0 0 0,1 0 1 0 0,-1 0-1 0 0,0 1 0 0 0,0-1 0 0 0,0 0 0 0 0,2 3 0 0 0,2 1 125 0 0,0 1 0 0 0,-1 0 1 0 0,0 0-1 0 0,0 0 0 0 0,0 0 1 0 0,-1 1-1 0 0,5 10 0 0 0,-5-8-412 0 0,-1 0-1 0 0,0 0 1 0 0,-1 0-1 0 0,0 0 1 0 0,0 1-1 0 0,-1-1 0 0 0,0 17 1 0 0,-2-7-843 0 0</inkml:trace>
</inkml:ink>
</file>

<file path=ppt/ink/ink3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9:49.50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106 151 3225 0 0,'-18'-5'662'0'0,"-24"-10"3979"0"0,40 14-3905 0 0,-1-1-1 0 0,0 0 1 0 0,0 1 0 0 0,1-1-1 0 0,-1 0 1 0 0,1 0 0 0 0,0 0-1 0 0,-1 0 1 0 0,1-1-1 0 0,0 1 1 0 0,-2-4 0 0 0,3 5-379 0 0,1-1 1 0 0,-1 1 0 0 0,1 0 0 0 0,-1 0 0 0 0,1-1-1 0 0,-1 1 1 0 0,1 0 0 0 0,0-1 0 0 0,0 1-1 0 0,0-1 1 0 0,0 1 0 0 0,0 0 0 0 0,0-1-1 0 0,0 1 1 0 0,0-2 0 0 0,1-10-517 0 0,-3 11 206 0 0,-1 1 15 0 0,1-21-31 0 0,-2-19-31 0 0,4 40 0 0 0,5 5 0 0 0,10 15 0 0 0,1 0 0 0 0,1 0 0 0 0,1-2 0 0 0,20 16 0 0 0,30 31 0 0 0,-14-4-151 0 0,51 52-676 0 0,-92-100 668 0 0,1 0 0 0 0,1-1-1 0 0,0 0 1 0 0,0-1 0 0 0,1-1 0 0 0,19 8-1 0 0,-31-15-504 0 0,1-1 0 0 0,-1 1 0 0 0,1-1 0 0 0,0 0 0 0 0,9 1 0 0 0,3-3-5710 0 0</inkml:trace>
</inkml:ink>
</file>

<file path=ppt/ink/ink3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9:49.71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7370 0 0,'23'53'3778'0'0,"-18"-42"-3428"0"0,1-1 0 0 0,0 0 0 0 0,1-1 0 0 0,0 1 0 0 0,1-1 0 0 0,0-1 1 0 0,0 1-1 0 0,1-1 0 0 0,0-1 0 0 0,1 0 0 0 0,-1 0 0 0 0,22 11 0 0 0,-21-14-350 0 0</inkml:trace>
</inkml:ink>
</file>

<file path=ppt/ink/ink3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9:49.88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25 1 7370 0 0,'-11'3'320'0'0,"5"-2"80"0"0,3 2-320 0 0,0 0-80 0 0,2-2 0 0 0,1 1 0 0 0,0 1-1008 0 0,1 2-217 0 0,1 7-47 0 0,0-1-8 0 0,3 1 1016 0 0,-1-7 200 0 0</inkml:trace>
</inkml:ink>
</file>

<file path=ppt/ink/ink3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9:50.09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1 10594 0 0,'-1'0'-11'0'0,"1"0"0"0"0,0 0 0 0 0,0 0-1 0 0,0 0 1 0 0,-1 0 0 0 0,1 0 0 0 0,0 0-1 0 0,0 0 1 0 0,0 0 0 0 0,-1 0 0 0 0,1 0-1 0 0,0 0 1 0 0,0 0 0 0 0,0 0 0 0 0,-1 0-1 0 0,1 0 1 0 0,0 0 0 0 0,0 0 0 0 0,0 0-1 0 0,-1 0 1 0 0,1 1 0 0 0,0-1 0 0 0,0 0-1 0 0,0 0 1 0 0,0 0 0 0 0,-1 0 0 0 0,1 0-1 0 0,0 1 1 0 0,0-1 0 0 0,0 0 0 0 0,0 0-1 0 0,0 0 1 0 0,-1 0 0 0 0,1 1 0 0 0,0-1-1 0 0,0 0 1 0 0,0 0 0 0 0,0 0 0 0 0,0 1-1 0 0,0-1 1 0 0,0 0 0 0 0,0 0 0 0 0,0 0-1 0 0,0 1 1 0 0,0-1 0 0 0,0 0 0 0 0,0 0-1 0 0,0 1 1 0 0,0-1 0 0 0,0 0 0 0 0,0 0-1 0 0,0 0 1 0 0,0 1 0 0 0,0-1 0 0 0,1 0-1 0 0,-1 0 1 0 0,7 24-89 0 0,16 23 2324 0 0,-1-16-812 0 0,1-1 0 0 0,1-1 1 0 0,52 48-1 0 0,-3-3-1594 0 0,-57-58-810 0 0,-2-1-317 0 0</inkml:trace>
</inkml:ink>
</file>

<file path=ppt/ink/ink3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9:50.29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17 274 6913 0 0,'-1'0'103'0'0,"0"-1"-1"0"0,0 1 1 0 0,0-1-1 0 0,0 1 1 0 0,0-1-1 0 0,0 1 1 0 0,0-1-1 0 0,1 0 1 0 0,-1 0-1 0 0,0 1 1 0 0,0-1-1 0 0,1 0 0 0 0,-1 0 1 0 0,0 0-1 0 0,1 0 1 0 0,-1 0-1 0 0,1 0 1 0 0,-1 0-1 0 0,1 0 1 0 0,0 0-1 0 0,-1 0 1 0 0,1 0-1 0 0,0 0 0 0 0,-1-2 1 0 0,1-1 96 0 0,0 0 1 0 0,1 1-1 0 0,-1-1 1 0 0,1 1-1 0 0,-1-1 1 0 0,1 0-1 0 0,3-6 1 0 0,2-3 221 0 0,0 0-1 0 0,16-25 1 0 0,0 6-623 0 0,1 1 0 0 0,44-45 0 0 0,-55 63 141 0 0</inkml:trace>
</inkml:ink>
</file>

<file path=ppt/ink/ink3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9:50.64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95 4145 0 0,'0'8'628'0'0,"1"-1"-1"0"0,0 0 1 0 0,0 1 0 0 0,1-1-1 0 0,0 0 1 0 0,0 0 0 0 0,1 0-1 0 0,0 0 1 0 0,0-1 0 0 0,0 1-1 0 0,1-1 1 0 0,0 0 0 0 0,1 0-1 0 0,-1 0 1 0 0,1 0 0 0 0,6 6-1 0 0,-8-11-583 0 0,-1 1 0 0 0,0 0 0 0 0,1-1 0 0 0,-1 1 0 0 0,1-1 0 0 0,-1 1 0 0 0,1-1-1 0 0,0 0 1 0 0,0 0 0 0 0,-1-1 0 0 0,1 1 0 0 0,0 0 0 0 0,0-1 0 0 0,0 0 0 0 0,0 1 0 0 0,0-1 0 0 0,0-1 0 0 0,-1 1-1 0 0,1 0 1 0 0,0-1 0 0 0,0 1 0 0 0,0-1 0 0 0,0 0 0 0 0,-1 0 0 0 0,1 0 0 0 0,0 0 0 0 0,-1 0 0 0 0,1-1 0 0 0,-1 1-1 0 0,1-1 1 0 0,-1 0 0 0 0,0 1 0 0 0,0-1 0 0 0,1 0 0 0 0,1-3 0 0 0,0 0-118 0 0,0-1 1 0 0,-1 1 0 0 0,1-1-1 0 0,-1 1 1 0 0,0-1-1 0 0,-1 0 1 0 0,1 0-1 0 0,-1 0 1 0 0,-1 0-1 0 0,1-1 1 0 0,-1 1-1 0 0,0 0 1 0 0,0-1-1 0 0,-1-12 1 0 0,-1 5 72 0 0,-2 1-1 0 0,-6-26 1 0 0,2 1 2269 0 0,7 38-2242 0 0,0 0 1 0 0,0 0 0 0 0,0 0-1 0 0,0 0 1 0 0,9 9 604 0 0,8 12-165 0 0,16 26-61 0 0,-2 1 1 0 0,-3 1-1 0 0,-1 2 1 0 0,-3 1-1 0 0,19 58 1 0 0,-34-77-575 0 0</inkml:trace>
</inkml:ink>
</file>

<file path=ppt/ink/ink3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9:54.16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14283 0 0,'120'110'5529'0'0,"-22"-21"-4337"0"0,141 112-647 0 0,-183-167-2497 0 0,-16-17-5312 0 0,-27-13 1916 0 0</inkml:trace>
</inkml:ink>
</file>

<file path=ppt/ink/ink3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9:54.59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20 473 6913 0 0,'0'0'85'0'0,"-1"0"-1"0"0,0 0 0 0 0,0 0 1 0 0,0 0-1 0 0,1 0 1 0 0,-1 0-1 0 0,0 0 0 0 0,0 0 1 0 0,1 0-1 0 0,-1-1 0 0 0,0 1 1 0 0,0 0-1 0 0,1-1 0 0 0,-1 1 1 0 0,0 0-1 0 0,1-1 0 0 0,-1 1 1 0 0,0-1-1 0 0,1 1 0 0 0,-1-1 1 0 0,1 0-1 0 0,-1 1 0 0 0,1-1 1 0 0,-1 1-1 0 0,1-1 0 0 0,-1 0 1 0 0,1 1-1 0 0,0-1 0 0 0,-1 0 1 0 0,1 0-1 0 0,0 1 0 0 0,0-1 1 0 0,0 0-1 0 0,-1 0 0 0 0,1 1 1 0 0,0-1-1 0 0,0 0 0 0 0,0-1 1 0 0,1-2 251 0 0,1-1 0 0 0,-1 1 0 0 0,1 1 0 0 0,0-1 0 0 0,0 0 0 0 0,3-5 0 0 0,-4 9-344 0 0,11-20 87 0 0,96-145 1528 0 0,-94 147-1435 0 0,0 1-1 0 0,1 1 1 0 0,1 0 0 0 0,0 1 0 0 0,1 0 0 0 0,33-21-1 0 0,-49 36-158 0 0,0-1 0 0 0,0 1 0 0 0,0-1 0 0 0,0 1 0 0 0,0 0 0 0 0,0-1 0 0 0,0 1-1 0 0,0 0 1 0 0,0 0 0 0 0,0-1 0 0 0,0 1 0 0 0,0 0 0 0 0,0 0 0 0 0,0 0 0 0 0,0 0 0 0 0,0 0-1 0 0,0 1 1 0 0,0-1 0 0 0,0 0 0 0 0,0 0 0 0 0,0 1 0 0 0,0-1 0 0 0,0 1 0 0 0,0-1 0 0 0,0 1-1 0 0,0-1 1 0 0,0 1 0 0 0,-1-1 0 0 0,1 1 0 0 0,0 0 0 0 0,0-1 0 0 0,-1 1 0 0 0,1 0 0 0 0,0 0-1 0 0,-1 0 1 0 0,1 0 0 0 0,-1-1 0 0 0,1 1 0 0 0,-1 0 0 0 0,1 2 0 0 0,3 5 219 0 0,0 1 0 0 0,-1 0 1 0 0,4 17-1 0 0,-1-5 79 0 0,-5-17-280 0 0,1 0 1 0 0,0 0-1 0 0,0-1 1 0 0,1 1-1 0 0,-1-1 0 0 0,1 1 1 0 0,0-1-1 0 0,-1 0 1 0 0,1 0-1 0 0,1 0 1 0 0,-1 0-1 0 0,0-1 1 0 0,1 1-1 0 0,-1-1 1 0 0,1 0-1 0 0,0 0 0 0 0,0 0 1 0 0,0-1-1 0 0,0 1 1 0 0,0-1-1 0 0,0 0 1 0 0,0 0-1 0 0,0 0 1 0 0,1-1-1 0 0,-1 1 1 0 0,0-1-1 0 0,0 0 0 0 0,1 0 1 0 0,-1-1-1 0 0,0 1 1 0 0,0-1-1 0 0,1 0 1 0 0,-1 0-1 0 0,0-1 1 0 0,0 1-1 0 0,0-1 1 0 0,-1 0-1 0 0,1 0 1 0 0,0 0-1 0 0,0 0 0 0 0,-1-1 1 0 0,0 1-1 0 0,1-1 1 0 0,-1 0-1 0 0,0 0 1 0 0,0 0-1 0 0,-1 0 1 0 0,1-1-1 0 0,-1 1 1 0 0,5-8-1 0 0,-5 6 11 0 0,0-1 0 0 0,-1 1 0 0 0,1-1 0 0 0,-1 1 0 0 0,0-1 0 0 0,-1 0 0 0 0,1 0-1 0 0,-1 1 1 0 0,0-1 0 0 0,-1 0 0 0 0,1 1 0 0 0,-1-1 0 0 0,0 0 0 0 0,-1 1 0 0 0,1-1 0 0 0,-1 1 0 0 0,0 0 0 0 0,0-1 0 0 0,-1 1 0 0 0,0 0 0 0 0,0 0 0 0 0,0 0-1 0 0,0 1 1 0 0,-1-1 0 0 0,1 1 0 0 0,-1 0 0 0 0,0 0 0 0 0,-1 0 0 0 0,1 1 0 0 0,-7-5 0 0 0,5 4-149 0 0,-1 0-1 0 0,1 0 1 0 0,-1 0 0 0 0,0 1-1 0 0,0 0 1 0 0,0 1 0 0 0,-1-1-1 0 0,1 1 1 0 0,-1 1 0 0 0,-8-2-1 0 0,11 3-387 0 0,-1 0 0 0 0,0 0-1 0 0,0 0 1 0 0,0 1 0 0 0,0-1 0 0 0,0 1-1 0 0,0 1 1 0 0,1-1 0 0 0,-1 1-1 0 0,1 0 1 0 0,-1 0 0 0 0,1 1 0 0 0,-9 5-1 0 0</inkml:trace>
</inkml:ink>
</file>

<file path=ppt/ink/ink3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9:55.0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 9674 0 0,'-1'-2'8703'0'0,"30"21"-7510"0"0,-2 0-1 0 0,40 38 1 0 0,22 17-463 0 0,36 4-730 0 0,-5-3 0 0 0,-82-50-822 0 0,-18-13-85 0 0</inkml:trace>
</inkml:ink>
</file>

<file path=ppt/ink/ink3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9:56.27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36 70 4609 0 0,'-9'-23'15511'0'0,"6"20"-14318"0"0,-3-5 1485 0 0,1-1-4608 0 0,66 109 2441 0 0,-22-40-361 0 0,44 58-137 0 0,-55-81-14 0 0,-1 1 1 0 0,26 49-1 0 0,-52-86 2 0 0,-1 1 1 0 0,1-1-1 0 0,0 0 1 0 0,-1 1 0 0 0,1-1-1 0 0,-1 0 1 0 0,1 1-1 0 0,-1-1 1 0 0,1 1-1 0 0,-1-1 1 0 0,0 1-1 0 0,0-1 1 0 0,0 1-1 0 0,0-1 1 0 0,0 1-1 0 0,0-1 1 0 0,0 1-1 0 0,-1 1 1 0 0,1-3 0 0 0,-1 1 1 0 0,1-1-1 0 0,-1 1 1 0 0,1-1-1 0 0,-1 1 1 0 0,1-1-1 0 0,-1 0 0 0 0,1 1 1 0 0,-1-1-1 0 0,0 1 1 0 0,1-1-1 0 0,-1 0 1 0 0,1 0-1 0 0,-1 1 0 0 0,0-1 1 0 0,1 0-1 0 0,-1 0 1 0 0,0 0-1 0 0,1 0 1 0 0,-1 0-1 0 0,0 0 0 0 0,0 0 1 0 0,1 0-1 0 0,-1 0 1 0 0,0 0-1 0 0,0 0 1 0 0,-3-1 4 0 0,1 0 0 0 0,0 0 1 0 0,0 0-1 0 0,-1 0 0 0 0,1 0 1 0 0,0-1-1 0 0,0 1 1 0 0,0-1-1 0 0,0 0 0 0 0,0 0 1 0 0,1 0-1 0 0,-1 0 0 0 0,1-1 1 0 0,-4-4-1 0 0,-15-24-3 0 0,3-1 0 0 0,-20-45 0 0 0,20 39-5 0 0,-32-52 1 0 0,34 66 2 0 0,5 9 3 0 0,0 1 0 0 0,2-2 1 0 0,0 1-1 0 0,0-1 0 0 0,2-1 0 0 0,0 1 0 0 0,0-1 0 0 0,-4-25 0 0 0,10 41-5 0 0,1 1 0 0 0,0-1 0 0 0,0 1 0 0 0,0 0 0 0 0,0-1 0 0 0,0 1 0 0 0,0-1 0 0 0,0 1 0 0 0,0-1-1 0 0,0 1 1 0 0,0 0 0 0 0,0-1 0 0 0,0 1 0 0 0,0-1 0 0 0,1 1 0 0 0,-1-1 0 0 0,0 1 0 0 0,0 0 0 0 0,0-1 0 0 0,1 1 0 0 0,-1 0 0 0 0,0-1 0 0 0,0 1 0 0 0,1-1 0 0 0,-1 1 0 0 0,0 0 0 0 0,1 0 0 0 0,-1-1 0 0 0,0 1 0 0 0,1 0 0 0 0,0-1-1 0 0,15 2 0 0 0,19 14 11 0 0,-31-13-4 0 0,11 5 42 0 0,0 1 0 0 0,-1 1-1 0 0,0 0 1 0 0,20 17 464 0 0</inkml:trace>
</inkml:ink>
</file>

<file path=ppt/ink/ink3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9:57.29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55 98 3225 0 0,'-1'-2'225'0'0,"-1"0"1"0"0,1 0 0 0 0,-1 1 0 0 0,0-1-1 0 0,0 0 1 0 0,1 1 0 0 0,-1 0-1 0 0,-1-1 1 0 0,1 1 0 0 0,0 0-1 0 0,-4-1 1 0 0,3 1 328 0 0,1 0 0 0 0,0 0 0 0 0,0-1 0 0 0,0 1 0 0 0,0 0 0 0 0,0-1 0 0 0,0 1 0 0 0,0-1 0 0 0,-3-2 0 0 0,5 3-389 0 0,-1 0 0 0 0,0 0-1 0 0,1 0 1 0 0,-1-1 0 0 0,1 1-1 0 0,0 0 1 0 0,-1 0 0 0 0,1-1 0 0 0,0 1-1 0 0,0 0 1 0 0,0 0 0 0 0,-1-1 0 0 0,1 1-1 0 0,1 0 1 0 0,-1 0 0 0 0,0-1 0 0 0,0 1-1 0 0,0 0 1 0 0,1 0 0 0 0,-1-1-1 0 0,1 1 1 0 0,-1 0 0 0 0,1 0 0 0 0,-1 0-1 0 0,1 0 1 0 0,-1 0 0 0 0,1 0 0 0 0,0 0-1 0 0,0 0 1 0 0,0 0 0 0 0,0 0-1 0 0,0 0 1 0 0,-1 0 0 0 0,2 0 0 0 0,-1 1-1 0 0,1-2 1 0 0,1 0 41 0 0,1-1 0 0 0,-1 1 0 0 0,0 0-1 0 0,1 0 1 0 0,0 0 0 0 0,-1 0 0 0 0,1 1 0 0 0,0 0 0 0 0,0-1-1 0 0,5 0 1 0 0,8 3 98 0 0,-1 1 0 0 0,0 0-1 0 0,0 1 1 0 0,0 0 0 0 0,0 1-1 0 0,28 12 1 0 0,30 8-1 0 0,16-2-126 0 0,-35-6-120 0 0,1-4 0 0 0,0-1 0 0 0,101 5 0 0 0,-126-14 201 0 0,-17-1-1506 0 0,1-1-4666 0 0</inkml:trace>
</inkml:ink>
</file>

<file path=ppt/ink/ink3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9:57.53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43 230 2304 0 0,'-19'8'1713'0'0,"-5"11"6494"0"0,49-48-2295 0 0,17-24-4873 0 0,-4 4-939 0 0,-7 10-1071 0 0,-2-2-3319 0 0,1-5-1730 0 0</inkml:trace>
</inkml:ink>
</file>

<file path=ppt/ink/ink3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9:58.69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21 36 5065 0 0,'-5'-10'532'0'0,"-10"-16"7935"0"0,21 46-7768 0 0,47 175-2166 0 0,-45-171-3363 0 0</inkml:trace>
</inkml:ink>
</file>

<file path=ppt/ink/ink3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9:59.0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20 3225 0 0,'2'-2'303'0'0,"-1"0"1"0"0,1 1 0 0 0,0-1 0 0 0,0 1 0 0 0,0-1-1 0 0,0 1 1 0 0,0 0 0 0 0,0 0 0 0 0,0-1 0 0 0,1 1-1 0 0,-1 1 1 0 0,0-1 0 0 0,1 0 0 0 0,-1 1 0 0 0,4-1-1 0 0,-5 1-123 0 0,0 0 0 0 0,0 0 0 0 0,0 1 0 0 0,0-1 0 0 0,0 1 0 0 0,0-1 0 0 0,0 1 0 0 0,0-1 0 0 0,-1 1 0 0 0,1-1 0 0 0,0 1 0 0 0,0 0 0 0 0,0-1 1 0 0,-1 1-1 0 0,1 0 0 0 0,0 0 0 0 0,-1 0 0 0 0,1 0 0 0 0,0-1 0 0 0,-1 1 0 0 0,1 0 0 0 0,-1 0 0 0 0,0 0 0 0 0,1 0 0 0 0,-1 0 0 0 0,0 0 0 0 0,0 0 0 0 0,1 0 0 0 0,-1 0 0 0 0,0 1 0 0 0,0-1 0 0 0,0 0 0 0 0,0 0 0 0 0,0 0 0 0 0,-1 0 0 0 0,1 2 0 0 0,4 25 1143 0 0,-4-28-1488 0 0,0 1 0 0 0,0 0 0 0 0,1 0 0 0 0,-1-1 1 0 0,0 1-1 0 0,1 0 0 0 0,-1-1 0 0 0,1 1 0 0 0,-1 0 1 0 0,1-1-1 0 0,-1 1 0 0 0,1-1 0 0 0,-1 1 0 0 0,1 0 1 0 0,0-1-1 0 0,-1 0 0 0 0,1 1 0 0 0,1 0 0 0 0,1 7-3159 0 0</inkml:trace>
</inkml:ink>
</file>

<file path=ppt/ink/ink3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9:59.31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39 206 3225 0 0,'0'1'71'0'0,"-1"0"1"0"0,0-1-1 0 0,1 1 1 0 0,-1 0-1 0 0,0-1 1 0 0,1 1-1 0 0,-1-1 1 0 0,0 1-1 0 0,0-1 1 0 0,1 0-1 0 0,-1 1 1 0 0,0-1-1 0 0,0 0 1 0 0,0 1 0 0 0,0-1-1 0 0,1 0 1 0 0,-1 0-1 0 0,0 0 1 0 0,0 0-1 0 0,0 0 1 0 0,0 0-1 0 0,0 0 1 0 0,0 0-1 0 0,0 0 1 0 0,1 0-1 0 0,-1-1 1 0 0,0 1-1 0 0,0 0 1 0 0,0 0-1 0 0,0-1 1 0 0,1 1-1 0 0,-1-1 1 0 0,0 1-1 0 0,0-1 1 0 0,1 1 0 0 0,-1-1-1 0 0,0 1 1 0 0,1-1-1 0 0,-1 0 1 0 0,0 1-1 0 0,1-1 1 0 0,-1 0-1 0 0,1 1 1 0 0,-1-1-1 0 0,1 0 1 0 0,0 0-1 0 0,-1 0 1 0 0,1 0-1 0 0,0 1 1 0 0,-1-1-1 0 0,1 0 1 0 0,0 0-1 0 0,0 0 1 0 0,0-1-1 0 0,-1-3 295 0 0,0 0-1 0 0,1 0 0 0 0,0 0 1 0 0,0 0-1 0 0,0 0 0 0 0,1 0 1 0 0,0 0-1 0 0,1-7 0 0 0,3-3 28 0 0,1 0 0 0 0,1 1-1 0 0,0-1 1 0 0,1 1 0 0 0,0 1-1 0 0,1 0 1 0 0,1 0 0 0 0,16-17-1 0 0,-26 30-384 0 0,0 0 1 0 0,0 1-1 0 0,0-1 0 0 0,0 0 0 0 0,0 0 0 0 0,0 0 0 0 0,0 0 1 0 0,0 0-1 0 0,0 0 0 0 0,0 0 0 0 0,0 0 0 0 0,0 0 0 0 0,0 0 1 0 0,0 0-1 0 0,0 0 0 0 0,0 0 0 0 0,0 1 0 0 0,0-1 0 0 0,0 0 1 0 0,0 0-1 0 0,0 0 0 0 0,0 0 0 0 0,0 0 0 0 0,0 0 0 0 0,0 0 1 0 0,0 0-1 0 0,0 0 0 0 0,1 0 0 0 0,-1 0 0 0 0,0 0 0 0 0,0 0 1 0 0,0 0-1 0 0,0 0 0 0 0,0 0 0 0 0,0 0 0 0 0,0 0 0 0 0,0 0 1 0 0,0 0-1 0 0,0 0 0 0 0,0 0 0 0 0,0 0 0 0 0,0 0 0 0 0,0 0 1 0 0,1 0-1 0 0,-1 0 0 0 0,0 0 0 0 0,0 0 0 0 0,0 0 0 0 0,0 0 1 0 0,0 0-1 0 0,0 0 0 0 0,0 0 0 0 0,0 0 0 0 0,0 0 0 0 0,0 0 1 0 0,0 0-1 0 0,0 0 0 0 0,0 0 0 0 0,-2 12 189 0 0,-6 11 238 0 0,-4 7 644 0 0,-1-2 1 0 0,-20 34 1686 0 0,41-66-2188 0 0,10-10-603 0 0,12-20-1205 0 0,-10 8-3569 0 0,0 0-1462 0 0</inkml:trace>
</inkml:ink>
</file>

<file path=ppt/ink/ink3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9:52.23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40 16 6449 0 0,'-40'-15'6226'0'0,"54"29"-2051"0"0,-2-1-3493 0 0,25 25 853 0 0,46 63 1 0 0,-61-72-1341 0 0,1 0 0 0 0,1-1 0 0 0,1-2 0 0 0,2 0 0 0 0,35 26 0 0 0,-23-25-216 0 0,-15-10-666 0 0,0 0-1 0 0,33 15 1 0 0</inkml:trace>
</inkml:ink>
</file>

<file path=ppt/ink/ink3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9:52.61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 84 456 0 0,'-15'-31'1386'0'0,"14"27"-529"0"0,-1-1 1 0 0,1 0-1 0 0,0 0 1 0 0,0 0-1 0 0,0 0 1 0 0,1 0-1 0 0,0 0 1 0 0,5-9 3404 0 0,-4 14-4204 0 0,8 11 1219 0 0,7 12-390 0 0,14 32 836 0 0,-3 2 1 0 0,33 96-1 0 0,-23-52-1095 0 0,-34-95-648 0 0,1 7-89 0 0,1 0 0 0 0,1-1-1 0 0,0 1 1 0 0,1-1 0 0 0,13 18-1 0 0</inkml:trace>
</inkml:ink>
</file>

<file path=ppt/ink/ink3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9:53.0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29 392 920 0 0,'-10'-25'1879'0'0,"-7"-25"1582"0"0,17 48-3008 0 0,-1-1 0 0 0,1 1 0 0 0,0-1 0 0 0,-1 0 0 0 0,1 1-1 0 0,0-1 1 0 0,1 0 0 0 0,-1 1 0 0 0,0-1 0 0 0,1 0 0 0 0,0 1 0 0 0,-1-1 0 0 0,1 1-1 0 0,0-1 1 0 0,0 1 0 0 0,2-3 0 0 0,-2 4-334 0 0,-1 0 1 0 0,1 0-1 0 0,-1 1 1 0 0,1-1-1 0 0,0 1 0 0 0,-1-1 1 0 0,1 1-1 0 0,0-1 1 0 0,-1 1-1 0 0,1-1 0 0 0,0 1 1 0 0,0 0-1 0 0,0-1 1 0 0,-1 1-1 0 0,1 0 0 0 0,0 0 1 0 0,0-1-1 0 0,0 1 1 0 0,0 0-1 0 0,-1 0 0 0 0,1 0 1 0 0,0 0-1 0 0,0 0 0 0 0,0 0 1 0 0,0 0-1 0 0,0 1 1 0 0,-1-1-1 0 0,1 0 0 0 0,0 0 1 0 0,0 1-1 0 0,0-1 1 0 0,-1 0-1 0 0,1 1 0 0 0,0-1 1 0 0,0 1-1 0 0,-1-1 1 0 0,1 1-1 0 0,1 0 0 0 0,31 31 1132 0 0,-18-18-673 0 0,-10-10-517 0 0,-1-1 0 0 0,1 0 0 0 0,0 0 1 0 0,-1 0-1 0 0,1-1 0 0 0,1 0 0 0 0,-1 0 0 0 0,0 0 0 0 0,0 0 0 0 0,1-1 0 0 0,8 1 0 0 0,-11-2-78 0 0,0 0 0 0 0,0-1 0 0 0,0 1 1 0 0,0-1-1 0 0,-1 1 0 0 0,1-1 0 0 0,0 0 0 0 0,0 0 1 0 0,-1 0-1 0 0,1-1 0 0 0,-1 1 0 0 0,1-1 0 0 0,-1 1 0 0 0,1-1 1 0 0,-1 0-1 0 0,0 0 0 0 0,0 0 0 0 0,0 0 0 0 0,0 0 1 0 0,0-1-1 0 0,0 1 0 0 0,-1 0 0 0 0,1-1 0 0 0,0-2 0 0 0,3-4-73 0 0,0 0-1 0 0,-1-1 0 0 0,-1 1 0 0 0,0-1 0 0 0,0 0 1 0 0,-1 0-1 0 0,0 0 0 0 0,0 0 0 0 0,-1 0 0 0 0,-1-19 1 0 0,-1 9 113 0 0,-2 0 1 0 0,0 1 0 0 0,-1-1 0 0 0,-10-30-1 0 0,13 48 40 0 0,0 0 1 0 0,0 0-1 0 0,1 0 0 0 0,-1 1 0 0 0,0-1 1 0 0,1 0-1 0 0,0 0 0 0 0,-1 0 0 0 0,1 0 1 0 0,0 0-1 0 0,0 0 0 0 0,0 0 0 0 0,1 0 1 0 0,-1 0-1 0 0,0 0 0 0 0,1 0 0 0 0,-1 0 1 0 0,1 0-1 0 0,1-4 0 0 0,0 6-17 0 0,-1-1-1 0 0,0 0 0 0 0,1 0 0 0 0,-1 1 1 0 0,1-1-1 0 0,-1 1 0 0 0,1-1 1 0 0,-1 1-1 0 0,1 0 0 0 0,-1 0 1 0 0,1 0-1 0 0,-1 0 0 0 0,1 0 1 0 0,-1 0-1 0 0,1 0 0 0 0,-1 0 1 0 0,1 0-1 0 0,-1 1 0 0 0,1-1 1 0 0,-1 0-1 0 0,1 1 0 0 0,-1 0 1 0 0,1-1-1 0 0,-1 1 0 0 0,0 0 0 0 0,2 0 1 0 0,39 18 101 0 0,-17-7-262 0 0,1-1 0 0 0,1-1-1 0 0,0-1 1 0 0,41 7-1 0 0,-48-12-235 0 0,61 6-2546 0 0,-66-9 1149 0 0,0 0 0 0 0,0-1 1 0 0,21-3-1 0 0,-10-3-1058 0 0</inkml:trace>
</inkml:ink>
</file>

<file path=ppt/ink/ink3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9:53.34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21 0 5985 0 0,'-19'4'3659'0'0,"19"-3"-3555"0"0,0-1 0 0 0,0 0-1 0 0,-1 1 1 0 0,1-1 0 0 0,0 0-1 0 0,0 0 1 0 0,0 1 0 0 0,0-1-1 0 0,0 1 1 0 0,0-1 0 0 0,0 0-1 0 0,0 1 1 0 0,-1-1 0 0 0,1 0-1 0 0,0 1 1 0 0,0-1 0 0 0,1 0-1 0 0,-1 1 1 0 0,0-1 0 0 0,0 0-1 0 0,0 1 1 0 0,0-1 0 0 0,0 0-1 0 0,0 1 1 0 0,0-1 0 0 0,0 0-1 0 0,1 1 1 0 0,-1-1 0 0 0,0 1-1 0 0,28 26 3706 0 0,-16-15-3496 0 0,18 23 966 0 0,-2 1 0 0 0,43 74 0 0 0,2 4-347 0 0,-54-88-962 0 0,28 54 1 0 0,-41-66-826 0 0,0 0 0 0 0,0 0 0 0 0,4 21 1 0 0,-9-33-118 0 0,-1-1 875 0 0,1-1 0 0 0,-1 0 0 0 0,0 1 0 0 0,0-1 0 0 0,0 0-1 0 0,0 0 1 0 0,0 1 0 0 0,0-1 0 0 0,0 0 0 0 0,0 0 0 0 0,0 1 0 0 0,0-1 0 0 0,0 0-1 0 0,0 0 1 0 0,-1 1 0 0 0,1-1 0 0 0,0 0 0 0 0,0 0 0 0 0,0 1 0 0 0,0-1-1 0 0,0 0 1 0 0,0 0 0 0 0,-4 3-1554 0 0,4-3 1554 0 0,-1 0 0 0 0,1 0 0 0 0,0 0-1 0 0,-1 0 1 0 0,1 0 0 0 0,0 0 0 0 0,0 0 0 0 0,-1 0 0 0 0,1 0 0 0 0,0 0 0 0 0,0 0-1 0 0,-1 0 1 0 0,1 0 0 0 0,0-1 0 0 0,-1 1 0 0 0</inkml:trace>
</inkml:ink>
</file>

<file path=ppt/ink/ink3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9:53.56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109 345 4609 0 0,'-63'-135'2329'0'0,"52"105"-278"0"0,0 0 0 0 0,-10-50 0 0 0,20 77-1800 0 0,1 1 0 0 0,-1-1 0 0 0,1 0 0 0 0,0 1 0 0 0,-1-1 0 0 0,1 0 0 0 0,0 0 0 0 0,1 1 0 0 0,-1-1 0 0 0,0 0 0 0 0,1 0 0 0 0,0 1-1 0 0,-1-1 1 0 0,1 0 0 0 0,0 1 0 0 0,0-1 0 0 0,3-4 0 0 0,-2 5-84 0 0,0 1-1 0 0,0-1 1 0 0,1 1-1 0 0,-1-1 0 0 0,0 1 1 0 0,1 0-1 0 0,-1-1 0 0 0,0 1 1 0 0,1 0-1 0 0,0 1 1 0 0,-1-1-1 0 0,1 0 0 0 0,-1 1 1 0 0,1-1-1 0 0,0 1 1 0 0,-1 0-1 0 0,1 0 0 0 0,3 1 1 0 0,11-1-72 0 0,0 2 0 0 0,0 0 0 0 0,0 1 1 0 0,0 0-1 0 0,-1 2 0 0 0,1 0 0 0 0,18 9 1 0 0,107 60 976 0 0,-11-4-575 0 0,-11-26-3787 0 0</inkml:trace>
</inkml:ink>
</file>

<file path=ppt/ink/ink3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19:53.75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47 124 5985 0 0,'-22'10'1665'0'0,"21"-10"-1202"0"0,0 1-1 0 0,-1-1 1 0 0,1 1 0 0 0,0-1-1 0 0,0 0 1 0 0,-1 0 0 0 0,1 0-1 0 0,0 0 1 0 0,-1 0 0 0 0,1 0-1 0 0,0 0 1 0 0,0 0 0 0 0,-1 0-1 0 0,1-1 1 0 0,0 1 0 0 0,-2-1-1 0 0,2 0-320 0 0,1 0 0 0 0,0 0 0 0 0,0 0 0 0 0,-1 0 1 0 0,1 0-1 0 0,0-1 0 0 0,0 1 0 0 0,0 0 0 0 0,0 0 0 0 0,0 0 0 0 0,1 0 0 0 0,-1 0 0 0 0,0 0 0 0 0,0 0 0 0 0,1 0 0 0 0,-1 0 0 0 0,1 0 0 0 0,0-1 0 0 0,9-22 261 0 0,24-38-1972 0 0,-19 35-4565 0 0</inkml:trace>
</inkml:ink>
</file>

<file path=ppt/ink/ink3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0:00.13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38 0 3681 0 0,'2'39'1340'0'0,"0"-31"-967"0"0,-1 1 0 0 0,0 0 0 0 0,-1 0 1 0 0,0 0-1 0 0,-1 0 0 0 0,0 0 0 0 0,0 0 1 0 0,0 0-1 0 0,-1 0 0 0 0,-1-1 0 0 0,-5 15 0 0 0,8-23-320 0 0,0 1 0 0 0,0-1 0 0 0,0 0 0 0 0,-1 0-1 0 0,1 0 1 0 0,0 1 0 0 0,0-1 0 0 0,0 0 0 0 0,0 0-1 0 0,0 0 1 0 0,0 1 0 0 0,-1-1 0 0 0,1 0-1 0 0,0 0 1 0 0,0 0 0 0 0,0 0 0 0 0,-1 1 0 0 0,1-1-1 0 0,0 0 1 0 0,0 0 0 0 0,0 0 0 0 0,-1 0 0 0 0,1 0-1 0 0,0 0 1 0 0,0 0 0 0 0,-1 0 0 0 0,1 0 0 0 0,0 0-1 0 0,0 0 1 0 0,0 0 0 0 0,-1 0 0 0 0,1 0 0 0 0,0 0-1 0 0,0 0 1 0 0,-1 0 0 0 0,1 0 0 0 0,-6-9 522 0 0,-3-20-1347 0 0,8 23 540 0 0,0 4 259 0 0,0-1 1 0 0,1 1-1 0 0,-1-1 0 0 0,1 1 1 0 0,0-1-1 0 0,-1 1 1 0 0,1-1-1 0 0,0 1 1 0 0,1-1-1 0 0,-1 1 1 0 0,0-1-1 0 0,1 1 0 0 0,-1-1 1 0 0,1 1-1 0 0,2-5 1 0 0,0 2-623 0 0,0 0 1 0 0,1 0-1 0 0,-1 0 0 0 0,1 1 1 0 0,7-7-1 0 0</inkml:trace>
</inkml:ink>
</file>

<file path=ppt/ink/ink3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0:00.37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0 113 8290 0 0,'13'-2'9330'0'0,"11"-29"-8858"0"0,-9 13-24 0 0,13-13-5329 0 0,3 1-1072 0 0</inkml:trace>
</inkml:ink>
</file>

<file path=ppt/ink/ink3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0:22.4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102 4955 1376 0 0,'-22'26'590'0'0,"-7"6"1426"0"0,28-31-1969 0 0,1-1 0 0 0,-1 0 1 0 0,0 0-1 0 0,1 0 0 0 0,-1 0 0 0 0,0 0 0 0 0,1 0 0 0 0,-1 0 1 0 0,0 0-1 0 0,1 0 0 0 0,-1-1 0 0 0,1 1 0 0 0,-1 0 0 0 0,0 0 0 0 0,1-1 1 0 0,-1 1-1 0 0,0 0 0 0 0,1-1 0 0 0,-1 1 0 0 0,1 0 0 0 0,-1-1 0 0 0,1 1 1 0 0,-1-1-1 0 0,1 1 0 0 0,-1-1 0 0 0,1 1 0 0 0,0-1 0 0 0,-1 1 0 0 0,1-1 1 0 0,0 1-1 0 0,-1-1 0 0 0,1 0 0 0 0,0 1 0 0 0,0-1 0 0 0,-1 1 1 0 0,1-1-1 0 0,0 0 0 0 0,0 0 0 0 0,-11-27 1638 0 0,9 8-1137 0 0,-1 0 1 0 0,2 0-1 0 0,1 0 0 0 0,1 0 1 0 0,0 0-1 0 0,1 0 1 0 0,10-37-1 0 0,-5 22-101 0 0,2-42 0 0 0,-10-305 1369 0 0,-4 148-697 0 0,11-356 1290 0 0,-36-135 220 0 0,30 721-2617 0 0,-17-343 367 0 0,17 233-228 0 0,15-119 0 0 0,4 29-149 0 0,14-100 4 0 0,25 4 4 0 0,-21 86 242 0 0,24-130 238 0 0,-51 283-339 0 0,-3 0 0 0 0,-2-107 0 0 0,-6 83-161 0 0,9 84 23 0 0,87-11-2 0 0,-86 10-14 0 0,1 0 1 0 0,0 1-1 0 0,0 1 1 0 0,0-1-1 0 0,0 2 1 0 0,-1-1-1 0 0,18 5 1 0 0,-15-3 6 0 0,1-1 1 0 0,0 0-1 0 0,-1-1 1 0 0,17-1-1 0 0,13-2-21 0 0,1 2 0 0 0,79 7-1 0 0,-78-2 17 0 0,51-4 1 0 0,-65-2 0 0 0,55 5 0 0 0,-15-2 0 0 0,-55-1 0 0 0,0-1 0 0 0,0 2 0 0 0,23 3 0 0 0,34 6 0 0 0,19 4 0 0 0,-64-9 20 0 0,0-1 1 0 0,0-2-1 0 0,0-1 0 0 0,33-2 1 0 0,39 1 5 0 0,104 3 82 0 0,-118-4-24 0 0,-7 3-30 0 0,-49 0-31 0 0,0-1 0 0 0,-1-1 0 0 0,1-2 0 0 0,-1-1 0 0 0,44-10 0 0 0,-42 6 0 0 0,1 1 0 0 0,-1 2 0 0 0,1 1 0 0 0,0 1 0 0 0,61 5 0 0 0,154 32-97 0 0,-209-29 102 0 0,0-1 0 0 0,1-3 0 0 0,-1 0 0 0 0,1-3 0 0 0,55-7 0 0 0,-56 5-71 0 0,65 2 0 0 0,-46 2 193 0 0,-50-2-149 0 0,0 0 0 0 0,-1 0-1 0 0,1 0 1 0 0,0-1 0 0 0,0 1 0 0 0,-1-2-1 0 0,1 1 1 0 0,9-6 0 0 0,-10 5 2 0 0,1 0-1 0 0,-1 0 1 0 0,1 1 0 0 0,0 0 0 0 0,0 0 0 0 0,0 1-1 0 0,0-1 1 0 0,12 0 0 0 0,17 9-59 0 0,4 0 97 0 0,-39-7-89 0 0,-1-2 53 0 0,0-1 0 0 0,0 1 0 0 0,0-1 0 0 0,0 1 0 0 0,0-1 0 0 0,1 0 0 0 0,-1 1-1 0 0,1-1 1 0 0,0 0 0 0 0,0 1 0 0 0,0-1 0 0 0,0 0 0 0 0,0 1 0 0 0,1-1 0 0 0,-1 0 0 0 0,1 1-1 0 0,0-1 1 0 0,-1 1 0 0 0,1-1 0 0 0,2-4 0 0 0,-2 5-6 0 0,-1 0 0 0 0,0 0 0 0 0,0 0 0 0 0,0 0 0 0 0,0 0-1 0 0,0 0 1 0 0,0-1 0 0 0,-1 1 0 0 0,1 0 0 0 0,-1 0 0 0 0,1 0 0 0 0,-1 0 0 0 0,0 0 0 0 0,0 0-1 0 0,0 0 1 0 0,0 0 0 0 0,0 1 0 0 0,0-1 0 0 0,-2-2 0 0 0,-25-38 60 0 0,-41-39 266 0 0,26 34-183 0 0,41 43-132 0 0,-1 1 0 0 0,-1-1 0 0 0,1 1 0 0 0,0 0 0 0 0,-1 0 0 0 0,0 0-1 0 0,0 0 1 0 0,0 1 0 0 0,0-1 0 0 0,0 1 0 0 0,0 0 0 0 0,0 1 0 0 0,-9-3 0 0 0,13 4 43 0 0,0 0 1 0 0,1 4-44 0 0,7 17-20 0 0,2-1 0 0 0,0 0 0 0 0,1 0 0 0 0,1-1 0 0 0,1 0-1 0 0,1-1 1 0 0,0-1 0 0 0,1 0 0 0 0,1-1 0 0 0,1-1 0 0 0,0 0 0 0 0,1-1-1 0 0,0-1 1 0 0,30 15 0 0 0,-46-27 10 0 0,0 0 0 0 0,-1-1 0 0 0,1 1 0 0 0,-1 0 0 0 0,1 0 0 0 0,-1 0 0 0 0,1 0 0 0 0,-1 0 0 0 0,0 1 0 0 0,1-1 0 0 0,-1 0 0 0 0,0 1 0 0 0,0-1 0 0 0,0 1 0 0 0,0-1 0 0 0,0 1 0 0 0,0-1 0 0 0,-1 1 0 0 0,1-1 0 0 0,0 1 0 0 0,-1 0 0 0 0,1 0 0 0 0,-1-1 0 0 0,0 1 0 0 0,1 0 0 0 0,-1 0 0 0 0,0-1 0 0 0,0 1 0 0 0,0 0 0 0 0,0 0 0 0 0,-1 0 0 0 0,1-1 0 0 0,0 1 0 0 0,-1 0 0 0 0,1 0 0 0 0,-1-1 0 0 0,0 1 0 0 0,-1 2 0 0 0,-4 6 0 0 0,0 1 0 0 0,-1-1 0 0 0,0-1 0 0 0,-16 17 0 0 0,6-6 0 0 0,9-11 33 0 0,-1 0-1 0 0,0-1 1 0 0,-11 8-1 0 0,-20 19 61 0 0,-34 32 431 0 0,11-11-517 0 0,63-54-313 0 0,5-4-50 0 0,-4 2 275 0 0,10-4-482 0 0</inkml:trace>
</inkml:ink>
</file>

<file path=ppt/ink/ink3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0:26.5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40 2231 3465 0 0,'-22'11'1748'0'0,"22"-11"-1655"0"0,-1 0 1 0 0,1 1 0 0 0,-1-1-1 0 0,1 0 1 0 0,0 0-1 0 0,-1 0 1 0 0,1 0-1 0 0,-1 1 1 0 0,1-1-1 0 0,-1 0 1 0 0,1 0-1 0 0,-1 0 1 0 0,1 0-1 0 0,-1 0 1 0 0,1 0-1 0 0,0 0 1 0 0,-1 0 0 0 0,1-1-1 0 0,-1 1 1 0 0,1 0-1 0 0,-1 0 1 0 0,1 0-1 0 0,-1 0 1 0 0,1-1-1 0 0,0 1 1 0 0,-1 0-1 0 0,1 0 1 0 0,-1-1-1 0 0,1 1 1 0 0,0 0-1 0 0,-1 0 1 0 0,1-1-1 0 0,0 1 1 0 0,0-1 0 0 0,-1 1-1 0 0,1 0 1 0 0,0-1-1 0 0,0 1 1 0 0,-1-1-1 0 0,1 1 1 0 0,0 0-1 0 0,0-1 1 0 0,-1-1 1004 0 0,1-19-326 0 0,0-126 3722 0 0,5-69-2097 0 0,2-538 83 0 0,-16 382-1183 0 0,11 370-1301 0 0,0 1 1 0 0,0-1-1 0 0,1 1 0 0 0,-1-1 1 0 0,0 1-1 0 0,0 0 1 0 0,1 0-1 0 0,-1 0 1 0 0,1 0-1 0 0,-1 0 1 0 0,1 1-1 0 0,-1-1 0 0 0,5 0 1 0 0,17-6-19 0 0,90-63 77 0 0,-74 43 58 0 0,2 2 0 0 0,1 2 1 0 0,61-24-1 0 0,-23 23 23 0 0,85-15 1 0 0,-98 25-142 0 0,-24 7 30 0 0,0 3 0 0 0,0 1 0 0 0,1 2 1 0 0,78 10-1 0 0,-73-4 1 0 0,0-3 1 0 0,0-1-1 0 0,68-9 1 0 0,-43-3 24 0 0,0 3 0 0 0,0 4 0 0 0,0 3 1 0 0,121 13-1 0 0,-144-7-12 0 0,1-2-1 0 0,73-6 1 0 0,106-22 107 0 0,-208 22-141 0 0,142-20 157 0 0,83-10-79 0 0,-32 2 14 0 0,-38 4-26 0 0,3 6 89 0 0,255 6 0 0 0,-255 27-169 0 0,-116-5 49 0 0,0-3 0 0 0,0-2 0 0 0,94-12 0 0 0,-99 2-10 0 0,0 2 1 0 0,1 2 0 0 0,-1 3 0 0 0,84 10-1 0 0,-68-3 36 0 0,142-7 1 0 0,-139-3-6 0 0,121 10 1 0 0,62 10 194 0 0,-257-15-256 0 0,121 4 8 0 0,186 4 432 0 0,-296-9-410 0 0,28-1-13 0 0,79 11 0 0 0,-134-43 82 0 0,5 19-219 0 0,-1 0 0 0 0,-1 1 0 0 0,0-1 0 0 0,-1 2 0 0 0,-18-23 0 0 0,-52-50-650 0 0,70 78 761 0 0,-1-1 36 0 0,-2 1-1 0 0,1 0 1 0 0,-1 0 0 0 0,0 1-1 0 0,0 0 1 0 0,-1 1 0 0 0,1 1-1 0 0,-1 0 1 0 0,0 0 0 0 0,-19-3-1 0 0,28 7-23 0 0,10 5 34 0 0,-1 0-1 0 0,0 1 1 0 0,-1 0-1 0 0,1 0 1 0 0,-1 0-1 0 0,5 9 1 0 0,12 12 30 0 0,-7-12-44 0 0,0-2-1 0 0,1 0 1 0 0,0 0 0 0 0,1-1-1 0 0,0-1 1 0 0,22 10-1 0 0,-9-7 67 0 0,0-1 0 0 0,1-2 0 0 0,34 8-1 0 0,-65-16-65 0 0,-1 0 0 0 0,1-1-1 0 0,-1 1 1 0 0,0-1 0 0 0,0 1-1 0 0,0-1 1 0 0,0 1 0 0 0,-1-1-1 0 0,1 1 1 0 0,-1-1-1 0 0,-3 4 1 0 0,1 0 73 0 0,-20 39 85 0 0,12-21-123 0 0,-1 0 0 0 0,-2-1 0 0 0,-27 35 0 0 0,10-21 20 0 0,-1 2 149 0 0,-1-1 0 0 0,-50 41 1 0 0,76-74-1600 0 0,27-8-1716 0 0,1 2-2393 0 0,-3 1-1678 0 0</inkml:trace>
</inkml:ink>
</file>

<file path=ppt/ink/ink3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0:30.4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16 5065 0 0,'-1'0'137'0'0,"1"0"-1"0"0,-1 0 1 0 0,1 0-1 0 0,0-1 1 0 0,-1 1-1 0 0,1 0 1 0 0,-1-1 136 0 0,1 1-137 0 0,0 0 1 0 0,-1-1 0 0 0,1 1-1 0 0,0 0 1 0 0,0-1-1 0 0,0 1 1 0 0,-1-1-1 0 0,1 1 1 0 0,0 0-1 0 0,0-1 1 0 0,0 1-1 0 0,0-1 1 0 0,0 1 0 0 0,0-1-1 0 0,-1 1 1 0 0,1 0-1 0 0,0-1 1 0 0,0 1-1 0 0,0-1 1 0 0,1 1-1 0 0,-1-1 1 0 0,0 1-1 0 0,0 0 1 0 0,0-1-1 0 0,0 1 1 0 0,0-1 0 0 0,0 1-1 0 0,1 0 1 0 0,-1-1-1 0 0,0 1 1 0 0,1-1-1 0 0,11 0 3288 0 0,1 3-4276 0 0,-2 0 1246 0 0,-1 1 1 0 0,1 0 0 0 0,-1 1-1 0 0,0 0 1 0 0,0 0 0 0 0,0 1-1 0 0,-1 0 1 0 0,0 1-1 0 0,16 13 1 0 0,5 6 376 0 0,36 43-1 0 0,-26-27-269 0 0,-11-12-412 0 0,42 43 469 0 0,120 94 0 0 0,-175-151-695 0 0,-13-12-108 0 0,0 0 0 0 0,1 0 0 0 0,-1 0 0 0 0,0 0 0 0 0,1 0 0 0 0,0-1 0 0 0,0 1 0 0 0,-1-1 0 0 0,1 0-1 0 0,1 0 1 0 0,4 1 0 0 0,-8-3 9 0 0,0-1 0 0 0,-1 1-1 0 0,1 0 1 0 0,0-1 0 0 0,-1 1-1 0 0,1-1 1 0 0,0 0-1 0 0,-1 1 1 0 0,1-1 0 0 0,0 0-1 0 0,-1 1 1 0 0,1-1 0 0 0,-1 0-1 0 0,1 1 1 0 0,-1-1 0 0 0,0 0-1 0 0,1 0 1 0 0,-1 0-1 0 0,0 1 1 0 0,1-1 0 0 0,-1 0-1 0 0,0 0 1 0 0,0 0 0 0 0,0 0-1 0 0,0-1 1 0 0,4-29-2331 0 0,-3 24 1787 0 0,4-30-1485 0 0,-3 17 1145 0 0</inkml:trace>
</inkml:ink>
</file>

<file path=ppt/ink/ink3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0:30.8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529 111 3225 0 0,'-1'-6'164'0'0,"0"0"0"0"0,0 0 0 0 0,0 0 1 0 0,1 0-1 0 0,0 0 0 0 0,0 0 0 0 0,1 0 0 0 0,-1 0 1 0 0,2 0-1 0 0,0-7 0 0 0,-8-24 10158 0 0,6 37-10084 0 0,-1 1 0 0 0,1 0 1 0 0,-17 20 1281 0 0,6-6-1227 0 0,-223 342 2028 0 0,49-60-1386 0 0,114-191-22 0 0,70-105-925 0 0,1-1 1 0 0,-1 1-1 0 0,1-1 1 0 0,0 1-1 0 0,0-1 1 0 0,-1 0-1 0 0,1 1 0 0 0,0 0 1 0 0,0-1-1 0 0,-1 1 1 0 0,1-1-1 0 0,0 1 1 0 0,0-1-1 0 0,0 1 0 0 0,0-1 1 0 0,0 1-1 0 0,0-1 1 0 0,0 1-1 0 0,0 0 1 0 0,0-1-1 0 0,0 1 0 0 0,0-1 1 0 0,0 1-1 0 0,1-1 1 0 0,-1 1-1 0 0,0-1 1 0 0,0 1-1 0 0,0-1 0 0 0,1 1 1 0 0,-1-1-1 0 0,0 1 1 0 0,1-1-1 0 0,-1 1 1 0 0,0-1-1 0 0,1 0 0 0 0,-1 1 1 0 0,1-1-1 0 0,-1 0 1 0 0,1 1-1 0 0,-1-1 1 0 0,1 0-1 0 0,-1 1 0 0 0,1-1 1 0 0,26 5-4506 0 0,-26-5 4019 0 0</inkml:trace>
</inkml:ink>
</file>

<file path=ppt/ink/ink3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0:31.6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26 135 3225 0 0,'-2'-1'-20'0'0,"1"0"-1"0"0,0 0 1 0 0,0 1 0 0 0,0-1 0 0 0,0-1 0 0 0,0 1-1 0 0,0 0 1 0 0,0 0 0 0 0,1 0 0 0 0,-1 0 0 0 0,0-1 0 0 0,1 1-1 0 0,-1 0 1 0 0,1-1 0 0 0,-1 1 0 0 0,1 0 0 0 0,-1-1-1 0 0,1 1 1 0 0,0-1 0 0 0,0 1 0 0 0,0 0 0 0 0,0-1 0 0 0,0 1-1 0 0,0-1 1 0 0,0 1 0 0 0,0-1 0 0 0,1 1 0 0 0,-1 0-1 0 0,1-2 1 0 0,-1 0 337 0 0,1 1 0 0 0,-1-1-1 0 0,0 1 1 0 0,0 0 0 0 0,0-1 0 0 0,0 1-1 0 0,-1 0 1 0 0,1-1 0 0 0,0 1 0 0 0,-1 0-1 0 0,-1-4 1 0 0,-3 3 387 0 0,1 1-255 0 0,6-9 52 0 0,22-32-1582 0 0,-21 38 473 0 0</inkml:trace>
</inkml:ink>
</file>

<file path=ppt/ink/ink3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0:32.0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61 9 2761 0 0,'0'-1'-2'0'0,"-1"0"0"0"0,0 0 0 0 0,0 1 0 0 0,0-1 0 0 0,0 0 0 0 0,0 1 0 0 0,0-1 0 0 0,0 1 0 0 0,0-1 0 0 0,0 1 0 0 0,0 0 0 0 0,0-1 0 0 0,-1 1 0 0 0,1 0 0 0 0,0 0 0 0 0,0 0 0 0 0,0 0 0 0 0,0 0 0 0 0,-1 0 0 0 0,1 0 0 0 0,0 0 0 0 0,0 0 0 0 0,0 0 0 0 0,0 1 0 0 0,0-1 0 0 0,0 0 0 0 0,-2 2 0 0 0,0-1 756 0 0,-1 0 0 0 0,1 1-1 0 0,0-1 1 0 0,0 1-1 0 0,0 0 1 0 0,0 0-1 0 0,-5 5 1 0 0,9-8-228 0 0,1 0-1 0 0,-1 0 1 0 0,0 1 0 0 0,1-1 0 0 0,-1 1-1 0 0,1-1 1 0 0,-1 1 0 0 0,1 0 0 0 0,-1-1 0 0 0,1 1-1 0 0,-1 0 1 0 0,1 0 0 0 0,-1 0 0 0 0,1 0-1 0 0,1 1 1 0 0,35 4 468 0 0,-2-1-379 0 0,71-13 439 0 0,-77 5-683 0 0,0 1 1 0 0,44 2-1 0 0,151 1 243 0 0,-147-3-506 0 0,-32 4-49 0 0,0 2 0 0 0,0 2 0 0 0,0 1 0 0 0,0 3 0 0 0,-1 2 0 0 0,50 19 0 0 0,-38-15 171 0 0,1-1 0 0 0,1-3 0 0 0,91 5 0 0 0,-140-16-612 0 0,24 4 786 0 0,-18 4-4620 0 0</inkml:trace>
</inkml:ink>
</file>

<file path=ppt/ink/ink3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0:32.60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211 102 456 0 0,'-10'-6'735'0'0,"-1"-1"1"0"0,1 0-1 0 0,-17-16 1 0 0,17 14 43 0 0,0 0 1 0 0,0 1-1 0 0,-18-10 1 0 0,23 15-263 0 0,-1 1 1 0 0,0 0-1 0 0,0 0 1 0 0,0 1-1 0 0,0-1 0 0 0,-9 0 1 0 0,13 2-217 0 0,0-1 1 0 0,1 1 0 0 0,-1 0-1 0 0,0 0 1 0 0,0 0-1 0 0,0 0 1 0 0,0 1 0 0 0,0-1-1 0 0,1 0 1 0 0,-1 1 0 0 0,0-1-1 0 0,0 1 1 0 0,0-1-1 0 0,1 1 1 0 0,-1 0 0 0 0,0 0-1 0 0,1 0 1 0 0,-1 0-1 0 0,1 0 1 0 0,-1 0 0 0 0,1 0-1 0 0,0 1 1 0 0,-1-1 0 0 0,1 0-1 0 0,-2 3 1 0 0,5-1-146 0 0,-1 0 1 0 0,0-1 0 0 0,1 1-1 0 0,-1-1 1 0 0,1 1 0 0 0,0-1-1 0 0,0 1 1 0 0,0-1 0 0 0,0 0-1 0 0,1 0 1 0 0,-1 0-1 0 0,4 2 1 0 0,2 4-41 0 0,16 17-34 0 0,1-1-1 0 0,2-1 0 0 0,0-2 1 0 0,1 0-1 0 0,1-2 0 0 0,56 28 1 0 0,-79-44-14 0 0,0 0 0 0 0,0 0-1 0 0,-1 1 1 0 0,1-1 0 0 0,-1 1 0 0 0,10 9 0 0 0,-14-11-24 0 0,0-1 0 0 0,0 1 0 0 0,0-1-1 0 0,0 1 1 0 0,0 0 0 0 0,-1-1 0 0 0,1 1 0 0 0,0 0-1 0 0,-1 0 1 0 0,1-1 0 0 0,-1 1 0 0 0,0 0 0 0 0,1 0-1 0 0,-1 0 1 0 0,0 0 0 0 0,0 0 0 0 0,0 0 0 0 0,-1-1-1 0 0,1 1 1 0 0,0 0 0 0 0,-1 0 0 0 0,1 0 0 0 0,-1 0-1 0 0,0-1 1 0 0,1 1 0 0 0,-1 0 0 0 0,0-1 0 0 0,-2 3-1 0 0,-4 9 38 0 0,-2-1 0 0 0,0 0-1 0 0,0 0 1 0 0,-1-1-1 0 0,-17 15 1 0 0,-63 45 45 0 0,32-27 17 0 0,4-1-581 0 0,49-39 33 0 0</inkml:trace>
</inkml:ink>
</file>

<file path=ppt/ink/ink3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2:48.98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89 693 1376 0 0,'-1'6'107'0'0,"-1"0"-1"0"0,0 0 0 0 0,0 0 0 0 0,-1 0 1 0 0,1-1-1 0 0,-1 1 0 0 0,-1-1 1 0 0,-3 6-1 0 0,-1 2 98 0 0,1-1 48 0 0,4-5 63 0 0,0-1 0 0 0,-1 1 0 0 0,0-1 1 0 0,0 0-1 0 0,0 0 0 0 0,-1 0 0 0 0,0 0 0 0 0,-11 8 298 0 0,32-45 343 0 0,0 0-902 0 0,1 1-1 0 0,2 0 1 0 0,1 1 0 0 0,1 2 0 0 0,36-37 0 0 0,188-188 175 0 0,-105 106-146 0 0,-113 120-51 0 0,0 0-1 0 0,2 2 1 0 0,44-29 0 0 0,-57 43-1 0 0,1 1 1 0 0,0 0-1 0 0,1 1 0 0 0,-1 0 0 0 0,2 2 0 0 0,-1 0 0 0 0,1 1 1 0 0,28-3-1 0 0,-42 8 1 0 0,0 0 0 0 0,1 0 0 0 0,-1 1 0 0 0,0 0 0 0 0,0 0 0 0 0,0 0 1 0 0,0 1-1 0 0,0 0 0 0 0,0 0 0 0 0,0 0 0 0 0,-1 1 0 0 0,1-1 0 0 0,-1 1 0 0 0,1 0 0 0 0,-1 0 1 0 0,0 1-1 0 0,0-1 0 0 0,-1 1 0 0 0,1 0 0 0 0,-1 0 0 0 0,3 5 0 0 0,9 11 295 0 0,-1 1 1 0 0,22 45-1 0 0,-35-63-292 0 0,52 117 530 0 0,-34-74-321 0 0,2 0 0 0 0,31 50 0 0 0,97 159-13 0 0,-130-214-139 0 0,-14-29-51 0 0,1 1 0 0 0,0-1 0 0 0,1 0 1 0 0,0-1-1 0 0,1 0 0 0 0,0 0 0 0 0,13 14 0 0 0,-3-7-31 0 0,-1 1 0 0 0,-1 1 0 0 0,-1 0 0 0 0,13 25-1 0 0,45 94 66 0 0,-41-75-62 0 0,94 198-13 0 0,90 311 0 0 0,-198-525-46 0 0,42 80 1 0 0,-14-32 7 0 0,-33-70 42 0 0,1 0 0 0 0,1-1 0 0 0,1 0 0 0 0,1-1 0 0 0,39 41 0 0 0,-25-34 7 0 0,2-2-1 0 0,1 0 1 0 0,48 29 0 0 0,-59-41-29 0 0,40 37 0 0 0,-43-35-3 0 0,0-2 0 0 0,35 24 0 0 0,-34-29 21 0 0,0-2-1 0 0,1 0 1 0 0,1-1-1 0 0,45 11 1 0 0,96 8 13 0 0,-156-28 9 0 0,-1 1-1 0 0,1-2 0 0 0,-1 1 1 0 0,1-1-1 0 0,-1 0 0 0 0,0 0 1 0 0,1-1-1 0 0,-1 0 1 0 0,0 0-1 0 0,0-1 0 0 0,0 0 1 0 0,-1 0-1 0 0,1 0 0 0 0,6-6 1 0 0,9-7 262 0 0,-1 0 0 0 0,32-33 0 0 0,-36 31-73 0 0,1 2 0 0 0,38-28 0 0 0,92-35-163 0 0,23-14-16 0 0,-18 2-32 0 0,17-10 0 0 0,-138 77 50 0 0,36-35 1 0 0,-41 34 6 0 0,55-39 1 0 0,33-4 6 0 0,138-59 0 0 0,-216 107-50 0 0,-2-2-1 0 0,0-1 1 0 0,-2-2 0 0 0,-1-2-1 0 0,39-40 1 0 0,71-56 55 0 0,-108 99-99 0 0,1 1-1 0 0,1 2 1 0 0,1 1 0 0 0,57-21 0 0 0,-46 27 80 0 0,1 2 1 0 0,94-9-1 0 0,-15 3 198 0 0,-121 16-223 0 0,1 1 0 0 0,0 0 0 0 0,0 0 0 0 0,0 1 0 0 0,0 0 1 0 0,0 1-1 0 0,0 0 0 0 0,-1 0 0 0 0,1 0 0 0 0,0 1 0 0 0,0 0 0 0 0,-1 1 1 0 0,0 0-1 0 0,1 0 0 0 0,-1 0 0 0 0,0 1 0 0 0,0 0 0 0 0,-1 0 1 0 0,1 1-1 0 0,10 10 0 0 0,206 188 1056 0 0,-181-158-1018 0 0,-2 2-1 0 0,-2 1 0 0 0,-2 2 0 0 0,-3 2 1 0 0,29 57-1 0 0,-28-36 125 0 0,33 98 1 0 0,-21-49-200 0 0,-24-72 12 0 0,52 81 0 0 0,4 9 0 0 0,-63-103 0 0 0,-11-28 0 0 0,-1 1 0 0 0,1-1 0 0 0,1 0 0 0 0,0 0 0 0 0,10 14 0 0 0,-7-12 0 0 0,-2-1 0 0 0,1 1 0 0 0,4 12 0 0 0,9 13 0 0 0,79 165-46 0 0,-53-101 68 0 0,-15-37-22 0 0,3-1 0 0 0,2-2 0 0 0,80 101 0 0 0,-70-108 57 0 0,-14-18-56 0 0,-2 2 1 0 0,-2 1 0 0 0,25 43 0 0 0,75 126 45 0 0,-50-85-16 0 0,-39-65-67 0 0,51 57-1 0 0,-53-69 32 0 0,14 9-10 0 0,38 19-42 0 0,-26-23 65 0 0,-39-29-6 0 0,47 30 0 0 0,-59-45-10 0 0,-1 0 0 0 0,1 0-1 0 0,1-1 1 0 0,-1 0 0 0 0,1-1-1 0 0,24 5 1 0 0,-15-5 33 0 0,1-1 0 0 0,-1-1 1 0 0,0-1-1 0 0,1-1 0 0 0,-1-1 0 0 0,1-1 0 0 0,-1-1 0 0 0,0-1 0 0 0,0 0 0 0 0,-1-2 0 0 0,36-14 1 0 0,27-15 43 0 0,45-23-74 0 0,-96 38-79 0 0,-2-2 0 0 0,0-1 0 0 0,-2-1 0 0 0,52-56 0 0 0,-40 38-94 0 0,51-39-1 0 0,23-14 157 0 0,18-14 419 0 0,-39 46 687 0 0,-92 61-1257 0 0,0 1-1 0 0,1 0 0 0 0,-1 0 0 0 0,1 0 0 0 0,-1 0 0 0 0,1 0 0 0 0,-1 1 0 0 0,1-1 0 0 0,5 0 0 0 0</inkml:trace>
</inkml:ink>
</file>

<file path=ppt/ink/ink3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2:53.1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154 74 5529 0 0,'7'-22'2623'0'0,"-5"19"-2137"0"0,0-1 0 0 0,-1 1 0 0 0,0-1 0 0 0,1 1 0 0 0,-1-1 0 0 0,-1 0 0 0 0,1 0 1 0 0,-1 1-1 0 0,1-1 0 0 0,-1-7 0 0 0,0 11-419 0 0,0 0 0 0 0,-2-3 1209 0 0,2 3-1209 0 0,0-1 0 0 0,-1 1 1 0 0,1 0-1 0 0,0 0 0 0 0,0 0 0 0 0,0 0 0 0 0,-1 0 0 0 0,1 0 0 0 0,0 0 1 0 0,0 0-1 0 0,0 0 0 0 0,0 0 0 0 0,-1 0 0 0 0,1 0 0 0 0,0 0 0 0 0,0 0 1 0 0,0 0-1 0 0,-1 0 0 0 0,1 0 0 0 0,0 0 0 0 0,0 0 0 0 0,-1 0 1 0 0,-9 8 1469 0 0,-6 10-300 0 0,-3 21-851 0 0,2 1-1 0 0,2 1 1 0 0,-20 82 0 0 0,25-88-329 0 0,8-27-57 0 0,-12 42 1 0 0,-7 60 0 0 0,19-96 1 0 0,0 0-1 0 0,1 0 1 0 0,1 0 0 0 0,0 0 0 0 0,1 0-1 0 0,1 0 1 0 0,0 0 0 0 0,1 0-1 0 0,6 20 1 0 0,-6-28 3 0 0,0 0 0 0 0,0-1-1 0 0,0 1 1 0 0,1-1 0 0 0,0 1-1 0 0,0-1 1 0 0,0 0 0 0 0,0-1-1 0 0,1 1 1 0 0,0-1 0 0 0,0 0-1 0 0,9 6 1 0 0,-5-5-26 0 0,0 0 0 0 0,1-1 0 0 0,-1 0-1 0 0,1 0 1 0 0,0-1 0 0 0,0-1 0 0 0,16 3 0 0 0,-11-3 159 0 0,1-1 1 0 0,0-1 0 0 0,0 0 0 0 0,0-1-1 0 0,-1-1 1 0 0,1 0 0 0 0,-1-2 0 0 0,1 1-1 0 0,-1-2 1 0 0,21-8 0 0 0,-17 2-400 0 0,-1 0 0 0 0,0-2 0 0 0,-1 0 0 0 0,0 0 0 0 0,28-31 0 0 0,-40 38-738 0 0</inkml:trace>
</inkml:ink>
</file>

<file path=ppt/ink/ink3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2:53.8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96 8 6913 0 0,'-48'-4'1265'0'0,"1"0"4165"0"0,53 5-4693 0 0,0-1-1 0 0,-1 1 0 0 0,1 0 1 0 0,0 1-1 0 0,9 3 1 0 0,55 27-159 0 0,-41-17-59 0 0,65 30 79 0 0,1-4-1 0 0,104 29 0 0 0,-153-58-729 0 0,74 11 0 0 0,-47-19-8103 0 0</inkml:trace>
</inkml:ink>
</file>

<file path=ppt/ink/ink3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2:54.24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41 3225 0 0,'0'-2'709'0'0,"0"-1"0"0"0,0 1 0 0 0,0-1 0 0 0,0 1 1 0 0,1-1-1 0 0,-1 1 0 0 0,1-1 0 0 0,0 1 0 0 0,-1-1 0 0 0,1 1 1 0 0,0 0-1 0 0,2-4 0 0 0,-2 5-504 0 0,0 1 0 0 0,0-1 0 0 0,-1 1 0 0 0,1-1 0 0 0,0 1 0 0 0,0-1 0 0 0,0 1 0 0 0,0 0 0 0 0,0-1 1 0 0,0 1-1 0 0,0 0 0 0 0,0 0 0 0 0,0 0 0 0 0,0 0 0 0 0,0 0 0 0 0,0 0 0 0 0,0 0 0 0 0,0 0 0 0 0,0 0 0 0 0,0 1 0 0 0,0-1 0 0 0,0 0 0 0 0,0 1 0 0 0,0-1 0 0 0,0 0 0 0 0,0 1 0 0 0,0-1 0 0 0,0 1 1 0 0,-1 0-1 0 0,1-1 0 0 0,0 1 0 0 0,1 1 0 0 0,15 8 76 0 0,0 1 0 0 0,0 0 0 0 0,-1 2 0 0 0,-1 0 1 0 0,0 1-1 0 0,16 18 0 0 0,-28-27-224 0 0,1-1-1 0 0,-1 1 1 0 0,0 0-1 0 0,-1 0 1 0 0,1 0 0 0 0,-1 0-1 0 0,0 0 1 0 0,0 0 0 0 0,0 1-1 0 0,-1-1 1 0 0,0 1 0 0 0,0-1-1 0 0,0 1 1 0 0,-1-1 0 0 0,0 1-1 0 0,0-1 1 0 0,0 1-1 0 0,-1 0 1 0 0,0-1 0 0 0,0 1-1 0 0,0-1 1 0 0,-1 0 0 0 0,1 1-1 0 0,-1-1 1 0 0,-1 0 0 0 0,1 0-1 0 0,-5 7 1 0 0,1-4-234 0 0,0 1 0 0 0,-1-1 0 0 0,0 0 1 0 0,0 0-1 0 0,-1-1 0 0 0,0 0 0 0 0,0 0 0 0 0,-1-1 0 0 0,1 0 0 0 0,-1 0 1 0 0,-1-1-1 0 0,1 0 0 0 0,-1-1 0 0 0,-18 6 0 0 0,6-5-7100 0 0</inkml:trace>
</inkml:ink>
</file>

<file path=ppt/ink/ink3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2:54.84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29 5529 0 0,'-1'0'86'0'0,"1"0"0"0"0,0 1 0 0 0,-1-1 0 0 0,1 0 0 0 0,0 0 0 0 0,0 1 0 0 0,-1-1 0 0 0,1 0 0 0 0,0 0 1 0 0,0 1-1 0 0,-1-1 0 0 0,1 0 0 0 0,0 1 0 0 0,0-1 0 0 0,0 0 0 0 0,0 1 0 0 0,0-1 0 0 0,0 0 0 0 0,-1 1 0 0 0,1-1 0 0 0,0 0 0 0 0,0 1 0 0 0,0-1 0 0 0,0 1 0 0 0,0-1 0 0 0,0 0 0 0 0,0 1 0 0 0,0-1 0 0 0,1 0 0 0 0,-1 1 0 0 0,0-1 0 0 0,0 0 0 0 0,0 1 0 0 0,0-1 0 0 0,0 0 0 0 0,1 1 0 0 0,-1-1 0 0 0,0 0 0 0 0,0 1 0 0 0,0-1 1 0 0,1 0-1 0 0,-1 0 0 0 0,0 1 0 0 0,1-1 0 0 0,-1 0 0 0 0,0 0 0 0 0,0 1 0 0 0,1-1 0 0 0,-1 0 0 0 0,0 0 0 0 0,1 0 0 0 0,-1 0 0 0 0,0 0 0 0 0,1 0 0 0 0,-1 1 0 0 0,1-1 0 0 0,0 0 0 0 0,22 7 2236 0 0,12-6-1006 0 0,0-2-1 0 0,1-1 1 0 0,-1-2-1 0 0,58-15 1 0 0,-46 9-2265 0 0,83-6 1 0 0,-96 15-5404 0 0</inkml:trace>
</inkml:ink>
</file>

<file path=ppt/ink/ink3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16.71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253 161 3225 0 0,'1'-22'699'0'0,"-1"11"-351"0"0,1 1 0 0 0,-1-1 0 0 0,0 1-1 0 0,-1 0 1 0 0,-1-1 0 0 0,1 1 0 0 0,-1 0 0 0 0,-1 0 0 0 0,0 0 0 0 0,-5-11 0 0 0,8 20-277 0 0,-1 1-1 0 0,1-1 1 0 0,-1 0-1 0 0,1 0 1 0 0,-1 0-1 0 0,1 1 1 0 0,-1-1-1 0 0,1 0 1 0 0,-1 0-1 0 0,0 1 1 0 0,1-1 0 0 0,-1 1-1 0 0,0-1 1 0 0,1 1-1 0 0,-1-1 1 0 0,0 1-1 0 0,0-1 1 0 0,0 1-1 0 0,0-1 1 0 0,0 1-1 0 0,1 0 1 0 0,-1 0 0 0 0,0-1-1 0 0,0 1 1 0 0,0 0-1 0 0,0 0 1 0 0,0 0-1 0 0,0 0 1 0 0,0 0-1 0 0,0 0 1 0 0,0 0-1 0 0,0 0 1 0 0,1 1 0 0 0,-1-1-1 0 0,0 0 1 0 0,0 1-1 0 0,0-1 1 0 0,0 0-1 0 0,0 1 1 0 0,1-1-1 0 0,-1 1 1 0 0,0-1-1 0 0,0 1 1 0 0,1-1-1 0 0,-1 1 1 0 0,0 0 0 0 0,1-1-1 0 0,-1 1 1 0 0,0 0-1 0 0,1 0 1 0 0,-1-1-1 0 0,1 1 1 0 0,-1 1-1 0 0,-3 3 49 0 0,1 1 0 0 0,-1 0 0 0 0,1 0 0 0 0,0 0-1 0 0,1 0 1 0 0,-3 8 0 0 0,-8 41-157 0 0,2 1 0 0 0,3 1 0 0 0,-1 60 0 0 0,9 174-1364 0 0,3-155 784 0 0,-3 94 610 0 0,-10-1 0 0 0,-63 369 0 0 0,40-485 514 0 0,19-70-1020 0 0,11-34-80 0 0</inkml:trace>
</inkml:ink>
</file>

<file path=ppt/ink/ink3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17.7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236 43 2761 0 0,'1'-4'262'0'0,"-1"0"0"0"0,-1 0 0 0 0,1 0 1 0 0,0 0-1 0 0,-1 0 0 0 0,0 0 1 0 0,0 0-1 0 0,-2-7 0 0 0,-6 49 2584 0 0,2 152-1662 0 0,6-62-822 0 0,-18 176-1063 0 0,-4 107-1009 0 0,14-205 1144 0 0,-9-1 0 0 0,-46 215 0 0 0,53-370 481 0 0,-56 330-705 0 0,65-342 673 0 0,2-36 106 0 0</inkml:trace>
</inkml:ink>
</file>

<file path=ppt/ink/ink3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18.9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63 25 3225 0 0,'-14'-8'249'0'0,"12"6"-48"0"0,0 0 0 0 0,-1 0-1 0 0,1 1 1 0 0,-1-1 0 0 0,1 1 0 0 0,-1 0 0 0 0,1 0-1 0 0,-1 0 1 0 0,0 0 0 0 0,0 0 0 0 0,1 0 0 0 0,-1 1-1 0 0,0 0 1 0 0,0-1 0 0 0,-4 1 0 0 0,7 0-163 0 0,-1 1-1 0 0,1-1 1 0 0,0 0 0 0 0,0 0 0 0 0,0 1-1 0 0,-1-1 1 0 0,1 0 0 0 0,0 1 0 0 0,0-1-1 0 0,0 0 1 0 0,0 1 0 0 0,0-1 0 0 0,0 0-1 0 0,0 1 1 0 0,0-1 0 0 0,0 0 0 0 0,0 0-1 0 0,0 1 1 0 0,0-1 0 0 0,0 0 0 0 0,0 1-1 0 0,0-1 1 0 0,0 0 0 0 0,0 1 0 0 0,0-1-1 0 0,0 0 1 0 0,0 1 0 0 0,0-1 0 0 0,1 0-1 0 0,-1 0 1 0 0,0 1 0 0 0,0-1 0 0 0,0 0 0 0 0,1 0-1 0 0,-1 1 1 0 0,0-1 0 0 0,0 0 0 0 0,1 0-1 0 0,-1 1 1 0 0,0-1 0 0 0,0 0 0 0 0,1 0-1 0 0,-1 0 1 0 0,0 0 0 0 0,1 0 0 0 0,-1 1-1 0 0,0-1 1 0 0,1 0 0 0 0,13 10 286 0 0,29 14 285 0 0,49 20 1 0 0,-12-7-450 0 0,54 24-97 0 0,82 46 240 0 0,-1 17-146 0 0,294 123 0 0 0,-88-103-275 0 0,-180-85 517 0 0,19 5 547 0 0,-51-6-190 0 0,246 80 1087 0 0,-34 43-1615 0 0,-313-129-1416 0 0,151 51 1 0 0,-248-99 22 0 0</inkml:trace>
</inkml:ink>
</file>

<file path=ppt/ink/ink3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19.3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0 470 3225 0 0,'1'2'47'0'0,"-1"0"1"0"0,0 0 0 0 0,0 0 0 0 0,1 0 0 0 0,-1 0-1 0 0,1-1 1 0 0,0 1 0 0 0,0 0 0 0 0,-1 0 0 0 0,1-1-1 0 0,0 1 1 0 0,0 0 0 0 0,0-1 0 0 0,1 1 0 0 0,-1-1-1 0 0,0 1 1 0 0,1-1 0 0 0,-1 0 0 0 0,1 0 0 0 0,-1 0-1 0 0,1 1 1 0 0,-1-1 0 0 0,1-1 0 0 0,0 1 0 0 0,0 0-1 0 0,-1 0 1 0 0,1-1 0 0 0,0 1 0 0 0,0-1 0 0 0,0 1-1 0 0,0-1 1 0 0,2 1 0 0 0,9 0 168 0 0,0 0 1 0 0,0 0-1 0 0,23-3 0 0 0,-22 1 140 0 0,8 1 48 0 0,0-2 0 0 0,0 0 0 0 0,0-1 0 0 0,0-2 0 0 0,21-7-1 0 0,-33 9-174 0 0,-1-1-1 0 0,0 0 0 0 0,0-1 1 0 0,0 0-1 0 0,0 0 0 0 0,-1-1 0 0 0,0 0 1 0 0,0-1-1 0 0,-1 1 0 0 0,0-2 1 0 0,0 1-1 0 0,0-1 0 0 0,7-12 0 0 0,-7 10 43 0 0,-1-2-1 0 0,-1 1 0 0 0,1-1 0 0 0,-2 0 0 0 0,0 0 1 0 0,0 0-1 0 0,-1-1 0 0 0,-1 1 0 0 0,0-1 0 0 0,-1 1 1 0 0,0-21-1 0 0,-3-7-468 0 0,-2 1-1 0 0,-12-54 1 0 0,8 52-1460 0 0,5 24-2996 0 0</inkml:trace>
</inkml:ink>
</file>

<file path=ppt/ink/ink3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20.2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179 281 4441 0 0,'-19'-12'361'0'0,"3"2"361"0"0,0 0 0 0 0,0 1-1 0 0,-1 1 1 0 0,0 0 0 0 0,-32-8 0 0 0,48 15-704 0 0,1 1 0 0 0,-1 0 0 0 0,1 0 0 0 0,-1 0 0 0 0,1 0 1 0 0,-1-1-1 0 0,1 1 0 0 0,-1 0 0 0 0,0 0 0 0 0,1 0 0 0 0,-1 0 1 0 0,1 0-1 0 0,-1 0 0 0 0,1 0 0 0 0,-1 0 0 0 0,1 1 0 0 0,-1-1 0 0 0,1 0 1 0 0,-1 0-1 0 0,0 0 0 0 0,1 1 0 0 0,-1-1 0 0 0,1 0 0 0 0,0 0 1 0 0,-1 1-1 0 0,1-1 0 0 0,-1 1 0 0 0,1-1 0 0 0,-1 0 0 0 0,1 1 1 0 0,0-1-1 0 0,-1 1 0 0 0,1 1 56 0 0,0-1-1 0 0,0 0 1 0 0,0 0 0 0 0,0 1 0 0 0,0-1 0 0 0,0 0 0 0 0,0 1-1 0 0,0-1 1 0 0,1 0 0 0 0,-1 0 0 0 0,0 0 0 0 0,1 1 0 0 0,1 1-1 0 0,26 43 1672 0 0,-24-41-1668 0 0,154 221-1518 0 0,-154-220 1358 0 0,17 20-231 0 0,-20-25 293 0 0,0 0 1 0 0,0 0 0 0 0,0 0 0 0 0,0 0 0 0 0,0 0-1 0 0,0 0 1 0 0,0 0 0 0 0,1-1 0 0 0,-1 1 0 0 0,0 0-1 0 0,0-1 1 0 0,1 1 0 0 0,-1-1 0 0 0,0 1 0 0 0,1-1-1 0 0,-1 0 1 0 0,1 1 0 0 0,1-1 0 0 0,-3-1 11 0 0,1 1 0 0 0,0-1 0 0 0,-1 1 0 0 0,1-1 1 0 0,-1 1-1 0 0,1-1 0 0 0,-1 0 0 0 0,1 1 0 0 0,-1-1 0 0 0,1 0 1 0 0,-1 0-1 0 0,0 1 0 0 0,1-1 0 0 0,-1 0 0 0 0,0 0 0 0 0,0 0 1 0 0,0 0-1 0 0,0 1 0 0 0,1-1 0 0 0,-1 0 0 0 0,0 0 0 0 0,0 0 0 0 0,0 0 1 0 0,-1 1-1 0 0,1-1 0 0 0,0 0 0 0 0,0 0 0 0 0,0 0 0 0 0,-1 1 1 0 0,1-1-1 0 0,0 0 0 0 0,-1-1 0 0 0,-10-32 6 0 0,10 33 6 0 0,-18-40 238 0 0,-2 1 0 0 0,-1 1 1 0 0,-50-65-1 0 0,39 58 1041 0 0,-46-83 1 0 0,79 128-1211 0 0,-1-1 1 0 0,1 1-1 0 0,-1-1 0 0 0,1 1 1 0 0,0-1-1 0 0,0 0 0 0 0,-1 1 1 0 0,1-1-1 0 0,0 1 0 0 0,0-1 1 0 0,1 0-1 0 0,-1 1 0 0 0,0-1 1 0 0,0 1-1 0 0,1-1 1 0 0,-1 0-1 0 0,1 1 0 0 0,0-1 1 0 0,-1 1-1 0 0,1 0 0 0 0,0-1 1 0 0,0 1-1 0 0,0 0 0 0 0,0-1 1 0 0,0 1-1 0 0,0 0 0 0 0,0 0 1 0 0,0 0-1 0 0,0 0 0 0 0,1 0 1 0 0,-1 0-1 0 0,0 0 1 0 0,1 0-1 0 0,-1 0 0 0 0,1 1 1 0 0,2-2-1 0 0,8-4 161 0 0,0 1 0 0 0,0 1 1 0 0,19-5-1 0 0,-25 7-162 0 0,20-3 95 0 0,1 1 0 0 0,-1 1 0 0 0,1 1 1 0 0,35 3-1 0 0,23-2-5377 0 0,-39-3-331 0 0</inkml:trace>
</inkml:ink>
</file>

<file path=ppt/ink/ink3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37.58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74 229 3601 0 0,'-2'-40'2585'0'0,"-10"-60"0"0"0,2 28-1959 0 0,0 56 4601 0 0,29 271-4037 0 0,0 10-368 0 0,-14-169-840 0 0,24 144 0 0 0,2 5-50 0 0,-28-171 61 0 0,-3 0 0 0 0,-17 119 1 0 0,11-161 313 0 0,-10 32 1 0 0,9-42 10 0 0,2 0-1 0 0,0 1 1 0 0,2-1 0 0 0,-2 27 0 0 0,2-22 163 0 0,2-23-474 0 0,0 1 1 0 0,1 0-1 0 0,-1 0 0 0 0,1-1 1 0 0,0 1-1 0 0,0 0 0 0 0,1 0 0 0 0,0 5 1 0 0,-1-10-10 0 0,0 0 0 0 0,0 0 0 0 0,0 0 1 0 0,0 0-1 0 0,0 0 0 0 0,1 0 0 0 0,-1 0 1 0 0,0 0-1 0 0,0 0 0 0 0,0-1 0 0 0,0 1 1 0 0,0 0-1 0 0,0 0 0 0 0,0 0 0 0 0,0 0 1 0 0,0 0-1 0 0,0 0 0 0 0,0 0 0 0 0,0 0 0 0 0,0 0 1 0 0,0 0-1 0 0,0 0 0 0 0,0 0 0 0 0,0 0 1 0 0,0 0-1 0 0,0 0 0 0 0,0 0 0 0 0,1 0 1 0 0,-1 0-1 0 0,0 0 0 0 0,0 0 0 0 0,0 0 1 0 0,0 0-1 0 0,0 0 0 0 0,0 0 0 0 0,0 0 0 0 0,0 0 1 0 0,0 0-1 0 0,0 0 0 0 0,0 0 0 0 0,0 0 1 0 0,1 0-1 0 0,-1 0 0 0 0,0 0 0 0 0,0 0 1 0 0,0 0-1 0 0,0 0 0 0 0,0 0 0 0 0,0 0 0 0 0,0 0 1 0 0,0 0-1 0 0,0 0 0 0 0,0 0 0 0 0,0 0 1 0 0,0 0-1 0 0,0 0 0 0 0,3-12-199 0 0,0-17-84 0 0,-2-49 355 0 0,-9-185 436 0 0,-33-377 142 0 0,28 418-508 0 0,1-105-86 0 0,13 306-78 0 0,1 9 35 0 0,-1 1 0 0 0,-1-1 0 0 0,0 0 1 0 0,0 1-1 0 0,-1-1 0 0 0,-1 0 0 0 0,0 1 0 0 0,0 0 0 0 0,-9-22 1 0 0</inkml:trace>
</inkml:ink>
</file>

<file path=ppt/ink/ink3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47.0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51 55 10138 0 0,'-4'-10'348'0'0,"2"3"64"0"0,0 1-1 0 0,-1 0 1 0 0,0 0-1 0 0,-5-9 1 0 0,8 15-380 0 0,-1-1 0 0 0,1 1 0 0 0,0 0 0 0 0,0 0 0 0 0,0-1 0 0 0,-1 1 1 0 0,1 0-1 0 0,0 0 0 0 0,0 0 0 0 0,-1-1 0 0 0,1 1 0 0 0,0 0 0 0 0,0 0 1 0 0,-1 0-1 0 0,1 0 0 0 0,0-1 0 0 0,0 1 0 0 0,-1 0 0 0 0,1 0 0 0 0,0 0 1 0 0,-1 0-1 0 0,1 0 0 0 0,0 0 0 0 0,-1 0 0 0 0,1 0 0 0 0,0 0 0 0 0,-1 0 1 0 0,1 0-1 0 0,0 0 0 0 0,0 0 0 0 0,-1 0 0 0 0,1 0 0 0 0,0 0 0 0 0,-1 1 1 0 0,1-1-1 0 0,0 0 0 0 0,-1 0 0 0 0,0 2 64 0 0,0-1-1 0 0,0 1 1 0 0,0 0 0 0 0,0 0 0 0 0,0-1-1 0 0,0 1 1 0 0,0 0 0 0 0,1 0 0 0 0,-1 0-1 0 0,1 0 1 0 0,-1 2 0 0 0,-2 13 146 0 0,1 0-1 0 0,0 1 1 0 0,2 0 0 0 0,0-1-1 0 0,3 25 1 0 0,18 90 4 0 0,-17-111-140 0 0,11 48 116 0 0,2-1 0 0 0,33 83 1 0 0,-33-110-556 0 0,1-1 0 0 0,3 0 1 0 0,1-1-1 0 0,46 60 0 0 0,-48-76-807 0 0</inkml:trace>
</inkml:ink>
</file>

<file path=ppt/ink/ink3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47.3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90 10138 0 0,'0'0'25'0'0,"0"0"0"0"0,0 0-1 0 0,0 0 1 0 0,-1 0 0 0 0,1 0 0 0 0,0 0 0 0 0,0 0-1 0 0,0 0 1 0 0,0 0 0 0 0,0 0 0 0 0,0 0-1 0 0,0 0 1 0 0,0 0 0 0 0,0 0 0 0 0,0 0-1 0 0,0 0 1 0 0,0 0 0 0 0,-1 0 0 0 0,1 0-1 0 0,0 0 1 0 0,0 1 0 0 0,0-1 0 0 0,0 0-1 0 0,0 0 1 0 0,0 0 0 0 0,0 0 0 0 0,0 0 0 0 0,0 0-1 0 0,0 0 1 0 0,0 0 0 0 0,0 0 0 0 0,0 0-1 0 0,0 0 1 0 0,0 1 0 0 0,0-1 0 0 0,0 0-1 0 0,0 0 1 0 0,0 0 0 0 0,0 0 0 0 0,0 0-1 0 0,0 0 1 0 0,0 0 0 0 0,0 0 0 0 0,0 0-1 0 0,0 0 1 0 0,0 1 0 0 0,0-1 0 0 0,0 0 0 0 0,0 0-1 0 0,1 0 1 0 0,-1 0 0 0 0,0 0 0 0 0,0 0-1 0 0,0 0 1 0 0,0 0 0 0 0,0 0 0 0 0,0 0-1 0 0,0 0 1 0 0,0 0 0 0 0,0 0 0 0 0,0 0-1 0 0,0 0 1 0 0,0 0 0 0 0,1 0 0 0 0,-1 0 0 0 0,0 0-1 0 0,11 4 750 0 0,15-3 210 0 0,-5-8-633 0 0,0 0 1 0 0,-1-2-1 0 0,26-13 0 0 0,-32 14-1056 0 0,0 0-1 0 0,0 1 0 0 0,1 1 0 0 0,0 1 0 0 0,0 0 0 0 0,0 1 0 0 0,1 0 0 0 0,16-1 0 0 0,-5 5-1268 0 0</inkml:trace>
</inkml:ink>
</file>

<file path=ppt/ink/ink3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47.70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48 307 3225 0 0,'1'4'628'0'0,"-1"0"-1"0"0,1 0 1 0 0,-1 0 0 0 0,1 0 0 0 0,0-1 0 0 0,1 1 0 0 0,-1 0 0 0 0,1 0 0 0 0,-1-1-1 0 0,1 1 1 0 0,0-1 0 0 0,1 0 0 0 0,4 6 0 0 0,2 6-195 0 0,-7-11-244 0 0,60 118 2718 0 0,-26-37-7891 0 0,-25-73 4858 0 0,-11-16 46 0 0</inkml:trace>
  <inkml:trace contextRef="#ctx0" brushRef="#br0" timeOffset="1">9 28 9674 0 0,'0'-1'10'0'0,"-9"-18"1639"0"0,10 12 76 0 0,10 8 468 0 0,-7 2-2069 0 0,0 1-1 0 0,0-1 1 0 0,0 1-1 0 0,0 0 1 0 0,0 0-1 0 0,-1 0 1 0 0,0 1-1 0 0,0-1 1 0 0,0 1-1 0 0,-1-1 1 0 0,4 10-1 0 0,12 17-1851 0 0,-6-15-3699 0 0</inkml:trace>
</inkml:ink>
</file>

<file path=ppt/ink/ink3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48.17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1 245 10594 0 0,'0'-2'113'0'0,"0"0"0"0"0,0 0-1 0 0,0 0 1 0 0,0 0 0 0 0,0 0-1 0 0,1 0 1 0 0,-1 0-1 0 0,0 0 1 0 0,1 0 0 0 0,0 1-1 0 0,-1-1 1 0 0,1 0 0 0 0,0 0-1 0 0,0 0 1 0 0,0 1 0 0 0,0-1-1 0 0,0 1 1 0 0,0-1 0 0 0,1 1-1 0 0,-1-1 1 0 0,1 1 0 0 0,-1-1-1 0 0,1 1 1 0 0,-1 0 0 0 0,1 0-1 0 0,-1 0 1 0 0,1 0 0 0 0,0 0-1 0 0,0 0 1 0 0,0 1-1 0 0,-1-1 1 0 0,1 0 0 0 0,0 1-1 0 0,0 0 1 0 0,0-1 0 0 0,0 1-1 0 0,0 0 1 0 0,0 0 0 0 0,0 0-1 0 0,0 0 1 0 0,0 0 0 0 0,0 1-1 0 0,0-1 1 0 0,0 0 0 0 0,0 1-1 0 0,-1 0 1 0 0,1-1 0 0 0,0 1-1 0 0,0 0 1 0 0,2 1-1 0 0,5 4 14 0 0,0 0 0 0 0,0 1 0 0 0,0 0 0 0 0,-1 0 0 0 0,0 1 0 0 0,0 0-1 0 0,7 11 1 0 0,47 69-436 0 0,-43-59-100 0 0,-19-28 452 0 0,18 22-1506 0 0,-12-23 133 0 0,-5-15 694 0 0,-6-18 217 0 0,-7-80 206 0 0,12 102 329 0 0,0 1 1 0 0,0-1 0 0 0,1 1-1 0 0,1 0 1 0 0,-1-1 0 0 0,2 1 0 0 0,-1 0-1 0 0,7-14 1 0 0,-8 23-47 0 0,-1-1 1 0 0,1 1 0 0 0,0-1-1 0 0,-1 1 1 0 0,1 0-1 0 0,0-1 1 0 0,0 1-1 0 0,0 0 1 0 0,0 0-1 0 0,0 0 1 0 0,0 0 0 0 0,1 0-1 0 0,-1 0 1 0 0,0 0-1 0 0,0 0 1 0 0,1 0-1 0 0,-1 1 1 0 0,1-1-1 0 0,-1 0 1 0 0,0 1 0 0 0,1-1-1 0 0,-1 1 1 0 0,3-1-1 0 0,-2 1 66 0 0,1 0-1 0 0,0 1 0 0 0,-1-1 1 0 0,1 1-1 0 0,-1-1 0 0 0,1 1 1 0 0,-1 0-1 0 0,0 0 1 0 0,1 0-1 0 0,-1 0 0 0 0,0 0 1 0 0,0 0-1 0 0,3 2 0 0 0,1 2 68 0 0,1 0 0 0 0,-1 1 0 0 0,0-1 0 0 0,0 1 0 0 0,-1 0 0 0 0,0 1 0 0 0,0-1 0 0 0,4 9 0 0 0,13 37-163 0 0,-19-41-285 0 0,1-1 0 0 0,0 0-1 0 0,0 0 1 0 0,1 0-1 0 0,1 0 1 0 0,0-1 0 0 0,0 0-1 0 0,12 14 1 0 0,-18-23 230 0 0,0 0 1 0 0,1 1-1 0 0,-1-1 0 0 0,0 0 1 0 0,0 0-1 0 0,1 1 1 0 0,-1-1-1 0 0,0 0 0 0 0,1 0 1 0 0,-1 0-1 0 0,1 1 0 0 0,-1-1 1 0 0,0 0-1 0 0,1 0 1 0 0,-1 0-1 0 0,0 0 0 0 0,1 0 1 0 0,-1 0-1 0 0,1 0 1 0 0,-1 0-1 0 0,0 0 0 0 0,1 0 1 0 0,-1 0-1 0 0,1 0 0 0 0,-1 0 1 0 0,0 0-1 0 0,1 0 1 0 0,-1 0-1 0 0,1 0 0 0 0,-1 0 1 0 0,0-1-1 0 0,1 1 0 0 0,-1 0 1 0 0,0 0-1 0 0,1 0 1 0 0,-1-1-1 0 0,1 1 0 0 0,7-18-205 0 0,-2-21 326 0 0,-5 10 38 0 0,11-91-203 0 0,-10 108 31 0 0,1-1-1 0 0,0 1 1 0 0,1 0-1 0 0,0 0 1 0 0,1 1-1 0 0,0-1 1 0 0,9-14-1 0 0,-13 24 91 0 0,1 0-1 0 0,-1 0 1 0 0,1 0 0 0 0,-1 0 0 0 0,1 0-1 0 0,0 1 1 0 0,-1-1 0 0 0,1 0-1 0 0,0 1 1 0 0,0-1 0 0 0,0 1-1 0 0,1 0 1 0 0,-1 0 0 0 0,0 0-1 0 0,0 0 1 0 0,1 0 0 0 0,-1 0-1 0 0,0 1 1 0 0,1-1 0 0 0,-1 1 0 0 0,5-1-1 0 0,-2 1 67 0 0,-1 1-1 0 0,0 0 1 0 0,0 0-1 0 0,1 0 1 0 0,-1 0-1 0 0,0 1 1 0 0,0-1 0 0 0,0 1-1 0 0,0 0 1 0 0,-1 0-1 0 0,7 5 1 0 0,3 4-28 0 0,0 0 0 0 0,0 2 0 0 0,-1-1 0 0 0,-1 1 0 0 0,12 17-1 0 0,-4-2-1456 0 0,-7-9-3306 0 0,0-1-1105 0 0</inkml:trace>
</inkml:ink>
</file>

<file path=ppt/ink/ink3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48.52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27 475 8754 0 0,'6'-9'339'0'0,"17"-27"2404"0"0,35-75-1 0 0,-53 98-2492 0 0,0 0-1 0 0,-1 0 1 0 0,-1 0 0 0 0,0-1-1 0 0,0 0 1 0 0,-2 1-1 0 0,0-1 1 0 0,0 0 0 0 0,-1 0-1 0 0,-2-14 1 0 0,-1 6 77 0 0,-10-38 1 0 0,12 55-281 0 0,0 0-1 0 0,-1 0 1 0 0,0 0 0 0 0,0 0 0 0 0,-1 0 0 0 0,1 1 0 0 0,-1-1 0 0 0,0 1 0 0 0,0-1 0 0 0,-1 1 0 0 0,1 0 0 0 0,-1 1 0 0 0,-6-6 0 0 0,10 8-42 0 0,-1 1 1 0 0,0-1-1 0 0,0 1 1 0 0,0-1-1 0 0,0 1 0 0 0,0-1 1 0 0,0 1-1 0 0,0-1 1 0 0,0 1-1 0 0,0 0 0 0 0,-1 0 1 0 0,1 0-1 0 0,0-1 0 0 0,0 1 1 0 0,0 0-1 0 0,0 0 1 0 0,0 1-1 0 0,0-1 0 0 0,0 0 1 0 0,0 0-1 0 0,0 0 1 0 0,0 1-1 0 0,-1-1 0 0 0,1 0 1 0 0,-1 1-1 0 0,0 1-10 0 0,0 0 1 0 0,0-1-1 0 0,0 1 0 0 0,1 0 0 0 0,-1 0 1 0 0,0 0-1 0 0,1 0 0 0 0,-1 0 0 0 0,1 0 1 0 0,-2 4-1 0 0,-2 4-95 0 0,0 1-1 0 0,1 1 1 0 0,-4 16 0 0 0,6-17 120 0 0,0 0 0 0 0,0 0 1 0 0,1 0-1 0 0,0 0 1 0 0,1 0-1 0 0,0 0 0 0 0,1 0 1 0 0,0 0-1 0 0,1 0 1 0 0,0-1-1 0 0,1 1 0 0 0,4 12 1 0 0,-5-18 78 0 0,1 1 1 0 0,0-1-1 0 0,0 1 1 0 0,0-1 0 0 0,1 0-1 0 0,-1 0 1 0 0,1-1-1 0 0,1 1 1 0 0,-1-1-1 0 0,0 0 1 0 0,1 0-1 0 0,0 0 1 0 0,0 0-1 0 0,0-1 1 0 0,0 0-1 0 0,1 0 1 0 0,-1-1-1 0 0,1 1 1 0 0,0-1-1 0 0,0 0 1 0 0,0-1-1 0 0,0 1 1 0 0,6-1-1 0 0,2 1 8 0 0,0-2 0 0 0,-1 0 0 0 0,1-1 0 0 0,0 0 0 0 0,0-1 0 0 0,-1 0 0 0 0,1-1 0 0 0,25-10 0 0 0,21-12-6337 0 0,-32 11-525 0 0</inkml:trace>
</inkml:ink>
</file>

<file path=ppt/ink/ink3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34.7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117 71 4145 0 0,'-3'-4'374'0'0,"-25"-35"2416"0"0,25 36-2492 0 0,1 0 1 0 0,0 1-1 0 0,-1-1 1 0 0,1 1-1 0 0,-1 0 1 0 0,0 0-1 0 0,0 0 1 0 0,0 0-1 0 0,0 0 0 0 0,0 1 1 0 0,-4-2-1 0 0,6 3-188 0 0,-1 0 1 0 0,1 0-1 0 0,0 0 0 0 0,-1 1 0 0 0,1-1 0 0 0,0 0 0 0 0,-1 1 0 0 0,1-1 1 0 0,0 1-1 0 0,0-1 0 0 0,0 1 0 0 0,0 0 0 0 0,-1-1 0 0 0,1 1 1 0 0,0 0-1 0 0,0 0 0 0 0,0 0 0 0 0,0 0 0 0 0,1 0 0 0 0,-1 0 0 0 0,0 0 1 0 0,0 0-1 0 0,1 0 0 0 0,-1 0 0 0 0,0 1 0 0 0,1-1 0 0 0,-1 0 0 0 0,1 0 1 0 0,-1 1-1 0 0,1-1 0 0 0,0 0 0 0 0,0 2 0 0 0,-11 48 901 0 0,11-50-961 0 0,-5 43 311 0 0,3 0-1 0 0,1 0 1 0 0,3 0-1 0 0,12 76 1 0 0,2-33 226 0 0,39 115 1 0 0,37 34 425 0 0,-3-10-4134 0 0,-82-203-2893 0 0</inkml:trace>
</inkml:ink>
</file>

<file path=ppt/ink/ink3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35.1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12 410 10138 0 0,'0'0'38'0'0,"-1"0"-1"0"0,1-1 1 0 0,-1 1 0 0 0,1 0-1 0 0,-1 0 1 0 0,1 0-1 0 0,-1 0 1 0 0,1 0 0 0 0,-1-1-1 0 0,1 1 1 0 0,-1 0-1 0 0,1 0 1 0 0,0-1-1 0 0,-1 1 1 0 0,1 0 0 0 0,-1-1-1 0 0,1 1 1 0 0,0 0-1 0 0,-1-1 1 0 0,1 1 0 0 0,0-1-1 0 0,-1 1 1 0 0,1 0-1 0 0,0-1 1 0 0,0 1 0 0 0,-1-1-1 0 0,1 1 1 0 0,0-1-1 0 0,0 1 1 0 0,0-1 0 0 0,0 1-1 0 0,-1-1 1 0 0,1 1-1 0 0,0-1 1 0 0,0 1 0 0 0,0-2-1 0 0,10-24 761 0 0,28-26 484 0 0,-35 48-1063 0 0,28-34 599 0 0,102-115 2686 0 0,-117 137-3866 0 0,1 1-1 0 0,0 1 1 0 0,1 0 0 0 0,1 1 0 0 0,1 1-1 0 0,36-17 1 0 0,-29 19-5362 0 0</inkml:trace>
</inkml:ink>
</file>

<file path=ppt/ink/ink3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35.45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27 423 5529 0 0,'-3'2'542'0'0,"1"-1"1"0"0,0 1-1 0 0,-1 0 0 0 0,1 0 1 0 0,0 0-1 0 0,0 0 0 0 0,0 0 1 0 0,0 1-1 0 0,0-1 0 0 0,-1 4 0 0 0,2-6-457 0 0,1 0 0 0 0,0 0 0 0 0,0 1 0 0 0,0-1-1 0 0,0 0 1 0 0,0 1 0 0 0,0-1 0 0 0,0 0-1 0 0,0 0 1 0 0,0 1 0 0 0,0-1 0 0 0,0 0 0 0 0,0 0-1 0 0,0 1 1 0 0,0-1 0 0 0,0 0 0 0 0,0 0 0 0 0,0 1-1 0 0,0-1 1 0 0,1 0 0 0 0,-1 0 0 0 0,0 1-1 0 0,0-1 1 0 0,0 0 0 0 0,0 0 0 0 0,0 1 0 0 0,1-1 84 0 0,-1 0-84 0 0,0 0 0 0 0,0 1-1 0 0,1-1 1 0 0,-1 0 0 0 0,0 0 0 0 0,0 0 0 0 0,1 0-1 0 0,20 1 1701 0 0,26-9-694 0 0,-1-2 0 0 0,64-24 1 0 0,87-44 326 0 0,-25 8-721 0 0,-100 44-1175 0 0,0 2 0 0 0,1 4 0 0 0,94-14 1 0 0,-122 29-469 0 0,151-25-2644 0 0,-165 24 2366 0 0,0-2-1 0 0,-1-2 1 0 0,0 0-1 0 0,34-19 0 0 0,-49 22 1182 0 0,-7 4 21 0 0,-1-1-1 0 0,1 0 0 0 0,-1 0 0 0 0,0-1 0 0 0,-1 1 0 0 0,12-11 1 0 0,-11 5-65 0 0</inkml:trace>
</inkml:ink>
</file>

<file path=ppt/ink/ink3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35.80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279 0 3209 0 0,'-111'42'216'0'0,"96"-38"-204"0"0,0 0 0 0 0,0 0 0 0 0,0-2 0 0 0,0 0 0 0 0,-26 0 0 0 0,39-2 245 0 0,-1 0 0 0 0,0 0 1 0 0,1-1-1 0 0,-1 1 0 0 0,1 0 0 0 0,-1-1 1 0 0,1 0-1 0 0,0 0 0 0 0,-1 0 0 0 0,1 0 1 0 0,0 0-1 0 0,-1 0 0 0 0,1-1 0 0 0,0 1 1 0 0,0-1-1 0 0,0 1 0 0 0,0-1 1 0 0,0 0-1 0 0,1 0 0 0 0,-1 0 0 0 0,-2-3 1 0 0,4 4-128 0 0,0 1 0 0 0,0-1 1 0 0,1 0-1 0 0,-1 1 1 0 0,0-1-1 0 0,0 1 0 0 0,0-1 1 0 0,1 0-1 0 0,-1 1 0 0 0,0-1 1 0 0,1 1-1 0 0,-1-1 1 0 0,1 1-1 0 0,-1-1 0 0 0,1 1 1 0 0,-1-1-1 0 0,1 1 0 0 0,-1-1 1 0 0,1 1-1 0 0,-1 0 1 0 0,1-1-1 0 0,-1 1 0 0 0,1 0 1 0 0,0-1-1 0 0,-1 1 0 0 0,1 0 1 0 0,0 0-1 0 0,-1 0 1 0 0,1-1-1 0 0,0 1 0 0 0,-1 0 1 0 0,1 0-1 0 0,1 0 0 0 0,23-3 1732 0 0,-11 4-1406 0 0,0 0 0 0 0,0 1 0 0 0,0 0 0 0 0,0 2 0 0 0,0-1 0 0 0,-1 2 0 0 0,23 10 0 0 0,88 54 730 0 0,-66-34-609 0 0,-42-26-439 0 0,-7-5 1 0 0,-1 1 0 0 0,1 0 1 0 0,-1 1-1 0 0,0 0 0 0 0,7 7 0 0 0,-13-12-118 0 0,0 1-1 0 0,-1 0 1 0 0,1 0-1 0 0,-1 0 1 0 0,1 0-1 0 0,-1 1 1 0 0,0-1-1 0 0,0 0 1 0 0,0 0-1 0 0,0 1 1 0 0,0-1 0 0 0,-1 1-1 0 0,1-1 1 0 0,-1 1-1 0 0,1-1 1 0 0,-1 1-1 0 0,0-1 1 0 0,0 1-1 0 0,0-1 1 0 0,0 1 0 0 0,-1-1-1 0 0,1 1 1 0 0,-1-1-1 0 0,-1 5 1 0 0,-6 15-548 0 0,-21 37 0 0 0,14-34-556 0 0</inkml:trace>
</inkml:ink>
</file>

<file path=ppt/ink/ink3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49.4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86 1 10138 0 0,'-1'0'140'0'0,"-1"-1"0"0"0,1 1 0 0 0,0 0-1 0 0,-1 0 1 0 0,1 0 0 0 0,-1 0 0 0 0,1 0 0 0 0,0 1 0 0 0,-1-1-1 0 0,1 0 1 0 0,0 1 0 0 0,0-1 0 0 0,-1 0 0 0 0,1 1 0 0 0,0 0-1 0 0,0-1 1 0 0,0 1 0 0 0,-1 0 0 0 0,1-1 0 0 0,0 1 0 0 0,0 0-1 0 0,-1 2 1 0 0,-22 22 869 0 0,19-17-868 0 0,1 1 1 0 0,0 0-1 0 0,0 1 0 0 0,1-1 0 0 0,0 1 1 0 0,1-1-1 0 0,0 1 0 0 0,0 0 1 0 0,1 0-1 0 0,0 0 0 0 0,1 0 0 0 0,0-1 1 0 0,0 1-1 0 0,1 0 0 0 0,1 0 0 0 0,2 12 1 0 0,7 19 266 0 0,1 0 1 0 0,23 54 0 0 0,-33-90-363 0 0,169 362 1482 0 0,-37-134-5991 0 0,-124-217-1133 0 0</inkml:trace>
</inkml:ink>
</file>

<file path=ppt/ink/ink3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49.7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22 286 5985 0 0,'-1'0'80'0'0,"1"0"0"0"0,-1 0 1 0 0,0 0-1 0 0,0 0 0 0 0,0 0 0 0 0,1 0 0 0 0,-1 0 0 0 0,0 0 0 0 0,0 0 0 0 0,0-1 0 0 0,1 1 0 0 0,-1 0 0 0 0,0 0 1 0 0,1-1-1 0 0,-1 1 0 0 0,0-1 0 0 0,0 1 0 0 0,1 0 0 0 0,-1-1 0 0 0,1 1 0 0 0,-1-1 0 0 0,0 0 0 0 0,1 1 0 0 0,-1-1 0 0 0,1 1 1 0 0,-1-1-1 0 0,1 0 0 0 0,0 0 0 0 0,-1 1 0 0 0,1-1 0 0 0,0 0 0 0 0,-1 1 0 0 0,1-1 0 0 0,0 0 0 0 0,0-1 0 0 0,0-1 280 0 0,1 0 0 0 0,0 0 0 0 0,0 1 0 0 0,0-1 0 0 0,0 1 0 0 0,0-1 0 0 0,1 1 0 0 0,-1-1 0 0 0,4-3 0 0 0,20-26 976 0 0,2 1 0 0 0,0 2 0 0 0,2 0 0 0 0,2 2 0 0 0,46-32 0 0 0,-34 35-6995 0 0,-20 15-716 0 0</inkml:trace>
</inkml:ink>
</file>

<file path=ppt/ink/ink3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50.1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0 153 10594 0 0,'40'-3'3216'0'0,"-30"1"-2690"0"0,1 1 1 0 0,-1 1-1 0 0,22 1 0 0 0,-25 0-358 0 0,0 1 0 0 0,0 0 0 0 0,0 0 0 0 0,0 1 0 0 0,0-1 0 0 0,0 2-1 0 0,-1-1 1 0 0,0 1 0 0 0,11 7 0 0 0,-11-6-363 0 0,0 0-1 0 0,0 1 1 0 0,0 0 0 0 0,-1 0-1 0 0,0 0 1 0 0,0 1 0 0 0,-1 0-1 0 0,1 0 1 0 0,-1 0 0 0 0,-1 0-1 0 0,0 0 1 0 0,0 1 0 0 0,4 14-1 0 0,-7-22 235 0 0,0 1 1 0 0,0-1-1 0 0,1 0 0 0 0,-1 1 0 0 0,0-1 1 0 0,0 0-1 0 0,0 1 0 0 0,0-1 0 0 0,0 0 1 0 0,0 1-1 0 0,0-1 0 0 0,0 0 0 0 0,0 1 1 0 0,0-1-1 0 0,0 0 0 0 0,0 1 0 0 0,0-1 1 0 0,0 0-1 0 0,0 1 0 0 0,0-1 0 0 0,0 0 1 0 0,0 1-1 0 0,0-1 0 0 0,0 0 0 0 0,-1 0 1 0 0,1 1-1 0 0,0-1 0 0 0,0 0 0 0 0,0 1 1 0 0,0-1-1 0 0,-1 0 0 0 0,1 0 0 0 0,-1 1 1 0 0,-8-7 1445 0 0,-10-18 367 0 0,15 13-1753 0 0,1 0 1 0 0,0 0-1 0 0,0-1 1 0 0,1 1-1 0 0,1-1 1 0 0,0 0-1 0 0,0 1 0 0 0,2-17 1 0 0,2 1-773 0 0,0 1 0 0 0,11-41 0 0 0,-6 37-394 0 0</inkml:trace>
</inkml:ink>
</file>

<file path=ppt/ink/ink3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50.5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1 426 920 0 0,'6'-6'5656'0'0,"5"-10"-2503"0"0,10-20-1546 0 0,-1 0 0 0 0,24-64-1 0 0,-38 84-1203 0 0,-1 0 1 0 0,0-1-1 0 0,-1 1 0 0 0,-1-1 0 0 0,-1 0 0 0 0,0 0 0 0 0,-1 0 0 0 0,-1 0 0 0 0,-3-22 0 0 0,3 37-431 0 0,0 0-1 0 0,-1 0 1 0 0,1 0 0 0 0,0 0 0 0 0,-1 0-1 0 0,0 0 1 0 0,1 0 0 0 0,-1 1-1 0 0,0-1 1 0 0,0 0 0 0 0,0 1 0 0 0,0-1-1 0 0,0 0 1 0 0,-1 1 0 0 0,1-1-1 0 0,0 1 1 0 0,-1 0 0 0 0,1-1 0 0 0,-1 1-1 0 0,1 0 1 0 0,-1 0 0 0 0,0 0-1 0 0,1 0 1 0 0,-1 0 0 0 0,0 0 0 0 0,0 1-1 0 0,0-1 1 0 0,1 1 0 0 0,-5-2-1 0 0,4 2 0 0 0,0 1-1 0 0,0-1 0 0 0,0 0 0 0 0,0 1 0 0 0,0-1 1 0 0,0 1-1 0 0,0-1 0 0 0,0 1 0 0 0,0 0 0 0 0,1 0 0 0 0,-1 0 1 0 0,0 0-1 0 0,0 0 0 0 0,1 0 0 0 0,-1 0 0 0 0,1 1 1 0 0,-1-1-1 0 0,1 1 0 0 0,0-1 0 0 0,-1 1 0 0 0,1-1 0 0 0,0 1 1 0 0,0 0-1 0 0,0 0 0 0 0,0-1 0 0 0,0 1 0 0 0,1 0 1 0 0,-1 0-1 0 0,0 3 0 0 0,-2 5 34 0 0,1 0-1 0 0,1 0 1 0 0,-1 1-1 0 0,2-1 1 0 0,-1 0 0 0 0,1 1-1 0 0,1-1 1 0 0,0 0 0 0 0,1 0-1 0 0,0 1 1 0 0,0-1-1 0 0,1 0 1 0 0,0 0 0 0 0,1-1-1 0 0,0 1 1 0 0,7 11 0 0 0,-7-13-13 0 0,1 0-1 0 0,1 0 1 0 0,-1 0 0 0 0,1-1 0 0 0,1 0 0 0 0,-1 0 0 0 0,1 0 0 0 0,1-1-1 0 0,-1 0 1 0 0,1-1 0 0 0,0 1 0 0 0,0-1 0 0 0,0-1 0 0 0,1 0 0 0 0,0 0 0 0 0,0-1-1 0 0,16 5 1 0 0,-1-4-666 0 0</inkml:trace>
</inkml:ink>
</file>

<file path=ppt/ink/ink3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50.9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85 130 456 0 0,'-1'-14'3361'0'0,"0"0"-1"0"0,-4-25 1 0 0,4 35-2848 0 0,0-1 0 0 0,0 1 1 0 0,-1-1-1 0 0,1 1 0 0 0,-1 0 1 0 0,0-1-1 0 0,0 1 0 0 0,-1 0 0 0 0,1 0 1 0 0,-1 1-1 0 0,0-1 0 0 0,-4-4 0 0 0,6 7-403 0 0,0 1 0 0 0,0-1-1 0 0,0 1 1 0 0,0-1 0 0 0,0 1 0 0 0,0 0-1 0 0,0-1 1 0 0,0 1 0 0 0,0 0-1 0 0,-1 0 1 0 0,1 0 0 0 0,0 0 0 0 0,0 0-1 0 0,0 0 1 0 0,0 0 0 0 0,0 0-1 0 0,0 0 1 0 0,-1 0 0 0 0,1 1 0 0 0,0-1-1 0 0,0 0 1 0 0,0 1 0 0 0,0-1-1 0 0,0 1 1 0 0,0-1 0 0 0,0 1 0 0 0,0 0-1 0 0,0-1 1 0 0,1 1 0 0 0,-1 0-1 0 0,0 0 1 0 0,0-1 0 0 0,1 1 0 0 0,-1 0-1 0 0,0 0 1 0 0,1 0 0 0 0,-1 1-1 0 0,-1-1-78 0 0,1 1 0 0 0,0-1-1 0 0,0 0 1 0 0,1 1-1 0 0,-1-1 1 0 0,0 1-1 0 0,0-1 1 0 0,1 1-1 0 0,-1-1 1 0 0,1 1 0 0 0,-1 0-1 0 0,1-1 1 0 0,0 1-1 0 0,0-1 1 0 0,0 1-1 0 0,0 0 1 0 0,0-1 0 0 0,0 1-1 0 0,0 0 1 0 0,0-1-1 0 0,0 1 1 0 0,1 0-1 0 0,-1-1 1 0 0,1 1 0 0 0,1 2-1 0 0,7 10-4992 0 0</inkml:trace>
</inkml:ink>
</file>

<file path=ppt/ink/ink3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51.5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155 126 2304 0 0,'-7'-40'3423'0'0,"-1"-10"173"0"0,7 48-3269 0 0,1-1 0 0 0,-1 1 0 0 0,0 0 0 0 0,0 0 0 0 0,0 0 0 0 0,0 0 0 0 0,0 0 0 0 0,-1 0 1 0 0,1 0-1 0 0,-1 0 0 0 0,1 0 0 0 0,-1 1 0 0 0,1-1 0 0 0,-1 0 0 0 0,0 1 0 0 0,-4-3 0 0 0,5 4-217 0 0,0 0-1 0 0,0 0 0 0 0,0-1 1 0 0,-1 1-1 0 0,1 0 0 0 0,0 0 1 0 0,0 0-1 0 0,0 1 1 0 0,-1-1-1 0 0,1 0 0 0 0,0 0 1 0 0,0 1-1 0 0,0-1 1 0 0,0 1-1 0 0,-1-1 0 0 0,1 1 1 0 0,0-1-1 0 0,0 1 0 0 0,0 0 1 0 0,0-1-1 0 0,0 1 1 0 0,0 0-1 0 0,1 0 0 0 0,-1 0 1 0 0,0 0-1 0 0,0-1 0 0 0,0 1 1 0 0,1 1-1 0 0,-1-1 1 0 0,1 0-1 0 0,-1 0 0 0 0,0 2 1 0 0,-18 38 722 0 0,4 4-739 0 0,2 1-1 0 0,2-1 1 0 0,-7 57-1 0 0,16-78-291 0 0,0 0-1 0 0,1 0 0 0 0,2 0 1 0 0,0 0-1 0 0,1 0 0 0 0,2-1 1 0 0,0 1-1 0 0,10 27 1 0 0,-13-48 72 0 0,0 0 1 0 0,0-1 0 0 0,0 1-1 0 0,0 0 1 0 0,1-1 0 0 0,-1 1 0 0 0,1-1-1 0 0,-1 0 1 0 0,1 1 0 0 0,0-1-1 0 0,0 0 1 0 0,0 0 0 0 0,0 0 0 0 0,1 0-1 0 0,-1-1 1 0 0,3 3 0 0 0,-4-4 37 0 0,0 1 0 0 0,0-1 0 0 0,0 0 0 0 0,0 0 0 0 0,-1 0 0 0 0,1 0 0 0 0,0 0 0 0 0,0 0 0 0 0,0 0 0 0 0,0 0 0 0 0,0 0 0 0 0,-1 0 0 0 0,1 0 0 0 0,0 0 0 0 0,0-1 0 0 0,0 1 0 0 0,-1 0 0 0 0,1-1 1 0 0,0 1-1 0 0,0 0 0 0 0,0-1 0 0 0,1-1-60 0 0,0 0 0 0 0,-1 1 1 0 0,1-1-1 0 0,-1 0 1 0 0,1 0-1 0 0,-1 1 1 0 0,0-1-1 0 0,1 0 1 0 0,-1-1-1 0 0,0 1 0 0 0,0-3 1 0 0,4-8-77 0 0,-1-1-1 0 0,0 0 1 0 0,-2-1 0 0 0,1 1 0 0 0,-2-1 0 0 0,0-28-1 0 0,-14-92 1800 0 0,2 35 1004 0 0,10 99-2496 0 0,1 0 0 0 0,0 0 0 0 0,0 0-1 0 0,0 0 1 0 0,0 0 0 0 0,0 0 0 0 0,0 0 0 0 0,0 0 0 0 0,0 0 0 0 0,0 0-1 0 0,0 0 1 0 0,1 0 0 0 0,-1 0 0 0 0,0 0 0 0 0,1 0 0 0 0,-1 0-1 0 0,0 0 1 0 0,1 0 0 0 0,0-1 0 0 0,0 2-37 0 0,-1 0-1 0 0,1 0 1 0 0,0 0 0 0 0,-1 0-1 0 0,1 0 1 0 0,-1 0-1 0 0,1 0 1 0 0,-1 1 0 0 0,1-1-1 0 0,-1 0 1 0 0,1 0 0 0 0,-1 1-1 0 0,1-1 1 0 0,-1 0 0 0 0,1 0-1 0 0,-1 1 1 0 0,0-1-1 0 0,1 0 1 0 0,-1 1 0 0 0,1-1-1 0 0,-1 1 1 0 0,0-1 0 0 0,1 1-1 0 0,-1 0 1 0 0,23 35 723 0 0,63 159 966 0 0,21 40-1030 0 0,-103-226-712 0 0,7 11 84 0 0,-6-20 42 0 0,-1-12 73 0 0,-2-23 106 0 0,-2-1 1 0 0,-5-48-1 0 0,0-3-526 0 0,5 77 118 0 0,-2-33-998 0 0,3 0-1 0 0,1-1 0 0 0,9-47 0 0 0,-3 63-5148 0 0</inkml:trace>
</inkml:ink>
</file>

<file path=ppt/ink/ink3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52.12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19 169 11058 0 0,'-19'-35'7181'0'0,"23"52"-5984"0"0,2 1-904 0 0,0-1 0 0 0,1 0 0 0 0,1-1 0 0 0,1 0 0 0 0,12 18 0 0 0,-14-24-216 0 0,1 0-1 0 0,0 0 1 0 0,0-1-1 0 0,1 0 0 0 0,0 0 1 0 0,1-1-1 0 0,0-1 1 0 0,16 11-1 0 0,-25-18-112 0 0,0 1 1 0 0,0 0-1 0 0,0-1 0 0 0,0 1 1 0 0,0-1-1 0 0,1 1 0 0 0,-1-1 1 0 0,0 1-1 0 0,0-1 0 0 0,0 0 1 0 0,1 0-1 0 0,-1 0 1 0 0,0 0-1 0 0,0 0 0 0 0,1 0 1 0 0,-1 0-1 0 0,0 0 0 0 0,0 0 1 0 0,0 0-1 0 0,1-1 0 0 0,-1 1 1 0 0,0 0-1 0 0,0-1 0 0 0,0 1 1 0 0,0-1-1 0 0,2 0 0 0 0,-2-1-37 0 0,1 0-1 0 0,0 0 0 0 0,-1 0 1 0 0,0 0-1 0 0,1 0 0 0 0,-1 0 1 0 0,0 0-1 0 0,0 0 0 0 0,0 0 1 0 0,-1 0-1 0 0,1-1 0 0 0,1-3 0 0 0,0-8-173 0 0,0 0 0 0 0,-1 0 0 0 0,-2-21 0 0 0,1 35 247 0 0,-5-79-534 0 0,2 48 311 0 0,1 0 1 0 0,3-55 0 0 0,-1 85 253 0 0,0 0 0 0 0,0 0 1 0 0,1 0-1 0 0,-1 0 0 0 0,0 0 1 0 0,0 1-1 0 0,0-1 0 0 0,1 0 0 0 0,-1 0 1 0 0,0 0-1 0 0,1 0 0 0 0,-1 0 1 0 0,1 0-1 0 0,-1 0 0 0 0,1 0 0 0 0,-1 1 1 0 0,1-1-1 0 0,0 0 0 0 0,-1 0 1 0 0,1 1-1 0 0,0-1 0 0 0,0 0 1 0 0,0 1-1 0 0,-1-1 0 0 0,1 1 0 0 0,0-1 1 0 0,0 1-1 0 0,0 0 0 0 0,0-1 1 0 0,0 1-1 0 0,0 0 0 0 0,0-1 0 0 0,0 1 1 0 0,0 0-1 0 0,0 0 0 0 0,0 0 1 0 0,0 0-1 0 0,0 0 0 0 0,0 0 0 0 0,0 0 1 0 0,0 0-1 0 0,0 1 0 0 0,0-1 1 0 0,0 0-1 0 0,0 0 0 0 0,0 1 1 0 0,-1-1-1 0 0,1 1 0 0 0,0-1 0 0 0,0 1 1 0 0,1 0-1 0 0,9 5 232 0 0,-1 0-1 0 0,0 0 0 0 0,14 13 1 0 0,-12-10-120 0 0,2 2-52 0 0,0-2 0 0 0,1 1 0 0 0,0-2 0 0 0,1 0-1 0 0,16 5 1 0 0,-26-11-347 0 0,-1 0 0 0 0,1-1-1 0 0,0 0 1 0 0,0-1 0 0 0,0 1-1 0 0,0-1 1 0 0,10-1-1 0 0,-11 1-298 0 0,0-1 0 0 0,0-1 0 0 0,0 1-1 0 0,0-1 1 0 0,0 0 0 0 0,0 0 0 0 0,-1 0 0 0 0,1 0-1 0 0,-1-1 1 0 0,5-3 0 0 0,3-4-4414 0 0</inkml:trace>
</inkml:ink>
</file>

<file path=ppt/ink/ink3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52.7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1 404 3681 0 0,'22'-33'5796'0'0,"-14"15"-4743"0"0,-1-1 1 0 0,0 1-1 0 0,-1-1 1 0 0,-1 0-1 0 0,3-21 1 0 0,4-98 1003 0 0,-11 122-1692 0 0,-2 0 490 0 0,-4 29-824 0 0,-5 26-549 0 0,7-24 205 0 0,0 1 1 0 0,2-1-1 0 0,0 1 0 0 0,0-1 0 0 0,2 1 1 0 0,0-1-1 0 0,1 1 0 0 0,5 21 1 0 0,-5-30 266 0 0,0-1 0 0 0,0 1 0 0 0,1-1 0 0 0,0 1 0 0 0,0-1 0 0 0,1 0 0 0 0,0 0 0 0 0,0 0 1 0 0,0-1-1 0 0,1 1 0 0 0,0-1 0 0 0,0 0 0 0 0,0 0 0 0 0,1-1 0 0 0,-1 0 0 0 0,1 0 0 0 0,0 0 1 0 0,0 0-1 0 0,0-1 0 0 0,14 5 0 0 0,-17-7 20 0 0,1 0 0 0 0,0 0 0 0 0,0 0 0 0 0,0-1 0 0 0,-1 1 0 0 0,1-1 0 0 0,0 0 0 0 0,0 0 0 0 0,0 0 0 0 0,0 0 0 0 0,0-1 0 0 0,-1 0 0 0 0,1 0 0 0 0,0 0 0 0 0,0 0 0 0 0,6-3 0 0 0,-4 0 16 0 0,0 1 1 0 0,0-1-1 0 0,-1-1 0 0 0,0 1 0 0 0,0-1 0 0 0,0 0 0 0 0,0 0 0 0 0,8-11 0 0 0,-3 0 155 0 0,0-1 0 0 0,-1 0-1 0 0,-1 0 1 0 0,-1-1 0 0 0,11-37-1 0 0,-11 22 307 0 0,11-38 898 0 0,-16 66-1184 0 0,-1 1 1 0 0,1 0 0 0 0,0 0-1 0 0,0 0 1 0 0,0 0-1 0 0,1 0 1 0 0,-1 1 0 0 0,1-1-1 0 0,0 1 1 0 0,0 0 0 0 0,0-1-1 0 0,0 1 1 0 0,5-2-1 0 0,-7 4-120 0 0,0 1 0 0 0,0-1-1 0 0,0 1 1 0 0,1 0-1 0 0,-1 0 1 0 0,0-1-1 0 0,0 1 1 0 0,1 0 0 0 0,-1 0-1 0 0,0 0 1 0 0,1 0-1 0 0,-1 0 1 0 0,0 1-1 0 0,0-1 1 0 0,1 0 0 0 0,-1 1-1 0 0,0-1 1 0 0,0 1-1 0 0,0-1 1 0 0,1 1-1 0 0,-1-1 1 0 0,0 1 0 0 0,0 0-1 0 0,0 0 1 0 0,0-1-1 0 0,0 1 1 0 0,0 0-1 0 0,-1 0 1 0 0,1 0 0 0 0,0 0-1 0 0,1 2 1 0 0,27 41 731 0 0,-23-34-621 0 0,59 104 352 0 0,-65-113-507 0 0,0-1 0 0 0,0 0 0 0 0,0 0 0 0 0,0 0 0 0 0,0 0 0 0 0,0 0 0 0 0,0 0 0 0 0,0 0 0 0 0,0 0 1 0 0,0 0-1 0 0,1 1 0 0 0,-1-1 0 0 0,0 0 0 0 0,0 0 0 0 0,0 0 0 0 0,0 0 0 0 0,0 0 0 0 0,0 0 0 0 0,0 0 0 0 0,0 0 0 0 0,1 0 0 0 0,-1 0 0 0 0,0 0 0 0 0,0 0 0 0 0,0 0 0 0 0,0 0 0 0 0,0 0 0 0 0,0 0 0 0 0,0 0 0 0 0,1 0 1 0 0,-1 0-1 0 0,0 0 0 0 0,0 0 0 0 0,0 0 0 0 0,0 0 0 0 0,0 0 0 0 0,0 0 0 0 0,0 0 0 0 0,0 0 0 0 0,1 0 0 0 0,-1 0 0 0 0,0 0 0 0 0,0 0 0 0 0,0-1 0 0 0,0 1 0 0 0,0 0 0 0 0,0 0 0 0 0,0 0 0 0 0,0 0 0 0 0,0 0 0 0 0,0 0 0 0 0,1 0 1 0 0,-1 0-1 0 0,0 0 0 0 0,0-1 0 0 0,0 1 0 0 0,0 0 0 0 0,0 0 0 0 0,0 0 0 0 0,0 0 0 0 0,0 0 0 0 0,0 0 0 0 0,0-1 0 0 0,5-13 16 0 0,1-21 42 0 0,-5 33-48 0 0,3-23 46 0 0,11-35 1 0 0,-13 53-57 0 0,0 0 0 0 0,1 0 0 0 0,1 0 0 0 0,-1 0-1 0 0,1 1 1 0 0,0-1 0 0 0,0 1 0 0 0,1 0 0 0 0,8-9 0 0 0,-12 14-14 0 0,0 0 0 0 0,0 1 1 0 0,0-1-1 0 0,0 0 0 0 0,0 0 1 0 0,0 0-1 0 0,0 1 0 0 0,0-1 0 0 0,1 1 1 0 0,-1-1-1 0 0,0 1 0 0 0,1-1 1 0 0,-1 1-1 0 0,0 0 0 0 0,1-1 0 0 0,-1 1 1 0 0,0 0-1 0 0,1 0 0 0 0,-1 0 1 0 0,1 0-1 0 0,-1 0 0 0 0,0 1 0 0 0,1-1 1 0 0,-1 0-1 0 0,0 1 0 0 0,1-1 1 0 0,-1 1-1 0 0,0-1 0 0 0,0 1 0 0 0,1-1 1 0 0,-1 1-1 0 0,0 0 0 0 0,0 0 1 0 0,0-1-1 0 0,2 3 0 0 0,3 3-411 0 0,0 1 0 0 0,0 0 0 0 0,-1 0-1 0 0,8 13 1 0 0,-3-4-1599 0 0</inkml:trace>
</inkml:ink>
</file>

<file path=ppt/ink/ink3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53.2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112 160 7834 0 0,'-1'-3'372'0'0,"1"0"0"0"0,-1 1 0 0 0,0-1-1 0 0,1 0 1 0 0,-1 0 0 0 0,0 1 0 0 0,-1-1 0 0 0,1 0 0 0 0,0 1 0 0 0,-1 0 0 0 0,-2-4 0 0 0,3 5-205 0 0,1 1-1 0 0,-1-1 1 0 0,0 1 0 0 0,1-1-1 0 0,-1 1 1 0 0,1 0 0 0 0,-1-1-1 0 0,0 1 1 0 0,1 0 0 0 0,-1 0 0 0 0,0-1-1 0 0,1 1 1 0 0,-1 0 0 0 0,0 0-1 0 0,1 0 1 0 0,-1 0 0 0 0,0 0-1 0 0,0 0 1 0 0,1 0 0 0 0,-2 0-1 0 0,0 1-51 0 0,1-1 0 0 0,-1 1 0 0 0,1 0-1 0 0,-1-1 1 0 0,1 1 0 0 0,-1 0 0 0 0,1 0-1 0 0,-1 0 1 0 0,1 0 0 0 0,0 0 0 0 0,-1 1-1 0 0,0 0 1 0 0,-5 8 1 0 0,-1 1 0 0 0,2-1 0 0 0,0 1 0 0 0,0 1 1 0 0,1-1-1 0 0,0 1 0 0 0,1 0 0 0 0,0 0 0 0 0,1 0 0 0 0,0 0 0 0 0,1 0 0 0 0,1 1 1 0 0,0-1-1 0 0,1 21 0 0 0,0-30-106 0 0,0-1 0 0 0,1 1 0 0 0,-1-1 0 0 0,1 1 1 0 0,0-1-1 0 0,0 1 0 0 0,0-1 0 0 0,0 1 0 0 0,0-1 0 0 0,0 0 0 0 0,1 1 1 0 0,-1-1-1 0 0,1 0 0 0 0,-1 0 0 0 0,1 0 0 0 0,0 0 0 0 0,2 1 1 0 0,-3-2-16 0 0,1 0 0 0 0,0 0 1 0 0,0 0-1 0 0,0-1 0 0 0,-1 1 1 0 0,1-1-1 0 0,0 1 0 0 0,0-1 1 0 0,0 0-1 0 0,0 1 1 0 0,0-1-1 0 0,0 0 0 0 0,0 0 1 0 0,0-1-1 0 0,0 1 0 0 0,-1 0 1 0 0,1-1-1 0 0,2 0 0 0 0,2-1-57 0 0,1-1-1 0 0,-1 0 0 0 0,0 0 0 0 0,0 0 0 0 0,0-1 1 0 0,-1 0-1 0 0,1 0 0 0 0,-1-1 0 0 0,0 1 1 0 0,0-1-1 0 0,6-8 0 0 0,3-8 92 0 0,-2 0 0 0 0,0-1 0 0 0,-2 0 0 0 0,0 0 0 0 0,-1-1 0 0 0,-1-1 1 0 0,5-27-1 0 0,3-7 699 0 0,-14 50-532 0 0,1 0 0 0 0,0 1 0 0 0,0-1-1 0 0,6-10 1 0 0,-8 18-165 0 0,-1-1 0 0 0,0 0 0 0 0,1 1 0 0 0,-1-1 0 0 0,1 1 0 0 0,-1-1 0 0 0,1 1 0 0 0,-1-1 0 0 0,1 1 0 0 0,-1-1 0 0 0,1 1 0 0 0,0-1 0 0 0,-1 1-1 0 0,1 0 1 0 0,0-1 0 0 0,-1 1 0 0 0,1 0 0 0 0,0 0 0 0 0,-1-1 0 0 0,1 1 0 0 0,0 0 0 0 0,0 0 0 0 0,1 0 0 0 0,-1 1-3 0 0,0-1-1 0 0,0 1 1 0 0,0 0 0 0 0,1-1-1 0 0,-1 1 1 0 0,0 0 0 0 0,0 0-1 0 0,0 0 1 0 0,0 0 0 0 0,0 0-1 0 0,0 0 1 0 0,-1 0 0 0 0,1 0-1 0 0,0 0 1 0 0,-1 0 0 0 0,1 1-1 0 0,0-1 1 0 0,0 2 0 0 0,37 80 654 0 0,-21-44-453 0 0,40 69 0 0 0,-41-82-203 0 0,-1 1 1 0 0,-1 0 0 0 0,-2 1-1 0 0,-1 0 1 0 0,-1 1 0 0 0,-1 0-1 0 0,-1 0 1 0 0,-2 1-1 0 0,4 58 1 0 0,-9-43-32 0 0,-1 0-1 0 0,-3 0 1 0 0,-2-1-1 0 0,-1 1 1 0 0,-3-1-1 0 0,-15 48 1 0 0,6-32-1594 0 0,-2 2-6044 0 0</inkml:trace>
</inkml:ink>
</file>

<file path=ppt/ink/ink3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55.1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41 124 456 0 0,'-4'5'381'0'0,"4"-3"-203"0"0,2-6-57 0 0,1-3-168 0 0,-1-1 0 0 0,0 0 0 0 0,0 0 0 0 0,-1 0 0 0 0,0 0 0 0 0,0-16 0 0 0,3-31 11957 0 0,-5 55-11796 0 0,-8 6 1604 0 0,-9 17-1093 0 0,11-3-275 0 0,2 0-1 0 0,0-1 1 0 0,2 2 0 0 0,0-1 0 0 0,1 0-1 0 0,1 1 1 0 0,2 31 0 0 0,-1-49-328 0 0,0-1 1 0 0,1 1 0 0 0,-1 0-1 0 0,1 0 1 0 0,0-1-1 0 0,0 1 1 0 0,-1-1-1 0 0,2 1 1 0 0,-1-1 0 0 0,0 1-1 0 0,0-1 1 0 0,1 0-1 0 0,-1 1 1 0 0,1-1-1 0 0,0 0 1 0 0,0 0 0 0 0,0 0-1 0 0,0 0 1 0 0,0 0-1 0 0,0-1 1 0 0,3 3-1 0 0,-2-3-133 0 0,0 0-1 0 0,0 0 1 0 0,0 0-1 0 0,1 0 1 0 0,-1-1 0 0 0,0 1-1 0 0,0-1 1 0 0,0 0-1 0 0,1 0 1 0 0,-1 0-1 0 0,0 0 1 0 0,0-1-1 0 0,1 1 1 0 0,-1-1-1 0 0,0 0 1 0 0,0 0-1 0 0,0 0 1 0 0,3-2-1 0 0,17-7-5804 0 0</inkml:trace>
</inkml:ink>
</file>

<file path=ppt/ink/ink3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2:32.6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1738 5529 0 0,'-1'1'152'0'0,"0"0"0"0"0,0 0 1 0 0,1 0-1 0 0,-1 1 0 0 0,0-1 0 0 0,1 0 0 0 0,0 1 0 0 0,-1-1 0 0 0,1 0 1 0 0,-1 1-1 0 0,1-1 0 0 0,0 0 0 0 0,0 1 0 0 0,0-1 0 0 0,0 0 0 0 0,0 1 1 0 0,0-1-1 0 0,0 1 0 0 0,1-1 0 0 0,-1 0 0 0 0,0 1 0 0 0,1-1 1 0 0,-1 0-1 0 0,1 1 0 0 0,-1-1 0 0 0,1 0 0 0 0,0 0 0 0 0,-1 0 0 0 0,1 1 1 0 0,0-1-1 0 0,0 0 0 0 0,0 0 0 0 0,1 1 0 0 0,-1-1-83 0 0,0 0 1 0 0,0-1-1 0 0,-1 1 0 0 0,1 0 1 0 0,0-1-1 0 0,0 1 0 0 0,0-1 0 0 0,0 1 1 0 0,0-1-1 0 0,-1 1 0 0 0,1-1 1 0 0,0 1-1 0 0,0-1 0 0 0,0 0 1 0 0,0 0-1 0 0,0 1 0 0 0,0-1 0 0 0,1 0 1 0 0,-1 0-1 0 0,0 0 0 0 0,0 0 1 0 0,0 0-1 0 0,0 0 0 0 0,0-1 1 0 0,0 1-1 0 0,0 0 0 0 0,0 0 0 0 0,0-1 1 0 0,0 1-1 0 0,0-1 0 0 0,0 1 1 0 0,-1-1-1 0 0,1 1 0 0 0,0-1 0 0 0,0 1 1 0 0,0-1-1 0 0,0 0 0 0 0,-1 0 1 0 0,1 1-1 0 0,0-1 0 0 0,-1 0 1 0 0,1 0-1 0 0,-1 0 0 0 0,1 0 0 0 0,-1 1 1 0 0,1-1-1 0 0,0-2 0 0 0,28-51 546 0 0,-2-2 0 0 0,-3-1 0 0 0,-2 0 0 0 0,-2-2-1 0 0,-3-1 1 0 0,8-61 0 0 0,-8 3-534 0 0,-6 24 126 0 0,5 1 0 0 0,43-141-1 0 0,-56 222-198 0 0,38-107 76 0 0,68-137 0 0 0,-93 222-52 0 0,2 2 0 0 0,2 0 0 0 0,1 1 0 0 0,1 1 0 0 0,1 1 0 0 0,2 1 0 0 0,1 1 0 0 0,51-41 0 0 0,-64 58-4 0 0,0 2 0 0 0,0 0 0 0 0,1 0 0 0 0,0 1 0 0 0,0 1 0 0 0,0 0 0 0 0,1 1 0 0 0,0 1-1 0 0,0 0 1 0 0,19-2 0 0 0,-30 6-10 0 0,-1 0-1 0 0,1 0 1 0 0,0 1-1 0 0,0-1 1 0 0,0 1-1 0 0,0 0 1 0 0,-1 0 0 0 0,1 0-1 0 0,0 0 1 0 0,-1 1-1 0 0,1 0 1 0 0,-1 0-1 0 0,1 0 1 0 0,4 3-1 0 0,-2 0 12 0 0,-1 1-1 0 0,0-1 0 0 0,0 0 0 0 0,0 1 1 0 0,0 0-1 0 0,-1 0 0 0 0,4 8 0 0 0,3 10-50 0 0,0 0-1 0 0,-2 1 0 0 0,8 32 0 0 0,-15-50-28 0 0,87 355-261 0 0,35 115 981 0 0,-113-445-555 0 0,27 56 0 0 0,-33-78-93 0 0,0 0-1 0 0,1-1 1 0 0,0 0-1 0 0,1 0 0 0 0,0 0 1 0 0,0-1-1 0 0,1 0 1 0 0,0 0-1 0 0,14 10 0 0 0,-20-17-18 0 0,-1 0-1 0 0,0-1 0 0 0,1 1 0 0 0,-1 0 0 0 0,1 0 1 0 0,-1-1-1 0 0,1 1 0 0 0,-1-1 0 0 0,1 0 0 0 0,-1 1 1 0 0,1-1-1 0 0,-1 0 0 0 0,1 0 0 0 0,0 0 0 0 0,-1 0 0 0 0,1 0 1 0 0,-1 0-1 0 0,1-1 0 0 0,-1 1 0 0 0,1 0 0 0 0,1-2 1 0 0,0 1 3 0 0,0-1 1 0 0,-1 1 0 0 0,1-1-1 0 0,-1 0 1 0 0,1 0 0 0 0,-1 0-1 0 0,0 0 1 0 0,0 0 0 0 0,0-1-1 0 0,3-2 1 0 0,1-6 22 0 0,1-1 0 0 0,-1 1 1 0 0,-1-1-1 0 0,5-14 0 0 0,20-85 409 0 0,1-1-133 0 0,-26 97-307 0 0,0 1-1 0 0,1 0 1 0 0,1 1 0 0 0,1-1 0 0 0,12-16-1 0 0,-19 27-5 0 0,1 1-1 0 0,0-1 1 0 0,0 1-1 0 0,0 0 1 0 0,1 0-1 0 0,-1 0 1 0 0,0 0-1 0 0,1 0 1 0 0,0 0-1 0 0,-1 1 0 0 0,1-1 1 0 0,0 1-1 0 0,0 0 1 0 0,-1-1-1 0 0,1 1 1 0 0,0 1-1 0 0,0-1 1 0 0,0 0-1 0 0,1 1 1 0 0,2-1-1 0 0,-2 2-68 0 0,0-1 0 0 0,0 1 0 0 0,-1 0 0 0 0,1 0 0 0 0,0 0 0 0 0,-1 1 0 0 0,1-1 0 0 0,-1 1 0 0 0,0 0 0 0 0,1 0 0 0 0,-1 0 0 0 0,0 0 0 0 0,0 0-1 0 0,0 1 1 0 0,-1 0 0 0 0,4 3 0 0 0,40 44 13 0 0,-3 2-1 0 0,-2 2 1 0 0,-3 1-1 0 0,41 77 0 0 0,-68-107 329 0 0,-1 1 1 0 0,8 33-1 0 0,-14-42-129 0 0,1 0 1 0 0,0 0-1 0 0,1 0 0 0 0,1-1 1 0 0,1 0-1 0 0,0-1 0 0 0,21 30 1 0 0,-22-36-66 0 0,1 0 0 0 0,1-1 1 0 0,0 0-1 0 0,0 0 1 0 0,0 0-1 0 0,1-1 1 0 0,0-1-1 0 0,0 0 0 0 0,1 0 1 0 0,14 5-1 0 0,-17-9-68 0 0,1 1 0 0 0,-1-1-1 0 0,1-1 1 0 0,0 0 0 0 0,0 0-1 0 0,0 0 1 0 0,0-1 0 0 0,0-1-1 0 0,-1 1 1 0 0,1-2 0 0 0,0 1-1 0 0,0-1 1 0 0,-1 0 0 0 0,12-5-1 0 0,-17 6-689 0 0,0 0-1 0 0,-1 1 0 0 0,1-1 1 0 0,0 1-1 0 0,-1 0 1 0 0,1 0-1 0 0,0 0 1 0 0,3 1-1 0 0,-3-1 491 0 0,-1 0 1 0 0,1 0-1 0 0,-1 0 0 0 0,1 0 0 0 0,-1 0 0 0 0,1 0 1 0 0,-1-1-1 0 0,1 1 0 0 0,2-2 0 0 0,7-5 186 0 0</inkml:trace>
</inkml:ink>
</file>

<file path=ppt/ink/ink3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2:33.6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1576 8290 0 0,'3'0'181'0'0,"-1"1"-1"0"0,1-1 1 0 0,0 0 0 0 0,-1 1 0 0 0,1-1 0 0 0,-1 0-1 0 0,1-1 1 0 0,0 1 0 0 0,-1 0 0 0 0,1-1-1 0 0,-1 1 1 0 0,5-2 0 0 0,30-12 1068 0 0,-35 14-1159 0 0,8-5 33 0 0,0 0 0 0 0,-1-1 1 0 0,1 0-1 0 0,-1-1 1 0 0,0 1-1 0 0,0-2 1 0 0,-1 1-1 0 0,0-1 0 0 0,-1 0 1 0 0,1-1-1 0 0,-2 0 1 0 0,1 0-1 0 0,-1-1 1 0 0,-1 1-1 0 0,0-1 0 0 0,0-1 1 0 0,7-20-1 0 0,0-11-386 0 0,-2-1-1 0 0,-2-1 0 0 0,4-54 0 0 0,-8 68 282 0 0,13-152 14 0 0,20-137 176 0 0,-26 250-241 0 0,0-3-146 0 0,2 1-1 0 0,30-90 1 0 0,-36 143 151 0 0,0-1 0 0 0,1 1 0 0 0,0 0 0 0 0,2 0 1 0 0,0 1-1 0 0,1 1 0 0 0,0 0 0 0 0,2 0 1 0 0,0 1-1 0 0,0 1 0 0 0,2 0 0 0 0,-1 1 0 0 0,23-15 1 0 0,-33 25 27 0 0,1 0 0 0 0,0 0 0 0 0,0 1 0 0 0,0-1 0 0 0,0 1 0 0 0,0 0-1 0 0,0 1 1 0 0,1-1 0 0 0,-1 1 0 0 0,0 0 0 0 0,1 1 0 0 0,-1-1 0 0 0,1 1 0 0 0,-1 0 0 0 0,1 0 0 0 0,-1 1 0 0 0,8 1 0 0 0,-6 0-12 0 0,-1 0 0 0 0,1 1-1 0 0,-1 0 1 0 0,0 1-1 0 0,0-1 1 0 0,0 1 0 0 0,0 0-1 0 0,-1 1 1 0 0,1-1 0 0 0,-1 1-1 0 0,0 0 1 0 0,-1 0 0 0 0,6 8-1 0 0,36 51 413 0 0,-3 3 0 0 0,-2 2 0 0 0,-4 1 0 0 0,54 142-1 0 0,-64-145-421 0 0,2-2-1 0 0,45 74 0 0 0,-56-110 112 0 0,1-1-1 0 0,1-1 0 0 0,2-1 1 0 0,0 0-1 0 0,2-2 1 0 0,48 38-1 0 0,-67-58-9 0 0,1 0 0 0 0,-1 0 0 0 0,1-1 0 0 0,0 0 0 0 0,0 0-1 0 0,0 0 1 0 0,0-1 0 0 0,0 0 0 0 0,0 0 0 0 0,1-1 0 0 0,-1 0 0 0 0,1 0-1 0 0,-1 0 1 0 0,14-1 0 0 0,-15-1-50 0 0,0 0 0 0 0,0 0 0 0 0,0 0 0 0 0,0-1 0 0 0,0 0-1 0 0,-1 0 1 0 0,1 0 0 0 0,0-1 0 0 0,-1 0 0 0 0,0 0 0 0 0,1 0 0 0 0,-1 0-1 0 0,-1 0 1 0 0,1-1 0 0 0,0 0 0 0 0,-1 0 0 0 0,0 0 0 0 0,0 0 0 0 0,4-7 0 0 0,7-14 41 0 0,-1-1 1 0 0,-2 0-1 0 0,11-35 1 0 0,-13 33-86 0 0,1 1 1 0 0,1 1-1 0 0,16-28 1 0 0,-23 47 4 0 0,1 0 1 0 0,0 0 0 0 0,0 1 0 0 0,1-1 0 0 0,-1 1-1 0 0,1 1 1 0 0,1-1 0 0 0,-1 1 0 0 0,1 0-1 0 0,11-6 1 0 0,-14 9 28 0 0,0 0-1 0 0,0 0 0 0 0,0 1 1 0 0,1 0-1 0 0,-1 0 0 0 0,0 0 1 0 0,0 0-1 0 0,1 1 1 0 0,-1 0-1 0 0,1 0 0 0 0,-1 0 1 0 0,0 0-1 0 0,1 0 0 0 0,-1 1 1 0 0,0 0-1 0 0,0 0 0 0 0,1 0 1 0 0,-1 1-1 0 0,0-1 1 0 0,0 1-1 0 0,5 3 0 0 0,9 6 118 0 0,-1 0 0 0 0,0 2 0 0 0,-1 0 0 0 0,0 1 0 0 0,-1 0 0 0 0,0 1 0 0 0,-2 1 0 0 0,21 29 0 0 0,-2 7 610 0 0,41 90 1 0 0,-48-90-430 0 0,-14-31-165 0 0,0 1-1 0 0,2-2 1 0 0,0 0-1 0 0,2 0 1 0 0,0-2-1 0 0,1 0 0 0 0,1 0 1 0 0,28 22-1 0 0,-37-33-275 0 0,1-1 0 0 0,0 0 0 0 0,1 0 0 0 0,0-1 0 0 0,0 0-1 0 0,0 0 1 0 0,0-1 0 0 0,1-1 0 0 0,-1 0 0 0 0,1 0 0 0 0,0-1-1 0 0,0-1 1 0 0,0 0 0 0 0,0 0 0 0 0,0-1 0 0 0,0 0 0 0 0,0-1 0 0 0,0 0-1 0 0,0-1 1 0 0,16-5 0 0 0,19-10-5924 0 0,-23 7 490 0 0</inkml:trace>
</inkml:ink>
</file>

<file path=ppt/ink/ink3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2:34.8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1477 8290 0 0,'29'-14'507'0'0,"-1"-2"-1"0"0,0-1 1 0 0,-1-2 0 0 0,-1 0 0 0 0,0-2-1 0 0,23-25 1 0 0,-36 32-490 0 0,-1 0 0 0 0,-1-1 0 0 0,0 0 0 0 0,-1-1 0 0 0,0 0 0 0 0,-2 0 0 0 0,0-1 0 0 0,0-1 0 0 0,-2 1-1 0 0,0-1 1 0 0,-1 0 0 0 0,2-19 0 0 0,29-290-461 0 0,-6 44 1161 0 0,-17 196-137 0 0,30-106 1 0 0,-41 186-528 0 0,4-14 165 0 0,0 0 0 0 0,1 1 0 0 0,1-1-1 0 0,16-26 1 0 0,-21 42-226 0 0,0 0-1 0 0,0 0 1 0 0,1 1 0 0 0,-1 0-1 0 0,1 0 1 0 0,0 0-1 0 0,0 0 1 0 0,1 0 0 0 0,-1 1-1 0 0,1 0 1 0 0,0 0 0 0 0,0 0-1 0 0,0 1 1 0 0,0-1-1 0 0,0 1 1 0 0,0 0 0 0 0,1 1-1 0 0,-1-1 1 0 0,0 1 0 0 0,1 0-1 0 0,0 0 1 0 0,8 1-1 0 0,0 0-16 0 0,1 0-1 0 0,-1 1 0 0 0,1 0 1 0 0,-1 2-1 0 0,0 0 0 0 0,0 0 1 0 0,0 1-1 0 0,0 1 0 0 0,0 0 0 0 0,-1 1 1 0 0,0 0-1 0 0,-1 1 0 0 0,1 1 1 0 0,-1 0-1 0 0,0 0 0 0 0,-1 2 0 0 0,0-1 1 0 0,-1 1-1 0 0,0 1 0 0 0,0 0 1 0 0,12 18-1 0 0,63 124-838 0 0,-8-12 136 0 0,-25-59 872 0 0,94 138 532 0 0,-128-197-427 0 0,1 0 0 0 0,1-1 0 0 0,1-1 0 0 0,1-1 0 0 0,0-2-1 0 0,2 0 1 0 0,0-1 0 0 0,31 16 0 0 0,-50-31-225 0 0,-1 0 0 0 0,1-1-1 0 0,0 1 1 0 0,-1-1 0 0 0,1-1-1 0 0,0 1 1 0 0,0-1-1 0 0,-1 1 1 0 0,1-1 0 0 0,0-1-1 0 0,0 1 1 0 0,0-1 0 0 0,0 0-1 0 0,-1 0 1 0 0,1 0 0 0 0,0-1-1 0 0,-1 1 1 0 0,1-1 0 0 0,-1 0-1 0 0,0 0 1 0 0,0-1 0 0 0,0 1-1 0 0,0-1 1 0 0,7-6 0 0 0,7-7 50 0 0,-1-1 0 0 0,-1-1 1 0 0,25-35-1 0 0,-28 36-71 0 0,1-1-34 0 0,-4 3-39 0 0,1 1 0 0 0,0 1 0 0 0,19-17-1 0 0,-26 26 51 0 0,0 1 0 0 0,0 0 0 0 0,0 0 0 0 0,1 0 0 0 0,-1 1-1 0 0,1 0 1 0 0,0 0 0 0 0,0 0 0 0 0,0 0 0 0 0,0 1 0 0 0,0-1-1 0 0,0 1 1 0 0,1 1 0 0 0,-1-1 0 0 0,10 1 0 0 0,-4 0-12 0 0,0 1 1 0 0,-1 0 0 0 0,1 1 0 0 0,0 0-1 0 0,0 0 1 0 0,-1 2 0 0 0,0-1-1 0 0,1 1 1 0 0,-1 0 0 0 0,-1 1 0 0 0,1 1-1 0 0,-1-1 1 0 0,0 1 0 0 0,0 1 0 0 0,0 0-1 0 0,-1 0 1 0 0,0 0 0 0 0,-1 1 0 0 0,0 0-1 0 0,0 1 1 0 0,0 0 0 0 0,-1 0-1 0 0,-1 0 1 0 0,1 1 0 0 0,-2 0 0 0 0,1 0-1 0 0,-1 0 1 0 0,4 20 0 0 0,0 6-69 0 0,0 3 431 0 0,1-1 0 0 0,16 40-1 0 0,-21-68-128 0 0,0 0 0 0 0,1 0 0 0 0,1 0 0 0 0,-1 0 0 0 0,1-1 0 0 0,1 0 0 0 0,0 0 0 0 0,0 0 0 0 0,1-1 0 0 0,0 0 1 0 0,18 13-1 0 0,-15-15 244 0 0,0 0 1 0 0,1 0-1 0 0,-1-1 1 0 0,1-1-1 0 0,0 0 1 0 0,23 4-1 0 0,79 7 470 0 0,-57-9-835 0 0,59 6-3211 0 0,-98-8 1499 0 0</inkml:trace>
</inkml:ink>
</file>

<file path=ppt/ink/ink3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2:35.91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1484 6913 0 0,'3'-4'272'0'0,"1"0"-1"0"0,0 1 1 0 0,0 0-1 0 0,0-1 1 0 0,0 1-1 0 0,1 1 1 0 0,6-4-1 0 0,-5 2 62 0 0,6-5-141 0 0,0 0-1 0 0,-1 0 1 0 0,-1-1-1 0 0,1-1 1 0 0,-2 1 0 0 0,0-2-1 0 0,0 1 1 0 0,-1-1 0 0 0,0-1-1 0 0,-1 0 1 0 0,11-26-1 0 0,-11 21-209 0 0,-1 0 1 0 0,0 0-1 0 0,-1-1 0 0 0,-2 0 0 0 0,0 0 0 0 0,0 0 0 0 0,-2 0 0 0 0,-1-30 0 0 0,-21-92-581 0 0,-2-20 487 0 0,21 102 475 0 0,3-1 0 0 0,2 0 0 0 0,13-65 0 0 0,-8 81-308 0 0,2 1-1 0 0,2 0 1 0 0,2 1 0 0 0,36-76 0 0 0,-42 104-66 0 0,1 0 0 0 0,0 0 0 0 0,1 1 0 0 0,0 0 0 0 0,1 1 0 0 0,1 0 0 0 0,0 1 0 0 0,1 0 0 0 0,0 1 0 0 0,0 0 0 0 0,1 1 0 0 0,0 0 0 0 0,19-7 0 0 0,-21 10 62 0 0,1 1 0 0 0,0 1 1 0 0,1 0-1 0 0,-1 0 0 0 0,1 1 0 0 0,-1 1 0 0 0,1 1 0 0 0,0 0 0 0 0,0 0 0 0 0,0 1 0 0 0,0 1 0 0 0,0 0 1 0 0,-1 2-1 0 0,1-1 0 0 0,25 9 0 0 0,-27-6-86 0 0,1 1 1 0 0,-2 0 0 0 0,1 1-1 0 0,-1 0 1 0 0,0 1-1 0 0,0 0 1 0 0,-1 1-1 0 0,0 0 1 0 0,0 1 0 0 0,-1 0-1 0 0,-1 0 1 0 0,0 1-1 0 0,12 19 1 0 0,1 10 236 0 0,-1 1 0 0 0,24 74 1 0 0,-20-48 201 0 0,23 71 412 0 0,-28-75-465 0 0,37 79 0 0 0,-51-133-309 0 0,-1 0 0 0 0,2 0 0 0 0,-1-1 0 0 0,1 1 0 0 0,0-1 0 0 0,1-1-1 0 0,0 1 1 0 0,0-1 0 0 0,0 0 0 0 0,1-1 0 0 0,9 6 0 0 0,-12-9 2 0 0,0 0-1 0 0,0-1 1 0 0,1 0-1 0 0,-1 0 1 0 0,0 0-1 0 0,1 0 1 0 0,0-1-1 0 0,-1 0 1 0 0,1 0 0 0 0,0-1-1 0 0,0 1 1 0 0,-1-1-1 0 0,1-1 1 0 0,0 1-1 0 0,0-1 1 0 0,-1 0-1 0 0,1 0 1 0 0,-1 0-1 0 0,1-1 1 0 0,8-4 0 0 0,11-7-97 0 0,0-1 0 0 0,-1-2 0 0 0,-1 0 1 0 0,0-2-1 0 0,-2 0 0 0 0,32-35 1 0 0,-29 28-244 0 0,2 2 1 0 0,0 0 0 0 0,52-34 0 0 0,-72 54 280 0 0,0-1 1 0 0,1 2-1 0 0,-1-1 0 0 0,0 0 0 0 0,1 1 1 0 0,0 0-1 0 0,-1 1 0 0 0,1 0 1 0 0,0 0-1 0 0,0 0 0 0 0,0 1 1 0 0,0 0-1 0 0,0 0 0 0 0,0 0 1 0 0,0 1-1 0 0,-1 0 0 0 0,1 1 1 0 0,0 0-1 0 0,-1 0 0 0 0,1 0 0 0 0,-1 1 1 0 0,1-1-1 0 0,-1 2 0 0 0,8 4 1 0 0,-4 0 10 0 0,1 0 0 0 0,-1 0 1 0 0,-1 1-1 0 0,1 0 1 0 0,-2 1-1 0 0,1 0 0 0 0,-1 1 1 0 0,-1 0-1 0 0,0 0 0 0 0,0 0 1 0 0,9 24-1 0 0,-1 3 640 0 0,2-1-1 0 0,44 69 1 0 0,-46-84-294 0 0,1-1 1 0 0,1-1-1 0 0,1 0 0 0 0,1-2 1 0 0,36 28-1 0 0,-55-45-350 0 0,17 13-277 0 0,1-1 0 0 0,0-1 0 0 0,1-1-1 0 0,0 0 1 0 0,26 9 0 0 0,-28-15-5862 0 0</inkml:trace>
</inkml:ink>
</file>

<file path=ppt/ink/ink3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2:36.6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10594 0 0,'5'0'944'0'0,"-1"1"-751"0"0,0 1-193 0 0,1-1 0 0 0,-2 0-257 0 0,2 1-79 0 0,5 1-16 0 0,6 3-8 0 0,3 1 360 0 0,1 1 0 0 0,0 2 0 0 0,-1 0 0 0 0,-4 0-1064 0 0,0 0-248 0 0,-2 3-41 0 0,-2 0-15 0 0,2-1 1168 0 0,-4-2 200 0 0</inkml:trace>
</inkml:ink>
</file>

<file path=ppt/ink/ink3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2:38.4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6913 0 0,'23'74'2216'0'0,"24"155"-1"0"0,-13 82-529 0 0,-23-194-1109 0 0,21 356 519 0 0,12 101-200 0 0,-10-307-523 0 0,45 483 1103 0 0,-77-657-1813 0 0,-4-1 0 0 0,-5 1 0 0 0,-3-1 0 0 0,-41 169 0 0 0,45-237-5368 0 0</inkml:trace>
</inkml:ink>
</file>

<file path=ppt/ink/ink3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2:39.1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1 847 6913 0 0,'3'-1'108'0'0,"0"-1"-1"0"0,0 1 0 0 0,0 0 1 0 0,0 0-1 0 0,0 0 0 0 0,0 0 0 0 0,0 1 1 0 0,0-1-1 0 0,5 1 0 0 0,5-2 43 0 0,458-78 2017 0 0,-273 51-2473 0 0,25 1 1353 0 0,356 3 0 0 0,-484 25-607 0 0,613-10 1584 0 0,-548 3-1689 0 0,782-41 2144 0 0,-311 8-2300 0 0,297-48-307 0 0,59-22 365 0 0,449-45 541 0 0,4 56-273 0 0,-388 54 53 0 0,-659 30-324 0 0,359-8 597 0 0,368 32 251 0 0,-559 4-890 0 0,-49-23-2535 0 0,-457 8 1692 0 0,-16-1-268 0 0,50-9 0 0 0,-7-9-5232 0 0,-57 14 1458 0 0</inkml:trace>
</inkml:ink>
</file>

<file path=ppt/ink/ink3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2:39.5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 0 6449 0 0,'-2'0'55'0'0,"1"0"1"0"0,0 1-1 0 0,0-1 0 0 0,0 0 0 0 0,-1 0 0 0 0,1 1 0 0 0,0-1 0 0 0,0 1 0 0 0,0-1 0 0 0,0 1 0 0 0,0-1 0 0 0,0 1 0 0 0,0 0 1 0 0,0 0-1 0 0,0-1 0 0 0,0 1 0 0 0,0 0 0 0 0,0 0 0 0 0,0 0 0 0 0,1 0 0 0 0,-1 0 0 0 0,0 0 0 0 0,1 0 0 0 0,-1 0 0 0 0,1 0 0 0 0,-1 1 1 0 0,1-1-1 0 0,-1 0 0 0 0,1 0 0 0 0,0 0 0 0 0,0 1 0 0 0,-1-1 0 0 0,1 0 0 0 0,0 0 0 0 0,0 1 0 0 0,0-1 0 0 0,0 0 0 0 0,1 0 1 0 0,-1 0-1 0 0,0 1 0 0 0,0-1 0 0 0,1 1 0 0 0,1 2 113 0 0,-1-1 0 0 0,1 1-1 0 0,0-1 1 0 0,0 1 0 0 0,0-1 0 0 0,0 0 0 0 0,1 0 0 0 0,-1 0 0 0 0,1 0-1 0 0,0 0 1 0 0,0-1 0 0 0,3 4 0 0 0,46 28 1533 0 0,-28-20-1185 0 0,9 8-98 0 0,0 1 0 0 0,-2 2 0 0 0,31 32 0 0 0,-52-48-408 0 0,-2 0-1 0 0,1 1 0 0 0,-1 0 0 0 0,-1 0 1 0 0,0 1-1 0 0,0 0 0 0 0,-1 0 1 0 0,-1 1-1 0 0,0 0 0 0 0,0 0 0 0 0,-1 0 1 0 0,-1 0-1 0 0,4 24 0 0 0,-7-27-79 0 0,-1 1 0 0 0,0 0 0 0 0,0 0 0 0 0,-1-1 0 0 0,0 1 0 0 0,-1-1 0 0 0,0 0 0 0 0,0 1 0 0 0,-1-1-1 0 0,0-1 1 0 0,-1 1 0 0 0,0-1 0 0 0,0 1 0 0 0,-10 9 0 0 0,-3 5-1197 0 0,-2-1 0 0 0,-1-1 0 0 0,-34 27 1 0 0,0-6-2586 0 0</inkml:trace>
</inkml:ink>
</file>

<file path=ppt/ink/ink3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2:40.6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493 104 5065 0 0,'0'0'390'0'0,"-1"-1"-240"0"0,-23 14 1049 0 0,6 3-883 0 0,-1 0 1 0 0,2 2-1 0 0,1 0 0 0 0,-29 39 0 0 0,11-13-291 0 0,3-5-155 0 0,-58 67 102 0 0,78-94-174 0 0,-2 0 1 0 0,0-1-1 0 0,0 0 1 0 0,-1-1-1 0 0,-26 15 1 0 0,38-23 211 0 0,0-1 0 0 0,0 0 0 0 0,0 0-1 0 0,-1 0 1 0 0,1 0 0 0 0,0 0 0 0 0,0-1 0 0 0,0 1 0 0 0,-1 0 0 0 0,1-1 0 0 0,0 0 0 0 0,-1 0 0 0 0,1 1 0 0 0,0-1-1 0 0,-1-1 1 0 0,1 1 0 0 0,0 0 0 0 0,-1-1 0 0 0,1 1 0 0 0,0-1 0 0 0,0 1 0 0 0,-1-1 0 0 0,1 0 0 0 0,0 0 0 0 0,0 0 0 0 0,0 0-1 0 0,0-1 1 0 0,0 1 0 0 0,0 0 0 0 0,1-1 0 0 0,-1 1 0 0 0,-3-4 0 0 0,2 0 136 0 0,1 0 0 0 0,-1 0 0 0 0,1 0 0 0 0,0 0 0 0 0,0 0 0 0 0,0-1 0 0 0,1 1 0 0 0,0-1 0 0 0,0 1 0 0 0,0-1 1 0 0,1 1-1 0 0,0-12 0 0 0,2-17 900 0 0,1 1 1 0 0,14-58 0 0 0,-12 72-756 0 0,0 0-1 0 0,2 0 1 0 0,0 1-1 0 0,1 0 1 0 0,1 0 0 0 0,12-17-1 0 0,-13 24-73 0 0,0 2 0 0 0,1-1 0 0 0,0 1 0 0 0,1 0 0 0 0,0 1 0 0 0,0 0 0 0 0,1 1 0 0 0,0 0 0 0 0,16-7-1 0 0,-19 10-16 0 0,0 0 0 0 0,1 0 0 0 0,-1 1 0 0 0,1 1 0 0 0,0-1 0 0 0,0 1 0 0 0,0 1 0 0 0,1 0-1 0 0,-1 0 1 0 0,0 1 0 0 0,0 0 0 0 0,0 0 0 0 0,17 4 0 0 0,-16 0-155 0 0,0 0-1 0 0,0 1 1 0 0,-1 1 0 0 0,0 0 0 0 0,0 0-1 0 0,0 1 1 0 0,0 0 0 0 0,-1 0 0 0 0,12 15-1 0 0,29 23-853 0 0,-19-23-226 0 0,57 29-1 0 0,-34-23-99 0 0</inkml:trace>
</inkml:ink>
</file>

<file path=ppt/ink/ink3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2:56.5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108 160 5529 0 0,'-5'-66'3026'0'0,"4"43"-927"0"0,-7-42 0 0 0,8 65-2050 0 0,0-1-1 0 0,0 1 0 0 0,0 0 0 0 0,0 0 0 0 0,0 0 1 0 0,0-1-1 0 0,0 1 0 0 0,0 0 0 0 0,0 0 0 0 0,0 0 1 0 0,0 0-1 0 0,0-1 0 0 0,0 1 0 0 0,0 0 0 0 0,0 0 1 0 0,0 0-1 0 0,0 0 0 0 0,0-1 0 0 0,-1 1 0 0 0,1 0 1 0 0,0 0-1 0 0,0 0 0 0 0,0 0 0 0 0,0 0 0 0 0,0-1 1 0 0,0 1-1 0 0,-1 0 0 0 0,1 0 0 0 0,0 0 0 0 0,0 0 1 0 0,0 0-1 0 0,0 0 0 0 0,-1 0 0 0 0,1 0 0 0 0,0-1 1 0 0,0 1-1 0 0,0 0 0 0 0,0 0 0 0 0,-1 0 0 0 0,1 0 1 0 0,0 0-1 0 0,0 0 0 0 0,0 0 0 0 0,-1 0 1 0 0,1 0-1 0 0,0 0 0 0 0,0 0 0 0 0,0 0 0 0 0,0 1 1 0 0,-1-1-1 0 0,1 0 0 0 0,0 0 0 0 0,0 0 0 0 0,0 0 1 0 0,0 0-1 0 0,-1 0 0 0 0,-9 14 1037 0 0,-6 20-354 0 0,2 6-565 0 0,2 1 0 0 0,1 0 0 0 0,3 0 0 0 0,1 1 0 0 0,-2 52 1 0 0,10 213 154 0 0,-1-299-296 0 0,0 6 11 0 0,2 40 163 0 0,15 95 0 0 0,-15-135-115 0 0,1-1-1 0 0,1 1 1 0 0,0-1-1 0 0,1 1 1 0 0,0-1-1 0 0,1-1 0 0 0,0 1 1 0 0,1-1-1 0 0,1 0 1 0 0,0 0-1 0 0,0-1 1 0 0,13 12-1 0 0,-15-18-12 0 0,0 0-1 0 0,0 0 1 0 0,1-1-1 0 0,0 0 1 0 0,0 0 0 0 0,0 0-1 0 0,0-1 1 0 0,0-1 0 0 0,1 1-1 0 0,-1-1 1 0 0,1 0-1 0 0,0-1 1 0 0,-1 1 0 0 0,1-2-1 0 0,0 1 1 0 0,0-1-1 0 0,0 0 1 0 0,0-1 0 0 0,-1 0-1 0 0,1 0 1 0 0,10-3 0 0 0,-10 2-45 0 0,1-1 1 0 0,-1 0-1 0 0,0 0 1 0 0,-1-1-1 0 0,1 0 1 0 0,-1 0-1 0 0,0-1 1 0 0,0 0-1 0 0,0 0 1 0 0,0-1 0 0 0,-1 0-1 0 0,0 0 1 0 0,0 0-1 0 0,-1-1 1 0 0,0 0-1 0 0,0 0 1 0 0,0 0-1 0 0,-1-1 1 0 0,5-10-1 0 0,-8 14-48 0 0,0 1-1 0 0,0-1 0 0 0,0 0 1 0 0,0 1-1 0 0,0-1 0 0 0,-1 0 0 0 0,1 0 1 0 0,-1 0-1 0 0,0 1 0 0 0,-1-1 1 0 0,1 0-1 0 0,-1 0 0 0 0,1 0 1 0 0,-1 1-1 0 0,0-1 0 0 0,0 0 0 0 0,-1 1 1 0 0,1-1-1 0 0,-3-4 0 0 0,1 4-309 0 0,0 1 0 0 0,0-1 0 0 0,0 0 0 0 0,0 1 0 0 0,0-1-1 0 0,-1 1 1 0 0,1 0 0 0 0,-1 0 0 0 0,-6-3 0 0 0,0 0-1216 0 0</inkml:trace>
</inkml:ink>
</file>

<file path=ppt/ink/ink3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2:56.9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1 201 4609 0 0,'0'-1'106'0'0,"0"1"1"0"0,0-1-1 0 0,0 1 1 0 0,0-1-1 0 0,0 1 1 0 0,0-1-1 0 0,0 1 1 0 0,0-1-1 0 0,0 1 1 0 0,0-1-1 0 0,0 1 1 0 0,1-1-1 0 0,-1 1 1 0 0,0-1-1 0 0,0 1 1 0 0,0-1-1 0 0,1 1 0 0 0,-1 0 1 0 0,0-1-1 0 0,1 1 1 0 0,-1-1-1 0 0,0 1 1 0 0,1 0-1 0 0,-1-1 1 0 0,1 1-1 0 0,-1 0 1 0 0,0 0-1 0 0,1-1 1 0 0,-1 1-1 0 0,1 0 1 0 0,19-15 1701 0 0,-15 12-1342 0 0,27-18 1838 0 0,0 2 1 0 0,68-29 0 0 0,77-14 887 0 0,-155 56-3423 0 0,1 1 0 0 0,0 1 0 0 0,0 2 0 0 0,45-1 0 0 0,93 17-7794 0 0,-137-11 6389 0 0,-12-2 1109 0 0,0 0 0 0 0,1-1 0 0 0,16-2 0 0 0,6-4 475 0 0</inkml:trace>
</inkml:ink>
</file>

<file path=ppt/ink/ink3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2:57.1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109 1 10594 0 0,'-1'0'146'0'0,"1"0"-1"0"0,-1 0 1 0 0,0-1-1 0 0,1 1 1 0 0,-1 0-1 0 0,0 0 1 0 0,1 0-1 0 0,-1 0 1 0 0,0 1-1 0 0,1-1 1 0 0,-1 0-1 0 0,0 0 1 0 0,1 0-1 0 0,-1 0 1 0 0,1 1-1 0 0,-1-1 1 0 0,0 0-1 0 0,1 1 1 0 0,-1-1-1 0 0,1 0 0 0 0,-1 1 1 0 0,1-1-1 0 0,-1 1 1 0 0,1-1-1 0 0,-1 1 1 0 0,-12 21 2000 0 0,-2 29-122 0 0,14-47-1771 0 0,-19 81 331 0 0,4 0 0 0 0,3 1-1 0 0,-2 97 1 0 0,21-147-2826 0 0</inkml:trace>
</inkml:ink>
</file>

<file path=ppt/ink/ink3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2:57.3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 46 5985 0 0,'-2'-9'889'0'0,"1"6"-104"0"0,0 0 1 0 0,1 0-1 0 0,-1 0 1 0 0,0 0-1 0 0,0 1 1 0 0,0-1-1 0 0,-1 0 1 0 0,1 1-1 0 0,-1-1 1 0 0,1 1-1 0 0,-4-4 0 0 0,4 8-880 0 0,0 0 0 0 0,0 0 0 0 0,0 0 0 0 0,1 0-1 0 0,-1 0 1 0 0,1 0 0 0 0,0 0 0 0 0,-1 0-1 0 0,1 0 1 0 0,0 0 0 0 0,0 0 0 0 0,1 3 0 0 0,-1-4-76 0 0,5 78-2909 0 0,-7-52 3080 0 0</inkml:trace>
</inkml:ink>
</file>

<file path=ppt/ink/ink3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2:58.0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85 6849 0 0,'1'-1'91'0'0,"0"0"0"0"0,-1-1 0 0 0,1 1 0 0 0,0 0 0 0 0,0 0 0 0 0,0 0 0 0 0,0 0 0 0 0,0 0 0 0 0,0 0 0 0 0,0 0 0 0 0,1 1 0 0 0,-1-1-1 0 0,0 0 1 0 0,0 0 0 0 0,1 1 0 0 0,-1-1 0 0 0,0 1 0 0 0,1-1 0 0 0,-1 1 0 0 0,0 0 0 0 0,1 0 0 0 0,-1-1 0 0 0,1 1 0 0 0,-1 0 0 0 0,1 0-1 0 0,-1 0 1 0 0,0 0 0 0 0,1 1 0 0 0,-1-1 0 0 0,1 0 0 0 0,-1 1 0 0 0,0-1 0 0 0,1 1 0 0 0,-1-1 0 0 0,0 1 0 0 0,3 1 0 0 0,-1 0 177 0 0,0 0-1 0 0,0 0 1 0 0,-1 0 0 0 0,1 1 0 0 0,-1-1 0 0 0,0 1 0 0 0,1 0 0 0 0,-1 0 0 0 0,0 0 0 0 0,-1 0 0 0 0,1 0 0 0 0,0 0 0 0 0,-1 0-1 0 0,2 6 1 0 0,4 22 240 0 0,-2 1-1 0 0,-1 0 0 0 0,-2 0 0 0 0,-1 0 0 0 0,-3 34 1 0 0,-5-41-508 0 0,7-25 0 0 0,0-1 0 0 0,0 1 0 0 0,0 0 0 0 0,0 0 0 0 0,0 0 0 0 0,0 0 0 0 0,-1 0 0 0 0,1 0 0 0 0,0 0 0 0 0,0 0 0 0 0,0 0 0 0 0,0 0 0 0 0,0 0 0 0 0,0 0 0 0 0,0 0 0 0 0,0 0 0 0 0,0 0 0 0 0,0 0 0 0 0,0 0 0 0 0,0 0 0 0 0,-1 0 0 0 0,1 0 0 0 0,0 0 0 0 0,0 0 0 0 0,0 0 0 0 0,0 0 0 0 0,0 0 0 0 0,0 0 0 0 0,0 0 0 0 0,0 0 0 0 0,0 0 0 0 0,0 0 0 0 0,0 0 0 0 0,0 0 0 0 0,0 0 0 0 0,-1 1 0 0 0,1-1 0 0 0,0 0 0 0 0,0 0 0 0 0,0 0 0 0 0,0 0 0 0 0,0 0 0 0 0,0 0 0 0 0,0 0 0 0 0,0 0 0 0 0,0 0 0 0 0,0 0 0 0 0,0 0 0 0 0,0 0 0 0 0,0 1 0 0 0,2-25 0 0 0,3-5 130 0 0,1 1 1 0 0,2-1 0 0 0,0 1 0 0 0,19-38-1 0 0,-21 51-33 0 0,1 1-1 0 0,1 0 0 0 0,0 1 0 0 0,1 0 1 0 0,1 0-1 0 0,0 1 0 0 0,1 0 0 0 0,0 0 1 0 0,0 2-1 0 0,14-11 0 0 0,-23 19-58 0 0,0 1 0 0 0,0-1 0 0 0,0 1-1 0 0,1-1 1 0 0,-1 1 0 0 0,0 0 0 0 0,1 0 0 0 0,-1 0 0 0 0,1 0-1 0 0,-1 0 1 0 0,1 0 0 0 0,-1 1 0 0 0,1-1 0 0 0,0 1 0 0 0,-1 0-1 0 0,1 0 1 0 0,-1 0 0 0 0,1 0 0 0 0,0 0 0 0 0,-1 1-1 0 0,1-1 1 0 0,3 2 0 0 0,-3 0 30 0 0,0 0-1 0 0,0 1 1 0 0,0-1 0 0 0,0 1-1 0 0,-1-1 1 0 0,1 1 0 0 0,-1 0-1 0 0,0 0 1 0 0,0 0 0 0 0,0 0-1 0 0,0 0 1 0 0,-1 1 0 0 0,1-1-1 0 0,-1 0 1 0 0,2 7-1 0 0,6 20 69 0 0,-1 1-1 0 0,-2 1 0 0 0,-1-1 1 0 0,-1 1-1 0 0,-2 0 0 0 0,-2 44 0 0 0,-7-27-121 0 0,10-63-13 0 0,0 0 0 0 0,1 0 1 0 0,1 1-1 0 0,0-1 1 0 0,13-24-1 0 0,-15 32 4 0 0,16-35 69 0 0,-11 21 23 0 0,1 0 0 0 0,1 1 1 0 0,0 0-1 0 0,2 1 0 0 0,0 0 0 0 0,1 1 0 0 0,16-17 0 0 0,-28 33-81 0 0,0 0 0 0 0,0-1 0 0 0,1 1 0 0 0,-1 0 0 0 0,0 1 0 0 0,0-1 0 0 0,1 0 0 0 0,-1 0 0 0 0,1 1 0 0 0,-1-1 0 0 0,1 0 0 0 0,-1 1 0 0 0,1-1 0 0 0,-1 1 0 0 0,1 0 0 0 0,-1 0 0 0 0,3-1 1 0 0,-3 2-10 0 0,0-1 0 0 0,0 0 0 0 0,0 1 0 0 0,0-1 0 0 0,0 1 0 0 0,0-1 0 0 0,0 1 0 0 0,0-1 0 0 0,0 1 0 0 0,0 0 0 0 0,0-1 0 0 0,0 1 0 0 0,0 0 1 0 0,-1 0-1 0 0,1 0 0 0 0,0 0 0 0 0,0-1 0 0 0,0 3 0 0 0,3 5-14 0 0,0 1 0 0 0,-1-1 0 0 0,-1 1-1 0 0,1 0 1 0 0,0 9 0 0 0,2 3-72 0 0,0-7-606 0 0,-1 0-1 0 0,2 0 1 0 0,0-1-1 0 0,10 16 1 0 0,-4-10-6471 0 0</inkml:trace>
</inkml:ink>
</file>

<file path=ppt/ink/ink3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2:58.4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70 427 3209 0 0,'13'-4'3146'0'0,"9"-10"433"0"0,-9 3-1795 0 0,-1-2 0 0 0,0 1 0 0 0,18-27-1 0 0,-16 19-1226 0 0,-1-1-1 0 0,-1 0 0 0 0,-1-1 1 0 0,10-30-1 0 0,-18 42-526 0 0,0 1 0 0 0,-1-1 0 0 0,0 0 0 0 0,-1 1 0 0 0,0-1 1 0 0,-1 0-1 0 0,0 0 0 0 0,0 1 0 0 0,-1-1 0 0 0,0 0 0 0 0,-1 0 0 0 0,-4-13 0 0 0,5 20-19 0 0,0 0 0 0 0,0-1 0 0 0,-1 1 0 0 0,1 0-1 0 0,-1 0 1 0 0,0 0 0 0 0,0 0 0 0 0,0 0 0 0 0,0 1 0 0 0,-1-1-1 0 0,1 1 1 0 0,-1-1 0 0 0,0 1 0 0 0,1 0 0 0 0,-1 0 0 0 0,0 0-1 0 0,0 0 1 0 0,0 0 0 0 0,-1 1 0 0 0,1 0 0 0 0,0-1 0 0 0,0 1-1 0 0,-1 0 1 0 0,1 1 0 0 0,-1-1 0 0 0,1 1 0 0 0,-1-1-1 0 0,1 1 1 0 0,-1 0 0 0 0,1 0 0 0 0,-1 1 0 0 0,1-1 0 0 0,-1 1-1 0 0,1-1 1 0 0,0 1 0 0 0,-1 0 0 0 0,-3 2 0 0 0,-1 0 1 0 0,0 0 0 0 0,1 0-1 0 0,-1 0 1 0 0,1 1 0 0 0,0 0 0 0 0,0 1 0 0 0,0 0 0 0 0,1 0 0 0 0,-1 0 0 0 0,1 1-1 0 0,1 0 1 0 0,-1 0 0 0 0,1 0 0 0 0,0 1 0 0 0,0-1 0 0 0,1 1 0 0 0,0 0 0 0 0,0 1-1 0 0,1-1 1 0 0,0 1 0 0 0,0 0 0 0 0,-2 8 0 0 0,4-9-5 0 0,-1 0-1 0 0,1 0 1 0 0,1 0-1 0 0,-1 0 1 0 0,1 0-1 0 0,1 0 1 0 0,-1 0 0 0 0,1 0-1 0 0,0-1 1 0 0,1 1-1 0 0,-1 0 1 0 0,1 0-1 0 0,1-1 1 0 0,-1 1 0 0 0,1-1-1 0 0,1 1 1 0 0,-1-1-1 0 0,1 0 1 0 0,0-1-1 0 0,0 1 1 0 0,0-1 0 0 0,1 1-1 0 0,0-1 1 0 0,0-1-1 0 0,0 1 1 0 0,7 4 0 0 0,5 1 135 0 0,0-1 0 0 0,0 0 1 0 0,1-1-1 0 0,0-1 0 0 0,0-1 1 0 0,1 0-1 0 0,0-1 0 0 0,38 4 1 0 0,-1-4 2 0 0,102-5 1 0 0,-95-4-1516 0 0,115-23 1 0 0,-138 19-5862 0 0</inkml:trace>
</inkml:ink>
</file>

<file path=ppt/ink/ink3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2:59.1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23 11522 0 0,'-1'1'2794'0'0,"6"0"-1044"0"0,16-2-424 0 0,28-3-690 0 0,323-14 3510 0 0,-312 16-3987 0 0,10 4-77 0 0,131 21 1 0 0,-134-12-252 0 0,137 3 1 0 0,-195-14-358 0 0,57-5-737 0 0,-35-5-1496 0 0,-29 9 2277 0 0,-1 0 1 0 0,1 0-1 0 0,-1 0 0 0 0,1 0 0 0 0,-1 0 0 0 0,1 0 0 0 0,-1 0 1 0 0,0-1-1 0 0,0 1 0 0 0,0 0 0 0 0,1-1 0 0 0,-1 1 0 0 0,0-3 1 0 0</inkml:trace>
</inkml:ink>
</file>

<file path=ppt/ink/ink3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2:59.4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173 33 3681 0 0,'-33'-15'375'0'0,"29"12"332"0"0,-1 1-1 0 0,1 0 0 0 0,-1-1 1 0 0,0 1-1 0 0,0 1 0 0 0,0-1 1 0 0,0 1-1 0 0,0 0 0 0 0,-13 3 4798 0 0,19-1-5387 0 0,2 10 2055 0 0,10 11-865 0 0,-12-21-1069 0 0,48 81 1807 0 0,-32-51-1626 0 0,2-1 1 0 0,41 52-1 0 0,-13-40 35 0 0,-38-36-453 0 0,-1 0 1 0 0,1 1 0 0 0,-2 0 0 0 0,1 1 0 0 0,-1 0 0 0 0,0 0 0 0 0,9 15-1 0 0,-15-21 26 0 0,0 1 0 0 0,-1 0 0 0 0,1 0 0 0 0,-1-1 0 0 0,0 1-1 0 0,0 0 1 0 0,0 0 0 0 0,0 0 0 0 0,0-1 0 0 0,0 1 0 0 0,-1 0 0 0 0,1 0-1 0 0,-1-1 1 0 0,0 1 0 0 0,0 0 0 0 0,0-1 0 0 0,0 1 0 0 0,-1-1-1 0 0,1 1 1 0 0,0-1 0 0 0,-1 0 0 0 0,-3 4 0 0 0,-4 6 125 0 0,-1-1 1 0 0,-20 18-1 0 0,0-4-36 0 0,-1-2 1 0 0,-53 29-1 0 0,44-28-1851 0 0,-42 33-1 0 0,60-37-1327 0 0,14-12 1495 0 0</inkml:trace>
</inkml:ink>
</file>

<file path=ppt/ink/ink3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3:02.9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160 701 4145 0 0,'-62'34'8428'0'0,"111"-68"-5288"0"0,-36 26-2839 0 0,0 0-1 0 0,-1-1 1 0 0,0 0 0 0 0,0-1 0 0 0,-1 0 0 0 0,-1-1 0 0 0,1 0 0 0 0,-2 0-1 0 0,1-1 1 0 0,9-18 0 0 0,-14 20-182 0 0,0-1-1 0 0,-1 0 0 0 0,0 1 0 0 0,-1-1 1 0 0,0-1-1 0 0,0 1 0 0 0,-1 0 0 0 0,-1 0 1 0 0,0-1-1 0 0,-1 1 0 0 0,0-1 1 0 0,-1 1-1 0 0,0-1 0 0 0,-3-13 0 0 0,-2 0-81 0 0,-1 1-1 0 0,-1 1 0 0 0,0 0 1 0 0,-2 0-1 0 0,-1 0 1 0 0,-1 1-1 0 0,-1 1 0 0 0,-1 0 1 0 0,0 1-1 0 0,-2 0 0 0 0,-33-32 1 0 0,32 37-1264 0 0,0 0 1 0 0,-1 1 0 0 0,-1 1 0 0 0,-28-15 0 0 0,30 19-4474 0 0</inkml:trace>
</inkml:ink>
</file>

<file path=ppt/ink/ink3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3:03.2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35 7834 0 0,'0'1'49'0'0,"0"-1"0"0"0,-1 0-1 0 0,1 0 1 0 0,0 0 0 0 0,-1 0 0 0 0,1 0 0 0 0,-1 0 0 0 0,1 0 0 0 0,0 0 0 0 0,-1 0 0 0 0,1 0 0 0 0,-1 0 0 0 0,1 0 0 0 0,0 0-1 0 0,-1 0 1 0 0,1 0 0 0 0,-1 0 0 0 0,1 0 0 0 0,0-1 0 0 0,-1 1 0 0 0,1 0 0 0 0,0 0 0 0 0,-1 0 0 0 0,1-1 0 0 0,0 1 0 0 0,0 0 0 0 0,-1 0-1 0 0,1-1 1 0 0,0 1 0 0 0,-1 0 0 0 0,1-1 0 0 0,0 1 0 0 0,9-9 1993 0 0,21-5 899 0 0,-18 11-2652 0 0,0 1 0 0 0,0 0 0 0 0,0 1 0 0 0,0 0 0 0 0,1 1 0 0 0,14 2 0 0 0,76 16 2669 0 0,-4-2-1462 0 0,-77-14-2515 0 0,-1-1-1 0 0,1-1 0 0 0,33-4 0 0 0,-28-1-5207 0 0</inkml:trace>
</inkml:ink>
</file>

<file path=ppt/ink/ink3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3:03.5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130 1074 3681 0 0,'1'67'2060'0'0,"1"-21"3313"0"0,-16-87-1268 0 0,-12-82-2448 0 0,-15-159 0 0 0,11-131-1492 0 0,11 111-3981 0 0,16 277 2273 0 0</inkml:trace>
</inkml:ink>
</file>

<file path=ppt/ink/ink3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3:03.7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44 124 3225 0 0,'-1'0'154'0'0,"0"1"1"0"0,0-1 0 0 0,-1 1 0 0 0,1-1 0 0 0,0 0-1 0 0,0 1 1 0 0,0-1 0 0 0,-1 0 0 0 0,1 0 0 0 0,0 0-1 0 0,0 0 1 0 0,-1 0 0 0 0,1 0 0 0 0,0 0 0 0 0,0 0-1 0 0,-1 0 1 0 0,1-1 0 0 0,0 1 0 0 0,0 0 0 0 0,0-1-1 0 0,-1 1 1 0 0,1-1 0 0 0,0 0 0 0 0,0 1 0 0 0,0-1-1 0 0,0 0 1 0 0,0 1 0 0 0,0-1 0 0 0,0 0 0 0 0,0 0-1 0 0,1 0 1 0 0,-1 0 0 0 0,0 0 0 0 0,0 0 0 0 0,1 0-1 0 0,-1 0 1 0 0,1 0 0 0 0,-1-1 0 0 0,1 1 0 0 0,-1-2-1 0 0,0 1 123 0 0,1-1 0 0 0,0 0 0 0 0,-1 1-1 0 0,1-1 1 0 0,0 0 0 0 0,1 1 0 0 0,-1-1-1 0 0,0 1 1 0 0,1-1 0 0 0,0 0 0 0 0,-1 1-1 0 0,1-1 1 0 0,0 1 0 0 0,0 0 0 0 0,0-1 0 0 0,1 1-1 0 0,-1 0 1 0 0,4-5 0 0 0,0 2 13 0 0,0 0 0 0 0,1 1 0 0 0,-1-1 0 0 0,1 1 0 0 0,1 0-1 0 0,-1 0 1 0 0,0 1 0 0 0,1 0 0 0 0,0 0 0 0 0,-1 0 0 0 0,1 1 0 0 0,1 0 0 0 0,-1 0 0 0 0,0 1 0 0 0,0 0 0 0 0,0 0 0 0 0,1 1 0 0 0,-1 0 0 0 0,0 0 0 0 0,1 1 0 0 0,-1 0 0 0 0,0 0 0 0 0,9 3-1 0 0,5 1-499 0 0,-1 1-1 0 0,1 1 0 0 0,-1 1 1 0 0,-1 1-1 0 0,1 1 0 0 0,29 20 1 0 0,-32-18-7085 0 0</inkml:trace>
</inkml:ink>
</file>

<file path=ppt/ink/ink3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3:04.2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81 25 7370 0 0,'-57'-20'3184'0'0,"33"16"3922"0"0,72 27-6116 0 0,0-2 0 0 0,2-2 0 0 0,51 12 1 0 0,159 26-263 0 0,-250-55-870 0 0,-1-1 1 0 0,1 0-1 0 0,0 0 1 0 0,0-1-1 0 0,14-2 0 0 0,6-6-6730 0 0</inkml:trace>
</inkml:ink>
</file>

<file path=ppt/ink/ink3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3:04.5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99 226 3225 0 0,'-5'0'270'0'0,"-1"-1"0"0"0,1 1 1 0 0,-1-1-1 0 0,1 0 1 0 0,-1-1-1 0 0,1 1 0 0 0,0-1 1 0 0,0 0-1 0 0,-1 0 1 0 0,1-1-1 0 0,-8-4 0 0 0,11 5-13 0 0,0 1-1 0 0,0-1 0 0 0,0 0 0 0 0,0 0 0 0 0,1 1 1 0 0,-1-1-1 0 0,0 0 0 0 0,1 0 0 0 0,0-1 0 0 0,-1 1 1 0 0,1 0-1 0 0,0 0 0 0 0,0-1 0 0 0,0 1 0 0 0,0-1 0 0 0,1 1 1 0 0,-1-1-1 0 0,1 1 0 0 0,-1-1 0 0 0,1 1 0 0 0,0-1 1 0 0,0 1-1 0 0,0-1 0 0 0,0 1 0 0 0,0-1 0 0 0,1 1 1 0 0,-1-1-1 0 0,2-2 0 0 0,0 0-28 0 0,0 1 1 0 0,0 0-1 0 0,0 0 1 0 0,1 0-1 0 0,0 0 1 0 0,0 0-1 0 0,0 0 0 0 0,0 1 1 0 0,0-1-1 0 0,1 1 1 0 0,-1 0-1 0 0,1 0 0 0 0,0 1 1 0 0,0-1-1 0 0,0 1 1 0 0,0 0-1 0 0,1 0 1 0 0,-1 0-1 0 0,5-1 0 0 0,13-4 217 0 0,0 0 0 0 0,36-4 0 0 0,-46 9-240 0 0,144-13 668 0 0,-106 13-1908 0 0,79-15-1 0 0,-106 12-3598 0 0,0 0-1467 0 0</inkml:trace>
</inkml:ink>
</file>

<file path=ppt/ink/ink3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3:04.7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46 419 6913 0 0,'-1'1'27'0'0,"1"-1"-1"0"0,-1 1 0 0 0,0-1 0 0 0,1 1 0 0 0,-1-1 0 0 0,0 1 0 0 0,0-1 0 0 0,1 0 0 0 0,-1 0 0 0 0,0 1 0 0 0,0-1 0 0 0,0 0 0 0 0,0 0 0 0 0,1 0 1 0 0,-1 0-1 0 0,0 0 0 0 0,0 0 0 0 0,0 0 0 0 0,0 0 0 0 0,1 0 0 0 0,-1 0 0 0 0,0 0 0 0 0,0-1 0 0 0,0 1 0 0 0,1 0 0 0 0,-1 0 0 0 0,0-1 0 0 0,0 1 0 0 0,1-1 1 0 0,-1 1-1 0 0,-1-1 0 0 0,1-2 15 0 0,0 1 0 0 0,0 0-1 0 0,0-1 1 0 0,0 1 0 0 0,1 0 0 0 0,-1-1 0 0 0,1 1 0 0 0,-1-6 0 0 0,-1-4 138 0 0,-3-24 1588 0 0,1-1 0 0 0,2-71 0 0 0,18-73-2986 0 0,-15 162 1133 0 0</inkml:trace>
</inkml:ink>
</file>

<file path=ppt/ink/ink3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3:05.3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9 794 5065 0 0,'-1'0'82'0'0,"1"0"0"0"0,-1 0 0 0 0,1 0 0 0 0,0-1 0 0 0,-1 1 0 0 0,1 0 0 0 0,-1 0 1 0 0,1 0-1 0 0,0 0 0 0 0,-1-1 0 0 0,1 1 0 0 0,0 0 0 0 0,-1 0 0 0 0,1-1 0 0 0,0 1 0 0 0,-1 0 0 0 0,1-1 0 0 0,0 1 0 0 0,0 0 0 0 0,-1-1 0 0 0,1 1 0 0 0,0 0 0 0 0,0-1 0 0 0,0 1 0 0 0,0 0 1 0 0,-1-1-1 0 0,1 1 0 0 0,0-1 0 0 0,0 1 0 0 0,0 0 0 0 0,0-1 0 0 0,0 1 0 0 0,0-1 0 0 0,0 1 0 0 0,0-1 0 0 0,0 1 0 0 0,0 0 0 0 0,0-1 0 0 0,0 1 0 0 0,0-1 0 0 0,1 1 0 0 0,-1 0 0 0 0,0-1 1 0 0,0 1-1 0 0,0-1 0 0 0,1 1 0 0 0,-1-1 0 0 0,1 0 175 0 0,-1-1 0 0 0,1 1 0 0 0,-1-1 0 0 0,1 1 0 0 0,0 0 1 0 0,0-1-1 0 0,0 1 0 0 0,-1 0 0 0 0,1 0 0 0 0,0 0 0 0 0,1-1 0 0 0,1 0 1 0 0,5-1 381 0 0,0 1 1 0 0,0 0 0 0 0,0 1 0 0 0,0 0 0 0 0,0 0 0 0 0,1 1-1 0 0,-1 0 1 0 0,15 1 0 0 0,37-1 986 0 0,-56-1-1564 0 0,0 1 1 0 0,0-1-1 0 0,0 0 1 0 0,-1 0-1 0 0,1-1 1 0 0,-1 1-1 0 0,1-1 1 0 0,-1 0-1 0 0,1 1 1 0 0,-1-2-1 0 0,0 1 1 0 0,0 0-1 0 0,3-4 1 0 0,-5 5-56 0 0,0 0 0 0 0,0 0-1 0 0,0 0 1 0 0,0 0 0 0 0,0-1 0 0 0,-1 1 0 0 0,1 0 0 0 0,-1-1 0 0 0,1 1 0 0 0,-1-1 0 0 0,1 1 0 0 0,-1-1-1 0 0,0 1 1 0 0,0-1 0 0 0,1 1 0 0 0,-1-1 0 0 0,0 1 0 0 0,0-1 0 0 0,-1 1 0 0 0,1 0 0 0 0,0-1 0 0 0,0 1 0 0 0,-1-1-1 0 0,1 1 1 0 0,-1-1 0 0 0,1 1 0 0 0,-1 0 0 0 0,0-1 0 0 0,1 1 0 0 0,-1 0 0 0 0,0 0 0 0 0,0-1 0 0 0,-2-1 0 0 0,-4-6-31 0 0,-1 1 1 0 0,0 0-1 0 0,-15-11 1 0 0,10 8-70 0 0,-3-4-246 0 0,1 0 0 0 0,0-1 0 0 0,-20-31 0 0 0,30 40 129 0 0,0 0 0 0 0,1 0 1 0 0,0-1-1 0 0,1 0 0 0 0,-1 1 0 0 0,2-1 0 0 0,-1-1 0 0 0,1 1 1 0 0,0 0-1 0 0,0-1 0 0 0,1 1 0 0 0,0-12 0 0 0,1 18 173 0 0,0 0 1 0 0,1 0-1 0 0,-1 0 0 0 0,0 0 0 0 0,1 0 0 0 0,-1 0 0 0 0,1 0 0 0 0,-1 0 1 0 0,1 1-1 0 0,0-1 0 0 0,0 0 0 0 0,0 0 0 0 0,0 1 0 0 0,0-1 1 0 0,1 1-1 0 0,-1-1 0 0 0,0 1 0 0 0,1-1 0 0 0,-1 1 0 0 0,3-2 1 0 0,-1 2 56 0 0,0-1 0 0 0,0 1 0 0 0,0 0 0 0 0,0 0 0 0 0,0 0 0 0 0,1 0 0 0 0,-1 0 0 0 0,0 1 0 0 0,1-1 0 0 0,-1 1 0 0 0,4 0 0 0 0,10 2 337 0 0,0 0 1 0 0,0 1-1 0 0,30 9 1 0 0,-31-7-189 0 0,-10-3-73 0 0,0-1 1 0 0,0 0 0 0 0,0 0 0 0 0,0 0-1 0 0,0 0 1 0 0,0-1 0 0 0,0 0-1 0 0,0 0 1 0 0,0-1 0 0 0,0 0-1 0 0,10-2 1 0 0,-49-26 847 0 0,1 1-670 0 0,-46-54 0 0 0,65 67-574 0 0,0-1 1 0 0,2-1 0 0 0,0 0 0 0 0,1 0-1 0 0,-14-32 1 0 0,24 47 290 0 0,-1 1 0 0 0,0-1 1 0 0,1 0-1 0 0,-1 0 0 0 0,1 0 0 0 0,0 0 0 0 0,0 0 1 0 0,-1 0-1 0 0,1 0 0 0 0,0 0 0 0 0,1 0 1 0 0,-1 0-1 0 0,0 0 0 0 0,1 0 0 0 0,-1 0 0 0 0,1 0 1 0 0,-1 0-1 0 0,1 0 0 0 0,0 0 0 0 0,0 0 1 0 0,0 1-1 0 0,0-1 0 0 0,0 0 0 0 0,0 1 0 0 0,1-1 1 0 0,-1 1-1 0 0,0-1 0 0 0,1 1 0 0 0,-1 0 0 0 0,1-1 1 0 0,0 1-1 0 0,-1 0 0 0 0,1 0 0 0 0,0 0 1 0 0,2-1-1 0 0,8-3 295 0 0,1 0-1 0 0,0 1 1 0 0,-1 0 0 0 0,20-3 0 0 0,-2 1-103 0 0,2-5-310 0 0,23-6 183 0 0,-21 15-6768 0 0</inkml:trace>
</inkml:ink>
</file>

<file path=ppt/ink/ink3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3:05.5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73 4609 0 0,'0'0'24'0'0,"0"0"0"0"0,0 0 0 0 0,-1 0 0 0 0,1 1 0 0 0,0-1 1 0 0,0 0-1 0 0,0 0 0 0 0,0 0 0 0 0,-1 0 0 0 0,1 0 0 0 0,0 0 0 0 0,0 0 0 0 0,0 0 0 0 0,0 0 0 0 0,-1 0 0 0 0,1 0 1 0 0,0 0-1 0 0,0 0 0 0 0,0 0 0 0 0,0 0 0 0 0,-1 0 0 0 0,1 0 0 0 0,0 0 0 0 0,0 0 0 0 0,0 0 0 0 0,0 0 0 0 0,-1 0 1 0 0,1 0-1 0 0,0-1 0 0 0,0 1 0 0 0,0 0 0 0 0,0 0 0 0 0,0 0 0 0 0,0 0 0 0 0,-1 0 0 0 0,1 0 0 0 0,0 0 0 0 0,0-1 0 0 0,0 1 1 0 0,0 0-1 0 0,0 0 0 0 0,0 0 0 0 0,0 0 0 0 0,0-1 0 0 0,0 1 0 0 0,0 0 0 0 0,-1 0 0 0 0,1 0 0 0 0,0 0 0 0 0,0-1 1 0 0,0 1-1 0 0,0 0 0 0 0,0 0 0 0 0,0 0 0 0 0,11-8 1763 0 0,17-5 1457 0 0,127-24 3746 0 0,-123 32-7249 0 0,1 1 0 0 0,60 1 0 0 0,-79 4-988 0 0</inkml:trace>
</inkml:ink>
</file>

<file path=ppt/ink/ink3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3:05.8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41 205 3681 0 0,'-3'-2'13'0'0,"1"1"0"0"0,-1-1 0 0 0,1 0 0 0 0,-1 0 0 0 0,1 0 0 0 0,0 0 0 0 0,-1 0 0 0 0,1 0 0 0 0,0-1 0 0 0,0 1 0 0 0,1-1 0 0 0,-1 1 0 0 0,0-1 0 0 0,1 0 0 0 0,0 0 0 0 0,0 0 1 0 0,-1 1-1 0 0,2-1 0 0 0,-2-4 0 0 0,1-2 326 0 0,0 0 1 0 0,1 0-1 0 0,0 0 1 0 0,0 0-1 0 0,3-11 1 0 0,-2 14 27 0 0,-1 0 1 0 0,2 0-1 0 0,-1 1 1 0 0,1-1-1 0 0,-1 1 1 0 0,2 0 0 0 0,-1-1-1 0 0,0 1 1 0 0,1 0-1 0 0,0 0 1 0 0,6-6-1 0 0,-8 9-244 0 0,1 0-1 0 0,-1 1 1 0 0,1-1-1 0 0,0 1 1 0 0,0 0-1 0 0,0 0 0 0 0,-1-1 1 0 0,1 1-1 0 0,0 0 1 0 0,1 1-1 0 0,-1-1 1 0 0,0 0-1 0 0,0 1 1 0 0,0-1-1 0 0,0 1 0 0 0,1-1 1 0 0,-1 1-1 0 0,0 0 1 0 0,0 0-1 0 0,1 0 1 0 0,-1 0-1 0 0,0 1 0 0 0,0-1 1 0 0,0 1-1 0 0,1-1 1 0 0,-1 1-1 0 0,0 0 1 0 0,0-1-1 0 0,0 1 0 0 0,0 0 1 0 0,0 0-1 0 0,2 2 1 0 0,14 10-187 0 0,0 2 0 0 0,0 0 0 0 0,-1 0 0 0 0,-1 2 1 0 0,-1 0-1 0 0,19 26 0 0 0,-29-33-4284 0 0</inkml:trace>
</inkml:ink>
</file>

<file path=ppt/ink/ink3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3:06.1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0 364 3681 0 0,'1'1'56'0'0,"0"1"1"0"0,-1-1-1 0 0,1 0 0 0 0,0 0 1 0 0,0 0-1 0 0,0 1 1 0 0,0-1-1 0 0,0 0 0 0 0,0 0 1 0 0,0 0-1 0 0,0 0 1 0 0,1-1-1 0 0,-1 1 0 0 0,0 0 1 0 0,0 0-1 0 0,1-1 1 0 0,0 1-1 0 0,29 13 949 0 0,-29-13-783 0 0,6 2 219 0 0,0-1 0 0 0,1 1 0 0 0,-1-2 0 0 0,1 1-1 0 0,0-1 1 0 0,-1-1 0 0 0,1 1 0 0 0,0-1 0 0 0,0-1 0 0 0,-1 0 0 0 0,1 0 0 0 0,13-4 0 0 0,9-4 895 0 0,0-2 0 0 0,31-15 0 0 0,-14 5-109 0 0,-40 19-1146 0 0,-1-2-1 0 0,0 1 1 0 0,-1-1 0 0 0,1 1-1 0 0,0-2 1 0 0,-1 1-1 0 0,0-1 1 0 0,0 0 0 0 0,-1 0-1 0 0,1-1 1 0 0,5-7-1 0 0,-9 10-144 0 0,0-1 0 0 0,0 1-1 0 0,-1 0 1 0 0,1-1-1 0 0,-1 1 1 0 0,0-1 0 0 0,0 1-1 0 0,0-1 1 0 0,0 0 0 0 0,-1 1-1 0 0,0-1 1 0 0,1 0-1 0 0,-1 0 1 0 0,0 1 0 0 0,-1-1-1 0 0,1 0 1 0 0,-1 1 0 0 0,0-1-1 0 0,0 0 1 0 0,0 1-1 0 0,0-1 1 0 0,0 1 0 0 0,-1-1-1 0 0,0 1 1 0 0,-2-5-1 0 0,-3 0-319 0 0,1 0 0 0 0,-1 0 0 0 0,-1 0 0 0 0,1 1 0 0 0,-1 0 0 0 0,0 1-1 0 0,-1 0 1 0 0,0 0 0 0 0,0 1 0 0 0,0 0 0 0 0,-15-6 0 0 0,10 5 382 0 0,0-2 0 0 0,0 0 0 0 0,-22-17 0 0 0,36 25 71 0 0,0 0-1 0 0,-1 0 0 0 0,1-1 1 0 0,0 1-1 0 0,-1 0 0 0 0,1 0 1 0 0,0-1-1 0 0,-1 1 0 0 0,1 0 0 0 0,0 0 1 0 0,-1-1-1 0 0,1 1 0 0 0,0 0 1 0 0,0-1-1 0 0,0 1 0 0 0,-1-1 0 0 0,1 1 1 0 0,0 0-1 0 0,0-1 0 0 0,0 1 1 0 0,0 0-1 0 0,0-1 0 0 0,-1 1 0 0 0,1-1 1 0 0,0 1-1 0 0,0-1 0 0 0,0 1 1 0 0,0 0-1 0 0,0-1 0 0 0,0 1 0 0 0,1-1 1 0 0,-1 1-1 0 0,0 0 0 0 0,0-1 1 0 0,15-4 1347 0 0,26 5-35 0 0,-37 0-1171 0 0,22 1 239 0 0,0-1 0 0 0,36-5 0 0 0,-51 4-840 0 0,1-2 1 0 0,0 0-1 0 0,-1 0 1 0 0,15-6-1 0 0,-15 3-900 0 0</inkml:trace>
</inkml:ink>
</file>

<file path=ppt/ink/ink3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3:06.38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 0 5985 0 0,'-2'1'498'0'0,"-1"0"-1"0"0,0 0 0 0 0,1 0 1 0 0,-1 0-1 0 0,1 0 0 0 0,-1 1 1 0 0,1-1-1 0 0,0 1 0 0 0,-3 2 76 0 0,4-3-498 0 0,1-1 0 0 0,0 0 0 0 0,0 0 0 0 0,0 0 0 0 0,0 1 0 0 0,0-1 0 0 0,-1 0-1 0 0,1 0 1 0 0,0 0 0 0 0,0 1 0 0 0,0-1 0 0 0,0 0 0 0 0,0 0 0 0 0,0 1 0 0 0,0-1 0 0 0,0 0 0 0 0,0 0 0 0 0,0 0 0 0 0,0 1 0 0 0,0-1 0 0 0,0 0 0 0 0,0 0 0 0 0,0 1 0 0 0,0-1 0 0 0,0 0 0 0 0,0 0 0 0 0,1 1 0 0 0,-1-1 0 0 0,0 0 0 0 0,0 0 0 0 0,0 0 0 0 0,0 1 0 0 0,1-1 0 0 0,14 6 464 0 0,6-2-760 0 0,1 0 1 0 0,-1-1-1 0 0,1-2 0 0 0,43-1 1 0 0,-40-5 220 0 0</inkml:trace>
</inkml:ink>
</file>

<file path=ppt/ink/ink3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3:06.6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 64 3681 0 0,'-1'-1'117'0'0,"0"1"1"0"0,0 0-1 0 0,1 0 0 0 0,-1-1 1 0 0,0 1-1 0 0,0-1 1 0 0,1 1-1 0 0,-1 0 0 0 0,0-1 1 0 0,1 1-1 0 0,-1-1 1 0 0,1 0-1 0 0,-1 1 0 0 0,0-1 1 0 0,1 0-1 0 0,-1 1 1 0 0,1-1-1 0 0,0 0 0 0 0,-1 1 1 0 0,1-1-1 0 0,0 0 1 0 0,-1 0-1 0 0,1-1 0 0 0,0 1 108 0 0,0 1-1 0 0,0-1 0 0 0,1 0 0 0 0,-1 1 0 0 0,1-1 0 0 0,-1 0 0 0 0,0 1 0 0 0,1-1 1 0 0,-1 1-1 0 0,1-1 0 0 0,-1 0 0 0 0,1 1 0 0 0,-1-1 0 0 0,1 1 0 0 0,0-1 0 0 0,-1 1 1 0 0,1 0-1 0 0,0-1 0 0 0,1 0 0 0 0,3-1 570 0 0,1 0 0 0 0,0 0 1 0 0,0 0-1 0 0,0 0 0 0 0,7 0 0 0 0,17-1 246 0 0,62-8-48 0 0,119 1-1 0 0,-186 11-2403 0 0,-2 2-4831 0 0</inkml:trace>
</inkml:ink>
</file>

<file path=ppt/ink/ink3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3:07.0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79 701 3681 0 0,'-1'-1'49'0'0,"-1"0"0"0"0,1 0 0 0 0,0 0 0 0 0,-1 0 0 0 0,1 0 0 0 0,0 0 0 0 0,0 0 0 0 0,0 0 0 0 0,0 0 0 0 0,0-1 0 0 0,0 1 0 0 0,0 0 0 0 0,0-1 0 0 0,1 1 0 0 0,-1 0 0 0 0,0-1 0 0 0,1 1 0 0 0,-1-1 0 0 0,1 1 0 0 0,-1-3 0 0 0,-8-41 825 0 0,5 23-246 0 0,-12-34 811 0 0,-11-46 816 0 0,26 100-2236 0 0,1 0-1 0 0,-1 0 0 0 0,1 0 1 0 0,-1-1-1 0 0,1 1 1 0 0,0 0-1 0 0,0 0 0 0 0,0 0 1 0 0,1 0-1 0 0,-1-1 1 0 0,0 1-1 0 0,1 0 1 0 0,-1 0-1 0 0,1 0 0 0 0,0 0 1 0 0,0 0-1 0 0,-1 0 1 0 0,1 0-1 0 0,1 0 1 0 0,-1 0-1 0 0,0 0 0 0 0,0 1 1 0 0,3-4-1 0 0,-2 4-3 0 0,1 0 0 0 0,-1 0 0 0 0,0 0-1 0 0,1 0 1 0 0,-1 0 0 0 0,1 1 0 0 0,-1-1-1 0 0,0 1 1 0 0,1 0 0 0 0,-1-1 0 0 0,1 1-1 0 0,0 0 1 0 0,-1 0 0 0 0,1 1 0 0 0,-1-1-1 0 0,1 0 1 0 0,-1 1 0 0 0,0 0 0 0 0,1-1 0 0 0,2 3-1 0 0,7 1 181 0 0,1-1 1 0 0,0 0-1 0 0,-1-1 0 0 0,1 0 0 0 0,0 0 0 0 0,0-2 0 0 0,0 1 0 0 0,0-2 1 0 0,14-2-1 0 0,-21 3-114 0 0,-1-1-1 0 0,0-1 1 0 0,0 1 0 0 0,0-1 0 0 0,0 0 0 0 0,0 0 0 0 0,0 0 0 0 0,0-1-1 0 0,-1 0 1 0 0,1 0 0 0 0,-1 0 0 0 0,0 0 0 0 0,0-1 0 0 0,0 1 0 0 0,0-1-1 0 0,0 0 1 0 0,-1-1 0 0 0,0 1 0 0 0,0 0 0 0 0,0-1 0 0 0,0 0 0 0 0,-1 1-1 0 0,0-1 1 0 0,3-9 0 0 0,-4 9-55 0 0,0 1-1 0 0,0-1 0 0 0,0 1 1 0 0,-1-1-1 0 0,0 0 1 0 0,1 1-1 0 0,-2-1 1 0 0,1 0-1 0 0,-1 1 1 0 0,1-1-1 0 0,-1 0 1 0 0,0 1-1 0 0,-1-1 0 0 0,1 1 1 0 0,-1 0-1 0 0,0-1 1 0 0,0 1-1 0 0,-5-7 1 0 0,-3-3-9 0 0,-1 1 1 0 0,-1-1-1 0 0,-24-19 1 0 0,23 21-16 0 0,1 0-1 0 0,-20-25 1 0 0,30 36 7 0 0,1-1 0 0 0,0 1 0 0 0,0-1 0 0 0,0 1 0 0 0,0-1 0 0 0,0 0 0 0 0,0 1 0 0 0,1-1 0 0 0,-1 0 0 0 0,0 0 0 0 0,1 0 0 0 0,0 1 0 0 0,-1-1-1 0 0,1 0 1 0 0,0 0 0 0 0,0 0 0 0 0,0 0 0 0 0,0 0 0 0 0,0 0 0 0 0,0 1 0 0 0,1-1 0 0 0,-1 0 0 0 0,1 0 0 0 0,-1 0 0 0 0,1 0 0 0 0,0 1 0 0 0,-1-1 0 0 0,1 0 0 0 0,0 1 0 0 0,1-2 0 0 0,1 0-42 0 0,-1 1-1 0 0,1 0 1 0 0,-1 0-1 0 0,1 0 1 0 0,0 1-1 0 0,0-1 1 0 0,-1 1-1 0 0,1-1 1 0 0,0 1-1 0 0,0 0 1 0 0,1 0-1 0 0,-1 0 1 0 0,0 0 0 0 0,0 1-1 0 0,0-1 1 0 0,5 1-1 0 0,78-10-3644 0 0,-65 7-501 0 0</inkml:trace>
</inkml:ink>
</file>

<file path=ppt/ink/ink3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3:07.7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584 97 5985 0 0,'-5'2'272'0'0,"-1"0"1"0"0,1 0-1 0 0,-1 0 0 0 0,1 1 0 0 0,0 0 0 0 0,0 0 1 0 0,1 0-1 0 0,-1 0 0 0 0,0 1 0 0 0,1 0 0 0 0,0 0 1 0 0,0 0-1 0 0,0 0 0 0 0,0 1 0 0 0,-2 5 0 0 0,0-2 206 0 0,1 1 0 0 0,0 0-1 0 0,0 0 1 0 0,1 0 0 0 0,0 0-1 0 0,1 1 1 0 0,-4 17 0 0 0,3 23 1120 0 0,3-48-1500 0 0,1 1 0 0 0,0-1-1 0 0,0 1 1 0 0,1-1 0 0 0,-1 0 0 0 0,0 1 0 0 0,1-1 0 0 0,0 0 0 0 0,-1 1 0 0 0,1-1 0 0 0,0 0 0 0 0,0 0-1 0 0,0 1 1 0 0,1-1 0 0 0,-1 0 0 0 0,0 0 0 0 0,1 0 0 0 0,1 1 0 0 0,-2-2-85 0 0,0-1 1 0 0,0 1-1 0 0,1-1 0 0 0,-1 0 1 0 0,0 1-1 0 0,0-1 1 0 0,0 0-1 0 0,1 0 0 0 0,-1 0 1 0 0,0 0-1 0 0,0 0 0 0 0,0 0 1 0 0,1 0-1 0 0,-1 0 1 0 0,0 0-1 0 0,0-1 0 0 0,0 1 1 0 0,0 0-1 0 0,1-1 1 0 0,-1 1-1 0 0,0-1 0 0 0,0 0 1 0 0,0 1-1 0 0,0-1 1 0 0,0 0-1 0 0,0 1 0 0 0,0-1 1 0 0,0 0-1 0 0,-1 0 1 0 0,1 0-1 0 0,0 0 0 0 0,0 0 1 0 0,-1 0-1 0 0,1 0 0 0 0,0-1 1 0 0,22-37 360 0 0,-21 34-397 0 0,-1 1 1 0 0,1-1 0 0 0,-1 0-1 0 0,0 1 1 0 0,0-1-1 0 0,0 0 1 0 0,-1 0-1 0 0,1 0 1 0 0,-1 0-1 0 0,0 1 1 0 0,-1-1-1 0 0,1 0 1 0 0,-1 0-1 0 0,0 0 1 0 0,0 1-1 0 0,-1-1 1 0 0,-1-5-1 0 0,-1 4-59 0 0,1 0 0 0 0,-1 0 0 0 0,0 0 0 0 0,-1 0 0 0 0,1 1 0 0 0,-1 0 0 0 0,0 0 0 0 0,0 0 0 0 0,-1 1 0 0 0,-9-7 0 0 0,-11-4-204 0 0,-1 2 0 0 0,0 0 0 0 0,-1 2 1 0 0,-41-11-1 0 0,59 19 277 0 0,-24-8 21 0 0,7 2 37 0 0,0 0 0 0 0,-1 2 0 0 0,1 1 0 0 0,-1 1 0 0 0,-51-2 0 0 0,75 7 49 0 0,1 1 0 0 0,-1-1 1 0 0,1 1-1 0 0,-1 0 0 0 0,1 0 1 0 0,-1 0-1 0 0,1 0 0 0 0,0 1 1 0 0,-4 1-1 0 0,7-2-61 0 0,0-1-1 0 0,-1 0 1 0 0,1 0-1 0 0,-1 1 1 0 0,1-1-1 0 0,0 0 1 0 0,-1 0-1 0 0,1 1 1 0 0,0-1-1 0 0,0 1 1 0 0,-1-1-1 0 0,1 0 1 0 0,0 1-1 0 0,0-1 1 0 0,-1 1-1 0 0,1-1 1 0 0,0 0-1 0 0,0 1 1 0 0,0-1-1 0 0,0 1 1 0 0,0-1-1 0 0,-1 1 1 0 0,1-1-1 0 0,0 1 1 0 0,0-1-1 0 0,1 1 1 0 0,-1 0 3 0 0,1 0-1 0 0,-1 0 1 0 0,1 0-1 0 0,0 0 1 0 0,-1 0-1 0 0,1 0 1 0 0,0 0 0 0 0,0 0-1 0 0,0-1 1 0 0,0 1-1 0 0,0 0 1 0 0,0-1-1 0 0,0 1 1 0 0,0-1 0 0 0,0 1-1 0 0,2 0 1 0 0,12 5-15 0 0,1 0 0 0 0,1-1 1 0 0,-1-1-1 0 0,1-1 1 0 0,-1 0-1 0 0,31 1 0 0 0,104-8 290 0 0,-122 3-206 0 0,22-2-880 0 0,0-3 0 0 0,83-19-1 0 0,-104 17-5384 0 0</inkml:trace>
</inkml:ink>
</file>

<file path=ppt/ink/ink3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3:08.0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288 225 3225 0 0,'-1'0'82'0'0,"1"0"0"0"0,-1 0 0 0 0,1 0 1 0 0,-1 0-1 0 0,1 0 0 0 0,-1 0 0 0 0,0 0 0 0 0,1 0 1 0 0,-1 0-1 0 0,1 0 0 0 0,-1 0 0 0 0,1 0 1 0 0,-1 0-1 0 0,1-1 0 0 0,-1 1 0 0 0,1 0 0 0 0,-1 0 1 0 0,1-1-1 0 0,-1 1 0 0 0,1 0 0 0 0,-1-1 1 0 0,1 1-1 0 0,-1 0 0 0 0,1-1 0 0 0,0 1 0 0 0,-1-1 1 0 0,1 1-1 0 0,0-1 0 0 0,-1 1 0 0 0,1-1 1 0 0,0 1-1 0 0,0-1 0 0 0,-1 1 0 0 0,1-2 0 0 0,-20-29 3361 0 0,7 9-2212 0 0,2 8-787 0 0,-1 1 0 0 0,0 0 1 0 0,-1 1-1 0 0,-25-18 0 0 0,30 24-409 0 0,-1 0-1 0 0,0 1 1 0 0,0 0-1 0 0,0 1 0 0 0,0 0 1 0 0,-1 1-1 0 0,1 0 1 0 0,-1 0-1 0 0,-17-2 1 0 0,26 5-14 0 0,-1-1 1 0 0,1 1-1 0 0,-1 0 1 0 0,1 0 0 0 0,-1 0-1 0 0,1 0 1 0 0,-1 0-1 0 0,0 0 1 0 0,1 1 0 0 0,-1-1-1 0 0,1 0 1 0 0,-1 1-1 0 0,1-1 1 0 0,-1 1 0 0 0,1 0-1 0 0,0-1 1 0 0,-1 1-1 0 0,1 0 1 0 0,0 0 0 0 0,-1 0-1 0 0,1 0 1 0 0,0 0-1 0 0,0 0 1 0 0,0 0 0 0 0,0 1-1 0 0,0-1 1 0 0,0 0 0 0 0,0 0-1 0 0,1 1 1 0 0,-1-1-1 0 0,0 1 1 0 0,1-1 0 0 0,-1 1-1 0 0,1-1 1 0 0,-1 1-1 0 0,1-1 1 0 0,0 1 0 0 0,-1-1-1 0 0,1 1 1 0 0,0-1-1 0 0,0 3 1 0 0,0 1 98 0 0,1 1 0 0 0,-1 0 1 0 0,1-1-1 0 0,0 1 0 0 0,1-1 0 0 0,-1 0 0 0 0,1 1 1 0 0,0-1-1 0 0,0 0 0 0 0,5 7 0 0 0,-4-6-40 0 0,1 0 0 0 0,0-1 0 0 0,0 0 0 0 0,0 0 0 0 0,1 0 0 0 0,0 0 0 0 0,-1-1-1 0 0,2 0 1 0 0,-1 0 0 0 0,0 0 0 0 0,1-1 0 0 0,0 1 0 0 0,0-1 0 0 0,0-1 0 0 0,0 1 0 0 0,0-1-1 0 0,1 0 1 0 0,-1-1 0 0 0,0 1 0 0 0,1-1 0 0 0,0 0 0 0 0,-1-1 0 0 0,1 0 0 0 0,-1 0 0 0 0,1 0-1 0 0,0-1 1 0 0,-1 0 0 0 0,1 0 0 0 0,-1-1 0 0 0,10-3 0 0 0,8-4 253 0 0,0-1 0 0 0,0-1 1 0 0,-2-1-1 0 0,1-1 0 0 0,-1-1 0 0 0,30-26 0 0 0,26-22-1688 0 0,-35 27-5419 0 0</inkml:trace>
</inkml:ink>
</file>

<file path=ppt/ink/ink3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4:11.0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11058 0 0,'4'0'597'0'0,"0"1"0"0"0,0-1-1 0 0,0 1 1 0 0,0 0 0 0 0,-1 0-1 0 0,1 0 1 0 0,7 3-1 0 0,-5 0-264 0 0,-1 0-1 0 0,1 1 0 0 0,-1-1 0 0 0,0 1 0 0 0,0 0 0 0 0,0 0 0 0 0,0 1 1 0 0,-1-1-1 0 0,0 1 0 0 0,0 0 0 0 0,-1 0 0 0 0,0 1 0 0 0,3 7 0 0 0,5 14 250 0 0,12 53-1 0 0,-16-54-311 0 0,18 65 191 0 0,69 221-531 0 0,-72-258-530 0 0,22 64-5717 0 0,-42-106 2824 0 0,-8-22 2959 0 0,-8-21 866 0 0,6 9-384 0 0,-2-5 39 0 0</inkml:trace>
</inkml:ink>
</file>

<file path=ppt/ink/ink3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4:11.17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13 349 9218 0 0,'-4'-12'462'0'0,"1"-1"1"0"0,1 1-1 0 0,0-1 1 0 0,1 0-1 0 0,0 0 0 0 0,1 0 1 0 0,1 0-1 0 0,-1 0 1 0 0,2 0-1 0 0,5-22 0 0 0,-4 25 29 0 0,0 0-1 0 0,1 0 0 0 0,-1 1 0 0 0,2 0 0 0 0,-1 0 0 0 0,1 0 1 0 0,1 0-1 0 0,0 1 0 0 0,0 0 0 0 0,0 0 0 0 0,1 1 0 0 0,9-9 0 0 0,-6 9-353 0 0,-1 0-1 0 0,2 1 1 0 0,-1 0 0 0 0,1 0-1 0 0,0 1 1 0 0,0 1-1 0 0,0-1 1 0 0,0 2-1 0 0,1 0 1 0 0,12-2-1 0 0,38-1-762 0 0,-21 8-5269 0 0,-12 1-840 0 0</inkml:trace>
</inkml:ink>
</file>

<file path=ppt/ink/ink3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4:11.3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46 68 6913 0 0,'-9'5'552'0'0,"-17"14"-347"0"0,25-19-8 0 0,1 1-1 0 0,-1-1 0 0 0,0 1 1 0 0,0 0-1 0 0,1-1 0 0 0,-1 1 0 0 0,0 0 1 0 0,1 0-1 0 0,-1 0 0 0 0,1-1 1 0 0,-1 1-1 0 0,1 0 0 0 0,-1 0 0 0 0,1 0 1 0 0,-1 0-1 0 0,1 0 0 0 0,0 0 1 0 0,0 0-1 0 0,-1 0 0 0 0,1 0 0 0 0,0 0 1 0 0,0 0-1 0 0,0 1 0 0 0,1-1-124 0 0,-1-1 0 0 0,0 1 0 0 0,1-1 0 0 0,-1 1-1 0 0,1-1 1 0 0,-1 0 0 0 0,1 1 0 0 0,-1-1 0 0 0,1 0-1 0 0,-1 1 1 0 0,1-1 0 0 0,-1 0 0 0 0,1 0 0 0 0,-1 0-1 0 0,1 1 1 0 0,-1-1 0 0 0,1 0 0 0 0,-1 0 0 0 0,1 0-1 0 0,0 0 1 0 0,-1 0 0 0 0,1 0 0 0 0,-1 0 0 0 0,1 0-1 0 0,0 0 1 0 0,-1 0 0 0 0,1 0 0 0 0,-1-1 0 0 0,1 1-1 0 0,-1 0 1 0 0,2 0 0 0 0,21-9-462 0 0,-18 7 487 0 0,314-93-3698 0 0,-278 83 3514 0 0</inkml:trace>
</inkml:ink>
</file>

<file path=ppt/ink/ink3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4:11.64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12 168 6913 0 0,'-2'2'320'0'0,"1"1"-1"0"0,0-1 1 0 0,-1 1-1 0 0,1 0 0 0 0,0-1 1 0 0,0 1-1 0 0,0 0 0 0 0,1 0 1 0 0,-1 0-1 0 0,1 0 0 0 0,-1-1 1 0 0,1 1-1 0 0,0 0 0 0 0,0 0 1 0 0,0 0-1 0 0,1 0 1 0 0,-1 0-1 0 0,1 0 0 0 0,1 4 1 0 0,1 5 375 0 0,0-1 0 0 0,1-1 1 0 0,8 19-1 0 0,16 28 66 0 0,-11-23-57 0 0,25 41 1 0 0,-42-75-691 0 0,1-1 0 0 0,-1 1 0 0 0,0-1 0 0 0,1 1 0 0 0,-1-1 0 0 0,1 1 0 0 0,-1-1 0 0 0,0 1-1 0 0,1-1 1 0 0,-1 1 0 0 0,0-1 0 0 0,1 1 0 0 0,-1-1 0 0 0,0 1 0 0 0,0-1 0 0 0,0 0 0 0 0,1 1 0 0 0,-1-1 0 0 0,0 1 0 0 0,0-1 0 0 0,0 0 0 0 0,0 1 0 0 0,0-1 0 0 0,0 1 0 0 0,0-1 0 0 0,-1 0 0 0 0,7-39 697 0 0,-2 15-319 0 0,9-37-416 0 0,20-59 0 0 0,-25 96-857 0 0,2 1 1 0 0,0 0 0 0 0,2 1 0 0 0,0 0 0 0 0,20-26 0 0 0,-12 24-4449 0 0</inkml:trace>
</inkml:ink>
</file>

<file path=ppt/ink/ink3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4:11.9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1 491 4145 0 0,'27'-40'6580'0'0,"84"-136"909"0"0,-98 152-7216 0 0,-1-2 1 0 0,-1 1 0 0 0,-2-2 0 0 0,0 1-1 0 0,7-40 1 0 0,-16 61-269 0 0,1-1-1 0 0,-1 1 0 0 0,0-1 1 0 0,0 1-1 0 0,0-1 0 0 0,-1 1 1 0 0,0 0-1 0 0,0-1 0 0 0,-3-8 1 0 0,3 13-7 0 0,1 0 0 0 0,-1 0 0 0 0,1 0 0 0 0,-1 0 0 0 0,0 0 0 0 0,1 0 0 0 0,-1 0 0 0 0,0 0 0 0 0,0 0 0 0 0,1 0 0 0 0,-1 0 0 0 0,0 1 0 0 0,0-1 0 0 0,0 0 0 0 0,0 1 0 0 0,0-1 0 0 0,0 0 0 0 0,0 1 0 0 0,-2-1 0 0 0,1 1-10 0 0,0 0 0 0 0,1 0 0 0 0,-1 0 0 0 0,0 0-1 0 0,0 0 1 0 0,1 0 0 0 0,-1 1 0 0 0,0-1 0 0 0,1 1 0 0 0,-1-1 0 0 0,0 1 0 0 0,1 0-1 0 0,-1 0 1 0 0,1-1 0 0 0,-1 1 0 0 0,1 0 0 0 0,-1 0 0 0 0,0 2 0 0 0,-4 1-72 0 0,0 1 0 0 0,1 0 0 0 0,0 1 0 0 0,0-1 0 0 0,0 1 0 0 0,0 0 1 0 0,1 0-1 0 0,0 0 0 0 0,1 1 0 0 0,-1 0 0 0 0,1-1 0 0 0,0 1 1 0 0,1 0-1 0 0,0 1 0 0 0,0-1 0 0 0,-1 8 0 0 0,2-9-4 0 0,1 0-1 0 0,-1 0 1 0 0,2 0 0 0 0,-1 0-1 0 0,0 0 1 0 0,1 0-1 0 0,0 0 1 0 0,1 0-1 0 0,-1 0 1 0 0,1 0-1 0 0,0 0 1 0 0,0-1 0 0 0,1 1-1 0 0,0-1 1 0 0,0 0-1 0 0,0 0 1 0 0,1 0-1 0 0,-1 0 1 0 0,9 8 0 0 0,-3-5-298 0 0,1 0 0 0 0,-1 0 1 0 0,1-1-1 0 0,18 9 1 0 0,22 4-4462 0 0,-23-12 667 0 0</inkml:trace>
</inkml:ink>
</file>

<file path=ppt/ink/ink3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4:12.6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323 15 6849 0 0,'-1'-1'18'0'0,"0"0"0"0"0,0 0 0 0 0,0 0 0 0 0,0 1 0 0 0,0-1 0 0 0,0 0 0 0 0,0 1 0 0 0,0-1 0 0 0,0 1 0 0 0,0-1 0 0 0,0 1-1 0 0,-1 0 1 0 0,1-1 0 0 0,0 1 0 0 0,0 0 0 0 0,0 0 0 0 0,-1 0 0 0 0,1 0 0 0 0,0 0 0 0 0,-2 0 0 0 0,-29 3 318 0 0,24-3-304 0 0,1 1-32 0 0,-38 5 0 0 0,42-6 0 0 0,1 1 0 0 0,-1-1 0 0 0,1 1 0 0 0,-1 0 0 0 0,1 0 0 0 0,0 0 0 0 0,-1 0 0 0 0,1 0 0 0 0,0 0 0 0 0,0 1 0 0 0,0-1 0 0 0,0 1 0 0 0,0-1 0 0 0,-2 3 0 0 0,3-3 38 0 0,1-1 0 0 0,0 0 0 0 0,0 0 0 0 0,0 0 0 0 0,0 0 0 0 0,0 1 0 0 0,0-1 1 0 0,0 0-1 0 0,0 0 0 0 0,0 0 0 0 0,0 1 0 0 0,0-1 0 0 0,0 0 0 0 0,-1 0 0 0 0,1 0 1 0 0,0 1-1 0 0,0-1 0 0 0,1 0 0 0 0,-1 0 0 0 0,0 0 0 0 0,0 0 0 0 0,0 1 0 0 0,0-1 1 0 0,0 0-1 0 0,0 0 0 0 0,0 0 0 0 0,0 1 0 0 0,0-1 0 0 0,0 0 0 0 0,0 0 0 0 0,0 0 1 0 0,1 0-1 0 0,-1 0 0 0 0,0 1 0 0 0,0-1 0 0 0,0 0 0 0 0,0 0 0 0 0,0 0 0 0 0,1 0 0 0 0,-1 0 1 0 0,0 0-1 0 0,0 0 0 0 0,0 1 0 0 0,0-1 0 0 0,1 0 0 0 0,-1 0 0 0 0,0 0 0 0 0,0 0 1 0 0,1 0-1 0 0,10 1 2378 0 0,2-2-2455 0 0,20-12 9466 0 0,-33 12-9213 0 0,0 1 0 0 0,1-1 0 0 0,-1 1 1 0 0,0-1-1 0 0,0 1 0 0 0,0-1 0 0 0,0 1 0 0 0,1-1 0 0 0,-1 0 0 0 0,-1-1-82 0 0,1 1 0 0 0,-1 0 0 0 0,0 0 0 0 0,1 0 0 0 0,-1-1 0 0 0,0 1 0 0 0,0 0 0 0 0,0 0 0 0 0,0 0 0 0 0,0 0 0 0 0,0 1 0 0 0,0-1 0 0 0,0 0 0 0 0,0 0 0 0 0,-1 0 0 0 0,1 1 0 0 0,-2-1 1 0 0,1 0-148 0 0,-1 0 0 0 0,0 0 0 0 0,0 0 0 0 0,1 1 1 0 0,-1 0-1 0 0,0-1 0 0 0,0 1 0 0 0,0 0 1 0 0,0 0-1 0 0,0 1 0 0 0,1-1 0 0 0,-1 0 0 0 0,0 1 1 0 0,0 0-1 0 0,0 0 0 0 0,1 0 0 0 0,-1 0 1 0 0,1 0-1 0 0,-1 0 0 0 0,1 1 0 0 0,-1-1 0 0 0,-2 3 1 0 0,-8 5-145 0 0,0 1 0 0 0,-17 17 0 0 0,20-17-4 0 0,-1 1-1 0 0,2 0 0 0 0,0 0 1 0 0,0 1-1 0 0,1 0 0 0 0,1 1 1 0 0,-11 22-1 0 0,16-31 89 0 0,1 0-1 0 0,-1 0 1 0 0,1 0 0 0 0,0 0 0 0 0,0 0-1 0 0,0 1 1 0 0,0-1 0 0 0,1 0-1 0 0,0 0 1 0 0,0 1 0 0 0,0-1 0 0 0,0 0-1 0 0,1 1 1 0 0,0-1 0 0 0,0 0-1 0 0,0 0 1 0 0,0 0 0 0 0,0 0-1 0 0,1 0 1 0 0,0 0 0 0 0,0 0 0 0 0,0 0-1 0 0,0-1 1 0 0,1 1 0 0 0,-1-1-1 0 0,1 0 1 0 0,0 1 0 0 0,0-1 0 0 0,0 0-1 0 0,4 2 1 0 0,-4-3 0 0 0,-1-1 1 0 0,0 0-1 0 0,1 0 1 0 0,-1 0-1 0 0,1 0 1 0 0,-1-1-1 0 0,1 1 1 0 0,-1 0-1 0 0,1-1 1 0 0,-1 0-1 0 0,1 0 1 0 0,0 0-1 0 0,-1 0 0 0 0,1 0 1 0 0,-1 0-1 0 0,1-1 1 0 0,-1 1-1 0 0,1-1 1 0 0,-1 0-1 0 0,1 0 1 0 0,-1 0-1 0 0,1 0 1 0 0,-1 0-1 0 0,0 0 1 0 0,0-1-1 0 0,1 1 1 0 0,-1-1-1 0 0,3-3 1 0 0,4-2-4 0 0,-1 0 1 0 0,0-1 0 0 0,-1 0 0 0 0,0 0 0 0 0,9-14-1 0 0,3-9 504 0 0,-15 21-159 0 0,1 1-1 0 0,0 1 0 0 0,1-1 1 0 0,0 1-1 0 0,0 0 1 0 0,1 1-1 0 0,0-1 0 0 0,13-10 1 0 0,-19 17-240 0 0,1 0 0 0 0,-1 0 0 0 0,1 1 0 0 0,-1-1 1 0 0,1 0-1 0 0,0 1 0 0 0,-1-1 0 0 0,1 1 0 0 0,0-1 1 0 0,-1 1-1 0 0,1 0 0 0 0,0 0 0 0 0,-1 0 0 0 0,1 0 1 0 0,0 0-1 0 0,-1 0 0 0 0,1 0 0 0 0,0 1 0 0 0,-1-1 0 0 0,1 0 1 0 0,0 1-1 0 0,-1 0 0 0 0,1-1 0 0 0,-1 1 0 0 0,1 0 1 0 0,-1 0-1 0 0,1 0 0 0 0,-1 0 0 0 0,1 0 0 0 0,-1 0 1 0 0,0 0-1 0 0,0 0 0 0 0,0 0 0 0 0,1 1 0 0 0,-1-1 1 0 0,0 1-1 0 0,-1-1 0 0 0,1 1 0 0 0,0-1 0 0 0,0 1 1 0 0,0 1-1 0 0,4 8-23 0 0,0 1 1 0 0,0 0 0 0 0,-2 0-1 0 0,4 16 1 0 0,-6-24 6 0 0,4 20-4 0 0,5 17 39 0 0,26 76 0 0 0,-31-105-41 0 0,0-1 1 0 0,0 1-1 0 0,1-1 1 0 0,1-1-1 0 0,0 1 0 0 0,1-1 1 0 0,0-1-1 0 0,0 1 1 0 0,1-1-1 0 0,0 0 0 0 0,11 7 1 0 0,-19-15 4 0 0,1 0 0 0 0,0 1 1 0 0,0-1-1 0 0,-1 0 0 0 0,1-1 0 0 0,0 1 1 0 0,0 0-1 0 0,0 0 0 0 0,0-1 0 0 0,3 1 1 0 0,-5-1-1 0 0,1 0 1 0 0,-1 0 0 0 0,1 0 0 0 0,-1 0 0 0 0,1 0-1 0 0,0 0 1 0 0,-1 0 0 0 0,1 0 0 0 0,-1-1 0 0 0,1 1 0 0 0,-1 0-1 0 0,1 0 1 0 0,-1-1 0 0 0,1 1 0 0 0,-1 0 0 0 0,1-1 0 0 0,-1 1-1 0 0,1 0 1 0 0,-1-1 0 0 0,0 1 0 0 0,1-1 0 0 0,-1 1-1 0 0,1-2 1 0 0,1-2 51 0 0,-1 0-1 0 0,0 0 1 0 0,0 0 0 0 0,0-1-1 0 0,0 1 1 0 0,-1-1-1 0 0,1-6 1 0 0,-1 7-47 0 0,23-193 527 0 0,7 68-3144 0 0,-17 87-5236 0 0</inkml:trace>
</inkml:ink>
</file>

<file path=ppt/ink/ink3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4:12.8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91 112 15203 0 0,'-3'2'283'0'0,"0"-1"-1"0"0,-1 0 1 0 0,1 1-1 0 0,0-1 1 0 0,0 0-1 0 0,-1-1 1 0 0,1 1-1 0 0,-1 0 1 0 0,1-1-1 0 0,-1 0 1 0 0,1 0-1 0 0,-1 0 1 0 0,1 0-1 0 0,-1-1 1 0 0,1 1-1 0 0,0-1 1 0 0,-6-2-1 0 0,7 3-240 0 0,1-1-1 0 0,-1 0 0 0 0,1 0 1 0 0,-1 1-1 0 0,1-1 0 0 0,0 0 1 0 0,-1 0-1 0 0,1 0 0 0 0,0-1 1 0 0,0 1-1 0 0,-1 0 0 0 0,1 0 1 0 0,0-1-1 0 0,1 1 0 0 0,-1 0 1 0 0,-1-3-1 0 0,1 3-206 0 0,1-1-1 0 0,-1 0 1 0 0,1 0-1 0 0,0 0 1 0 0,-1 0 0 0 0,1 0-1 0 0,0 0 1 0 0,0 0 0 0 0,1 0-1 0 0,-1 0 1 0 0,0 0 0 0 0,1 0-1 0 0,-1 0 1 0 0,1 0 0 0 0,-1 0-1 0 0,2-3 1 0 0,15-31-2685 0 0,-10 11 2307 0 0</inkml:trace>
</inkml:ink>
</file>

<file path=ppt/ink/ink3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4:13.20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3225 0 0,'9'0'288'0'0,"-2"0"-288"0"0,-3 1 0 0 0,-1 0 0 0 0,0 1 0 0 0,1-2 0 0 0,3 1 0 0 0,6 1 0 0 0,0-1 0 0 0</inkml:trace>
</inkml:ink>
</file>

<file path=ppt/ink/ink3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4:13.87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360 487 8754 0 0,'1'-4'255'0'0,"-1"1"0"0"0,1 0 0 0 0,-1 0 0 0 0,0 0 0 0 0,0 0-1 0 0,0-1 1 0 0,0 1 0 0 0,0 0 0 0 0,-1 0 0 0 0,0 0 0 0 0,1-1 0 0 0,-1 1 0 0 0,0 0 0 0 0,0 0 0 0 0,-1 0 0 0 0,1 0 0 0 0,-1 1 0 0 0,1-1 0 0 0,-1 0-1 0 0,0 1 1 0 0,0-1 0 0 0,0 1 0 0 0,0-1 0 0 0,-1 1 0 0 0,1 0 0 0 0,-1 0 0 0 0,1 0 0 0 0,-6-2 0 0 0,2 0-1 0 0,0 0 0 0 0,0 1 1 0 0,-1 0-1 0 0,1 1 0 0 0,-1-1 0 0 0,1 1 1 0 0,-1 1-1 0 0,0-1 0 0 0,0 1 0 0 0,0 0 1 0 0,0 1-1 0 0,-9 0 0 0 0,4 2-160 0 0,1 0-1 0 0,-1 0 0 0 0,1 2 1 0 0,0-1-1 0 0,1 1 0 0 0,-1 1 1 0 0,1 0-1 0 0,-1 1 0 0 0,1 0 1 0 0,1 0-1 0 0,-1 1 1 0 0,-10 10-1 0 0,13-11-94 0 0,0 1 1 0 0,0 0-1 0 0,0 0 0 0 0,1 1 1 0 0,0 0-1 0 0,1 0 0 0 0,0 0 1 0 0,0 1-1 0 0,1-1 1 0 0,0 1-1 0 0,0 0 0 0 0,1 1 1 0 0,0-1-1 0 0,-2 19 0 0 0,4-25-8 0 0,1 0-1 0 0,0 0 0 0 0,0 0 1 0 0,0 0-1 0 0,0 0 0 0 0,1 0 0 0 0,-1 0 1 0 0,1 0-1 0 0,0 0 0 0 0,0 0 0 0 0,0 0 1 0 0,0 0-1 0 0,0-1 0 0 0,0 1 1 0 0,1 0-1 0 0,0-1 0 0 0,-1 1 0 0 0,5 3 1 0 0,-3-3-53 0 0,0-1 1 0 0,0 1 0 0 0,1-1 0 0 0,0 0-1 0 0,-1 0 1 0 0,1 0 0 0 0,0 0 0 0 0,0-1-1 0 0,0 1 1 0 0,0-1 0 0 0,0 0 0 0 0,5 0-1 0 0,2 1-164 0 0,1-1 0 0 0,-1-1 0 0 0,1 0 0 0 0,-1-1 0 0 0,0 0 0 0 0,1-1 0 0 0,-1 0 0 0 0,21-7 0 0 0,-18 2-115 0 0,1 0 1 0 0,-2 0-1 0 0,1-1 0 0 0,-1-1 1 0 0,0-1-1 0 0,-1 0 0 0 0,0 0 1 0 0,-1-1-1 0 0,0 0 0 0 0,-1-1 1 0 0,0-1-1 0 0,0 1 0 0 0,-2-2 1 0 0,1 1-1 0 0,-2-1 0 0 0,0 0 1 0 0,-1-1-1 0 0,7-19 0 0 0,-6 10 27 0 0,0 0-1 0 0,-2 0 1 0 0,0 0-1 0 0,1-42 1 0 0,-5 43 1019 0 0,-2 0 1 0 0,0 0 0 0 0,-1 1-1 0 0,-11-43 1 0 0,-6 7 1886 0 0,18 54-2280 0 0,-1 0 1 0 0,0 0 0 0 0,0 0-1 0 0,-1 0 1 0 0,1 0-1 0 0,-1 0 1 0 0,0 1-1 0 0,0-1 1 0 0,0 1 0 0 0,0 0-1 0 0,-5-4 1 0 0,8 7-261 0 0,-1 0 0 0 0,1 0 1 0 0,0-1-1 0 0,-1 1 0 0 0,1 0 1 0 0,-1 0-1 0 0,1 0 0 0 0,0-1 1 0 0,-1 1-1 0 0,1 0 0 0 0,-1 0 1 0 0,1 0-1 0 0,-1 0 0 0 0,1 0 0 0 0,0 0 1 0 0,-1 0-1 0 0,1 0 0 0 0,-1 0 1 0 0,1 0-1 0 0,-1 0 0 0 0,1 0 1 0 0,0 1-1 0 0,-1-1 0 0 0,1 0 1 0 0,-1 0-1 0 0,1 0 0 0 0,0 0 0 0 0,-1 1 1 0 0,1-1-1 0 0,-1 0 0 0 0,1 0 1 0 0,-1 1-1 0 0,-7 16 672 0 0,3 22-382 0 0,5-37-275 0 0,-2 45 137 0 0,3 1-1 0 0,2-1 1 0 0,1 0 0 0 0,3-1-1 0 0,24 86 1 0 0,31 46-1494 0 0,17-12-5739 0 0,-62-139 3913 0 0,-3-5-19 0 0</inkml:trace>
</inkml:ink>
</file>

<file path=ppt/ink/ink3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4:14.1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0 189 8754 0 0,'4'0'5044'0'0,"1"19"-2971"0"0,2 25-708 0 0,-6-37-1287 0 0,0 1 1 0 0,0-1 0 0 0,1 0-1 0 0,0 0 1 0 0,0 0 0 0 0,1 0-1 0 0,0 0 1 0 0,0 0 0 0 0,1-1-1 0 0,0 1 1 0 0,0-1 0 0 0,0 0-1 0 0,1 0 1 0 0,6 6 0 0 0,-7-8-111 0 0,1-1 1 0 0,0 0-1 0 0,0 0 1 0 0,0 0-1 0 0,0 0 1 0 0,0-1-1 0 0,1 0 1 0 0,-1 0-1 0 0,1 0 1 0 0,-1-1-1 0 0,1 0 1 0 0,0 0-1 0 0,0 0 1 0 0,-1-1-1 0 0,1 1 1 0 0,0-2-1 0 0,0 1 1 0 0,11-2-1 0 0,-12 1-9 0 0,0 0-1 0 0,0 0 1 0 0,1-1-1 0 0,-1 1 1 0 0,0-1-1 0 0,0 0 1 0 0,0 0-1 0 0,-1-1 1 0 0,1 0-1 0 0,-1 1 1 0 0,1-2 0 0 0,-1 1-1 0 0,0 0 1 0 0,0-1-1 0 0,0 0 1 0 0,-1 0-1 0 0,1 0 1 0 0,-1 0-1 0 0,0 0 1 0 0,0-1-1 0 0,4-8 1 0 0,-4 5 59 0 0,0-1 1 0 0,-1 1-1 0 0,0-1 0 0 0,0 1 1 0 0,-1-1-1 0 0,0 1 0 0 0,-1-1 1 0 0,0 0-1 0 0,0 1 1 0 0,-1-1-1 0 0,0 0 0 0 0,-4-16 1 0 0,2 12 27 0 0,-1 0 0 0 0,-1 0 1 0 0,0 0-1 0 0,-1 0 0 0 0,0 1 1 0 0,-1-1-1 0 0,0 2 0 0 0,-17-22 1 0 0,19 28-169 0 0,0 0 0 0 0,-1 0 0 0 0,1 0 0 0 0,-1 1 1 0 0,0-1-1 0 0,0 1 0 0 0,0 1 0 0 0,-8-4 1 0 0,8 5-316 0 0,1 0 1 0 0,-1 0 0 0 0,1 1 0 0 0,-1 0 0 0 0,0 0 0 0 0,1 0 0 0 0,-1 1 0 0 0,0 0 0 0 0,0 0 0 0 0,1 0 0 0 0,-8 2 0 0 0,-12 4-4403 0 0</inkml:trace>
</inkml:ink>
</file>

<file path=ppt/ink/ink3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4:14.7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45 2761 0 0,'5'-10'-135'0'0,"-3"7"738"0"0,-1-1 1 0 0,1 1-1 0 0,0 0 1 0 0,0 0-1 0 0,1-1 1 0 0,-1 1-1 0 0,1 1 1 0 0,-1-1-1 0 0,5-3 1 0 0,-6 6-505 0 0,-1 0 1 0 0,0 0-1 0 0,1 0 1 0 0,-1 0-1 0 0,1 0 1 0 0,-1 0-1 0 0,0 0 1 0 0,1 1-1 0 0,-1-1 1 0 0,1 0-1 0 0,-1 0 1 0 0,0 0-1 0 0,1 0 1 0 0,-1 1-1 0 0,0-1 1 0 0,1 0-1 0 0,-1 0 1 0 0,0 1-1 0 0,0-1 1 0 0,1 0-1 0 0,-1 1 1 0 0,0-1-1 0 0,0 0 1 0 0,1 1-1 0 0,-1-1 1 0 0,0 0-1 0 0,0 1 1 0 0,0-1-1 0 0,0 1 1 0 0,1-1-1 0 0,-1 0 1 0 0,0 1-1 0 0,0-1 1 0 0,0 1-1 0 0,0-1 1 0 0,0 0 0 0 0,0 1-1 0 0,0-1 1 0 0,0 1-1 0 0,0-1 1 0 0,0 0-1 0 0,-1 1 1 0 0,1 0-1 0 0,1 22 1569 0 0,-5 25 40 0 0,-1 36-769 0 0,5-76-995 0 0,1 0-1 0 0,-1 0 1 0 0,1 0-1 0 0,1 0 1 0 0,0 0 0 0 0,0-1-1 0 0,0 1 1 0 0,4 7-1 0 0,-6-15 16 0 0,0 0-1 0 0,1 0 0 0 0,-1 0 1 0 0,0 1-1 0 0,0-1 0 0 0,0 0 1 0 0,0 0-1 0 0,1 0 1 0 0,-1 0-1 0 0,0 1 0 0 0,0-1 1 0 0,0 0-1 0 0,1 0 0 0 0,-1 0 1 0 0,0 0-1 0 0,0 0 1 0 0,1 0-1 0 0,-1 0 0 0 0,0 0 1 0 0,0 0-1 0 0,1 0 0 0 0,-1 0 1 0 0,0 0-1 0 0,0 0 1 0 0,0 0-1 0 0,1 0 0 0 0,-1 0 1 0 0,0 0-1 0 0,0 0 0 0 0,1 0 1 0 0,-1 0-1 0 0,0 0 0 0 0,0 0 1 0 0,1 0-1 0 0,-1 0 1 0 0,0-1-1 0 0,0 1 0 0 0,0 0 1 0 0,1 0-1 0 0,12-11-707 0 0,7-14 104 0 0,12-31-2 0 0,-27 46 922 0 0,0-1-1 0 0,1 1 1 0 0,0 0 0 0 0,0 1-1 0 0,1 0 1 0 0,0 0-1 0 0,1 0 1 0 0,16-15-1 0 0,-23 24-186 0 0,1-1 0 0 0,-1 0 0 0 0,0 0 0 0 0,1 1 0 0 0,-1-1 0 0 0,0 1 0 0 0,1-1 0 0 0,-1 1-1 0 0,1 0 1 0 0,-1-1 0 0 0,1 1 0 0 0,-1 0 0 0 0,0 0 0 0 0,1 0 0 0 0,-1 0 0 0 0,1 0 0 0 0,-1 0 0 0 0,1 1-1 0 0,-1-1 1 0 0,1 0 0 0 0,-1 1 0 0 0,0-1 0 0 0,3 2 0 0 0,0 0 31 0 0,-1 1-1 0 0,0-1 1 0 0,1 1 0 0 0,-1-1-1 0 0,0 1 1 0 0,0 0 0 0 0,-1 0-1 0 0,5 6 1 0 0,1 4 167 0 0,0 0 0 0 0,-1 1-1 0 0,10 23 1 0 0,2 25 200 0 0,-15-47-580 0 0,0 0-1 0 0,1 0 1 0 0,0 0 0 0 0,1-1 0 0 0,14 24-1 0 0,-19-37 29 0 0,-1 0-1 0 0,1 0 1 0 0,-1 0 0 0 0,1 0-1 0 0,0-1 1 0 0,-1 1-1 0 0,1 0 1 0 0,0 0-1 0 0,0-1 1 0 0,-1 1 0 0 0,1 0-1 0 0,0-1 1 0 0,0 1-1 0 0,0-1 1 0 0,0 1-1 0 0,0-1 1 0 0,0 1 0 0 0,0-1-1 0 0,0 0 1 0 0,0 0-1 0 0,0 1 1 0 0,0-1-1 0 0,0 0 1 0 0,0 0-1 0 0,2 0 1 0 0,-1-1 9 0 0,-1 1-1 0 0,1-1 1 0 0,0 0-1 0 0,-1 0 1 0 0,1 0 0 0 0,-1 0-1 0 0,1 0 1 0 0,-1 0-1 0 0,0 0 1 0 0,1 0-1 0 0,-1 0 1 0 0,0-1 0 0 0,0 1-1 0 0,1-2 1 0 0,5-8-22 0 0,0 0 0 0 0,-1 0 0 0 0,6-18 0 0 0,-8 21 79 0 0,7-20-21 0 0,-5 13 204 0 0,0 1 1 0 0,1-1 0 0 0,0 1 0 0 0,1 0 0 0 0,0 1 0 0 0,1 0-1 0 0,18-20 1 0 0,-26 32-119 0 0,0 0-1 0 0,0 1 0 0 0,0-1 1 0 0,0 0-1 0 0,0 0 0 0 0,0 0 0 0 0,0 0 1 0 0,0 1-1 0 0,1-1 0 0 0,-1 1 1 0 0,0-1-1 0 0,0 1 0 0 0,1-1 1 0 0,-1 1-1 0 0,0 0 0 0 0,1 0 1 0 0,1-1-1 0 0,-2 2-38 0 0,0-1 0 0 0,0 0 0 0 0,0 0 0 0 0,0 1 0 0 0,0-1 0 0 0,-1 1 0 0 0,1-1 0 0 0,0 1 0 0 0,0-1 0 0 0,-1 1 0 0 0,1-1 0 0 0,0 1 0 0 0,-1 0 0 0 0,1 0 0 0 0,0-1-1 0 0,-1 1 1 0 0,1 0 0 0 0,-1 0 0 0 0,1-1 0 0 0,-1 2 0 0 0,4 6-356 0 0,-2 0-1 0 0,1 1 0 0 0,-1-1 1 0 0,1 16-1 0 0,2 2-2702 0 0,-1-13-2707 0 0</inkml:trace>
</inkml:ink>
</file>

<file path=ppt/ink/ink3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4:15.31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184 122 2761 0 0,'5'-5'254'0'0,"-1"-1"1"0"0,0 1 0 0 0,0-1-1 0 0,0 1 1 0 0,-1-1 0 0 0,0 0-1 0 0,4-11 1 0 0,-6 15 21 0 0,0 0 0 0 0,0 0 0 0 0,-1 0 0 0 0,1 0 0 0 0,-1 0 0 0 0,1 0 0 0 0,-1 0 0 0 0,0 0-1 0 0,0 0 1 0 0,0-1 0 0 0,0 1 0 0 0,0 0 0 0 0,0 0 0 0 0,-1 0 0 0 0,1 0 0 0 0,-1 0 0 0 0,1 0 0 0 0,-1 0 0 0 0,0 0 0 0 0,0 0 0 0 0,0 0-1 0 0,0 0 1 0 0,0 0 0 0 0,0 0 0 0 0,0 1 0 0 0,-1-1 0 0 0,-2-3 0 0 0,1 4-73 0 0,1 0 0 0 0,-1 0 0 0 0,1 0 0 0 0,-1 0 0 0 0,1 1 0 0 0,-1-1 0 0 0,0 1 0 0 0,1 0 0 0 0,-1-1 0 0 0,0 1 0 0 0,1 0 0 0 0,-1 0 0 0 0,0 1 0 0 0,0-1 1 0 0,1 1-1 0 0,-1-1 0 0 0,1 1 0 0 0,-1 0 0 0 0,0 0 0 0 0,1 0 0 0 0,0 0 0 0 0,-4 2 0 0 0,-7 4 133 0 0,1 0 1 0 0,-20 16 0 0 0,22-16-263 0 0,1 1 0 0 0,0 0 0 0 0,0 1 0 0 0,1 0 0 0 0,-8 12 0 0 0,13-17-108 0 0,0 1-1 0 0,0-1 1 0 0,0 1-1 0 0,1 0 1 0 0,0 0-1 0 0,0 0 1 0 0,0 1-1 0 0,1-1 1 0 0,-1 0-1 0 0,1 1 1 0 0,1-1-1 0 0,-1 1 1 0 0,1 9-1 0 0,0-14-11 0 0,0 0 0 0 0,0 0 0 0 0,0-1 0 0 0,0 1 0 0 0,0 0 0 0 0,0 0 0 0 0,0 0 0 0 0,1-1 0 0 0,-1 1 0 0 0,0 0 0 0 0,0-1 0 0 0,1 1 0 0 0,-1 0 0 0 0,1-1 0 0 0,-1 1 0 0 0,0 0 0 0 0,1-1 0 0 0,-1 1 0 0 0,1 0 0 0 0,-1-1 0 0 0,1 1 0 0 0,0-1 0 0 0,-1 1 0 0 0,1-1 0 0 0,0 0 0 0 0,-1 1 0 0 0,1-1 0 0 0,0 0 0 0 0,-1 1 0 0 0,2-1 0 0 0,0 0-67 0 0,1 0 0 0 0,-1 0 1 0 0,0 0-1 0 0,0 0 0 0 0,0 0 1 0 0,0-1-1 0 0,0 1 0 0 0,0-1 1 0 0,0 0-1 0 0,0 1 0 0 0,2-3 1 0 0,7-3-477 0 0,0 0 0 0 0,17-14 1 0 0,-28 19 570 0 0,14-11-431 0 0,-1-1 0 0 0,-1 0 0 0 0,14-18 0 0 0,-17 18 875 0 0,1 1-1 0 0,1 0 0 0 0,0 0 0 0 0,19-14 1 0 0,-29 26-318 0 0,-1-1 0 0 0,1 1 1 0 0,-1-1-1 0 0,1 1 0 0 0,0 0 1 0 0,-1-1-1 0 0,1 1 0 0 0,-1 0 1 0 0,1 0-1 0 0,-1-1 0 0 0,1 1 1 0 0,0 0-1 0 0,-1 0 0 0 0,1 0 1 0 0,0 0-1 0 0,-1 0 0 0 0,1 0 1 0 0,0 0-1 0 0,-1 0 0 0 0,1 0 1 0 0,0 0-1 0 0,-1 0 0 0 0,1 0 0 0 0,-1 0 1 0 0,1 1-1 0 0,0-1 0 0 0,-1 0 1 0 0,1 1-1 0 0,0 0 31 0 0,0 0 1 0 0,0 0-1 0 0,0 0 0 0 0,0 0 0 0 0,0 0 1 0 0,0 0-1 0 0,-1 1 0 0 0,1-1 1 0 0,0 0-1 0 0,-1 1 0 0 0,1-1 0 0 0,0 3 1 0 0,5 52 1269 0 0,-4-40-989 0 0,-1-7-546 0 0,1 0 0 0 0,0 0 0 0 0,0 0 0 0 0,1 0 0 0 0,0-1-1 0 0,1 1 1 0 0,0-1 0 0 0,0 0 0 0 0,1 0 0 0 0,0-1 0 0 0,7 9 0 0 0,-9-13-308 0 0,1 1-1 0 0,-1-1 1 0 0,1 1 0 0 0,0-1 0 0 0,0 0-1 0 0,1-1 1 0 0,-1 1 0 0 0,0-1 0 0 0,1 0-1 0 0,0 0 1 0 0,-1 0 0 0 0,1-1 0 0 0,0 1 0 0 0,0-1-1 0 0,0 0 1 0 0,0-1 0 0 0,0 1 0 0 0,0-1-1 0 0,0 0 1 0 0,0 0 0 0 0,9-2 0 0 0,-8 1 10 0 0,-1 0-1 0 0,0-1 1 0 0,0 0 0 0 0,0 0 0 0 0,0 0 0 0 0,0 0 0 0 0,-1-1 0 0 0,1 0 0 0 0,-1 0 0 0 0,1 0-1 0 0,-1-1 1 0 0,4-4 0 0 0,6-7 1087 0 0,24-32 0 0 0,-29 33 676 0 0,1 1-1 0 0,1 0 1 0 0,13-11 0 0 0,-19 19-656 0 0,0 1-1 0 0,1 0 1 0 0,0 1 0 0 0,0-1 0 0 0,0 1 0 0 0,0 1 0 0 0,0-1 0 0 0,9-2 0 0 0,-14 5-577 0 0,1-1-1 0 0,-1 1 1 0 0,0 0 0 0 0,1 0-1 0 0,-1 0 1 0 0,0-1 0 0 0,1 1-1 0 0,-1 0 1 0 0,0 1 0 0 0,1-1 0 0 0,-1 0-1 0 0,0 0 1 0 0,1 0 0 0 0,-1 1-1 0 0,0-1 1 0 0,0 1 0 0 0,1-1-1 0 0,-1 1 1 0 0,0 0 0 0 0,0-1 0 0 0,0 1-1 0 0,0 0 1 0 0,0 0 0 0 0,0-1-1 0 0,0 1 1 0 0,0 0 0 0 0,0 0-1 0 0,0 0 1 0 0,0 0 0 0 0,-1 1-1 0 0,1-1 1 0 0,0 0 0 0 0,-1 0 0 0 0,1 0-1 0 0,-1 1 1 0 0,1-1 0 0 0,-1 0-1 0 0,0 0 1 0 0,1 1 0 0 0,-1-1-1 0 0,0 0 1 0 0,0 1 0 0 0,0-1 0 0 0,0 0-1 0 0,0 1 1 0 0,0-1 0 0 0,-1 2-1 0 0,-2 44 178 0 0,2-36-406 0 0,0 1-1 0 0,0 0 1 0 0,3 21-1 0 0,-1-29-395 0 0,-1 0 0 0 0,1 0-1 0 0,1 0 1 0 0,-1-1 0 0 0,0 1-1 0 0,1 0 1 0 0,0-1 0 0 0,0 1-1 0 0,0-1 1 0 0,0 0 0 0 0,0 0-1 0 0,1 1 1 0 0,0-1 0 0 0,-1-1-1 0 0,6 5 1 0 0,-2-2-1402 0 0,-3-3 1153 0 0</inkml:trace>
</inkml:ink>
</file>

<file path=ppt/ink/ink3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4:15.4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13 8290 0 0,'10'-10'1543'0'0,"-10"9"-1454"0"0,0 1 1 0 0,1 0-1 0 0,-1 0 1 0 0,0 0-1 0 0,0-1 1 0 0,1 1-1 0 0,-1 0 0 0 0,0 0 1 0 0,0 0-1 0 0,1 0 1 0 0,-1 0-1 0 0,0 0 1 0 0,0-1-1 0 0,1 1 1 0 0,-1 0-1 0 0,0 0 1 0 0,1 0-1 0 0,-1 0 1 0 0,0 0-1 0 0,0 0 1 0 0,1 0-1 0 0,-1 0 1 0 0,0 0-1 0 0,1 0 1 0 0,-1 1-1 0 0,0-1 1 0 0,0 0-1 0 0,1 0 0 0 0,-1 0 1 0 0,0 0-1 0 0,0 0 1 0 0,1 0-1 0 0,-1 1 1 0 0,0-1-1 0 0,0 0 1 0 0,1 0-1 0 0,-1 0 1 0 0,0 1-1 0 0,0-1 1 0 0,0 0-1 0 0,1 0 1 0 0,-1 1-1 0 0,0-1 1 0 0,-8 33-2971 0 0,7-25 2805 0 0,0 0 65 0 0</inkml:trace>
</inkml:ink>
</file>

<file path=ppt/ink/ink3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4:15.7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5985 0 0,'3'1'189'0'0,"0"-1"0"0"0,-1 1-1 0 0,1 0 1 0 0,-1 0 0 0 0,0 0 0 0 0,1 0-1 0 0,-1 0 1 0 0,0 1 0 0 0,1-1-1 0 0,-1 1 1 0 0,0-1 0 0 0,0 1 0 0 0,0 0-1 0 0,-1 0 1 0 0,1 0 0 0 0,0 0-1 0 0,-1 0 1 0 0,1 0 0 0 0,-1 0 0 0 0,1 1-1 0 0,-1-1 1 0 0,1 5 0 0 0,6 10 1492 0 0,-2-1 0 0 0,6 22 0 0 0,-9-27-896 0 0,-3-10-768 0 0,2 6 202 0 0,1 0 0 0 0,-1 0 0 0 0,1 0 0 0 0,0 0 0 0 0,5 7 0 0 0,-7-13-219 0 0,0 0 0 0 0,-1 0 0 0 0,1 0 0 0 0,0 0 0 0 0,-1-1 1 0 0,1 1-1 0 0,0 0 0 0 0,0 0 0 0 0,0-1 0 0 0,0 1 0 0 0,0-1 0 0 0,0 1 0 0 0,0-1 1 0 0,0 1-1 0 0,0-1 0 0 0,0 0 0 0 0,0 1 0 0 0,0-1 0 0 0,0 0 0 0 0,0 0 0 0 0,0 1 1 0 0,0-1-1 0 0,0 0 0 0 0,0 0 0 0 0,0-1 0 0 0,0 1 0 0 0,1 0 0 0 0,-1 0 0 0 0,0 0 1 0 0,0-1-1 0 0,0 1 0 0 0,0 0 0 0 0,0-1 0 0 0,0 1 0 0 0,0-1 0 0 0,0 1 1 0 0,0-1-1 0 0,-1 0 0 0 0,1 1 0 0 0,0-1 0 0 0,0 0 0 0 0,0 0 0 0 0,1-1 0 0 0,6-7 7 0 0,0 0-1 0 0,0-1 0 0 0,8-12 1 0 0,-13 15 227 0 0,1 1 0 0 0,0 0 0 0 0,0 0 0 0 0,1 0 0 0 0,0 1 0 0 0,0 0 0 0 0,0 0 0 0 0,1 0 0 0 0,-1 0 0 0 0,1 1 0 0 0,0 0 0 0 0,13-7 0 0 0,-16 11-141 0 0,1 0 0 0 0,-1 0 0 0 0,0 0 0 0 0,0 0 0 0 0,0 0 0 0 0,0 0 0 0 0,1 1 0 0 0,-1 0 0 0 0,0-1 0 0 0,0 1 0 0 0,0 0 0 0 0,0 1 0 0 0,0-1 0 0 0,0 0 0 0 0,-1 1 0 0 0,1 0 1 0 0,0-1-1 0 0,-1 1 0 0 0,1 0 0 0 0,-1 1 0 0 0,3 2 0 0 0,7 7 54 0 0,0 1 1 0 0,15 20 0 0 0,-25-31-127 0 0,58 75 107 0 0,-36-49-128 0 0</inkml:trace>
</inkml:ink>
</file>

<file path=ppt/ink/ink3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4:36.3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0 669 10138 0 0,'20'-6'474'0'0,"0"0"0"0"0,0 1 0 0 0,0 2 0 0 0,29-3 0 0 0,3-1-173 0 0,165-31 601 0 0,151-23-310 0 0,-284 49-368 0 0,622-73 1484 0 0,455 18 630 0 0,-868 53-1731 0 0,849-69 1195 0 0,-724 48-1357 0 0,78-8-128 0 0,414-30 248 0 0,-789 65-470 0 0,198-10 146 0 0,271-7 130 0 0,-49-13-638 0 0,-365 11-3447 0 0,-139 19-3254 0 0</inkml:trace>
</inkml:ink>
</file>

<file path=ppt/ink/ink3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4:38.5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20 9674 0 0,'-8'-20'2738'0'0,"10"29"-1874"0"0,0 11-391 0 0,-1 0 1 0 0,0 1-1 0 0,-2-1 0 0 0,-2 20 1 0 0,-1 16-62 0 0,2 170-176 0 0,34 267 0 0 0,85 219-1106 0 0,11-245 1532 0 0,-24-103 1450 0 0,-78-255-1179 0 0,16 153 1 0 0,-34-90-1234 0 0,-11-98-5790 0 0,1-56 104 0 0</inkml:trace>
</inkml:ink>
</file>

<file path=ppt/ink/ink3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4:39.30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257 312 6913 0 0,'-13'-11'1660'0'0,"1"2"1809"0"0,11 10-3382 0 0,0-1 0 0 0,0 0 1 0 0,0 1-1 0 0,1-1 0 0 0,-1 1 1 0 0,0-1-1 0 0,0 1 0 0 0,1-1 1 0 0,-1 1-1 0 0,0 0 0 0 0,1-1 1 0 0,-1 1-1 0 0,1 0 0 0 0,-1-1 1 0 0,1 1-1 0 0,-1 0 0 0 0,1 0 1 0 0,-1 0-1 0 0,1-1 0 0 0,0 1 1 0 0,-1 2-1 0 0,-26 57 439 0 0,-2-1 0 0 0,-3-1 0 0 0,-69 93 0 0 0,73-123-526 0 0,45-61 601 0 0,53-82 100 0 0,132-244-282 0 0,-195 343-338 0 0,5-11 452 0 0,18-28 1 0 0,-27 50-338 0 0,0 0 0 0 0,0 0 0 0 0,1 0 0 0 0,-1 0 0 0 0,1 1 0 0 0,1 0 0 0 0,-1 0 0 0 0,0 0 0 0 0,1 0 0 0 0,0 1 1 0 0,0-1-1 0 0,7-2 0 0 0,-11 5-159 0 0,0 1 0 0 0,1 0 0 0 0,-1 0 0 0 0,0 0 0 0 0,1 0 0 0 0,-1 0 0 0 0,0 1 0 0 0,1-1 0 0 0,-1 0 0 0 0,0 0 0 0 0,0 1 0 0 0,1-1 0 0 0,-1 1 0 0 0,0-1 0 0 0,0 1 0 0 0,0 0 0 0 0,0-1 0 0 0,0 1 0 0 0,0 0 0 0 0,0 0 0 0 0,0 0 0 0 0,0 0 0 0 0,0 0 0 0 0,0 0 0 0 0,0 0 1 0 0,0 0-1 0 0,0 2 0 0 0,22 37 126 0 0,-19-31-91 0 0,26 45 104 0 0,2 0-1 0 0,2-2 1 0 0,3-2 0 0 0,70 75 0 0 0,-56-75-1635 0 0,108 84 1 0 0,-114-102-6034 0 0</inkml:trace>
</inkml:ink>
</file>

<file path=ppt/ink/ink3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4:41.6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 20 6449 0 0,'-14'-20'9087'0'0,"12"30"-6653"0"0,2-1-2568 0 0,-5 66 1208 0 0,5 0 0 0 0,11 109 0 0 0,40 145-1074 0 0,21 17 144 0 0,38 233 595 0 0,-42-191 180 0 0,-61-353-881 0 0,15 138-56 0 0,-1-7-384 0 0,9 38-1108 0 0,-29-198 1122 0 0</inkml:trace>
</inkml:ink>
</file>

<file path=ppt/ink/ink3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4:42.4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335 163 6449 0 0,'1'-12'71'0'0,"-4"-3"4911"0"0,-4 24-3705 0 0,-14 23-198 0 0,-85 118 909 0 0,88-128-1963 0 0,-1 0 0 0 0,-1-2 0 0 0,-1 0 0 0 0,-33 23 0 0 0,49-39 1 0 0,-24 15 4 0 0,28-18-14 0 0,0-1 1 0 0,0 1-1 0 0,0-1 0 0 0,0 1 1 0 0,0-1-1 0 0,0 1 1 0 0,0-1-1 0 0,0 0 0 0 0,-1 1 1 0 0,1-1-1 0 0,0 0 0 0 0,0 0 1 0 0,0 0-1 0 0,-1 0 1 0 0,1 0-1 0 0,0 0 0 0 0,0 0 1 0 0,0 0-1 0 0,-1 0 0 0 0,1-1 1 0 0,0 1-1 0 0,-1-1 1 0 0,1 0 23 0 0,0 0 0 0 0,1 0 1 0 0,-1 0-1 0 0,1 0 1 0 0,0 0-1 0 0,-1 0 1 0 0,1 0-1 0 0,0 0 0 0 0,-1 0 1 0 0,1 0-1 0 0,0 0 1 0 0,0 0-1 0 0,0 0 1 0 0,0 0-1 0 0,0 0 1 0 0,0 0-1 0 0,0-1 0 0 0,0 1 1 0 0,1 0-1 0 0,-1 0 1 0 0,0 0-1 0 0,1-1 1 0 0,10-26 498 0 0,-11 28-522 0 0,46-91 946 0 0,-25 53-659 0 0,22-58-1 0 0,-31 62-177 0 0,-3 7 152 0 0,17-38 1 0 0,-23 59-210 0 0,0-1 1 0 0,1 1 0 0 0,0 0-1 0 0,0 0 1 0 0,1 0-1 0 0,-1 1 1 0 0,1-1 0 0 0,1 1-1 0 0,-1 0 1 0 0,11-7-1 0 0,-14 11-44 0 0,0 0 0 0 0,0 0-1 0 0,0 1 1 0 0,0-1-1 0 0,1 1 1 0 0,-1-1-1 0 0,0 1 1 0 0,0 0-1 0 0,0-1 1 0 0,0 1-1 0 0,0 1 1 0 0,1-1-1 0 0,-1 0 1 0 0,0 0-1 0 0,0 1 1 0 0,0-1-1 0 0,0 1 1 0 0,0 0-1 0 0,0-1 1 0 0,0 1-1 0 0,0 0 1 0 0,0 0-1 0 0,0 0 1 0 0,-1 1-1 0 0,1-1 1 0 0,0 0-1 0 0,-1 1 1 0 0,1-1-1 0 0,1 2 1 0 0,7 8 88 0 0,0-1 1 0 0,-1 1-1 0 0,10 17 0 0 0,-9-13-21 0 0,24 30 42 0 0,1-2 0 0 0,59 56 0 0 0,-70-77-77 0 0,2-1 0 0 0,1-1 0 0 0,0-1 0 0 0,2-2 0 0 0,43 21 0 0 0,-7-10-406 0 0,-23-11-482 0 0,47 27 0 0 0,-64-30-335 0 0</inkml:trace>
</inkml:ink>
</file>

<file path=ppt/ink/ink3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4:43.3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8754 0 0,'11'27'1930'0'0,"-8"49"-1093"0"0,3 38-2837 0 0,-2-78 1241 0 0</inkml:trace>
</inkml:ink>
</file>

<file path=ppt/ink/ink3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4:43.6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6449 0 0,'79'282'1395'0'0,"-69"-252"-1750"0"0,-3-9-1067 0 0,9 41-1 0 0,-15-53 1119 0 0,0 1 0 0 0,0-1 0 0 0,-1 0 0 0 0,-1 1 0 0 0,1-1 0 0 0,-2 1 0 0 0,-2 13 0 0 0,-3 4 283 0 0,4-10 4 0 0,-1-1 0 0 0,-11 27-1 0 0,6-23 7 0 0</inkml:trace>
</inkml:ink>
</file>

<file path=ppt/ink/ink3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4:43.7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0 6937 0 0,'6'53'-2'0'0,"-2"-1"-1"0"0,-2 1 0 0 0,-3 0 1 0 0,-1 0-1 0 0,-16 78 0 0 0,15-118 3 0 0</inkml:trace>
</inkml:ink>
</file>

<file path=ppt/ink/ink3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4:43.9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 1 5529 0 0,'-3'16'488'0'0,"0"-5"-392"0"0,2 1-96 0 0,-1-4 0 0 0,2-1 0 0 0,-1-2 64 0 0,1 0-64 0 0,-1 7 0 0 0,-2 5 320 0 0,0 5 8 0 0,-1 5 9 0 0,-1-1-1 0 0,0-2-240 0 0,-1-2-96 0 0</inkml:trace>
</inkml:ink>
</file>

<file path=ppt/ink/ink3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4:44.0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1 7834 0 0,'-1'23'344'0'0,"2"-6"72"0"0,1-1-328 0 0,-1-3-88 0 0,0-5 0 0 0,1 0 0 0 0,-1 0 320 0 0,2 8 56 0 0,1 10 8 0 0,4 8 0 0 0,-3 5-144 0 0,0 0-24 0 0,0-3-8 0 0,0-3 0 0 0,-1 0-1560 0 0,2-5-312 0 0,2 0-65 0 0,-2-7-15 0 0</inkml:trace>
</inkml:ink>
</file>

<file path=ppt/ink/ink3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4:44.2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0 5065 0 0,'-3'33'448'0'0,"0"-10"-352"0"0,0-1-96 0 0,3-6 0 0 0,1-6 328 0 0,-1-2 56 0 0,2 4 0 0 0,-1 8 9 0 0,2 11-850 0 0,-3 10-175 0 0,3 3-32 0 0,1-1-8 0 0,2-3 528 0 0,-2-5 144 0 0,4-4 0 0 0,-4-5-64 0 0,2-1 64 0 0</inkml:trace>
</inkml:ink>
</file>

<file path=ppt/ink/ink3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4:44.4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4953 0 0,'6'111'404'0'0,"-1"147"6185"0"0,-12-99-7990 0 0,6-137-3119 0 0</inkml:trace>
</inkml:ink>
</file>

<file path=ppt/ink/ink3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4:44.5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4145 0 0,'2'15'368'0'0,"-1"-3"-296"0"0,1-1-72 0 0,-1-6 0 0 0,1 0 768 0 0,-2 3 128 0 0,2 9 33 0 0,1 9 7 0 0,2 7-496 0 0,-1 3-104 0 0,0 0-16 0 0,0-3-8 0 0,2-3-208 0 0,0-7-40 0 0,-2-6 0 0 0</inkml:trace>
</inkml:ink>
</file>

<file path=ppt/ink/ink3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4:44.8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6449 0 0,'8'158'2062'0'0,"5"143"1224"0"0,-26 1 536 0 0,6-220-3908 0 0,8-26-5022 0 0,0-33 612 0 0</inkml:trace>
</inkml:ink>
</file>

<file path=ppt/ink/ink3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4:44.9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8754 0 0,'0'25'384'0'0,"0"-7"88"0"0,2-3-376 0 0,-1-3-96 0 0,2-3 0 0 0,-2-4 0 0 0,2 2 0 0 0,2 5 0 0 0,2 5-96 0 0,4 8-1632 0 0,1-1-321 0 0,-2-4-63 0 0</inkml:trace>
</inkml:ink>
</file>

<file path=ppt/ink/ink3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4:45.9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104 102 3225 0 0,'0'0'20'0'0,"0"0"0"0"0,1-1 0 0 0,-1 1 0 0 0,0 0 0 0 0,0 0 0 0 0,0-1 0 0 0,0 1 0 0 0,0 0 0 0 0,0 0 1 0 0,0 0-1 0 0,1-1 0 0 0,-1 1 0 0 0,0 0 0 0 0,0 0 0 0 0,0-1 0 0 0,0 1 0 0 0,0 0 0 0 0,0 0 0 0 0,0-1 0 0 0,0 1 1 0 0,0 0-1 0 0,0 0 0 0 0,0-1 0 0 0,-1 1 0 0 0,1 0 0 0 0,0 0 0 0 0,0-1 0 0 0,0 1 0 0 0,0 0 0 0 0,0 0 0 0 0,0-1 0 0 0,0 1 1 0 0,-1 0-1 0 0,1 0 0 0 0,0 0 0 0 0,0 0 0 0 0,0-1 0 0 0,0 1 0 0 0,-1 0 0 0 0,1 0 0 0 0,0 0 0 0 0,-15-1 666 0 0,-28 14 56 0 0,29-9-757 0 0,12-4 105 0 0,0 1-1 0 0,0-1 1 0 0,1 1-1 0 0,-1-1 1 0 0,0 1 0 0 0,1 0-1 0 0,-1 0 1 0 0,0-1-1 0 0,1 1 1 0 0,-1 1-1 0 0,1-1 1 0 0,-1 0 0 0 0,1 0-1 0 0,0 0 1 0 0,-1 1-1 0 0,1-1 1 0 0,0 1-1 0 0,-1 1 1 0 0,2-3-21 0 0,0 1 1 0 0,0-1-1 0 0,0 0 0 0 0,0 1 1 0 0,0-1-1 0 0,-1 1 1 0 0,1-1-1 0 0,0 0 0 0 0,0 1 1 0 0,1-1-1 0 0,-1 1 0 0 0,0-1 1 0 0,0 0-1 0 0,0 1 0 0 0,0-1 1 0 0,0 0-1 0 0,0 1 1 0 0,0-1-1 0 0,1 1 0 0 0,-1-1 1 0 0,0 0-1 0 0,0 1 0 0 0,0-1 1 0 0,1 0-1 0 0,-1 0 0 0 0,0 1 1 0 0,1-1-1 0 0,-1 1 1 0 0,21 5 913 0 0,-9-6-836 0 0,0-1 0 0 0,1 0-1 0 0,-1-1 1 0 0,0 0 0 0 0,-1-1-1 0 0,1-1 1 0 0,21-8 0 0 0,35-10 408 0 0,-10 10-252 0 0,311-56 3310 0 0,-288 58-2713 0 0,1 3 1 0 0,126 5-1 0 0,-147 11-881 0 0,-47-5 293 0 0,1-2-1 0 0,22 2 1 0 0,-36-4-394 0 0</inkml:trace>
</inkml:ink>
</file>

<file path=ppt/ink/ink3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5:09.1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154 45 10594 0 0,'-2'-3'195'0'0,"-1"-1"1"0"0,0 0-1 0 0,0 1 0 0 0,0-1 0 0 0,-1 1 0 0 0,1 0 0 0 0,-1 0 0 0 0,1 1 1 0 0,-1-1-1 0 0,0 1 0 0 0,0-1 0 0 0,0 1 0 0 0,-6-2 0 0 0,8 4-110 0 0,0-1-1 0 0,0 1 1 0 0,-1 0-1 0 0,1-1 0 0 0,0 1 1 0 0,0 0-1 0 0,0 0 1 0 0,0 0-1 0 0,0 1 1 0 0,0-1-1 0 0,0 0 1 0 0,0 1-1 0 0,0 0 1 0 0,0-1-1 0 0,0 1 0 0 0,0 0 1 0 0,0 0-1 0 0,0 0 1 0 0,1 0-1 0 0,-1 0 1 0 0,0 0-1 0 0,1 1 1 0 0,-1-1-1 0 0,1 0 1 0 0,-1 1-1 0 0,1 0 0 0 0,-1-1 1 0 0,1 1-1 0 0,0 0 1 0 0,0-1-1 0 0,-1 4 1 0 0,-6 10 53 0 0,2 0 0 0 0,0 1 0 0 0,1 0 1 0 0,0 0-1 0 0,1 0 0 0 0,1 0 0 0 0,1 1 0 0 0,0-1 1 0 0,1 1-1 0 0,1-1 0 0 0,2 18 0 0 0,3 17 279 0 0,2-1 0 0 0,17 64-1 0 0,68 191 183 0 0,-24-88-625 0 0,-65-204-232 0 0,0-1 1 0 0,-1 1-1 0 0,0-1 1 0 0,-1 1 0 0 0,0 13-1 0 0,-2-10-975 0 0</inkml:trace>
</inkml:ink>
</file>

<file path=ppt/ink/ink3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5:09.3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5 329 3681 0 0,'-1'-4'238'0'0,"0"1"0"0"0,0-1 0 0 0,1 1 0 0 0,-1-1 0 0 0,1 1 0 0 0,0-1 0 0 0,0 1-1 0 0,0-1 1 0 0,0 1 0 0 0,1-1 0 0 0,-1 1 0 0 0,1-1 0 0 0,0 1 0 0 0,0 0 0 0 0,0-1 0 0 0,0 1 0 0 0,1 0 0 0 0,-1 0 0 0 0,1 0 0 0 0,0 0 0 0 0,0 0 0 0 0,4-4 0 0 0,11-18 1086 0 0,1 1 1 0 0,1 2-1 0 0,38-36 1 0 0,-29 33-1476 0 0,0 2 0 0 0,53-32 0 0 0,-55 39-4886 0 0</inkml:trace>
</inkml:ink>
</file>

<file path=ppt/ink/ink3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5:09.6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4 143 8290 0 0,'-3'6'1263'0'0,"6"-6"-130"0"0,16-9 813 0 0,23-21 1123 0 0,-7-5-1733 0 0,13-11-2658 0 0,-44 42 911 0 0,1 1-1 0 0,-1 0 0 0 0,1 0 0 0 0,0 0 0 0 0,-1 0 0 0 0,1 1 1 0 0,0 0-1 0 0,1 0 0 0 0,5-2 0 0 0,6 6 396 0 0,-13 1 109 0 0</inkml:trace>
</inkml:ink>
</file>

<file path=ppt/ink/ink3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5:09.7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3 108 4145 0 0,'-2'14'4770'0'0,"28"-30"-1216"0"0,3-7-3671 0 0,42-42 0 0 0,-55 48 117 0 0</inkml:trace>
</inkml:ink>
</file>

<file path=ppt/ink/ink3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5:10.22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68 45 1376 0 0,'-9'-10'2032'0'0,"-16"-17"3048"0"0,24 26-4738 0 0,0 0 0 0 0,0 1-1 0 0,0-1 1 0 0,0 0 0 0 0,0 1 0 0 0,0-1-1 0 0,1 1 1 0 0,-1 0 0 0 0,0-1-1 0 0,-1 1 1 0 0,1 0 0 0 0,0-1-1 0 0,0 1 1 0 0,0 0 0 0 0,0 0 0 0 0,0 0-1 0 0,0 0 1 0 0,0 0 0 0 0,0 0-1 0 0,0 0 1 0 0,0 0 0 0 0,-2 1-1 0 0,2 0-154 0 0,0 0 0 0 0,1 0-1 0 0,-1 0 1 0 0,0 0-1 0 0,0 0 1 0 0,1 0-1 0 0,-1 0 1 0 0,1 0-1 0 0,-1 0 1 0 0,1 0-1 0 0,-1 0 1 0 0,1 0-1 0 0,0 0 1 0 0,-1 1-1 0 0,1-1 1 0 0,0 0-1 0 0,0 0 1 0 0,0 1-1 0 0,0-1 1 0 0,0 0-1 0 0,0 0 1 0 0,1 3-1 0 0,5 31 487 0 0,-5-30-458 0 0,76 266 896 0 0,-38-149-1078 0 0,48 136-2515 0 0,-75-225-4814 0 0</inkml:trace>
</inkml:ink>
</file>

<file path=ppt/ink/ink3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5:11.3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349 357 456 0 0,'-30'1'676'0'0,"-1"1"-1"0"0,1 1 1 0 0,0 2 0 0 0,-57 17 0 0 0,56-12 1118 0 0,1 2 0 0 0,-39 20 1 0 0,58-24-436 0 0,17-7-156 0 0,21-7-500 0 0,157-81 2087 0 0,-51 22-1274 0 0,79-44 711 0 0,-126 61-1518 0 0,156-60 0 0 0,-232 105-937 0 0,63-20-153 0 0,-66 22-222 0 0,0 0-1 0 0,-1 0 1 0 0,1 1 0 0 0,0 0-1 0 0,8 0 1 0 0,-14 0 510 0 0,0 1-1 0 0,0-1 1 0 0,0 0 0 0 0,0 0 0 0 0,0 1 0 0 0,0-1-1 0 0,0 0 1 0 0,0 1 0 0 0,0-1 0 0 0,-1 1 0 0 0,1-1-1 0 0,0 1 1 0 0,0 0 0 0 0,0-1 0 0 0,-1 1 0 0 0,1 0-1 0 0,0 0 1 0 0,0-1 0 0 0,-1 1 0 0 0,1 0 0 0 0,-1 0 0 0 0,1 0-1 0 0,-1 0 1 0 0,1 0 0 0 0,-1 0 0 0 0,0 0 0 0 0,1 0-1 0 0,-1 0 1 0 0,0 0 0 0 0,0 0 0 0 0,0 0 0 0 0,0 0-1 0 0,0 0 1 0 0,0 0 0 0 0,0 0 0 0 0,0 0 0 0 0,0 0-1 0 0,0 0 1 0 0,0 0 0 0 0,-1 0 0 0 0,1 1 0 0 0,-5 6 93 0 0</inkml:trace>
</inkml:ink>
</file>

<file path=ppt/ink/ink3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5:11.8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10 253 6913 0 0,'-10'3'3125'0'0,"27"-10"-1607"0"0,7-4-511 0 0,44-27 1804 0 0,223-117 2535 0 0,-273 147-5665 0 0,46-20 2 0 0,-59 26-529 0 0,1 0 0 0 0,-1 1 0 0 0,1 0 0 0 0,0 0 1 0 0,7 0-1 0 0</inkml:trace>
</inkml:ink>
</file>

<file path=ppt/ink/ink3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5:12.0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2761 0 0,'9'3'4984'0'0,"9"4"-1957"0"0,-13-3-2276 0 0,-1 0 1 0 0,1 1 0 0 0,-1-1-1 0 0,-1 1 1 0 0,1 0 0 0 0,4 6-1 0 0,2 9 892 0 0,14 35 0 0 0,-6-11-511 0 0,-12-33-948 0 0,14 30 665 0 0,29 45 0 0 0,-43-76-1009 0 0,1 0 0 0 0,1 0 1 0 0,-1-1-1 0 0,2 0 0 0 0,-1-1 0 0 0,1 1 0 0 0,0-2 1 0 0,1 1-1 0 0,17 10 0 0 0</inkml:trace>
</inkml:ink>
</file>

<file path=ppt/ink/ink3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5:14.5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 81 6913 0 0,'-14'-49'7234'0'0,"15"24"-4522"0"0,1 19-551 0 0,1 21 582 0 0,4 27-2549 0 0,2 0-1 0 0,2 0 1 0 0,28 70-1 0 0,-18-55-164 0 0,16 73-1 0 0,-30-96-642 0 0,2-1 0 0 0,23 60 0 0 0,-24-73-6839 0 0</inkml:trace>
</inkml:ink>
</file>

<file path=ppt/ink/ink3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5:15.1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 27 9218 0 0,'-12'-15'1138'0'0,"12"15"-1066"0"0,0 0-1 0 0,0 0 1 0 0,-1 0 0 0 0,1-1 0 0 0,0 1-1 0 0,0 0 1 0 0,0 0 0 0 0,-1-1 0 0 0,1 1-1 0 0,0 0 1 0 0,0 0 0 0 0,0-1 0 0 0,0 1-1 0 0,0 0 1 0 0,0-1 0 0 0,0 1 0 0 0,0 0-1 0 0,0 0 1 0 0,0-1 0 0 0,0 1 0 0 0,0 0-1 0 0,0-1 1 0 0,0 1 0 0 0,0 0 0 0 0,0-1-1 0 0,0 1 1 0 0,0 0 0 0 0,0 0 0 0 0,0-1-1 0 0,0 1 1 0 0,1 0 0 0 0,-1 0 0 0 0,0-1-1 0 0,0 1 1 0 0,0 0 0 0 0,0 0 0 0 0,1-1-1 0 0,-1 1 1 0 0,0 0 0 0 0,0 0 0 0 0,1 0-1 0 0,-1-1 1 0 0,0 1 0 0 0,0 0 0 0 0,1 0-1 0 0,-1 0 1 0 0,0 0 0 0 0,0 0 0 0 0,1 0-1 0 0,-1 0 1 0 0,0-1 0 0 0,1 1 0 0 0,-1 0-1 0 0,0 0 1 0 0,0 0 0 0 0,1 0 0 0 0,-1 0-1 0 0,0 0 1 0 0,1 0 0 0 0,-1 0 0 0 0,1 1-1 0 0,0-1 82 0 0,0 0 0 0 0,0 1 0 0 0,1-1 0 0 0,-1 1 0 0 0,0 0 0 0 0,0-1 0 0 0,0 1 0 0 0,0 0 0 0 0,0 0 0 0 0,0 0-1 0 0,0-1 1 0 0,0 1 0 0 0,0 0 0 0 0,0 0 0 0 0,0 0 0 0 0,0 1 0 0 0,-1-1 0 0 0,1 0 0 0 0,0 0 0 0 0,0 2 0 0 0,12 27 746 0 0,-12-27-787 0 0,10 30 596 0 0,12 67 1 0 0,3 11-799 0 0,-22-98-532 0 0,0 0-1 0 0,2 0 1 0 0,0-1-1 0 0,0 1 1 0 0,1-2-1 0 0,9 14 1 0 0,-3-10-5309 0 0</inkml:trace>
</inkml:ink>
</file>

<file path=ppt/ink/ink3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5:15.38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26 4145 0 0,'-4'-26'5187'0'0,"8"41"-2252"0"0,61 156 3663 0 0,-29-82-5853 0 0,-16-38-754 0 0,19 55-3823 0 0,-34-86-1991 0 0</inkml:trace>
</inkml:ink>
</file>

<file path=ppt/ink/ink3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5:15.5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44 207 3825 0 0,'-6'-1'134'0'0,"3"0"-134"0"0,0 0 0 0 0,-1 0 0 0 0,1-1 1 0 0,0 1-1 0 0,0-1 0 0 0,0 1 1 0 0,-6-5-1 0 0,9 5 91 0 0,-1 0 0 0 0,0 0 0 0 0,1 0 0 0 0,-1 0 0 0 0,0 0 0 0 0,1 0 0 0 0,0 0 0 0 0,-1 0-1 0 0,1 0 1 0 0,0 0 0 0 0,-1-1 0 0 0,1 1 0 0 0,0 0 0 0 0,0 0 0 0 0,0 0 0 0 0,0 0 0 0 0,0-1 0 0 0,0 1 0 0 0,0 0 0 0 0,0 0 0 0 0,1 0 0 0 0,-1 0 0 0 0,0 0 0 0 0,1 0 0 0 0,-1-1 0 0 0,1 1 0 0 0,-1 0 0 0 0,2-1 0 0 0,1-4 283 0 0,1 0-1 0 0,0-1 1 0 0,0 2 0 0 0,1-1 0 0 0,-1 0 0 0 0,1 1 0 0 0,1 0 0 0 0,-1 0 0 0 0,1 1-1 0 0,12-8 1 0 0,8-4-116 0 0,36-15 0 0 0,-34 18-244 0 0,4-3-863 0 0,-1 2-2894 0 0</inkml:trace>
</inkml:ink>
</file>

<file path=ppt/ink/ink3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5:15.8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6 5985 0 0,'26'-6'-104'0'0,"-19"6"351"0"0,0 0 0 0 0,1 1 0 0 0,-1 0 0 0 0,0 0 0 0 0,0 1 0 0 0,0 0 0 0 0,0 0 0 0 0,0 0-1 0 0,0 1 1 0 0,0 0 0 0 0,-1 1 0 0 0,1-1 0 0 0,-1 1 0 0 0,0 0 0 0 0,0 1 0 0 0,-1 0 0 0 0,1 0 0 0 0,-1 0 0 0 0,0 0-1 0 0,-1 1 1 0 0,1 0 0 0 0,-1 0 0 0 0,0 0 0 0 0,0 0 0 0 0,-1 1 0 0 0,0-1 0 0 0,0 1 0 0 0,0 0 0 0 0,-1 0 0 0 0,0 0-1 0 0,-1 0 1 0 0,1 0 0 0 0,-1 0 0 0 0,0 13 0 0 0,-2-5-46 0 0,1-4 1 0 0,-1 0 0 0 0,2 0 1 0 0,2 18-1 0 0,-3-27-271 0 0,0-1 1 0 0,1 1-1 0 0,-1 0 0 0 0,1-1 0 0 0,-1 1 0 0 0,1-1 1 0 0,-1 1-1 0 0,1-1 0 0 0,0 1 0 0 0,-1-1 0 0 0,1 0 0 0 0,0 1 1 0 0,0-1-1 0 0,0 0 0 0 0,0 0 0 0 0,1 1 0 0 0,-1-1 0 0 0,0 0 1 0 0,0 0-1 0 0,1 0 0 0 0,-1-1 0 0 0,0 1 0 0 0,1 0 0 0 0,-1 0 1 0 0,1-1-1 0 0,-1 1 0 0 0,1-1 0 0 0,-1 1 0 0 0,1-1 0 0 0,0 0 1 0 0,2 1-1 0 0</inkml:trace>
</inkml:ink>
</file>

<file path=ppt/ink/ink3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5:15.9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130 184 3281 0 0,'-27'6'213'0'0,"-29"5"481"0"0,20-8 3632 0 0,36-3-4223 0 0,0 0 1 0 0,-1 0-1 0 0,1 0 0 0 0,0 1 1 0 0,-1-1-1 0 0,1 0 1 0 0,0 0-1 0 0,-1 0 0 0 0,1 0 1 0 0,0 0-1 0 0,0 0 0 0 0,-1 0 1 0 0,1 0-1 0 0,0 0 1 0 0,-1-1-1 0 0,1 1 0 0 0,0 0 1 0 0,-1 0-1 0 0,1 0 1 0 0,0 0-1 0 0,0 0 0 0 0,-1 0 1 0 0,0-2 620 0 0,0 2-621 0 0,1 0 0 0 0,0-1 1 0 0,0 1-1 0 0,0 0 0 0 0,0 0 1 0 0,-1-1-1 0 0,1 1 1 0 0,0 0-1 0 0,0-1 0 0 0,0 1 1 0 0,0 0-1 0 0,0-1 1 0 0,10-13 2501 0 0,19-10-516 0 0,21-7-1011 0 0,94-44-1 0 0,-79 43-6203 0 0,-22 11-1171 0 0</inkml:trace>
</inkml:ink>
</file>

<file path=ppt/ink/ink3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5:16.6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83 9674 0 0,'-1'-2'127'0'0,"1"0"0"0"0,-1 0 1 0 0,1 1-1 0 0,0-1 0 0 0,0 0 0 0 0,0 0 0 0 0,0 1 0 0 0,0-1 1 0 0,0 0-1 0 0,0 0 0 0 0,1 0 0 0 0,-1 1 0 0 0,1-1 0 0 0,-1 0 1 0 0,1 1-1 0 0,0-1 0 0 0,0 0 0 0 0,-1 1 0 0 0,1-1 0 0 0,0 1 1 0 0,0-1-1 0 0,1 1 0 0 0,-1 0 0 0 0,0-1 0 0 0,2-1 0 0 0,4-4 1133 0 0,-1 1-1 0 0,1-1 1 0 0,14-9 0 0 0,-20 16-1193 0 0,-1 0 1 0 0,0 0 0 0 0,1 0 0 0 0,-1-1 0 0 0,0 1 0 0 0,1 0 0 0 0,-1 0-1 0 0,1 0 1 0 0,-1 0 0 0 0,0 0 0 0 0,1 0 0 0 0,-1 0 0 0 0,1 0 0 0 0,-1 0-1 0 0,0 0 1 0 0,1 0 0 0 0,-1 0 0 0 0,1 0 0 0 0,-1 0 0 0 0,0 0 0 0 0,1 0-1 0 0,-1 0 1 0 0,0 1 0 0 0,1-1 0 0 0,-1 0 0 0 0,0 0 0 0 0,1 0 0 0 0,-1 1-1 0 0,0-1 1 0 0,1 0 0 0 0,0 1 0 0 0,9 15 811 0 0,2 22-490 0 0,-11-35-292 0 0,46 231 874 0 0,-32-148-1182 0 0,41 139 1 0 0,-45-193-665 0 0,-1 0-279 0 0</inkml:trace>
</inkml:ink>
</file>

<file path=ppt/ink/ink3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5:17.0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9 8754 0 0,'0'0'87'0'0,"1"-1"-1"0"0,-1 0 1 0 0,0 1 0 0 0,1-1 0 0 0,-1 1 0 0 0,0-1-1 0 0,1 1 1 0 0,-1-1 0 0 0,1 1 0 0 0,-1 0 0 0 0,1-1-1 0 0,-1 1 1 0 0,1-1 0 0 0,-1 1 0 0 0,1 0-1 0 0,-1 0 1 0 0,1-1 0 0 0,-1 1 0 0 0,1 0 0 0 0,0 0-1 0 0,-1-1 1 0 0,1 1 0 0 0,0 0 0 0 0,-1 0 0 0 0,1 0-1 0 0,-1 0 1 0 0,1 0 0 0 0,0 0 0 0 0,-1 0-1 0 0,1 0 1 0 0,0 0 0 0 0,-1 1 0 0 0,1-1 0 0 0,-1 0-1 0 0,1 0 1 0 0,0 0 0 0 0,-1 1 0 0 0,1-1 0 0 0,-1 0-1 0 0,2 1 1 0 0,25 11 3450 0 0,-22-8-3201 0 0,0 1 0 0 0,-1 0 1 0 0,0 0-1 0 0,1 0 0 0 0,-2 0 0 0 0,1 1 1 0 0,-1 0-1 0 0,0 0 0 0 0,0-1 1 0 0,0 2-1 0 0,-1-1 0 0 0,0 0 0 0 0,2 7 1 0 0,1 14-302 0 0,5 50 0 0 0,-6-36 169 0 0,10 47-544 0 0,-1 2-3555 0 0,-10-68-2227 0 0</inkml:trace>
</inkml:ink>
</file>

<file path=ppt/ink/ink3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5:17.3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 5985 0 0,'10'-2'651'0'0,"1"0"-1"0"0,-1 1 1 0 0,0 1 0 0 0,0 0-1 0 0,1 0 1 0 0,-1 1-1 0 0,0 0 1 0 0,12 3 0 0 0,-18-3-431 0 0,0 1 0 0 0,-1-1 0 0 0,1 1 0 0 0,-1-1 0 0 0,0 1 0 0 0,0 0 0 0 0,1 0 1 0 0,-1 1-1 0 0,0-1 0 0 0,-1 0 0 0 0,1 1 0 0 0,0 0 0 0 0,-1 0 0 0 0,1 0 0 0 0,-1 0 1 0 0,0 0-1 0 0,0 0 0 0 0,0 0 0 0 0,-1 1 0 0 0,1-1 0 0 0,-1 1 0 0 0,0 0 0 0 0,0-1 1 0 0,0 1-1 0 0,1 7 0 0 0,-1-1-562 0 0,-1 0 1 0 0,0 0-1 0 0,-1 0 0 0 0,0 0 1 0 0,0 0-1 0 0,-6 17 1 0 0,2-7-5174 0 0</inkml:trace>
</inkml:ink>
</file>

<file path=ppt/ink/ink3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5:17.5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3 144 8290 0 0,'-1'0'41'0'0,"1"0"1"0"0,0 0 0 0 0,0 0-1 0 0,0-1 1 0 0,0 1-1 0 0,0 0 1 0 0,-1 0 0 0 0,1 0-1 0 0,0 0 1 0 0,0-1-1 0 0,0 1 1 0 0,0 0-1 0 0,0 0 1 0 0,0 0 0 0 0,0-1-1 0 0,0 1 1 0 0,0 0-1 0 0,0 0 1 0 0,0-1 0 0 0,0 1-1 0 0,0 0 1 0 0,0 0-1 0 0,0 0 1 0 0,0-1 0 0 0,0 1-1 0 0,0 0 1 0 0,0 0-1 0 0,0-1 1 0 0,0 1 0 0 0,0 0-1 0 0,0 0 1 0 0,0 0-1 0 0,0-1 1 0 0,0 1 0 0 0,1 0-1 0 0,-1 0 1 0 0,0 0-1 0 0,0 0 1 0 0,0-1 0 0 0,0 1-1 0 0,1 0 1 0 0,-1 0-1 0 0,0 0 1 0 0,16-12 1439 0 0,25-9 279 0 0,-36 19-1630 0 0,165-88-3055 0 0,-147 80 2865 0 0</inkml:trace>
</inkml:ink>
</file>

<file path=ppt/ink/ink3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5:17.8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0 1376 0 0,'-1'1'273'0'0,"0"0"0"0"0,1 0 0 0 0,-1 0 0 0 0,1 0 0 0 0,-1 0 0 0 0,1 0-1 0 0,-1 1 1 0 0,1-1 0 0 0,0 0 0 0 0,-1 0 0 0 0,1 0 0 0 0,0 0 0 0 0,0 0 0 0 0,0 0-1 0 0,0 1 1 0 0,0-1 0 0 0,0 0 0 0 0,0 0 0 0 0,1 0 0 0 0,-1 0 0 0 0,1 2 0 0 0,11 28 1389 0 0,-5-12-999 0 0,-5-11-424 0 0,-1 0-1 0 0,0 1 1 0 0,-1 0 0 0 0,1-1 0 0 0,-2 1-1 0 0,1-1 1 0 0,-1 1 0 0 0,-1-1 0 0 0,-3 13 0 0 0,3-11 189 0 0,0-1 0 0 0,0 1 1 0 0,1-1-1 0 0,0 1 0 0 0,1 0 1 0 0,1 16-1 0 0,-1-25-389 0 0,0 1 1 0 0,0-1-1 0 0,1 0 0 0 0,-1 1 0 0 0,0-1 1 0 0,1 0-1 0 0,-1 0 0 0 0,1 1 0 0 0,0-1 1 0 0,-1 0-1 0 0,1 0 0 0 0,0 0 0 0 0,0 1 0 0 0,0-1 1 0 0,0 0-1 0 0,0 0 0 0 0,0 0 0 0 0,0-1 1 0 0,0 1-1 0 0,0 0 0 0 0,0 0 0 0 0,0-1 1 0 0,3 2-1 0 0,-2-1-25 0 0,1-1 0 0 0,0 1 0 0 0,0-1-1 0 0,-1 0 1 0 0,1 0 0 0 0,0 0 0 0 0,0 0 0 0 0,-1 0 0 0 0,1-1 0 0 0,0 1 0 0 0,3-2 0 0 0,8-3-156 0 0,0 0 0 0 0,-1-1 0 0 0,20-12 1 0 0,-27 15 91 0 0,45-30-2902 0 0,-36 23-1717 0 0</inkml:trace>
</inkml:ink>
</file>

<file path=ppt/ink/ink3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5:17.9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19 140 3681 0 0,'-19'2'4479'0'0,"29"-7"-1315"0"0,141-61 5493 0 0,-96 46-8808 0 0,1 3 0 0 0,71-13 0 0 0,-104 27-6846 0 0</inkml:trace>
</inkml:ink>
</file>

<file path=ppt/ink/ink3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3:45.9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11058 0 0,'10'20'1177'0'0,"2"7"-1257"0"0,-1 1 0 0 0,-1 1 0 0 0,-1-1 1 0 0,-2 2-1 0 0,5 42 0 0 0,4 157 311 0 0,-13-170-191 0 0,29 1093 930 0 0,-19-594 342 0 0,46-1 304 0 0,-20-297-334 0 0,-10 2 1 0 0,-9 423-1 0 0,-77 185 796 0 0,46-652-1631 0 0,11-193-757 0 0,1-1 1 0 0,2 0-1 0 0,0 0 1 0 0,2 0 0 0 0,0-1-1 0 0,17 44 1 0 0,-14-50-1274 0 0</inkml:trace>
</inkml:ink>
</file>

<file path=ppt/ink/ink3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3:46.5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235 479 9674 0 0,'-8'-1'169'0'0,"1"0"0"0"0,-1 0-1 0 0,0 1 1 0 0,0 0 0 0 0,0 0 0 0 0,0 0 0 0 0,0 1-1 0 0,1 1 1 0 0,-1-1 0 0 0,0 1 0 0 0,1 1 0 0 0,-1-1-1 0 0,-8 5 1 0 0,8-3-206 0 0,-10 6-334 0 0,-30 19-1 0 0,44-26 351 0 0,1-1 0 0 0,-1 1 0 0 0,1 0 0 0 0,0 0 1 0 0,0 0-1 0 0,0 0 0 0 0,0 0 0 0 0,1 1 0 0 0,-1-1 0 0 0,1 1 0 0 0,0 0 0 0 0,0 0 0 0 0,0 0 0 0 0,0 0 0 0 0,-1 5 0 0 0,3-7 7 0 0,1 0-1 0 0,-1 1 1 0 0,0-1 0 0 0,1 0-1 0 0,0 1 1 0 0,-1-1-1 0 0,1 0 1 0 0,0 0-1 0 0,0 0 1 0 0,0 0 0 0 0,0 0-1 0 0,0 0 1 0 0,1 0-1 0 0,-1 0 1 0 0,1 0-1 0 0,-1 0 1 0 0,1-1-1 0 0,0 1 1 0 0,-1-1 0 0 0,1 1-1 0 0,0-1 1 0 0,0 0-1 0 0,0 0 1 0 0,0 1-1 0 0,0-1 1 0 0,1-1-1 0 0,1 2 1 0 0,10 4-233 0 0,0-1 1 0 0,26 7-1 0 0,1-3 479 0 0,0-3 1 0 0,1-1-1 0 0,77-1 0 0 0,129-19 2281 0 0,-146 6-1497 0 0,492-41 2612 0 0,297-52-2488 0 0,199-22-647 0 0,-321 42-319 0 0,469-37 297 0 0,5 36 561 0 0,78 11-150 0 0,2 35-949 0 0,-211 57 299 0 0,-1008-14-1046 0 0,-60-5-117 0 0</inkml:trace>
</inkml:ink>
</file>

<file path=ppt/ink/ink3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3:49.7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2161 4609 0 0,'2'-1'142'0'0,"1"0"0"0"0,0 0 0 0 0,-1 1 0 0 0,1-1 0 0 0,-1-1 0 0 0,1 1 0 0 0,-1 0 0 0 0,0-1 0 0 0,1 1 0 0 0,-1-1 0 0 0,0 0 0 0 0,0 0 0 0 0,0 1 0 0 0,0-1 0 0 0,2-4 0 0 0,25-33 2478 0 0,5-20 62 0 0,40-97 0 0 0,12-69-1686 0 0,-78 202-896 0 0,88-310-122 0 0,-45 135-362 0 0,-7 38 58 0 0,-16 48 13 0 0,6 1 1 0 0,67-150-1 0 0,-88 233 227 0 0,6-13-135 0 0,47-73 1 0 0,-60 105 139 0 0,1-1 1 0 0,0 2 0 0 0,1-1 0 0 0,-1 1 0 0 0,2 0 0 0 0,-1 0 0 0 0,1 1 0 0 0,0 0 0 0 0,0 1 0 0 0,1 0 0 0 0,0 1 0 0 0,21-9 0 0 0,-26 13 66 0 0,-1 0 1 0 0,1 0-1 0 0,0 1 1 0 0,0 0-1 0 0,-1 0 1 0 0,1 0-1 0 0,0 0 1 0 0,0 1-1 0 0,-1 0 1 0 0,1 0-1 0 0,-1 0 1 0 0,1 0 0 0 0,0 1-1 0 0,-1 0 1 0 0,0 0-1 0 0,0 0 1 0 0,1 0-1 0 0,-1 1 1 0 0,-1 0-1 0 0,1 0 1 0 0,0 0-1 0 0,-1 0 1 0 0,1 0-1 0 0,-1 1 1 0 0,4 4-1 0 0,6 9 129 0 0,0 1 0 0 0,-1-1 0 0 0,-1 2 0 0 0,11 23 0 0 0,14 38 340 0 0,44 142 1 0 0,4 93-64 0 0,-60-217-367 0 0,-8-34 72 0 0,321 1214 1218 0 0,71-23 842 0 0,-322-1053-1065 0 0,191 327 0 0 0,-237-461-941 0 0,65 82 0 0 0,-76-115-114 0 0,2 0-1 0 0,0-2 1 0 0,61 47-1 0 0,-81-71-83 0 0,1-1-1 0 0,0 0 1 0 0,0-1-1 0 0,1 0 1 0 0,0-1-1 0 0,0 0 1 0 0,25 6-1 0 0,-32-11 24 0 0,0 0 1 0 0,0 0-1 0 0,0 0 0 0 0,1-1 0 0 0,-1 0 0 0 0,0 0 1 0 0,0 0-1 0 0,0-1 0 0 0,1 0 0 0 0,-1 0 0 0 0,0-1 1 0 0,0 0-1 0 0,0 0 0 0 0,-1 0 0 0 0,1-1 0 0 0,0 0 0 0 0,-1 0 1 0 0,0 0-1 0 0,0 0 0 0 0,5-5 0 0 0,2-3-78 0 0,0-1 0 0 0,-2 0 0 0 0,1-1 0 0 0,-2 0 0 0 0,0-1 0 0 0,0 0 0 0 0,-1 0 0 0 0,8-20 0 0 0,2-14-74 0 0,17-65 1 0 0,-15 31 281 0 0,-4 0 0 0 0,6-101 1 0 0,-6-172-27 0 0,-13 249-65 0 0,0 7-56 0 0,15-374-723 0 0,26 1-71 0 0,-2 207 711 0 0,123-419 1 0 0,-94 466-550 0 0,10 3 0 0 0,132-251 0 0 0,-177 401 646 0 0,69-97-1 0 0,-77 124 200 0 0,3 2 0 0 0,0 1 0 0 0,61-51-1 0 0,-80 76-161 0 0,0 0 0 0 0,1 1 0 0 0,1 1 0 0 0,-1 0 0 0 0,1 0-1 0 0,1 2 1 0 0,-1 0 0 0 0,17-5 0 0 0,-24 10-31 0 0,1-1 0 0 0,-1 1-1 0 0,0 0 1 0 0,1 1 0 0 0,-1 0 0 0 0,1 0-1 0 0,-1 1 1 0 0,0 0 0 0 0,1 0 0 0 0,-1 0-1 0 0,0 1 1 0 0,0 0 0 0 0,0 1 0 0 0,0-1-1 0 0,0 1 1 0 0,0 1 0 0 0,-1-1 0 0 0,0 1-1 0 0,8 6 1 0 0,3 5 11 0 0,-1 0 0 0 0,0 1-1 0 0,-1 0 1 0 0,-1 1 0 0 0,-1 1-1 0 0,0 0 1 0 0,-1 1 0 0 0,11 26 0 0 0,1 8-128 0 0,-2 0 1 0 0,15 58 0 0 0,141 680-533 0 0,-93-369 1220 0 0,-30-158-126 0 0,87 354 37 0 0,-105-490-307 0 0,6-2-1 0 0,101 209 1 0 0,-94-242 383 0 0,4-3 1 0 0,93 119-1 0 0,-100-152-232 0 0,2-2-1 0 0,3-2 1 0 0,1-2 0 0 0,79 56-1 0 0,-124-101-313 0 0,11 7-173 0 0,33 19 0 0 0,-48-30 157 0 0,0 1 0 0 0,0-1 0 0 0,0-1 0 0 0,1 1-1 0 0,-1-1 1 0 0,0 1 0 0 0,1-1 0 0 0,-1-1 0 0 0,1 1 0 0 0,-1-1 0 0 0,1 1 0 0 0,-1-1 0 0 0,1 0-1 0 0,-1-1 1 0 0,7 0 0 0 0,-9 0-9 0 0,-1 0-1 0 0,1-1 0 0 0,0 1 0 0 0,-1 0 1 0 0,1 0-1 0 0,-1-1 0 0 0,1 1 1 0 0,-1-1-1 0 0,0 0 0 0 0,1 1 0 0 0,-1-1 1 0 0,0 0-1 0 0,0 0 0 0 0,0 1 1 0 0,0-1-1 0 0,-1 0 0 0 0,1 0 1 0 0,0 0-1 0 0,-1 0 0 0 0,1 0 0 0 0,-1-3 1 0 0,5-53 190 0 0,-4 40 38 0 0,4-409 1957 0 0,-6 294-2162 0 0,-5-243-304 0 0,1-265-864 0 0,45 5 1164 0 0,-11 449 317 0 0,53-185 1 0 0,78-173-824 0 0,-155 527 481 0 0,185-523-1235 0 0,-182 522 1298 0 0,0 0 0 0 0,2 1 1 0 0,0 0-1 0 0,1 0 1 0 0,1 1-1 0 0,1 1 0 0 0,22-24 1 0 0,-31 36-13 0 0,1 0 0 0 0,-1 0 0 0 0,1 0 0 0 0,0 1 0 0 0,0 0 1 0 0,0 0-1 0 0,0 0 0 0 0,0 1 0 0 0,1 0 0 0 0,-1 0 0 0 0,1 0 0 0 0,0 0 0 0 0,0 1 1 0 0,-1 0-1 0 0,1 0 0 0 0,0 1 0 0 0,0-1 0 0 0,0 1 0 0 0,0 1 0 0 0,0-1 0 0 0,-1 1 1 0 0,1 0-1 0 0,0 0 0 0 0,0 1 0 0 0,-1 0 0 0 0,1 0 0 0 0,-1 0 0 0 0,1 0 1 0 0,-1 1-1 0 0,9 6 0 0 0,0 1-38 0 0,-1 1 1 0 0,-1-1 0 0 0,0 2 0 0 0,0 0-1 0 0,-1 0 1 0 0,-1 1 0 0 0,0 1-1 0 0,-1 0 1 0 0,0 0 0 0 0,7 17-1 0 0,9 24 0 0 0,26 80-1 0 0,-44-114 26 0 0,126 414 76 0 0,18 52-109 0 0,43 141-222 0 0,-30 9 307 0 0,-150-582-26 0 0,316 1095 2370 0 0,-302-1071-2118 0 0,2-1 1 0 0,43 75-1 0 0,-59-127-242 0 0,1 0 0 0 0,2-1-1 0 0,0 0 1 0 0,2-2 0 0 0,1 0 0 0 0,0-1-1 0 0,2-2 1 0 0,0 0 0 0 0,29 20 0 0 0,-45-36-50 0 0,0-1-1 0 0,0 1 1 0 0,0-1 0 0 0,0 0 0 0 0,0 0-1 0 0,1-1 1 0 0,-1 0 0 0 0,1 0-1 0 0,0-1 1 0 0,-1 0 0 0 0,1 0 0 0 0,0 0-1 0 0,12-1 1 0 0,-13-1 2 0 0,0 0-1 0 0,0-1 0 0 0,0 0 1 0 0,0 0-1 0 0,-1 0 1 0 0,1-1-1 0 0,-1 1 0 0 0,1-1 1 0 0,-1-1-1 0 0,0 1 0 0 0,0-1 1 0 0,-1 0-1 0 0,1 0 1 0 0,-1 0-1 0 0,7-8 0 0 0,14-20 151 0 0,-1-1 0 0 0,-2 0 0 0 0,-1-2 0 0 0,31-74 0 0 0,44-158 529 0 0,-69 170-709 0 0,-5-1 1 0 0,-3-1-1 0 0,6-115 1 0 0,-9-306-220 0 0,-13 285 220 0 0,31-428-420 0 0,-18 509 287 0 0,8 1-1 0 0,54-192 0 0 0,-37 215-81 0 0,6 2-1 0 0,110-211 0 0 0,-119 272 291 0 0,3 1 0 0 0,2 2 0 0 0,4 2 0 0 0,83-85 0 0 0,-107 124 220 0 0,2 1-1 0 0,26-19 0 0 0,-41 34-217 0 0,0 1-1 0 0,1-1 1 0 0,0 2 0 0 0,0-1-1 0 0,0 2 1 0 0,0-1-1 0 0,1 2 1 0 0,19-5-1 0 0,-23 8-57 0 0,0 0 0 0 0,0 0 0 0 0,0 1 0 0 0,0 0-1 0 0,0 0 1 0 0,0 1 0 0 0,-1 0 0 0 0,1 0 0 0 0,-1 1-1 0 0,1 0 1 0 0,-1 0 0 0 0,0 1 0 0 0,0 0 0 0 0,0 0-1 0 0,-1 1 1 0 0,1 0 0 0 0,-1 0 0 0 0,0 0-1 0 0,7 10 1 0 0,4 3-105 0 0,-1 2 1 0 0,-1 0-1 0 0,0 0 0 0 0,21 44 0 0 0,0 14 32 0 0,-3 2-1 0 0,-3 1 0 0 0,-4 1 1 0 0,18 105-1 0 0,31 345 17 0 0,-11-59-121 0 0,-46-379-48 0 0,4 0 0 0 0,67 173 1 0 0,145 276 582 0 0,32-16 1940 0 0,-110-275-1013 0 0,-126-210-1136 0 0,2-2-1 0 0,2-1 1 0 0,65 61 0 0 0,-85-89-121 0 0,0 0 1 0 0,1-1 0 0 0,0 0-1 0 0,1-1 1 0 0,0-1-1 0 0,0-1 1 0 0,1 0-1 0 0,0-1 1 0 0,0-1 0 0 0,0 0-1 0 0,1-1 1 0 0,26 2-1 0 0,-33-6-12 0 0,0 1 0 0 0,0-2 0 0 0,0 1 1 0 0,0-1-1 0 0,0-1 0 0 0,0 0 0 0 0,-1-1 0 0 0,1 0 0 0 0,-1-1 0 0 0,1 0 0 0 0,-1 0 0 0 0,0-1 0 0 0,-1 0 0 0 0,1-1 0 0 0,-1 0 0 0 0,0-1 0 0 0,0 0 0 0 0,-1 0 0 0 0,0 0 0 0 0,0-1 0 0 0,6-10 0 0 0,6-10 99 0 0,-2 0-1 0 0,-2-1 1 0 0,0-1-1 0 0,-2 0 1 0 0,-1-2 0 0 0,15-56-1 0 0,29-203 543 0 0,-9-309-1286 0 0,6-44 224 0 0,-25 492 181 0 0,6 1 1 0 0,7 3 0 0 0,6 1 0 0 0,96-199-1 0 0,-74 190-166 0 0,31-61-243 0 0,-73 163 423 0 0,68-96 0 0 0,-73 121 235 0 0,1 1 0 0 0,50-46 0 0 0,-60 62 0 0 0,1 0 0 0 0,-1 1 0 0 0,2 1 0 0 0,0 0 0 0 0,0 2 0 0 0,0-1 0 0 0,29-8 0 0 0,-37 14 17 0 0,1 2-1 0 0,0-1 0 0 0,0 1 1 0 0,-1 1-1 0 0,1 0 0 0 0,0 0 1 0 0,0 1-1 0 0,-1 0 0 0 0,1 0 1 0 0,0 1-1 0 0,-1 0 0 0 0,1 0 1 0 0,-1 1-1 0 0,0 0 0 0 0,0 1 1 0 0,0 0-1 0 0,0 0 0 0 0,-1 0 1 0 0,1 1-1 0 0,9 9 0 0 0,10 10 89 0 0,-1 1-1 0 0,-1 1 0 0 0,36 48 1 0 0,-47-56-127 0 0,435 624-37 0 0,-206-163 498 0 0,-188-359-340 0 0,137 344 398 0 0,-102-235-363 0 0,-41-104-16 0 0,45 104 427 0 0,-72-183-439 0 0,2-1-1 0 0,56 78 1 0 0,-43-72-790 0 0,-29-40 412 0 0</inkml:trace>
</inkml:ink>
</file>

<file path=ppt/ink/ink3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3:50.8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10 212 9706 0 0,'-8'-1'540'0'0,"7"5"123"0"0,14 12 756 0 0,28 16-139 0 0,-28-24-1079 0 0,1-1 1 0 0,0-1-1 0 0,1-1 0 0 0,0 0 0 0 0,0 0 1 0 0,28 3-1 0 0,97 5 275 0 0,-123-12-550 0 0,790-3 1676 0 0,-1-52-188 0 0,-412 24-1216 0 0,392-30 70 0 0,559-36 227 0 0,-766 62-564 0 0,-441 26 111 0 0,212-8 873 0 0,-117 6-24 0 0,89 0 67 0 0,307 26-614 0 0,-538-12-324 0 0,-46-4-1355 0 0,84 14 0 0 0,-123-12-570 0 0</inkml:trace>
</inkml:ink>
</file>

<file path=ppt/ink/ink3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3:52.0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137 33 3225 0 0,'1'-1'26'0'0,"0"-1"0"0"0,0 0 0 0 0,-1 0 0 0 0,1 0 0 0 0,0 1 0 0 0,1-1 0 0 0,-1 1 0 0 0,0-1 0 0 0,0 1 0 0 0,1-1 0 0 0,-1 1 1 0 0,1 0-1 0 0,-1-1 0 0 0,3 0 0 0 0,-3 1 198 0 0,0 0 0 0 0,0 0 0 0 0,0 1 0 0 0,0-1 0 0 0,0 0 0 0 0,0 1 0 0 0,0-1 1 0 0,0 1-1 0 0,0-1 0 0 0,0 1 0 0 0,1 0 0 0 0,-1-1 0 0 0,0 1 0 0 0,0 0 0 0 0,0 0 0 0 0,2 0 1 0 0,-3 2 156 0 0,0 1 1 0 0,0-1-1 0 0,0 1 1 0 0,-1-1 0 0 0,1 1-1 0 0,-1-1 1 0 0,1 0 0 0 0,-1 1-1 0 0,0-1 1 0 0,0 0-1 0 0,-3 5 1 0 0,2-1 192 0 0,-53 126 2559 0 0,-6 21-1057 0 0,47-107-1913 0 0,3 1-1 0 0,2 1 1 0 0,2 0 0 0 0,2 0 0 0 0,2 0 0 0 0,5 80-1 0 0,54 289 1013 0 0,-49-376-1161 0 0,289 1193 810 0 0,-262-1090-223 0 0,26 261-1 0 0,-57-369-610 0 0,0 0 1 0 0,-3 0-1 0 0,-1 0 1 0 0,-1-1-1 0 0,-2 1 1 0 0,-15 58-1 0 0,17-87-403 0 0</inkml:trace>
</inkml:ink>
</file>

<file path=ppt/ink/ink3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3:52.9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303 404 11058 0 0,'-1'-1'84'0'0,"0"0"0"0"0,0 0 0 0 0,0 0 0 0 0,0 0 0 0 0,0 0 0 0 0,0 1 0 0 0,0-1 0 0 0,0 0 0 0 0,0 1 0 0 0,0-1 0 0 0,0 1 0 0 0,0-1 0 0 0,-1 1 0 0 0,1-1 0 0 0,0 1 0 0 0,0 0 0 0 0,-1 0 0 0 0,1 0 0 0 0,0 0 0 0 0,0 0 0 0 0,-1 0 0 0 0,1 0 0 0 0,-2 0 0 0 0,1 2 10 0 0,-1 0 1 0 0,0 0 0 0 0,1 0-1 0 0,-1 0 1 0 0,1 0 0 0 0,0 1-1 0 0,0-1 1 0 0,-3 5 0 0 0,4-7-90 0 0,-17 25-62 0 0,1 0-1 0 0,1 1 1 0 0,-23 49-1 0 0,-28 93-186 0 0,46-112 235 0 0,-50 120-135 0 0,229-466 3177 0 0,-68 136-3044 0 0,26-95-113 0 0,-51 103 77 0 0,-62 140 58 0 0,2-7 226 0 0,1 0 0 0 0,0 0 0 0 0,1 1 1 0 0,1 0-1 0 0,0 0 0 0 0,1 0 1 0 0,0 1-1 0 0,11-11 0 0 0,-19 22-178 0 0,0 0 1 0 0,-1-1-1 0 0,1 1 0 0 0,0 0 0 0 0,0-1 0 0 0,0 1 0 0 0,0 0 1 0 0,-1 0-1 0 0,1 0 0 0 0,0 0 0 0 0,0 0 0 0 0,0 0 0 0 0,0 0 0 0 0,0 0 1 0 0,-1 0-1 0 0,1 0 0 0 0,0 0 0 0 0,0 0 0 0 0,0 1 0 0 0,-1-1 1 0 0,1 0-1 0 0,0 1 0 0 0,0-1 0 0 0,0 1 0 0 0,-1-1 0 0 0,1 1 1 0 0,0-1-1 0 0,-1 1 0 0 0,1-1 0 0 0,-1 1 0 0 0,1-1 0 0 0,0 1 0 0 0,0 1 1 0 0,20 28 757 0 0,-17-25-666 0 0,22 40 181 0 0,33 78 0 0 0,-38-74-90 0 0,45 74 0 0 0,-34-76-1072 0 0,48 56-1 0 0,-36-54-6606 0 0</inkml:trace>
</inkml:ink>
</file>

<file path=ppt/ink/ink3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3:54.3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 1 13827 0 0,'-1'8'4439'0'0,"1"27"-2862"0"0,-12 430-27 0 0,2-295-668 0 0,16 253 0 0 0,16-149-4133 0 0,-21-263 2393 0 0,1-1-1037 0 0</inkml:trace>
</inkml:ink>
</file>

<file path=ppt/ink/ink3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3:54.5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31 313 1376 0 0,'-1'0'245'0'0,"0"0"1"0"0,-1 0-1 0 0,1 0 0 0 0,0 0 0 0 0,0 0 0 0 0,-1 0 0 0 0,1 0 0 0 0,0 0 0 0 0,0 0 0 0 0,0-1 1 0 0,-1 1-1 0 0,1 0 0 0 0,0-1 0 0 0,0 1 0 0 0,0-1 0 0 0,0 0 0 0 0,0 1 0 0 0,0-1 1 0 0,0 0-1 0 0,0 1 0 0 0,0-1 0 0 0,0 0 0 0 0,0 0 0 0 0,1 0 0 0 0,-2-1 0 0 0,1 0 54 0 0,1 0 0 0 0,0 1 1 0 0,0-1-1 0 0,0 1 0 0 0,0-1 0 0 0,0 0 0 0 0,0 1 0 0 0,0-1 0 0 0,0 1 0 0 0,1-1 0 0 0,-1 1 0 0 0,1-1 0 0 0,-1 1 0 0 0,1-1 0 0 0,-1 1 0 0 0,2-3 0 0 0,4-5 865 0 0,-1 0 0 0 0,1 1-1 0 0,1-1 1 0 0,13-13 0 0 0,8-4 24 0 0,1 1-1 0 0,1 2 1 0 0,60-36-1 0 0,-64 45-1763 0 0,0 1 0 0 0,1 2 1 0 0,0 1-1 0 0,1 0 0 0 0,47-8 0 0 0,-38 12-455 0 0</inkml:trace>
</inkml:ink>
</file>

<file path=ppt/ink/ink3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3:54.8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11058 0 0,'0'4'464'0'0,"0"-1"-1"0"0,0 1 1 0 0,0-1-1 0 0,0 1 1 0 0,0-1-1 0 0,1 1 1 0 0,-1-1-1 0 0,1 1 1 0 0,0-1-1 0 0,0 0 1 0 0,0 0-1 0 0,1 1 1 0 0,-1-1-1 0 0,4 5 1 0 0,3 12 1140 0 0,-3 5-964 0 0,0 0 0 0 0,-2 0 0 0 0,1 42 0 0 0,-4-47-832 0 0,1 0 0 0 0,1-1-1 0 0,0 1 1 0 0,1-1 0 0 0,2 0-1 0 0,0 0 1 0 0,11 30-1 0 0,-15-47 25 0 0,0 0 0 0 0,0-1 0 0 0,-1 1 0 0 0,1-1 0 0 0,0 1 0 0 0,0-1 0 0 0,1 1 0 0 0,-1-1 0 0 0,0 1 0 0 0,0-1 0 0 0,1 0 0 0 0,-1 0 0 0 0,1 0 0 0 0,-1 0 0 0 0,1 0 0 0 0,-1 0 0 0 0,1 0 0 0 0,0 0 0 0 0,-1 0 0 0 0,1-1 0 0 0,2 1 0 0 0</inkml:trace>
</inkml:ink>
</file>

<file path=ppt/ink/ink3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3: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 34 9674 0 0,'-14'-34'10072'0'0,"50"115"-12098"0"0,-29-66 2086 0 0</inkml:trace>
</inkml:ink>
</file>

<file path=ppt/ink/ink3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3:55.4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0 117 9218 0 0,'0'0'421'0'0,"16"17"1366"0"0,-11-9-1452 0 0,-2-1 0 0 0,1 1 0 0 0,-1 0 0 0 0,0 0 0 0 0,-1 0 0 0 0,0 0-1 0 0,0 1 1 0 0,0 12 0 0 0,-1-13-247 0 0,0 1 1 0 0,1-1-1 0 0,0 0 1 0 0,0 0-1 0 0,0 0 0 0 0,1 0 1 0 0,1 0-1 0 0,3 8 0 0 0,-6-16-111 0 0,-1 0-1 0 0,0 0 1 0 0,0 0 0 0 0,0 1-1 0 0,0-1 1 0 0,0 0-1 0 0,0 0 1 0 0,0 0-1 0 0,0 0 1 0 0,1 1 0 0 0,-1-1-1 0 0,0 0 1 0 0,0 0-1 0 0,0 0 1 0 0,0 0-1 0 0,1 0 1 0 0,-1 0 0 0 0,0 1-1 0 0,0-1 1 0 0,0 0-1 0 0,0 0 1 0 0,1 0 0 0 0,-1 0-1 0 0,0 0 1 0 0,0 0-1 0 0,0 0 1 0 0,1 0-1 0 0,-1 0 1 0 0,0 0 0 0 0,0 0-1 0 0,0 0 1 0 0,1 0-1 0 0,-1 0 1 0 0,0 0-1 0 0,0 0 1 0 0,0 0 0 0 0,1 0-1 0 0,-1 0 1 0 0,0 0-1 0 0,0-1 1 0 0,0 1-1 0 0,1 0 1 0 0,-1 0 0 0 0,0 0-1 0 0,0 0 1 0 0,0 0-1 0 0,0 0 1 0 0,0-1-1 0 0,1 1 1 0 0,6-14-655 0 0,0-18 55 0 0,-4 17 675 0 0,19-96 1050 0 0,-19 99-853 0 0,1 0 0 0 0,0 0 0 0 0,0 0 0 0 0,2 1 1 0 0,-1 0-1 0 0,15-20 0 0 0,-19 29-164 0 0,0 0 0 0 0,0 0 0 0 0,1 0 1 0 0,-1 1-1 0 0,1-1 0 0 0,-1 0 0 0 0,1 1 1 0 0,0-1-1 0 0,-1 1 0 0 0,1 0 0 0 0,0-1 1 0 0,0 1-1 0 0,0 0 0 0 0,0 0 0 0 0,0 0 0 0 0,0 0 1 0 0,0 1-1 0 0,1-1 0 0 0,-1 1 0 0 0,0-1 1 0 0,0 1-1 0 0,0 0 0 0 0,1-1 0 0 0,-1 1 1 0 0,0 0-1 0 0,1 1 0 0 0,-1-1 0 0 0,0 0 1 0 0,0 1-1 0 0,0-1 0 0 0,1 1 0 0 0,-1 0 0 0 0,0-1 1 0 0,0 1-1 0 0,0 0 0 0 0,0 1 0 0 0,0-1 1 0 0,0 0-1 0 0,3 3 0 0 0,5 6 201 0 0,1 0 0 0 0,-2 1 0 0 0,1 0-1 0 0,-2 0 1 0 0,10 16 0 0 0,-2-3-279 0 0,65 100-5 0 0,-29-42-1624 0 0,-52-82 1580 0 0,0 0 1 0 0,1 1-1 0 0,-1-1 0 0 0,0 0 0 0 0,0 1 0 0 0,0-1 1 0 0,0 0-1 0 0,1 0 0 0 0,-1 0 0 0 0,0 1 1 0 0,0-1-1 0 0,0 0 0 0 0,1 0 0 0 0,-1 0 1 0 0,0 1-1 0 0,0-1 0 0 0,1 0 0 0 0,-1 0 1 0 0,0 0-1 0 0,1 0 0 0 0,-1 0 0 0 0,0 1 0 0 0,0-1 1 0 0,1 0-1 0 0,-1 0 0 0 0,0 0 0 0 0,1 0 1 0 0,-1 0-1 0 0,0 0 0 0 0,1 0 0 0 0,-1 0 1 0 0,0 0-1 0 0,0 0 0 0 0,1 0 0 0 0,-1-1 0 0 0,1 1 1 0 0,7-11-702 0 0,2-25 243 0 0,-8 30 318 0 0,9-46-33 0 0,-6 27 281 0 0,1 0 0 0 0,9-27 0 0 0,-12 46 85 0 0,-1 0 0 0 0,1-1 0 0 0,0 1 0 0 0,1 0-1 0 0,0 0 1 0 0,0 1 0 0 0,0-1 0 0 0,0 1 0 0 0,1 0 0 0 0,0 0 0 0 0,0 0 0 0 0,9-6 0 0 0,-13 10-105 0 0,1 0-1 0 0,0 0 1 0 0,-1 0 0 0 0,1 0 0 0 0,-1 0 0 0 0,1 0 0 0 0,0 0 0 0 0,0 1 0 0 0,0-1 0 0 0,-1 1 0 0 0,1-1 0 0 0,0 1 0 0 0,0 0 0 0 0,0-1 0 0 0,0 1 0 0 0,0 0 0 0 0,0 0 0 0 0,0 0 0 0 0,-1 1 0 0 0,1-1 0 0 0,0 0 0 0 0,0 1 0 0 0,0 0 0 0 0,0-1 0 0 0,-1 1 0 0 0,1 0 0 0 0,0 0 0 0 0,0 0 0 0 0,-1 0 0 0 0,1 0 0 0 0,-1 0 0 0 0,1 0 0 0 0,-1 0 0 0 0,2 2 0 0 0,16 27-1141 0 0,-7 4-4126 0 0,-5-9-569 0 0</inkml:trace>
</inkml:ink>
</file>

<file path=ppt/ink/ink3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3:56.0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208 472 13363 0 0,'19'-37'3687'0'0,"-13"22"-3265"0"0,0-2 0 0 0,-2 1-1 0 0,0-1 1 0 0,0 1 0 0 0,-2-1-1 0 0,0 0 1 0 0,0-24 0 0 0,-3 23-383 0 0,0-1 1 0 0,-1 1-1 0 0,-1-1 1 0 0,0 1-1 0 0,-2 0 1 0 0,0 0-1 0 0,-1 1 1 0 0,-1-1-1 0 0,0 1 1 0 0,-2 1-1 0 0,-10-17 1 0 0,17 29-48 0 0,-1 0-1 0 0,0 0 1 0 0,0 0 0 0 0,0 1-1 0 0,0 0 1 0 0,-1-1 0 0 0,0 1 0 0 0,1 0-1 0 0,-1 1 1 0 0,0-1 0 0 0,0 1-1 0 0,0 0 1 0 0,-1 0 0 0 0,1 0 0 0 0,-8-2-1 0 0,9 4-2 0 0,1-1 1 0 0,-1 1-1 0 0,0 0 0 0 0,0 0 0 0 0,0 0 0 0 0,0 1 1 0 0,0-1-1 0 0,1 1 0 0 0,-1-1 0 0 0,0 1 0 0 0,0 0 1 0 0,1 0-1 0 0,-1 0 0 0 0,1 1 0 0 0,-1-1 0 0 0,1 0 1 0 0,-1 1-1 0 0,1 0 0 0 0,0 0 0 0 0,0-1 1 0 0,-1 1-1 0 0,1 0 0 0 0,1 1 0 0 0,-1-1 0 0 0,0 0 1 0 0,-2 5-1 0 0,-4 8-37 0 0,0-1 1 0 0,1 1 0 0 0,1 0-1 0 0,0 1 1 0 0,1-1 0 0 0,1 1-1 0 0,1 0 1 0 0,0 1 0 0 0,1-1-1 0 0,-1 24 1 0 0,3-19 13 0 0,1 0 0 0 0,1 0 0 0 0,0 0 0 0 0,2 0-1 0 0,0-1 1 0 0,1 0 0 0 0,14 35 0 0 0,-15-47 37 0 0,0 0 0 0 0,1-1 0 0 0,-1 1 0 0 0,2-1 0 0 0,-1 0 0 0 0,1 0 0 0 0,0-1 0 0 0,0 1 0 0 0,1-1 0 0 0,0-1 0 0 0,0 1 0 0 0,0-1 0 0 0,1 0 0 0 0,-1-1 0 0 0,11 5 0 0 0,-3-4-98 0 0,-1 0 1 0 0,1 0-1 0 0,0-1 0 0 0,0-1 1 0 0,1-1-1 0 0,-1 0 0 0 0,30 0 1 0 0,-2-5-705 0 0</inkml:trace>
</inkml:ink>
</file>

<file path=ppt/ink/ink3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3:56.4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20 282 9674 0 0,'-3'2'134'0'0,"2"-1"-76"0"0,-1-1 1 0 0,1 1 0 0 0,0 0-1 0 0,0 0 1 0 0,0 0-1 0 0,0 0 1 0 0,0 0-1 0 0,0 0 1 0 0,0 0 0 0 0,0 0-1 0 0,0 0 1 0 0,0 0-1 0 0,1 0 1 0 0,-1 0-1 0 0,0 1 1 0 0,0 1 0 0 0,4-2 292 0 0,1-1 1 0 0,-1 0 0 0 0,0 0 0 0 0,1 0 0 0 0,-1 0-1 0 0,0-1 1 0 0,1 1 0 0 0,4-2 0 0 0,-8 2-343 0 0,269-66 7814 0 0,-178 46-7085 0 0,264-48 55 0 0,-100 25-786 0 0,46-6-110 0 0,-281 47-96 0 0,81-14 215 0 0,-89 13-467 0 0,0 0 1 0 0,0-1-1 0 0,-1-1 1 0 0,1 1-1 0 0,20-13 1 0 0</inkml:trace>
</inkml:ink>
</file>

<file path=ppt/ink/ink3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3:56.6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8290 0 0,'40'23'4017'0'0,"27"21"435"0"0,31 30-2193 0 0,-23-16-1618 0 0,57 48 387 0 0,-110-86-651 0 0,0 2 1 0 0,-1 0-1 0 0,26 38 1 0 0,-43-54-324 0 0,0 0 1 0 0,0 1 0 0 0,-1-1 0 0 0,0 0-1 0 0,0 1 1 0 0,0 0 0 0 0,-1 0 0 0 0,0-1-1 0 0,-1 1 1 0 0,0 0 0 0 0,0 1-1 0 0,0-1 1 0 0,-1 0 0 0 0,0 0 0 0 0,0 0-1 0 0,-1 0 1 0 0,1 0 0 0 0,-5 13-1 0 0,1-8-68 0 0,-1 0-1 0 0,0 0 1 0 0,-1-1 0 0 0,-1 1-1 0 0,1-1 1 0 0,-2-1-1 0 0,0 1 1 0 0,0-1-1 0 0,-15 13 1 0 0,-3 3-1651 0 0,-2 1-6023 0 0</inkml:trace>
</inkml:ink>
</file>

<file path=ppt/ink/ink3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3: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 5 8754 0 0,'-1'-1'307'0'0,"0"1"-1"0"0,0-1 1 0 0,0 1 0 0 0,0-1 0 0 0,0 1 0 0 0,0-1 0 0 0,0 1-1 0 0,0 0 1 0 0,-1 0 0 0 0,1-1 0 0 0,0 1 0 0 0,0 0-1 0 0,0 0 1 0 0,0 0 0 0 0,0 0 0 0 0,-1 0 0 0 0,1 1-1 0 0,-2-1 1 0 0,12 22 1448 0 0,71 141-453 0 0,65 187 1 0 0,-123-295-1275 0 0,47 103-2314 0 0,-58-136-149 0 0</inkml:trace>
</inkml:ink>
</file>

<file path=ppt/ink/ink3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3:58.2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68 10594 0 0,'0'0'43'0'0,"-1"0"-1"0"0,1 0 1 0 0,0 0 0 0 0,0 0-1 0 0,-1-1 1 0 0,1 1-1 0 0,0 0 1 0 0,-1 0 0 0 0,1 0-1 0 0,0-1 1 0 0,0 1-1 0 0,-1 0 1 0 0,1 0 0 0 0,0-1-1 0 0,0 1 1 0 0,-1 0-1 0 0,1 0 1 0 0,0-1 0 0 0,0 1-1 0 0,0 0 1 0 0,0-1-1 0 0,-1 1 1 0 0,1 0 0 0 0,0-1-1 0 0,0 1 1 0 0,0 0-1 0 0,0-1 1 0 0,0 1 0 0 0,0 0-1 0 0,0-1 1 0 0,0 1-1 0 0,0 0 1 0 0,0-1 0 0 0,0 1-1 0 0,0 0 1 0 0,0-1-1 0 0,0 1 1 0 0,1 0-1 0 0,-1-1 1 0 0,0 1 0 0 0,0 0-1 0 0,0-1 1 0 0,0 1-1 0 0,1-1 1 0 0,17-14 1004 0 0,28-7 577 0 0,-27 17-1163 0 0,0 1 1 0 0,0 1-1 0 0,0 0 0 0 0,1 2 1 0 0,-1 0-1 0 0,0 1 0 0 0,1 1 1 0 0,36 6-1 0 0,-13 2 67 0 0,-1 1 0 0 0,77 30 0 0 0,-95-30-484 0 0,-1 1 1 0 0,-1 1 0 0 0,0 0-1 0 0,0 2 1 0 0,-2 1-1 0 0,21 18 1 0 0,-26-19-2337 0 0,0 1 1 0 0,14 20-1 0 0,-18-21-3885 0 0</inkml:trace>
</inkml:ink>
</file>

<file path=ppt/ink/ink3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3:59.0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1405 8290 0 0,'5'-5'484'0'0,"1"1"1"0"0,0-1 0 0 0,-1 0-1 0 0,0 0 1 0 0,0 0-1 0 0,-1-1 1 0 0,7-9 0 0 0,0-3-590 0 0,-1-1 1 0 0,11-25-1 0 0,-10 17-1033 0 0,-1-1 0 0 0,-2 0 0 0 0,0-1 0 0 0,5-46 0 0 0,-9 5 13 0 0,-2 31 1419 0 0,1 1 0 0 0,10-45-1 0 0,-11 73 371 0 0,0 0 0 0 0,1 0 0 0 0,1 0 0 0 0,0 0-1 0 0,0 1 1 0 0,1 0 0 0 0,0 0 0 0 0,1 0-1 0 0,0 0 1 0 0,0 1 0 0 0,1 0 0 0 0,13-13-1 0 0,-17 18-453 0 0,0 0 0 0 0,0 1-1 0 0,0-1 1 0 0,1 1 0 0 0,-1 0-1 0 0,0 0 1 0 0,1 0-1 0 0,0 1 1 0 0,-1-1 0 0 0,1 1-1 0 0,0 0 1 0 0,0 0-1 0 0,0 0 1 0 0,-1 1 0 0 0,1-1-1 0 0,0 1 1 0 0,0 0 0 0 0,0 0-1 0 0,0 0 1 0 0,0 1-1 0 0,0-1 1 0 0,0 1 0 0 0,0 0-1 0 0,0 0 1 0 0,-1 0-1 0 0,1 1 1 0 0,0-1 0 0 0,-1 1-1 0 0,1 0 1 0 0,-1 0 0 0 0,6 4-1 0 0,3 5-217 0 0,0 0-1 0 0,0 0 1 0 0,-1 1-1 0 0,-1 1 1 0 0,0 0-1 0 0,11 18 1 0 0,-20-28-84 0 0,1 0 1 0 0,0-1 0 0 0,0 0 0 0 0,0 1 0 0 0,0-1 0 0 0,0 0 0 0 0,0 0-1 0 0,1 0 1 0 0,-1 0 0 0 0,5 2 0 0 0,-7-4 65 0 0,0 0 0 0 0,1 0 0 0 0,-1 0 0 0 0,1 1 0 0 0,-1-1 0 0 0,0 0 0 0 0,1 0 0 0 0,-1 0 0 0 0,1 0 0 0 0,-1 0 0 0 0,0 0 0 0 0,1 0 0 0 0,-1 0 0 0 0,0 0 0 0 0,1 0 0 0 0,-1 0 0 0 0,1-1-1 0 0,-1 1 1 0 0,0 0 0 0 0,1 0 0 0 0,-1 0 0 0 0,0 0 0 0 0,1-1 0 0 0,-1 1 0 0 0,0 0 0 0 0,1 0 0 0 0,-1-1 0 0 0,0 1 0 0 0,1-1 0 0 0,0 0 2 0 0,-1 0-1 0 0,1-1 0 0 0,0 1 1 0 0,-1-1-1 0 0,0 1 1 0 0,1-1-1 0 0,-1 1 0 0 0,0-1 1 0 0,1 1-1 0 0,-1-1 1 0 0,0 1-1 0 0,-1-3 0 0 0,-4-97 118 0 0,2 61-35 0 0,2-59 1 0 0,2 81-151 0 0,1 0 0 0 0,1 1 1 0 0,1-1-1 0 0,0 1 0 0 0,7-17 1 0 0,-8 26 82 0 0,0 1 0 0 0,1 0-1 0 0,0 0 1 0 0,0 0 0 0 0,0 0 0 0 0,1 1 0 0 0,0-1 0 0 0,0 1 0 0 0,1 1 0 0 0,-1-1 0 0 0,1 1 0 0 0,0 0-1 0 0,11-7 1 0 0,-15 11 26 0 0,1 0-1 0 0,-1 0 0 0 0,0 1 1 0 0,1-1-1 0 0,-1 1 1 0 0,1-1-1 0 0,-1 1 0 0 0,0 0 1 0 0,1 0-1 0 0,-1 0 1 0 0,1 0-1 0 0,-1 0 0 0 0,1 0 1 0 0,-1 1-1 0 0,0-1 1 0 0,1 1-1 0 0,-1 0 0 0 0,0-1 1 0 0,1 1-1 0 0,-1 0 1 0 0,0 0-1 0 0,0 1 0 0 0,0-1 1 0 0,4 3-1 0 0,6 6 155 0 0,-1-1 0 0 0,0 1 1 0 0,11 14-1 0 0,3 2-7 0 0,-20-21-177 0 0,30 22-353 0 0,-33-26 342 0 0,0 1-1 0 0,0-1 0 0 0,0 0 0 0 0,1 0 0 0 0,-1 0 1 0 0,0 0-1 0 0,1-1 0 0 0,-1 1 0 0 0,1-1 0 0 0,-1 1 1 0 0,1-1-1 0 0,-1 0 0 0 0,1 0 0 0 0,4 0 0 0 0,-6-1-16 0 0,-1 1 0 0 0,1-1 0 0 0,-1 1 0 0 0,1-1 0 0 0,-1 1 0 0 0,1-1 0 0 0,-1 0 0 0 0,1 1 0 0 0,-1-1 0 0 0,1 0 0 0 0,-1 1 0 0 0,0-1 0 0 0,1 0 0 0 0,-1 1 0 0 0,0-1 0 0 0,1 0 0 0 0,-1 0 0 0 0,0 0 0 0 0,0 1 0 0 0,0-1 0 0 0,0 0 0 0 0,0 0 0 0 0,0 1 0 0 0,0-1 0 0 0,0 0 0 0 0,0-1 0 0 0,-3-26-189 0 0,2 24 174 0 0,-11-96 256 0 0,2-158 0 0 0,10 250-85 0 0,0 0 1 0 0,1 1-1 0 0,0-1 1 0 0,0 0-1 0 0,1 1 1 0 0,4-13-1 0 0,-5 19-54 0 0,0-1-1 0 0,-1 1 1 0 0,1 0 0 0 0,0 0-1 0 0,-1 0 1 0 0,1 0 0 0 0,0 0-1 0 0,0 0 1 0 0,0 0 0 0 0,0 0-1 0 0,0 0 1 0 0,0 0 0 0 0,1 0-1 0 0,-1 0 1 0 0,0 1 0 0 0,0-1 0 0 0,3 0-1 0 0,-2 0-3 0 0,-1 1 1 0 0,1 0-1 0 0,0 0 0 0 0,0 0 0 0 0,0 0 0 0 0,0 0 1 0 0,0 1-1 0 0,0-1 0 0 0,-1 1 0 0 0,1-1 0 0 0,0 1 1 0 0,0-1-1 0 0,-1 1 0 0 0,1 0 0 0 0,0 0 0 0 0,2 2 0 0 0,26 16 274 0 0,-14-8-409 0 0,0-1 0 0 0,0-1 0 0 0,29 12 1 0 0,-39-19-374 0 0,-1-1 0 0 0,1 1 0 0 0,0-1 0 0 0,0 0 0 0 0,0 0 0 0 0,0-1 0 0 0,0 0 0 0 0,0 0 0 0 0,0 0 0 0 0,0-1 0 0 0,0 0 0 0 0,0 0 0 0 0,0 0 0 0 0,0-1 0 0 0,8-3 0 0 0,1-2-4787 0 0</inkml:trace>
</inkml:ink>
</file>

<file path=ppt/ink/ink3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3:59.2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2304 0 0,'17'9'4283'0'0,"38"18"-919"0"0,240 131 6860 0 0,-277-147-10034 0 0,0 1 0 0 0,30 29 1 0 0,-37-30-1136 0 0,0 0-1 0 0,13 19 1 0 0,-18-22-778 0 0</inkml:trace>
</inkml:ink>
</file>

<file path=ppt/ink/ink3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3:59.5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32 202 5529 0 0,'-4'-4'194'0'0,"0"-1"-1"0"0,1 1 1 0 0,0-1-1 0 0,0 0 1 0 0,0 0-1 0 0,0 0 1 0 0,1-1-1 0 0,-4-10 1 0 0,6 13 95 0 0,-1-1 0 0 0,1 0 1 0 0,0 0-1 0 0,0 0 0 0 0,0 0 1 0 0,1 0-1 0 0,-1 0 0 0 0,1 0 1 0 0,0 0-1 0 0,0 0 0 0 0,1 0 0 0 0,-1 1 1 0 0,4-8-1 0 0,-2 5 81 0 0,1 0-1 0 0,0 0 0 0 0,0 1 1 0 0,0-1-1 0 0,1 1 1 0 0,-1 0-1 0 0,1 0 1 0 0,0 0-1 0 0,1 1 1 0 0,-1 0-1 0 0,1 0 0 0 0,0 0 1 0 0,0 1-1 0 0,0 0 1 0 0,0 0-1 0 0,1 0 1 0 0,-1 1-1 0 0,13-3 1 0 0,-15 4-287 0 0,1 1 1 0 0,-1-1 0 0 0,1 1 0 0 0,-1 0-1 0 0,0 0 1 0 0,1 1 0 0 0,-1-1-1 0 0,0 1 1 0 0,0 0 0 0 0,1 0 0 0 0,-1 1-1 0 0,0-1 1 0 0,0 1 0 0 0,0 0 0 0 0,0 0-1 0 0,0 0 1 0 0,-1 0 0 0 0,1 1 0 0 0,-1 0-1 0 0,1 0 1 0 0,-1-1 0 0 0,0 2 0 0 0,0-1-1 0 0,0 0 1 0 0,-1 1 0 0 0,1-1 0 0 0,-1 1-1 0 0,0 0 1 0 0,0 0 0 0 0,3 7-1 0 0,0 1-248 0 0,-1 1-1 0 0,-1 0 0 0 0,0 0 0 0 0,0 0 0 0 0,-1 1 0 0 0,0 20 0 0 0,-2-19-922 0 0,0-1 0 0 0,-2 1 0 0 0,-3 17 0 0 0,3-23-1028 0 0</inkml:trace>
</inkml:ink>
</file>

<file path=ppt/ink/ink3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3:59.9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73 142 9218 0 0,'-17'-18'506'0'0,"12"14"126"0"0,1-1-1 0 0,0 1 0 0 0,-1-1 1 0 0,0 1-1 0 0,0 1 0 0 0,0-1 1 0 0,-10-4-1 0 0,15 8-583 0 0,0 0-1 0 0,-1-1 1 0 0,1 1-1 0 0,0 0 1 0 0,0 0 0 0 0,0 0-1 0 0,-1 0 1 0 0,1 0-1 0 0,0 0 1 0 0,0 0-1 0 0,0 0 1 0 0,-1 0 0 0 0,1 0-1 0 0,0 0 1 0 0,0 0-1 0 0,0 0 1 0 0,-1 0-1 0 0,1 0 1 0 0,0 0-1 0 0,0 0 1 0 0,-1 0 0 0 0,1 0-1 0 0,0 0 1 0 0,0 1-1 0 0,0-1 1 0 0,0 0-1 0 0,-1 0 1 0 0,1 0 0 0 0,0 0-1 0 0,0 0 1 0 0,0 0-1 0 0,0 1 1 0 0,0-1-1 0 0,-1 0 1 0 0,1 0 0 0 0,0 0-1 0 0,0 0 1 0 0,0 1-1 0 0,0-1 1 0 0,-1 12 733 0 0,8 11-277 0 0,1-4-383 0 0,2 0 0 0 0,0 0 0 0 0,1-1 0 0 0,1 0 0 0 0,1-1 0 0 0,0-1 0 0 0,1 0 0 0 0,1-1 0 0 0,18 15 0 0 0,-11-12-91 0 0,1-1 1 0 0,1 0-1 0 0,1-2 0 0 0,0-1 1 0 0,0-1-1 0 0,35 12 0 0 0,-55-23-108 0 0,0-1 0 0 0,0 1 0 0 0,0-1-1 0 0,0 0 1 0 0,0 0 0 0 0,0 0 0 0 0,0-1-1 0 0,0 0 1 0 0,0 0 0 0 0,0 0-1 0 0,0-1 1 0 0,1 0 0 0 0,-1 0 0 0 0,0 0-1 0 0,0 0 1 0 0,-1-1 0 0 0,1 0-1 0 0,0 0 1 0 0,0 0 0 0 0,-1 0 0 0 0,1-1-1 0 0,-1 0 1 0 0,0 0 0 0 0,0 0 0 0 0,7-7-1 0 0,-5 3-194 0 0,-1 0 0 0 0,0 0-1 0 0,0-1 1 0 0,0 0 0 0 0,-1 0 0 0 0,0 0-1 0 0,0-1 1 0 0,-1 1 0 0 0,0-1-1 0 0,-1 0 1 0 0,0 0 0 0 0,0 1 0 0 0,0-18-1 0 0,-2 1-222 0 0,-1 1-1 0 0,-8-44 1 0 0,5 48 1113 0 0,1 0-1 0 0,1-1 1 0 0,1 1-1 0 0,3-37 1 0 0,-2 57-495 0 0,0-1 0 0 0,0 1 0 0 0,-1-1-1 0 0,1 0 1 0 0,0 1 0 0 0,0-1 0 0 0,1 1 0 0 0,-1-1 0 0 0,0 1 0 0 0,0-1 0 0 0,0 1-1 0 0,0-1 1 0 0,0 1 0 0 0,1-1 0 0 0,-1 1 0 0 0,0-1 0 0 0,0 1 0 0 0,1-1 0 0 0,-1 1-1 0 0,0-1 1 0 0,1 1 0 0 0,-1-1 0 0 0,0 1 0 0 0,1 0 0 0 0,-1-1 0 0 0,1 1 0 0 0,-1 0-1 0 0,1-1 1 0 0,-1 1 0 0 0,1 0 0 0 0,-1 0 0 0 0,1-1 0 0 0,0 1 0 0 0,0 0 27 0 0,0 1 1 0 0,0 0 0 0 0,1-1-1 0 0,-1 1 1 0 0,0 0 0 0 0,0-1-1 0 0,-1 1 1 0 0,1 0 0 0 0,0 0-1 0 0,0 0 1 0 0,0 0 0 0 0,0 0-1 0 0,0 2 1 0 0,21 37 815 0 0,-19-33-924 0 0,27 59 277 0 0,-27-61-482 0 0,0 0 0 0 0,1 0 0 0 0,0 0 1 0 0,0-1-1 0 0,0 1 0 0 0,0-1 0 0 0,1 0 0 0 0,-1 0 0 0 0,10 6 0 0 0,0-3-994 0 0</inkml:trace>
</inkml:ink>
</file>

<file path=ppt/ink/ink3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4:00.0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4145 0 0,'6'4'184'0'0,"-3"-2"40"0"0,1 1-224 0 0,0-2 0 0 0,-1 1 0 0 0,0-2 0 0 0,1 1 0 0 0,6 2 0 0 0,6 1 0 0 0,6 0 0 0 0,1 1 0 0 0</inkml:trace>
</inkml:ink>
</file>

<file path=ppt/ink/ink3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4:00.31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4 12899 0 0,'-1'-1'73'0'0,"1"1"0"0"0,0 0 1 0 0,-1-1-1 0 0,1 1 0 0 0,-1 0 1 0 0,1 0-1 0 0,0 0 0 0 0,-1-1 1 0 0,1 1-1 0 0,-1 0 0 0 0,1 0 1 0 0,0 0-1 0 0,-1 0 0 0 0,1 0 1 0 0,-1 0-1 0 0,1 0 0 0 0,-1 0 1 0 0,1 0-1 0 0,0 0 0 0 0,-1 0 1 0 0,1 0-1 0 0,-1 0 0 0 0,1 0 1 0 0,-1 0-1 0 0,1 0 0 0 0,0 0 1 0 0,-1 1-1 0 0,1-1 0 0 0,0 0 1 0 0,-1 0-1 0 0,0 1 0 0 0,4 13 2022 0 0,-1-7-1926 0 0,5 14 327 0 0,1-1-1 0 0,1 0 1 0 0,1 0 0 0 0,1-1-1 0 0,0 0 1 0 0,16 18 0 0 0,92 101-429 0 0,-67-81-59 0 0,12 12-2555 0 0,-43-50 1564 0 0</inkml:trace>
</inkml:ink>
</file>

<file path=ppt/ink/ink3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4:00.77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1 446 6913 0 0,'0'0'10'0'0,"0"1"-1"0"0,0-1 1 0 0,0 0-1 0 0,0 0 1 0 0,0 0-1 0 0,0 0 1 0 0,1 0-1 0 0,-1 0 1 0 0,0 0-1 0 0,0 0 1 0 0,0 0-1 0 0,0 0 1 0 0,0 0-1 0 0,0 0 1 0 0,0 0-1 0 0,0 0 0 0 0,1 1 1 0 0,-1-1-1 0 0,0 0 1 0 0,0 0-1 0 0,0 0 1 0 0,0 0-1 0 0,0 0 1 0 0,0 0-1 0 0,0 0 1 0 0,0 1-1 0 0,0-1 1 0 0,0 0-1 0 0,0 0 1 0 0,0 0-1 0 0,0 0 1 0 0,0 0-1 0 0,0 0 0 0 0,0 1 1 0 0,0-1-1 0 0,0 0 1 0 0,0 0-1 0 0,0 0 1 0 0,0 0-1 0 0,0 0 1 0 0,0 0-1 0 0,0 0 1 0 0,0 1-1 0 0,0-1 1 0 0,0 0-1 0 0,0 0 1 0 0,0 0-1 0 0,0 0 1 0 0,0 0-1 0 0,-1 0 0 0 0,1 0 1 0 0,0 0-1 0 0,0 1 1 0 0,0-1-1 0 0,0 0 1 0 0,0 0-1 0 0,0 0 1 0 0,0 0-1 0 0,0 0 1 0 0,-1 0-1 0 0,1 0 1 0 0,1 0 14 0 0,0 0 1 0 0,0 0 0 0 0,0 0 0 0 0,0 0 0 0 0,0 0 0 0 0,0 0-1 0 0,0 0 1 0 0,0 0 0 0 0,0-1 0 0 0,0 1 0 0 0,0 0-1 0 0,0-1 1 0 0,0 1 0 0 0,0-1 0 0 0,1 0 0 0 0,6-6 162 0 0,-1 1-1 0 0,1-2 1 0 0,-1 1 0 0 0,0-1 0 0 0,-1 0 0 0 0,1 0 0 0 0,5-11 0 0 0,36-74 1901 0 0,-13 24 710 0 0,-32 61-2712 0 0,-2 7 207 0 0,0-1 0 0 0,-1 1 1 0 0,1-1-1 0 0,0 1 0 0 0,0 0 0 0 0,0-1 0 0 0,0 1 0 0 0,0 0 0 0 0,0-1 0 0 0,0 1 0 0 0,0 0 0 0 0,0 0 0 0 0,3-2 0 0 0,-3 4-146 0 0,0 0 0 0 0,0-1 0 0 0,1 1 0 0 0,-1 0 0 0 0,0 0 0 0 0,0 0 0 0 0,0 0 0 0 0,0 0 0 0 0,0 0 1 0 0,-1 0-1 0 0,1 0 0 0 0,0 0 0 0 0,0 1 0 0 0,-1-1 0 0 0,1 0 0 0 0,0 0 0 0 0,-1 1 0 0 0,1 1 0 0 0,6 10 71 0 0,4 9-56 0 0,2 0 0 0 0,18 25 0 0 0,-28-43-172 0 0,1 1 0 0 0,-1-1 1 0 0,1 0-1 0 0,0 0 0 0 0,0 0 0 0 0,1 0 1 0 0,-1-1-1 0 0,1 0 0 0 0,-1 0 0 0 0,1 0 1 0 0,0-1-1 0 0,1 1 0 0 0,-1-1 0 0 0,0 0 1 0 0,11 2-1 0 0,-13-4-55 0 0,0 1 0 0 0,0-1 0 0 0,0 0 0 0 0,-1 0 0 0 0,1-1 1 0 0,0 1-1 0 0,0 0 0 0 0,0-1 0 0 0,-1 0 0 0 0,1 0 0 0 0,0 1 0 0 0,-1-2 0 0 0,1 1 0 0 0,-1 0 1 0 0,1 0-1 0 0,-1-1 0 0 0,0 0 0 0 0,3-1 0 0 0,-1-1-55 0 0,-1 0 0 0 0,0 1 0 0 0,0-1 0 0 0,0 0 0 0 0,0-1 0 0 0,-1 1 0 0 0,0-1 0 0 0,1 1 0 0 0,1-8 1 0 0,1-7-226 0 0,0-1 0 0 0,-2 0 0 0 0,3-39 1 0 0,-6 55 336 0 0,2-12 101 0 0,0 0 0 0 0,1 0 0 0 0,1 0 0 0 0,0 0 1 0 0,1 1-1 0 0,1-1 0 0 0,0 1 0 0 0,11-18 0 0 0,-15 32-121 0 0,-1-1 0 0 0,0 0 0 0 0,0 1 0 0 0,1-1 0 0 0,-1 1 0 0 0,0 0 0 0 0,1 0 0 0 0,0-1 0 0 0,-1 1 0 0 0,1 0 0 0 0,0 0 0 0 0,-1 0 0 0 0,1 1-1 0 0,0-1 1 0 0,0 0 0 0 0,0 1 0 0 0,0-1 0 0 0,0 1 0 0 0,0-1 0 0 0,0 1 0 0 0,0 0 0 0 0,0 0 0 0 0,0 0 0 0 0,0 0 0 0 0,0 0 0 0 0,-1 1 0 0 0,1-1 0 0 0,3 1-1 0 0,7 2-582 0 0,0 1-1 0 0,0 0 1 0 0,17 9-1 0 0,-9-4-3102 0 0,-1-2-1396 0 0</inkml:trace>
</inkml:ink>
</file>

<file path=ppt/ink/ink3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4:01.1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83 257 1376 0 0,'-12'18'667'0'0,"-19"34"0"0"0,24-39 209 0 0,1 1 0 0 0,0 0 0 0 0,1 0 0 0 0,1 0 0 0 0,0 0 0 0 0,-2 21 0 0 0,5-34-707 0 0,1 1 0 0 0,0 0 1 0 0,0 0-1 0 0,0 0 0 0 0,0 0 0 0 0,0 0 1 0 0,0 0-1 0 0,0-1 0 0 0,1 1 0 0 0,-1 0 0 0 0,1 0 1 0 0,-1 0-1 0 0,1-1 0 0 0,0 1 0 0 0,-1 0 1 0 0,1-1-1 0 0,0 1 0 0 0,0 0 0 0 0,1-1 1 0 0,1 3-1 0 0,-2-3-46 0 0,1 0 0 0 0,-1-1 1 0 0,1 1-1 0 0,-1 0 0 0 0,1 0 0 0 0,0-1 0 0 0,0 1 1 0 0,-1-1-1 0 0,1 0 0 0 0,0 1 0 0 0,0-1 1 0 0,-1 0-1 0 0,1 0 0 0 0,0 0 0 0 0,0 0 1 0 0,0-1-1 0 0,2 1 0 0 0,3-2 95 0 0,1 0-1 0 0,-1-1 1 0 0,1 1-1 0 0,-1-2 1 0 0,0 1-1 0 0,0-1 1 0 0,0 0-1 0 0,8-6 1 0 0,-6 3-228 0 0,-1-1 0 0 0,1 0 0 0 0,-1-1 0 0 0,-1 0 0 0 0,0 0 0 0 0,0-1 1 0 0,-1 1-1 0 0,0-1 0 0 0,0-1 0 0 0,-1 1 0 0 0,-1-1 0 0 0,0 0 1 0 0,0 0-1 0 0,-1-1 0 0 0,0 1 0 0 0,1-21 0 0 0,-2 13-72 0 0,-2 1-1 0 0,0-1 1 0 0,-2 0-1 0 0,0 0 1 0 0,-1 0-1 0 0,0 1 1 0 0,-2-1-1 0 0,0 1 1 0 0,-13-29-1 0 0,17 43 138 0 0,-1 1 0 0 0,0-1 0 0 0,0 1 0 0 0,0-1 0 0 0,0 1 0 0 0,-1 0 1 0 0,1 0-1 0 0,-1 0 0 0 0,0 0 0 0 0,0 0 0 0 0,0 1 0 0 0,0 0 0 0 0,0-1 0 0 0,-1 1 0 0 0,-5-3 0 0 0,7 5-6 0 0,1-1 1 0 0,0 1-1 0 0,-1-1 1 0 0,1 1 0 0 0,0 0-1 0 0,-1 0 1 0 0,1 0-1 0 0,-1 0 1 0 0,1 0-1 0 0,0 0 1 0 0,-1 0-1 0 0,1 0 1 0 0,0 1 0 0 0,-1-1-1 0 0,1 1 1 0 0,0-1-1 0 0,-1 1 1 0 0,-1 0-1 0 0,1 1 6 0 0,0-1 0 0 0,0 1 0 0 0,0 0 0 0 0,1-1 0 0 0,-1 1 0 0 0,1 0 0 0 0,-1 0 0 0 0,1 0 0 0 0,0 1 0 0 0,-1-1 0 0 0,1 0 0 0 0,0 0 0 0 0,-1 5 0 0 0,0-1-55 0 0,0 0 0 0 0,0 0 0 0 0,1 0 1 0 0,0 0-1 0 0,0 0 0 0 0,1 0 1 0 0,-1 0-1 0 0,1 0 0 0 0,1 1 0 0 0,-1-1 1 0 0,1 0-1 0 0,0 0 0 0 0,0 0 0 0 0,1 0 1 0 0,0 0-1 0 0,0 0 0 0 0,0 0 1 0 0,1-1-1 0 0,0 1 0 0 0,0-1 0 0 0,0 0 1 0 0,1 0-1 0 0,-1 0 0 0 0,1 0 1 0 0,0 0-1 0 0,1-1 0 0 0,-1 0 0 0 0,1 0 1 0 0,0 0-1 0 0,5 3 0 0 0,1 0-152 0 0,0-1-1 0 0,1 0 1 0 0,-1 0-1 0 0,1-2 1 0 0,0 1-1 0 0,0-1 1 0 0,1-1 0 0 0,-1 0-1 0 0,1-1 1 0 0,0 0-1 0 0,0-1 1 0 0,-1-1-1 0 0,23-1 1 0 0,30-12-2410 0 0,-33 2 1250 0 0</inkml:trace>
</inkml:ink>
</file>

<file path=ppt/ink/ink3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4:01.4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300 147 2761 0 0,'-7'-8'45'0'0,"-1"1"1"0"0,0 0-1 0 0,-1 0 1 0 0,-11-7-1 0 0,-9-3 2575 0 0,-10-5-509 0 0,24 12-1225 0 0,0 1 0 0 0,-1 0 0 0 0,0 1 0 0 0,-1 1 1 0 0,0 1-1 0 0,-34-8 0 0 0,50 13-769 0 0,0 1 1 0 0,0 0-1 0 0,0 0 1 0 0,0 0-1 0 0,0 0 1 0 0,0 0-1 0 0,0 0 1 0 0,0 0 0 0 0,-1 0-1 0 0,1 0 1 0 0,0 1-1 0 0,0-1 1 0 0,0 0-1 0 0,0 1 1 0 0,0-1-1 0 0,0 1 1 0 0,1-1-1 0 0,-1 1 1 0 0,0-1-1 0 0,0 1 1 0 0,0-1 0 0 0,0 1-1 0 0,1 0 1 0 0,-1 0-1 0 0,0-1 1 0 0,0 1-1 0 0,1 0 1 0 0,-1 0-1 0 0,0 1 1 0 0,0 1 71 0 0,0 0-1 0 0,0 0 1 0 0,1 0 0 0 0,-1 0-1 0 0,1 0 1 0 0,0 0 0 0 0,0 0-1 0 0,0 0 1 0 0,0 0 0 0 0,1 5-1 0 0,3 7 275 0 0,-1 0-1 0 0,2 0 0 0 0,6 15 1 0 0,1-5-241 0 0,0 0 0 0 0,2-1 0 0 0,1-1 1 0 0,1-1-1 0 0,0 0 0 0 0,39 38 0 0 0,-9-17-91 0 0,98 71-1 0 0,-114-93-242 0 0,2-1 0 0 0,0-2 0 0 0,2-1 0 0 0,-1-2 0 0 0,2-1 0 0 0,0-2 0 0 0,37 8 0 0 0,-27-10-240 0 0</inkml:trace>
</inkml:ink>
</file>

<file path=ppt/ink/ink3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4:04.88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5529 0 0,'2'1'6752'0'0,"11"15"-4743"0"0,15 25-2409 0 0,-7 10 440 0 0,-2 1 0 0 0,-2 1 0 0 0,18 104 0 0 0,-8-34-71 0 0,23 78-22 0 0,-45-186 37 0 0,0-21 0 0 0,2-39-15 0 0,1-6 2 0 0,-8 51 29 0 0,0 0-1 0 0,0 0 1 0 0,0 0 0 0 0,0 0 0 0 0,0 0-1 0 0,0-1 1 0 0,0 1 0 0 0,0 0 0 0 0,0 0 0 0 0,0 0-1 0 0,0 0 1 0 0,0-1 0 0 0,0 1 0 0 0,0 0-1 0 0,0 0 1 0 0,0 0 0 0 0,0 0 0 0 0,1 0 0 0 0,-1-1-1 0 0,0 1 1 0 0,0 0 0 0 0,0 0 0 0 0,0 0 0 0 0,0 0-1 0 0,0 0 1 0 0,0 0 0 0 0,0-1 0 0 0,1 1-1 0 0,-1 0 1 0 0,0 0 0 0 0,0 0 0 0 0,0 0 0 0 0,0 0-1 0 0,0 0 1 0 0,0 0 0 0 0,1 0 0 0 0,-1 0-1 0 0,0 0 1 0 0,0 0 0 0 0,0 0 0 0 0,0 0 0 0 0,1 0-1 0 0,-1 0 1 0 0,0 0 0 0 0,0 0 0 0 0,0 0 0 0 0,0 0-1 0 0,0 0 1 0 0,1 0 0 0 0,-1 0 0 0 0,0 0-1 0 0,0 0 1 0 0,0 0 0 0 0,0 0 0 0 0,1 0 0 0 0,-1 0-1 0 0,7 22-9 0 0,108 675 1154 0 0,-106-580-889 0 0,1 126-40 0 0,-7-191-67 0 0,10 57 0 0 0,-7-69-58 0 0,150 1094 1111 0 0,22 496 136 0 0,-159-1429-1282 0 0,61 1089 105 0 0,-17-225 192 0 0,-18-640 194 0 0,42 452 530 0 0,-1 24-349 0 0,-10-110-721 0 0,-29 58 29 0 0,-34 1-16 0 0,-11-547-19 0 0,4 357 0 0 0,27-2 0 0 0,109 462 138 0 0,99 107 460 0 0,-195-1014 97 0 0,25 281-1 0 0,-66-423-566 0 0,-4 81 0 0 0,-3-122-159 0 0,-1-1 0 0 0,-1 0 0 0 0,-2 1 0 0 0,-1-2 0 0 0,-15 43 0 0 0,19-64-71 0 0,-1 1 0 0 0,0-1 1 0 0,0 0-1 0 0,-5 7 1 0 0,-6 2-162 0 0</inkml:trace>
</inkml:ink>
</file>

<file path=ppt/ink/ink3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4:05.8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0 250 10594 0 0,'22'1'1689'0'0,"262"-24"3422"0"0,-153 8-3565 0 0,8-2-370 0 0,144-36 1 0 0,-11-25-3435 0 0,-239 66 62 0 0,59-30 0 0 0,-74 31 924 0 0</inkml:trace>
</inkml:ink>
</file>

<file path=ppt/ink/ink3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4:06.0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1 7370 0 0,'0'0'104'0'0,"-1"0"0"0"0,1 0 1 0 0,0 0-1 0 0,-1 1 0 0 0,1-1 1 0 0,0 0-1 0 0,-1 0 0 0 0,1 1 1 0 0,0-1-1 0 0,-1 0 0 0 0,1 1 0 0 0,0-1 1 0 0,-1 0-1 0 0,1 1 0 0 0,0-1 1 0 0,0 1-1 0 0,0-1 0 0 0,-1 0 1 0 0,1 1-1 0 0,0-1 0 0 0,0 1 1 0 0,0-1-1 0 0,0 1 0 0 0,0-1 1 0 0,0 0-1 0 0,0 1 0 0 0,0-1 1 0 0,0 1-1 0 0,0-1 0 0 0,0 1 1 0 0,0-1-1 0 0,0 1 0 0 0,11 17 2462 0 0,27 17 1167 0 0,-29-28-2592 0 0,-1 1-837 0 0,0 0-1 0 0,-1 1 1 0 0,0 0 0 0 0,0 0 0 0 0,-1 1 0 0 0,0-1-1 0 0,-1 2 1 0 0,0-1 0 0 0,-1 0 0 0 0,0 1 0 0 0,0 0-1 0 0,-1 0 1 0 0,1 12 0 0 0,3 20-517 0 0,-3 1 1 0 0,0 48-1 0 0,-2-24-112 0 0,8 41-3615 0 0,-5-75-2556 0 0</inkml:trace>
</inkml:ink>
</file>

<file path=ppt/ink/ink3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4:06.2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 11979 0 0,'2'-1'1616'0'0,"-1"5"-412"0"0,2 16 337 0 0,0 26 628 0 0,1 56 799 0 0,-3-91-3393 0 0,1-1 0 0 0,0 1 0 0 0,1-1 0 0 0,0 0-1 0 0,0 1 1 0 0,1-1 0 0 0,8 14 0 0 0</inkml:trace>
</inkml:ink>
</file>

<file path=ppt/ink/ink3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4:06.4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10594 0 0,'12'9'5723'0'0,"20"19"-5994"0"0,-27-21-346 0 0,2-2-1 0 0,-1 1 1 0 0,1 0-1 0 0,0-1 1 0 0,8 5-1 0 0,3-1 576 0 0</inkml:trace>
</inkml:ink>
</file>

<file path=ppt/ink/ink3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4:06.9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90 8754 0 0,'16'16'1656'0'0,"-7"-4"-914"0"0,-1 0-1 0 0,-1 1 1 0 0,0 0-1 0 0,-1 0 1 0 0,-1 1-1 0 0,0-1 1 0 0,6 23-1 0 0,14 40 730 0 0,-24-75-1509 0 0,-1-1-1 0 0,0 1 1 0 0,0-1-1 0 0,0 0 1 0 0,1 1-1 0 0,-1-1 1 0 0,0 1-1 0 0,0-1 1 0 0,1 0-1 0 0,-1 1 1 0 0,0-1-1 0 0,1 0 1 0 0,-1 1-1 0 0,0-1 1 0 0,1 0-1 0 0,-1 1 1 0 0,0-1-1 0 0,1 0 1 0 0,-1 0-1 0 0,1 0 0 0 0,-1 1 1 0 0,1-1-1 0 0,-1 0 1 0 0,1 0-1 0 0,-1 0 1 0 0,0 0-1 0 0,1 0 1 0 0,-1 0-1 0 0,1 0 1 0 0,-1 0-1 0 0,1 0 1 0 0,-1 0-1 0 0,1 0 1 0 0,-1 0-1 0 0,1 0 1 0 0,-1 0-1 0 0,1 0 1 0 0,-1 0-1 0 0,1-1 1 0 0,-1 1-1 0 0,0 0 1 0 0,1 0-1 0 0,-1-1 1 0 0,1 1-1 0 0,-1 0 1 0 0,0 0-1 0 0,1-1 1 0 0,-1 1-1 0 0,0 0 1 0 0,1-1-1 0 0,-1 1 1 0 0,0-1-1 0 0,0 1 1 0 0,1 0-1 0 0,-1-1 1 0 0,0 1-1 0 0,0-1 1 0 0,0 1-1 0 0,1-1 1 0 0,17-31-1908 0 0,-15 27 2027 0 0,29-66-897 0 0,-25 52 1194 0 0,0 1 0 0 0,2 0 1 0 0,0 0-1 0 0,1 1 0 0 0,1 1 1 0 0,21-26-1 0 0,-31 40-306 0 0,1 0 1 0 0,-1 1-1 0 0,1-1 0 0 0,0 1 1 0 0,0-1-1 0 0,-1 1 0 0 0,1 0 1 0 0,0-1-1 0 0,0 1 0 0 0,0 0 1 0 0,1 0-1 0 0,-1 0 0 0 0,0 1 1 0 0,0-1-1 0 0,0 1 0 0 0,1-1 0 0 0,-1 1 1 0 0,0-1-1 0 0,1 1 0 0 0,-1 0 1 0 0,0 0-1 0 0,1 0 0 0 0,-1 1 1 0 0,0-1-1 0 0,0 1 0 0 0,1-1 1 0 0,-1 1-1 0 0,0 0 0 0 0,0-1 1 0 0,0 1-1 0 0,0 0 0 0 0,0 0 1 0 0,0 1-1 0 0,0-1 0 0 0,0 0 1 0 0,0 1-1 0 0,0-1 0 0 0,-1 1 1 0 0,1 0-1 0 0,2 2 0 0 0,2 4 253 0 0,1 0 1 0 0,-1 1-1 0 0,0 0 0 0 0,-1 0 0 0 0,0 1 0 0 0,-1-1 0 0 0,5 15 0 0 0,-6-15-395 0 0,11 30-650 0 0,-14-38 693 0 0,1 1-1 0 0,-1-1 0 0 0,1 0 0 0 0,-1 0 1 0 0,1 1-1 0 0,0-1 0 0 0,0 0 0 0 0,-1 0 1 0 0,1 0-1 0 0,0 0 0 0 0,0 0 0 0 0,0 0 1 0 0,0 0-1 0 0,0 0 0 0 0,1 0 0 0 0,-1 0 1 0 0,0-1-1 0 0,0 1 0 0 0,0-1 0 0 0,1 1 1 0 0,-1 0-1 0 0,2-1 0 0 0,-2 0-32 0 0,0 0-1 0 0,0-1 1 0 0,0 1-1 0 0,0-1 1 0 0,0 0-1 0 0,-1 1 1 0 0,1-1-1 0 0,0 0 0 0 0,0 1 1 0 0,-1-1-1 0 0,1 0 1 0 0,0 0-1 0 0,-1 0 1 0 0,1 0-1 0 0,-1 0 1 0 0,1 1-1 0 0,-1-1 1 0 0,1-2-1 0 0,10-24-54 0 0,-8 20 43 0 0,5-13 479 0 0,-1 0 107 0 0,2 0 1 0 0,16-28-1 0 0,-23 44-433 0 0,0 0-1 0 0,0 1 0 0 0,1-1 0 0 0,0 1 1 0 0,-1 0-1 0 0,1 0 0 0 0,0 0 0 0 0,0 0 1 0 0,1 0-1 0 0,-1 1 0 0 0,0-1 0 0 0,1 1 0 0 0,0 0 1 0 0,0 0-1 0 0,-1 0 0 0 0,1 1 0 0 0,0 0 1 0 0,0-1-1 0 0,6 0 0 0 0,-8 2-52 0 0,0 0 1 0 0,0 1-1 0 0,1-1 0 0 0,-1 0 0 0 0,0 1 1 0 0,0 0-1 0 0,0-1 0 0 0,0 1 0 0 0,0 0 1 0 0,0 0-1 0 0,0 0 0 0 0,0 0 0 0 0,-1 0 1 0 0,1 1-1 0 0,0-1 0 0 0,-1 0 1 0 0,1 1-1 0 0,0-1 0 0 0,-1 1 0 0 0,0 0 1 0 0,1 0-1 0 0,-1-1 0 0 0,0 1 0 0 0,0 0 1 0 0,0 0-1 0 0,1 3 0 0 0,3 8-7 0 0,1 1-1 0 0,-2 0 1 0 0,3 14-1 0 0,2 2-181 0 0,-1-8-900 0 0,2 0 0 0 0,0 0 0 0 0,1-2 1 0 0,2 1-1 0 0,0-2 0 0 0,1 1 0 0 0,20 20 0 0 0,-12-19 1009 0 0</inkml:trace>
</inkml:ink>
</file>

<file path=ppt/ink/ink3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4:07.2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17 270 6913 0 0,'6'-5'542'0'0,"0"1"0"0"0,0 0 0 0 0,1 0 0 0 0,-1 0 0 0 0,11-3 0 0 0,14-10 2073 0 0,-24 12-2333 0 0,0 0 0 0 0,0 0 0 0 0,-1-1 0 0 0,0 0 0 0 0,0 0 1 0 0,-1 0-1 0 0,0-1 0 0 0,0 0 0 0 0,0 0 0 0 0,-1 0 0 0 0,0-1 0 0 0,4-10 0 0 0,-7 14-170 0 0,1 0 1 0 0,-1-1-1 0 0,0 1 0 0 0,0-1 0 0 0,0 1 0 0 0,-1-1 1 0 0,0 1-1 0 0,0 0 0 0 0,0-1 0 0 0,0 1 0 0 0,0-1 0 0 0,-1 1 1 0 0,0-1-1 0 0,0 1 0 0 0,0 0 0 0 0,-1-1 0 0 0,0 1 1 0 0,1 0-1 0 0,-1 0 0 0 0,-1 0 0 0 0,1 0 0 0 0,0 1 1 0 0,-1-1-1 0 0,0 0 0 0 0,-4-3 0 0 0,5 5-133 0 0,0 1 0 0 0,0-1 0 0 0,0 0 0 0 0,0 0 0 0 0,-1 1 0 0 0,1 0 0 0 0,-1-1 0 0 0,1 1 0 0 0,-1 0 0 0 0,0 0-1 0 0,0 0 1 0 0,1 1 0 0 0,-1-1 0 0 0,0 1 0 0 0,0-1 0 0 0,1 1 0 0 0,-1 0 0 0 0,0 0 0 0 0,0 0 0 0 0,0 1 0 0 0,0-1 0 0 0,1 1 0 0 0,-1-1 0 0 0,0 1 0 0 0,1 0 0 0 0,-1 0-1 0 0,0 0 1 0 0,1 0 0 0 0,-1 1 0 0 0,1-1 0 0 0,-1 1 0 0 0,1-1 0 0 0,0 1 0 0 0,-3 3 0 0 0,0-1-26 0 0,0 0 0 0 0,1 0 0 0 0,0 1-1 0 0,-1 0 1 0 0,2 0 0 0 0,-1 0 0 0 0,0 0 0 0 0,1 1 0 0 0,0-1 0 0 0,0 1-1 0 0,1 0 1 0 0,0 0 0 0 0,0 0 0 0 0,-2 10 0 0 0,3-9 117 0 0,0 0 1 0 0,1 0-1 0 0,0 0 0 0 0,0 0 1 0 0,1 0-1 0 0,0 0 0 0 0,0 0 1 0 0,1 0-1 0 0,0 0 0 0 0,0-1 1 0 0,0 1-1 0 0,1-1 1 0 0,0 1-1 0 0,0-1 0 0 0,0 0 1 0 0,1 0-1 0 0,0 0 0 0 0,1-1 1 0 0,-1 1-1 0 0,1-1 0 0 0,0 0 1 0 0,0-1-1 0 0,0 1 1 0 0,1-1-1 0 0,0 0 0 0 0,0 0 1 0 0,0 0-1 0 0,0-1 0 0 0,11 4 1 0 0,4 1-124 0 0,0-2 0 0 0,1 0 1 0 0,0-1-1 0 0,-1-1 0 0 0,1-2 0 0 0,1 0 1 0 0,-1-1-1 0 0,28-2 0 0 0,54-10-1885 0 0,-52 2 924 0 0</inkml:trace>
</inkml:ink>
</file>

<file path=ppt/ink/ink3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4:07.8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83 62 9674 0 0,'-5'-6'916'0'0,"0"-1"1"0"0,-1 1-1 0 0,0 1 0 0 0,0-1 1 0 0,-1 1-1 0 0,1 0 0 0 0,-1 1 1 0 0,0-1-1 0 0,0 1 0 0 0,-14-4 1 0 0,51 37 2070 0 0,-23-24-2617 0 0,-7-5-106 0 0,0-1-295 0 0</inkml:trace>
</inkml:ink>
</file>

<file path=ppt/ink/ink3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4:08.3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563 720 4145 0 0,'0'-5'409'0'0,"0"0"1"0"0,-1 1-1 0 0,0-1 0 0 0,0 0 0 0 0,-1 0 1 0 0,1 1-1 0 0,-1-1 0 0 0,0 1 1 0 0,0 0-1 0 0,0-1 0 0 0,-1 1 1 0 0,0 0-1 0 0,0 0 0 0 0,0 0 1 0 0,0 1-1 0 0,0-1 0 0 0,-1 1 1 0 0,1 0-1 0 0,-1 0 0 0 0,0 0 1 0 0,0 0-1 0 0,0 1 0 0 0,-8-4 0 0 0,2 1-54 0 0,0 1-1 0 0,-1-1 0 0 0,0 2 1 0 0,0 0-1 0 0,0 0 0 0 0,0 1 1 0 0,0 0-1 0 0,0 1 0 0 0,-13 0 1 0 0,1 3-122 0 0,1 0-1 0 0,0 1 1 0 0,0 1 0 0 0,0 1 0 0 0,0 1 0 0 0,1 1 0 0 0,-37 17-1 0 0,46-17-233 0 0,-1-1-1 0 0,1 2 0 0 0,0-1 0 0 0,0 2 0 0 0,1-1 0 0 0,0 2 0 0 0,1-1 0 0 0,0 1 0 0 0,0 1 0 0 0,1 0 0 0 0,1 0 0 0 0,0 1 0 0 0,-10 18 0 0 0,17-28-27 0 0,0 0 0 0 0,0 0-1 0 0,1 0 1 0 0,-1 0 0 0 0,0 0 0 0 0,1 0 0 0 0,-1 0 0 0 0,1 0 0 0 0,0 0 0 0 0,-1 0 0 0 0,1 0-1 0 0,0 0 1 0 0,0 0 0 0 0,1 1 0 0 0,-1-1 0 0 0,0 0 0 0 0,1 0 0 0 0,-1 0 0 0 0,1 0 0 0 0,-1 0-1 0 0,3 4 1 0 0,-1-4-56 0 0,0 0 1 0 0,-1 0-1 0 0,1 0 0 0 0,0-1 0 0 0,1 1 0 0 0,-1 0 0 0 0,0-1 0 0 0,0 1 0 0 0,1-1 1 0 0,-1 0-1 0 0,1 0 0 0 0,-1 0 0 0 0,1 0 0 0 0,4 1 0 0 0,3 0-174 0 0,1-1 0 0 0,-1 0-1 0 0,0 0 1 0 0,0-1 0 0 0,1 0-1 0 0,-1-1 1 0 0,0 0 0 0 0,10-3-1 0 0,-2-1 65 0 0,-1-1 0 0 0,0-1 0 0 0,0 0-1 0 0,-1-1 1 0 0,0-1 0 0 0,0 0 0 0 0,-1-2-1 0 0,0 1 1 0 0,-1-2 0 0 0,0 0 0 0 0,-1 0-1 0 0,0-2 1 0 0,-1 1 0 0 0,0-2 0 0 0,-2 1 0 0 0,1-2-1 0 0,11-23 1 0 0,-10 14 173 0 0,-1 0 0 0 0,-2 0 1 0 0,0-1-1 0 0,-2 0 0 0 0,-1-1 0 0 0,-1 1 1 0 0,-1-1-1 0 0,-1 0 0 0 0,-1 0 0 0 0,-2-1 1 0 0,-3-30-1 0 0,3 58 26 0 0,-6-65 3342 0 0,-29-124 0 0 0,25 161-2135 0 0,10 27-1135 0 0,0 0 1 0 0,-1 0 0 0 0,1 0 0 0 0,-1 0-1 0 0,1 0 1 0 0,-1 0 0 0 0,1 0 0 0 0,-1 0-1 0 0,1 0 1 0 0,-1 1 0 0 0,0-1 0 0 0,1 0 0 0 0,-1 0-1 0 0,0 1 1 0 0,0-1 0 0 0,1 0 0 0 0,-1 1-1 0 0,0-1 1 0 0,0 1 0 0 0,0-1 0 0 0,0 1 0 0 0,0-1-1 0 0,0 1 1 0 0,-1-1 0 0 0,1 2-36 0 0,1-1 1 0 0,-1 1-1 0 0,0-1 1 0 0,1 1-1 0 0,-1 0 1 0 0,1-1-1 0 0,-1 1 1 0 0,1 0 0 0 0,-1-1-1 0 0,1 1 1 0 0,0 0-1 0 0,-1-1 1 0 0,1 1-1 0 0,0 0 1 0 0,0 0-1 0 0,-1-1 1 0 0,1 1-1 0 0,0 0 1 0 0,0 0-1 0 0,0 0 1 0 0,0-1-1 0 0,0 1 1 0 0,0 0-1 0 0,0 1 1 0 0,2 25 207 0 0,-2-21-200 0 0,13 108 39 0 0,4-1-1 0 0,52 178 1 0 0,-60-259-199 0 0,1-1 0 0 0,1-1 0 0 0,2 0 0 0 0,25 45 0 0 0,-27-58-2132 0 0,1-1 1 0 0,22 25-1 0 0,-7-14-4421 0 0</inkml:trace>
</inkml:ink>
</file>

<file path=ppt/ink/ink3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4:08.62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3 195 9218 0 0,'-1'-13'336'0'0,"0"1"1465"0"0,0 25 395 0 0,1-1-1762 0 0,1 0 1 0 0,0 1-1 0 0,0-1 1 0 0,1 0-1 0 0,1 0 1 0 0,0 0-1 0 0,1 0 1 0 0,8 20-1 0 0,-9-27-406 0 0,0 0 0 0 0,0 0 0 0 0,0-1 0 0 0,1 1 0 0 0,-1-1-1 0 0,1 1 1 0 0,0-1 0 0 0,0 0 0 0 0,1-1 0 0 0,-1 1 0 0 0,1-1 0 0 0,0 0 0 0 0,0 0 0 0 0,0 0-1 0 0,0-1 1 0 0,0 1 0 0 0,0-1 0 0 0,1-1 0 0 0,-1 1 0 0 0,1-1 0 0 0,6 1 0 0 0,-2-1 49 0 0,-1 0 0 0 0,1-1 0 0 0,-1 0 0 0 0,1-1 0 0 0,0 0 1 0 0,-1 0-1 0 0,1-1 0 0 0,-1 0 0 0 0,0-1 0 0 0,0 0 0 0 0,1-1 0 0 0,-2 1 1 0 0,1-2-1 0 0,12-7 0 0 0,-17 9-31 0 0,1-1-1 0 0,-1 1 1 0 0,1-1 0 0 0,-1 0 0 0 0,-1 0-1 0 0,1 0 1 0 0,0-1 0 0 0,-1 0-1 0 0,0 1 1 0 0,0-1 0 0 0,-1 0-1 0 0,1 0 1 0 0,-1-1 0 0 0,0 1 0 0 0,0 0-1 0 0,-1-1 1 0 0,1 1 0 0 0,-1-1-1 0 0,-1 0 1 0 0,1 1 0 0 0,-1-1 0 0 0,0 0-1 0 0,0 1 1 0 0,-1-1 0 0 0,-1-9-1 0 0,-1 1-12 0 0,-1 0 0 0 0,-1 0-1 0 0,0 1 1 0 0,-1-1 0 0 0,0 1-1 0 0,-1 0 1 0 0,-14-19 0 0 0,16 24-105 0 0,-1 1-1 0 0,1 1 1 0 0,-1-1 0 0 0,0 1 0 0 0,-1 0 0 0 0,1 0 0 0 0,-1 1 0 0 0,0-1 0 0 0,-1 2 0 0 0,1-1 0 0 0,-1 1-1 0 0,0 0 1 0 0,-16-5 0 0 0,20 8-74 0 0,1 1 0 0 0,-1-1 0 0 0,1 1 0 0 0,-1 0-1 0 0,0 0 1 0 0,1 0 0 0 0,-1 0 0 0 0,1 1 0 0 0,-1 0 0 0 0,1-1-1 0 0,-1 1 1 0 0,1 1 0 0 0,-1-1 0 0 0,1 0 0 0 0,0 1 0 0 0,0-1-1 0 0,0 1 1 0 0,0 0 0 0 0,-4 3 0 0 0,-7 8-1192 0 0</inkml:trace>
</inkml:ink>
</file>

<file path=ppt/ink/ink3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4:09.1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0 136 3681 0 0,'16'-5'693'0'0,"1"0"0"0"0,0 0 0 0 0,-1 2-1 0 0,2 0 1 0 0,-1 1 0 0 0,22 0 0 0 0,-35 2-442 0 0,0-1 0 0 0,-1 2-1 0 0,1-1 1 0 0,0 0 0 0 0,0 1-1 0 0,0 0 1 0 0,-1 0 0 0 0,1 0 0 0 0,0 0-1 0 0,-1 1 1 0 0,1-1 0 0 0,-1 1 0 0 0,0 0-1 0 0,6 4 1 0 0,-3 0 176 0 0,1 0 0 0 0,-1 0-1 0 0,0 1 1 0 0,7 12 0 0 0,19 20-1233 0 0,-32-39 776 0 0,0 1 0 0 0,1-1-1 0 0,-1 0 1 0 0,0 1 0 0 0,1-1 0 0 0,-1 0-1 0 0,0 1 1 0 0,1-1 0 0 0,-1 0-1 0 0,1 0 1 0 0,-1 1 0 0 0,0-1-1 0 0,1 0 1 0 0,-1 0 0 0 0,1 0 0 0 0,-1 0-1 0 0,1 1 1 0 0,-1-1 0 0 0,1 0-1 0 0,-1 0 1 0 0,0 0 0 0 0,1 0 0 0 0,-1 0-1 0 0,1 0 1 0 0,-1 0 0 0 0,1 0-1 0 0,-1 0 1 0 0,1-1 0 0 0,-1 1 0 0 0,1 0-1 0 0,0 0 1 0 0,8-15 77 0 0,1-30 1236 0 0,-8 37-1012 0 0,0-2 17 0 0,1 0 0 0 0,1 1 0 0 0,-1 0 0 0 0,2 0 0 0 0,-1 0-1 0 0,12-16 1 0 0,-13 20-48 0 0,1 0 0 0 0,0 0 0 0 0,0 1 0 0 0,0-1 0 0 0,0 1 0 0 0,1 0 0 0 0,0 0 0 0 0,0 0 0 0 0,0 1 0 0 0,0 0 0 0 0,1 0 0 0 0,7-3 0 0 0,-12 6-174 0 0,1-1 1 0 0,0 1-1 0 0,0 0 1 0 0,0 0-1 0 0,-1 0 1 0 0,1 0-1 0 0,0 0 1 0 0,0 0-1 0 0,-1 0 1 0 0,1 1-1 0 0,0-1 1 0 0,0 1-1 0 0,-1-1 1 0 0,1 1-1 0 0,0 0 1 0 0,-1 0-1 0 0,1-1 1 0 0,-1 1-1 0 0,1 0 1 0 0,-1 0-1 0 0,0 1 1 0 0,1-1-1 0 0,-1 0 1 0 0,0 0-1 0 0,0 1 1 0 0,1-1-1 0 0,-1 0 0 0 0,0 1 1 0 0,-1 0-1 0 0,1-1 1 0 0,0 1-1 0 0,1 2 1 0 0,3 7 76 0 0,-1 1-1 0 0,1 0 1 0 0,3 19 0 0 0,-5-17-188 0 0,-1-7-37 0 0,0 0 0 0 0,0-1 0 0 0,1 1 0 0 0,-1-1 0 0 0,1 0 0 0 0,7 10 0 0 0,-9-15 65 0 0,-1 0-1 0 0,1 0 0 0 0,0 0 0 0 0,0 0 1 0 0,0 0-1 0 0,0-1 0 0 0,0 1 0 0 0,0 0 1 0 0,0-1-1 0 0,0 1 0 0 0,0-1 0 0 0,0 1 1 0 0,0-1-1 0 0,0 1 0 0 0,1-1 0 0 0,-1 0 1 0 0,0 1-1 0 0,2-1 0 0 0,-2 0 13 0 0,1-1 0 0 0,0 1 0 0 0,0 0 0 0 0,0-1-1 0 0,0 0 1 0 0,0 1 0 0 0,-1-1 0 0 0,1 0 0 0 0,0 0 0 0 0,-1 0 0 0 0,1 0-1 0 0,-1 0 1 0 0,1 0 0 0 0,-1 0 0 0 0,3-2 0 0 0,3-5 68 0 0,0-1 1 0 0,-1 0 0 0 0,1 0-1 0 0,-1 0 1 0 0,-1 0-1 0 0,5-12 1 0 0,-7 14-16 0 0,0-1 0 0 0,1 1-1 0 0,0 0 1 0 0,0 0 0 0 0,0 0 0 0 0,1 1 0 0 0,0 0 0 0 0,1 0-1 0 0,-1 0 1 0 0,1 0 0 0 0,0 1 0 0 0,10-7 0 0 0,-14 11-53 0 0,0 0 1 0 0,0 0 0 0 0,0 0-1 0 0,0 0 1 0 0,0 1-1 0 0,0-1 1 0 0,0 1-1 0 0,0-1 1 0 0,0 1 0 0 0,0 0-1 0 0,0 0 1 0 0,0 0-1 0 0,0 0 1 0 0,1 0 0 0 0,-1 0-1 0 0,0 1 1 0 0,0-1-1 0 0,0 1 1 0 0,0-1 0 0 0,0 1-1 0 0,0 0 1 0 0,0 0-1 0 0,0-1 1 0 0,-1 2 0 0 0,1-1-1 0 0,0 0 1 0 0,0 0-1 0 0,-1 0 1 0 0,1 1-1 0 0,-1-1 1 0 0,1 1 0 0 0,-1-1-1 0 0,2 4 1 0 0,4 5-66 0 0,-1 0 0 0 0,0 1 1 0 0,-1 0-1 0 0,7 22 0 0 0,4 5-163 0 0,9-1-2153 0 0,-10-19-4538 0 0</inkml:trace>
</inkml:ink>
</file>

<file path=ppt/ink/ink3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4:09.6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264 174 920 0 0,'16'-31'218'0'0,"-12"21"1051"0"0,0 1 0 0 0,-1-1 1 0 0,0 0-1 0 0,1-13 1 0 0,-3 19-601 0 0,-1-1 0 0 0,0 1 0 0 0,1 0 0 0 0,-2 0 0 0 0,1 0 0 0 0,0-1 0 0 0,-1 1 0 0 0,0 0 0 0 0,-2-7 0 0 0,2 9-480 0 0,0 0 0 0 0,0 0 0 0 0,0 0 0 0 0,0 1 0 0 0,0-1 0 0 0,-1 0 0 0 0,1 1 0 0 0,-1-1 0 0 0,1 0 0 0 0,-1 1 1 0 0,1 0-1 0 0,-1-1 0 0 0,0 1 0 0 0,0 0 0 0 0,0 0 0 0 0,1 0 0 0 0,-1 0 0 0 0,0 0 0 0 0,0 1 0 0 0,-3-1 0 0 0,0 0-100 0 0,0 0 0 0 0,-1 1 0 0 0,1 0 0 0 0,-1 0 0 0 0,1 1 0 0 0,0-1 0 0 0,0 1 0 0 0,-1 0 0 0 0,1 0 0 0 0,0 1-1 0 0,0 0 1 0 0,0 0 0 0 0,0 0 0 0 0,0 0 0 0 0,1 1 0 0 0,-1 0 0 0 0,1 0 0 0 0,-8 7 0 0 0,-6 5 311 0 0,1 0 1 0 0,-28 35 0 0 0,31-33-558 0 0,-23 35 1 0 0,34-47 120 0 0,0 1 0 0 0,0 0 1 0 0,0-1-1 0 0,0 1 0 0 0,1 1 0 0 0,0-1 1 0 0,1 0-1 0 0,-1 0 0 0 0,1 1 0 0 0,0-1 1 0 0,0 8-1 0 0,1-12-22 0 0,0-1 0 0 0,1 1 0 0 0,-1 0 0 0 0,0 0 0 0 0,0-1 0 0 0,1 1 0 0 0,-1 0 0 0 0,1-1 0 0 0,0 1-1 0 0,-1 0 1 0 0,1-1 0 0 0,0 1 0 0 0,0-1 0 0 0,0 1 0 0 0,0-1 0 0 0,0 1 0 0 0,0-1 0 0 0,0 0 0 0 0,1 1 0 0 0,-1-1 0 0 0,3 2 0 0 0,-1-2-73 0 0,-1 0-1 0 0,1 0 1 0 0,0 0 0 0 0,0 0-1 0 0,-1-1 1 0 0,1 1 0 0 0,0-1-1 0 0,0 0 1 0 0,0 0 0 0 0,0 0-1 0 0,0 0 1 0 0,3-1 0 0 0,4 0-245 0 0,-1-1 0 0 0,0-1 0 0 0,1 1 1 0 0,-1-2-1 0 0,0 1 0 0 0,16-10 0 0 0,-6-1 463 0 0,-1-1 0 0 0,0 0 0 0 0,-1-1-1 0 0,-1-1 1 0 0,27-37 0 0 0,-7 10 1486 0 0,-34 42-1418 0 0,0-1-1 0 0,0 1 1 0 0,0 0-1 0 0,1-1 1 0 0,-1 1-1 0 0,1 0 1 0 0,0 0-1 0 0,-1 1 1 0 0,1-1-1 0 0,0 0 1 0 0,0 1-1 0 0,4-2 1 0 0,-5 3-101 0 0,-1 0 0 0 0,0 0 0 0 0,0 0 1 0 0,0 0-1 0 0,1 1 0 0 0,-1-1 0 0 0,0 0 1 0 0,0 1-1 0 0,0-1 0 0 0,0 1 0 0 0,1-1 0 0 0,-1 1 1 0 0,0-1-1 0 0,0 1 0 0 0,0 0 0 0 0,0-1 0 0 0,0 1 1 0 0,-1 0-1 0 0,1 0 0 0 0,0 0 0 0 0,0 0 1 0 0,0 0-1 0 0,-1 0 0 0 0,1 0 0 0 0,0 0 0 0 0,-1 0 1 0 0,1 0-1 0 0,-1 0 0 0 0,1 0 0 0 0,-1 0 1 0 0,0 0-1 0 0,1 1 0 0 0,-1-1 0 0 0,0 2 0 0 0,4 14 336 0 0,-1 0-1 0 0,1 29 0 0 0,-4-31-282 0 0,1 0-1 0 0,1-1 1 0 0,0 1 0 0 0,1-1-1 0 0,9 26 1 0 0,-11-37-152 0 0,1 1 0 0 0,0-1 0 0 0,0 0 1 0 0,0 1-1 0 0,1-1 0 0 0,-1 0 0 0 0,1 0 0 0 0,-1-1 0 0 0,1 1 0 0 0,0 0 0 0 0,0-1 1 0 0,0 0-1 0 0,1 0 0 0 0,-1 0 0 0 0,0 0 0 0 0,1 0 0 0 0,0-1 0 0 0,-1 1 1 0 0,1-1-1 0 0,0 0 0 0 0,-1 0 0 0 0,1-1 0 0 0,0 1 0 0 0,0-1 0 0 0,0 1 0 0 0,7-2 1 0 0,-6 1-77 0 0,0 0 0 0 0,0-1 0 0 0,0 0 0 0 0,0 0 1 0 0,0 0-1 0 0,0 0 0 0 0,-1-1 0 0 0,1 0 1 0 0,0 0-1 0 0,-1 0 0 0 0,1 0 0 0 0,-1-1 1 0 0,0 0-1 0 0,5-3 0 0 0,2-5 47 0 0,0 0 0 0 0,0 0 0 0 0,11-16 0 0 0,24-26 868 0 0,-42 49-647 0 0,0 1 1 0 0,1-1 0 0 0,-1 1 0 0 0,1 0 0 0 0,0 0 0 0 0,0 0-1 0 0,0 1 1 0 0,1 0 0 0 0,-1 0 0 0 0,6-2 0 0 0,-10 4-98 0 0,1 0 0 0 0,0 0 0 0 0,0 0 0 0 0,-1 0 0 0 0,1 0 1 0 0,0 0-1 0 0,0 0 0 0 0,-1 0 0 0 0,1 1 0 0 0,0-1 0 0 0,-1 1 1 0 0,1-1-1 0 0,0 1 0 0 0,-1 0 0 0 0,1 0 0 0 0,-1-1 0 0 0,1 1 1 0 0,-1 0-1 0 0,1 1 0 0 0,-1-1 0 0 0,0 0 0 0 0,0 0 0 0 0,1 0 0 0 0,-1 1 1 0 0,0-1-1 0 0,0 1 0 0 0,0-1 0 0 0,1 3 0 0 0,3 6 15 0 0,0 1-1 0 0,0-1 1 0 0,4 18-1 0 0,3 5-107 0 0,-11-31-39 0 0,0-1 0 0 0,0 1-1 0 0,1 0 1 0 0,-1 0-1 0 0,0 0 1 0 0,0-1 0 0 0,1 1-1 0 0,-1-1 1 0 0,1 1-1 0 0,0-1 1 0 0,-1 1 0 0 0,1-1-1 0 0,0 0 1 0 0,0 0-1 0 0,0 0 1 0 0,0 0 0 0 0,3 1-1 0 0,5 0-1112 0 0</inkml:trace>
</inkml:ink>
</file>

<file path=ppt/ink/ink3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4:09.8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14 12899 0 0,'-4'-6'357'0'0,"-2"-1"1970"0"0,9 11-741 0 0,-3-4-1290 0 0,2 4-21 0 0,54 78-5432 0 0,-47-67 5025 0 0</inkml:trace>
</inkml:ink>
</file>

<file path=ppt/ink/ink3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4:10.1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62 5529 0 0,'4'0'161'0'0,"-1"0"0"0"0,1 0 0 0 0,-1 1 0 0 0,1-1 0 0 0,-1 1 0 0 0,0 0-1 0 0,1 0 1 0 0,-1 0 0 0 0,0 0 0 0 0,1 0 0 0 0,-1 1 0 0 0,0-1 0 0 0,0 1 0 0 0,0 0 0 0 0,0 0-1 0 0,4 5 1 0 0,-2-2 354 0 0,-1 1 1 0 0,0-1-1 0 0,0 1 0 0 0,0 0 0 0 0,-1 1 0 0 0,0-1 0 0 0,3 10 0 0 0,0 1 554 0 0,-2 0 0 0 0,5 31-1 0 0,1 5-303 0 0,-10-53-780 0 0,0 1 1 0 0,1 0-1 0 0,-1-1 1 0 0,0 1 0 0 0,0-1-1 0 0,0 1 1 0 0,0-1 0 0 0,0 1-1 0 0,1-1 1 0 0,-1 1-1 0 0,0-1 1 0 0,0 1 0 0 0,1-1-1 0 0,-1 1 1 0 0,0-1 0 0 0,1 1-1 0 0,-1-1 1 0 0,0 1 0 0 0,1-1-1 0 0,-1 0 1 0 0,1 1-1 0 0,-1-1 1 0 0,2 1 0 0 0,6-9-591 0 0,6-26-297 0 0,-12 28 950 0 0,5-13 9 0 0,41-95-127 0 0,-42 103 366 0 0,0 0 0 0 0,0 1 0 0 0,1 0 0 0 0,0 1 0 0 0,1-1 0 0 0,0 1 1 0 0,0 1-1 0 0,11-9 0 0 0,-17 15-191 0 0,0 1-1 0 0,0 0 1 0 0,0 0 0 0 0,-1 0 0 0 0,1 0 0 0 0,0 0 0 0 0,0 0 0 0 0,1 0-1 0 0,-1 1 1 0 0,0-1 0 0 0,0 1 0 0 0,0-1 0 0 0,0 1 0 0 0,1 0 0 0 0,-1 0 0 0 0,0 0-1 0 0,0 0 1 0 0,0 0 0 0 0,0 1 0 0 0,1-1 0 0 0,-1 0 0 0 0,0 1 0 0 0,0 0 0 0 0,0 0-1 0 0,0-1 1 0 0,0 1 0 0 0,0 1 0 0 0,0-1 0 0 0,0 0 0 0 0,-1 0 0 0 0,1 1-1 0 0,0-1 1 0 0,-1 1 0 0 0,1-1 0 0 0,-1 1 0 0 0,1-1 0 0 0,-1 1 0 0 0,2 3 0 0 0,6 8 123 0 0,0 0 0 0 0,-2 1 1 0 0,1 1-1 0 0,6 18 1 0 0,-7-16-92 0 0,-1-3-121 0 0,1 0 0 0 0,1-1 0 0 0,-1 0 0 0 0,2 0 0 0 0,0-1 1 0 0,0 0-1 0 0,1-1 0 0 0,1 0 0 0 0,0 0 0 0 0,20 14 0 0 0,2-4-265 0 0</inkml:trace>
</inkml:ink>
</file>

<file path=ppt/ink/ink3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5:00.4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159 270 3225 0 0,'-13'-14'325'0'0,"0"0"1"0"0,1-2-1 0 0,1 1 0 0 0,0-1 1 0 0,1-1-1 0 0,-12-27 1 0 0,-8-11 1710 0 0,19 39-666 0 0,8 12-590 0 0,0 0-1 0 0,0 0 0 0 0,0-1 1 0 0,1 1-1 0 0,-1-1 0 0 0,1 0 1 0 0,0 0-1 0 0,-2-8 0 0 0,4 13-715 0 0,0-1-1 0 0,0 1 0 0 0,0-1 0 0 0,0 1 0 0 0,0-1 0 0 0,0 1 0 0 0,0-1 1 0 0,0 1-1 0 0,1-1 0 0 0,-1 1 0 0 0,0-1 0 0 0,0 1 0 0 0,0-1 0 0 0,1 1 1 0 0,-1-1-1 0 0,0 1 0 0 0,1-1 0 0 0,-1 1 0 0 0,0-1 0 0 0,1 1 0 0 0,-1 0 1 0 0,0-1-1 0 0,1 1 0 0 0,-1 0 0 0 0,1-1 0 0 0,-1 1 0 0 0,1 0 0 0 0,-1 0 0 0 0,1-1 1 0 0,-1 1-1 0 0,1 0 0 0 0,-1 0 0 0 0,1 0 0 0 0,-1 0 0 0 0,1 0 0 0 0,-1 0 1 0 0,1 0-1 0 0,-1 0 0 0 0,1 0 0 0 0,0 0 0 0 0,-1 0 0 0 0,1 0 0 0 0,-1 0 1 0 0,1 0-1 0 0,-1 0 0 0 0,1 0 0 0 0,-1 1 0 0 0,1-1 0 0 0,-1 0 0 0 0,1 0 1 0 0,-1 1-1 0 0,1-1 0 0 0,-1 0 0 0 0,1 1 0 0 0,26 17 489 0 0,79 101 486 0 0,-28-29-723 0 0,-22-28-216 0 0,-25-25 34 0 0,3-1 0 0 0,1-1 0 0 0,1-2 1 0 0,69 48-1 0 0,-89-70 42 0 0,0 0-1 0 0,-1 1 1 0 0,22 23 137 0 0</inkml:trace>
</inkml:ink>
</file>

<file path=ppt/ink/ink3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5:00.9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122 11 5529 0 0,'-3'-2'123'0'0,"1"1"-1"0"0,-1 0 0 0 0,1 0 1 0 0,-1 0-1 0 0,0 0 0 0 0,1 0 1 0 0,-1 0-1 0 0,0 1 0 0 0,0-1 1 0 0,1 1-1 0 0,-1 0 0 0 0,0 0 1 0 0,0 0-1 0 0,1 0 0 0 0,-1 0 1 0 0,0 1-1 0 0,0-1 0 0 0,0 1 1 0 0,1 0-1 0 0,-1 0 0 0 0,1 0 1 0 0,-1 0-1 0 0,0 0 1 0 0,1 0-1 0 0,0 1 0 0 0,-1-1 1 0 0,1 1-1 0 0,0 0 0 0 0,0 0 1 0 0,0-1-1 0 0,0 2 0 0 0,0-1 1 0 0,0 0-1 0 0,-2 4 0 0 0,0-1 149 0 0,1 0 0 0 0,-1 0-1 0 0,1 0 1 0 0,1 0 0 0 0,-1 0-1 0 0,1 1 1 0 0,0-1 0 0 0,0 1-1 0 0,0-1 1 0 0,1 1 0 0 0,0 0-1 0 0,0 0 1 0 0,0 0-1 0 0,1-1 1 0 0,0 1 0 0 0,1 7-1 0 0,-1-10-198 0 0,1-1-1 0 0,0 0 1 0 0,0 0-1 0 0,0 1 1 0 0,1-1-1 0 0,-1 0 1 0 0,1 0-1 0 0,-1 0 1 0 0,1 0-1 0 0,-1-1 1 0 0,1 1-1 0 0,0 0 1 0 0,0-1-1 0 0,0 1 1 0 0,0-1-1 0 0,0 0 1 0 0,0 1-1 0 0,1-1 1 0 0,-1 0-1 0 0,0 0 1 0 0,1-1-1 0 0,3 2 1 0 0,7 2-124 0 0,0-2 0 0 0,25 3 1 0 0,-30-4 128 0 0,51 2-58 0 0,-45-4-25 0 0,-1 1 1 0 0,0 1 0 0 0,0 0 0 0 0,0 1-1 0 0,0 0 1 0 0,0 1 0 0 0,18 6-1 0 0,-30-8 18 0 0,1 0-1 0 0,0 1 0 0 0,-1-1 1 0 0,1 0-1 0 0,-1 1 0 0 0,0-1 0 0 0,1 1 1 0 0,-1-1-1 0 0,0 1 0 0 0,0-1 1 0 0,0 1-1 0 0,0 0 0 0 0,0 0 0 0 0,0-1 1 0 0,-1 1-1 0 0,1 0 0 0 0,0 0 1 0 0,-1 0-1 0 0,0 0 0 0 0,1 0 0 0 0,-1 0 1 0 0,0 0-1 0 0,0 0 0 0 0,0 0 1 0 0,0 0-1 0 0,-1 0 0 0 0,1 0 0 0 0,0 0 1 0 0,-1-1-1 0 0,1 1 0 0 0,-2 3 1 0 0,-3 9 370 0 0,1-1 0 0 0,-2-1 0 0 0,-8 17 1 0 0,11-23-72 0 0,-4 8-206 0 0,-1 0 0 0 0,-1 0 0 0 0,0-1 0 0 0,-1 0 1 0 0,0-1-1 0 0,-1 0 0 0 0,0 0 0 0 0,-23 17 0 0 0,34-29-123 0 0,-8 2-2473 0 0</inkml:trace>
</inkml:ink>
</file>

<file path=ppt/ink/ink3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5:01.2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84 317 2761 0 0,'4'-9'742'0'0,"1"-1"0"0"0,-1 1 0 0 0,-1-1-1 0 0,0 0 1 0 0,0 0 0 0 0,-1 0 0 0 0,0 0 0 0 0,-1-1 0 0 0,0 1 0 0 0,-1 0 0 0 0,-1-21 0 0 0,-2 10-346 0 0,0-1 0 0 0,-1 1-1 0 0,-1 0 1 0 0,-13-33 0 0 0,17 51-384 0 0,0 1 1 0 0,0 0 0 0 0,0-1-1 0 0,0 1 1 0 0,0 0-1 0 0,-1 0 1 0 0,1 0-1 0 0,-1 0 1 0 0,1 0-1 0 0,-1 1 1 0 0,0-1 0 0 0,0 0-1 0 0,0 1 1 0 0,0-1-1 0 0,0 1 1 0 0,0 0-1 0 0,0 0 1 0 0,0 0-1 0 0,-4-2 1 0 0,4 3-13 0 0,1 0-1 0 0,0 0 1 0 0,-1 0 0 0 0,1 0 0 0 0,0 0-1 0 0,-1 1 1 0 0,1-1 0 0 0,0 0-1 0 0,-1 1 1 0 0,1-1 0 0 0,0 1-1 0 0,0-1 1 0 0,-1 1 0 0 0,1 0 0 0 0,0-1-1 0 0,0 1 1 0 0,0 0 0 0 0,0 0-1 0 0,0 0 1 0 0,0 0 0 0 0,0 0-1 0 0,0 0 1 0 0,0 0 0 0 0,1 0 0 0 0,-1 0-1 0 0,0 0 1 0 0,1 0 0 0 0,-1 1-1 0 0,1-1 1 0 0,-1 0 0 0 0,1 1-1 0 0,0-1 1 0 0,-1 0 0 0 0,1 1 0 0 0,0-1-1 0 0,0 2 1 0 0,-2 5 36 0 0,0 0 1 0 0,1 0-1 0 0,0 0 1 0 0,0 1-1 0 0,1-1 1 0 0,0 0-1 0 0,0 1 0 0 0,1-1 1 0 0,1 0-1 0 0,-1 0 1 0 0,1 0-1 0 0,5 15 0 0 0,-4-18-10 0 0,-1-1 0 0 0,1 1 0 0 0,-1-1 0 0 0,1 1 0 0 0,1-1 0 0 0,-1 0 0 0 0,1 0 0 0 0,-1 0-1 0 0,1-1 1 0 0,0 1 0 0 0,0-1 0 0 0,1 0 0 0 0,-1 0 0 0 0,1 0 0 0 0,-1-1 0 0 0,1 1-1 0 0,0-1 1 0 0,0-1 0 0 0,0 1 0 0 0,0 0 0 0 0,8 0 0 0 0,-2 0-83 0 0,0 0-1 0 0,0-1 1 0 0,1 0 0 0 0,-1-1 0 0 0,0-1-1 0 0,1 1 1 0 0,-1-2 0 0 0,22-5 0 0 0,-23 4-831 0 0,0-1 1 0 0,0 0-1 0 0,0-1 1 0 0,0 0-1 0 0,16-12 1 0 0,-2-1-3046 0 0</inkml:trace>
</inkml:ink>
</file>

<file path=ppt/ink/ink3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5:01.5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140 5 3225 0 0,'-4'-1'335'0'0,"0"0"0"0"0,0 0 1 0 0,1 0-1 0 0,-1 1 0 0 0,0 0 0 0 0,0-1 1 0 0,0 2-1 0 0,0-1 0 0 0,0 0 0 0 0,1 1 1 0 0,-1-1-1 0 0,0 1 0 0 0,0 0 1 0 0,1 0-1 0 0,-1 1 0 0 0,0-1 0 0 0,1 1 1 0 0,-1 0-1 0 0,1 0 0 0 0,0 0 0 0 0,0 0 1 0 0,0 0-1 0 0,0 1 0 0 0,0-1 1 0 0,-4 6-1 0 0,2-1 101 0 0,0 0 0 0 0,1 1 0 0 0,0 0 0 0 0,0 0 1 0 0,1 0-1 0 0,0 0 0 0 0,0 0 0 0 0,1 1 0 0 0,0-1 0 0 0,-1 13 1 0 0,1-5-78 0 0,0 1 1 0 0,1 0 0 0 0,1-1 0 0 0,1 1-1 0 0,0 0 1 0 0,5 22 0 0 0,-5-35-295 0 0,0 1-1 0 0,1 0 1 0 0,0-1 0 0 0,0 1-1 0 0,0-1 1 0 0,0 1 0 0 0,1-1-1 0 0,-1 0 1 0 0,1 0 0 0 0,0 0-1 0 0,5 5 1 0 0,-5-7-60 0 0,0 0 0 0 0,0 0 0 0 0,0 0 0 0 0,0 0 0 0 0,1-1 0 0 0,-1 1 0 0 0,0-1 0 0 0,1 0 0 0 0,-1 0 0 0 0,1 0 0 0 0,-1 0 0 0 0,1 0 0 0 0,-1-1 0 0 0,1 0 0 0 0,0 0 0 0 0,-1 0 0 0 0,6-1 0 0 0,-2 0-37 0 0,0 0 0 0 0,0-1 0 0 0,-1 0-1 0 0,1 0 1 0 0,-1-1 0 0 0,1 0 0 0 0,-1 0-1 0 0,0 0 1 0 0,9-8 0 0 0,2-1-634 0 0,-2-1 0 0 0,15-15 0 0 0,-14 11-526 0 0</inkml:trace>
</inkml:ink>
</file>

<file path=ppt/ink/ink3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5:03.7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29 0 3225 0 0,'-1'0'159'0'0,"0"1"0"0"0,-1-1 1 0 0,1 0-1 0 0,0 0 0 0 0,0 1 1 0 0,0-1-1 0 0,0 1 1 0 0,0-1-1 0 0,0 1 0 0 0,0-1 1 0 0,0 1-1 0 0,0 0 0 0 0,0-1 1 0 0,0 1-1 0 0,0 0 0 0 0,0 0 1 0 0,0 0-1 0 0,0-1 1 0 0,1 1-1 0 0,-1 0 0 0 0,0 0 1 0 0,1 0-1 0 0,-1 1 0 0 0,1-1 1 0 0,-1 0-1 0 0,1 0 0 0 0,0 0 1 0 0,-1 0-1 0 0,1 0 0 0 0,0 0 1 0 0,-1 2-1 0 0,-2 44 550 0 0,3-34-471 0 0,13 446 1096 0 0,-2-377-1782 0 0,33 124 0 0 0,0-3-3474 0 0,3 187 888 0 0,-36-129 5002 0 0,-16-137 2471 0 0,2-63-3126 0 0,6 85 1 0 0,1-99-1396 0 0,42 575-3388 0 0,-23-168 2257 0 0,9-11 3489 0 0,-25-321-1158 0 0,6 49-836 0 0,16 106 885 0 0,-10-91-291 0 0,-1-29-942 0 0,27 322 379 0 0,-6-245 156 0 0,-15-111-411 0 0,-9 2 815 0 0,-2 250 1 0 0,-13-350-981 0 0,26 374 120 0 0,-5-149-122 0 0,-16-161 110 0 0,19 190-76 0 0,20 7 124 0 0,-38-212 864 0 0,-4 142 0 0 0,-9-92-688 0 0,13 181 0 0 0,54 104 21 0 0,-39-315-47 0 0,5 22 619 0 0,12 119 0 0 0,23 353 1878 0 0,-60-575-2673 0 0,2 8-58 0 0,-3 42-1 0 0,-1-55-350 0 0</inkml:trace>
</inkml:ink>
</file>

<file path=ppt/ink/ink3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5:04.9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1 593 1840 0 0,'4'-21'340'0'0,"0"1"0"0"0,2-1-1 0 0,0 1 1 0 0,11-22 0 0 0,23-33 2322 0 0,-37 70-2220 0 0,-1 1-1 0 0,1 0 1 0 0,0 0 0 0 0,0 0-1 0 0,1 0 1 0 0,-1 0-1 0 0,8-5 1 0 0,-9 8-269 0 0,-1 0 1 0 0,1 1-1 0 0,0-1 1 0 0,-1 0-1 0 0,1 1 1 0 0,0 0-1 0 0,-1-1 1 0 0,1 1-1 0 0,0 0 1 0 0,-1 0-1 0 0,1 0 1 0 0,0 0-1 0 0,0 0 1 0 0,-1 1-1 0 0,1-1 1 0 0,0 0-1 0 0,-1 1 1 0 0,1-1-1 0 0,0 1 0 0 0,-1 0 1 0 0,1-1-1 0 0,-1 1 1 0 0,1 0-1 0 0,-1 0 1 0 0,2 2-1 0 0,24 11 673 0 0,0 0 0 0 0,1-1 0 0 0,0-2 1 0 0,0-1-1 0 0,1-1 0 0 0,57 9 0 0 0,-16-8-636 0 0,130-1 1 0 0,-117-11-50 0 0,164-28-1 0 0,79-39 389 0 0,-9 1-266 0 0,252-53-59 0 0,-433 83-136 0 0,42-10 155 0 0,-141 41-196 0 0,0 1 0 0 0,73-2 0 0 0,-85 8-215 0 0,1-1 1 0 0,-1-1 0 0 0,1-1-1 0 0,-1-1 1 0 0,0-1 0 0 0,0-2-1 0 0,30-11 1 0 0,-44 14-936 0 0,0 1 1 0 0,0 0 0 0 0,15-1-1 0 0,-17 3 40 0 0,1-1 0 0 0,-1 0 0 0 0,1 0-1 0 0,-1-1 1 0 0,12-5 0 0 0</inkml:trace>
</inkml:ink>
</file>

<file path=ppt/ink/ink3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5:05.3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153 1 656 0 0,'-70'3'1384'0'0,"49"-4"1173"0"0,0 2 1 0 0,-19 9 5772 0 0,76 10-6230 0 0,26 13-2049 0 0,7-10 142 0 0,-42-15-195 0 0,39 17 1 0 0,-60-22 5 0 0,0 0 1 0 0,0 0 0 0 0,0 1-1 0 0,0 0 1 0 0,-1 0-1 0 0,1 0 1 0 0,-1 1 0 0 0,0 0-1 0 0,-1 0 1 0 0,1 0 0 0 0,4 8-1 0 0,-8-11 40 0 0,0 0-1 0 0,0 1 1 0 0,-1-1-1 0 0,1 0 0 0 0,-1 0 1 0 0,1 1-1 0 0,-1-1 1 0 0,0 0-1 0 0,0 1 1 0 0,0-1-1 0 0,0 0 1 0 0,0 1-1 0 0,-1-1 1 0 0,1 0-1 0 0,-1 0 1 0 0,1 1-1 0 0,-1-1 0 0 0,0 0 1 0 0,0 0-1 0 0,-2 3 1 0 0,-28 45 1694 0 0,19-33-1264 0 0,-37 46 396 0 0,-8 12-727 0 0,52-67-477 0 0,1-1 0 0 0,0 1 1 0 0,0 0-1 0 0,1 0 0 0 0,-1 0 0 0 0,2 0 0 0 0,-1 1 1 0 0,0 10-1 0 0,2-8-1040 0 0,3-2-16 0 0</inkml:trace>
</inkml:ink>
</file>

<file path=ppt/ink/ink3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5:06.3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67 384 456 0 0,'-17'-14'678'0'0,"-8"-5"2575"0"0,24 18-3053 0 0,0 1-1 0 0,0-1 1 0 0,0 1 0 0 0,0-1 0 0 0,0 1-1 0 0,0-1 1 0 0,0 1 0 0 0,0 0-1 0 0,0 0 1 0 0,0-1 0 0 0,0 1 0 0 0,0 0-1 0 0,0 0 1 0 0,0 0 0 0 0,-1 0-1 0 0,1 0 1 0 0,0 0 0 0 0,0 0-1 0 0,0 1 1 0 0,0-1 0 0 0,-1 1 0 0 0,12 1 3118 0 0,19 9-2870 0 0,-18-7-208 0 0,37 12 494 0 0,-14-5-284 0 0,0 1 0 0 0,-2 1 0 0 0,1 2 0 0 0,30 19 0 0 0,-44-11-450 0 0,-14-8 0 0 0,-5-15 0 0 0,0 0 0 0 0,0 1 0 0 0,-1-1 0 0 0,1 0 0 0 0,0 1 0 0 0,0-1 0 0 0,0 0 0 0 0,0 1 0 0 0,0-1 0 0 0,-1 0 0 0 0,1 0 0 0 0,0 1 0 0 0,0-1 0 0 0,-1 0 0 0 0,1 0 0 0 0,0 1 0 0 0,0-1 0 0 0,-1 0 0 0 0,1 0 0 0 0,0 0 0 0 0,0 1 0 0 0,-1-1 0 0 0,1 0 0 0 0,0 0 0 0 0,-1 0 0 0 0,1 0 0 0 0,0 0 0 0 0,-1 0 0 0 0,1 0 0 0 0,0 0 0 0 0,-1 0 0 0 0,1 0 0 0 0,0 0 0 0 0,-1 0 0 0 0,1 0 0 0 0,-1 0 0 0 0,-5-1 20 0 0,-1 0 0 0 0,1-1 0 0 0,-1 0 0 0 0,1 0 0 0 0,0-1 0 0 0,-11-5 0 0 0,-5-2 51 0 0,5 4-65 0 0,1-1 0 0 0,0-1 0 0 0,1 0 0 0 0,0-1 0 0 0,-27-22 0 0 0,36 26 77 0 0,-1-1 1 0 0,1-1-1 0 0,0 1 1 0 0,0-1-1 0 0,1 0 1 0 0,-1 0 0 0 0,2-1-1 0 0,-1 0 1 0 0,1 1-1 0 0,0-2 1 0 0,1 1 0 0 0,0 0-1 0 0,-3-15 1 0 0,5 18-14 0 0,0 0 1 0 0,0 0-1 0 0,1 0 1 0 0,-1 0-1 0 0,1 0 1 0 0,1 0-1 0 0,-1-1 1 0 0,1 1-1 0 0,0 0 1 0 0,0 0-1 0 0,0 0 1 0 0,1 0-1 0 0,-1 1 1 0 0,1-1-1 0 0,0 0 1 0 0,1 1-1 0 0,-1-1 1 0 0,1 1-1 0 0,0 0 1 0 0,0 0-1 0 0,1 0 1 0 0,-1 0 0 0 0,5-4-1 0 0,1 1 84 0 0,1 1 0 0 0,0-1 0 0 0,0 2 0 0 0,0-1 0 0 0,1 1 0 0 0,0 1 0 0 0,0 0 0 0 0,0 0 0 0 0,13-1 0 0 0,72-21-2354 0 0,125-49-1 0 0,-166 51 601 0 0</inkml:trace>
</inkml:ink>
</file>

<file path=ppt/ink/ink3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6:11.8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85 2044 3601 0 0,'-70'-145'448'0'0,"67"134"613"0"0,9 15 1140 0 0,12 7 26 0 0,-16-10-2230 0 0,-1 0-1 0 0,1-1 1 0 0,-1 1-1 0 0,0-1 1 0 0,1 1-1 0 0,-1-1 1 0 0,1 0-1 0 0,-1 0 1 0 0,1 0-1 0 0,-1 0 1 0 0,1 0 0 0 0,-1 0-1 0 0,1 0 1 0 0,-1 0-1 0 0,1-1 1 0 0,-1 1-1 0 0,1 0 1 0 0,-1-1-1 0 0,1 0 1 0 0,-1 1 0 0 0,0-1-1 0 0,1 0 1 0 0,-1 1-1 0 0,2-3 1 0 0,-2 2 1 0 0,0-1 0 0 0,0 0 0 0 0,0 1 0 0 0,-1-1 1 0 0,1 0-1 0 0,-1 1 0 0 0,1-1 0 0 0,-1 0 1 0 0,0 0-1 0 0,0 0 0 0 0,1 1 0 0 0,-1-1 0 0 0,-1 0 1 0 0,1 0-1 0 0,0 0 0 0 0,0 1 0 0 0,-1-4 0 0 0,-26-153 81 0 0,-15-72-23 0 0,39 219-29 0 0,1 6 17 0 0,1 0 0 0 0,0 0-1 0 0,0 0 1 0 0,0 0 0 0 0,1-1-1 0 0,0 1 1 0 0,0 0 0 0 0,0 0-1 0 0,1-7 1 0 0,-1 11-29 0 0,1 1-1 0 0,-1 0 1 0 0,1 0-1 0 0,-1 0 1 0 0,0 0 0 0 0,1 0-1 0 0,-1 0 1 0 0,0 0-1 0 0,1 0 1 0 0,-1 0 0 0 0,0 0-1 0 0,1 0 1 0 0,-1 0-1 0 0,1 0 1 0 0,-1 0-1 0 0,0 0 1 0 0,1 0 0 0 0,-1 0-1 0 0,0 0 1 0 0,1 1-1 0 0,-1-1 1 0 0,0 0-1 0 0,1 0 1 0 0,-1 0 0 0 0,0 1-1 0 0,0-1 1 0 0,1 0-1 0 0,-1 0 1 0 0,0 1 0 0 0,1-1-1 0 0,-1 0 1 0 0,0 0-1 0 0,0 1 1 0 0,0-1-1 0 0,0 0 1 0 0,1 1 0 0 0,11 12 181 0 0,36 60 699 0 0,55 107 0 0 0,6 12-1174 0 0,-126-232 587 0 0,2-1 1 0 0,-11-54-1 0 0,-1 2-103 0 0,-27-65-153 0 0,-19-59-7 0 0,64 181-42 0 0,1 0 0 0 0,2-1 0 0 0,1 1 0 0 0,0-40 0 0 0,5 75 1 0 0,0 0 1 0 0,0 1-1 0 0,0-1 0 0 0,0 0 1 0 0,0 1-1 0 0,0-1 1 0 0,0 0-1 0 0,0 1 0 0 0,0-1 1 0 0,0 0-1 0 0,0 1 1 0 0,0-1-1 0 0,0 0 0 0 0,0 0 1 0 0,1 1-1 0 0,-1-1 1 0 0,0 1-1 0 0,1-1 0 0 0,-1 0 1 0 0,0 1-1 0 0,1-1 0 0 0,-1 1 1 0 0,1-1-1 0 0,-1 1 1 0 0,1-2-1 0 0,11 13 260 0 0,12 35 240 0 0,-22-41-471 0 0,15 29 64 0 0,-7-9-217 0 0,2 0-1 0 0,1-2 1 0 0,0 1-1 0 0,2-2 1 0 0,1 0 0 0 0,23 25-1 0 0,-36-43 103 0 0,16 17-27 0 0,-18-21 31 0 0,0 1-1 0 0,-1 0 0 0 0,1-1 1 0 0,-1 1-1 0 0,1 0 1 0 0,-1 0-1 0 0,1-1 0 0 0,-1 1 1 0 0,1 0-1 0 0,-1 0 1 0 0,0 0-1 0 0,1 0 0 0 0,-1-1 1 0 0,0 1-1 0 0,0 0 1 0 0,0 0-1 0 0,0 0 0 0 0,0 0 1 0 0,0 0-1 0 0,0 0 1 0 0,0 0-1 0 0,0 0 0 0 0,0-1 1 0 0,0 2-1 0 0,-1-2 15 0 0,1 1 0 0 0,-1-1-1 0 0,1 0 1 0 0,0 0 0 0 0,-1 0-1 0 0,1 0 1 0 0,0 0 0 0 0,-1 0-1 0 0,1 0 1 0 0,0 0 0 0 0,-1 0-1 0 0,1 0 1 0 0,-1 0 0 0 0,1-1-1 0 0,0 1 1 0 0,-1 0 0 0 0,1 0-1 0 0,0 0 1 0 0,-1 0 0 0 0,1 0-1 0 0,0-1 1 0 0,0 1 0 0 0,-1 0-1 0 0,1 0 1 0 0,0-1 0 0 0,-1 1-1 0 0,1 0 1 0 0,0 0 0 0 0,0-1-1 0 0,0 1 1 0 0,-1 0 0 0 0,1-1-1 0 0,0 1 1 0 0,0 0 0 0 0,0-1-1 0 0,0 1 1 0 0,0 0 0 0 0,-1-1-1 0 0,1 1 1 0 0,0 0 0 0 0,0-1-1 0 0,0 1 1 0 0,0-1 0 0 0,-7-16 1 0 0,-5-12-4 0 0,8 21-2 0 0,0 1 0 0 0,1-1 0 0 0,0 0 0 0 0,1 0 0 0 0,0 0 0 0 0,0 0 0 0 0,0-1 0 0 0,1 1 0 0 0,0-13-1 0 0,1 21 7 0 0,0-1 0 0 0,0 1 0 0 0,0 0 0 0 0,0-1 0 0 0,0 1 0 0 0,1 0 0 0 0,-1-1 0 0 0,0 1 0 0 0,0 0-1 0 0,0-1 1 0 0,0 1 0 0 0,0 0 0 0 0,0-1 0 0 0,1 1 0 0 0,-1 0 0 0 0,0 0 0 0 0,0-1 0 0 0,1 1-1 0 0,-1 0 1 0 0,0 0 0 0 0,0-1 0 0 0,1 1 0 0 0,-1 0 0 0 0,0 0 0 0 0,1 0 0 0 0,-1 0 0 0 0,0-1-1 0 0,0 1 1 0 0,1 0 0 0 0,-1 0 0 0 0,0 0 0 0 0,1 0 0 0 0,-1 0 0 0 0,0 0 0 0 0,1 0 0 0 0,0 0-1 0 0,15 7-35 0 0,15 17-64 0 0,-30-23 98 0 0,25 25-33 0 0,-20-19 11 0 0,1 0 0 0 0,0-1 0 0 0,0 0 0 0 0,0 0 0 0 0,0 0 0 0 0,1-1 0 0 0,10 6 0 0 0,-17-11 18 0 0,0 1-1 0 0,-1-1 0 0 0,1 0 0 0 0,-1 0 0 0 0,1 1 0 0 0,0-1 0 0 0,-1 0 1 0 0,1 0-1 0 0,0 0 0 0 0,-1 0 0 0 0,1 0 0 0 0,0 0 0 0 0,-1 0 0 0 0,1 0 1 0 0,0 0-1 0 0,-1 0 0 0 0,1 0 0 0 0,0 0 0 0 0,-1-1 0 0 0,1 1 0 0 0,-1 0 1 0 0,1 0-1 0 0,0-1 0 0 0,-1 1 0 0 0,1 0 0 0 0,-1-1 0 0 0,1 1 0 0 0,-1 0 1 0 0,1-1-1 0 0,-1 1 0 0 0,1-1 0 0 0,-1 1 0 0 0,1-1 0 0 0,-1 1 0 0 0,1-1 1 0 0,-1 0-1 0 0,0 1 0 0 0,0-1 0 0 0,1 1 0 0 0,-1-1 0 0 0,0 0 0 0 0,0 1 1 0 0,1-1-1 0 0,-1 0 0 0 0,0 1 0 0 0,0-1 0 0 0,0 1 0 0 0,0-1 0 0 0,0-1 1 0 0,-4-39-120 0 0,3 33 148 0 0,-21-128 176 0 0,-9-94 703 0 0,31 228-899 0 0,0-4 13 0 0,-1-1 1 0 0,1 0-1 0 0,0 1 1 0 0,1-1-1 0 0,1-8 0 0 0,-1 14-14 0 0,-1 0-1 0 0,0 0 0 0 0,0 0 1 0 0,1 1-1 0 0,-1-1 0 0 0,1 0 1 0 0,-1 0-1 0 0,1 0 1 0 0,-1 0-1 0 0,1 1 0 0 0,-1-1 1 0 0,1 0-1 0 0,0 1 0 0 0,-1-1 1 0 0,1 0-1 0 0,0 1 0 0 0,-1-1 1 0 0,1 1-1 0 0,0-1 0 0 0,0 1 1 0 0,0-1-1 0 0,0 1 0 0 0,0 0 1 0 0,-1-1-1 0 0,1 1 0 0 0,0 0 1 0 0,0 0-1 0 0,0 0 0 0 0,0-1 1 0 0,0 1-1 0 0,0 0 0 0 0,0 0 1 0 0,0 0-1 0 0,0 1 0 0 0,0-1 1 0 0,0 0-1 0 0,0 0 0 0 0,-1 0 1 0 0,1 1-1 0 0,0-1 0 0 0,0 0 1 0 0,0 1-1 0 0,0-1 0 0 0,0 1 1 0 0,1 0-1 0 0,24 15-77 0 0,17 8-142 0 0,-40-23 212 0 0,-1 0 0 0 0,0-1 0 0 0,0 1-1 0 0,1 0 1 0 0,-1-1 0 0 0,1 1 0 0 0,-1-1-1 0 0,0 0 1 0 0,1 1 0 0 0,-1-1 0 0 0,1-1-1 0 0,-1 1 1 0 0,1 0 0 0 0,-1 0 0 0 0,4-2 0 0 0,-5 1 9 0 0,-1 1 0 0 0,1-1 0 0 0,-1 1 0 0 0,1-1 0 0 0,-1 0 0 0 0,0 0 0 0 0,1 1 1 0 0,-1-1-1 0 0,0 0 0 0 0,1 0 0 0 0,-1 1 0 0 0,0-1 0 0 0,0 0 0 0 0,0 0 0 0 0,0 0 1 0 0,1 1-1 0 0,-1-1 0 0 0,-1 0 0 0 0,1 0 0 0 0,0 0 0 0 0,0-1 0 0 0,-4-24 87 0 0,3 20 38 0 0,-2-13 120 0 0,2 12-170 0 0,-1 1 1 0 0,1-1-1 0 0,1 0 1 0 0,-1 0-1 0 0,1 0 1 0 0,0 1-1 0 0,1-1 1 0 0,0 0-1 0 0,0 0 1 0 0,3-12-1 0 0,-3 19-78 0 0,-1-1 0 0 0,1 0 0 0 0,0 0 0 0 0,-1 0-1 0 0,1 1 1 0 0,0-1 0 0 0,0 0 0 0 0,-1 1 0 0 0,1-1 0 0 0,0 1 0 0 0,0-1-1 0 0,0 1 1 0 0,0-1 0 0 0,0 1 0 0 0,0-1 0 0 0,0 1 0 0 0,0 0 0 0 0,0 0-1 0 0,0-1 1 0 0,0 1 0 0 0,0 0 0 0 0,0 0 0 0 0,0 0 0 0 0,0 0 0 0 0,0 0 0 0 0,0 0-1 0 0,0 1 1 0 0,0-1 0 0 0,0 0 0 0 0,0 0 0 0 0,0 1 0 0 0,0-1 0 0 0,0 1-1 0 0,0-1 1 0 0,0 1 0 0 0,0-1 0 0 0,-1 1 0 0 0,2 0 0 0 0,33 24-219 0 0,-23-14 170 0 0,-7-6-68 0 0,-1 0 0 0 0,1-1-1 0 0,0 1 1 0 0,1-1 0 0 0,5 3 0 0 0,-10-6 86 0 0,-1-1-1 0 0,1 1 0 0 0,0-1 1 0 0,0 0-1 0 0,0 1 0 0 0,0-1 0 0 0,0 0 1 0 0,-1 0-1 0 0,1 0 0 0 0,0 1 1 0 0,0-1-1 0 0,0 0 0 0 0,0 0 0 0 0,0 0 1 0 0,0-1-1 0 0,0 1 0 0 0,0 0 1 0 0,0 0-1 0 0,-1 0 0 0 0,1-1 1 0 0,0 1-1 0 0,0 0 0 0 0,0-1 0 0 0,0 1 1 0 0,-1-1-1 0 0,1 1 0 0 0,0-1 1 0 0,0 1-1 0 0,-1-1 0 0 0,1 1 0 0 0,0-1 1 0 0,-1 0-1 0 0,1 0 0 0 0,-1 1 1 0 0,1-1-1 0 0,-1 0 0 0 0,1 0 1 0 0,-1 1-1 0 0,1-1 0 0 0,-1 0 0 0 0,0 0 1 0 0,1-1-1 0 0,9-28-193 0 0,-1 0-1 0 0,-1-1 1 0 0,-2 0 0 0 0,4-51 0 0 0,-1 13 141 0 0,-7 53 77 0 0,11-53 222 0 0,-12 65-161 0 0,0 0-1 0 0,0 1 1 0 0,1-1-1 0 0,-1 1 1 0 0,1 0-1 0 0,0-1 1 0 0,0 1-1 0 0,0 0 1 0 0,0 0-1 0 0,0 0 1 0 0,1 0-1 0 0,-1 0 1 0 0,1 1 0 0 0,0-1-1 0 0,4-2 1 0 0,-5 4-33 0 0,-1 1 1 0 0,1-1 0 0 0,-1 0-1 0 0,1 1 1 0 0,-1-1 0 0 0,1 1-1 0 0,-1 0 1 0 0,1-1-1 0 0,0 1 1 0 0,-1 0 0 0 0,1 0-1 0 0,0 0 1 0 0,-1 0 0 0 0,1 1-1 0 0,-1-1 1 0 0,1 0 0 0 0,0 1-1 0 0,-1-1 1 0 0,3 2 0 0 0,27 18 184 0 0,-28-17-179 0 0,1 0 0 0 0,0-1-1 0 0,-1 1 1 0 0,1-1 0 0 0,0 1 0 0 0,7 1-1 0 0,-10-4-20 0 0,0 0-1 0 0,0 0 0 0 0,0 0 0 0 0,0 0 0 0 0,0 0 0 0 0,0 0 1 0 0,0-1-1 0 0,0 1 0 0 0,0 0 0 0 0,0-1 0 0 0,0 1 0 0 0,0-1 1 0 0,0 1-1 0 0,0-1 0 0 0,-1 1 0 0 0,1-1 0 0 0,0 0 0 0 0,0 1 1 0 0,-1-1-1 0 0,1 0 0 0 0,0 0 0 0 0,-1 0 0 0 0,1 1 1 0 0,0-1-1 0 0,-1 0 0 0 0,1 0 0 0 0,-1 0 0 0 0,0 0 0 0 0,1-1 1 0 0,14-36 20 0 0,-13 30-26 0 0,27-99 107 0 0,-21 75-7 0 0,0 0 1 0 0,17-41-1 0 0,-24 71-89 0 0,0 0 1 0 0,0 0-1 0 0,0 0 0 0 0,0 0 1 0 0,0 0-1 0 0,0 0 1 0 0,0 0-1 0 0,1 0 0 0 0,-1 0 1 0 0,1 0-1 0 0,-1 1 0 0 0,1-1 1 0 0,0 1-1 0 0,0-1 1 0 0,-1 1-1 0 0,1 0 0 0 0,0 0 1 0 0,0 0-1 0 0,0 0 1 0 0,0 0-1 0 0,1 0 0 0 0,-1 0 1 0 0,3 0-1 0 0,-3 1-15 0 0,0 1 0 0 0,1-1 1 0 0,-1 1-1 0 0,0-1 0 0 0,0 1 0 0 0,1 0 0 0 0,-1 0 1 0 0,0 0-1 0 0,0 0 0 0 0,0 0 0 0 0,0 0 0 0 0,0 1 0 0 0,0-1 1 0 0,-1 1-1 0 0,1-1 0 0 0,0 1 0 0 0,-1 0 0 0 0,1 0 1 0 0,-1-1-1 0 0,0 1 0 0 0,1 0 0 0 0,0 3 0 0 0,14 24-193 0 0,-2-1 0 0 0,-2 2-1 0 0,0 0 1 0 0,-2 0 0 0 0,9 43-1 0 0,-9-32-402 0 0,-10-40 592 0 0,0 0-1 0 0,0-1 1 0 0,0 1 0 0 0,1 0 0 0 0,-1-1 0 0 0,0 1-1 0 0,0 0 1 0 0,0-1 0 0 0,0 1 0 0 0,1 0-1 0 0,-1-1 1 0 0,0 1 0 0 0,1-1 0 0 0,-1 1-1 0 0,0-1 1 0 0,1 1 0 0 0,-1-1 0 0 0,1 1 0 0 0,-1-1-1 0 0,1 1 1 0 0,-1-1 0 0 0,1 1 0 0 0,-1-1-1 0 0,1 0 1 0 0,0 1 0 0 0,-1-1 0 0 0,1 0 0 0 0,-1 0-1 0 0,1 1 1 0 0,0-1 0 0 0,0 0-12 0 0,0-1 1 0 0,0 1-1 0 0,0-1 1 0 0,0 1-1 0 0,0-1 1 0 0,0 0-1 0 0,0 1 1 0 0,0-1-1 0 0,0 0 1 0 0,-1 1-1 0 0,1-1 1 0 0,0 0-1 0 0,-1 0 1 0 0,1 0-1 0 0,1-2 1 0 0,17-39-976 0 0,-15 26 646 0 0,-3 11 271 0 0,-1 0 1 0 0,1 0-1 0 0,1 0 1 0 0,-1 0-1 0 0,1 0 0 0 0,0 0 1 0 0,0 0-1 0 0,0 1 1 0 0,1-1-1 0 0,-1 1 1 0 0,5-6-1 0 0,-7 10 80 0 0,1 0-1 0 0,-1 0 1 0 0,1 0 0 0 0,-1 0-1 0 0,1 0 1 0 0,-1 0 0 0 0,1 0-1 0 0,-1 0 1 0 0,1 0 0 0 0,-1 0 0 0 0,1 0-1 0 0,-1 0 1 0 0,0 1 0 0 0,1-1-1 0 0,-1 0 1 0 0,1 0 0 0 0,-1 0-1 0 0,1 1 1 0 0,-1-1 0 0 0,0 0-1 0 0,1 0 1 0 0,-1 1 0 0 0,0-1-1 0 0,1 0 1 0 0,-1 1 0 0 0,0-1-1 0 0,1 0 1 0 0,-1 1 0 0 0,0-1 0 0 0,0 1-1 0 0,1-1 1 0 0,-1 0 0 0 0,0 1-1 0 0,0-1 1 0 0,0 1 0 0 0,0-1-1 0 0,1 1 1 0 0,-1-1 0 0 0,0 1-1 0 0,0 0 1 0 0,8 24 207 0 0,-7-21-167 0 0,16 64 1272 0 0,-11-50-892 0 0</inkml:trace>
</inkml:ink>
</file>

<file path=ppt/ink/ink3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6:21.62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162 2061 5065 0 0,'-31'-10'-5'0'0,"29"9"147"0"0,-1 0 0 0 0,1 0 1 0 0,-1 0-1 0 0,0 0 0 0 0,0 0 1 0 0,1 0-1 0 0,-1 1 1 0 0,-6-1-1 0 0,8 1-86 0 0,0 1 0 0 0,1-1 0 0 0,-1 1 0 0 0,0-1 1 0 0,0 1-1 0 0,0-1 0 0 0,1 1 0 0 0,-1-1 0 0 0,0 1 0 0 0,1 0 0 0 0,-1-1 1 0 0,0 1-1 0 0,1 0 0 0 0,-1 0 0 0 0,1-1 0 0 0,-1 1 0 0 0,1 0 0 0 0,0 0 1 0 0,-1 0-1 0 0,1 0 0 0 0,0 0 0 0 0,-1-1 0 0 0,1 1 0 0 0,0 0 0 0 0,0 0 1 0 0,0 0-1 0 0,0 0 0 0 0,0 0 0 0 0,0 0 0 0 0,0 0 0 0 0,0 0 0 0 0,0 0 1 0 0,1 1-1 0 0,0 13 354 0 0,1 0 0 0 0,0 1 0 0 0,1-1 0 0 0,1-1 0 0 0,11 29 0 0 0,4 17 366 0 0,-18-58-752 0 0,-3-5 42 0 0,0-1 0 0 0,0 0 0 0 0,0 1 0 0 0,1-1 0 0 0,-1 0 0 0 0,1 0-1 0 0,-1-6 1 0 0,-2-4 52 0 0,-23-59 348 0 0,-54-177-1148 0 0,77 237 682 0 0,3 11 0 0 0,1 0 0 0 0,-1 0 0 0 0,0-1 0 0 0,0 1 0 0 0,1 0 0 0 0,0-1 0 0 0,-1 1 0 0 0,1 0 0 0 0,0-1 0 0 0,0 1 0 0 0,1-4 0 0 0,1 7 14 0 0,0 0 1 0 0,0 0-1 0 0,0 0 1 0 0,0 1-1 0 0,0-1 1 0 0,0 1-1 0 0,0-1 1 0 0,0 1-1 0 0,-1 0 1 0 0,3 2 0 0 0,30 41 391 0 0,29 51 0 0 0,7 11 137 0 0,-67-103-506 0 0,0 0 0 0 0,1 0 1 0 0,-1 0-1 0 0,1-1 0 0 0,7 6 1 0 0,-11-9-36 0 0,0 1 1 0 0,1-1 0 0 0,-1 0 0 0 0,1 1 0 0 0,-1-1 0 0 0,0 0 0 0 0,1 0 0 0 0,-1 0 0 0 0,1 1 0 0 0,-1-1 0 0 0,1 0 0 0 0,-1 0 0 0 0,1 0 0 0 0,-1 0 0 0 0,1 0 0 0 0,-1 0 0 0 0,1 0 0 0 0,-1 0 0 0 0,1 0 0 0 0,-1 0 0 0 0,1 0 0 0 0,-1 0 0 0 0,0-1 0 0 0,1 1 0 0 0,0 0 0 0 0,0-1-8 0 0,0 0 1 0 0,-1 0-1 0 0,1 0 1 0 0,-1 0-1 0 0,1 0 1 0 0,-1 0 0 0 0,1 0-1 0 0,-1 0 1 0 0,0 0-1 0 0,0 0 1 0 0,1 0-1 0 0,-1 0 1 0 0,0-1 0 0 0,0 1-1 0 0,0 0 1 0 0,0 0-1 0 0,0-1 1 0 0,-3-46 243 0 0,-2 1 0 0 0,-13-55 0 0 0,6 37 76 0 0,-48-212 352 0 0,59 273-648 0 0,0 0 0 0 0,1 0 0 0 0,-1 1 0 0 0,1-1 0 0 0,0 0 0 0 0,1 0 0 0 0,-1 0 0 0 0,1 0 0 0 0,-1 1 0 0 0,3-7 0 0 0,-3 10-12 0 0,0-1 1 0 0,1 1-1 0 0,-1-1 1 0 0,0 1-1 0 0,0-1 1 0 0,1 1-1 0 0,-1 0 0 0 0,1-1 1 0 0,-1 1-1 0 0,0-1 1 0 0,1 1-1 0 0,-1 0 1 0 0,1-1-1 0 0,-1 1 1 0 0,1 0-1 0 0,-1-1 1 0 0,1 1-1 0 0,-1 0 1 0 0,1 0-1 0 0,-1 0 0 0 0,1-1 1 0 0,-1 1-1 0 0,1 0 1 0 0,-1 0-1 0 0,1 0 1 0 0,1 0-1 0 0,0 0-5 0 0,-1 1-1 0 0,1-1 1 0 0,0 1-1 0 0,0 0 1 0 0,-1 0-1 0 0,1-1 1 0 0,-1 1-1 0 0,1 0 0 0 0,0 1 1 0 0,-1-1-1 0 0,0 0 1 0 0,3 3-1 0 0,15 16 82 0 0,-2 0-1 0 0,0 2 0 0 0,-1 0 0 0 0,15 30 0 0 0,-14-24 23 0 0,1 0 0 0 0,23 26 0 0 0,-40-52-105 0 0,-1-1 0 0 0,1 0-1 0 0,0 0 1 0 0,0 0 0 0 0,0 0 0 0 0,0 0 0 0 0,0 0-1 0 0,0 0 1 0 0,0-1 0 0 0,0 1 0 0 0,0 0 0 0 0,0 0 0 0 0,1-1-1 0 0,-1 1 1 0 0,0-1 0 0 0,0 1 0 0 0,3 0 0 0 0,-3-2 1 0 0,-1 1 0 0 0,1 0 1 0 0,-1-1-1 0 0,1 1 0 0 0,-1-1 1 0 0,0 1-1 0 0,1-1 0 0 0,-1 1 1 0 0,1 0-1 0 0,-1-1 0 0 0,0 0 1 0 0,0 1-1 0 0,1-1 0 0 0,-1 1 1 0 0,0-1-1 0 0,0 1 0 0 0,0-1 1 0 0,1 1-1 0 0,-1-1 0 0 0,0 0 0 0 0,0 1 1 0 0,0-1-1 0 0,0 1 0 0 0,0-1 1 0 0,0 0-1 0 0,0 0 0 0 0,-8-51 149 0 0,8 51-147 0 0,-50-192 103 0 0,26 107-30 0 0,-22-137 0 0 0,46 218-71 0 0,0 0 0 0 0,-1 0 1 0 0,2 1-1 0 0,-1-1 0 0 0,2-9 1 0 0,-2 14-6 0 0,0 0 1 0 0,0-1 0 0 0,0 1-1 0 0,0 0 1 0 0,0 0-1 0 0,0-1 1 0 0,0 1 0 0 0,1 0-1 0 0,-1-1 1 0 0,0 1 0 0 0,0 0-1 0 0,0 0 1 0 0,0-1-1 0 0,0 1 1 0 0,1 0 0 0 0,-1 0-1 0 0,0-1 1 0 0,0 1 0 0 0,1 0-1 0 0,-1 0 1 0 0,0 0-1 0 0,0 0 1 0 0,1-1 0 0 0,-1 1-1 0 0,0 0 1 0 0,0 0 0 0 0,1 0-1 0 0,-1 0 1 0 0,0 0 0 0 0,1 0-1 0 0,-1 0 1 0 0,0 0-1 0 0,0 0 1 0 0,1-1 0 0 0,0 2-1 0 0,1 0 1 0 0,-1 0 0 0 0,0 0 0 0 0,0-1-1 0 0,0 1 1 0 0,0 0 0 0 0,0 0-1 0 0,0 0 1 0 0,-1 0 0 0 0,1 1 0 0 0,0-1-1 0 0,0 0 1 0 0,0 2 0 0 0,16 31 144 0 0,-1 0 1 0 0,14 49 0 0 0,-18-48 14 0 0,1-1 0 0 0,29 54 0 0 0,-42-88-157 0 0,0 0 0 0 0,0 0 0 0 0,0 1 0 0 0,0-1 1 0 0,0 0-1 0 0,0 0 0 0 0,0 1 0 0 0,1-1 0 0 0,-1 0 0 0 0,0 0 0 0 0,0 0 0 0 0,0 0 0 0 0,0 1 0 0 0,0-1 0 0 0,0 0 0 0 0,0 0 0 0 0,0 0 0 0 0,1 1 1 0 0,-1-1-1 0 0,0 0 0 0 0,0 0 0 0 0,0 0 0 0 0,0 0 0 0 0,0 0 0 0 0,1 0 0 0 0,-1 1 0 0 0,0-1 0 0 0,0 0 0 0 0,0 0 0 0 0,1 0 0 0 0,-1 0 0 0 0,0 0 0 0 0,0 0 1 0 0,0 0-1 0 0,1 0 0 0 0,-1 0 0 0 0,0 0 0 0 0,0 0 0 0 0,0 0 0 0 0,1 0 0 0 0,-1 0 0 0 0,0 0 0 0 0,0 0 0 0 0,0 0 0 0 0,1 0 0 0 0,-1 0 0 0 0,0 0 1 0 0,0 0-1 0 0,0 0 0 0 0,1-1 0 0 0,-1 1 0 0 0,0 0 0 0 0,3-15-18 0 0,-3-19-58 0 0,-11-60 44 0 0,4 52-2 0 0,3 0 0 0 0,1 0 0 0 0,2-1 0 0 0,8-77 0 0 0,-7 118 31 0 0,0 1 0 0 0,0-1 0 0 0,0 1 0 0 0,1 0 0 0 0,-1-1 0 0 0,0 1 0 0 0,1-1 0 0 0,-1 1 0 0 0,1 0 0 0 0,-1-1 0 0 0,1 1 0 0 0,0 0 0 0 0,-1 0 0 0 0,1 0 0 0 0,0-1 0 0 0,0 1 0 0 0,0 0 0 0 0,0 0 0 0 0,0 0 0 0 0,0 0 0 0 0,0 1 0 0 0,0-1 0 0 0,1 0 0 0 0,0 0 0 0 0,0 0 0 0 0,-1 1 0 0 0,1 1 0 0 0,-1-1 0 0 0,1 0 0 0 0,-1 0 0 0 0,1 0 0 0 0,-1 1 0 0 0,0-1 0 0 0,1 1 0 0 0,-1-1 0 0 0,1 1 0 0 0,-1 0 0 0 0,0 0 0 0 0,0-1 0 0 0,1 1 0 0 0,-1 0 0 0 0,0 0 0 0 0,2 2 0 0 0,7 7 0 0 0,0 1 0 0 0,-1 0 0 0 0,12 18 0 0 0,-19-26 0 0 0,85 142-171 0 0,-87-145 171 0 0,0 1-1 0 0,0-1 1 0 0,0 1-1 0 0,1-1 0 0 0,-1 0 1 0 0,0 1-1 0 0,0-1 1 0 0,1 1-1 0 0,-1-1 1 0 0,0 0-1 0 0,1 0 1 0 0,-1 1-1 0 0,0-1 1 0 0,1 0-1 0 0,-1 1 1 0 0,1-1-1 0 0,-1 0 1 0 0,0 0-1 0 0,1 0 1 0 0,-1 1-1 0 0,1-1 1 0 0,-1 0-1 0 0,1 0 1 0 0,-1 0-1 0 0,0 0 0 0 0,1 0 1 0 0,-1 0-1 0 0,1 0 1 0 0,-1 0-1 0 0,1 0 1 0 0,-1 0-1 0 0,1 0 1 0 0,8-13-18 0 0,0-23 0 0 0,-6-1-125 0 0,-1-1 1 0 0,-7-73-1 0 0,2 79 30 0 0,2 1-1 0 0,0-1 0 0 0,2 0 0 0 0,10-61 1 0 0,-9 88 96 0 0,-1-1 0 0 0,1 0 1 0 0,0 1-1 0 0,1-1 1 0 0,4-8-1 0 0,-6 13 18 0 0,-1 1-1 0 0,1-1 1 0 0,-1 0 0 0 0,0 1 0 0 0,1-1-1 0 0,-1 1 1 0 0,1-1 0 0 0,0 0-1 0 0,-1 1 1 0 0,1-1 0 0 0,-1 1 0 0 0,1 0-1 0 0,0-1 1 0 0,-1 1 0 0 0,1-1-1 0 0,0 1 1 0 0,-1 0 0 0 0,1 0 0 0 0,0-1-1 0 0,0 1 1 0 0,-1 0 0 0 0,1 0 0 0 0,0 0-1 0 0,0 0 1 0 0,0 0 0 0 0,-1 0-1 0 0,1 0 1 0 0,0 0 0 0 0,0 0 0 0 0,-1 0-1 0 0,1 0 1 0 0,0 0 0 0 0,0 1-1 0 0,-1-1 1 0 0,1 0 0 0 0,0 1 0 0 0,-1-1-1 0 0,1 0 1 0 0,0 1 0 0 0,-1-1-1 0 0,1 1 1 0 0,0-1 0 0 0,-1 1 0 0 0,1-1-1 0 0,-1 1 1 0 0,1 0 0 0 0,-1-1 0 0 0,1 1-1 0 0,-1 0 1 0 0,0-1 0 0 0,1 1-1 0 0,-1 0 1 0 0,0-1 0 0 0,1 2 0 0 0,14 23 1 0 0,-2 1 0 0 0,0 1 0 0 0,-2 0 0 0 0,-1 1 0 0 0,7 32 1 0 0,7 15 58 0 0,-24-74-57 0 0,0 1-1 0 0,0-1 1 0 0,1 0-1 0 0,-1 0 1 0 0,0 0-1 0 0,1 0 1 0 0,-1 0-1 0 0,1 0 1 0 0,-1-1-1 0 0,1 1 1 0 0,-1 0-1 0 0,1 0 0 0 0,0 0 1 0 0,-1 0-1 0 0,1 0 1 0 0,0-1-1 0 0,0 1 1 0 0,0 0-1 0 0,0-1 1 0 0,-1 1-1 0 0,3 0 1 0 0,-3-1-1 0 0,1 0 0 0 0,0-1 0 0 0,-1 1 0 0 0,1 0 1 0 0,0 0-1 0 0,-1-1 0 0 0,1 1 0 0 0,0 0 0 0 0,-1-1 0 0 0,1 1 0 0 0,-1-1 1 0 0,1 1-1 0 0,-1-1 0 0 0,1 1 0 0 0,-1-1 0 0 0,1 1 0 0 0,-1-1 1 0 0,1 1-1 0 0,-1-1 0 0 0,0 0 0 0 0,1 1 0 0 0,-1-2 0 0 0,4-5 0 0 0,-2-1-1 0 0,1 1 1 0 0,-1 0-1 0 0,2-11 1 0 0,27-281-455 0 0,-18 145 347 0 0,-13 151 108 0 0,0 1 0 0 0,0-1-1 0 0,0 1 1 0 0,0 0 0 0 0,1-1-1 0 0,0 1 1 0 0,-1 0 0 0 0,1-1-1 0 0,0 1 1 0 0,0 0 0 0 0,0 0-1 0 0,0 0 1 0 0,0-1-1 0 0,1 1 1 0 0,-1 1 0 0 0,3-4-1 0 0,-3 5-2 0 0,-1-1-1 0 0,1 1 0 0 0,0 0 0 0 0,-1 0 1 0 0,1-1-1 0 0,-1 1 0 0 0,1 0 0 0 0,0 0 0 0 0,-1 0 1 0 0,1 0-1 0 0,0 0 0 0 0,-1 0 0 0 0,1 0 1 0 0,-1 0-1 0 0,1 0 0 0 0,0 0 0 0 0,-1 0 1 0 0,1 1-1 0 0,-1-1 0 0 0,1 0 0 0 0,0 0 1 0 0,-1 0-1 0 0,1 1 0 0 0,19 18-58 0 0,15 42 123 0 0,-29-48-75 0 0,1-1 1 0 0,0 1-1 0 0,0-2 1 0 0,1 1-1 0 0,16 17 0 0 0,-23-29 12 0 0,0 1-1 0 0,-1-1 1 0 0,1 1-1 0 0,0-1 1 0 0,-1 1-1 0 0,1-1 0 0 0,0 1 1 0 0,-1-1-1 0 0,1 1 1 0 0,0-1-1 0 0,0 0 0 0 0,0 0 1 0 0,-1 1-1 0 0,1-1 1 0 0,0 0-1 0 0,0 0 1 0 0,0 0-1 0 0,0 0 0 0 0,-1 0 1 0 0,1 0-1 0 0,0 0 1 0 0,0 0-1 0 0,0 0 0 0 0,0 0 1 0 0,-1-1-1 0 0,1 1 1 0 0,0 0-1 0 0,0-1 1 0 0,1 0-1 0 0,0 0 3 0 0,0-1-1 0 0,1 0 1 0 0,-1 0 0 0 0,0 0 0 0 0,0 0-1 0 0,0 0 1 0 0,-1-1 0 0 0,1 1 0 0 0,1-3-1 0 0,4-8 12 0 0,-1 1-1 0 0,7-23 0 0 0,2-33-13 0 0,-13 53 0 0 0,1 0 0 0 0,1 0 0 0 0,9-26 0 0 0,-13 40 0 0 0,1 1 0 0 0,-1-1 0 0 0,0 1 0 0 0,0-1 0 0 0,1 0 0 0 0,-1 1 0 0 0,0-1 0 0 0,1 1 0 0 0,-1-1 0 0 0,0 1 0 0 0,1-1 0 0 0,-1 1 0 0 0,1-1 0 0 0,-1 1 0 0 0,1-1 0 0 0,-1 1 0 0 0,1 0 0 0 0,-1-1 0 0 0,1 1 0 0 0,-1 0 0 0 0,1-1 0 0 0,1 1 0 0 0,6 8 0 0 0,4 26 0 0 0,-11-28 0 0 0,42 217 104 0 0,-9-35-23 0 0,-34-187-81 0 0,0 0 0 0 0,0 0 1 0 0,0 0-1 0 0,1-1 1 0 0,-1 1-1 0 0,0 0 1 0 0,0 0-1 0 0,0 0 1 0 0,1-1-1 0 0,-1 1 1 0 0,1 0-1 0 0,-1 0 1 0 0,0 0-1 0 0,1-1 0 0 0,-1 1 1 0 0,1 0-1 0 0,-1-1 1 0 0,1 1-1 0 0,0-1 1 0 0,-1 1-1 0 0,1 0 1 0 0,0-1-1 0 0,-1 1 1 0 0,1-1-1 0 0,1 1 1 0 0,-1-1 0 0 0,0 0 0 0 0,0-1 0 0 0,0 1 1 0 0,0-1-1 0 0,-1 1 0 0 0,1-1 0 0 0,0 1 1 0 0,0-1-1 0 0,-1 1 0 0 0,1-1 0 0 0,0 0 1 0 0,-1 1-1 0 0,1-1 0 0 0,0 0 0 0 0,-1 1 1 0 0,1-1-1 0 0,-1 0 0 0 0,1-1 1 0 0,19-45 10 0 0,-11 9-113 0 0,-2 0 0 0 0,2-42 0 0 0,-6 47 75 0 0,1 0-1 0 0,2 0 1 0 0,15-51-1 0 0,-21 84 26 0 0,0 0-1 0 0,0-1 1 0 0,0 1-1 0 0,0 0 1 0 0,0 0-1 0 0,0 0 1 0 0,0 0-1 0 0,0-1 1 0 0,0 1-1 0 0,0 0 1 0 0,0 0-1 0 0,0 0 1 0 0,0 0-1 0 0,0 0 1 0 0,0-1-1 0 0,0 1 1 0 0,0 0-1 0 0,0 0 1 0 0,1 0-1 0 0,-1 0 1 0 0,0 0-1 0 0,0 0 1 0 0,0-1-1 0 0,0 1 1 0 0,0 0-1 0 0,0 0 1 0 0,0 0-1 0 0,1 0 1 0 0,-1 0-1 0 0,0 0 1 0 0,0 0-1 0 0,0 0 1 0 0,0 0-1 0 0,0 0 1 0 0,1-1-1 0 0,-1 1 1 0 0,0 0-1 0 0,0 0 1 0 0,0 0-1 0 0,0 0 1 0 0,0 0-1 0 0,1 0 1 0 0,-1 0-1 0 0,0 0 1 0 0,0 0-1 0 0,0 0 1 0 0,0 0-1 0 0,1 0 1 0 0,-1 1-1 0 0,0-1 1 0 0,0 0-1 0 0,0 0 1 0 0,5 10-41 0 0,1 19 46 0 0,0 52 155 0 0,-3 0 1 0 0,-3 1-1 0 0,-17 118 1 0 0,19-232-1038 0 0,-3-37 1 0 0,-1 12 136 0 0,-9 138 832 0 0,-14 316 1101 0 0,27-394-1136 0 0,1-13-45 0 0,1-16-130 0 0,-4 19 39 0 0,0-1-46 0 0,1-1 0 0 0,-2 1 0 0 0,1-1 0 0 0,-1 1 1 0 0,-1 0-1 0 0,1-1 0 0 0,-5-9 0 0 0,3 19-101 0 0,0 9 192 0 0,-1 11 56 0 0,-21 316 272 0 0,23-323-270 0 0,1-9-15 0 0,0 0-1 0 0,0-1 1 0 0,1 1-1 0 0,0 0 1 0 0,0 0-1 0 0,0 0 1 0 0,1 5-1 0 0,8-38 30 0 0,-4-29-322 0 0,-4 38 287 0 0,0 0 1 0 0,2 0 0 0 0,0 0 0 0 0,1 1-1 0 0,8-23 1 0 0,-9 42 192 0 0,2 9-139 0 0,1 11 8 0 0,3 43 695 0 0,-3 0 0 0 0,-1 87 1 0 0,-2-5-456 0 0,0-135-294 0 0,3-22-61 0 0,2-24-132 0 0,-4-20-218 0 0,-2 22-123 0 0,9-49 0 0 0,2 142 726 0 0,-5 9 272 0 0,-2 78 0 0 0,-6-85-33 0 0,18 118 1 0 0,-18-179-442 0 0,-1 0 0 0 0,1-1 1 0 0,0 1-1 0 0,0-1 0 0 0,0 1 1 0 0,0 0-1 0 0,0-1 0 0 0,0 1 0 0 0,0-1 1 0 0,1 1-1 0 0,-1-1 0 0 0,0 1 1 0 0,0 0-1 0 0,0-1 0 0 0,0 1 1 0 0,1-1-1 0 0,-1 1 0 0 0,0-1 0 0 0,1 1 1 0 0,-1-1-1 0 0,0 1 0 0 0,1-1 1 0 0,-1 1-1 0 0,1-1 0 0 0,-1 0 1 0 0,0 1-1 0 0,1-1 0 0 0,-1 0 0 0 0,1 1 1 0 0,-1-1-1 0 0,1 0 0 0 0,0 1 1 0 0,8-19-92 0 0,1-33-422 0 0,-6 15 77 0 0,-3 24 334 0 0,0 0 0 0 0,1 1 1 0 0,0-1-1 0 0,1 0 0 0 0,7-18 0 0 0,-10 30 102 0 0,0-1 0 0 0,0 1 0 0 0,0 0 0 0 0,0 0 0 0 0,0 0 0 0 0,0 0 0 0 0,0-1 0 0 0,0 1 0 0 0,1 0 0 0 0,-1 0 1 0 0,0 0-1 0 0,0 0 0 0 0,0 0 0 0 0,0 0 0 0 0,0-1 0 0 0,0 1 0 0 0,0 0 0 0 0,1 0 0 0 0,-1 0 0 0 0,0 0 0 0 0,0 0 0 0 0,0 0 0 0 0,0 0 0 0 0,0 0 0 0 0,1 0 0 0 0,-1 0 0 0 0,0-1 0 0 0,0 1 0 0 0,0 0 0 0 0,0 0 0 0 0,1 0 0 0 0,-1 0 0 0 0,0 0 0 0 0,0 0 0 0 0,0 0 0 0 0,0 0 0 0 0,1 0 0 0 0,-1 1 0 0 0,0-1 0 0 0,0 0 0 0 0,0 0 0 0 0,0 0 0 0 0,0 0 0 0 0,1 0 0 0 0,5 8-1 0 0,2 15 12 0 0,33 214 1476 0 0,-24-123-813 0 0,-17-110-595 0 0,1 0 1 0 0,0 0-1 0 0,0 0 1 0 0,1 0-1 0 0,-1 0 1 0 0,5 8 0 0 0,-6-12-66 0 0,0 0 0 0 0,0 1 0 0 0,0-1 0 0 0,1 0 0 0 0,-1 1 0 0 0,0-1 0 0 0,0 0 0 0 0,1 0 1 0 0,-1 1-1 0 0,0-1 0 0 0,1 0 0 0 0,-1 0 0 0 0,0 0 0 0 0,0 1 0 0 0,1-1 0 0 0,-1 0 0 0 0,0 0 0 0 0,1 0 1 0 0,-1 0-1 0 0,1 0 0 0 0,-1 0 0 0 0,0 1 0 0 0,1-1 0 0 0,-1 0 0 0 0,0 0 0 0 0,1 0 0 0 0,-1 0 1 0 0,0 0-1 0 0,1-1 0 0 0,-1 1 0 0 0,1 0 0 0 0,0-1 3 0 0,0 1-1 0 0,0-1 1 0 0,0 0 0 0 0,0 0 0 0 0,0 0-1 0 0,0 0 1 0 0,0-1 0 0 0,-1 1 0 0 0,1 0-1 0 0,0 0 1 0 0,-1 0 0 0 0,1 0 0 0 0,0-3-1 0 0,3-7-1 0 0,-1 1 0 0 0,-1-1 0 0 0,0 0 0 0 0,1-13 0 0 0,6-27 148 0 0,4 88-150 0 0,2 75 34 0 0,1 209 0 0 0,-9-96-86 0 0,-7-223 39 0 0,0 0 0 0 0,1 0 0 0 0,-1 0 0 0 0,0 0 0 0 0,1-1 0 0 0,-1 1 0 0 0,1 0 1 0 0,-1 0-1 0 0,1 0 0 0 0,0-1 0 0 0,-1 1 0 0 0,1 0 0 0 0,0-1 0 0 0,2 3 0 0 0,-3-4-2 0 0,0 0-1 0 0,1 0 1 0 0,-1 1 0 0 0,0-1 0 0 0,0 0-1 0 0,1 0 1 0 0,-1 0 0 0 0,0 0-1 0 0,0 0 1 0 0,1 0 0 0 0,-1 0-1 0 0,0 0 1 0 0,0 0 0 0 0,1 0-1 0 0,-1 0 1 0 0,0 0 0 0 0,1 0 0 0 0,-1 0-1 0 0,0 0 1 0 0,0 0 0 0 0,1 0-1 0 0,-1 0 1 0 0,0 0 0 0 0,0 0-1 0 0,1 0 1 0 0,-1-1 0 0 0,0 1-1 0 0,0 0 1 0 0,0 0 0 0 0,1 0-1 0 0,-1 0 1 0 0,0-1 0 0 0,0 1 0 0 0,10-17-224 0 0,4-46-1563 0 0,0-2 27 0 0,-14 65 1762 0 0,0 0 1 0 0,0 0-1 0 0,0-1 1 0 0,0 1-1 0 0,0 0 1 0 0,0 0-1 0 0,1 0 1 0 0,-1-1-1 0 0,0 1 1 0 0,0 0-1 0 0,0 0 1 0 0,0 0-1 0 0,0-1 1 0 0,0 1-1 0 0,0 0 1 0 0,0 0-1 0 0,0 0 1 0 0,1-1-1 0 0,-1 1 1 0 0,0 0-1 0 0,0 0 1 0 0,0 0-1 0 0,0 0 1 0 0,1 0-1 0 0,-1-1 1 0 0,0 1-1 0 0,0 0 1 0 0,0 0-1 0 0,0 0 1 0 0,1 0-1 0 0,-1 0 1 0 0,0 0-1 0 0,0 0 1 0 0,1 0-1 0 0,-1 0 1 0 0,0 0-1 0 0,0 0 1 0 0,0 0-1 0 0,1 0 0 0 0,-1 0 1 0 0,0 0-1 0 0,0 0 1 0 0,1 0-1 0 0,5 10 144 0 0,4 23 126 0 0,-9-30-269 0 0,11 57 342 0 0,-3 1 0 0 0,3 71 0 0 0,8 58 131 0 0,-20-186-419 0 0,1-1 0 0 0,0 1 0 0 0,0-1 0 0 0,0 1 0 0 0,1-1 0 0 0,-1 1-1 0 0,1-1 1 0 0,0 0 0 0 0,2 4 0 0 0,-4-7-53 0 0,0 1 0 0 0,1-1 0 0 0,-1 0 0 0 0,0 0 0 0 0,0 1 0 0 0,1-1 0 0 0,-1 0 0 0 0,0 0 0 0 0,1 1 0 0 0,-1-1 0 0 0,0 0 0 0 0,1 0 0 0 0,-1 0 0 0 0,0 0 0 0 0,1 1 0 0 0,-1-1 0 0 0,0 0 0 0 0,1 0 0 0 0,-1 0 0 0 0,0 0 0 0 0,1 0 0 0 0,-1 0 0 0 0,1 0 0 0 0,-1 0 0 0 0,0 0 0 0 0,1 0 0 0 0,-1 0 0 0 0,0 0 0 0 0,1 0 0 0 0,-1-1 0 0 0,1 1 0 0 0,-1 0 0 0 0,2-1-28 0 0,-1 0 1 0 0,0-1 0 0 0,0 1-1 0 0,0 0 1 0 0,0-1-1 0 0,0 1 1 0 0,-1 0-1 0 0,1-1 1 0 0,0 1-1 0 0,-1-1 1 0 0,1 0-1 0 0,0-2 1 0 0,6-38-613 0 0,-6 34 457 0 0,0 1 1 0 0,0 0-1 0 0,0 0 1 0 0,1 0-1 0 0,0 0 1 0 0,3-7-1 0 0,-5 13 176 0 0,0 1 0 0 0,0 0 1 0 0,0 0-1 0 0,1 0 0 0 0,-1 0 0 0 0,0-1 0 0 0,0 1 0 0 0,0 0 0 0 0,0 0 0 0 0,0 0 1 0 0,0 0-1 0 0,0 0 0 0 0,0-1 0 0 0,1 1 0 0 0,-1 0 0 0 0,0 0 0 0 0,0 0 1 0 0,0 0-1 0 0,0 0 0 0 0,0 0 0 0 0,1 0 0 0 0,-1 0 0 0 0,0-1 0 0 0,0 1 1 0 0,0 0-1 0 0,0 0 0 0 0,1 0 0 0 0,-1 0 0 0 0,0 0 0 0 0,0 0 0 0 0,0 0 1 0 0,0 0-1 0 0,1 0 0 0 0,-1 0 0 0 0,0 0 0 0 0,0 0 0 0 0,0 0 0 0 0,0 0 1 0 0,1 0-1 0 0,-1 1 0 0 0,0-1 0 0 0,0 0 0 0 0,0 0 0 0 0,0 0 0 0 0,1 0 1 0 0,-1 0-1 0 0,0 0 0 0 0,0 0 0 0 0,0 0 0 0 0,0 0 0 0 0,0 1 0 0 0,1-1 1 0 0,7 13-127 0 0,2 18 42 0 0,27 203 942 0 0,-6-28-581 0 0,-31-204-264 0 0,1 0-1 0 0,-1 1 0 0 0,1-1 1 0 0,-1 0-1 0 0,1 1 1 0 0,0-1-1 0 0,0 0 0 0 0,0 0 1 0 0,0 0-1 0 0,1 0 0 0 0,-1 0 1 0 0,1 0-1 0 0,-1 0 1 0 0,1 0-1 0 0,-1-1 0 0 0,1 1 1 0 0,2 1-1 0 0,-3-3-5 0 0,-1 0-1 0 0,1 1 1 0 0,-1-1-1 0 0,1 0 1 0 0,0 0-1 0 0,-1 0 1 0 0,1 0-1 0 0,-1 0 1 0 0,1 0-1 0 0,0 0 1 0 0,-1 0-1 0 0,1 0 1 0 0,-1 0 0 0 0,1 0-1 0 0,0 0 1 0 0,-1 0-1 0 0,1-1 1 0 0,-1 1-1 0 0,1 0 1 0 0,0 0-1 0 0,-1-1 1 0 0,1 1-1 0 0,-1 0 1 0 0,1-1-1 0 0,1-1-15 0 0,0 0-1 0 0,-1 1 1 0 0,1-1-1 0 0,-1 0 0 0 0,0 0 1 0 0,1 0-1 0 0,-1 0 1 0 0,0 0-1 0 0,1-4 1 0 0,3-7-251 0 0,-2 1 0 0 0,0-1 1 0 0,2-23-1 0 0,-4 25 87 0 0,1 1-1 0 0,0 0 0 0 0,0-1 1 0 0,0 1-1 0 0,2 0 1 0 0,6-16-1 0 0,-10 26 179 0 0,1-1 0 0 0,-1 1 0 0 0,0 0-1 0 0,0 0 1 0 0,0 0 0 0 0,0 0 0 0 0,0 0 0 0 0,0-1 0 0 0,0 1-1 0 0,0 0 1 0 0,1 0 0 0 0,-1 0 0 0 0,0 0 0 0 0,0 0 0 0 0,0 0-1 0 0,0 0 1 0 0,0-1 0 0 0,1 1 0 0 0,-1 0 0 0 0,0 0 0 0 0,0 0-1 0 0,0 0 1 0 0,0 0 0 0 0,1 0 0 0 0,-1 0 0 0 0,0 0 0 0 0,0 0-1 0 0,0 0 1 0 0,0 0 0 0 0,1 0 0 0 0,-1 0 0 0 0,0 0 0 0 0,0 0-1 0 0,0 0 1 0 0,1 0 0 0 0,-1 0 0 0 0,0 0 0 0 0,0 0 0 0 0,0 1-1 0 0,0-1 1 0 0,0 0 0 0 0,1 0 0 0 0,-1 0 0 0 0,7 9-13 0 0,4 13 25 0 0,5 27 666 0 0,13 71 0 0 0,9 26 243 0 0,-37-143-909 0 0,0 0 1 0 0,0 0 0 0 0,0 0-1 0 0,1 0 1 0 0,-1-1 0 0 0,1 1-1 0 0,0 0 1 0 0,0-1 0 0 0,3 4-1 0 0,-5-5-10 0 0,1-1 0 0 0,-1 0 0 0 0,0 0-1 0 0,1 0 1 0 0,-1 1 0 0 0,0-1 0 0 0,1 0-1 0 0,-1 0 1 0 0,0 0 0 0 0,1 0 0 0 0,-1 1-1 0 0,0-1 1 0 0,1 0 0 0 0,-1 0 0 0 0,1 0-1 0 0,-1 0 1 0 0,0 0 0 0 0,1 0 0 0 0,-1 0-1 0 0,0 0 1 0 0,1 0 0 0 0,-1 0 0 0 0,1 0-1 0 0,-1-1 1 0 0,0 1 0 0 0,1 0 0 0 0,-1 0-1 0 0,0 0 1 0 0,1-1 0 0 0,0 0-11 0 0,0 0 1 0 0,0 0-1 0 0,0 0 0 0 0,0 0 1 0 0,0-1-1 0 0,-1 1 0 0 0,1 0 1 0 0,0-1-1 0 0,-1 1 0 0 0,1 0 1 0 0,-1-1-1 0 0,1-2 0 0 0,0-5-118 0 0,0 0-1 0 0,0 0 1 0 0,0 0 0 0 0,-1-1-1 0 0,-1 1 1 0 0,-2-17-1 0 0,-2-22-227 0 0,7 58 355 0 0,0 0 0 0 0,0 0 0 0 0,7 17 0 0 0,2 11 0 0 0,23 120 305 0 0,36 127 460 0 0,-59-261-669 0 0,-3-20-47 0 0,0-16-186 0 0,-6-1-59 0 0,0 0 0 0 0,-1 0-1 0 0,-1-1 1 0 0,0 1 0 0 0,0 0 0 0 0,-2 0 0 0 0,0 0 0 0 0,-3-15-1 0 0,-1-11 145 0 0,61 224 994 0 0,-33-91 20 0 0,-11-42-688 0 0,24 67 1 0 0,-35-119-274 0 0,0 0 1 0 0,0 0-1 0 0,0 1 1 0 0,0-1-1 0 0,0 0 1 0 0,0 1-1 0 0,0-1 1 0 0,0 0 0 0 0,0 0-1 0 0,1 1 1 0 0,-1-1-1 0 0,0 0 1 0 0,0 0-1 0 0,0 1 1 0 0,0-1-1 0 0,0 0 1 0 0,0 0 0 0 0,1 1-1 0 0,-1-1 1 0 0,0 0-1 0 0,0 0 1 0 0,0 0-1 0 0,1 1 1 0 0,-1-1-1 0 0,0 0 1 0 0,0 0-1 0 0,0 0 1 0 0,1 0 0 0 0,-1 1-1 0 0,0-1 1 0 0,0 0-1 0 0,1 0 1 0 0,-1 0-1 0 0,0 0 1 0 0,0 0-1 0 0,1 0 1 0 0,-1 0-1 0 0,0 0 1 0 0,1 0 0 0 0,-1 0-1 0 0,1 0 1 0 0,3-13-185 0 0,0-19-267 0 0,-10-23-574 0 0,3 41 845 0 0,2 0 0 0 0,-1 0 1 0 0,2 0-1 0 0,0-1 0 0 0,2-16 0 0 0,10 57 150 0 0,67 247-906 0 0,-57-193 1531 0 0,-20-75-492 0 0,5 20 151 0 0,-7-25-240 0 0,0 1 0 0 0,1 0 1 0 0,-1 0-1 0 0,0 0 0 0 0,0-1 1 0 0,1 1-1 0 0,-1 0 0 0 0,1 0 0 0 0,-1-1 1 0 0,1 1-1 0 0,-1 0 0 0 0,1-1 1 0 0,-1 1-1 0 0,1-1 0 0 0,0 1 1 0 0,-1 0-1 0 0,1-1 0 0 0,0 1 1 0 0,-1-1-1 0 0,1 0 0 0 0,0 1 1 0 0,1-1-1 0 0,-2 0-16 0 0,1 0 0 0 0,0-1 1 0 0,-1 1-1 0 0,1-1 0 0 0,-1 1 0 0 0,1-1 1 0 0,-1 0-1 0 0,1 1 0 0 0,-1-1 0 0 0,1 0 0 0 0,-1 1 1 0 0,0-1-1 0 0,1 0 0 0 0,-1 1 0 0 0,0-1 1 0 0,0 0-1 0 0,1 0 0 0 0,-1 1 0 0 0,0-1 1 0 0,0 0-1 0 0,0 0 0 0 0,0 1 0 0 0,0-1 1 0 0,0 0-1 0 0,0 0 0 0 0,0 0 0 0 0,-1-28-224 0 0,1 26 168 0 0,-2-31-218 0 0,1 9 132 0 0,0 1 0 0 0,1 0-1 0 0,4-26 1 0 0,-4 50 138 0 0,0-1-1 0 0,0 0 1 0 0,0 1 0 0 0,0-1-1 0 0,0 0 1 0 0,0 1 0 0 0,0-1-1 0 0,0 0 1 0 0,1 1 0 0 0,-1-1-1 0 0,0 0 1 0 0,0 1 0 0 0,1-1 0 0 0,-1 0-1 0 0,0 1 1 0 0,1-1 0 0 0,-1 1-1 0 0,0-1 1 0 0,1 1 0 0 0,-1-1-1 0 0,1 1 1 0 0,-1-1 0 0 0,1 1-1 0 0,-1-1 1 0 0,1 1 0 0 0,0-1 0 0 0,-1 1-1 0 0,1 0 1 0 0,-1-1 0 0 0,1 1-1 0 0,1 0 1 0 0,-1 0 13 0 0,1 0 0 0 0,-1 1 0 0 0,0 0 0 0 0,1-1 0 0 0,-1 1 0 0 0,0 0 0 0 0,0-1 0 0 0,0 1 0 0 0,0 0 0 0 0,0 0 0 0 0,0 0 0 0 0,0 0 0 0 0,0 0 0 0 0,1 2 0 0 0,30 47 52 0 0,-31-48-114 0 0,31 64-129 0 0,-23-45 256 0 0,1 0-1 0 0,1 0 1 0 0,1-1-1 0 0,18 23 1 0 0,-29-42-61 0 0,-1 0 0 0 0,1 0 0 0 0,-1 0 0 0 0,1 0-1 0 0,0 0 1 0 0,0-1 0 0 0,-1 1 0 0 0,1 0 0 0 0,0 0 0 0 0,0-1 0 0 0,-1 1 0 0 0,1-1 0 0 0,0 1-1 0 0,0-1 1 0 0,0 1 0 0 0,0-1 0 0 0,0 1 0 0 0,0-1 0 0 0,0 0 0 0 0,0 0 0 0 0,0 0 0 0 0,0 1-1 0 0,0-1 1 0 0,0 0 0 0 0,0 0 0 0 0,0 0 0 0 0,0 0 0 0 0,0 0 0 0 0,2-1 0 0 0,-1 0-17 0 0,-1 0 0 0 0,0-1 0 0 0,1 1 0 0 0,-1 0 0 0 0,0-1 0 0 0,0 1 0 0 0,1-1 0 0 0,-1 0 0 0 0,-1 1 0 0 0,1-1 0 0 0,0 0 0 0 0,0 1 0 0 0,0-1 1 0 0,0-3-1 0 0,2-7 30 0 0,0 0 1 0 0,-1 0 0 0 0,0-25-1 0 0,-12-95 566 0 0,33 159-591 0 0,47 95 490 0 0,35 56 316 0 0,-104-176-787 0 0,-1-1 0 0 0,1 0 0 0 0,0 0 0 0 0,0 1 0 0 0,0-1 0 0 0,-1 0 0 0 0,1 0 0 0 0,0 0 0 0 0,1 0 0 0 0,-1 0 0 0 0,0 0 0 0 0,0 0 0 0 0,0 0 0 0 0,2 0 0 0 0,-2-1-17 0 0,-1 0 1 0 0,1 0 0 0 0,-1 0 0 0 0,0-1 0 0 0,1 1-1 0 0,-1 0 1 0 0,0 0 0 0 0,0-1 0 0 0,1 1-1 0 0,-1 0 1 0 0,0-1 0 0 0,0 1 0 0 0,1 0-1 0 0,-1-1 1 0 0,0 1 0 0 0,0 0 0 0 0,0-1 0 0 0,0 1-1 0 0,0-1 1 0 0,1 1 0 0 0,-1 0 0 0 0,0-1-1 0 0,0 1 1 0 0,0-1 0 0 0,0 1 0 0 0,0 0-1 0 0,0-1 1 0 0,0 1 0 0 0,0-1 0 0 0,0 1 0 0 0,-1-1-1 0 0,-6-44 322 0 0,-3 15-53 0 0,-8-25-67 0 0,17 51-197 0 0,0 1-1 0 0,0-1 0 0 0,1 0 1 0 0,-1 0-1 0 0,1 0 0 0 0,0 1 1 0 0,0-1-1 0 0,0 0 1 0 0,1 0-1 0 0,0 0 0 0 0,1-5 1 0 0,-2 8-9 0 0,1 0 0 0 0,-1 0 0 0 0,1 0 0 0 0,-1 1 0 0 0,1-1 0 0 0,0 0 0 0 0,-1 0 1 0 0,1 1-1 0 0,0-1 0 0 0,0 0 0 0 0,-1 1 0 0 0,1-1 0 0 0,0 1 0 0 0,0-1 0 0 0,2 0 0 0 0,-2 1 0 0 0,0-1 0 0 0,0 1 0 0 0,0-1 0 0 0,0 1 0 0 0,-1-1 0 0 0,1 0 0 0 0,0 1 1 0 0,0-1-1 0 0,0 0 0 0 0,0 0 0 0 0,-1 1 0 0 0,1-1 0 0 0,0 0 0 0 0,-1 0 0 0 0,1 0 0 0 0,-1 0 0 0 0,1 0 0 0 0,-1 0 0 0 0,1 0 0 0 0,-1-2 0 0 0,3-14-3 0 0,-1 0 0 0 0,0-1 0 0 0,-2 1 1 0 0,0-1-1 0 0,-1 1 0 0 0,-4-23 0 0 0,2 22 0 0 0,1 0 0 0 0,1 0 0 0 0,1-1 0 0 0,0 1 0 0 0,4-27 0 0 0,-4 44 4 0 0,1 0 0 0 0,-1 0 1 0 0,0 0-1 0 0,0 0 1 0 0,0 1-1 0 0,1-1 0 0 0,-1 0 1 0 0,0 0-1 0 0,1 0 0 0 0,-1 0 1 0 0,1 0-1 0 0,-1 1 0 0 0,1-1 1 0 0,-1 0-1 0 0,1 0 1 0 0,-1 1-1 0 0,1-1 0 0 0,0 0 1 0 0,-1 1-1 0 0,1-1 0 0 0,0 1 1 0 0,0-1-1 0 0,-1 1 0 0 0,1-1 1 0 0,0 1-1 0 0,0 0 1 0 0,1-1-1 0 0,-1 1-2 0 0,1 0 0 0 0,0 0 0 0 0,-1 0 0 0 0,1 1 0 0 0,-1-1 0 0 0,1 0 0 0 0,-1 1 0 0 0,1-1 0 0 0,-1 1 0 0 0,1 0 0 0 0,-1-1 1 0 0,0 1-1 0 0,1 0 0 0 0,1 1 0 0 0,5 5-26 0 0,1 0 0 0 0,-1 1 0 0 0,9 11 0 0 0,-17-18 27 0 0,39 49-254 0 0,-23-29 170 0 0,25 27 0 0 0,-41-47 85 0 0,0-1 1 0 0,1 1 0 0 0,-1-1 0 0 0,0 1 0 0 0,1-1 0 0 0,-1 1 0 0 0,1-1 0 0 0,-1 0 0 0 0,1 1 0 0 0,-1-1 0 0 0,1 0 0 0 0,-1 1 0 0 0,1-1 0 0 0,-1 0 0 0 0,1 0 0 0 0,-1 0-1 0 0,1 1 1 0 0,-1-1 0 0 0,1 0 0 0 0,-1 0 0 0 0,1 0 0 0 0,0 0 0 0 0,-1 0 0 0 0,1 0 0 0 0,-1 0 0 0 0,1 0 0 0 0,0 0 0 0 0,-1 0 0 0 0,1 0 0 0 0,-1 0 0 0 0,1-1 0 0 0,-1 1-1 0 0,2 0 1 0 0,-1-2 3 0 0,0 1-1 0 0,0 0 1 0 0,0 0-1 0 0,-1 0 0 0 0,1-1 1 0 0,0 1-1 0 0,0-1 1 0 0,-1 1-1 0 0,1 0 0 0 0,-1-1 1 0 0,1 1-1 0 0,-1-3 1 0 0,5-44 32 0 0,-9-2 134 0 0,-1 0 0 0 0,-3 0 1 0 0,-2 0-1 0 0,-22-65 1 0 0,-18-93 15 0 0,50 201-319 0 0,2 7 156 0 0,8 13 321 0 0,9 21 399 0 0,-18-32-694 0 0,12 22 429 0 0,-6-22-338 0 0,-2-17-160 0 0,-1-33-77 0 0,-1 0 0 0 0,-3 0-1 0 0,-2 0 1 0 0,-10-68 0 0 0,-4-81-550 0 0,16 191 579 0 0,0-1 0 0 0,1 1 0 0 0,0-1 0 0 0,3-11 0 0 0,-4 17 24 0 0,1-1 1 0 0,-1 1 0 0 0,1 0 0 0 0,-1-1-1 0 0,1 1 1 0 0,-1 0 0 0 0,1-1-1 0 0,0 1 1 0 0,-1 0 0 0 0,1 0 0 0 0,0 0-1 0 0,0 0 1 0 0,0 0 0 0 0,0 0-1 0 0,0 0 1 0 0,0 0 0 0 0,1 0 0 0 0,-1 0-1 0 0,0 0 1 0 0,0 1 0 0 0,0-1 0 0 0,1 1-1 0 0,-1-1 1 0 0,0 1 0 0 0,1-1-1 0 0,-1 1 1 0 0,1 0 0 0 0,1-1 0 0 0,-3 1 7 0 0,1 0 0 0 0,-1-1 0 0 0,0 1 1 0 0,1 0-1 0 0,-1 0 0 0 0,0-1 0 0 0,1 1 1 0 0,-1 0-1 0 0,0-1 0 0 0,0 1 1 0 0,0 0-1 0 0,1-1 0 0 0,-1 1 0 0 0,0-1 1 0 0,0 1-1 0 0,0 0 0 0 0,0-1 0 0 0,1 1 1 0 0,-1-1-1 0 0,0 1 0 0 0,0 0 1 0 0,0-1-1 0 0,0 1 0 0 0,0-1 0 0 0,0 1 1 0 0,0-1-1 0 0,0 1 0 0 0,-1 0 0 0 0,1-1 1 0 0,-2-20 260 0 0,1 15-184 0 0,-10-80 230 0 0,5 57-153 0 0,2 0 0 0 0,0-43 0 0 0,4 70-114 0 0,0 1-1 0 0,0-1 0 0 0,0 1 1 0 0,0-1-1 0 0,0 0 0 0 0,0 1 0 0 0,0-1 1 0 0,0 1-1 0 0,1-1 0 0 0,-1 1 0 0 0,1-1 1 0 0,-1 1-1 0 0,1-1 0 0 0,-1 1 0 0 0,1 0 1 0 0,0-1-1 0 0,0 1 0 0 0,0 0 1 0 0,-1-1-1 0 0,1 1 0 0 0,1 0 0 0 0,-1 0 1 0 0,0 0-1 0 0,0 0 0 0 0,0 0 0 0 0,1 0 1 0 0,-1 0-1 0 0,0 0 0 0 0,2 0 1 0 0,-1 1 0 0 0,1 0 0 0 0,-1 0 1 0 0,0 0-1 0 0,1 1 1 0 0,-1-1-1 0 0,0 1 0 0 0,1 0 1 0 0,-1-1-1 0 0,0 1 1 0 0,0 0-1 0 0,0 0 0 0 0,0 0 1 0 0,0 1-1 0 0,0-1 1 0 0,0 0-1 0 0,0 1 0 0 0,0-1 1 0 0,-1 1-1 0 0,2 2 1 0 0,24 25 43 0 0,-22-22 52 0 0,1 0 1 0 0,0-1-1 0 0,0 0 1 0 0,0 0-1 0 0,1 0 0 0 0,-1-1 1 0 0,12 7-1 0 0,-17-12-97 0 0,-1 1-1 0 0,1-1 1 0 0,-1 0 0 0 0,1 0-1 0 0,-1 0 1 0 0,0 0-1 0 0,1 1 1 0 0,-1-1-1 0 0,1 0 1 0 0,-1 0-1 0 0,1 0 1 0 0,-1 0-1 0 0,1 0 1 0 0,-1 0-1 0 0,1 0 1 0 0,-1 0 0 0 0,1 0-1 0 0,-1 0 1 0 0,1 0-1 0 0,-1-1 1 0 0,1 1-1 0 0,-1 0 1 0 0,0 0-1 0 0,1 0 1 0 0,-1-1-1 0 0,1 1 1 0 0,-1 0-1 0 0,1 0 1 0 0,-1-1 0 0 0,0 1-1 0 0,1 0 1 0 0,-1-1-1 0 0,0 1 1 0 0,1-1-1 0 0,4-20-2 0 0,-8-26 84 0 0,2 46-72 0 0,-7-39 170 0 0,-3-1 0 0 0,-1 2 1 0 0,-22-49-1 0 0,-16-51 320 0 0,43 116-468 0 0,3 12-15 0 0,1 1 1 0 0,-1-1-1 0 0,2 0 1 0 0,0-1-1 0 0,0 1 0 0 0,1 0 1 0 0,0 0-1 0 0,1-1 1 0 0,1-13-1 0 0,0 25-31 0 0,-1-1 0 0 0,1 1 0 0 0,0-1 0 0 0,-1 1 0 0 0,1 0-1 0 0,-1 0 1 0 0,1-1 0 0 0,-1 1 0 0 0,1 0 0 0 0,0 0 0 0 0,-1-1 0 0 0,1 1 0 0 0,0 0 0 0 0,-1 0 0 0 0,1 0-1 0 0,-1 0 1 0 0,1 0 0 0 0,0 0 0 0 0,-1 0 0 0 0,1 0 0 0 0,0 0 0 0 0,-1 1 0 0 0,1-1 0 0 0,0 0 0 0 0,0 0-1 0 0,0 1-7 0 0,0-1-1 0 0,0 0 0 0 0,0 1 0 0 0,0-1 0 0 0,0 0 0 0 0,1 0 0 0 0,-1 0 0 0 0,0 0 1 0 0,0 0-1 0 0,0 0 0 0 0,0-1 0 0 0,0 1 0 0 0,0 0 0 0 0,0 0 0 0 0,0-1 0 0 0,0 1 0 0 0,0-1 1 0 0,0 1-1 0 0,0-1 0 0 0,1 0 0 0 0,1-4-15 0 0,0 0-1 0 0,-1-1 1 0 0,0 1 0 0 0,0 0 0 0 0,0-1 0 0 0,-1 1 0 0 0,0-1-1 0 0,0 0 1 0 0,0-6 0 0 0,-1-57 17 0 0,-1 49 25 0 0,-2-64 17 0 0,-1 43-13 0 0,3-1 0 0 0,1 1 0 0 0,2 0 0 0 0,10-54 0 0 0,-11 92-6 0 0,0-1-1 0 0,-1 1 1 0 0,1 0 0 0 0,0 0 0 0 0,1 0-1 0 0,-1 0 1 0 0,1 0 0 0 0,-1 0 0 0 0,1 0-1 0 0,0 1 1 0 0,0-1 0 0 0,3-3 0 0 0,-3 5-2 0 0,-1 0 0 0 0,0 1 0 0 0,0-1 0 0 0,1 1 1 0 0,-1-1-1 0 0,1 1 0 0 0,-1 0 0 0 0,0-1 0 0 0,1 1 0 0 0,-1 0 1 0 0,1 0-1 0 0,-1 0 0 0 0,1 0 0 0 0,-1 0 0 0 0,0 0 0 0 0,1 1 1 0 0,-1-1-1 0 0,1 0 0 0 0,-1 1 0 0 0,0-1 0 0 0,1 1 0 0 0,-1-1 1 0 0,0 1-1 0 0,0 0 0 0 0,1 0 0 0 0,-1-1 0 0 0,0 1 0 0 0,0 0 1 0 0,0 0-1 0 0,2 2 0 0 0,12 11 42 0 0,0 0 1 0 0,0 2 0 0 0,-1 0 0 0 0,14 21-1 0 0,23 27 67 0 0,-50-63-110 0 0,0 0 1 0 0,0 0-1 0 0,0 0 0 0 0,-1 0 0 0 0,1 0 1 0 0,0 0-1 0 0,0 0 0 0 0,0 0 1 0 0,0 0-1 0 0,1-1 0 0 0,-1 1 1 0 0,0 0-1 0 0,0-1 0 0 0,0 1 1 0 0,0-1-1 0 0,1 1 0 0 0,-1-1 0 0 0,0 0 1 0 0,1 1-1 0 0,-1-1 0 0 0,0 0 1 0 0,1 0-1 0 0,-1 0 0 0 0,2 0 1 0 0,-2-1 0 0 0,0 0 0 0 0,0 0 0 0 0,0 1 0 0 0,0-1 0 0 0,0 0 1 0 0,0 0-1 0 0,0 0 0 0 0,0 0 0 0 0,-1-1 0 0 0,1 1 0 0 0,0 0 1 0 0,-1 0-1 0 0,1 0 0 0 0,0-1 0 0 0,-1 1 0 0 0,0 0 1 0 0,1 0-1 0 0,0-3 0 0 0,1-10 20 0 0,0 0-1 0 0,-1 0 1 0 0,-1-19 0 0 0,0 28-10 0 0,-17-215 887 0 0,0-1-74 0 0,17 203-805 0 0,-1 9-10 0 0,1-1 0 0 0,0 0-1 0 0,0 1 1 0 0,1-1 0 0 0,0 1-1 0 0,1-1 1 0 0,0 1 0 0 0,1 0 0 0 0,4-12-1 0 0,-7 20-8 0 0,0 1 0 0 0,0 0-1 0 0,0 0 1 0 0,1-1 0 0 0,-1 1 0 0 0,0 0-1 0 0,0-1 1 0 0,0 1 0 0 0,1 0 0 0 0,-1 0-1 0 0,0-1 1 0 0,0 1 0 0 0,1 0-1 0 0,-1 0 1 0 0,0 0 0 0 0,0 0 0 0 0,1-1-1 0 0,-1 1 1 0 0,0 0 0 0 0,1 0-1 0 0,-1 0 1 0 0,0 0 0 0 0,1 0 0 0 0,-1 0-1 0 0,0 0 1 0 0,1 0 0 0 0,-1 0-1 0 0,0 0 1 0 0,1 0 0 0 0,-1 0 0 0 0,0 0-1 0 0,1 0 1 0 0,-1 0 0 0 0,10 10 19 0 0,7 23 86 0 0,-14-27-60 0 0,1 3-25 0 0,15 29 51 0 0,-18-36-68 0 0,1 0-1 0 0,-1 0 1 0 0,0 0 0 0 0,1 0-1 0 0,-1 0 1 0 0,1 0 0 0 0,0-1-1 0 0,-1 1 1 0 0,1-1 0 0 0,0 1-1 0 0,0-1 1 0 0,0 1 0 0 0,4 0-1 0 0,-6-2-2 0 0,1 0 1 0 0,0 0-1 0 0,0 0 0 0 0,0 0 0 0 0,-1 0 0 0 0,1-1 0 0 0,0 1 0 0 0,0 0 0 0 0,-1-1 0 0 0,1 1 0 0 0,0 0 0 0 0,0-1 1 0 0,-1 1-1 0 0,1-1 0 0 0,0 1 0 0 0,-1-1 0 0 0,1 0 0 0 0,-1 1 0 0 0,1-1 0 0 0,-1 0 0 0 0,1 1 0 0 0,-1-1 0 0 0,1 0 1 0 0,-1 1-1 0 0,0-1 0 0 0,1 0 0 0 0,-1 0 0 0 0,0 1 0 0 0,0-1 0 0 0,0 0 0 0 0,1 0 0 0 0,-1-1 0 0 0,6-27-15 0 0,0-164-654 0 0,-6 133 634 0 0,2 1 0 0 0,9-59 0 0 0,-10 111 35 0 0,0 0 1 0 0,0 1 0 0 0,1-1 0 0 0,0 1-1 0 0,0 0 1 0 0,0-1 0 0 0,1 1 0 0 0,0 0-1 0 0,0 0 1 0 0,0 1 0 0 0,1-1 0 0 0,0 1-1 0 0,6-8 1 0 0,-9 13 1 0 0,1-1 0 0 0,-1 1 0 0 0,0-1-1 0 0,0 1 1 0 0,0 0 0 0 0,0-1 0 0 0,0 1 0 0 0,0 0-1 0 0,1 0 1 0 0,-1 0 0 0 0,0 0 0 0 0,0 0 0 0 0,0 0-1 0 0,0 0 1 0 0,1 0 0 0 0,-1 0 0 0 0,0 1 0 0 0,0-1 0 0 0,0 0-1 0 0,0 1 1 0 0,0-1 0 0 0,0 1 0 0 0,1-1 0 0 0,-1 1-1 0 0,0-1 1 0 0,-1 1 0 0 0,1 0 0 0 0,0 0 0 0 0,0-1-1 0 0,1 2 1 0 0,30 32 100 0 0,-21-22-66 0 0,-10-10-31 0 0,0 0 1 0 0,1-1 0 0 0,-1 1 0 0 0,1-1 0 0 0,-1 1 0 0 0,1-1 0 0 0,0 0 0 0 0,-1 0 0 0 0,1 0 0 0 0,0 0 0 0 0,0 0 0 0 0,0 0 0 0 0,0 0-1 0 0,0-1 1 0 0,0 1 0 0 0,0-1 0 0 0,0 1 0 0 0,0-1 0 0 0,0 0 0 0 0,2 0 0 0 0,-2-1-2 0 0,0 1 1 0 0,-1-2-1 0 0,1 1 0 0 0,0 0 0 0 0,-1 0 1 0 0,1 0-1 0 0,-1-1 0 0 0,1 1 1 0 0,-1-1-1 0 0,0 1 0 0 0,1-1 1 0 0,-1 0-1 0 0,0 1 0 0 0,0-1 0 0 0,0 0 1 0 0,0 0-1 0 0,-1 0 0 0 0,1 0 1 0 0,0 0-1 0 0,0-3 0 0 0,6-23 20 0 0,-2 0 1 0 0,-1 0-1 0 0,-1 0 0 0 0,-1-1 0 0 0,-1 1 0 0 0,-6-48 0 0 0,3 40 11 0 0,0 0-1 0 0,3 0 1 0 0,7-51-1 0 0,-8 85-33 0 0,0 0 1 0 0,1 0-1 0 0,-1 0 0 0 0,1-1 0 0 0,0 1 1 0 0,-1 0-1 0 0,1 0 0 0 0,0 0 1 0 0,0 0-1 0 0,1 0 0 0 0,-1 0 0 0 0,3-2 1 0 0,-4 3-2 0 0,0 1 0 0 0,1 0-1 0 0,-1 0 1 0 0,0-1 0 0 0,1 1 0 0 0,-1 0 0 0 0,1 0 0 0 0,-1 0 0 0 0,0 0 0 0 0,1 0 0 0 0,-1 0 0 0 0,1-1 0 0 0,-1 1 0 0 0,0 0 0 0 0,1 0 0 0 0,-1 0 0 0 0,1 0-1 0 0,-1 0 1 0 0,1 1 0 0 0,-1-1 0 0 0,0 0 0 0 0,1 0 0 0 0,-1 0 0 0 0,1 0 0 0 0,13 14-2 0 0,-1 9-36 0 0,-8-14-6 0 0,0 1 0 0 0,1-1 0 0 0,9 12 0 0 0,-14-19 40 0 0,0-1-1 0 0,0 0 1 0 0,0 1-1 0 0,1-1 1 0 0,-1 0-1 0 0,0 0 1 0 0,0 0-1 0 0,1 0 1 0 0,-1 0-1 0 0,1 0 1 0 0,-1 0-1 0 0,1-1 1 0 0,-1 1-1 0 0,1 0 1 0 0,0-1-1 0 0,-1 1 1 0 0,1-1-1 0 0,0 0 1 0 0,-1 0-1 0 0,1 1 1 0 0,0-1-1 0 0,-1 0 1 0 0,1 0-1 0 0,0-1 1 0 0,-1 1-1 0 0,1 0 1 0 0,2-1-1 0 0,-1-1 1 0 0,-1 1 0 0 0,0 0 0 0 0,0-1 0 0 0,0 1 0 0 0,0-1 0 0 0,0 0 0 0 0,0 0 0 0 0,-1 0 0 0 0,1 0 0 0 0,-1 0 0 0 0,1 0 0 0 0,-1 0 0 0 0,0 0 1 0 0,0-1-1 0 0,2-3 0 0 0,12-41-60 0 0,-12 36 59 0 0,5-25 27 0 0,-2-1 0 0 0,3-63 1 0 0,-7 62-3 0 0,2 0 1 0 0,11-50-1 0 0,-15 86-21 0 0,0 1 0 0 0,1-1-1 0 0,-1 1 1 0 0,0-1-1 0 0,1 1 1 0 0,-1-1 0 0 0,1 1-1 0 0,0 0 1 0 0,-1-1-1 0 0,1 1 1 0 0,0 0 0 0 0,0 0-1 0 0,0-1 1 0 0,0 1-1 0 0,0 0 1 0 0,0 0 0 0 0,2-2-1 0 0,-2 3 0 0 0,-1 0 0 0 0,1 0-1 0 0,0 0 1 0 0,-1 0 0 0 0,1 1-1 0 0,0-1 1 0 0,-1 0 0 0 0,1 0-1 0 0,0 0 1 0 0,-1 0 0 0 0,1 1-1 0 0,-1-1 1 0 0,1 0 0 0 0,0 1-1 0 0,-1-1 1 0 0,1 0 0 0 0,-1 1-1 0 0,1-1 1 0 0,-1 1 0 0 0,1-1-1 0 0,-1 1 1 0 0,0-1 0 0 0,1 1-1 0 0,-1-1 1 0 0,0 1 0 0 0,1 0-1 0 0,4 8-39 0 0,0 0 0 0 0,-1 0 0 0 0,6 17 0 0 0,7 40-292 0 0,-14-50 223 0 0,1 0 1 0 0,0 0-1 0 0,1 0 0 0 0,11 23 0 0 0,-15-38 108 0 0,-1 0-1 0 0,1 0 1 0 0,-1 1-1 0 0,1-1 1 0 0,0 0-1 0 0,-1 0 1 0 0,1 0-1 0 0,0 0 1 0 0,0 0-1 0 0,0 0 1 0 0,0 0-1 0 0,0 0 1 0 0,0 0 0 0 0,0 0-1 0 0,0-1 1 0 0,0 1-1 0 0,1 0 1 0 0,-1-1-1 0 0,0 1 1 0 0,0-1-1 0 0,1 1 1 0 0,-1-1-1 0 0,0 1 1 0 0,1-1-1 0 0,1 0 1 0 0,-1 0-1 0 0,0-1-1 0 0,0 0 1 0 0,0 1-1 0 0,-1-1 1 0 0,1 0 0 0 0,0 0-1 0 0,-1 0 1 0 0,1 0-1 0 0,0 0 1 0 0,-1 0 0 0 0,0-1-1 0 0,1 1 1 0 0,-1-1 0 0 0,0 1-1 0 0,2-3 1 0 0,5-7-39 0 0,-1 0 1 0 0,-1-1 0 0 0,10-24 0 0 0,-4-1 25 0 0,15-70 0 0 0,0-5 321 0 0,-27 110-298 0 0,0 1-1 0 0,0 0 1 0 0,1 0 0 0 0,-1 0-1 0 0,1-1 1 0 0,-1 1-1 0 0,1 0 1 0 0,-1 0-1 0 0,1 0 1 0 0,-1 0-1 0 0,1 0 1 0 0,0 0 0 0 0,0 0-1 0 0,0 0 1 0 0,-1 0-1 0 0,1 0 1 0 0,0 0-1 0 0,2 0 1 0 0,-3 1-4 0 0,1 0 0 0 0,-1 0-1 0 0,1 0 1 0 0,0 0 0 0 0,-1 0 0 0 0,1 1 0 0 0,-1-1 0 0 0,1 0-1 0 0,-1 0 1 0 0,1 1 0 0 0,-1-1 0 0 0,1 0 0 0 0,-1 1 0 0 0,1-1 0 0 0,-1 1-1 0 0,1-1 1 0 0,-1 0 0 0 0,0 1 0 0 0,1-1 0 0 0,-1 1 0 0 0,0-1-1 0 0,1 1 1 0 0,-1 0 0 0 0,0-1 0 0 0,0 1 0 0 0,1 0 0 0 0,15 51 29 0 0,-14-45-22 0 0,55 261 777 0 0,-56-263-778 0 0,1 0 0 0 0,0 0 0 0 0,-1-1 0 0 0,1 1 0 0 0,1-1 0 0 0,-1 1 0 0 0,1-1 0 0 0,0 0 0 0 0,0 0 1 0 0,4 5-1 0 0,-6-8-8 0 0,0 0 0 0 0,0-1 0 0 0,0 1 1 0 0,-1 0-1 0 0,1-1 0 0 0,0 1 1 0 0,0-1-1 0 0,1 1 0 0 0,-1-1 1 0 0,0 0-1 0 0,0 1 0 0 0,0-1 0 0 0,0 0 1 0 0,0 0-1 0 0,0 0 0 0 0,0 0 1 0 0,1 0-1 0 0,-1 0 0 0 0,1 0 0 0 0,0 0-9 0 0,0-1 0 0 0,0 0 0 0 0,0 0 0 0 0,0 0 0 0 0,-1 0 0 0 0,1 0-1 0 0,0 0 1 0 0,-1 0 0 0 0,1 0 0 0 0,-1-1 0 0 0,1 1 0 0 0,-1-1 0 0 0,0 1-1 0 0,2-4 1 0 0,4-6-33 0 0,-1 0-1 0 0,0 0 1 0 0,-1-1-1 0 0,-1 0 0 0 0,0 0 1 0 0,0 0-1 0 0,-1 0 1 0 0,-1-1-1 0 0,2-12 1 0 0,-1 5 26 0 0,1 0 1 0 0,8-24-1 0 0,-12 43 16 0 0,0 1 0 0 0,0 0 0 0 0,0 0 0 0 0,0 0 0 0 0,0-1 0 0 0,0 1 0 0 0,0 0 0 0 0,0 0 0 0 0,0 0 0 0 0,0-1 0 0 0,0 1 0 0 0,0 0 0 0 0,0 0 0 0 0,0 0 0 0 0,0-1 0 0 0,0 1 0 0 0,0 0 0 0 0,0 0 0 0 0,0 0 0 0 0,0 0 0 0 0,0-1 0 0 0,1 1 0 0 0,-1 0 1 0 0,0 0-1 0 0,0 0 0 0 0,0 0 0 0 0,0-1 0 0 0,0 1 0 0 0,1 0 0 0 0,-1 0 0 0 0,0 0 0 0 0,0 0 0 0 0,0 0 0 0 0,1 0 0 0 0,-1 0 0 0 0,0 0 0 0 0,0 0 0 0 0,0 0 0 0 0,1 0 0 0 0,-1-1 0 0 0,0 1 0 0 0,0 0 0 0 0,0 0 0 0 0,1 0 0 0 0,-1 0 0 0 0,0 1 0 0 0,0-1 0 0 0,0 0 0 0 0,1 0 0 0 0,-1 0 0 0 0,0 0 0 0 0,0 0 0 0 0,0 0 0 0 0,1 0 0 0 0,-1 0 0 0 0,0 0 0 0 0,0 1 0 0 0,7 15-2 0 0,1 23 19 0 0,3 70 202 0 0,-5-42 44 0 0,17 72-1 0 0,-22-133-277 0 0,0 0 0 0 0,1-1 0 0 0,0 1-1 0 0,0-1 1 0 0,1 1 0 0 0,0-1 0 0 0,0 0 0 0 0,0 0-1 0 0,4 5 1 0 0,-6-9 9 0 0,0 0 0 0 0,0 0 0 0 0,0 0-1 0 0,0 0 1 0 0,0-1 0 0 0,0 1 0 0 0,0 0-1 0 0,0-1 1 0 0,0 1 0 0 0,0-1 0 0 0,1 1-1 0 0,-1-1 1 0 0,0 1 0 0 0,0-1 0 0 0,0 0-1 0 0,1 0 1 0 0,-1 0 0 0 0,0 0 0 0 0,2 0-1 0 0,-1 0 2 0 0,0 0-1 0 0,-1-1 0 0 0,1 0 0 0 0,0 0 0 0 0,0 1 0 0 0,0-1 1 0 0,-1 0-1 0 0,1 0 0 0 0,-1-1 0 0 0,1 1 0 0 0,0 0 0 0 0,-1 0 1 0 0,0-1-1 0 0,1 1 0 0 0,-1-1 0 0 0,1-1 0 0 0,4-5-210 0 0,-1-1-1 0 0,-1 1 0 0 0,0-1 1 0 0,0 0-1 0 0,0 0 1 0 0,-1-1-1 0 0,-1 1 1 0 0,3-15-1 0 0,0 0-120 0 0,-1 41 199 0 0,-2 17 114 0 0,-2 56 9 0 0,-2 2-42 0 0,17 150 1 0 0,-15-241 56 0 0,11 52 0 0 0,-10-49 0 0 0,0-1 0 0 0,1 1 0 0 0,-1-1 0 0 0,1 0 0 0 0,-1 1 0 0 0,1-1 0 0 0,0 0 0 0 0,0 0 0 0 0,1 0 0 0 0,-1-1 0 0 0,0 1 0 0 0,5 3 0 0 0,-6-6-9 0 0,-1 1 1 0 0,0-1-1 0 0,1 0 1 0 0,-1 1-1 0 0,1-1 1 0 0,-1 0-1 0 0,1 0 1 0 0,-1 0-1 0 0,1 1 1 0 0,0-1-1 0 0,-1 0 1 0 0,1 0-1 0 0,-1 0 1 0 0,1 0-1 0 0,-1 0 1 0 0,1 0-1 0 0,-1 0 1 0 0,1 0-1 0 0,-1 0 1 0 0,1 0-1 0 0,0-1 1 0 0,-1 1-1 0 0,1 0 1 0 0,-1 0-1 0 0,1 0 1 0 0,-1-1-1 0 0,1 1 1 0 0,-1 0-1 0 0,1-1 1 0 0,12-16-568 0 0,2-23-400 0 0,-12 25 598 0 0,2-5-51 0 0,-3 35 386 0 0,-2 9 80 0 0,4 204-194 0 0,0-167 517 0 0,21 105 0 0 0,-24-161-348 0 0,1 0 0 0 0,-1 0 0 0 0,1 0 0 0 0,0 0 0 0 0,0 0 0 0 0,0-1 0 0 0,1 1 0 0 0,0-1 0 0 0,-1 1 0 0 0,6 4 0 0 0,-6-7-28 0 0,-1-1 1 0 0,0 0-1 0 0,1 0 0 0 0,-1 0 1 0 0,1 0-1 0 0,-1 0 0 0 0,1 0 1 0 0,0 0-1 0 0,-1-1 0 0 0,1 1 0 0 0,0 0 1 0 0,0-1-1 0 0,-1 0 0 0 0,1 1 1 0 0,0-1-1 0 0,0 0 0 0 0,0 0 1 0 0,0 0-1 0 0,-1 0 0 0 0,1 0 1 0 0,0 0-1 0 0,0-1 0 0 0,0 1 1 0 0,-1-1-1 0 0,1 1 0 0 0,0-1 1 0 0,0 0-1 0 0,-1 1 0 0 0,1-1 1 0 0,-1 0-1 0 0,1 0 0 0 0,1-1 1 0 0,-1 0-92 0 0,-1 1 0 0 0,1-1-1 0 0,-1 1 1 0 0,1-1 0 0 0,-1 0 0 0 0,0 0 0 0 0,0 0 0 0 0,0 1 0 0 0,0-1-1 0 0,0 0 1 0 0,0 0 0 0 0,0 0 0 0 0,-1 0 0 0 0,2-5 0 0 0,3-9-1205 0 0,-3 17 1246 0 0,-1 1 1 0 0,0-1-1 0 0,0 1 1 0 0,0-1 0 0 0,-1 1-1 0 0,1 0 1 0 0,0-1 0 0 0,-1 1-1 0 0,1 0 1 0 0,-1 0 0 0 0,1 3-1 0 0,27 187 451 0 0,27 128 655 0 0,-48-294-778 0 0,-5-10-90 0 0,2-1-1 0 0,0 0 0 0 0,1 0 0 0 0,0 0 0 0 0,1-1 1 0 0,1 0-1 0 0,11 18 0 0 0,-17-30-157 0 0,0-1-1 0 0,0 0 1 0 0,0 0-1 0 0,0 1 1 0 0,0-1-1 0 0,0 0 1 0 0,1 0-1 0 0,-1 0 1 0 0,0-1 0 0 0,0 1-1 0 0,1 0 1 0 0,2 1-1 0 0,-3-2-15 0 0,-1 0 0 0 0,1 0-1 0 0,-1 0 1 0 0,1 0-1 0 0,-1 0 1 0 0,1 0 0 0 0,0 0-1 0 0,-1 0 1 0 0,1 0 0 0 0,-1 0-1 0 0,1 0 1 0 0,-1-1 0 0 0,1 1-1 0 0,-1 0 1 0 0,1 0-1 0 0,0-1 1 0 0,-1 1 0 0 0,1 0-1 0 0,-1-1 1 0 0,0 1 0 0 0,1 0-1 0 0,-1-1 1 0 0,1 0 0 0 0,1-2-27 0 0,0 0 0 0 0,0 0 1 0 0,-1 0-1 0 0,1 0 0 0 0,-1 0 1 0 0,0-1-1 0 0,0 1 1 0 0,0 0-1 0 0,1-5 0 0 0,6 79 687 0 0,-5 26 537 0 0,-2 358 616 0 0,-2-436-1759 0 0,0-12-4 0 0,0 0 1 0 0,0 0-1 0 0,1 0 0 0 0,0 0 0 0 0,0 0 1 0 0,1 0-1 0 0,0 0 0 0 0,0 0 0 0 0,3 9 1 0 0,-4-16-49 0 0,0 0 0 0 0,0 0 0 0 0,1 0 0 0 0,-1 0 1 0 0,0 0-1 0 0,0 1 0 0 0,0-1 0 0 0,0 0 1 0 0,0 0-1 0 0,0 0 0 0 0,0 0 0 0 0,0 0 0 0 0,0 1 1 0 0,1-1-1 0 0,-1 0 0 0 0,0 0 0 0 0,0 0 1 0 0,0 0-1 0 0,0 0 0 0 0,0 0 0 0 0,1 0 0 0 0,-1 0 1 0 0,0 0-1 0 0,0 0 0 0 0,0 0 0 0 0,0 0 1 0 0,1 0-1 0 0,-1 0 0 0 0,0 0 0 0 0,0 0 0 0 0,0 0 1 0 0,0 0-1 0 0,1 0 0 0 0,-1 0 0 0 0,0 0 1 0 0,0 0-1 0 0,0 0 0 0 0,0 0 0 0 0,1 0 0 0 0,-1 0 1 0 0,0 0-1 0 0,0 0 0 0 0,0 0 0 0 0,0 0 1 0 0,0 0-1 0 0,0 0 0 0 0,1-1 0 0 0,-1 1 0 0 0,7-11-299 0 0,3-20-588 0 0,-9 28 730 0 0,3-11-166 0 0,-3 9 210 0 0,0 0 0 0 0,1 0 0 0 0,-1 0 0 0 0,1 0-1 0 0,1 0 1 0 0,2-4 0 0 0,-5 9 113 0 0,1 0 0 0 0,-1 1 0 0 0,1-1 0 0 0,-1 0 0 0 0,0 0 0 0 0,1 0 0 0 0,-1 1 0 0 0,1-1 0 0 0,-1 0 0 0 0,1 1 0 0 0,-1-1 0 0 0,0 0 0 0 0,1 1 0 0 0,-1-1 0 0 0,0 0 0 0 0,1 1 0 0 0,-1-1 0 0 0,0 1 0 0 0,0-1 0 0 0,1 1 0 0 0,-1-1 0 0 0,0 1 0 0 0,0-1 0 0 0,0 1 0 0 0,0-1 0 0 0,0 0 0 0 0,0 1 0 0 0,1-1 0 0 0,-1 2 0 0 0,6 18 0 0 0,32 210 976 0 0,-30-165-534 0 0,2-1 0 0 0,2 0 1 0 0,29 83-1 0 0,-41-146-442 0 0,1 0 0 0 0,-1 0 0 0 0,0 1 0 0 0,1-1 0 0 0,-1 0 0 0 0,0 0 0 0 0,1 0 0 0 0,-1 0 0 0 0,1 1 0 0 0,0-1 0 0 0,-1 0 0 0 0,1 0 0 0 0,0 0 0 0 0,0 0 0 0 0,0-1 0 0 0,0 1 0 0 0,0 0 0 0 0,0 0 0 0 0,0 0 0 0 0,0-1 0 0 0,0 1 0 0 0,0 0 0 0 0,0-1 0 0 0,0 1 0 0 0,0-1 0 0 0,1 1 0 0 0,-1-1 0 0 0,0 0 0 0 0,0 0 0 0 0,1 1 0 0 0,1-1 0 0 0,-1-1 0 0 0,0 0 0 0 0,-1 0 0 0 0,1 0 0 0 0,0 0 0 0 0,-1 0 0 0 0,1 0 0 0 0,-1-1 0 0 0,0 1 0 0 0,1-1 0 0 0,-1 1 0 0 0,0-1 0 0 0,0 1 0 0 0,0-1 0 0 0,0 0 0 0 0,0 1 0 0 0,0-1 0 0 0,0 0 0 0 0,0 0 0 0 0,0-2 0 0 0,1-3 41 0 0,-2 4 2 0 0,1 0-1 0 0,0 0 0 0 0,0 0 0 0 0,0 0 1 0 0,0 0-1 0 0,1 0 0 0 0,-1 0 0 0 0,1 0 1 0 0,3-5-1 0 0,-4 11-23 0 0,1 0 0 0 0,-1 0-1 0 0,0 1 1 0 0,-1-1 0 0 0,1 0 0 0 0,-1 0-1 0 0,1 0 1 0 0,-1 4 0 0 0,0-4 7 0 0,7 62 323 0 0,3-1 1 0 0,3 0 0 0 0,26 79 0 0 0,-35-132-343 0 0,1-1 0 0 0,0 1 0 0 0,12 18 0 0 0,-15-26-7 0 0,0 0-1 0 0,1 0 1 0 0,-1 0 0 0 0,1 0-1 0 0,0 0 1 0 0,0 0-1 0 0,0-1 1 0 0,0 1 0 0 0,0-1-1 0 0,1 0 1 0 0,-1 0 0 0 0,1 0-1 0 0,-1-1 1 0 0,8 3-1 0 0,-9-4-18 0 0,1 0-1 0 0,-1 0 0 0 0,0 0 0 0 0,1 0 1 0 0,-1-1-1 0 0,0 1 0 0 0,0-1 1 0 0,0 1-1 0 0,1-1 0 0 0,-1 0 0 0 0,0 0 1 0 0,0 0-1 0 0,0 0 0 0 0,0-1 0 0 0,-1 1 1 0 0,1 0-1 0 0,0-1 0 0 0,0 1 1 0 0,-1-1-1 0 0,1 0 0 0 0,-1 1 0 0 0,1-1 1 0 0,-1 0-1 0 0,0 0 0 0 0,0 0 0 0 0,0 0 1 0 0,0 0-1 0 0,1-4 0 0 0,4-6-153 0 0,-1-1 0 0 0,0 0 0 0 0,3-16 0 0 0,4-31 58 0 0,-11 46 106 0 0,1-1 0 0 0,1 1 1 0 0,1 0-1 0 0,0 0 0 0 0,0 1 1 0 0,13-24-1 0 0,-17 36 9 0 0,0 0 0 0 0,1 1 1 0 0,-1-1-1 0 0,0 0 0 0 0,1 1 0 0 0,-1-1 0 0 0,1 0 0 0 0,-1 1 1 0 0,1-1-1 0 0,-1 1 0 0 0,1-1 0 0 0,0 1 0 0 0,-1-1 0 0 0,1 1 0 0 0,-1-1 1 0 0,1 1-1 0 0,0 0 0 0 0,0-1 0 0 0,-1 1 0 0 0,1 0 0 0 0,0 0 1 0 0,0 0-1 0 0,-1-1 0 0 0,1 1 0 0 0,0 0 0 0 0,0 0 0 0 0,-1 0 1 0 0,1 0-1 0 0,0 0 0 0 0,0 0 0 0 0,-1 0 0 0 0,2 1 0 0 0,0 0 2 0 0,0 0-1 0 0,0 0 1 0 0,0 0-1 0 0,0 1 1 0 0,0-1-1 0 0,-1 1 0 0 0,1-1 1 0 0,-1 1-1 0 0,1 0 1 0 0,-1 0-1 0 0,2 2 1 0 0,4 8 24 0 0,0 0 0 0 0,9 21 0 0 0,-16-33-26 0 0,13 36 437 0 0,15 67 0 0 0,-21-71-229 0 0,1-1 0 0 0,2 0-1 0 0,17 39 1 0 0,-27-69-196 0 0,1 1 0 0 0,0-1 0 0 0,-1 0 1 0 0,1 1-1 0 0,0-1 0 0 0,0 0 0 0 0,0 0 1 0 0,0 0-1 0 0,0 1 0 0 0,0-1 0 0 0,0 0 1 0 0,2 1-1 0 0,-2-2-15 0 0,-1 0 0 0 0,1 0 0 0 0,-1 0 0 0 0,1 0 0 0 0,-1 0 0 0 0,0 1 0 0 0,1-1 0 0 0,-1 0 0 0 0,1 0 0 0 0,-1 0 0 0 0,1-1 0 0 0,-1 1 0 0 0,0 0 0 0 0,1 0 0 0 0,-1 0-1 0 0,1 0 1 0 0,-1 0 0 0 0,0 0 0 0 0,1-1 0 0 0,-1 1 0 0 0,1 0 0 0 0,-1 0 0 0 0,0-1 0 0 0,1 1 0 0 0,-1 0 0 0 0,0 0 0 0 0,1-1 0 0 0,-1 1 0 0 0,3-5-90 0 0,0 0 0 0 0,0 0 0 0 0,0 0 1 0 0,-1 0-1 0 0,3-9 0 0 0,11-18-363 0 0,-14 31 431 0 0,-1 0 0 0 0,1 0 1 0 0,-1 0-1 0 0,1 1 0 0 0,0-1 0 0 0,-1 0 0 0 0,1 1 0 0 0,0-1 0 0 0,0 1 0 0 0,-1 0 1 0 0,1-1-1 0 0,0 1 0 0 0,0 0 0 0 0,-1 0 0 0 0,1 0 0 0 0,0 0 0 0 0,0 1 0 0 0,0-1 1 0 0,-1 0-1 0 0,1 1 0 0 0,2 0 0 0 0,-3 0 4 0 0,0-1 1 0 0,1 1-1 0 0,-1-1 1 0 0,0 1-1 0 0,0-1 1 0 0,1 0-1 0 0,-1 0 1 0 0,0 0-1 0 0,0 1 1 0 0,1-1-1 0 0,-1 0 1 0 0,0 0-1 0 0,1-1 1 0 0,-1 1-1 0 0,0 0 1 0 0,0 0-1 0 0,1-1 1 0 0,-1 1-1 0 0,0-1 1 0 0,0 1-1 0 0,0-1 1 0 0,0 1-1 0 0,1-1 1 0 0,-1 0-1 0 0,0 1 0 0 0,0-1 1 0 0,0 0-1 0 0,0 0 1 0 0,0 0-1 0 0,-1 0 1 0 0,1 0-1 0 0,0 0 1 0 0,0 0-1 0 0,-1 0 1 0 0,1 0-1 0 0,0 0 1 0 0,0-2-1 0 0,5-13-10 0 0,-1 1-1 0 0,0-1 1 0 0,-2 0-1 0 0,1 0 1 0 0,-2 0-1 0 0,1-28 0 0 0,-9-101-219 0 0,0 32 359 0 0,6 113-104 0 0,0-1-1 0 0,-1 1 1 0 0,1 0-1 0 0,0-1 1 0 0,0 1-1 0 0,0 0 1 0 0,0-1 0 0 0,0 1-1 0 0,0 0 1 0 0,0-1-1 0 0,0 1 1 0 0,0-1-1 0 0,0 1 1 0 0,0 0-1 0 0,0-1 1 0 0,0 1-1 0 0,0 0 1 0 0,0-1-1 0 0,0 1 1 0 0,0-1 0 0 0,0 1-1 0 0,0 0 1 0 0,1-1-1 0 0,-1 1 1 0 0,0 0-1 0 0,0 0 1 0 0,0-1-1 0 0,1 1 1 0 0,-1 0-1 0 0,0-1 1 0 0,0 1-1 0 0,1 0 1 0 0,-1 0 0 0 0,0-1-1 0 0,1 1 1 0 0,-1 0-1 0 0,0 0 1 0 0,1 0-1 0 0,-1 0 1 0 0,0-1-1 0 0,1 1 1 0 0,-1 0-1 0 0,0 0 1 0 0,1 0-1 0 0,0 0 1 0 0,15 15 121 0 0,14 34 102 0 0,-28-47-203 0 0,6 13 5 0 0,31 50 112 0 0,-36-61-161 0 0,0 0 0 0 0,0 0 0 0 0,1-1 0 0 0,-1 1 0 0 0,1-1 0 0 0,0 1 0 0 0,0-1 0 0 0,0 0 0 0 0,0-1-1 0 0,0 1 1 0 0,1-1 0 0 0,4 3 0 0 0,-7-5 9 0 0,-1 0-1 0 0,0 0 0 0 0,1 0 1 0 0,-1 0-1 0 0,0 0 1 0 0,1 0-1 0 0,-1 0 0 0 0,0 0 1 0 0,0 0-1 0 0,1 0 0 0 0,-1-1 1 0 0,0 1-1 0 0,1-1 0 0 0,-1 1 1 0 0,0-1-1 0 0,0 1 1 0 0,0-1-1 0 0,0 0 0 0 0,1 1 1 0 0,-1-1-1 0 0,0 0 0 0 0,0 0 1 0 0,0 0-1 0 0,-1 0 1 0 0,1 0-1 0 0,0 0 0 0 0,0 0 1 0 0,0 0-1 0 0,-1 0 0 0 0,1 0 1 0 0,0-1-1 0 0,-1 1 0 0 0,0 0 1 0 0,1 0-1 0 0,-1-1 1 0 0,1 1-1 0 0,-1 0 0 0 0,0-1 1 0 0,0-1-1 0 0,2-8-116 0 0,0-1 1 0 0,0 0-1 0 0,-1-16 0 0 0,-1 20 73 0 0,0-17 65 0 0,-1 0 0 0 0,-2 0-1 0 0,0 0 1 0 0,-1 0 0 0 0,-9-27 0 0 0,-48-121 327 0 0,27 82-222 0 0,19 51-93 0 0,8 24-11 0 0,0-1 0 0 0,2 1 0 0 0,0-1 0 0 0,1-1 0 0 0,0 1 0 0 0,-1-22 0 0 0,5 38-12 0 0,0 1 0 0 0,0-1 0 0 0,0 0 0 0 0,0 1 0 0 0,0-1 0 0 0,0 0 0 0 0,0 1 0 0 0,0-1 0 0 0,0 0 0 0 0,0 1 0 0 0,0-1 0 0 0,1 0 0 0 0,-1 1 0 0 0,0-1 0 0 0,0 0 0 0 0,1 1 0 0 0,-1-1 0 0 0,0 1 0 0 0,1-1 0 0 0,-1 1 0 0 0,1-1 0 0 0,-1 1 0 0 0,1-1 0 0 0,-1 1 0 0 0,1-1 0 0 0,-1 1 0 0 0,1-1 0 0 0,0 1-3 0 0,0 0 0 0 0,0 0 1 0 0,0 0-1 0 0,0 0 0 0 0,-1 0 0 0 0,1 0 1 0 0,0 1-1 0 0,0-1 0 0 0,0 0 1 0 0,0 1-1 0 0,-1-1 0 0 0,1 0 1 0 0,0 1-1 0 0,0-1 0 0 0,0 1 1 0 0,-1-1-1 0 0,2 2 0 0 0,29 30-128 0 0,-30-31 127 0 0,8 11-77 0 0,1 1 12 0 0,-1-2-1 0 0,2 1 1 0 0,21 18-1 0 0,-30-29 41 0 0,-1 1 0 0 0,1-1 0 0 0,0 1-1 0 0,0-1 1 0 0,-1 0 0 0 0,1 0-1 0 0,0 0 1 0 0,0 0 0 0 0,1 0 0 0 0,-1 0-1 0 0,0 0 1 0 0,0-1 0 0 0,0 1 0 0 0,0-1-1 0 0,1 0 1 0 0,-1 1 0 0 0,0-1-1 0 0,0 0 1 0 0,1 0 0 0 0,-1-1 0 0 0,0 1-1 0 0,0 0 1 0 0,1-1 0 0 0,-1 1 0 0 0,0-1-1 0 0,0 0 1 0 0,0 0 0 0 0,0 0-1 0 0,0 0 1 0 0,0 0 0 0 0,0 0 0 0 0,0 0-1 0 0,0-1 1 0 0,1-1 0 0 0,0 0-67 0 0,-1 0 0 0 0,0 0 0 0 0,0 0 0 0 0,0-1 1 0 0,0 1-1 0 0,0-1 0 0 0,-1 0 0 0 0,0 1 0 0 0,0-1 0 0 0,0 0 1 0 0,0 0-1 0 0,0 1 0 0 0,0-6 0 0 0,-1-54-368 0 0,0 47 359 0 0,-39-330 981 0 0,11 144-765 0 0,27 197-107 0 0,0-11 14 0 0,-1-1 0 0 0,2-24-1 0 0,1 37-14 0 0,-1 1 0 0 0,0-1-1 0 0,1 0 1 0 0,0 1 0 0 0,-1-1 0 0 0,2 0-1 0 0,-1 1 1 0 0,0-1 0 0 0,1 1 0 0 0,-1 0-1 0 0,1-1 1 0 0,0 1 0 0 0,0 0-1 0 0,0 0 1 0 0,1 0 0 0 0,-1 0 0 0 0,4-3-1 0 0,-5 6-1 0 0,1-1 0 0 0,-1 1 0 0 0,0-1 0 0 0,0 1 1 0 0,1-1-1 0 0,-1 1 0 0 0,0 0 0 0 0,0 0 0 0 0,1-1 0 0 0,-1 1 0 0 0,0 0 0 0 0,1 0 0 0 0,-1 0 0 0 0,0 0 0 0 0,1 1 0 0 0,-1-1 0 0 0,0 0 0 0 0,0 1 0 0 0,1-1 0 0 0,-1 0 0 0 0,0 1 0 0 0,2 1 0 0 0,-2-2-1 0 0,0 1 0 0 0,0-1 0 0 0,0 1 0 0 0,1-1-1 0 0,-1 1 1 0 0,0-1 0 0 0,0 1 0 0 0,0-1 0 0 0,0 0 0 0 0,0 0-1 0 0,1 0 1 0 0,-1 0 0 0 0,0 0 0 0 0,0 0 0 0 0,0 0 0 0 0,1 0-1 0 0,-1 0 1 0 0,0 0 0 0 0,0-1 0 0 0,0 1 0 0 0,0 0 0 0 0,0-1-1 0 0,0 1 1 0 0,0-1 0 0 0,1 1 0 0 0,-1-1 0 0 0,0 0 0 0 0,-1 1-1 0 0,1-1 1 0 0,0 0 0 0 0,0 0 0 0 0,0 0 0 0 0,0 1 0 0 0,0-2-1 0 0,3-5-7 0 0,-1 1-1 0 0,0-1 0 0 0,0 1 0 0 0,-1-1 0 0 0,1 0 1 0 0,-2 0-1 0 0,1 0 0 0 0,-1 0 0 0 0,0 0 1 0 0,0 0-1 0 0,-1-8 0 0 0,0-13-93 0 0,-5-39 1 0 0,-1 32 117 0 0,-15-51 0 0 0,-5-20 206 0 0,24 93-180 0 0,1 1 0 0 0,0 0 0 0 0,1-1 0 0 0,0 1 0 0 0,1-1 0 0 0,3-17 0 0 0,-4 28-36 0 0,0 0 0 0 0,0-1-1 0 0,1 1 1 0 0,-1 0-1 0 0,1 0 1 0 0,0-1 0 0 0,0 1-1 0 0,0 0 1 0 0,0 0-1 0 0,0 0 1 0 0,0 0 0 0 0,0 0-1 0 0,1 0 1 0 0,-1 0-1 0 0,1 1 1 0 0,-1-1 0 0 0,1 0-1 0 0,0 1 1 0 0,0-1-1 0 0,-1 1 1 0 0,1 0 0 0 0,0-1-1 0 0,0 1 1 0 0,1 0-1 0 0,-1 0 1 0 0,4-1 0 0 0,-2 2-32 0 0,1 0 0 0 0,-1 0 0 0 0,0 0 0 0 0,1 1 0 0 0,-1 0 0 0 0,0 0 0 0 0,1 0 1 0 0,-1 0-1 0 0,0 1 0 0 0,0-1 0 0 0,0 1 0 0 0,0 0 0 0 0,4 3 0 0 0,-6-4-8 0 0,-1 0-1 0 0,1 0 1 0 0,0 0-1 0 0,0 0 1 0 0,0 0-1 0 0,0 0 1 0 0,0-1-1 0 0,-1 1 1 0 0,1 0-1 0 0,0-1 0 0 0,0 0 1 0 0,1 0-1 0 0,-1 1 1 0 0,0-1-1 0 0,0 0 1 0 0,0-1-1 0 0,0 1 1 0 0,0 0-1 0 0,0 0 1 0 0,3-2-1 0 0,-3 0 33 0 0,0 1-1 0 0,0-1 0 0 0,0 0 1 0 0,0 0-1 0 0,0 0 0 0 0,-1 0 1 0 0,1 0-1 0 0,-1 0 0 0 0,0 0 1 0 0,1 0-1 0 0,-1 0 0 0 0,0-1 1 0 0,0 1-1 0 0,0-1 0 0 0,-1 1 0 0 0,1-1 1 0 0,0-2-1 0 0,2-9 106 0 0,-1 0 0 0 0,-1-1 0 0 0,0 0 0 0 0,0 1 0 0 0,-2-1 1 0 0,1 1-1 0 0,-4-16 0 0 0,-28-104 587 0 0,6 30-506 0 0,22 86-169 0 0,3 13-14 0 0,-1 0 0 0 0,1 0 1 0 0,0 0-1 0 0,0 0 0 0 0,0 0 0 0 0,1 0 0 0 0,-1-1 0 0 0,1 1 0 0 0,1 0 0 0 0,-1 0 0 0 0,1 0 0 0 0,1-8 1 0 0,-1 13-6 0 0,-1 0 0 0 0,0 0 1 0 0,1-1-1 0 0,-1 1 0 0 0,0 0 1 0 0,1 0-1 0 0,-1 0 0 0 0,1-1 1 0 0,-1 1-1 0 0,0 0 0 0 0,1 0 1 0 0,-1 0-1 0 0,1 0 0 0 0,-1 0 1 0 0,1 0-1 0 0,-1 0 1 0 0,0 0-1 0 0,1 0 0 0 0,-1 0 1 0 0,1 0-1 0 0,-1 0 0 0 0,1 0 1 0 0,-1 0-1 0 0,0 1 0 0 0,1-1 1 0 0,-1 0-1 0 0,1 0 0 0 0,-1 0 1 0 0,0 1-1 0 0,1-1 1 0 0,-1 0-1 0 0,0 0 0 0 0,1 1 1 0 0,-1-1-1 0 0,1 1 0 0 0,19 14-305 0 0,-8-5 149 0 0,-10-9 155 0 0,-1-1 0 0 0,0 1 0 0 0,0 0 1 0 0,1-1-1 0 0,-1 0 0 0 0,0 1 1 0 0,1-1-1 0 0,-1 0 0 0 0,1 1 0 0 0,-1-1 1 0 0,0 0-1 0 0,1 0 0 0 0,-1 0 0 0 0,1 0 1 0 0,-1 0-1 0 0,0-1 0 0 0,1 1 0 0 0,-1 0 1 0 0,0-1-1 0 0,1 1 0 0 0,-1-1 0 0 0,0 1 1 0 0,1-1-1 0 0,-1 0 0 0 0,1 0 0 0 0,0-1 3 0 0,0 0-1 0 0,0 0 0 0 0,0-1 0 0 0,-1 1 0 0 0,1 0 0 0 0,-1-1 0 0 0,0 1 1 0 0,0-1-1 0 0,0 1 0 0 0,0-1 0 0 0,0 1 0 0 0,0-4 0 0 0,2-8-26 0 0,-1 0-1 0 0,-1 0 0 0 0,-1-27 0 0 0,-6-48 29 0 0,2 61 10 0 0,2-1 1 0 0,1 0-1 0 0,1 0 1 0 0,1 0-1 0 0,2 0 1 0 0,8-37-1 0 0,-2 45 9 0 0,-9 21-16 0 0,0 0 0 0 0,0-1 0 0 0,0 1 1 0 0,1 0-1 0 0,-1 0 0 0 0,0 0 0 0 0,0-1 0 0 0,0 1 1 0 0,1 0-1 0 0,-1 0 0 0 0,0 0 0 0 0,0-1 1 0 0,1 1-1 0 0,-1 0 0 0 0,0 0 0 0 0,0 0 1 0 0,1 0-1 0 0,-1 0 0 0 0,0 0 0 0 0,1 0 1 0 0,-1 0-1 0 0,0 0 0 0 0,0 0 0 0 0,1-1 1 0 0,-1 2-1 0 0,0-1 0 0 0,1 0 0 0 0,-1 0 1 0 0,0 0-1 0 0,1 0 0 0 0,-1 0 0 0 0,1 0 1 0 0,1 2 9 0 0,0 0 0 0 0,-1 0 0 0 0,1 0 0 0 0,0 0 0 0 0,-1 1 1 0 0,1-1-1 0 0,-1 0 0 0 0,1 1 0 0 0,0 2 0 0 0,-1-2-5 0 0,0-1 0 0 0,0 1 1 0 0,0-1-1 0 0,1 0 0 0 0,-1 0 0 0 0,0 1 0 0 0,1-1 0 0 0,0 0 0 0 0,0 0 0 0 0,-1 0 0 0 0,1-1 0 0 0,5 4 0 0 0,-6-5-3 0 0,0 0 0 0 0,0 0-1 0 0,0 0 1 0 0,0-1 0 0 0,0 1-1 0 0,1 0 1 0 0,-1-1-1 0 0,0 1 1 0 0,0-1 0 0 0,0 1-1 0 0,0-1 1 0 0,0 1 0 0 0,0-1-1 0 0,0 0 1 0 0,-1 0-1 0 0,1 1 1 0 0,0-1 0 0 0,0 0-1 0 0,0 0 1 0 0,-1 0 0 0 0,1 0-1 0 0,-1 0 1 0 0,1 0-1 0 0,0 0 1 0 0,-1 0 0 0 0,1-2-1 0 0,13-31-27 0 0,-14 33 23 0 0,6-23-94 0 0,-1 0-1 0 0,-2 0 1 0 0,0 0-1 0 0,-1 0 1 0 0,-2 0-1 0 0,-1-1 1 0 0,-4-29-1 0 0,2 22 269 0 0,2 0 0 0 0,1 1-1 0 0,5-43 1 0 0,1 53-129 0 0,-6 21-35 0 0,1 0 0 0 0,-1 0 1 0 0,0-1-1 0 0,0 1 0 0 0,0 0 0 0 0,1 0 0 0 0,-1 0 0 0 0,0 0 0 0 0,0 0 0 0 0,1 0 0 0 0,-1-1 0 0 0,0 1 0 0 0,0 0 1 0 0,0 0-1 0 0,1 0 0 0 0,-1 0 0 0 0,0 0 0 0 0,0 0 0 0 0,1 0 0 0 0,-1 0 0 0 0,0 0 0 0 0,0 0 0 0 0,1 0 1 0 0,-1 0-1 0 0,0 0 0 0 0,0 0 0 0 0,1 0 0 0 0,-1 1 0 0 0,0-1 0 0 0,0 0 0 0 0,1 0 0 0 0,-1 0 0 0 0,0 0 0 0 0,0 0 1 0 0,0 0-1 0 0,1 1 0 0 0,-1-1 0 0 0,0 0 0 0 0,0 0 0 0 0,21 34 1029 0 0,-6-8-318 0 0,-14-25-700 0 0,0 0 1 0 0,0-1-1 0 0,0 1 0 0 0,-1 0 1 0 0,1 0-1 0 0,1 0 0 0 0,-1-1 0 0 0,0 1 1 0 0,0-1-1 0 0,0 1 0 0 0,0-1 1 0 0,0 1-1 0 0,0-1 0 0 0,1 0 0 0 0,-1 1 1 0 0,0-1-1 0 0,0 0 0 0 0,1 0 1 0 0,-1 0-1 0 0,0 0 0 0 0,0 0 0 0 0,1 0 1 0 0,1-1-1 0 0,-1 0-11 0 0,1 0 1 0 0,-1 0-1 0 0,0 0 1 0 0,1-1-1 0 0,-1 1 1 0 0,0-1-1 0 0,0 1 1 0 0,0-1-1 0 0,0 0 1 0 0,3-3-1 0 0,2-5-58 0 0,1 0 0 0 0,-2-1 0 0 0,10-17 0 0 0,-16 27 49 0 0,9-18-67 0 0,-1-1-1 0 0,-1 0 1 0 0,-1 0 0 0 0,7-35-1 0 0,2-82 367 0 0,-10 67 109 0 0,-4 66-340 0 0,0 0 0 0 0,0 0 1 0 0,0 1-1 0 0,1-1 0 0 0,-1 0 1 0 0,1 1-1 0 0,0-1 0 0 0,0 1 1 0 0,0 0-1 0 0,0 0 0 0 0,0-1 1 0 0,1 1-1 0 0,0 1 1 0 0,-1-1-1 0 0,1 0 0 0 0,0 1 1 0 0,6-4-1 0 0,-5 3 18 0 0,0-1 0 0 0,0 1-1 0 0,0-1 1 0 0,0 0 0 0 0,0 0 0 0 0,-1 0 0 0 0,0-1 0 0 0,0 1 0 0 0,0-1 0 0 0,2-5-1 0 0,-1-2 1 0 0,-1 1 0 0 0,-1-1 1 0 0,0 0-1 0 0,0 0 0 0 0,-1 0 0 0 0,-1-16 0 0 0,0 14-98 0 0,0-1 0 0 0,2 0 0 0 0,3-18 1 0 0,-5 32-22 0 0,0 1-1 0 0,0-1 1 0 0,0 1 0 0 0,0 0 0 0 0,0-1 0 0 0,0 1 0 0 0,1-1 0 0 0,-1 1 0 0 0,0 0 0 0 0,0-1 0 0 0,0 1 0 0 0,0 0 0 0 0,1-1 0 0 0,-1 1 0 0 0,0 0 0 0 0,0-1 0 0 0,1 1 0 0 0,-1 0 0 0 0,0-1 0 0 0,1 1 0 0 0,-1 0 0 0 0,0 0 0 0 0,1 0 0 0 0,-1-1 0 0 0,0 1-1 0 0,1 0 1 0 0</inkml:trace>
</inkml:ink>
</file>

<file path=ppt/ink/ink3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6:27.20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0 11058 0 0,'6'7'283'0'0,"1"0"-1"0"0,-1 1 0 0 0,0 0 0 0 0,-1 0 1 0 0,1 0-1 0 0,-2 0 0 0 0,1 1 0 0 0,-1-1 1 0 0,-1 1-1 0 0,1 0 0 0 0,1 11 0 0 0,-2-4-559 0 0,-1 1 1 0 0,0 0-1 0 0,-1-1 0 0 0,-1 1 0 0 0,-3 25 0 0 0,2-32-20 0 0,-2 38 493 0 0,3-45-427 0 0,0 0 0 0 0,0-1-1 0 0,0 1 1 0 0,0 0 0 0 0,1-1-1 0 0,-1 1 1 0 0,1 0 0 0 0,0-1 0 0 0,0 1-1 0 0,0-1 1 0 0,0 0 0 0 0,0 1 0 0 0,1-1-1 0 0,1 3 1 0 0</inkml:trace>
</inkml:ink>
</file>

<file path=ppt/ink/ink3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6:27.60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149 55 2761 0 0,'0'-2'210'0'0,"0"0"0"0"0,-1 0 0 0 0,0 0 0 0 0,1 0 1 0 0,-1 0-1 0 0,0 1 0 0 0,0-1 0 0 0,0 0 0 0 0,0 0 1 0 0,-1 0-1 0 0,1 1 0 0 0,0-1 0 0 0,-2-1 1 0 0,3 3-93 0 0,-1 0 0 0 0,1-1 0 0 0,0 1 0 0 0,-1 0 0 0 0,1 0 0 0 0,0 0 0 0 0,-1-1 1 0 0,1 1-1 0 0,-1 0 0 0 0,1 0 0 0 0,0 0 0 0 0,-1 0 0 0 0,1 0 0 0 0,0 0 0 0 0,-1 0 1 0 0,1 0-1 0 0,-1 0 0 0 0,1 0 0 0 0,0 0 0 0 0,-1 0 0 0 0,1 0 0 0 0,-1 0 0 0 0,1 0 1 0 0,0 0-1 0 0,-1 1 0 0 0,1-1 0 0 0,-10 15 958 0 0,10-14-1045 0 0,-14 44 711 0 0,-2-1-1 0 0,-2-1 0 0 0,-27 48 0 0 0,44-91-740 0 0,1 1-1 0 0,0-1 0 0 0,0 1 0 0 0,0-1 0 0 0,-1 1 0 0 0,1-1 1 0 0,0 1-1 0 0,-1-1 0 0 0,1 1 0 0 0,0-1 0 0 0,-1 0 0 0 0,1 1 1 0 0,0-1-1 0 0,-1 1 0 0 0,1-1 0 0 0,-1 0 0 0 0,1 0 0 0 0,-1 1 1 0 0,1-1-1 0 0,0 0 0 0 0,-1 0 0 0 0,1 1 0 0 0,-1-1 0 0 0,0 0 1 0 0,1 0-1 0 0,-1 0 0 0 0,1 0 0 0 0,-1 0 0 0 0,0 0 0 0 0,-5-12-808 0 0,3-24-1281 0 0,7-1 936 0 0,10-44-1 0 0,-12 72 1396 0 0,1-1-1 0 0,0 1 0 0 0,0 0 1 0 0,1 0-1 0 0,0 0 0 0 0,0 0 1 0 0,1 0-1 0 0,0 1 0 0 0,1 0 1 0 0,6-8-1 0 0,-11 16-127 0 0,-1-1 1 0 0,1 1-1 0 0,0-1 0 0 0,0 1 1 0 0,-1 0-1 0 0,1-1 0 0 0,0 1 1 0 0,0 0-1 0 0,0 0 0 0 0,-1 0 1 0 0,1-1-1 0 0,0 1 0 0 0,0 0 1 0 0,0 0-1 0 0,-1 0 0 0 0,1 0 1 0 0,0 0-1 0 0,0 0 0 0 0,0 1 1 0 0,0-1-1 0 0,-1 0 0 0 0,1 0 1 0 0,0 1-1 0 0,0-1 1 0 0,-1 0-1 0 0,1 1 0 0 0,0-1 1 0 0,0 0-1 0 0,-1 1 0 0 0,1-1 1 0 0,0 1-1 0 0,-1 0 0 0 0,1-1 1 0 0,-1 1-1 0 0,1-1 0 0 0,-1 1 1 0 0,1 0-1 0 0,-1-1 0 0 0,1 2 1 0 0,24 35 1153 0 0,-20-28-1430 0 0,-1-4-327 0 0,-1 0 0 0 0,1 0 1 0 0,1 0-1 0 0,-1 0 0 0 0,0-1 1 0 0,1 0-1 0 0,0 1 0 0 0,9 4 1 0 0,-2-3-3933 0 0</inkml:trace>
</inkml:ink>
</file>

<file path=ppt/ink/ink3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6:28.01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 1 9218 0 0,'0'0'44'0'0,"-1"-1"0"0"0,1 1 0 0 0,0 0 0 0 0,0 0 0 0 0,0 0 0 0 0,-1 0 0 0 0,1 0 0 0 0,0 0-1 0 0,0 0 1 0 0,-1 0 0 0 0,1 0 0 0 0,0 0 0 0 0,0 0 0 0 0,-1 0 0 0 0,1 0 0 0 0,0 0 0 0 0,0 0 0 0 0,0 1 0 0 0,-1-1 0 0 0,1 0 0 0 0,0 0 0 0 0,0 0 0 0 0,0 0 0 0 0,-1 0 0 0 0,1 0 0 0 0,0 1 0 0 0,0-1-1 0 0,0 0 1 0 0,0 0 0 0 0,-1 0 0 0 0,1 0 0 0 0,0 1 0 0 0,0-1 0 0 0,0 0 0 0 0,0 0 0 0 0,0 0 0 0 0,0 1 0 0 0,0-1 0 0 0,0 0 0 0 0,0 0 0 0 0,-1 0 0 0 0,1 1 0 0 0,0-1 0 0 0,0 0 0 0 0,0 0 0 0 0,0 1-1 0 0,0-1 1 0 0,5 19 1249 0 0,15 27 73 0 0,-17-38-1061 0 0,29 69 418 0 0,28 104 0 0 0,-40-118-3577 0 0,-19-59 2341 0 0,3 11-598 0 0</inkml:trace>
</inkml:ink>
</file>

<file path=ppt/ink/ink3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6:28.39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218 24 8290 0 0,'0'-1'67'0'0,"-1"1"-1"0"0,1-1 1 0 0,-1 1 0 0 0,1-1 0 0 0,-1 1 0 0 0,1 0-1 0 0,-1-1 1 0 0,1 1 0 0 0,-1 0 0 0 0,0-1 0 0 0,1 1-1 0 0,-1 0 1 0 0,0 0 0 0 0,1-1 0 0 0,-1 1 0 0 0,0 0-1 0 0,1 0 1 0 0,-1 0 0 0 0,0 0 0 0 0,0 0 0 0 0,0 0-1 0 0,-10 14 1181 0 0,10-11-1211 0 0,-172 361 1373 0 0,165-352-1792 0 0,2-15-244 0 0,5 1 579 0 0,0 0 0 0 0,1 1 1 0 0,-1-1-1 0 0,0 0 0 0 0,1 1 0 0 0,0-1 1 0 0,-1 0-1 0 0,1 0 0 0 0,0 0 0 0 0,0 1 0 0 0,0-4 1 0 0,4-15-130 0 0,0 0 0 0 0,1 1 0 0 0,1 0 0 0 0,0 0 0 0 0,17-32 0 0 0,58-87-83 0 0,-58 100 256 0 0,-18 30-251 0 0,-1 2 521 0 0,-1 0 0 0 0,1 0 0 0 0,0 0 0 0 0,0 1 0 0 0,1 0-1 0 0,7-7 1 0 0,-11 11-157 0 0,0 1 0 0 0,0-1-1 0 0,0 0 1 0 0,0 1 0 0 0,0-1-1 0 0,0 1 1 0 0,0 0 0 0 0,0-1 0 0 0,0 1-1 0 0,0 0 1 0 0,0-1 0 0 0,0 1-1 0 0,0 0 1 0 0,0 0 0 0 0,0 0-1 0 0,1 0 1 0 0,-1 0 0 0 0,1 1-1 0 0,0-1 28 0 0,0 1 0 0 0,0 0 0 0 0,0 0-1 0 0,-1 0 1 0 0,1 0 0 0 0,0 0 0 0 0,-1 1 0 0 0,1-1-1 0 0,-1 0 1 0 0,1 1 0 0 0,-1-1 0 0 0,0 1-1 0 0,0-1 1 0 0,1 3 0 0 0,26 38 603 0 0,-18-25-2153 0 0,0-2 1 0 0,22 26 0 0 0,-21-30-3014 0 0</inkml:trace>
</inkml:ink>
</file>

<file path=ppt/ink/ink3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6:29.29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10 61 3225 0 0,'-1'-46'14096'0'0,"1"46"-13965"0"0,-6 30 325 0 0,4-14 265 0 0,12-35-647 0 0,-2 9 92 0 0,-8 9-150 0 0,1 0 1 0 0,0 1 0 0 0,0-1 0 0 0,-1 0 0 0 0,1 1 0 0 0,0-1 0 0 0,-1 0 0 0 0,1 0 0 0 0,-1 0 0 0 0,1 1 0 0 0,-1-1 0 0 0,1 0 0 0 0,-1 0 0 0 0,0 0-1 0 0,1 0 1 0 0,-1 0 0 0 0,0 0 0 0 0,0 0 0 0 0,0 0 0 0 0,0 0 0 0 0,0 0 0 0 0,0 0 0 0 0,0 0 0 0 0,0 0 0 0 0,0 0 0 0 0,0 0 0 0 0,0 0 0 0 0,-1 0-1 0 0,1 0 1 0 0,0 0 0 0 0,-1 1 0 0 0,1-1 0 0 0,-1-1 0 0 0,1 30 1413 0 0,6 92-1228 0 0,7 101 212 0 0,-8-182-1084 0 0,1 0 1 0 0,2 0-1 0 0,20 55 1 0 0,-27-89 125 0 0,1 0 1 0 0,0 0-1 0 0,0-1 1 0 0,0 1-1 0 0,1-1 1 0 0,-1 1-1 0 0,1-1 0 0 0,0 0 1 0 0,5 5-1 0 0</inkml:trace>
</inkml:ink>
</file>

<file path=ppt/ink/ink3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6:29.57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 40 1376 0 0,'-1'-5'-85'0'0,"-1"-17"1385"0"0,7 9 2630 0 0,0 24 5 0 0,1 12-3018 0 0,-1-4-251 0 0,0-1 1 0 0,1 0-1 0 0,0 0 1 0 0,11 19-1 0 0,-15-32-681 0 0,1-1 0 0 0,0 0 0 0 0,-1 0-1 0 0,1 0 1 0 0,1-1 0 0 0,-1 1 0 0 0,0 0 0 0 0,1-1-1 0 0,0 0 1 0 0,0 0 0 0 0,0 0 0 0 0,0-1 0 0 0,0 1 0 0 0,0-1-1 0 0,1 0 1 0 0,-1 0 0 0 0,1 0 0 0 0,-1-1 0 0 0,1 0-1 0 0,0 0 1 0 0,9 1 0 0 0,23 0-3016 0 0,-24-3-1195 0 0</inkml:trace>
</inkml:ink>
</file>

<file path=ppt/ink/ink3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6:30.14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 0 10138 0 0,'2'15'3145'0'0,"2"23"-2537"0"0,-8 26-72 0 0,0 78-321 0 0,5-122-1860 0 0,1 0-1 0 0,7 32 1 0 0,-6-44 14 0 0</inkml:trace>
</inkml:ink>
</file>

<file path=ppt/ink/ink3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6:30.48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170 139 4609 0 0,'-16'-16'167'0'0,"12"11"257"0"0,0 0-1 0 0,-1 0 1 0 0,0 0 0 0 0,0 1-1 0 0,0 0 1 0 0,-7-5-1 0 0,10 9-325 0 0,1-1 0 0 0,-1 0 0 0 0,0 1 0 0 0,0-1-1 0 0,1 1 1 0 0,-1-1 0 0 0,0 1 0 0 0,0 0 0 0 0,1 0 0 0 0,-1 0-1 0 0,0 0 1 0 0,0 0 0 0 0,0 0 0 0 0,1 1 0 0 0,-1-1-1 0 0,0 0 1 0 0,0 1 0 0 0,1-1 0 0 0,-1 1 0 0 0,0 0 0 0 0,1 0-1 0 0,-1-1 1 0 0,1 1 0 0 0,-1 0 0 0 0,1 1 0 0 0,-1-1 0 0 0,1 0-1 0 0,-2 1 1 0 0,-4 6 306 0 0,-1 0 0 0 0,1 0 0 0 0,0 1-1 0 0,-7 11 1 0 0,11-16-241 0 0,1 0 0 0 0,0 0 1 0 0,-1 0-1 0 0,1 0 0 0 0,1 1 0 0 0,-1-1 1 0 0,1 1-1 0 0,0-1 0 0 0,0 1 0 0 0,0-1 1 0 0,0 1-1 0 0,1 7 0 0 0,0-11-151 0 0,0-1-1 0 0,0 1 0 0 0,0-1 1 0 0,1 1-1 0 0,-1-1 0 0 0,0 1 1 0 0,1-1-1 0 0,-1 0 0 0 0,0 1 1 0 0,1-1-1 0 0,-1 0 0 0 0,0 1 1 0 0,1-1-1 0 0,-1 0 1 0 0,1 1-1 0 0,-1-1 0 0 0,0 0 1 0 0,1 0-1 0 0,-1 1 0 0 0,1-1 1 0 0,-1 0-1 0 0,1 0 0 0 0,-1 0 1 0 0,1 0-1 0 0,-1 0 1 0 0,1 0-1 0 0,-1 0 0 0 0,1 0 1 0 0,-1 0-1 0 0,1 0 0 0 0,-1 0 1 0 0,1 0-1 0 0,-1 0 0 0 0,1 0 1 0 0,-1 0-1 0 0,1 0 0 0 0,-1-1 1 0 0,1 1-1 0 0,-1 0 1 0 0,1 0-1 0 0,-1-1 0 0 0,0 1 1 0 0,1 0-1 0 0,-1-1 0 0 0,1 1 1 0 0,0-1-1 0 0,27-17 510 0 0,-23 15-444 0 0,16-12 49 0 0,1-2-1 0 0,-2 0 0 0 0,0-1 1 0 0,-2-1-1 0 0,0-1 1 0 0,0 0-1 0 0,18-30 0 0 0,-36 49-106 0 0,1-1-1 0 0,-1 1 0 0 0,1 0 1 0 0,0 0-1 0 0,-1 0 1 0 0,1 0-1 0 0,0 0 0 0 0,0 0 1 0 0,0 0-1 0 0,0 0 1 0 0,0 0-1 0 0,0 0 0 0 0,0 0 1 0 0,0 1-1 0 0,0-1 1 0 0,0 0-1 0 0,3 0 0 0 0,-2 1 40 0 0,0 0 0 0 0,0 1 1 0 0,0-1-1 0 0,0 1 0 0 0,0-1 0 0 0,-1 1 0 0 0,1-1 0 0 0,0 1 0 0 0,0 0 0 0 0,0 0 0 0 0,-1 0 0 0 0,3 2 0 0 0,87 52-1577 0 0,-70-43-4388 0 0</inkml:trace>
</inkml:ink>
</file>

<file path=ppt/ink/ink3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6:33.09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2379 585 9674 0 0,'-48'-135'2463'0'0,"-2"-4"-831"0"0,42 122-1512 0 0,-1-1 0 0 0,-1 2 0 0 0,0 0 1 0 0,-1 0-1 0 0,-24-26 0 0 0,16 24-22 0 0,-1 1-1 0 0,0 1 1 0 0,-1 1 0 0 0,-1 1 0 0 0,0 1-1 0 0,-1 0 1 0 0,0 2 0 0 0,-1 1 0 0 0,-1 1-1 0 0,1 1 1 0 0,-48-9 0 0 0,5 6-270 0 0,-1 3-1 0 0,1 3 1 0 0,-90 4 0 0 0,100 4-28 0 0,0 2 0 0 0,0 3 0 0 0,-98 26 0 0 0,107-19 599 0 0,0 1-1 0 0,2 3 1 0 0,0 2 0 0 0,1 2 0 0 0,1 1-1 0 0,2 3 1 0 0,-74 59 0 0 0,39-19-84 0 0,2 4 1 0 0,4 3-1 0 0,3 3 1 0 0,3 3-1 0 0,4 3 1 0 0,-75 135-1 0 0,100-150-319 0 0,2 1 0 0 0,4 2 1 0 0,2 1-1 0 0,4 2 0 0 0,-16 84 0 0 0,33-123 28 0 0,2-1 0 0 0,2 1 0 0 0,1 0 0 0 0,2 0 0 0 0,1 0 0 0 0,1 0 0 0 0,3 0 0 0 0,0-1 0 0 0,2 1 0 0 0,2-2 0 0 0,1 1 1 0 0,2-1-1 0 0,25 51 0 0 0,-18-52 40 0 0,1-1 0 0 0,2-1 0 0 0,0-1 0 0 0,2-1 0 0 0,2-1 0 0 0,0-1 0 0 0,2-1 0 0 0,0-1 0 0 0,2-2 0 0 0,38 22 0 0 0,1-5 123 0 0,2-3 1 0 0,1-4 0 0 0,131 40 0 0 0,-149-56-129 0 0,1-3 0 0 0,0-3 0 0 0,1-2 0 0 0,0-2 1 0 0,0-3-1 0 0,1-2 0 0 0,90-11 0 0 0,-76 0 13 0 0,-1-4 0 0 0,-1-2-1 0 0,0-4 1 0 0,-1-2 0 0 0,101-50 0 0 0,-69 22 12 0 0,-3-3 1 0 0,-2-5 0 0 0,-3-4-1 0 0,-2-4 1 0 0,115-111 0 0 0,-80 58-39 0 0,205-212 109 0 0,-197 166-18 0 0,-118 143-72 0 0,0-1-1 0 0,-2 0 1 0 0,-1-1-1 0 0,-1 0 1 0 0,16-49-1 0 0,-24 59-19 0 0,-1-1 0 0 0,-1 1 0 0 0,0 0 0 0 0,-1 0 0 0 0,-1 0 0 0 0,0-1 0 0 0,-1 1 0 0 0,0 0 0 0 0,-1 0 0 0 0,-1 0 0 0 0,0 1 0 0 0,-1-1 0 0 0,0 1 0 0 0,-1 0 0 0 0,-1 1 0 0 0,-7-13 0 0 0,-11-13 20 0 0,-1 1 1 0 0,-2 1 0 0 0,-55-55-1 0 0,29 41-8 0 0,-1 2-1 0 0,-3 2 1 0 0,-2 3 0 0 0,-94-51-1 0 0,31 30-572 0 0,-186-68 0 0 0,221 101-1609 0 0,-167-38 1 0 0,192 58 829 0 0</inkml:trace>
</inkml:ink>
</file>

<file path=ppt/ink/ink3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6:33.99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14 107 3225 0 0,'-7'-36'3734'0'0,"6"32"-3230"0"0,-1 0-1 0 0,1-1 1 0 0,0 1 0 0 0,1 0 0 0 0,-1 0 0 0 0,1-1 0 0 0,-1 1 0 0 0,1 0 0 0 0,1 0 0 0 0,-1-1 0 0 0,0 1 0 0 0,3-8 0 0 0,-3 12-402 0 0,0-1 0 0 0,1 1 1 0 0,-1-1-1 0 0,0 1 1 0 0,0 0-1 0 0,1-1 1 0 0,-1 1-1 0 0,0-1 1 0 0,0 1-1 0 0,1 0 1 0 0,-1-1-1 0 0,1 1 1 0 0,-1 0-1 0 0,0-1 1 0 0,1 1-1 0 0,-1 0 0 0 0,1-1 1 0 0,-1 1-1 0 0,1 0 1 0 0,-1 0-1 0 0,1 0 1 0 0,-1-1-1 0 0,0 1 1 0 0,1 0-1 0 0,-1 0 1 0 0,1 0-1 0 0,-1 0 1 0 0,1 0-1 0 0,0 0 1 0 0,-1 0-1 0 0,1 0 0 0 0,-1 0 1 0 0,1 0-1 0 0,17 13 1141 0 0,6 23-700 0 0,6 38 226 0 0,23 83 1 0 0,-34-94-441 0 0,2 0 1 0 0,48 95-1 0 0,-43-113-256 0 0,-6-11-43 0 0,-2 1 0 0 0,27 70 0 0 0,-45-105-102 0 0,7 19 434 0 0,-7-19-421 0 0,0 0 1 0 0,0 1-1 0 0,0-1 1 0 0,0 0-1 0 0,1 0 1 0 0,-1 1 0 0 0,0-1-1 0 0,0 0 1 0 0,0 0-1 0 0,0 0 1 0 0,0 1-1 0 0,0-1 1 0 0,0 0-1 0 0,1 0 1 0 0,-1 0-1 0 0,0 1 1 0 0,0-1 0 0 0,0 0-1 0 0,0 0 1 0 0,1 0-1 0 0,-1 0 1 0 0,0 1-1 0 0,0-1 1 0 0,0 0-1 0 0,1 0 1 0 0,-1 0-1 0 0,0 0 1 0 0,0 0 0 0 0,1 0-1 0 0,-1 0 1 0 0,0 0-1 0 0,0 1 1 0 0,0-1-1 0 0,1 0 1 0 0,-1 0-1 0 0,0 0 1 0 0,0 0-1 0 0,1 0 1 0 0,-1-1 0 0 0,0 1-1 0 0,0 0 1 0 0,1 0-1 0 0,-1 0 1 0 0,0 0-1 0 0,0 0 1 0 0,1 0-1 0 0,-1 0 1 0 0,0 0-1 0 0,0 0 1 0 0,0-1 0 0 0,1 1-1 0 0,-1 0 1 0 0,0 0-1 0 0,0 0 1 0 0,0 0-1 0 0,0-1 1 0 0,1 1-1 0 0,-1 0 1 0 0,0 0-1 0 0,0 0 1 0 0,0-1 0 0 0,0 1-1 0 0,0 0 1 0 0,0 0-1 0 0,0-1 1 0 0,1 1-1 0 0,-1-1 1 0 0</inkml:trace>
</inkml:ink>
</file>

<file path=ppt/ink/ink3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6:34.28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31 3225 0 0,'12'-28'3908'0'0,"-11"28"-3629"0"0,0-1 0 0 0,0 1-1 0 0,-1 0 1 0 0,1-1 0 0 0,0 1 0 0 0,-1 0 0 0 0,1 0 0 0 0,0-1-1 0 0,1 1 1 0 0,0 0 175 0 0,-1 0 1 0 0,0 0-1 0 0,1 1 0 0 0,-1-1 1 0 0,1 0-1 0 0,-1 1 0 0 0,0-1 1 0 0,1 1-1 0 0,-1 0 0 0 0,0-1 1 0 0,0 1-1 0 0,1 0 0 0 0,1 1 1 0 0,11 12-264 0 0,1 4 454 0 0,-1 1 1 0 0,-2 1 0 0 0,0 0-1 0 0,17 38 1 0 0,27 91 65 0 0,-55-146-709 0 0,120 318 164 0 0,-116-311-349 0 0,-3-6-77 0 0,0 0 0 0 0,0 0 0 0 0,-1 0 0 0 0,1 0-1 0 0,-1 0 1 0 0,1 7 0 0 0</inkml:trace>
</inkml:ink>
</file>

<file path=ppt/ink/ink3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6:34.55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22 345 6449 0 0,'-1'0'84'0'0,"0"0"-1"0"0,-1 0 1 0 0,1 0-1 0 0,0 0 1 0 0,0 0-1 0 0,0 0 1 0 0,-1-1-1 0 0,1 1 1 0 0,0 0-1 0 0,0-1 1 0 0,0 1-1 0 0,-1-1 1 0 0,1 1-1 0 0,-1-2 1 0 0,2 2 45 0 0,0 0 0 0 0,-1-1 0 0 0,1 1 1 0 0,0 0-1 0 0,0-1 0 0 0,0 1 0 0 0,-1 0 0 0 0,1-1 0 0 0,0 1 1 0 0,0-1-1 0 0,0 1 0 0 0,0 0 0 0 0,0-1 0 0 0,0 1 1 0 0,0 0-1 0 0,0-1 0 0 0,0 1 0 0 0,0-1 0 0 0,0 1 0 0 0,0 0 1 0 0,0-1-1 0 0,0 1 0 0 0,0-1 0 0 0,1 1 0 0 0,-1 0 1 0 0,0-1-1 0 0,0 1 0 0 0,1-1 0 0 0,24-27 4690 0 0,-25 27-4885 0 0,38-32 1379 0 0,1 1-1 0 0,2 3 1 0 0,63-36 0 0 0,140-58-6303 0 0,-236 119 4597 0 0,20-10-5578 0 0</inkml:trace>
</inkml:ink>
</file>

<file path=ppt/ink/ink3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6:34.80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65 13 6449 0 0,'-3'-2'317'0'0,"0"0"0"0"0,0 1 0 0 0,0-1 0 0 0,-1 1-1 0 0,1 0 1 0 0,-1 0 0 0 0,1 0 0 0 0,0 0 0 0 0,-1 1 0 0 0,1-1-1 0 0,-1 1 1 0 0,-3 0 0 0 0,6 0-130 0 0,0 0 0 0 0,0 1-1 0 0,1-1 1 0 0,-1 0 0 0 0,0 0 0 0 0,0 0-1 0 0,0 1 1 0 0,1-1 0 0 0,-1 0 0 0 0,0 1 0 0 0,0-1-1 0 0,1 1 1 0 0,-1-1 0 0 0,0 1 0 0 0,1-1-1 0 0,-1 1 1 0 0,1 0 0 0 0,-1-1 0 0 0,1 1-1 0 0,-1 0 1 0 0,0 0 0 0 0,1 1-20 0 0,-1-1-1 0 0,1 1 1 0 0,0-1-1 0 0,-1 1 1 0 0,1-1-1 0 0,0 1 1 0 0,0-1-1 0 0,0 1 1 0 0,0-1-1 0 0,0 1 1 0 0,1-1-1 0 0,-1 1 1 0 0,0-1-1 0 0,1 1 1 0 0,-1-1-1 0 0,2 2 1 0 0,58 140 3950 0 0,-14-41-3916 0 0,23 36-369 0 0,-28-61-2830 0 0,-39-65 900 0 0,-4-7 731 0 0</inkml:trace>
</inkml:ink>
</file>

<file path=ppt/ink/ink3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6:35.04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6 199 1840 0 0,'-2'-6'454'0'0,"1"0"-1"0"0,0 0 0 0 0,0 0 0 0 0,0 0 1 0 0,1 0-1 0 0,0 0 0 0 0,0 0 0 0 0,1-1 1 0 0,1-5-1 0 0,-1 7-340 0 0,1 0 1 0 0,0 1-1 0 0,0-1 1 0 0,0 1-1 0 0,1-1 1 0 0,0 1-1 0 0,-1 0 1 0 0,1 0-1 0 0,1 0 0 0 0,-1 1 1 0 0,0-1-1 0 0,1 1 1 0 0,0 0-1 0 0,0 0 1 0 0,0 0-1 0 0,0 0 1 0 0,8-3-1 0 0,3-3 217 0 0,0 1 1 0 0,1 0-1 0 0,0 2 0 0 0,0 0 0 0 0,0 0 0 0 0,1 1 1 0 0,0 1-1 0 0,0 1 0 0 0,0 1 0 0 0,0 0 1 0 0,1 1-1 0 0,28 2 0 0 0,-30 2-4844 0 0</inkml:trace>
</inkml:ink>
</file>

<file path=ppt/ink/ink3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6:35.22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5 175 5529 0 0,'-3'4'240'0'0,"2"-3"56"0"0,2 2-232 0 0,1-3-64 0 0,1 0 0 0 0,1-1 0 0 0,3-2 488 0 0,6-3 89 0 0,9-3 23 0 0,11-5 0 0 0,7-5-280 0 0,3-3-64 0 0,0-1 0 0 0,14-8-1856 0 0,-7 3-377 0 0,-4 2-71 0 0</inkml:trace>
</inkml:ink>
</file>

<file path=ppt/ink/ink3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6:24.49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70 1 4145 0 0,'0'0'319'0'0,"-3"4"298"0"0,1 1 1 0 0,0-1 0 0 0,0 0-1 0 0,0 1 1 0 0,1 0-1 0 0,0-1 1 0 0,-2 10 0 0 0,0-3 385 0 0,-22 103 4664 0 0,21-82-4643 0 0,-1 53 0 0 0,5-30-1544 0 0,-2 0 1 0 0,-10 55 0 0 0,10-92-1621 0 0,3-12 74 0 0,8-19-1507 0 0</inkml:trace>
</inkml:ink>
</file>

<file path=ppt/ink/ink3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6:24.98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207 0 1840 0 0,'-2'1'121'0'0,"0"-1"-1"0"0,0 1 0 0 0,1 0 1 0 0,-1 0-1 0 0,0-1 0 0 0,0 1 0 0 0,1 0 1 0 0,-1 0-1 0 0,1 1 0 0 0,-1-1 0 0 0,1 0 1 0 0,-1 0-1 0 0,1 1 0 0 0,0-1 1 0 0,-1 1-1 0 0,1-1 0 0 0,0 1 0 0 0,-1 2 1 0 0,-23 40 2745 0 0,18-29-2344 0 0,-28 49 1726 0 0,12-18-246 0 0,-49 69 0 0 0,57-100-1998 0 0,19-30-720 0 0,16-29-841 0 0,1 6 704 0 0,-6 8 1041 0 0,2 1-1 0 0,1 0 0 0 0,2 1 1 0 0,27-31-1 0 0,-45 57-45 0 0,-1 0 0 0 0,1 1-1 0 0,0-1 1 0 0,-1 1 0 0 0,1-1 0 0 0,0 1-1 0 0,0-1 1 0 0,0 1 0 0 0,0 0 0 0 0,0 0 0 0 0,0 0-1 0 0,0 0 1 0 0,0 1 0 0 0,1-1 0 0 0,-1 0-1 0 0,0 1 1 0 0,0 0 0 0 0,1-1 0 0 0,-1 1-1 0 0,0 0 1 0 0,1 0 0 0 0,-1 0 0 0 0,0 1-1 0 0,1-1 1 0 0,-1 0 0 0 0,0 1 0 0 0,3 0 0 0 0,-2 1 29 0 0,1 1 0 0 0,0-1 0 0 0,-1 1 0 0 0,1-1 0 0 0,-1 1 0 0 0,0 0 1 0 0,0 1-1 0 0,0-1 0 0 0,-1 0 0 0 0,1 1 0 0 0,-1-1 0 0 0,0 1 0 0 0,4 6 1 0 0,23 46-1482 0 0,-20-41 508 0 0</inkml:trace>
</inkml:ink>
</file>

<file path=ppt/ink/ink3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6:25.22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0 8754 0 0,'7'8'855'0'0,"-1"-1"0"0"0,1 1 0 0 0,-1 0 0 0 0,-1 1 1 0 0,1-1-1 0 0,-1 1 0 0 0,-1 0 0 0 0,0 0 0 0 0,4 13 0 0 0,-4-6-1289 0 0,0 0-1 0 0,-1 0 1 0 0,-1 1-1 0 0,0 31 1 0 0,-2-35-824 0 0</inkml:trace>
</inkml:ink>
</file>

<file path=ppt/ink/ink3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6:25.63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133 0 1376 0 0,'-1'13'1025'0'0,"0"0"0"0"0,-1 0 0 0 0,0 0 0 0 0,-1 0 0 0 0,-1 0-1 0 0,-6 15 1 0 0,-36 72-300 0 0,33-75-539 0 0,-37 62-2767 0 0,67-144-1684 0 0,2 0 3290 0 0,-12 29 1200 0 0,2 1 1 0 0,1 1 0 0 0,1 0 0 0 0,28-47 0 0 0,-38 71 22 0 0,0 1 0 0 0,0-1 1 0 0,0 1-1 0 0,0-1 1 0 0,1 1-1 0 0,-1 0 1 0 0,0 0-1 0 0,1 0 0 0 0,-1 0 1 0 0,1 0-1 0 0,0 0 1 0 0,-1 0-1 0 0,1 0 0 0 0,0 0 1 0 0,-1 1-1 0 0,1-1 1 0 0,0 1-1 0 0,0-1 0 0 0,-1 1 1 0 0,1 0-1 0 0,0 0 1 0 0,0-1-1 0 0,3 2 1 0 0,1 0 718 0 0,0 0 1 0 0,0 1-1 0 0,0 0 1 0 0,-1 0-1 0 0,10 5 1 0 0,3 1-977 0 0,-2-2 301 0 0</inkml:trace>
</inkml:ink>
</file>

<file path=ppt/ink/ink3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6:31.30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 11522 0 0,'7'8'417'0'0,"0"1"-1"0"0,-1 1 0 0 0,0-1 0 0 0,0 1 0 0 0,4 13 1 0 0,3 3 87 0 0,3 2-246 0 0,59 124 1659 0 0,-66-129-2666 0 0,-1 1-1 0 0,8 38 0 0 0,-9-32-4113 0 0</inkml:trace>
</inkml:ink>
</file>

<file path=ppt/ink/ink3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6:31.65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181 147 4145 0 0,'-4'0'258'0'0,"-1"0"-1"0"0,1 0 1 0 0,0 1 0 0 0,0-1-1 0 0,-1 1 1 0 0,1 0 0 0 0,0 1 0 0 0,0-1-1 0 0,0 1 1 0 0,0 0 0 0 0,1 0-1 0 0,-1 0 1 0 0,0 0 0 0 0,1 1-1 0 0,0-1 1 0 0,-6 6 0 0 0,-88 82 1167 0 0,85-78-1102 0 0,52-74 2476 0 0,3-14-2004 0 0,-37 63-581 0 0,0 0 1 0 0,0 0 0 0 0,2 1-1 0 0,0 0 1 0 0,0 0 0 0 0,1 1-1 0 0,0 0 1 0 0,1 0-1 0 0,18-15 1 0 0,-27 26-124 0 0,0-1-1 0 0,1 0 1 0 0,-1 1-1 0 0,0-1 1 0 0,1 1-1 0 0,-1-1 1 0 0,1 1-1 0 0,-1-1 0 0 0,1 1 1 0 0,-1 0-1 0 0,1 0 1 0 0,-1 0-1 0 0,1 0 1 0 0,-1 0-1 0 0,0 0 1 0 0,1 0-1 0 0,-1 1 1 0 0,1-1-1 0 0,-1 0 1 0 0,1 1-1 0 0,-1-1 1 0 0,0 1-1 0 0,1-1 1 0 0,-1 1-1 0 0,0 0 1 0 0,1 0-1 0 0,-1 0 1 0 0,0-1-1 0 0,0 1 1 0 0,0 0-1 0 0,0 0 1 0 0,0 1-1 0 0,2 1 1 0 0,15 21 591 0 0,-4 1-3402 0 0,-10-16-43 0 0,5 6-3365 0 0</inkml:trace>
</inkml:ink>
</file>

<file path=ppt/ink/ink3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6:36.25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9 5529 0 0,'4'-8'14971'0'0,"1"19"-15887"0"0,-1 0 1142 0 0,0-1 0 0 0,-1 1 0 0 0,0 0 1 0 0,-1 0-1 0 0,0 0 0 0 0,-1 0 0 0 0,0 0 0 0 0,-2 22 0 0 0,2 1 96 0 0,1 20-222 0 0,2 0 0 0 0,3-1 0 0 0,2 1 0 0 0,3-1 0 0 0,1-1 0 0 0,4 0 0 0 0,29 65 0 0 0,-33-93-360 0 0,15 34 807 0 0,-27-56-715 0 0,0 0 0 0 0,-1 1 0 0 0,1-1 0 0 0,0 0 0 0 0,-1 0 0 0 0,1 0 0 0 0,-1 1 0 0 0,0-1 0 0 0,0 0 0 0 0,0 0 0 0 0,0 1 0 0 0,0-1-1 0 0,-1 0 1 0 0,1 0 0 0 0,-1 0 0 0 0,1 1 0 0 0,-1-1 0 0 0,0 0 0 0 0,1 0 0 0 0,-1 0 0 0 0,0 0 0 0 0,-2 2 0 0 0</inkml:trace>
</inkml:ink>
</file>

<file path=ppt/ink/ink3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6:36.58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37 5697 0 0,'0'0'2'0'0,"4"-2"49"0"0,-1 0-1 0 0,0 0 1 0 0,0 0-1 0 0,0 0 1 0 0,0-1-1 0 0,0 0 1 0 0,0 1-1 0 0,-1-1 1 0 0,1 0-1 0 0,-1 0 1 0 0,3-7-1 0 0,-9 13-50 0 0,3-2 0 0 0</inkml:trace>
</inkml:ink>
</file>

<file path=ppt/ink/ink3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6:36.83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 20 5697 0 0,'0'0'443'0'0,"-1"-1"-294"0"0,1 1-166 0 0,0 0 0 0 0,0 0 0 0 0,0 0 0 0 0,0 0 0 0 0,1 0 0 0 0,-1-1 0 0 0,0 1 0 0 0,0 0 0 0 0,0 0 0 0 0,0 0 0 0 0,0 0 0 0 0,0 0 0 0 0,1 0 0 0 0,-1 0 0 0 0,0 0 0 0 0,0-1 0 0 0,0 1 0 0 0,0 0 0 0 0,0 0 0 0 0,0 0 0 0 0,0 0 0 0 0,0 0 0 0 0,0-1 0 0 0,0 1-1 0 0,0 0 1 0 0,0 0 0 0 0,0 0 0 0 0,0 0 0 0 0,0 0 0 0 0,0-1 0 0 0,0 1 0 0 0,0 0 0 0 0,0 0 0 0 0,0 0 0 0 0,0 0 0 0 0,0-1 0 0 0,0 1 0 0 0,0 0 0 0 0,0 0 0 0 0,0 0 0 0 0,0 0 0 0 0,0 0 0 0 0,0-1 0 0 0,0 1 0 0 0,0 0 0 0 0,0 0 0 0 0,-1 0 0 0 0,1 0 0 0 0,0 0 0 0 0,1 0 1 0 0,-1 0 1 0 0,1 0 0 0 0,-1-1 0 0 0,1 1-1 0 0,0 0 1 0 0,-1 0 0 0 0,1 0-1 0 0,-1 0 1 0 0,1-1 0 0 0,-1 1 0 0 0,1 0-1 0 0,-1-1 1 0 0,1 1 0 0 0,-1 0-1 0 0,1-1 1 0 0,-1 1 0 0 0,1 0 0 0 0,-1-1-1 0 0,1 1 1 0 0,-1-1 0 0 0,0 1-1 0 0,1-1 1 0 0,-1 1 0 0 0,0-1 0 0 0,0 1-1 0 0,1-2 1 0 0,-1-1-474 0 0,2 3 386 0 0</inkml:trace>
</inkml:ink>
</file>

<file path=ppt/ink/ink3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6:37.18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44 1840 0 0,'0'-2'295'0'0,"0"0"-1"0"0,1 0 0 0 0,-1 0 0 0 0,1 0 0 0 0,-1 0 0 0 0,1 0 0 0 0,0 1 1 0 0,0-1-1 0 0,0 0 0 0 0,0 0 0 0 0,0 1 0 0 0,0-1 0 0 0,0 1 1 0 0,1-1-1 0 0,-1 1 0 0 0,1-1 0 0 0,-1 1 0 0 0,1 0 0 0 0,-1 0 0 0 0,1 0 1 0 0,0 0-1 0 0,-1 0 0 0 0,1 0 0 0 0,0 0 0 0 0,0 0 0 0 0,0 1 0 0 0,3-1 1 0 0,-3 0-110 0 0,1 0 0 0 0,-1 0 0 0 0,0 1 0 0 0,1 0 0 0 0,-1-1-1 0 0,1 1 1 0 0,-1 0 0 0 0,0 0 0 0 0,1 0 0 0 0,-1 0 0 0 0,1 1 0 0 0,-1-1 0 0 0,0 1 0 0 0,1-1 0 0 0,-1 1 0 0 0,0 0 0 0 0,0 0 0 0 0,1 0 0 0 0,-1 0 0 0 0,0 0 0 0 0,0 1 0 0 0,2 1 0 0 0,0 3 198 0 0,1 0 0 0 0,-1 0 0 0 0,-1 1 0 0 0,1-1 0 0 0,-1 1 0 0 0,0 0-1 0 0,2 10 1 0 0,12 54 658 0 0,-14-59-919 0 0,22 108 144 0 0,5 26-899 0 0,-8-49-2650 0 0,-18-75 1440 0 0,-3-12 726 0 0</inkml:trace>
</inkml:ink>
</file>

<file path=ppt/ink/ink3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6:37.46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1 187 3225 0 0,'1'-4'314'0'0,"1"1"0"0"0,-1 0 0 0 0,1-1 1 0 0,0 1-1 0 0,0 0 0 0 0,1 0 0 0 0,-1 0 1 0 0,0 0-1 0 0,1 0 0 0 0,0 0 0 0 0,0 1 1 0 0,0-1-1 0 0,0 1 0 0 0,6-3 0 0 0,51-28 3812 0 0,-53 30-3922 0 0,31-13-160 0 0,2 1-1 0 0,0 3 1 0 0,61-11 0 0 0,19-6-164 0 0,-94 20 120 0 0</inkml:trace>
</inkml:ink>
</file>

<file path=ppt/ink/ink3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6:37.67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 5065 0 0,'1'0'71'0'0,"-1"0"0"0"0,1 0 0 0 0,-1 0 0 0 0,1-1 0 0 0,-1 1 0 0 0,1 0 0 0 0,0 0 0 0 0,-1 0 0 0 0,1 0 0 0 0,-1 0 0 0 0,1 0 0 0 0,0 0 0 0 0,-1 1 0 0 0,1-1 0 0 0,-1 0 0 0 0,1 0 1 0 0,-1 0-1 0 0,1 0 0 0 0,0 1 0 0 0,-1-1 0 0 0,1 0 0 0 0,-1 1 0 0 0,1-1 0 0 0,-1 0 0 0 0,0 1 0 0 0,1-1 0 0 0,-1 1 0 0 0,1-1 0 0 0,-1 0 0 0 0,0 1 0 0 0,1 0 0 0 0,19 15 1760 0 0,-15-12-1613 0 0,-1 0 1 0 0,0 0-1 0 0,-1 1 1 0 0,1-1 0 0 0,-1 1-1 0 0,0 0 1 0 0,0 0-1 0 0,-1 0 1 0 0,1 1 0 0 0,-1-1-1 0 0,0 1 1 0 0,-1-1-1 0 0,1 1 1 0 0,1 11-1 0 0,-3 0-541 0 0,1 1 0 0 0,-2-1 0 0 0,-4 28 0 0 0,1-14-1343 0 0,2-11 627 0 0</inkml:trace>
</inkml:ink>
</file>

<file path=ppt/ink/ink3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6:37.91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47 163 5065 0 0,'-16'-20'507'0'0,"12"15"223"0"0,-1 0-1 0 0,1-1 1 0 0,0 1-1 0 0,1-1 1 0 0,-5-9 0 0 0,7 14-686 0 0,1-1 1 0 0,-1 1-1 0 0,1 0 1 0 0,0 0-1 0 0,-1-1 0 0 0,1 1 1 0 0,0 0-1 0 0,0-1 1 0 0,0 1-1 0 0,0-1 1 0 0,0 1-1 0 0,1 0 1 0 0,-1-1-1 0 0,0 1 1 0 0,0 0-1 0 0,1 0 1 0 0,-1-1-1 0 0,1 1 1 0 0,-1 0-1 0 0,1 0 0 0 0,0-1 1 0 0,0 1-1 0 0,-1 0 1 0 0,1 0-1 0 0,0 0 1 0 0,0 0-1 0 0,0 0 1 0 0,0 0-1 0 0,0 0 1 0 0,0 1-1 0 0,0-1 1 0 0,2-1-1 0 0,10-6 29 0 0,1 0 1 0 0,0 0-1 0 0,0 2 0 0 0,1 0 0 0 0,-1 0 0 0 0,1 1 1 0 0,0 1-1 0 0,1 1 0 0 0,22-3 0 0 0,-25 6-139 0 0</inkml:trace>
</inkml:ink>
</file>

<file path=ppt/ink/ink3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6:38.05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 9 2304 0 0,'-1'5'97'0'0,"1"-4"31"0"0,0 2-128 0 0,0-2 0 0 0,1-1 0 0 0,2 2 808 0 0,0-2 144 0 0,3 0 24 0 0,4 0 8 0 0,1 0-103 0 0,2-2-17 0 0,3-1-8 0 0,-2 1 0 0 0,2-3-992 0 0,0 1-200 0 0,-2 0-40 0 0</inkml:trace>
</inkml:ink>
</file>

<file path=ppt/ink/ink3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6:38.70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997 348 5985 0 0,'8'-27'396'0'0,"-1"0"0"0"0,-2-1 0 0 0,-1 0 0 0 0,-1 1 0 0 0,-1-31 0 0 0,-2 50-199 0 0,-1 0 1 0 0,0 0-1 0 0,0 1 0 0 0,-1-1 0 0 0,0 0 1 0 0,-1 1-1 0 0,1 0 0 0 0,-2-1 1 0 0,-6-12-1 0 0,6 15-92 0 0,0 0 0 0 0,0 1 1 0 0,0-1-1 0 0,0 1 0 0 0,-1 0 0 0 0,1 0 0 0 0,-1 0 0 0 0,0 1 1 0 0,0 0-1 0 0,-1 0 0 0 0,1 0 0 0 0,0 1 0 0 0,-1-1 1 0 0,-9-1-1 0 0,3 1-26 0 0,-1 1 1 0 0,1 1-1 0 0,-1 0 1 0 0,1 1-1 0 0,-1 0 1 0 0,1 1-1 0 0,-1 0 1 0 0,1 1-1 0 0,0 1 1 0 0,0 0 0 0 0,0 0-1 0 0,0 1 1 0 0,0 1-1 0 0,-17 8 1 0 0,-16 11 27 0 0,2 2 1 0 0,-49 38 0 0 0,76-53-82 0 0,-39 30 100 0 0,1 2 1 0 0,2 3-1 0 0,2 2 1 0 0,-44 55-1 0 0,66-68-91 0 0,2 2-1 0 0,0 1 1 0 0,3 0 0 0 0,1 2-1 0 0,3 1 1 0 0,0 0-1 0 0,-14 52 1 0 0,27-71-44 0 0,1 0 0 0 0,1 1 0 0 0,1 0-1 0 0,1-1 1 0 0,1 1 0 0 0,1 0 0 0 0,1 0 0 0 0,1 0 0 0 0,1-1-1 0 0,1 1 1 0 0,12 38 0 0 0,-7-36 84 0 0,0-1-1 0 0,2 0 1 0 0,1-1-1 0 0,1 0 1 0 0,1-1-1 0 0,1 0 1 0 0,0-1-1 0 0,2-1 1 0 0,1-1-1 0 0,19 18 1 0 0,0-5 147 0 0,2-1 0 0 0,1-2 0 0 0,1-2 0 0 0,1-1 0 0 0,1-3 0 0 0,2-1 0 0 0,0-2 0 0 0,1-3 1 0 0,1-1-1 0 0,96 18 0 0 0,-103-29-97 0 0,0-3 0 0 0,0-1 0 0 0,0-1 0 0 0,0-3 1 0 0,63-12-1 0 0,-51 4 200 0 0,0-3 1 0 0,-1-2 0 0 0,83-38 0 0 0,-116 45-183 0 0,-1-1 0 0 0,0 0 0 0 0,0-1 0 0 0,-1-1 0 0 0,0-1 1 0 0,-1 0-1 0 0,25-30 0 0 0,-23 22-3 0 0,-1-2 0 0 0,-1 0 0 0 0,-1-1 0 0 0,0 0 0 0 0,10-30 0 0 0,-5 0 10 0 0,-2-2-1 0 0,-2 0 1 0 0,-3 0 0 0 0,9-109-1 0 0,-16 112-170 0 0,-3 0 1 0 0,-1-1-1 0 0,-3 1 0 0 0,-13-78 0 0 0,12 114-112 0 0,-1-1 0 0 0,-1 1 0 0 0,0 0 1 0 0,-1 1-1 0 0,-1-1 0 0 0,-1 1 0 0 0,0 0 0 0 0,-1 1 0 0 0,-1 0 1 0 0,0 0-1 0 0,-1 1 0 0 0,0 1 0 0 0,-1-1 0 0 0,-1 2 1 0 0,0 0-1 0 0,-1 0 0 0 0,-17-10 0 0 0,-15-5-591 0 0</inkml:trace>
</inkml:ink>
</file>

<file path=ppt/ink/ink3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6:40.05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102 23 8754 0 0,'-4'-3'576'0'0,"0"0"1"0"0,-1 1 0 0 0,1-1-1 0 0,-1 1 1 0 0,1 0-1 0 0,-1 0 1 0 0,0 1 0 0 0,0 0-1 0 0,0 0 1 0 0,0 0-1 0 0,0 0 1 0 0,0 1 0 0 0,0-1-1 0 0,0 1 1 0 0,-1 1-1 0 0,-6 0 1 0 0,11 0-472 0 0,0-1 1 0 0,0 1-1 0 0,0 0 0 0 0,0-1 1 0 0,1 1-1 0 0,-1 0 1 0 0,0 0-1 0 0,0 0 0 0 0,1-1 1 0 0,-1 1-1 0 0,1 0 0 0 0,-1 0 1 0 0,1 0-1 0 0,-1 0 0 0 0,1 0 1 0 0,0 0-1 0 0,-1 0 1 0 0,1 0-1 0 0,0 0 0 0 0,0 0 1 0 0,0 0-1 0 0,0 0 0 0 0,0 1 1 0 0,0 1-1 0 0,3 30 461 0 0,-2-27-359 0 0,137 660 599 0 0,-117-586-878 0 0,3-1 0 0 0,4-1 1 0 0,3-1-1 0 0,51 89 0 0 0,-70-147-4592 0 0</inkml:trace>
</inkml:ink>
</file>

<file path=ppt/ink/ink3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6:40.32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44 7370 0 0,'3'-9'-175'0'0,"-2"5"661"0"0,1 1 0 0 0,-1-1 0 0 0,0 1 0 0 0,1-1 0 0 0,0 1 0 0 0,0-1-1 0 0,3-2 1 0 0,-5 5-390 0 0,0 1-1 0 0,0 0 0 0 0,1 0 1 0 0,-1-1-1 0 0,0 1 0 0 0,1 0 1 0 0,-1 0-1 0 0,0 0 1 0 0,1-1-1 0 0,-1 1 0 0 0,0 0 1 0 0,1 0-1 0 0,-1 0 0 0 0,1 0 1 0 0,-1 0-1 0 0,0 0 0 0 0,1 0 1 0 0,-1 0-1 0 0,0 0 0 0 0,1 0 1 0 0,-1 0-1 0 0,1 0 0 0 0,-1 0 1 0 0,0 0-1 0 0,1 0 1 0 0,-1 0-1 0 0,0 0 0 0 0,1 0 1 0 0,0 1-1 0 0,13 16 2025 0 0,4 21-855 0 0,-2 1 0 0 0,15 54 0 0 0,-12-36-1032 0 0,48 148 119 0 0,53 146 241 0 0,-112-332-622 0 0,11 28-1151 0 0,-2 0 0 0 0,-2 1-1 0 0,12 68 1 0 0</inkml:trace>
</inkml:ink>
</file>

<file path=ppt/ink/ink3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6:40.51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0 251 9218 0 0,'0'0'707'0'0,"25"-13"970"0"0,7-6-1362 0 0,34-22-344 0 0,2 4 0 0 0,1 2 0 0 0,92-31 0 0 0,-64 39-3381 0 0,-52 15 1636 0 0</inkml:trace>
</inkml:ink>
</file>

<file path=ppt/ink/ink3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6:40.77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 9218 0 0,'20'22'4678'0'0,"-11"-9"-4246"0"0,0 1 0 0 0,0 1-1 0 0,-1-1 1 0 0,-1 1 0 0 0,8 26-1 0 0,19 86 1237 0 0,-22-78-1114 0 0,90 308 1405 0 0,-101-353-2392 0 0,0 0 0 0 0,0 1 0 0 0,0 0 1 0 0,0-1-1 0 0,-1 1 0 0 0,0-1 0 0 0,0 1 0 0 0,0 0 0 0 0,-1 7 0 0 0,-3 0-1198 0 0</inkml:trace>
</inkml:ink>
</file>

<file path=ppt/ink/ink3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6:40.96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29 509 3225 0 0,'-6'-16'401'0'0,"0"0"0"0"0,2 0 1 0 0,0 0-1 0 0,1 0 0 0 0,1-1 0 0 0,0 1 1 0 0,1-1-1 0 0,1 0 0 0 0,3-28 1 0 0,2 19 468 0 0,1-1 0 0 0,1 2 1 0 0,2-1-1 0 0,0 1 0 0 0,2 1 1 0 0,26-45-1 0 0,-31 61-561 0 0,-1 0 0 0 0,2 0-1 0 0,-1 1 1 0 0,1 0 0 0 0,0 0 0 0 0,1 0 0 0 0,0 1 0 0 0,0 0-1 0 0,14-8 1 0 0,-15 11-167 0 0,0 0 0 0 0,-1 1 0 0 0,1 0-1 0 0,0 0 1 0 0,0 0 0 0 0,0 1 0 0 0,1 0 0 0 0,-1 1-1 0 0,0 0 1 0 0,0 0 0 0 0,0 0 0 0 0,1 1 0 0 0,-1 0-1 0 0,13 3 1 0 0,-11-1-524 0 0,0 0-1 0 0,0 0 0 0 0,-1 1 1 0 0,1 0-1 0 0,12 9 1 0 0,-14-9-250 0 0,-1 1 0 0 0,0-1 0 0 0,-1 1 0 0 0,1 0 0 0 0,-1 1 0 0 0,0-1 0 0 0,-1 1 0 0 0,1 0 0 0 0,-1 1 0 0 0,0-1 0 0 0,0 0 0 0 0,3 11 0 0 0,1 8-64 0 0</inkml:trace>
</inkml:ink>
</file>

<file path=ppt/ink/ink3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6:41.13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39 73 3225 0 0,'-11'14'-544'0'0,"-17"24"14202"0"0,43-56-8961 0 0,16-15-4505 0 0,-12 14-137 0 0,-11 11-1091 0 0,1 0-1 0 0,0 0 1 0 0,17-10-1 0 0,-6 6-5322 0 0</inkml:trace>
</inkml:ink>
</file>

<file path=ppt/ink/ink3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6:41.36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56 59 13363 0 0,'-3'2'193'0'0,"0"0"1"0"0,-1 0-1 0 0,1-1 1 0 0,0 1-1 0 0,-1-1 1 0 0,1 0-1 0 0,-1 0 1 0 0,-4 1-1 0 0,7-2-202 0 0,0-1 0 0 0,0 1 0 0 0,0 0 0 0 0,0 0 0 0 0,0-1 0 0 0,0 1 0 0 0,0 0 0 0 0,0-1 0 0 0,0 1 0 0 0,1-1 0 0 0,-1 0 0 0 0,0 1 0 0 0,0-1 0 0 0,0 0 0 0 0,1 1 0 0 0,-1-1 0 0 0,0 0 0 0 0,1 0 0 0 0,-1 0 0 0 0,1 1 0 0 0,-1-1 0 0 0,1 0-1 0 0,-1 0 1 0 0,1 0 0 0 0,-1 0 0 0 0,1 0 0 0 0,0 0 0 0 0,0 0 0 0 0,-1 0 0 0 0,1 0 0 0 0,0 0 0 0 0,0 0 0 0 0,0 0 0 0 0,0 0 0 0 0,0-2 0 0 0,1 1-371 0 0,-1 0 0 0 0,1 0-1 0 0,-1 0 1 0 0,1 0 0 0 0,-1 0 0 0 0,1 0-1 0 0,0 0 1 0 0,0 1 0 0 0,0-1 0 0 0,0 0-1 0 0,0 0 1 0 0,0 1 0 0 0,1-1 0 0 0,-1 1-1 0 0,0-1 1 0 0,1 1 0 0 0,0 0 0 0 0,-1-1-1 0 0,1 1 1 0 0,0 0 0 0 0,-1 0 0 0 0,1 0-1 0 0,0 0 1 0 0,0 0 0 0 0,0 1 0 0 0,0-1-1 0 0,3 0 1 0 0,-4 0-27 0 0,5-2-173 0 0</inkml:trace>
</inkml:ink>
</file>

<file path=ppt/ink/ink3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6:41.50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 39 14283 0 0,'-5'10'632'0'0,"4"-6"136"0"0,0 0-616 0 0,1-1-152 0 0,1-1 0 0 0,0-2 0 0 0,4-2-576 0 0,0 1-152 0 0,4-1-24 0 0,3 0-8 0 0,0-6-120 0 0,3 0-25 0 0,1-4-7 0 0,-1-1 0 0 0,1-1 696 0 0</inkml:trace>
</inkml:ink>
</file>

<file path=ppt/ink/ink3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6:41.84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24 1 17972 0 0,'-14'10'1803'0'0,"13"-8"-1922"0"0,-1 0 0 0 0,1 0 0 0 0,0 0 0 0 0,1 0 0 0 0,-1 1 0 0 0,0-1 0 0 0,0 0 0 0 0,1 0 0 0 0,0 1 0 0 0,-1-1 0 0 0,1 0 0 0 0,0 1 0 0 0,0-1 0 0 0,0 3 0 0 0,0-4 145 0 0,0 50 756 0 0,3 0 0 0 0,1-1 1 0 0,18 81-1 0 0,51 146-381 0 0,-72-274-402 0 0,36 108-723 0 0,-5-41-2605 0 0,-17-46-3121 0 0</inkml:trace>
</inkml:ink>
</file>

<file path=ppt/ink/ink3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6:42.07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44 10594 0 0,'0'-3'377'0'0,"1"0"-1"0"0,0 0 1 0 0,1 0 0 0 0,-1 0-1 0 0,0 0 1 0 0,1 1-1 0 0,-1-1 1 0 0,1 0 0 0 0,0 1-1 0 0,0 0 1 0 0,0-1-1 0 0,0 1 1 0 0,4-3 0 0 0,-5 4-276 0 0,0 1 1 0 0,0-1 0 0 0,-1 1-1 0 0,1 0 1 0 0,0-1 0 0 0,0 1 0 0 0,0 0-1 0 0,0 0 1 0 0,0-1 0 0 0,0 1-1 0 0,0 0 1 0 0,0 0 0 0 0,0 0 0 0 0,-1 0-1 0 0,1 0 1 0 0,0 0 0 0 0,0 1 0 0 0,0-1-1 0 0,0 0 1 0 0,0 0 0 0 0,0 1-1 0 0,0-1 1 0 0,-1 0 0 0 0,1 1 0 0 0,0-1-1 0 0,0 1 1 0 0,0-1 0 0 0,-1 1-1 0 0,1 0 1 0 0,0-1 0 0 0,-1 1 0 0 0,1 0-1 0 0,0-1 1 0 0,-1 1 0 0 0,1 0 0 0 0,-1 0-1 0 0,1-1 1 0 0,-1 1 0 0 0,1 0-1 0 0,-1 0 1 0 0,0 0 0 0 0,0 0 0 0 0,1 0-1 0 0,-1-1 1 0 0,0 3 0 0 0,62 186 2307 0 0,-7-17-2384 0 0,-50-158-157 0 0,80 193 425 0 0,-41-121-4002 0 0</inkml:trace>
</inkml:ink>
</file>

<file path=ppt/ink/ink3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6:42.25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84 78 7370 0 0,'-25'8'2278'0'0,"18"-5"-804"0"0,-1 0 0 0 0,0-1 0 0 0,1 0 0 0 0,-1 0 0 0 0,-13-3 1798 0 0,28-6-2543 0 0,9-6-210 0 0,6 0-869 0 0,1 2 1 0 0,1 1 0 0 0,0 0-1 0 0,41-9 1 0 0,-52 15-359 0 0,20-6-6188 0 0</inkml:trace>
</inkml:ink>
</file>

<file path=ppt/ink/ink3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6:42.42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 6913 0 0,'2'1'443'0'0,"-1"0"0"0"0,1 0 0 0 0,-1 0 0 0 0,1 0 0 0 0,-1 0 0 0 0,0 1 0 0 0,1-1-1 0 0,-1 0 1 0 0,0 1 0 0 0,0-1 0 0 0,0 1 0 0 0,0-1 0 0 0,0 1 0 0 0,0 0-1 0 0,0-1 1 0 0,-1 1 0 0 0,1 0 0 0 0,-1 0 0 0 0,1 0 0 0 0,-1 2 0 0 0,7 45 2526 0 0,-6-37-2409 0 0,17 134 1564 0 0,2-49-3709 0 0,-13-74-5686 0 0</inkml:trace>
</inkml:ink>
</file>

<file path=ppt/ink/ink3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6:42.58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30 70 10138 0 0,'-3'-1'896'0'0,"0"0"-712"0"0,1-2-184 0 0,2 0 849 0 0,-1-1 135 0 0,-2-4 24 0 0,-3-3 8 0 0,2-3-760 0 0,0 1-144 0 0,2 4-32 0 0,1 6-8 0 0,9 12-3224 0 0,3 11 1367 0 0,0 9-7 0 0,3 6 1400 0 0</inkml:trace>
</inkml:ink>
</file>

<file path=ppt/ink/ink3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6:43.06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315 11 11522 0 0,'-7'-2'224'0'0,"1"0"0"0"0,-1 0 0 0 0,0 0 0 0 0,0 1 0 0 0,0 1 0 0 0,0-1 0 0 0,0 1 0 0 0,0 0 0 0 0,0 0-1 0 0,1 1 1 0 0,-1 0 0 0 0,0 0 0 0 0,0 1 0 0 0,0 0 0 0 0,1 0 0 0 0,-1 0 0 0 0,-11 7 0 0 0,7-3-17 0 0,1 1 0 0 0,-1 0 0 0 0,1 0 1 0 0,0 1-1 0 0,1 1 0 0 0,0 0 0 0 0,0 0 0 0 0,1 0 1 0 0,0 1-1 0 0,1 1 0 0 0,0-1 0 0 0,0 1 0 0 0,1 0 1 0 0,-7 19-1 0 0,4-4-74 0 0,0 1 0 0 0,1 0 1 0 0,2 1-1 0 0,1-1 0 0 0,-3 43 0 0 0,7-61-126 0 0,1-1-1 0 0,0 1 1 0 0,1-1-1 0 0,0 1 1 0 0,0-1-1 0 0,0 1 1 0 0,1-1-1 0 0,3 9 1 0 0,-4-15-32 0 0,0 0 0 0 0,0 0 0 0 0,0 0-1 0 0,0-1 1 0 0,0 1 0 0 0,0 0 0 0 0,1-1 0 0 0,-1 1 0 0 0,0 0 0 0 0,1-1 0 0 0,-1 0 0 0 0,1 1 0 0 0,0-1-1 0 0,-1 0 1 0 0,1 0 0 0 0,0 0 0 0 0,0 0 0 0 0,0 0 0 0 0,0 0 0 0 0,0 0 0 0 0,0-1 0 0 0,0 1 0 0 0,0-1-1 0 0,0 1 1 0 0,0-1 0 0 0,0 0 0 0 0,0 0 0 0 0,0 0 0 0 0,0 0 0 0 0,0 0 0 0 0,0-1 0 0 0,0 1 0 0 0,0 0-1 0 0,0-1 1 0 0,0 0 0 0 0,0 1 0 0 0,0-1 0 0 0,2-1 0 0 0,3-1-243 0 0,0-1 1 0 0,-1 1-1 0 0,1-1 0 0 0,-1-1 0 0 0,0 1 1 0 0,0-1-1 0 0,0 0 0 0 0,-1-1 1 0 0,1 1-1 0 0,6-11 0 0 0,6-8-276 0 0,18-37-1 0 0,-19 33 790 0 0,-6 9-113 0 0,-1 1 369 0 0,24-31-1 0 0,-31 45-326 0 0,1-1 0 0 0,-1 2 1 0 0,1-1-1 0 0,0 0 0 0 0,0 1 0 0 0,0 0 0 0 0,1 0 0 0 0,-1 0 0 0 0,1 0 1 0 0,0 1-1 0 0,0 0 0 0 0,7-3 0 0 0,-10 4-88 0 0,0 1 0 0 0,0 0 0 0 0,0 0-1 0 0,0 0 1 0 0,0 0 0 0 0,-1 0 0 0 0,1 0 0 0 0,0 0 0 0 0,0 0 0 0 0,0 1 0 0 0,0-1 0 0 0,0 1 0 0 0,-1-1-1 0 0,1 1 1 0 0,0 0 0 0 0,-1 0 0 0 0,1 0 0 0 0,0 0 0 0 0,1 1 0 0 0,1 1 37 0 0,-1 0 1 0 0,0 0-1 0 0,0 1 0 0 0,0-1 1 0 0,0 1-1 0 0,-1 0 1 0 0,5 7-1 0 0,-1 3 105 0 0,1 1 0 0 0,-2-1 1 0 0,6 27-1 0 0,-6-19-102 0 0,-1 1 1 0 0,-1-1-1 0 0,-1 1 0 0 0,-1 0 1 0 0,-1 0-1 0 0,-5 37 0 0 0,3-50-118 0 0,1 0 0 0 0,-1 0 0 0 0,-1-1-1 0 0,0 1 1 0 0,0 0 0 0 0,-1-1 0 0 0,0 0 0 0 0,0 0-1 0 0,-1 0 1 0 0,-1-1 0 0 0,1 1 0 0 0,-1-1-1 0 0,-1-1 1 0 0,1 1 0 0 0,-1-1 0 0 0,-1 0-1 0 0,-12 9 1 0 0,17-14-262 0 0,0 0-1 0 0,-1 0 0 0 0,1-1 1 0 0,-1 1-1 0 0,1-1 0 0 0,-1 0 1 0 0,1 0-1 0 0,-1 0 0 0 0,0 0 1 0 0,1-1-1 0 0,-1 0 1 0 0,0 1-1 0 0,0-1 0 0 0,1-1 1 0 0,-8 0-1 0 0</inkml:trace>
</inkml:ink>
</file>

<file path=ppt/ink/ink3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6:43.42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 6913 0 0,'-1'2'7704'0'0,"5"25"-5193"0"0,10 42-1151 0 0,4-7-741 0 0,49 110-1 0 0,-52-142-466 0 0,1 0 0 0 0,1 0 0 0 0,2-2 0 0 0,1 0 0 0 0,31 32-1 0 0,-50-58-171 0 0,0 0 0 0 0,1 0 0 0 0,-1-1 0 0 0,1 1 0 0 0,-1 0-1 0 0,1-1 1 0 0,0 0 0 0 0,0 1 0 0 0,0-1 0 0 0,0 0 0 0 0,0 0 0 0 0,0 0-1 0 0,0 0 1 0 0,0 0 0 0 0,0-1 0 0 0,0 1 0 0 0,1 0 0 0 0,-1-1-1 0 0,0 0 1 0 0,0 0 0 0 0,3 1 0 0 0,-3-3-8 0 0,0 1-1 0 0,0 0 1 0 0,1 0-1 0 0,-1-1 1 0 0,-1 1 0 0 0,1-1-1 0 0,0 1 1 0 0,0-1 0 0 0,0 0-1 0 0,-1 0 1 0 0,1 0 0 0 0,-1 0-1 0 0,0 0 1 0 0,1 0-1 0 0,-1 0 1 0 0,0 0 0 0 0,0 0-1 0 0,-1-1 1 0 0,2-2 0 0 0,4-16-229 0 0,0 1 0 0 0,-1-1 0 0 0,-2 1 0 0 0,2-31 1 0 0,-4 34 471 0 0,0 1 0 0 0,2-1 0 0 0,-1 1 1 0 0,2 0-1 0 0,0 0 0 0 0,1 0 0 0 0,1 0 1 0 0,9-19-1 0 0,-14 34-159 0 0,-1 0 0 0 0,1-1 0 0 0,0 1 0 0 0,-1 0 0 0 0,1-1 0 0 0,0 1 0 0 0,0 0 0 0 0,0 0 0 0 0,0 0 0 0 0,0 0 0 0 0,0 0 0 0 0,0 0 0 0 0,0 0 0 0 0,1 0 0 0 0,-1 1 0 0 0,0-1 1 0 0,0 0-1 0 0,1 1 0 0 0,-1-1 0 0 0,0 0 0 0 0,1 1 0 0 0,-1 0 0 0 0,1-1 0 0 0,-1 1 0 0 0,1 0 0 0 0,-1 0 0 0 0,1 0 0 0 0,-1 0 0 0 0,0 0 0 0 0,1 0 0 0 0,-1 0 0 0 0,1 0 0 0 0,-1 1 0 0 0,1-1 0 0 0,-1 1 0 0 0,0-1 0 0 0,1 1 0 0 0,-1-1 0 0 0,0 1 0 0 0,1 0 0 0 0,-1 0 0 0 0,0-1 0 0 0,0 1 0 0 0,0 0 0 0 0,0 0 0 0 0,2 2 0 0 0,5 6 14 0 0,0-1 0 0 0,-1 2 0 0 0,0-1 0 0 0,10 18 0 0 0,-13-20-76 0 0,9 15-552 0 0,1-1 0 0 0,29 32 0 0 0,-20-30-7165 0 0</inkml:trace>
</inkml:ink>
</file>

<file path=ppt/ink/ink3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6:43.88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117 65 10138 0 0,'-4'-7'497'0'0,"0"0"-1"0"0,0 1 1 0 0,0-1-1 0 0,-1 1 1 0 0,0-1 0 0 0,-10-8-1 0 0,14 14-312 0 0,0 0 1 0 0,0 0-1 0 0,0 0 1 0 0,-1 1-1 0 0,1-1 1 0 0,0 0-1 0 0,-1 1 0 0 0,1-1 1 0 0,-1 0-1 0 0,1 1 1 0 0,0 0-1 0 0,-1-1 0 0 0,1 1 1 0 0,-1 0-1 0 0,1 0 1 0 0,-1 0-1 0 0,-2 0 0 0 0,3 0-47 0 0,-1 1-1 0 0,1-1 0 0 0,-1 1 1 0 0,0 0-1 0 0,1 0 0 0 0,0 0 0 0 0,-1 0 1 0 0,1 0-1 0 0,0 0 0 0 0,-1 0 0 0 0,1 0 1 0 0,0 0-1 0 0,0 1 0 0 0,0-1 1 0 0,0 1-1 0 0,0-1 0 0 0,0 0 0 0 0,0 1 1 0 0,0 2-1 0 0,-4 7 154 0 0,1 0 0 0 0,0 0 0 0 0,1 1 0 0 0,1-1 0 0 0,0 1 0 0 0,0-1 0 0 0,1 22 0 0 0,6 85 178 0 0,-3-96-384 0 0,3 40-85 0 0,3 1 0 0 0,3-1-1 0 0,2 0 1 0 0,4-1 0 0 0,1-1-1 0 0,4-1 1 0 0,2 0 0 0 0,47 82-1 0 0,-65-130-234 0 0,1-1-1 0 0,0 0 0 0 0,14 14 0 0 0,-18-21-510 0 0,1 1-1 0 0,0-1 1 0 0,0 0-1 0 0,0 0 1 0 0,0-1 0 0 0,0 1-1 0 0,5 1 1 0 0,-3-2-1387 0 0</inkml:trace>
</inkml:ink>
</file>

<file path=ppt/ink/ink3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6:44.05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18 210 7370 0 0,'-1'-1'75'0'0,"0"0"0"0"0,0 1 0 0 0,0-1 0 0 0,-1 0 1 0 0,1 0-1 0 0,0 0 0 0 0,0 0 0 0 0,0 0 0 0 0,1 0 0 0 0,-1-1 1 0 0,0 1-1 0 0,0 0 0 0 0,0 0 0 0 0,1-1 0 0 0,-1 1 1 0 0,1 0-1 0 0,-1-1 0 0 0,1 1 0 0 0,0 0 0 0 0,-1-1 1 0 0,1 1-1 0 0,0-1 0 0 0,0 1 0 0 0,0-1 0 0 0,0 1 0 0 0,0 0 1 0 0,0-1-1 0 0,1-1 0 0 0,1-2 317 0 0,0 1 0 0 0,0-1 0 0 0,0 0 0 0 0,1 1 0 0 0,0-1 1 0 0,6-7-1 0 0,0 1-114 0 0,0 1 1 0 0,1 0 0 0 0,0 1 0 0 0,0 0 0 0 0,1 1-1 0 0,0 0 1 0 0,0 0 0 0 0,1 1 0 0 0,0 1 0 0 0,16-7 0 0 0,-9 6-734 0 0,1 0 0 0 0,0 2 0 0 0,30-6 0 0 0,-27 7-4453 0 0</inkml:trace>
</inkml:ink>
</file>

<file path=ppt/ink/ink3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6:44.36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1 206 10594 0 0,'0'1'67'0'0,"0"-1"-1"0"0,1 1 1 0 0,-1 0 0 0 0,1-1-1 0 0,-1 1 1 0 0,1 0-1 0 0,-1-1 1 0 0,1 1 0 0 0,-1-1-1 0 0,1 1 1 0 0,0-1-1 0 0,-1 1 1 0 0,1-1 0 0 0,0 1-1 0 0,-1-1 1 0 0,1 1-1 0 0,0-1 1 0 0,0 0 0 0 0,-1 0-1 0 0,1 1 1 0 0,0-1-1 0 0,0 0 1 0 0,0 0 0 0 0,27 6 557 0 0,-19-4-350 0 0,4 0 471 0 0,0 2 0 0 0,-1-1 0 0 0,1 2 0 0 0,-1 0 0 0 0,0 0 0 0 0,22 14 1 0 0,-30-16-574 0 0,0 0 1 0 0,-1 0 0 0 0,1 0 0 0 0,-1 0-1 0 0,0 0 1 0 0,0 1 0 0 0,0 0 0 0 0,0-1-1 0 0,0 1 1 0 0,-1 0 0 0 0,0 0 0 0 0,0 1-1 0 0,0-1 1 0 0,0 0 0 0 0,-1 1 0 0 0,0-1-1 0 0,0 1 1 0 0,0-1 0 0 0,0 1 0 0 0,-1-1 0 0 0,1 1-1 0 0,-1 0 1 0 0,-1 7 0 0 0,1-12-146 0 0,0 1 0 0 0,0 0 0 0 0,0-1 0 0 0,0 1 0 0 0,0 0 0 0 0,0-1 1 0 0,0 1-1 0 0,0-1 0 0 0,0 1 0 0 0,0 0 0 0 0,-1-1 0 0 0,1 1 0 0 0,0 0 0 0 0,0-1 0 0 0,-1 1 0 0 0,1-1 1 0 0,0 1-1 0 0,-1 0 0 0 0,1-1 0 0 0,-1 1 0 0 0,1-1 0 0 0,-1 1 0 0 0,1-1 0 0 0,-1 0 0 0 0,1 1 1 0 0,-1-1-1 0 0,1 1 0 0 0,-1-1 0 0 0,1 0 0 0 0,-1 0 0 0 0,0 1 0 0 0,1-1 0 0 0,-1 0 0 0 0,1 0 0 0 0,-1 0 1 0 0,0 1-1 0 0,1-1 0 0 0,-1 0 0 0 0,0 0 0 0 0,1 0 0 0 0,-1 0 0 0 0,0 0 0 0 0,1-1 0 0 0,-1 1 1 0 0,0 0-1 0 0,1 0 0 0 0,-1 0 0 0 0,0 0 0 0 0,0-1 0 0 0,-2 0 8 0 0,1 0 0 0 0,0-1 1 0 0,0 1-1 0 0,-1-1 0 0 0,1 1 0 0 0,0-1 0 0 0,0 1 1 0 0,1-1-1 0 0,-1 0 0 0 0,0 0 0 0 0,-1-3 1 0 0,-2-5-61 0 0,1 0 0 0 0,0-1 0 0 0,0 0 1 0 0,1 1-1 0 0,1-1 0 0 0,0 0 0 0 0,1 0 1 0 0,0-1-1 0 0,0 1 0 0 0,1 0 0 0 0,3-22 1 0 0,0 7-816 0 0,2-1 0 0 0,1 1 1 0 0,16-46-1 0 0,-8 39-1562 0 0,1 5-4353 0 0</inkml:trace>
</inkml:ink>
</file>

<file path=ppt/ink/ink3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6:44.61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0 305 1376 0 0,'6'8'1414'0'0,"0"0"-1"0"0,0 0 1 0 0,0 0 0 0 0,8 6-1 0 0,-12-11-993 0 0,1-1-1 0 0,-1 0 1 0 0,0 0-1 0 0,1 0 0 0 0,-1 0 1 0 0,1-1-1 0 0,0 1 1 0 0,-1-1-1 0 0,1 1 1 0 0,0-1-1 0 0,0 0 0 0 0,0 0 1 0 0,0 0-1 0 0,0-1 1 0 0,0 1-1 0 0,0-1 1 0 0,4 1-1 0 0,-5-2-269 0 0,0 0 0 0 0,0 0 0 0 0,0 0 1 0 0,0 0-1 0 0,0 0 0 0 0,0 0 0 0 0,0-1 0 0 0,-1 1 0 0 0,1 0 0 0 0,0-1 0 0 0,-1 0 0 0 0,1 1 1 0 0,-1-1-1 0 0,1 0 0 0 0,-1 0 0 0 0,0 0 0 0 0,0 0 0 0 0,0 0 0 0 0,0 0 0 0 0,0 0 1 0 0,1-4-1 0 0,1-3 90 0 0,-1 1 1 0 0,0-1 0 0 0,0 1 0 0 0,1-13-1 0 0,-3 1-177 0 0,0 0-1 0 0,-1 0 0 0 0,0-1 0 0 0,-2 1 0 0 0,-1 1 1 0 0,0-1-1 0 0,-1 1 0 0 0,-2-1 0 0 0,0 1 0 0 0,-17-33 1 0 0,22 49-74 0 0,0 1 1 0 0,0-1-1 0 0,0 1 1 0 0,0 0-1 0 0,0 0 1 0 0,-1-1-1 0 0,1 1 1 0 0,-1 1-1 0 0,1-1 1 0 0,-1 0-1 0 0,0 1 1 0 0,0-1 0 0 0,1 1-1 0 0,-1 0 1 0 0,-6-2-1 0 0,8 3-23 0 0,0 0 1 0 0,0 0-1 0 0,-1 0 0 0 0,1 0 1 0 0,0 0-1 0 0,-1 0 0 0 0,1 0 1 0 0,0 0-1 0 0,0 0 0 0 0,0 0 1 0 0,-1 1-1 0 0,1-1 0 0 0,0 1 1 0 0,0-1-1 0 0,0 1 0 0 0,0-1 1 0 0,-1 1-1 0 0,1 0 0 0 0,0-1 1 0 0,0 1-1 0 0,0 0 0 0 0,0 0 0 0 0,1 0 1 0 0,-1 0-1 0 0,0 0 0 0 0,0 0 1 0 0,0 0-1 0 0,1 0 0 0 0,-1 0 1 0 0,1 0-1 0 0,-1 0 0 0 0,1 0 1 0 0,-1 0-1 0 0,1 1 0 0 0,0-1 1 0 0,-1 0-1 0 0,1 0 0 0 0,0 1 1 0 0,0-1-1 0 0,0 2 0 0 0,-1 5-363 0 0,1-1 0 0 0,1 1 0 0 0,-1 0 0 0 0,1-1-1 0 0,0 1 1 0 0,1-1 0 0 0,0 0 0 0 0,0 1 0 0 0,1-1 0 0 0,0 0 0 0 0,0 0-1 0 0,0 0 1 0 0,1-1 0 0 0,5 8 0 0 0,5 5-4712 0 0</inkml:trace>
</inkml:ink>
</file>

<file path=ppt/ink/ink3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6:45.01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0 250 1376 0 0,'14'-16'564'0'0,"-1"0"-1"0"0,-1-1 1 0 0,-1-1-1 0 0,0 0 1 0 0,-2 0-1 0 0,0-1 0 0 0,-1 0 1 0 0,0 0-1 0 0,4-24 1 0 0,-11 40-229 0 0,0-1 1 0 0,0 0-1 0 0,-1 1 0 0 0,0-1 1 0 0,1 0-1 0 0,-1 1 1 0 0,-1-1-1 0 0,0-4 0 0 0,1 8-206 0 0,0-1 0 0 0,0 1 0 0 0,0-1 0 0 0,0 1 0 0 0,0-1 0 0 0,-1 1 0 0 0,1-1 0 0 0,0 1 0 0 0,0-1 0 0 0,-1 1-1 0 0,1-1 1 0 0,0 1 0 0 0,0 0 0 0 0,-1-1 0 0 0,1 1 0 0 0,-1-1 0 0 0,1 1 0 0 0,0 0 0 0 0,-1-1 0 0 0,1 1 0 0 0,-1 0 0 0 0,1 0-1 0 0,-1-1 1 0 0,0 1 0 0 0,0 0 32 0 0,0 0 1 0 0,0 0-1 0 0,0 0 0 0 0,0 1 0 0 0,0-1 1 0 0,0 0-1 0 0,0 0 0 0 0,0 1 0 0 0,1-1 0 0 0,-1 1 1 0 0,0-1-1 0 0,0 1 0 0 0,0-1 0 0 0,0 1 0 0 0,0-1 1 0 0,1 1-1 0 0,-2 1 0 0 0,-4 3 181 0 0,2 1 0 0 0,-1 0 0 0 0,0 0 0 0 0,1 0 1 0 0,0 0-1 0 0,1 1 0 0 0,-1 0 0 0 0,1 0 0 0 0,1 0 0 0 0,-1 0 0 0 0,1 0 0 0 0,0 0 0 0 0,1 0 0 0 0,-1 8 0 0 0,-1 12-237 0 0,1-1 1 0 0,3 42-1 0 0,0-53-78 0 0,0-1 0 0 0,1 1 0 0 0,1-1 0 0 0,1 0 0 0 0,8 23 0 0 0,-10-32-83 0 0,-1 0 0 0 0,1-1 0 0 0,1 1 0 0 0,-1-1 0 0 0,1 0 0 0 0,0 0 0 0 0,-1 0 0 0 0,2 0 0 0 0,-1 0 1 0 0,0-1-1 0 0,1 1 0 0 0,0-1 0 0 0,0 0 0 0 0,0 0 0 0 0,0 0 0 0 0,0-1 0 0 0,0 1 0 0 0,1-1 0 0 0,-1 0 0 0 0,7 1 0 0 0,-10-2-106 0 0,1-1-1 0 0,-1 0 0 0 0,0-1 1 0 0,1 1-1 0 0,-1 0 1 0 0,1 0-1 0 0,-1 0 0 0 0,0-1 1 0 0,0 1-1 0 0,1-1 0 0 0,-1 1 1 0 0,0-1-1 0 0,0 0 1 0 0,0 1-1 0 0,1-1 0 0 0,-1 0 1 0 0,0 0-1 0 0,0 0 0 0 0,0 0 1 0 0,0 0-1 0 0,0 0 0 0 0,-1 0 1 0 0,1 0-1 0 0,0 0 1 0 0,0 0-1 0 0,-1 0 0 0 0,1 0 1 0 0,0-1-1 0 0,-1 1 0 0 0,1-2 1 0 0,13-46-3066 0 0,-12 40 2792 0 0,13-77-1829 0 0,-12 64 2327 0 0,0-1 1 0 0,1 1-1 0 0,2 0 0 0 0,0 1 0 0 0,12-28 0 0 0,-17 46 80 0 0,0 1-1 0 0,0 0 1 0 0,0 0-1 0 0,0 0 1 0 0,0 0-1 0 0,1 0 1 0 0,-1 0-1 0 0,1 0 0 0 0,-1 0 1 0 0,1 1-1 0 0,0-1 1 0 0,0 1-1 0 0,0-1 1 0 0,0 1-1 0 0,0 0 1 0 0,0-1-1 0 0,0 1 0 0 0,0 0 1 0 0,0 0-1 0 0,1 1 1 0 0,-1-1-1 0 0,0 0 1 0 0,0 1-1 0 0,1-1 1 0 0,-1 1-1 0 0,1 0 0 0 0,-1 0 1 0 0,0 0-1 0 0,1 0 1 0 0,-1 0-1 0 0,0 1 1 0 0,1-1-1 0 0,-1 1 1 0 0,0-1-1 0 0,1 1 0 0 0,-1 0 1 0 0,0 0-1 0 0,0 0 1 0 0,0 0-1 0 0,0 0 1 0 0,2 2-1 0 0,6 3 303 0 0,-1 1 0 0 0,0 0 0 0 0,0 0-1 0 0,-1 1 1 0 0,0 0 0 0 0,0 0 0 0 0,8 12 0 0 0,63 108 1994 0 0,0 0-1583 0 0,-68-112-777 0 0,1-1 1 0 0,1 0-1 0 0,1 0 1 0 0,0-2-1 0 0,24 19 0 0 0,-37-32-73 0 0,-1 1-1 0 0,0-1 0 0 0,0 0 0 0 0,0 0 1 0 0,1 0-1 0 0,-1 0 0 0 0,0 0 0 0 0,0 0 1 0 0,1 0-1 0 0,-1 0 0 0 0,0 0 0 0 0,0 1 1 0 0,1-1-1 0 0,-1 0 0 0 0,0 0 0 0 0,0 0 1 0 0,1-1-1 0 0,-1 1 0 0 0,0 0 0 0 0,0 0 1 0 0,1 0-1 0 0,-1 0 0 0 0,0 0 0 0 0,0 0 1 0 0,1 0-1 0 0,-1 0 0 0 0,0 0 1 0 0,0 0-1 0 0,0-1 0 0 0,1 1 0 0 0,-1 0 1 0 0,0 0-1 0 0,0 0 0 0 0,0 0 0 0 0,0-1 1 0 0,1 1-1 0 0,-1 0 0 0 0,0 0 0 0 0,0 0 1 0 0,0-1-1 0 0,0 1 0 0 0,0 0 0 0 0,0 0 1 0 0,0-1-1 0 0,1 1 0 0 0,-1 0 0 0 0,0 0 1 0 0,0-1-1 0 0,0 1 0 0 0,0 0 0 0 0,0 0 1 0 0,0-1-1 0 0,0 1 0 0 0,0 0 0 0 0,0 0 1 0 0,0-1-1 0 0,-1 1 0 0 0,1 0 1 0 0,0-22 71 0 0,0 17-64 0 0,-1-61-1201 0 0,1 21-4034 0 0,1-10-2149 0 0</inkml:trace>
</inkml:ink>
</file>

<file path=ppt/ink/ink3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6:45.13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 20276 0 0,'13'9'897'0'0,"-9"-5"191"0"0,2 2-872 0 0,-2-2-216 0 0,-2-1 0 0 0,-1-2 0 0 0,0 2 288 0 0,2 1 24 0 0,3 1 0 0 0,-2-4 0 0 0</inkml:trace>
</inkml:ink>
</file>

<file path=ppt/ink/ink3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7:01.04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72 5065 0 0,'4'-6'923'0'0,"-1"0"0"0"0,0 0 0 0 0,0 0 1 0 0,0 0-1 0 0,-1-1 0 0 0,0 1 0 0 0,0 0 0 0 0,0-1 0 0 0,0-9 0 0 0,1 33 2715 0 0,8 11-2342 0 0,4 13-728 0 0,-10 3-413 0 0,-2 53 0 0 0,-3-65-73 0 0,1-1-1 0 0,1 1 1 0 0,2-1 0 0 0,9 38-1 0 0,-6-46-47 0 0,1 8 218 0 0,16 37 0 0 0,-21-61-214 0 0,0 0 1 0 0,0 0-1 0 0,1 0 0 0 0,0-1 1 0 0,0 0-1 0 0,1 0 1 0 0,0 0-1 0 0,0 0 1 0 0,0 0-1 0 0,12 8 1 0 0,-12-11-7 0 0,0-1 0 0 0,0 0 0 0 0,0 0 1 0 0,0 0-1 0 0,1-1 0 0 0,-1 0 0 0 0,1 0 1 0 0,-1 0-1 0 0,1-1 0 0 0,-1 1 1 0 0,1-1-1 0 0,-1-1 0 0 0,1 1 0 0 0,-1-1 1 0 0,1 0-1 0 0,-1 0 0 0 0,0 0 0 0 0,1-1 1 0 0,8-4-1 0 0,10-4 200 0 0,0-2 0 0 0,39-25-1 0 0,-52 30-219 0 0,7-4-52 0 0,94-54-1210 0 0,-100 60 291 0 0</inkml:trace>
</inkml:ink>
</file>

<file path=ppt/ink/ink3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7:01.43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 5529 0 0,'4'2'8558'0'0,"5"17"-7792"0"0,-1 1 0 0 0,-1 0 0 0 0,-1 1 0 0 0,-1-1 0 0 0,4 24 0 0 0,5 111 626 0 0,1 10-1628 0 0,-11-144 210 0 0,1 1 1 0 0,0-1 0 0 0,2 0-1 0 0,0 0 1 0 0,15 28 0 0 0,-20-46-281 0 0,12 22 141 0 0,-2-16-3426 0 0</inkml:trace>
</inkml:ink>
</file>

<file path=ppt/ink/ink3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7:01.74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1 121 4801 0 0,'10'-3'91'0'0,"0"0"0"0"0,0-1-1 0 0,-1-1 1 0 0,1 1 0 0 0,-1-1 0 0 0,14-11-1 0 0,21-10 2036 0 0,-19 14-636 0 0,1 1 0 0 0,39-11 0 0 0,-53 20-1739 0 0,-1-1 0 0 0,1 1 0 0 0,0 1-1 0 0,22 0 1 0 0,-31 1 224 0 0,0 0 0 0 0,0 1 0 0 0,0-1 0 0 0,-1 1 0 0 0,1-1-1 0 0,0 1 1 0 0,-1 0 0 0 0,1 0 0 0 0,-1 0 0 0 0,1 1 0 0 0,-1-1 0 0 0,1 1-1 0 0,-1-1 1 0 0,0 1 0 0 0,0 0 0 0 0,0 0 0 0 0,0 0 0 0 0,0 0-1 0 0,0 0 1 0 0,2 4 0 0 0,0 4-55 0 0</inkml:trace>
</inkml:ink>
</file>

<file path=ppt/ink/ink3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7:01.94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94 3225 0 0,'5'0'599'0'0,"-1"0"0"0"0,1 0 0 0 0,-1 0 0 0 0,1-1 0 0 0,0 0 0 0 0,8-2 0 0 0,90-26 4171 0 0,0-4-4726 0 0,-56 18-1800 0 0,-31 9 1730 0 0,-2 1 26 0 0</inkml:trace>
</inkml:ink>
</file>

<file path=ppt/ink/ink3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7:02.62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50 126 920 0 0,'-49'4'11122'0'0,"67"-5"-9955"0"0,280-60 3838 0 0,-66 13-4720 0 0,-196 40-570 0 0,0 1-1314 0 0,-11 3-3587 0 0</inkml:trace>
</inkml:ink>
</file>

<file path=ppt/ink/ink3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7:02.99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10 6449 0 0,'4'-2'195'0'0,"-1"1"0"0"0,0 1 0 0 0,1-1-1 0 0,-1 0 1 0 0,1 1 0 0 0,-1-1-1 0 0,1 1 1 0 0,4 0 0 0 0,-1 0 442 0 0,18-2 315 0 0,1 1-1 0 0,0 1 0 0 0,0 1 0 0 0,43 8 1 0 0,-60-8-796 0 0,-1 2 0 0 0,0-1 0 0 0,0 1-1 0 0,0 0 1 0 0,0 1 0 0 0,0 0 0 0 0,14 10 0 0 0,-19-11-53 0 0,1 0-1 0 0,-1 0 1 0 0,1 1-1 0 0,-1-1 1 0 0,0 1-1 0 0,0 0 1 0 0,0 0-1 0 0,-1 0 1 0 0,0 0-1 0 0,1 1 1 0 0,-1-1-1 0 0,-1 0 1 0 0,1 1-1 0 0,-1 0 1 0 0,2 6 0 0 0,-3-6-20 0 0,0 0 0 0 0,0 1 0 0 0,0-1 0 0 0,0 0 0 0 0,-1 1 0 0 0,0-1 0 0 0,0 0 0 0 0,-1 0 0 0 0,1 0 0 0 0,-1 0 0 0 0,0 0 0 0 0,0 0 1 0 0,-1 0-1 0 0,-4 6 0 0 0,-7 9 76 0 0,-31 36 0 0 0,20-28-204 0 0,-25 38-1714 0 0,19-21-2394 0 0</inkml:trace>
</inkml:ink>
</file>

<file path=ppt/ink/ink3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7:03.30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29 1 4145 0 0,'18'3'13406'0'0,"-18"6"-15047"0"0,-14 140 4125 0 0,3-64-2074 0 0,3-10-80 0 0,-6 85 294 0 0,14-142-723 0 0,1 0 0 0 0,0 0 0 0 0,2 0 0 0 0,0-1-1 0 0,1 1 1 0 0,11 30 0 0 0,-10-37-1533 0 0,-3-8 676 0 0</inkml:trace>
</inkml:ink>
</file>

<file path=ppt/ink/ink3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7:03.59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6 2304 0 0,'2'-1'291'0'0,"0"0"0"0"0,0 1-1 0 0,1-1 1 0 0,-1 0-1 0 0,0 1 1 0 0,0-1-1 0 0,0 1 1 0 0,1 0-1 0 0,-1 0 1 0 0,0 0 0 0 0,0 0-1 0 0,1 0 1 0 0,-1 0-1 0 0,0 1 1 0 0,0-1-1 0 0,0 1 1 0 0,0-1-1 0 0,1 1 1 0 0,-1 0-1 0 0,0 0 1 0 0,0 0 0 0 0,2 1-1 0 0,1 1 41 0 0,0 0 0 0 0,-1 0 0 0 0,1 0 0 0 0,-1 1 0 0 0,0-1 0 0 0,0 1 0 0 0,0 0 1 0 0,4 6-1 0 0,-1 2-70 0 0,0 0 1 0 0,-1 1 0 0 0,0 0 0 0 0,-1 0 0 0 0,0 0 0 0 0,-1 1 0 0 0,0-1 0 0 0,-2 1 0 0 0,1 0 0 0 0,0 25 0 0 0,-3 13-115 0 0,-10 83 1 0 0,2-53-1493 0 0,7-62 546 0 0,-1-2-29 0 0</inkml:trace>
</inkml:ink>
</file>

<file path=ppt/ink/ink3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7:03.75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3 113 920 0 0,'-1'-6'0'0'0,"-1"0"80"0"0,4 2-80 0 0,1 0 0 0 0,1 1 0 0 0,-1 1 0 0 0,1 0 480 0 0,3-3 88 0 0,5-3 9 0 0,5-4 7 0 0,3 1-112 0 0,2-4-24 0 0,-2 2-8 0 0,0 2 0 0 0,-2 1-440 0 0</inkml:trace>
</inkml:ink>
</file>

<file path=ppt/ink/ink3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7:04.01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0 7370 0 0,'26'12'5018'0'0,"-20"-7"-4705"0"0,0 0 0 0 0,-1 1 0 0 0,0-1 0 0 0,0 1 0 0 0,0 1 0 0 0,-1-1 0 0 0,0 1 0 0 0,0-1 0 0 0,-1 1 0 0 0,0 0 0 0 0,0 1 0 0 0,0-1 0 0 0,-1 0 0 0 0,0 1 0 0 0,0 0 0 0 0,-1-1-1 0 0,0 1 1 0 0,-1 0 0 0 0,0 11 0 0 0,-1 16-368 0 0,-2-1 0 0 0,-1 0-1 0 0,-9 34 1 0 0,11-57 41 0 0,-3 8-387 0 0,4-15-109 0 0,-1 0 1 0 0,1 1-1 0 0,0-1 0 0 0,1 1 1 0 0,-1-1-1 0 0,1 1 1 0 0,-1-1-1 0 0,2 10 0 0 0</inkml:trace>
</inkml:ink>
</file>

<file path=ppt/ink/ink3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7:04.16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15 250 4609 0 0,'-4'-12'448'0'0,"1"-1"0"0"0,1 1 0 0 0,0-1 0 0 0,0 0 0 0 0,1 0 0 0 0,1 0 0 0 0,0 0 0 0 0,1 0 0 0 0,3-16 0 0 0,-3 24-208 0 0,0 0 0 0 0,0 0 0 0 0,0 0 0 0 0,1 1 0 0 0,0-1 0 0 0,0 0 0 0 0,1 1 0 0 0,-1-1 0 0 0,1 1 0 0 0,0 0 0 0 0,0 0 0 0 0,0 0 0 0 0,0 0 0 0 0,1 1 0 0 0,0-1 0 0 0,-1 1 0 0 0,1 0 0 0 0,1 0 0 0 0,-1 0 0 0 0,0 1 0 0 0,1 0 0 0 0,-1-1 0 0 0,1 1 0 0 0,0 1 0 0 0,-1-1 0 0 0,9-1 0 0 0,1 0-321 0 0,1 1 1 0 0,0 0 0 0 0,-1 1 0 0 0,1 0-1 0 0,16 2 1 0 0,-19 2-532 0 0</inkml:trace>
</inkml:ink>
</file>

<file path=ppt/ink/ink3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27:04.32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10 1 1840 0 0,'-10'31'9645'0'0,"11"-31"-9470"0"0,18-2 3243 0 0,53-19 151 0 0,-57 17-3444 0 0</inkml:trace>
</inkml:ink>
</file>

<file path=ppt/ink/ink3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5:26.2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334 0 3225 0 0,'8'82'327'0'0,"15"140"980"0"0,-7 251-1 0 0,-67 294-798 0 0,-32-2 433 0 0,-24 281-161 0 0,51-433-590 0 0,-28 523 292 0 0,118 867-1734 0 0,30-115 1869 0 0,-55-678 1666 0 0,-25-582-1956 0 0,2-199 84 0 0,-6 157-261 0 0,4-326-583 0 0,-1 41-611 0 0,25 0 313 0 0,2-162-1100 0 0,-7-115 1398 0 0</inkml:trace>
</inkml:ink>
</file>

<file path=ppt/ink/ink3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5:27.9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398 0 5065 0 0,'-1'1'59'0'0,"0"-1"0"0"0,0 1 0 0 0,0-1 1 0 0,-1 1-1 0 0,1 0 0 0 0,0 0 0 0 0,0 0 0 0 0,1-1 0 0 0,-1 1 0 0 0,0 0 0 0 0,0 0 0 0 0,0 0 1 0 0,0 0-1 0 0,1 0 0 0 0,-1 0 0 0 0,1 1 0 0 0,-1-1 0 0 0,0 1 0 0 0,-9 22 218 0 0,6-11-45 0 0,1-1 0 0 0,0 1 0 0 0,0 0 0 0 0,2 0 1 0 0,0 0-1 0 0,0 24 0 0 0,14 82 486 0 0,-4-51-380 0 0,36 232-60 0 0,0 11-52 0 0,-27 480 50 0 0,-20-628-243 0 0,-25 400-193 0 0,23-502 20 0 0,-20 371-166 0 0,-41 450 358 0 0,14-516-92 0 0,-42 379 461 0 0,72-507-190 0 0,-69 897-190 0 0,41 96 768 0 0,27-566-490 0 0,2 871-451 0 0,20-1513 124 0 0,13 482-902 0 0,0-1 599 0 0,1 195-528 0 0,1 19 2192 0 0,-18-243 1171 0 0,-37 194 312 0 0,34-622-6218 0 0,-17 61-1 0 0</inkml:trace>
</inkml:ink>
</file>

<file path=ppt/ink/ink3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5:23.9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79 58 4145 0 0,'-3'-11'194'0'0,"3"7"406"0"0,-1-1 1 0 0,0 0-1 0 0,-1 0 1 0 0,1 1-1 0 0,-1-1 1 0 0,0 1-1 0 0,0-1 1 0 0,-4-5-1 0 0,6 10-528 0 0,-1 0-1 0 0,1 0 0 0 0,0 0 1 0 0,-1 1-1 0 0,1-1 0 0 0,-1 0 0 0 0,1 0 1 0 0,0 0-1 0 0,-1 0 0 0 0,1 1 1 0 0,0-1-1 0 0,-1 0 0 0 0,1 0 0 0 0,0 1 1 0 0,-1-1-1 0 0,1 0 0 0 0,0 0 0 0 0,-1 1 1 0 0,1-1-1 0 0,0 0 0 0 0,0 1 1 0 0,0-1-1 0 0,-1 0 0 0 0,1 1 0 0 0,0-1 1 0 0,0 1-1 0 0,0-1 0 0 0,0 0 1 0 0,0 1-1 0 0,0-1 0 0 0,-1 1 0 0 0,1-1 1 0 0,0 0-1 0 0,0 1 0 0 0,-5 17 870 0 0,-4 34-456 0 0,3-1 0 0 0,0 65 0 0 0,1-9-407 0 0,1-59-82 0 0,-11 260 358 0 0,16-267-266 0 0,2 0 1 0 0,1 0-1 0 0,2-1 1 0 0,2 1-1 0 0,19 55 1 0 0,-25-89-82 0 0,1-1 0 0 0,0 0 0 0 0,0 1-1 0 0,0-1 1 0 0,0 0 0 0 0,1-1 0 0 0,0 1 0 0 0,1-1 0 0 0,-1 1 0 0 0,1-1 0 0 0,0 0 0 0 0,0-1 0 0 0,0 0 0 0 0,1 1 0 0 0,0-2 0 0 0,11 7 0 0 0,-11-8 5 0 0,0 0 1 0 0,0 0-1 0 0,0 0 1 0 0,1-1-1 0 0,-1 0 1 0 0,0-1-1 0 0,1 1 0 0 0,-1-1 1 0 0,0-1-1 0 0,1 1 1 0 0,-1-1-1 0 0,0 0 1 0 0,0 0-1 0 0,1-1 1 0 0,-1 0-1 0 0,0 0 1 0 0,0 0-1 0 0,7-5 0 0 0,-4 3 78 0 0,-1-1-1 0 0,1-1 0 0 0,-1 1 0 0 0,-1-1 1 0 0,1-1-1 0 0,-1 1 0 0 0,0-1 1 0 0,0 0-1 0 0,7-12 0 0 0,10-23-4754 0 0,-16 23-557 0 0</inkml:trace>
</inkml:ink>
</file>

<file path=ppt/ink/ink3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5:24.3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63 193 5065 0 0,'-5'2'427'0'0,"-1"0"0"0"0,1 0 0 0 0,-1-1 0 0 0,0 0 0 0 0,0 0-1 0 0,-9 0 1 0 0,15-1-284 0 0,-1 0 0 0 0,1 0-1 0 0,-1 0 1 0 0,1 0 0 0 0,-1 0-1 0 0,1 0 1 0 0,-1 0 0 0 0,1 0-1 0 0,-1 0 1 0 0,0-1 0 0 0,1 1-1 0 0,-1 0 1 0 0,1 0 0 0 0,-1 0-1 0 0,1-1 1 0 0,0 1 0 0 0,-1 0-1 0 0,1-1 1 0 0,-1 1 0 0 0,1 0-1 0 0,-1-1 1 0 0,1 1 0 0 0,0 0 0 0 0,-1-1-1 0 0,1 1 1 0 0,0-1 0 0 0,-1 0-1 0 0,1-1 25 0 0,0 1-1 0 0,1 0 1 0 0,-1-1-1 0 0,0 1 1 0 0,1 0-1 0 0,-1 0 1 0 0,1-1-1 0 0,0 1 1 0 0,-1 0 0 0 0,1 0-1 0 0,0 0 1 0 0,0 0-1 0 0,0 0 1 0 0,0 0-1 0 0,-1 0 1 0 0,2 0-1 0 0,0-1 1 0 0,13-12 420 0 0,1 1 1 0 0,0 1-1 0 0,1 1 0 0 0,0 0 1 0 0,30-13-1 0 0,96-33 159 0 0,-118 49-1158 0 0,0 1-1 0 0,49-7 1 0 0,-41 11-863 0 0</inkml:trace>
</inkml:ink>
</file>

<file path=ppt/ink/ink3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5:28.73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52 99 4609 0 0,'-5'0'409'0'0,"0"1"-1"0"0,0 0 1 0 0,-1 0 0 0 0,1 0 0 0 0,1 1-1 0 0,-1-1 1 0 0,-9 6 0 0 0,11-6 618 0 0,37-12-918 0 0,1 1-1 0 0,0 1 1 0 0,1 2 0 0 0,0 2 0 0 0,62-2 0 0 0,25-4 46 0 0,360-23 178 0 0,-333 24-256 0 0,-99 5-97 0 0,-1 2 0 0 0,0 1 0 0 0,1 3 0 0 0,64 10-1 0 0,-72-3-951 0 0</inkml:trace>
</inkml:ink>
</file>

<file path=ppt/ink/ink3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5:29.37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 0 1376 0 0,'-35'8'13181'0'0,"51"9"-12415"0"0,-9-11-615 0 0,4 6 145 0 0,1 0-1 0 0,19 12 1 0 0,-26-20-282 0 0,1 0 1 0 0,1-1-1 0 0,-1 0 1 0 0,0-1 0 0 0,1 1-1 0 0,-1-1 1 0 0,1 0-1 0 0,9 1 1 0 0,-13-3-12 0 0,19 4 2 0 0,0 0 1 0 0,41 14 0 0 0,-58-16-9 0 0,0 0 0 0 0,0 0 0 0 0,0 1 0 0 0,0-1 0 0 0,-1 1 0 0 0,1 0 1 0 0,-1 1-1 0 0,1-1 0 0 0,-1 1 0 0 0,0 0 0 0 0,0 0 0 0 0,-1 0 0 0 0,1 0 0 0 0,-1 1 0 0 0,0-1 0 0 0,0 1 0 0 0,3 7 1 0 0,-6-9 5 0 0,1 0 0 0 0,-1-1 0 0 0,0 1 0 0 0,0 0 1 0 0,0-1-1 0 0,0 1 0 0 0,0 0 0 0 0,-1 0 0 0 0,1-1 1 0 0,-1 1-1 0 0,0-1 0 0 0,0 1 0 0 0,0 0 0 0 0,0-1 1 0 0,0 1-1 0 0,0-1 0 0 0,-1 0 0 0 0,1 1 0 0 0,-1-1 1 0 0,-1 2-1 0 0,-43 46 659 0 0,35-40-298 0 0,-2 4-146 0 0,0 0 0 0 0,1 0 1 0 0,1 1-1 0 0,0 1 0 0 0,-11 22 0 0 0,16-26-881 0 0,1 0-1 0 0,0 1 1 0 0,1-1-1 0 0,-5 26 1 0 0</inkml:trace>
</inkml:ink>
</file>

<file path=ppt/ink/ink3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5:34.6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142 23 5065 0 0,'-3'-1'293'0'0,"1"1"-1"0"0,-1-1 0 0 0,1 1 1 0 0,-1-1-1 0 0,0 0 1 0 0,1 0-1 0 0,0 0 1 0 0,-1-1-1 0 0,-3-1 0 0 0,5 2-112 0 0,-1-1 0 0 0,1 1 0 0 0,-1 0 0 0 0,1 0 0 0 0,-1 1 0 0 0,0-1 0 0 0,1 0 0 0 0,-1 0 0 0 0,0 1 0 0 0,0-1 0 0 0,0 1 0 0 0,1 0 0 0 0,-1-1 0 0 0,0 1 0 0 0,0 0 0 0 0,0 0 0 0 0,0 0 0 0 0,0 0 0 0 0,0 0 0 0 0,1 1 0 0 0,-1-1 0 0 0,0 1 0 0 0,0-1 0 0 0,0 1 0 0 0,-2 1 0 0 0,-1 2 40 0 0,-1 1 0 0 0,2-1 0 0 0,-1 1 0 0 0,0 0-1 0 0,1 0 1 0 0,0 1 0 0 0,0-1 0 0 0,1 1-1 0 0,0 0 1 0 0,0 0 0 0 0,0 0 0 0 0,1 1 0 0 0,-1-1-1 0 0,1 1 1 0 0,1-1 0 0 0,-1 1 0 0 0,1 9-1 0 0,-2 4 49 0 0,2 0-1 0 0,0 0 1 0 0,2 1-1 0 0,4 30 1 0 0,11 32 110 0 0,4-2 1 0 0,31 82 0 0 0,-28-99-312 0 0,3-1 1 0 0,2-2-1 0 0,3-1 1 0 0,47 67-1 0 0,-7-31-979 0 0,-39-56-3530 0 0,-27-32 2851 0 0</inkml:trace>
</inkml:ink>
</file>

<file path=ppt/ink/ink3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5:34.9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93 215 6449 0 0,'-12'6'768'0'0,"-2"0"-883"0"0,1 1 1 0 0,-22 14 0 0 0,17-3 3306 0 0,37-23 464 0 0,133-79 1905 0 0,-5-8-3658 0 0,-29 18-3066 0 0,-90 56-5985 0 0</inkml:trace>
</inkml:ink>
</file>

<file path=ppt/ink/ink3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6:02.95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1 135 5529 0 0,'0'-1'121'0'0,"0"-1"0"0"0,1 1 0 0 0,-1 0-1 0 0,0 0 1 0 0,1 0 0 0 0,-1 0 0 0 0,1 0 0 0 0,0 0 0 0 0,-1 0-1 0 0,1 0 1 0 0,0 0 0 0 0,0 0 0 0 0,-1 0 0 0 0,1 0-1 0 0,0 0 1 0 0,0 0 0 0 0,0 1 0 0 0,0-1 0 0 0,0 0-1 0 0,0 1 1 0 0,0-1 0 0 0,2 0 0 0 0,27-16 821 0 0,1 3-412 0 0,2 1 0 0 0,0 3-1 0 0,0 0 1 0 0,1 2 0 0 0,67-7 0 0 0,177 6-152 0 0,-174 10-190 0 0,634 32-188 0 0,-159-2 0 0 0,-68-49 7 0 0,-347 9-6 0 0,87-13 258 0 0,-26 2 50 0 0,-193 18-246 0 0,467-8 937 0 0,-381 17-932 0 0,124 25 1 0 0,-92-5-1353 0 0,-106-19-3561 0 0</inkml:trace>
</inkml:ink>
</file>

<file path=ppt/ink/ink3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6:04.0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2030 4609 0 0,'0'1'74'0'0,"1"0"0"0"0,-1 0 0 0 0,0 0 1 0 0,0 0-1 0 0,0 0 0 0 0,0 0 0 0 0,1 0 0 0 0,-1-1 0 0 0,0 1 0 0 0,1 0 1 0 0,-1 0-1 0 0,1 0 0 0 0,-1 0 0 0 0,1-1 0 0 0,-1 1 0 0 0,1 0 1 0 0,0 0-1 0 0,-1-1 0 0 0,1 1 0 0 0,0 0 0 0 0,0-1 0 0 0,-1 1 0 0 0,1-1 1 0 0,1 1-1 0 0,-1-1-24 0 0,-1 1 1 0 0,1-1 0 0 0,-1 0 0 0 0,1 0-1 0 0,-1 0 1 0 0,1 0 0 0 0,0 0 0 0 0,-1 0-1 0 0,1 0 1 0 0,-1 0 0 0 0,1 0 0 0 0,-1 0-1 0 0,1 0 1 0 0,-1-1 0 0 0,1 1 0 0 0,0 0-1 0 0,-1 0 1 0 0,1 0 0 0 0,-1-1 0 0 0,1 1-1 0 0,-1 0 1 0 0,0-1 0 0 0,1 1 0 0 0,-1 0-1 0 0,1-1 1 0 0,-1 1 0 0 0,0-1-1 0 0,1 1 1 0 0,-1 0 0 0 0,0-1 0 0 0,1 1-1 0 0,-1-1 1 0 0,0 1 0 0 0,1-1 0 0 0,-1 1-1 0 0,0-1 1 0 0,0 0 0 0 0,0 1 0 0 0,0-1-1 0 0,0 1 1 0 0,0-2 0 0 0,35-141 478 0 0,-7-1 1 0 0,-7-1-1 0 0,-5-2 1 0 0,-7 1-1 0 0,-13-191 1 0 0,-7 161-102 0 0,-10-283 198 0 0,24 392-331 0 0,13-77 0 0 0,-4 53 70 0 0,-13 63 26 0 0,-2 17-114 0 0,2 11-273 0 0,1 0 1 0 0,0 0-1 0 0,0 0 1 0 0,-1 0 0 0 0,1 0-1 0 0,0 0 1 0 0,0 0-1 0 0,-1 0 1 0 0,1 0-1 0 0,0 0 1 0 0,0 0-1 0 0,-1 0 1 0 0,1 0-1 0 0,0 1 1 0 0,0-1-1 0 0,-1 0 1 0 0,1 0-1 0 0,0 0 1 0 0,0 0-1 0 0,-1 0 1 0 0,1 0 0 0 0,0 1-1 0 0,0-1 1 0 0,0 0-1 0 0,-1 0 1 0 0,1 0-1 0 0,0 1 1 0 0,0-1-1 0 0,0 0 1 0 0,0 0-1 0 0,0 1 1 0 0,0-1-1 0 0,-1 0 1 0 0,1 0-1 0 0,0 1 1 0 0,0-1-1 0 0,0 0 1 0 0,0 1-1 0 0,-1 4-18 0 0,-1 0 0 0 0,1 0 0 0 0,1 0 0 0 0,-1 0 0 0 0,1 0-1 0 0,0 0 1 0 0,0 0 0 0 0,0 0 0 0 0,1 0 0 0 0,1 7 0 0 0,0 4 20 0 0,3 63-16 0 0,17 158 84 0 0,3-101-73 0 0,34 202-1302 0 0,-26 1-456 0 0,-23-113 827 0 0,4 187 2373 0 0,-16-292-1195 0 0,-24 168 0 0 0,23-274-331 0 0,-4 26 445 0 0,7-40-349 0 0,0 1 0 0 0,0-1 0 0 0,0 1-1 0 0,0-1 1 0 0,0 1 0 0 0,0-1 0 0 0,0 0 0 0 0,0 1 0 0 0,0-1 0 0 0,1 1-1 0 0,-1-1 1 0 0,1 0 0 0 0,-1 1 0 0 0,1-1 0 0 0,-1 0 0 0 0,1 0 0 0 0,0 1 0 0 0,0-1-1 0 0,0 0 1 0 0,1 2 0 0 0,2 0-522 0 0</inkml:trace>
</inkml:ink>
</file>

<file path=ppt/ink/ink3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6:05.1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21 375 4145 0 0,'-1'0'135'0'0,"0"0"-1"0"0,0 0 1 0 0,0 0 0 0 0,0 0-1 0 0,0 0 1 0 0,0 0-1 0 0,0 0 1 0 0,-1-1 0 0 0,1 1-1 0 0,0 0 1 0 0,0 0 0 0 0,0-1-1 0 0,0 1 1 0 0,0-1 0 0 0,1 1-1 0 0,-1-1 1 0 0,-2 0 0 0 0,3 0-70 0 0,0 1 1 0 0,0-1 0 0 0,0 1-1 0 0,0 0 1 0 0,0-1 0 0 0,0 1-1 0 0,0-1 1 0 0,0 1-1 0 0,0 0 1 0 0,0-1 0 0 0,0 1-1 0 0,0-1 1 0 0,0 1 0 0 0,0 0-1 0 0,1-1 1 0 0,-1 1-1 0 0,0-1 1 0 0,0 1 0 0 0,0 0-1 0 0,1-1 1 0 0,-1 1 0 0 0,0 0-1 0 0,0-1 1 0 0,1 1-1 0 0,-1 0 1 0 0,0-1 0 0 0,1 1-1 0 0,-1 0 1 0 0,3-3 67 0 0,0 1 1 0 0,0-1-1 0 0,0 1 1 0 0,1 0-1 0 0,-1 0 0 0 0,0 1 1 0 0,1-1-1 0 0,3-1 1 0 0,33-5 208 0 0,1 2 0 0 0,-1 2 0 0 0,59 1 0 0 0,2-1-53 0 0,222-10 289 0 0,83-6-754 0 0,393-89-1298 0 0,-62 16 1410 0 0,-568 75 162 0 0,139-10 264 0 0,247 13 1883 0 0,-4 9-386 0 0,-498 3-1797 0 0,8-2-112 0 0,0 3 0 0 0,0 2 0 0 0,0 4 1 0 0,63 11-1 0 0,-71-3-1498 0 0,-30-3-3177 0 0</inkml:trace>
</inkml:ink>
</file>

<file path=ppt/ink/ink3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6:07.29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1028 3225 0 0,'6'-14'253'0'0,"-2"0"1"0"0,1 0-1 0 0,-2-1 0 0 0,3-21 1 0 0,3-8 48 0 0,30-130 991 0 0,-18 69 17 0 0,4 1 1 0 0,47-116-1 0 0,-62 196-1174 0 0,0 2-1 0 0,19-29 1 0 0,-22 42-162 0 0,0-1 0 0 0,0 1 0 0 0,0 0 0 0 0,1 1 1 0 0,1 0-1 0 0,-1 0 0 0 0,13-8 0 0 0,-18 14-17 0 0,0 0 1 0 0,0 0-1 0 0,0 1 0 0 0,1-1 0 0 0,-1 1 0 0 0,0 0 0 0 0,1 0 1 0 0,-1 0-1 0 0,1 0 0 0 0,-1 1 0 0 0,1-1 0 0 0,-1 1 0 0 0,1 0 1 0 0,-1 0-1 0 0,1 0 0 0 0,0 1 0 0 0,-1-1 0 0 0,5 2 1 0 0,-2 0-60 0 0,0 1 1 0 0,0-1 0 0 0,0 1 0 0 0,0 1 0 0 0,-1-1 0 0 0,0 1 0 0 0,1 0 0 0 0,-1 0 0 0 0,6 6 0 0 0,4 7-222 0 0,-1 0 0 0 0,-1 1 0 0 0,0 0 0 0 0,18 36 0 0 0,26 70-293 0 0,46 146 0 0 0,-4-11-578 0 0,-71-194 802 0 0,71 117 0 0 0,78 110 608 0 0,-169-278-204 0 0,7 12 8 0 0,1 0-1 0 0,20 24 0 0 0,-32-44 40 0 0,1-1 1 0 0,0 1 0 0 0,0-1-1 0 0,0-1 1 0 0,0 1 0 0 0,1-1 0 0 0,-1 0-1 0 0,1 0 1 0 0,0 0 0 0 0,1-1-1 0 0,-1 0 1 0 0,1 0 0 0 0,-1-1 0 0 0,12 3-1 0 0,-13-5 50 0 0,-1 0-1 0 0,1 0 1 0 0,0-1 0 0 0,-1 0-1 0 0,1 0 1 0 0,-1 0-1 0 0,1 0 1 0 0,-1-1-1 0 0,0 0 1 0 0,0 1 0 0 0,1-2-1 0 0,-1 1 1 0 0,-1 0-1 0 0,1-1 1 0 0,0 0-1 0 0,0 0 1 0 0,-1 0 0 0 0,0 0-1 0 0,0 0 1 0 0,0-1-1 0 0,0 0 1 0 0,3-4-1 0 0,5-8 123 0 0,-1 0 0 0 0,0 0-1 0 0,-1-1 1 0 0,7-18-1 0 0,4-22-57 0 0,-2 0 0 0 0,15-76 0 0 0,8-122 416 0 0,-34 206-447 0 0,5-39 61 0 0,37-209 1368 0 0,-38 252-1225 0 0,1 0 1 0 0,3 1-1 0 0,1 1 0 0 0,33-61 0 0 0,-45 97-261 0 0,0 0 0 0 0,0 0-1 0 0,1 1 1 0 0,11-12 0 0 0,-16 17-66 0 0,1 0 0 0 0,0 0 0 0 0,0 0 0 0 0,-1 1 0 0 0,1-1 1 0 0,0 0-1 0 0,0 0 0 0 0,0 1 0 0 0,0-1 0 0 0,0 1 0 0 0,0-1 0 0 0,0 1 0 0 0,0-1 0 0 0,0 1 0 0 0,0 0 0 0 0,0 0 0 0 0,0-1 0 0 0,1 1 0 0 0,-1 0 0 0 0,0 0 0 0 0,0 0 0 0 0,0 0 1 0 0,0 0-1 0 0,0 0 0 0 0,0 0 0 0 0,1 1 0 0 0,-1-1 0 0 0,0 0 0 0 0,0 1 0 0 0,0-1 0 0 0,0 1 0 0 0,0-1 0 0 0,0 1 0 0 0,0-1 0 0 0,0 1 0 0 0,0 0 0 0 0,-1-1 0 0 0,1 1 0 0 0,0 0 1 0 0,0 0-1 0 0,0-1 0 0 0,-1 1 0 0 0,2 2 0 0 0,11 19-25 0 0,0 2 0 0 0,-2-1 1 0 0,-1 1-1 0 0,0 1 1 0 0,-2 0-1 0 0,5 28 0 0 0,-2-12-90 0 0,26 75-91 0 0,4-2 0 0 0,6-2 0 0 0,61 107 0 0 0,-57-115 204 0 0,-4 1 1 0 0,34 117 0 0 0,-77-208-39 0 0,25 62 81 0 0,-26-70-68 0 0,0 0 0 0 0,0 0 0 0 0,0-1 0 0 0,1 1 0 0 0,0-1 0 0 0,0 0 0 0 0,1 0 0 0 0,-1 0 0 0 0,9 7 0 0 0,-12-11-56 0 0,1-1 1 0 0,-1 1 0 0 0,0 0 0 0 0,0 0 0 0 0,1-1 0 0 0,-1 1-1 0 0,0-1 1 0 0,1 1 0 0 0,-1-1 0 0 0,0 0 0 0 0,1 1 0 0 0,-1-1-1 0 0,1 0 1 0 0,-1 0 0 0 0,1 0 0 0 0,-1 0 0 0 0,0 0 0 0 0,1 0-1 0 0,-1-1 1 0 0,1 1 0 0 0,-1 0 0 0 0,0-1 0 0 0,3 0 0 0 0,-1-1-67 0 0,-1 0 1 0 0,1 1 0 0 0,0-1 0 0 0,-1-1-1 0 0,1 1 1 0 0,-1 0 0 0 0,0 0-1 0 0,0-1 1 0 0,0 0 0 0 0,2-2 0 0 0,4-9-211 0 0,-1 0 0 0 0,-1 0 0 0 0,7-20 0 0 0,-12 31 359 0 0,149-414-332 0 0,-121 327 121 0 0,26-140 0 0 0,-37 142 1096 0 0,56-162-1 0 0,-65 226-689 0 0,1 2-1 0 0,1-1 1 0 0,1 1 0 0 0,1 1 0 0 0,0 0-1 0 0,27-29 1 0 0,-33 42-81 0 0,1 0 1 0 0,0 1-1 0 0,1 0 1 0 0,-1 0-1 0 0,1 1 1 0 0,1 0-1 0 0,-1 1 1 0 0,1 0-1 0 0,0 0 0 0 0,0 1 1 0 0,0 0-1 0 0,1 1 1 0 0,0 0-1 0 0,-1 1 1 0 0,1 0-1 0 0,0 1 1 0 0,15 0-1 0 0,-20 1-143 0 0,-1 0-1 0 0,1 1 1 0 0,-1 0 0 0 0,1 0 0 0 0,-1 0-1 0 0,1 1 1 0 0,-1-1 0 0 0,0 1-1 0 0,0 1 1 0 0,0-1 0 0 0,0 1-1 0 0,0 0 1 0 0,-1 0 0 0 0,1 0-1 0 0,-1 0 1 0 0,0 1 0 0 0,0 0 0 0 0,0 0-1 0 0,0 0 1 0 0,-1 0 0 0 0,1 1-1 0 0,-1 0 1 0 0,4 8 0 0 0,4 9-114 0 0,-2 0 1 0 0,-1 1 0 0 0,0 0 0 0 0,5 29-1 0 0,-5-18 236 0 0,27 99 79 0 0,85 280-380 0 0,-99-354 158 0 0,4-1 0 0 0,1-1 0 0 0,3-1 1 0 0,66 93-1 0 0,-75-121 93 0 0,38 45 22 0 0,-53-67-141 0 0,0 0 0 0 0,1-1 0 0 0,0 0 0 0 0,0 0 0 0 0,0 0 0 0 0,1-1 0 0 0,-1 0 0 0 0,1 0 0 0 0,10 3 0 0 0,-16-6-10 0 0,0-1 0 0 0,1 0 0 0 0,-1 1-1 0 0,1-1 1 0 0,-1 0 0 0 0,0 0 0 0 0,1 0 0 0 0,-1 0 0 0 0,1 0 0 0 0,-1 0 0 0 0,1 0 0 0 0,-1 0 0 0 0,0-1 0 0 0,1 1 0 0 0,-1 0 0 0 0,0-1 0 0 0,1 1 0 0 0,-1-1-1 0 0,0 0 1 0 0,1 1 0 0 0,0-2 0 0 0,1 0-51 0 0,-1-1-1 0 0,0 1 0 0 0,0 0 1 0 0,0 0-1 0 0,0-1 0 0 0,0 0 1 0 0,-1 1-1 0 0,1-1 0 0 0,1-4 1 0 0,1-5-253 0 0,0-1 0 0 0,0 1 0 0 0,2-21 0 0 0,-6 31 333 0 0,6-46-1138 0 0,-1-48 0 0 0,3-32-130 0 0,117-534 4187 0 0,-111 609-2218 0 0,2 1 0 0 0,35-77 0 0 0,-41 109-381 0 0,0 0 1 0 0,2 2-1 0 0,0-1 1 0 0,1 1-1 0 0,0 1 1 0 0,2 0-1 0 0,0 1 1 0 0,1 1 0 0 0,22-17-1 0 0,-36 30-234 0 0,1 0 1 0 0,0 0-1 0 0,0 0 0 0 0,0 0 1 0 0,0 0-1 0 0,0 1 0 0 0,0-1 1 0 0,1 1-1 0 0,-1 0 0 0 0,0 0 1 0 0,1 0-1 0 0,-1 0 0 0 0,1 1 1 0 0,-1 0-1 0 0,1-1 0 0 0,-1 1 1 0 0,6 1-1 0 0,-6 0-10 0 0,0 0 0 0 0,0 1 0 0 0,0-1 0 0 0,0 1 0 0 0,0-1 1 0 0,-1 1-1 0 0,1 0 0 0 0,-1 0 0 0 0,1 0 0 0 0,-1 1 0 0 0,0-1 0 0 0,1 0 0 0 0,-1 1 0 0 0,-1 0 0 0 0,1-1 0 0 0,0 1 1 0 0,-1 0-1 0 0,3 6 0 0 0,16 41 48 0 0,-2 0 1 0 0,-2 2-1 0 0,-3 0 1 0 0,8 58-1 0 0,-11-49-11 0 0,4-1-1 0 0,34 100 1 0 0,-24-108 132 0 0,1-1 0 0 0,39 57 0 0 0,75 89 899 0 0,-9-12 457 0 0,-112-157-1390 0 0,44 62-909 0 0,-39-65-5591 0 0</inkml:trace>
</inkml:ink>
</file>

<file path=ppt/ink/ink3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6:20.18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548 3 3681 0 0,'-1'0'59'0'0,"1"0"-1"0"0,-1-1 1 0 0,0 1 0 0 0,0 0 0 0 0,1-1 0 0 0,-1 1-1 0 0,0 0 1 0 0,0 0 0 0 0,0 0 0 0 0,1 0 0 0 0,-1 0 0 0 0,0 0-1 0 0,0 0 1 0 0,0 0 0 0 0,1 0 0 0 0,-1 0 0 0 0,0 0-1 0 0,0 0 1 0 0,1 0 0 0 0,-1 1 0 0 0,0-1 0 0 0,0 0 0 0 0,1 1-1 0 0,-1-1 1 0 0,0 1 0 0 0,1-1 0 0 0,-1 0 0 0 0,0 1-1 0 0,0 0 1 0 0,-1 1 19 0 0,1 1-1 0 0,-1-1 1 0 0,1 0-1 0 0,-1 0 1 0 0,1 1-1 0 0,0-1 1 0 0,0 1-1 0 0,0-1 1 0 0,-1 4 0 0 0,-1 7 171 0 0,1 0 1 0 0,-2 22-1 0 0,4-35-247 0 0,-1 40 643 0 0,6 49 1 0 0,-1 13-43 0 0,-34 404 609 0 0,2-57-1035 0 0,-1 306 331 0 0,21-371-508 0 0,-26 410 0 0 0,-31 358 54 0 0,61-813-120 0 0,-31 855 54 0 0,-118 451 8 0 0,69-809 62 0 0,44 281 635 0 0,89 2-31 0 0,-20-530-37 0 0,26 347-5 0 0,-50-889-1593 0 0,1-4-3484 0 0</inkml:trace>
</inkml:ink>
</file>

<file path=ppt/ink/ink3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6:21.3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42 3 1376 0 0,'1'0'10'0'0,"-1"-1"0"0"0,0 1 0 0 0,0 0 0 0 0,1 0 0 0 0,-1 0 0 0 0,0-1 0 0 0,0 1 0 0 0,1 0 0 0 0,-1 0 0 0 0,0 0-1 0 0,1 0 1 0 0,-1 0 0 0 0,0 0 0 0 0,0 0 0 0 0,1 0 0 0 0,-1 0 0 0 0,0 0 0 0 0,1 0 0 0 0,-1 0 0 0 0,0 0 0 0 0,1 0 0 0 0,-1 0 0 0 0,0 0-1 0 0,0 0 1 0 0,1 0 0 0 0,-1 0 0 0 0,0 0 0 0 0,1 0 0 0 0,-1 1 0 0 0,0-1 0 0 0,0 0 0 0 0,1 0 0 0 0,-1 0 0 0 0,0 0 0 0 0,0 1 0 0 0,1-1 0 0 0,-1 0-1 0 0,0 0 1 0 0,0 1 0 0 0,0-1 0 0 0,0 0 0 0 0,1 0 0 0 0,-1 1 0 0 0,0-1 0 0 0,0 0 0 0 0,0 0 0 0 0,0 1 0 0 0,0-1 0 0 0,0 0 0 0 0,0 1-1 0 0,0-1 1 0 0,0 0 0 0 0,0 0 0 0 0,0 1 0 0 0,0-1 0 0 0,0 0 0 0 0,0 1 0 0 0,0-1 0 0 0,0 1 0 0 0,0 0-40 0 0,0 0 0 0 0,1 0 0 0 0,-1 0 0 0 0,0-1-1 0 0,0 1 1 0 0,0 0 0 0 0,0 0 0 0 0,-1 0 0 0 0,1 0 0 0 0,0 0 0 0 0,0 0 0 0 0,0 0 0 0 0,-1 0 0 0 0,1 0 0 0 0,-1 0 0 0 0,1-1 0 0 0,0 1 0 0 0,-1 0 0 0 0,1 0-1 0 0,-1 0 1 0 0,0-1 0 0 0,-1 2 0 0 0,-1 1 147 0 0,2-3-87 0 0,1 1 0 0 0,-1-1-1 0 0,0 1 1 0 0,1-1 0 0 0,-1 0 0 0 0,0 1-1 0 0,1-1 1 0 0,-1 0 0 0 0,0 1-1 0 0,1-1 1 0 0,-1 0 0 0 0,0 0 0 0 0,1 1-1 0 0,-1-1 1 0 0,0 0 0 0 0,0 0 0 0 0,1 0-1 0 0,-1 0 1 0 0,0 0 0 0 0,0 0 0 0 0,1 0-1 0 0,-1-1 1 0 0,0 1 0 0 0,0 0-1 0 0,1 0 1 0 0,-1 0 0 0 0,0-1 0 0 0,1 1-1 0 0,-1 0 1 0 0,0-1 0 0 0,1 1 0 0 0,-1-1-1 0 0,0 1 1 0 0,1-1 0 0 0,-1 1 0 0 0,1-1-1 0 0,-1 1 1 0 0,1-1 0 0 0,-1 1-1 0 0,1-1 1 0 0,-1-1 0 0 0,-14-11 13 0 0</inkml:trace>
</inkml:ink>
</file>

<file path=ppt/ink/ink3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6:22.16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108 0 4145 0 0,'-2'1'100'0'0,"0"-1"1"0"0,1 1-1 0 0,-1 0 0 0 0,0 0 1 0 0,1 0-1 0 0,-1-1 0 0 0,1 2 1 0 0,-1-1-1 0 0,1 0 0 0 0,0 0 1 0 0,0 0-1 0 0,-1 0 0 0 0,1 1 1 0 0,0-1-1 0 0,0 1 0 0 0,0-1 1 0 0,0 1-1 0 0,0-1 0 0 0,1 1 1 0 0,-1 0-1 0 0,0-1 0 0 0,1 1 1 0 0,-1 0-1 0 0,1-1 0 0 0,0 1 1 0 0,-1 0-1 0 0,1 2 0 0 0,-8 59 1078 0 0,8-56-955 0 0,-25 428 3375 0 0,49 216-3090 0 0,1-216-510 0 0,-66 971 2 0 0,34-363 0 0 0,14-264 0 0 0,-29 577 212 0 0,-2-278 836 0 0,19-400-714 0 0,4 453 248 0 0,11 60-574 0 0,-8-517-88 0 0,-3-176-123 0 0,21 592-403 0 0,17-743 2972 0 0,-13-145-1962 0 0,-17-96-403 0 0,-8 108 0 0 0,-1-76-145 0 0,2-122-203 0 0</inkml:trace>
</inkml:ink>
</file>

<file path=ppt/ink/ink3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6:23.8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2 115 5065 0 0,'0'0'53'0'0,"0"-1"0"0"0,-1 1 0 0 0,1 0 0 0 0,0-1-1 0 0,0 1 1 0 0,0 0 0 0 0,0-1 0 0 0,0 1 0 0 0,0-1 0 0 0,0 1-1 0 0,0 0 1 0 0,0-1 0 0 0,0 1 0 0 0,0 0 0 0 0,0-1 0 0 0,0 1 0 0 0,0 0-1 0 0,0-1 1 0 0,0 1 0 0 0,0-1 0 0 0,0 1 0 0 0,0 0 0 0 0,0-1 0 0 0,1 1-1 0 0,-1 0 1 0 0,0 0 0 0 0,0-1 0 0 0,0 1 0 0 0,1 0 0 0 0,-1-1 0 0 0,0 1-1 0 0,1 0 1 0 0,-1 0 0 0 0,0-1 0 0 0,0 1 0 0 0,1 0 0 0 0,-1 0 0 0 0,0 0-1 0 0,1 0 1 0 0,-1-1 0 0 0,0 1 0 0 0,1 0 0 0 0,-1 0 0 0 0,0 0 0 0 0,2 0-1 0 0,16-11 538 0 0,-8 9-320 0 0,1 1 1 0 0,-1 0-1 0 0,1 0 1 0 0,0 0-1 0 0,-1 2 1 0 0,15 1 0 0 0,20 0 899 0 0,-12-3-420 0 0,162-9 2305 0 0,-161 6-3093 0 0,0-2 0 0 0,-1-1 0 0 0,57-19 0 0 0,-1-6-5828 0 0,-77 28 2434 0 0</inkml:trace>
</inkml:ink>
</file>

<file path=ppt/ink/ink3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6:26.76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1663 3609 0 0,'1'-1'-11'0'0,"24"-8"769"0"0,-24 9-711 0 0,0 0 0 0 0,1 1-1 0 0,-1-1 1 0 0,0 0 0 0 0,0 1 0 0 0,1-1 0 0 0,-1 1-1 0 0,0-1 1 0 0,0 1 0 0 0,0-1 0 0 0,0 1 0 0 0,0 0-1 0 0,0 0 1 0 0,0-1 0 0 0,0 1 0 0 0,0 0 0 0 0,1 1-1 0 0,-2-2 69 0 0,1 1 0 0 0,-1-1-1 0 0,1 0 1 0 0,-1 0-1 0 0,1 0 1 0 0,-1 0 0 0 0,1 0-1 0 0,-1 0 1 0 0,1 0-1 0 0,-1-1 1 0 0,1 1 0 0 0,-1 0-1 0 0,1 0 1 0 0,-1 0-1 0 0,1 0 1 0 0,-1-1 0 0 0,1 1-1 0 0,-1 0 1 0 0,1 0-1 0 0,-1-1 1 0 0,1 1 0 0 0,-1 0-1 0 0,0-1 1 0 0,1 1 0 0 0,-1-1-1 0 0,0 1 1 0 0,1 0-1 0 0,-1-1 1 0 0,0 1 0 0 0,1-1-1 0 0,-1 1 1 0 0,0-1-1 0 0,0 1 1 0 0,0-1 0 0 0,0 1-1 0 0,1-1 1 0 0,-1 1-1 0 0,0-1 1 0 0,0 0 0 0 0,8-26 1080 0 0,-1-6 1118 0 0,-8 33-2315 0 0,0 0-1 0 0,0 0 1 0 0,1 0 0 0 0,-1 0 0 0 0,0 0-1 0 0,0 0 1 0 0,1 0 0 0 0,-1-1 0 0 0,0 1-1 0 0,1 0 1 0 0,-1 0 0 0 0,0-1 0 0 0,1 1-1 0 0,-1 0 1 0 0,0-1 0 0 0,1 1 0 0 0,-1 0-1 0 0,1-1 1 0 0,-1 1 0 0 0,0-1 0 0 0,1 1-1 0 0,-1-1 1 0 0,1 1 0 0 0,-1-1 0 0 0,1 0-1 0 0,0 1 1 0 0,-1-1 0 0 0,1 1 0 0 0,0-1-1 0 0,-1 0 1 0 0,1 1 0 0 0,0-1 0 0 0,0 0-1 0 0,0 0 1 0 0,-1 1 0 0 0,1-1 0 0 0,0 0-1 0 0,0 0 1 0 0,0 1 0 0 0,0-1 0 0 0,0 0-1 0 0,0 1 1 0 0,0-1 0 0 0,1 0 0 0 0,-1-1-1 0 0,15-40 84 0 0,-7 23 10 0 0,-4-8 130 0 0,-1-1 0 0 0,-1 0 0 0 0,-2 0 0 0 0,-1 0 0 0 0,-5-34 0 0 0,4 29 129 0 0,1 30-323 0 0,-20-339 1260 0 0,19 245-1340 0 0,17-147 0 0 0,-1 148 24 0 0,49-175 0 0 0,-61 265 31 0 0,64-184 46 0 0,-65 185-212 0 0,3-11-153 0 0,-4 16 301 0 0,0 0 0 0 0,0 0 1 0 0,0 0-1 0 0,0 0 0 0 0,0 0 0 0 0,0-1 0 0 0,0 1 0 0 0,0 0 0 0 0,0 0 0 0 0,0 0 0 0 0,0 0 1 0 0,0 0-1 0 0,0 0 0 0 0,0-1 0 0 0,0 1 0 0 0,0 0 0 0 0,0 0 0 0 0,0 0 0 0 0,0 0 0 0 0,0 0 0 0 0,0-1 1 0 0,0 1-1 0 0,0 0 0 0 0,0 0 0 0 0,0 0 0 0 0,0 0 0 0 0,0 0 0 0 0,0 0 0 0 0,0 0 0 0 0,0-1 0 0 0,1 1 1 0 0,-1 0-1 0 0,0 0 0 0 0,0 0 0 0 0,0 0 0 0 0,0 0 0 0 0,0 0 0 0 0,0 0 0 0 0,0 0 0 0 0,1 0 0 0 0,-1 0 1 0 0,0 0-1 0 0,0 0 0 0 0,0-1 0 0 0,0 1 0 0 0,0 0 0 0 0,1 0 0 0 0,-1 0 0 0 0,0 0 0 0 0,0 0 0 0 0,0 0 1 0 0,0 0-1 0 0,0 0 0 0 0,1 1 0 0 0,-1-1 0 0 0,0 0 0 0 0,0 0 0 0 0,0 0 0 0 0,0 0 0 0 0,0 0 0 0 0,5 12-85 0 0,-1 0 0 0 0,-1 0 0 0 0,0 0 0 0 0,-1 0 0 0 0,0 1-1 0 0,-1 12 1 0 0,3 10 12 0 0,8 161-657 0 0,-10-132-737 0 0,16 110-1 0 0,-18-170 1382 0 0,1-1 1 0 0,-1 1-1 0 0,1-1 0 0 0,0 0 0 0 0,1 1 0 0 0,-1-1 0 0 0,0 0 0 0 0,1 0 1 0 0,0 0-1 0 0,3 5 0 0 0,-3-10 102 0 0,0 0 0 0 0,-1-1 0 0 0,1 1 0 0 0,-1-1 0 0 0,0 1 0 0 0,1-1 0 0 0,-1 1 0 0 0,0-1 0 0 0,0 0 0 0 0,-1 1 0 0 0,1-4 0 0 0,0 2 0 0 0,81-289-564 0 0,-45 151 365 0 0,-35 133 198 0 0,10-31 55 0 0,-11 37-52 0 0,-1 2 1 0 0,1-1 0 0 0,0 0 0 0 0,0 0 0 0 0,0 0 0 0 0,0 0 0 0 0,0 0 0 0 0,1 1 0 0 0,-1-1-1 0 0,0 1 1 0 0,1-1 0 0 0,-1 1 0 0 0,1-1 0 0 0,0 1 0 0 0,2-2 0 0 0,-3 3-3 0 0,0 0 1 0 0,-1 0 0 0 0,1 0-1 0 0,0 0 1 0 0,-1 0-1 0 0,1 0 1 0 0,0 1-1 0 0,0-1 1 0 0,-1 0-1 0 0,1 0 1 0 0,-1 1 0 0 0,1-1-1 0 0,0 0 1 0 0,-1 1-1 0 0,1-1 1 0 0,-1 1-1 0 0,1-1 1 0 0,0 1 0 0 0,-1-1-1 0 0,0 1 1 0 0,1-1-1 0 0,-1 1 1 0 0,1-1-1 0 0,-1 1 1 0 0,0 0 0 0 0,1-1-1 0 0,-1 1 1 0 0,0 0-1 0 0,1-1 1 0 0,-1 1-1 0 0,0 0 1 0 0,0-1 0 0 0,0 1-1 0 0,0 0 1 0 0,0 0-1 0 0,0-1 1 0 0,0 1-1 0 0,0 1 1 0 0,4 36 48 0 0,-4-33-36 0 0,2 72 362 0 0,-3-50-221 0 0,2 1 1 0 0,1-1 0 0 0,1 1-1 0 0,11 43 1 0 0,-14-70-155 0 0,0 0-1 0 0,0 0 1 0 0,0-1 0 0 0,0 1 0 0 0,0 0-1 0 0,1 0 1 0 0,-1 0 0 0 0,0-1-1 0 0,1 1 1 0 0,-1 0 0 0 0,0 0-1 0 0,1-1 1 0 0,-1 1 0 0 0,1 0-1 0 0,-1-1 1 0 0,1 1 0 0 0,-1 0-1 0 0,1-1 1 0 0,0 1 0 0 0,-1-1 0 0 0,1 1-1 0 0,0-1 1 0 0,-1 1 0 0 0,1-1-1 0 0,0 0 1 0 0,-1 1 0 0 0,1-1-1 0 0,0 0 1 0 0,1 1 0 0 0,-1-2 7 0 0,0 1 1 0 0,1-1-1 0 0,-1 0 1 0 0,0 1-1 0 0,0-1 1 0 0,0 0-1 0 0,0 0 1 0 0,0 0-1 0 0,0 1 1 0 0,0-1-1 0 0,0 0 1 0 0,-1 0-1 0 0,1 0 1 0 0,0-1-1 0 0,0 1 0 0 0,0-1 1 0 0,23-52 212 0 0,-24 53-222 0 0,11-32-80 0 0,-5 13-68 0 0,1 1 0 0 0,0-1 0 0 0,1 1 0 0 0,2 1 0 0 0,0-1-1 0 0,0 2 1 0 0,16-20 0 0 0,-25 36 147 0 0,0 0-1 0 0,-1 0 0 0 0,1 0 1 0 0,0 0-1 0 0,0 0 1 0 0,0 0-1 0 0,0 0 0 0 0,0 1 1 0 0,0-1-1 0 0,0 0 1 0 0,0 1-1 0 0,0-1 0 0 0,0 0 1 0 0,0 1-1 0 0,0 0 0 0 0,0-1 1 0 0,0 1-1 0 0,0 0 1 0 0,1-1-1 0 0,-1 1 0 0 0,0 0 1 0 0,0 0-1 0 0,1 0 1 0 0,-1 0-1 0 0,0 0 0 0 0,0 0 1 0 0,3 1-1 0 0,-3 0 0 0 0,1 0-1 0 0,0 1 1 0 0,-1-1 0 0 0,1 1-1 0 0,-1-1 1 0 0,1 1-1 0 0,-1-1 1 0 0,0 1 0 0 0,1 0-1 0 0,-1-1 1 0 0,0 1-1 0 0,0 0 1 0 0,0 0 0 0 0,0 3-1 0 0,4 9-33 0 0,-1-1 0 0 0,-1 1 0 0 0,3 20 0 0 0,-5-23-24 0 0,2 1 0 0 0,-1-1-1 0 0,2 0 1 0 0,-1 0-1 0 0,2-1 1 0 0,7 16-1 0 0,-11-24 33 0 0,1 0-1 0 0,-1 1 1 0 0,1-1-1 0 0,0 0 0 0 0,-1 0 1 0 0,1 0-1 0 0,0 0 0 0 0,0 0 1 0 0,0-1-1 0 0,1 1 0 0 0,-1 0 1 0 0,0-1-1 0 0,0 0 0 0 0,4 2 1 0 0,-4-3-50 0 0,0 1 1 0 0,0-1-1 0 0,0 0 1 0 0,0 0 0 0 0,0 0-1 0 0,0 0 1 0 0,0 0-1 0 0,0-1 1 0 0,0 1 0 0 0,0-1-1 0 0,0 1 1 0 0,0-1-1 0 0,-1 0 1 0 0,1 1 0 0 0,0-1-1 0 0,0 0 1 0 0,0 0-1 0 0,-1 0 1 0 0,1-1-1 0 0,-1 1 1 0 0,1 0 0 0 0,1-3-1 0 0,19-17-784 0 0,-19 18 846 0 0,0-1 1 0 0,0 1-1 0 0,0 0 0 0 0,1-1 1 0 0,-1 1-1 0 0,1 1 1 0 0,0-1-1 0 0,0 1 1 0 0,0-1-1 0 0,0 1 0 0 0,0 0 1 0 0,0 0-1 0 0,1 1 1 0 0,-1-1-1 0 0,0 1 1 0 0,1 0-1 0 0,-1 0 1 0 0,1 1-1 0 0,0-1 0 0 0,-1 1 1 0 0,9 1-1 0 0,10 0 1049 0 0,0-1-1 0 0,-1-1 0 0 0,1-1 1 0 0,28-6-1 0 0,-48 7-946 0 0,1 0-1 0 0,0 1 1 0 0,0-1-1 0 0,-1 1 1 0 0,1 0-1 0 0,0 0 1 0 0,0 0-1 0 0,0 1 1 0 0,-1-1 0 0 0,1 1-1 0 0,0 0 1 0 0,-1 0-1 0 0,1 0 1 0 0,0 1-1 0 0,-1-1 1 0 0,0 1-1 0 0,1 0 1 0 0,-1 0-1 0 0,0 0 1 0 0,0 0 0 0 0,0 1-1 0 0,0-1 1 0 0,0 1-1 0 0,-1 0 1 0 0,1-1-1 0 0,-1 1 1 0 0,0 0-1 0 0,0 1 1 0 0,0-1-1 0 0,0 0 1 0 0,0 1 0 0 0,-1-1-1 0 0,2 6 1 0 0,43 117 188 0 0,-34-87-36 0 0,-6-25-24 0 0,-2 0 0 0 0,0 1 0 0 0,-1-1 0 0 0,0 1 0 0 0,0 25 0 0 0,-25 257 232 0 0,18-233-215 0 0,8 112 0 0 0,-1-109-239 0 0,-3-61 10 0 0,1 243 0 0 0,-1-206 0 0 0,7 63 0 0 0,-2-35 0 0 0,-5-68 0 0 0,0 0 0 0 0,0-1 0 0 0,0 1 0 0 0,0 0 0 0 0,0 0 0 0 0,1 0 0 0 0,-1-1 0 0 0,1 1 0 0 0,0 0 0 0 0,0-1 0 0 0,0 1 0 0 0,0 0 0 0 0,0-1 0 0 0,0 1 0 0 0,1-1 0 0 0,-1 0 0 0 0,1 1 0 0 0,0-1 0 0 0,0 0 0 0 0,0 0 0 0 0,0 0 0 0 0,0 0 0 0 0,0-1 0 0 0,0 1 0 0 0,5 2 0 0 0,-6-4 20 0 0,0 1 0 0 0,0-1 0 0 0,0 0 0 0 0,0 1-1 0 0,0-1 1 0 0,0 1 0 0 0,0 0 0 0 0,0-1 0 0 0,0 1 0 0 0,0 0-1 0 0,0-1 1 0 0,0 1 0 0 0,0 0 0 0 0,-1 0 0 0 0,1 0 0 0 0,0 0 0 0 0,-1 0-1 0 0,2 1 1 0 0,1 23-9 0 0,7-20 1182 0 0</inkml:trace>
</inkml:ink>
</file>

<file path=ppt/ink/ink3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6:27.3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84 4609 0 0,'1'-1'147'0'0,"0"0"1"0"0,0-1-1 0 0,0 1 0 0 0,0 0 1 0 0,0 0-1 0 0,0 0 0 0 0,0 0 1 0 0,0 0-1 0 0,1 0 0 0 0,-1 0 1 0 0,0 0-1 0 0,1 0 0 0 0,-1 1 1 0 0,4-2-1 0 0,22-10 288 0 0,-19 10-254 0 0,0 1 0 0 0,0-1 0 0 0,0 2 1 0 0,0-1-1 0 0,0 1 0 0 0,0 0 0 0 0,0 1 1 0 0,14 2-1 0 0,36 1 1487 0 0,15-13-403 0 0,-41 3-2510 0 0,43-15 1 0 0,-55 15 1972 0 0,1 1 1 0 0,-1 1-1 0 0,1 1 0 0 0,31 0 1 0 0,-50 3-1117 0 0,1 1 1 0 0,-1 0 0 0 0,1 0-1 0 0,-1 0 1 0 0,0 0 0 0 0,0 0-1 0 0,1 0 1 0 0,-1 1 0 0 0,0-1-1 0 0,3 3 1 0 0,-4-3 118 0 0,0 0 0 0 0,0 0 1 0 0,0 0-1 0 0,0 0 0 0 0,0 0 1 0 0,0 0-1 0 0,0 0 0 0 0,1-1 1 0 0,-1 1-1 0 0,0 0 0 0 0,1-1 1 0 0,-1 1-1 0 0,0-1 0 0 0,1 1 0 0 0,-1-1 1 0 0,1 0-1 0 0,-1 0 0 0 0,0 0 1 0 0,1 1-1 0 0,-1-1 0 0 0,1-1 1 0 0,2 1-1 0 0,1-7-140 0 0,-12 5-124 0 0,-17 7-127 0 0,4-1 759 0 0,15-5-46 0 0</inkml:trace>
</inkml:ink>
</file>

<file path=ppt/ink/ink3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6:28.17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1 217 5065 0 0,'1'0'942'0'0,"33"-4"3876"0"0,-31 3-4738 0 0,0 0-1 0 0,-1 0 0 0 0,1 0 0 0 0,0 0 1 0 0,0 0-1 0 0,0-1 0 0 0,-1 0 0 0 0,1 1 1 0 0,-1-1-1 0 0,1 0 0 0 0,-1 0 0 0 0,0 0 1 0 0,0-1-1 0 0,0 1 0 0 0,3-5 0 0 0,-1-1-152 0 0,0-1-1 0 0,0 0 1 0 0,-1 0-1 0 0,3-15 0 0 0,-5 17 121 0 0,1 0-1 0 0,0 0 1 0 0,0 1-1 0 0,0-1 0 0 0,1 1 1 0 0,-1 0-1 0 0,2 0 0 0 0,-1 0 1 0 0,8-10-1 0 0,-11 15-45 0 0,0 1 0 0 0,0 0-1 0 0,0 0 1 0 0,1 0 0 0 0,-1 0-1 0 0,0 0 1 0 0,0 0 0 0 0,0 0-1 0 0,0 0 1 0 0,0 0 0 0 0,0 0-1 0 0,0 0 1 0 0,0 0 0 0 0,0 0-1 0 0,1 0 1 0 0,-1 0-1 0 0,0 0 1 0 0,0 0 0 0 0,0 0-1 0 0,0 0 1 0 0,0 0 0 0 0,0 0-1 0 0,0 0 1 0 0,0 0 0 0 0,1 0-1 0 0,-1 0 1 0 0,0 0 0 0 0,0 0-1 0 0,0 0 1 0 0,0 0 0 0 0,0 0-1 0 0,0 0 1 0 0,0 0 0 0 0,0 0-1 0 0,0 0 1 0 0,0 1 0 0 0,1-1-1 0 0,-1 0 1 0 0,0 0 0 0 0,0 0-1 0 0,0 0 1 0 0,0 0 0 0 0,0 0-1 0 0,0 0 1 0 0,0 0 0 0 0,0 0-1 0 0,0 0 1 0 0,0 1 0 0 0,0-1-1 0 0,0 0 1 0 0,0 0 0 0 0,0 0-1 0 0,0 0 1 0 0,0 0 0 0 0,0 0-1 0 0,0 0 1 0 0,0 0 0 0 0,0 1-1 0 0,2 11 58 0 0,-3 12 104 0 0,0-5 156 0 0,-1 39 370 0 0,2-53-647 0 0,0-1 0 0 0,1 0 0 0 0,-1 1 0 0 0,1-1 0 0 0,0 0 0 0 0,0 1 0 0 0,1-1 0 0 0,-1 0 0 0 0,5 8 0 0 0,-6-12-37 0 0,0 1-1 0 0,0-1 1 0 0,1 0-1 0 0,-1 1 0 0 0,0-1 1 0 0,0 0-1 0 0,1 0 1 0 0,-1 1-1 0 0,0-1 1 0 0,1 0-1 0 0,-1 0 0 0 0,0 1 1 0 0,1-1-1 0 0,-1 0 1 0 0,0 0-1 0 0,1 0 1 0 0,-1 0-1 0 0,0 1 1 0 0,1-1-1 0 0,-1 0 0 0 0,1 0 1 0 0,-1 0-1 0 0,0 0 1 0 0,1 0-1 0 0,-1 0 1 0 0,1 0-1 0 0,-1 0 0 0 0,0 0 1 0 0,1 0-1 0 0,-1 0 1 0 0,0 0-1 0 0,1 0 1 0 0,-1-1-1 0 0,1 1 0 0 0,-1 0 1 0 0,0 0-1 0 0,1-1 1 0 0,14-14 16 0 0,5-23-32 0 0,-5-6-121 0 0,-12 35 54 0 0,-1-1 1 0 0,1 1-1 0 0,1 0 0 0 0,0 0 0 0 0,0 0 1 0 0,0 1-1 0 0,1-1 0 0 0,1 1 1 0 0,8-11-1 0 0,-13 19 103 0 0,0-1 1 0 0,0 0-1 0 0,0 1 1 0 0,0-1-1 0 0,-1 1 1 0 0,1-1-1 0 0,0 1 1 0 0,0-1-1 0 0,0 1 1 0 0,1 0-1 0 0,-1 0 1 0 0,0-1-1 0 0,0 1 1 0 0,0 0-1 0 0,0 0 0 0 0,0 0 1 0 0,0 0-1 0 0,0 0 1 0 0,0 0-1 0 0,0 1 1 0 0,0-1-1 0 0,0 0 1 0 0,0 1-1 0 0,0-1 1 0 0,0 0-1 0 0,0 1 1 0 0,0-1-1 0 0,0 1 1 0 0,0-1-1 0 0,0 1 1 0 0,0 0-1 0 0,0-1 1 0 0,-1 1-1 0 0,1 0 1 0 0,0 0-1 0 0,0-1 1 0 0,-1 1-1 0 0,1 0 0 0 0,0 1 1 0 0,5 6 332 0 0,0 1-1 0 0,0-1 1 0 0,5 14-1 0 0,-2-7-10 0 0,-7-10-290 0 0,1-1 0 0 0,-1 1 0 0 0,1-1 0 0 0,1 0 0 0 0,-1 0 0 0 0,0 0 0 0 0,1-1 0 0 0,0 1 0 0 0,4 2 0 0 0,-6-5-54 0 0,0-1 0 0 0,0 1 0 0 0,0 0 0 0 0,0-1 0 0 0,0 0 0 0 0,0 1 0 0 0,0-1 0 0 0,0 0 0 0 0,0 0 0 0 0,0 0 0 0 0,0-1 0 0 0,1 1 0 0 0,-1 0 0 0 0,0-1 0 0 0,0 1 0 0 0,0-1 0 0 0,0 0 0 0 0,-1 0 0 0 0,1 0 0 0 0,0 0 0 0 0,0 0 0 0 0,0 0 0 0 0,-1 0 0 0 0,1 0 0 0 0,1-2 0 0 0,5-4-65 0 0,-1 1-1 0 0,0-1 1 0 0,0 0 0 0 0,-1-1-1 0 0,0 0 1 0 0,7-10-1 0 0,-7 9-488 0 0,1-1 1 0 0,0 1-1 0 0,14-14 0 0 0,-20 22 552 0 0,0 0-1 0 0,1 0 1 0 0,-1 0-1 0 0,0 0 1 0 0,0 0-1 0 0,0 0 1 0 0,1 1 0 0 0,-1-1-1 0 0,0 0 1 0 0,0 1-1 0 0,1-1 1 0 0,-1 1 0 0 0,1 0-1 0 0,-1-1 1 0 0,0 1-1 0 0,1 0 1 0 0,-1 0 0 0 0,1 0-1 0 0,-1 0 1 0 0,1 0-1 0 0,-1 0 1 0 0,1 0 0 0 0,-1 0-1 0 0,0 0 1 0 0,1 1-1 0 0,-1-1 1 0 0,1 1 0 0 0,-1-1-1 0 0,3 2 1 0 0,1 2 121 0 0,-1 0 1 0 0,1 0-1 0 0,-1 0 1 0 0,0 0-1 0 0,0 1 1 0 0,4 5-1 0 0,-5-6-74 0 0,0 0-1 0 0,0 0 1 0 0,0-1-1 0 0,0 1 0 0 0,1-1 1 0 0,-1 0-1 0 0,1 0 1 0 0,6 4-1 0 0,-4-5-210 0 0,0 0 0 0 0,0-1 0 0 0,0 1 0 0 0,1-1 0 0 0,-1 0 0 0 0,0-1 0 0 0,1 1 0 0 0,-1-2 0 0 0,1 1 0 0 0,-1 0-1 0 0,0-1 1 0 0,10-2 0 0 0,-7 0-1149 0 0,-1 0 0 0 0,1 0 0 0 0,-1 0 0 0 0,15-9 0 0 0,-20 10 1121 0 0</inkml:trace>
</inkml:ink>
</file>

<file path=ppt/ink/ink3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6:30.02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1538 6913 0 0,'0'-3'65'0'0,"1"0"-1"0"0,0 0 0 0 0,-1 0 0 0 0,1 0 1 0 0,0 1-1 0 0,0-1 0 0 0,1 0 0 0 0,-1 1 0 0 0,1-1 1 0 0,-1 0-1 0 0,1 1 0 0 0,3-4 0 0 0,1-3-513 0 0,-3 3 15 0 0,-1 0 1 0 0,1 0-1 0 0,-1 0 0 0 0,0 0 1 0 0,0 0-1 0 0,0 0 1 0 0,-1-1-1 0 0,0 1 0 0 0,-1-1 1 0 0,1-9-1 0 0,-8-20 1346 0 0,4 23-842 0 0,1-1 0 0 0,0 1 1 0 0,1-1-1 0 0,1 1 0 0 0,0-1 0 0 0,1 1 1 0 0,3-14-1 0 0,-1-23-51 0 0,-4-178 2126 0 0,5-108 3032 0 0,7 211-3949 0 0,12-255 50 0 0,-23 373-1032 0 0,0 0 0 0 0,0 0 0 0 0,1 0 1 0 0,0 0-1 0 0,0 0 0 0 0,0 1 1 0 0,1-1-1 0 0,5-13 0 0 0,-7 20-246 0 0,0 0 0 0 0,0 0 0 0 0,0 0 0 0 0,1 0 0 0 0,-1 0 1 0 0,0 0-1 0 0,0 0 0 0 0,0 0 0 0 0,0 0 0 0 0,0 0 0 0 0,0 0 0 0 0,0-1 0 0 0,0 1 0 0 0,0 0 0 0 0,0 0 0 0 0,0 0 0 0 0,0 0 0 0 0,0 0 1 0 0,0 0-1 0 0,0 0 0 0 0,0 0 0 0 0,1 0 0 0 0,-1 0 0 0 0,0 0 0 0 0,0 0 0 0 0,0 0 0 0 0,0 0 0 0 0,0 0 0 0 0,0 0 0 0 0,0 0 0 0 0,0 0 1 0 0,0 0-1 0 0,0 0 0 0 0,1 0 0 0 0,-1 0 0 0 0,0 0 0 0 0,0 0 0 0 0,0 0 0 0 0,0 0 0 0 0,0 0 0 0 0,0 0 0 0 0,0 0 0 0 0,0 0 0 0 0,0 0 1 0 0,0 0-1 0 0,0 0 0 0 0,0 0 0 0 0,1 0 0 0 0,-1 1 0 0 0,0-1 0 0 0,0 0 0 0 0,0 0 0 0 0,0 0 0 0 0,0 0 0 0 0,0 0 0 0 0,0 0 0 0 0,0 0 1 0 0,0 0-1 0 0,0 0 0 0 0,0 0 0 0 0,0 0 0 0 0,0 0 0 0 0,0 1 0 0 0,0-1 0 0 0,0 0 0 0 0,4 10-237 0 0,0 11-338 0 0,-3 52-563 0 0,3 32 470 0 0,-3-93 669 0 0,1 0-1 0 0,1 0 1 0 0,0 0 0 0 0,0 0 0 0 0,1 0 0 0 0,6 12 0 0 0,-10-23-23 0 0,1 0 0 0 0,-1 0 0 0 0,0 0 0 0 0,1 0 1 0 0,-1-1-1 0 0,1 1 0 0 0,-1 0 0 0 0,1 0 0 0 0,-1-1 0 0 0,1 1 1 0 0,-1 0-1 0 0,1-1 0 0 0,0 1 0 0 0,-1-1 0 0 0,1 1 0 0 0,0-1 0 0 0,0 1 1 0 0,-1-1-1 0 0,1 1 0 0 0,0-1 0 0 0,0 0 0 0 0,0 1 0 0 0,-1-1 1 0 0,1 0-1 0 0,0 0 0 0 0,0 0 0 0 0,0 0 0 0 0,0 0 0 0 0,1 0 0 0 0,-1 0-72 0 0,1-1 0 0 0,0 1-1 0 0,-1-1 1 0 0,1 0-1 0 0,0 0 1 0 0,-1 0 0 0 0,1 0-1 0 0,-1 0 1 0 0,1 0-1 0 0,-1-1 1 0 0,0 1 0 0 0,0 0-1 0 0,2-2 1 0 0,3-5-235 0 0,0-1 0 0 0,-1 1 0 0 0,8-18 0 0 0,-2-3 257 0 0,-1-1 0 0 0,5-31 0 0 0,-9 33 115 0 0,1 1-1 0 0,20-50 0 0 0,-26 76-40 0 0,-1-1 0 0 0,1 1 0 0 0,0-1 0 0 0,0 1 0 0 0,-1 0 0 0 0,1-1 0 0 0,0 1 0 0 0,0 0 0 0 0,0 0 0 0 0,1-1 0 0 0,-1 1 0 0 0,0 0 0 0 0,0 0 0 0 0,1 0 0 0 0,-1 1 0 0 0,3-2 0 0 0,4 6 12 0 0,-3 13-9 0 0,-6 25 52 0 0,0-34-27 0 0,1 1-1 0 0,0-1 0 0 0,0 1 1 0 0,0-1-1 0 0,1 1 0 0 0,0-1 1 0 0,1 1-1 0 0,0-1 1 0 0,5 15-1 0 0,-6-23-5 0 0,-1 1 1 0 0,1-1-1 0 0,0 1 1 0 0,-1 0-1 0 0,1-1 1 0 0,0 0-1 0 0,0 1 1 0 0,-1-1-1 0 0,1 1 0 0 0,0-1 1 0 0,0 0-1 0 0,-1 0 1 0 0,1 1-1 0 0,0-1 1 0 0,0 0-1 0 0,0 0 1 0 0,0 0-1 0 0,-1 0 1 0 0,1 0-1 0 0,0 0 0 0 0,0 0 1 0 0,0 0-1 0 0,0 0 1 0 0,0 0-1 0 0,-1-1 1 0 0,1 1-1 0 0,0 0 1 0 0,0 0-1 0 0,-1-1 1 0 0,1 1-1 0 0,0-1 0 0 0,0 1 1 0 0,-1-1-1 0 0,1 1 1 0 0,0-1-1 0 0,-1 1 1 0 0,1-1-1 0 0,-1 1 1 0 0,2-2-1 0 0,29-27-183 0 0,-29 26 137 0 0,28-41-1124 0 0,-27 38 1025 0 0,0 1-1 0 0,0-1 1 0 0,0 1-1 0 0,1 0 1 0 0,-1 0 0 0 0,1 0-1 0 0,1 1 1 0 0,-1-1-1 0 0,1 1 1 0 0,-1 0 0 0 0,1 0-1 0 0,9-5 1 0 0,-13 9 130 0 0,0 0 1 0 0,0-1-1 0 0,0 1 0 0 0,0 0 1 0 0,0 0-1 0 0,0 0 1 0 0,0 0-1 0 0,0 0 1 0 0,0 0-1 0 0,0 0 0 0 0,0 1 1 0 0,0-1-1 0 0,0 0 1 0 0,0 1-1 0 0,0-1 0 0 0,0 0 1 0 0,0 1-1 0 0,-1-1 1 0 0,1 1-1 0 0,0-1 1 0 0,0 1-1 0 0,0 0 0 0 0,-1-1 1 0 0,1 1-1 0 0,0 0 1 0 0,-1-1-1 0 0,1 1 0 0 0,0 0 1 0 0,-1 0-1 0 0,1 0 1 0 0,0 1-1 0 0,17 38 396 0 0,-9-19-287 0 0,-8-18-172 0 0,1-1-1 0 0,-1 0 1 0 0,0 0-1 0 0,1 0 1 0 0,-1 0-1 0 0,1 0 1 0 0,0 0-1 0 0,0 0 1 0 0,-1 0 0 0 0,1-1-1 0 0,0 1 1 0 0,0 0-1 0 0,1-1 1 0 0,-1 0-1 0 0,0 0 1 0 0,0 0-1 0 0,1 0 1 0 0,-1 0 0 0 0,1 0-1 0 0,-1 0 1 0 0,1-1-1 0 0,3 1 1 0 0,-3-1-9 0 0,0-1 0 0 0,-1 1 0 0 0,1-1-1 0 0,0 0 1 0 0,-1 0 0 0 0,1 0 0 0 0,0 0 0 0 0,-1 0 0 0 0,1-1 0 0 0,-1 1 0 0 0,0-1 0 0 0,1 0 0 0 0,-1 0 0 0 0,0 1 0 0 0,0-2 0 0 0,0 1 0 0 0,0 0 0 0 0,-1 0 0 0 0,1 0 0 0 0,1-3-1 0 0,24-49-105 0 0,-24 45 145 0 0,1 1 0 0 0,0-1 1 0 0,0 1-1 0 0,1 0 0 0 0,0 0 0 0 0,1 1 0 0 0,9-12 0 0 0,-14 18 24 0 0,-1 1-1 0 0,0-1 0 0 0,1 1 0 0 0,-1 0 1 0 0,1-1-1 0 0,-1 1 0 0 0,1 0 0 0 0,-1-1 1 0 0,0 1-1 0 0,1 0 0 0 0,-1 0 0 0 0,1-1 1 0 0,-1 1-1 0 0,1 0 0 0 0,0 0 1 0 0,-1 0-1 0 0,1 0 0 0 0,-1 0 0 0 0,1 0 1 0 0,-1 0-1 0 0,1 0 0 0 0,-1 0 0 0 0,1 0 1 0 0,-1 0-1 0 0,1 0 0 0 0,-1 0 0 0 0,1 0 1 0 0,0 0-1 0 0,0 1 0 0 0,8 14-48 0 0,-3 27-23 0 0,-6-38 74 0 0,1 6 7 0 0,0 6 121 0 0,1 1-1 0 0,0-1 0 0 0,8 31 0 0 0,-8-42-103 0 0,0 0-1 0 0,0 0 1 0 0,1-1 0 0 0,-1 1 0 0 0,1-1 0 0 0,0 1 0 0 0,0-1 0 0 0,0 0 0 0 0,1 0-1 0 0,0 0 1 0 0,-1-1 0 0 0,1 1 0 0 0,0-1 0 0 0,1 0 0 0 0,-1 0 0 0 0,8 3 0 0 0,-11-5-21 0 0,1 0 1 0 0,-1 1-1 0 0,0-1 1 0 0,0 0-1 0 0,1 0 1 0 0,-1 1-1 0 0,0-1 1 0 0,0 1-1 0 0,0-1 1 0 0,0 1-1 0 0,-1-1 0 0 0,1 1 1 0 0,1 2-1 0 0,-2-3 0 0 0,0 1 0 0 0,1-1 0 0 0,0 0 0 0 0,-1 1 0 0 0,1-1 0 0 0,0 0 0 0 0,0 1 0 0 0,-1-1-1 0 0,1 0 1 0 0,0 0 0 0 0,0 0 0 0 0,0 0 0 0 0,1 0 0 0 0,-1 0 0 0 0,0 0 0 0 0,2 1 0 0 0,-1-3 53 0 0,1 0 0 0 0,-1 0 1 0 0,0 0-1 0 0,0 0 0 0 0,0 0 1 0 0,1 0-1 0 0,-1-1 0 0 0,-1 1 1 0 0,1-1-1 0 0,0 1 0 0 0,0-1 1 0 0,0 0-1 0 0,1-3 0 0 0,4-1 144 0 0,0 1-250 0 0,1 0 0 0 0,-1 0 0 0 0,1 1 0 0 0,0 0 0 0 0,0 1 0 0 0,0 0 0 0 0,14-4 0 0 0,64-9-555 0 0,-51 10 1036 0 0,5-1 300 0 0,70-10 1277 0 0,-98 16-1683 0 0,0 0 0 0 0,0 1 0 0 0,0 1 0 0 0,0 0 0 0 0,0 0 0 0 0,0 2 0 0 0,12 3 0 0 0,-23-6-285 0 0,1 0 0 0 0,-1 0-1 0 0,0 1 1 0 0,0-1-1 0 0,0 0 1 0 0,1 1-1 0 0,-1-1 1 0 0,0 1-1 0 0,0-1 1 0 0,0 1-1 0 0,0 0 1 0 0,0 0-1 0 0,0-1 1 0 0,0 1-1 0 0,0 0 1 0 0,0 0 0 0 0,0 0-1 0 0,-1 0 1 0 0,1 0-1 0 0,0 0 1 0 0,0 0-1 0 0,-1 0 1 0 0,1 0-1 0 0,-1 0 1 0 0,1 1-1 0 0,-1-1 1 0 0,1 0-1 0 0,-1 0 1 0 0,0 0-1 0 0,0 1 1 0 0,0-1-1 0 0,0 0 1 0 0,0 3 0 0 0,-1 1-4 0 0,-1 0 0 0 0,0 0 0 0 0,0 0 0 0 0,0-1 0 0 0,-1 1 0 0 0,1-1 0 0 0,-5 5 0 0 0,3-3 43 0 0,1-1 0 0 0,0 1 0 0 0,-1 0 0 0 0,-3 10 0 0 0,-6 32-177 0 0,3 1 0 0 0,1-1 0 0 0,-3 73 0 0 0,8-57-131 0 0,-3 1 1 0 0,-21 93-1 0 0,22-119 209 0 0,1 0 0 0 0,1 58 1 0 0,4-67-552 0 0,-1 1 0 0 0,-2-1 1 0 0,0 0-1 0 0,-2 0 1 0 0,-14 46-1 0 0,12-59 725 0 0,1 0 0 0 0,0 1 0 0 0,1 0 0 0 0,1 0 0 0 0,1 0 1 0 0,1 1-1 0 0,0-1 0 0 0,1 1 0 0 0,2 22 0 0 0,0-18 501 0 0,-2 38 0 0 0,0-42-599 0 0,1 0 1 0 0,0-1-1 0 0,4 26 1 0 0,-3-38-3 0 0,1 0 0 0 0,0 0 0 0 0,0 0 0 0 0,1 0-1 0 0,0 0 1 0 0,5 7 0 0 0,-7-10-102 0 0,1 0 0 0 0,0 0-1 0 0,0-1 1 0 0,0 1 0 0 0,0-1 0 0 0,1 0-1 0 0,-1 1 1 0 0,1-1 0 0 0,-1 0 0 0 0,1-1-1 0 0,0 1 1 0 0,0 0 0 0 0,0-1 0 0 0,4 2-1 0 0,21 1-7597 0 0</inkml:trace>
</inkml:ink>
</file>

<file path=ppt/ink/ink3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6:30.6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0 176 1376 0 0,'25'-14'3584'0'0,"6"-4"-2676"0"0,-28 17-1210 0 0,-1 1 0 0 0,1-1-1 0 0,0 0 1 0 0,-1 1 0 0 0,1 0-1 0 0,0-1 1 0 0,-1 1 0 0 0,1 0-1 0 0,0 1 1 0 0,-1-1-1 0 0,1 0 1 0 0,2 1 0 0 0,12 2 1014 0 0,0 0-1 0 0,0-2 1 0 0,-1 0 0 0 0,26-2 0 0 0,-27 0-272 0 0,0 0 0 0 0,0 1 0 0 0,0 1 0 0 0,0 1 1 0 0,0 0-1 0 0,18 5 0 0 0,-32-7-478 0 0,0 0 0 0 0,0 0 1 0 0,0 0-1 0 0,0 0 0 0 0,0 0 1 0 0,0-1-1 0 0,0 1 0 0 0,0 0 1 0 0,0-1-1 0 0,0 1 0 0 0,0-1 0 0 0,0 1 1 0 0,0-1-1 0 0,0 0 0 0 0,0 1 1 0 0,0-1-1 0 0,-1 0 0 0 0,1 1 1 0 0,0-1-1 0 0,0 0 0 0 0,-1 0 0 0 0,1 0 1 0 0,-1 0-1 0 0,1 0 0 0 0,0-1 1 0 0,18-33-1582 0 0,-14 24 1009 0 0,3-5 587 0 0,-5 11 64 0 0,-1-1 0 0 0,1 1 0 0 0,1-1 0 0 0,-1 1 0 0 0,1 0 0 0 0,0 0 0 0 0,5-4 0 0 0,-8 8 29 0 0,1 0 0 0 0,-1 0 0 0 0,1 0 0 0 0,0 0 0 0 0,0 0 0 0 0,-1 1 0 0 0,1-1 0 0 0,0 0 0 0 0,0 1 0 0 0,0 0 0 0 0,0-1 0 0 0,-1 1 0 0 0,1 0 0 0 0,0 0 0 0 0,0 0 0 0 0,0 0-1 0 0,0 1 1 0 0,0-1 0 0 0,0 0 0 0 0,0 1 0 0 0,-1-1 0 0 0,1 1 0 0 0,0 0 0 0 0,0 0 0 0 0,-1-1 0 0 0,1 1 0 0 0,0 0 0 0 0,1 2 0 0 0,14 7 1788 0 0,-11-6-1602 0 0,1 0 1 0 0,-1 0-1 0 0,1 0 0 0 0,0-1 0 0 0,0 0 0 0 0,13 3 1 0 0,-18-6-261 0 0,0 0 1 0 0,0 0-1 0 0,0 0 1 0 0,0 0 0 0 0,0 0-1 0 0,-1 0 1 0 0,1-1-1 0 0,0 1 1 0 0,0-1 0 0 0,0 1-1 0 0,0-1 1 0 0,-1 0-1 0 0,1 0 1 0 0,0 1 0 0 0,-1-1-1 0 0,1 0 1 0 0,0-1-1 0 0,-1 1 1 0 0,1 0 0 0 0,-1 0-1 0 0,0-1 1 0 0,1 1-1 0 0,-1-1 1 0 0,0 1 0 0 0,0-1-1 0 0,0 1 1 0 0,0-1-1 0 0,0 0 1 0 0,0 0 0 0 0,-1 1-1 0 0,1-1 1 0 0,0-3-1 0 0,1 1-56 0 0,0 1-1 0 0,-1-1 1 0 0,2 0-1 0 0,-1 1 1 0 0,0-1-1 0 0,1 1 1 0 0,5-7-1 0 0,-7 10 44 0 0,-1 0 0 0 0,1-1 0 0 0,-1 1 0 0 0,1-1 0 0 0,-1 1 0 0 0,1 0 0 0 0,-1-1 0 0 0,1 1 0 0 0,0 0 0 0 0,-1 0 0 0 0,1-1 0 0 0,-1 1 0 0 0,1 0 0 0 0,0 0 0 0 0,-1 0 0 0 0,1 0 0 0 0,0 0 0 0 0,-1 0 0 0 0,1 0 0 0 0,0 0 0 0 0,-1 0 0 0 0,1 0 0 0 0,0 1 1 0 0,0-1 0 0 0,0 1 0 0 0,0 0 1 0 0,0-1-1 0 0,0 1 0 0 0,-1 0 0 0 0,1 0 0 0 0,0 0 0 0 0,0-1 1 0 0,-1 1-1 0 0,1 0 0 0 0,-1 0 0 0 0,1 0 0 0 0,-1 0 0 0 0,1 0 1 0 0,-1 0-1 0 0,0 0 0 0 0,1 1 0 0 0,1 6-3106 0 0</inkml:trace>
</inkml:ink>
</file>

<file path=ppt/ink/ink3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6:34.62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52 8290 0 0,'0'-2'282'0'0,"0"0"0"0"0,-1 0 0 0 0,1 0 0 0 0,0-1 0 0 0,0 1 0 0 0,0 0 0 0 0,0 0 0 0 0,0-1 0 0 0,0 1 0 0 0,1 0 0 0 0,-1 0 0 0 0,2-3 0 0 0,-2 4-162 0 0,0 0 0 0 0,0 0 0 0 0,1 0 1 0 0,-1 0-1 0 0,0 0 0 0 0,0 1 0 0 0,1-1 0 0 0,-1 0 1 0 0,0 0-1 0 0,1 0 0 0 0,-1 1 0 0 0,1-1 1 0 0,-1 0-1 0 0,1 0 0 0 0,-1 1 0 0 0,1-1 0 0 0,0 0 1 0 0,-1 1-1 0 0,1-1 0 0 0,0 1 0 0 0,-1-1 1 0 0,1 1-1 0 0,0-1 0 0 0,0 1 0 0 0,0-1 0 0 0,-1 1 1 0 0,1 0-1 0 0,0 0 0 0 0,0-1 0 0 0,0 1 1 0 0,0 0-1 0 0,0 0 0 0 0,-1 0 0 0 0,3 0 0 0 0,-2 0 27 0 0,0 1 0 0 0,0 0-1 0 0,1 0 1 0 0,-1 0-1 0 0,0 0 1 0 0,0 0 0 0 0,0 0-1 0 0,-1 0 1 0 0,1 0-1 0 0,0 1 1 0 0,0-1-1 0 0,0 0 1 0 0,-1 0 0 0 0,1 1-1 0 0,-1-1 1 0 0,1 0-1 0 0,0 3 1 0 0,5 28 859 0 0,-5-26-842 0 0,6 48 359 0 0,-3 1 0 0 0,-4 82 0 0 0,-2-77-565 0 0,11 106 0 0 0,-8-157 44 0 0,1-1 0 0 0,-1 1 0 0 0,2-1 0 0 0,-1 0 0 0 0,1 0 0 0 0,1 0 0 0 0,-1 0 0 0 0,1-1 0 0 0,1 0 0 0 0,6 10 0 0 0,-9-15 14 0 0,0 1-1 0 0,1-1 1 0 0,-1 0-1 0 0,0 1 0 0 0,1-1 1 0 0,0 0-1 0 0,0-1 1 0 0,-1 1-1 0 0,1 0 0 0 0,0-1 1 0 0,0 0-1 0 0,0 1 1 0 0,1-1-1 0 0,-1 0 0 0 0,0-1 1 0 0,0 1-1 0 0,1 0 1 0 0,-1-1-1 0 0,0 0 0 0 0,1 0 1 0 0,-1 0-1 0 0,0 0 1 0 0,0-1-1 0 0,1 1 0 0 0,-1-1 1 0 0,0 0-1 0 0,0 0 1 0 0,7-2-1 0 0,13-9-10 0 0,0 0 0 0 0,-1-2 0 0 0,0-1 0 0 0,-1 0 0 0 0,27-27 0 0 0,11-7-1081 0 0,-17 16-4086 0 0,-38 30 4068 0 0,15-13-5208 0 0</inkml:trace>
</inkml:ink>
</file>

<file path=ppt/ink/ink3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6:35.00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32 97 10594 0 0,'-4'1'176'0'0,"3"-1"-101"0"0,-1 0 1 0 0,0 1-1 0 0,0-1 0 0 0,0 0 0 0 0,0 0 0 0 0,1 0 0 0 0,-1 0 1 0 0,0-1-1 0 0,0 1 0 0 0,0 0 0 0 0,0-1 0 0 0,1 0 0 0 0,-4 0 1 0 0,5 0 7 0 0,0 0 1 0 0,0 1 0 0 0,0-1 0 0 0,0 1-1 0 0,0-1 1 0 0,0 1 0 0 0,1-1 0 0 0,-1 0 0 0 0,0 1-1 0 0,0-1 1 0 0,0 1 0 0 0,1-1 0 0 0,-1 1 0 0 0,0-1-1 0 0,0 1 1 0 0,1-1 0 0 0,-1 1 0 0 0,1-1 0 0 0,-1 1-1 0 0,0-1 1 0 0,1 1 0 0 0,-1 0 0 0 0,1-1 0 0 0,-1 1-1 0 0,2-1 1 0 0,12-10 469 0 0,3 2-185 0 0,1 0 0 0 0,-1 1 0 0 0,2 1 0 0 0,33-8 0 0 0,-9 2-1340 0 0,-16 5-4520 0 0</inkml:trace>
</inkml:ink>
</file>

<file path=ppt/ink/ink3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6:35.33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 1 9674 0 0,'-22'4'1070'0'0,"29"0"361"0"0,41-1 839 0 0,-37-2-2135 0 0,341 24 5511 0 0,-230-23-5696 0 0,-41-10-3054 0 0,-50 3-3166 0 0</inkml:trace>
</inkml:ink>
</file>

<file path=ppt/ink/ink3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6:35.6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76 8 9218 0 0,'-6'-2'694'0'0,"0"1"1"0"0,0 0-1 0 0,0-1 1 0 0,0 2-1 0 0,-11-1 1 0 0,16 1-581 0 0,0-1 1 0 0,-1 1-1 0 0,1 0 1 0 0,0 0-1 0 0,0 1 1 0 0,0-1-1 0 0,0 0 1 0 0,0 0-1 0 0,0 0 1 0 0,0 1-1 0 0,0-1 1 0 0,0 0-1 0 0,0 1 1 0 0,0-1-1 0 0,0 1 1 0 0,0 0 0 0 0,0-1-1 0 0,0 1 1 0 0,1 0-1 0 0,-1-1 1 0 0,0 1-1 0 0,0 0 1 0 0,1 0-1 0 0,-1-1 1 0 0,0 1-1 0 0,1 0 1 0 0,-1 0-1 0 0,1 0 1 0 0,-1 0-1 0 0,1 0 1 0 0,-1 0-1 0 0,1 0 1 0 0,0 0 0 0 0,0 0-1 0 0,-1 0 1 0 0,1 0-1 0 0,0 1 1 0 0,0-1-1 0 0,0 0 1 0 0,0 0-1 0 0,0 0 1 0 0,0 1-1 0 0,1 0-36 0 0,0 0 0 0 0,-1-1 0 0 0,1 1 1 0 0,0 0-1 0 0,0-1 0 0 0,0 1 0 0 0,0 0 0 0 0,0-1 0 0 0,0 1 0 0 0,0-1 0 0 0,1 0 0 0 0,-1 1 0 0 0,1-1 0 0 0,-1 0 0 0 0,1 0 0 0 0,-1 0 0 0 0,1 0 1 0 0,2 1-1 0 0,36 16 603 0 0,-29-14-407 0 0,5 3 11 0 0,6 2 11 0 0,0 0-1 0 0,34 22 1 0 0,-51-28-264 0 0,-1 0 1 0 0,1 0 0 0 0,-1 1 0 0 0,0-1 0 0 0,0 1-1 0 0,0 0 1 0 0,0 1 0 0 0,0-1 0 0 0,-1 1-1 0 0,0-1 1 0 0,0 1 0 0 0,0 0 0 0 0,-1 0-1 0 0,0 0 1 0 0,0 0 0 0 0,3 11 0 0 0,-5-13-18 0 0,0 0 1 0 0,0 0 0 0 0,0 1-1 0 0,0-1 1 0 0,0 0-1 0 0,-1 0 1 0 0,0 0-1 0 0,0 0 1 0 0,0 0 0 0 0,0-1-1 0 0,0 1 1 0 0,0 0-1 0 0,-1 0 1 0 0,1-1-1 0 0,-1 1 1 0 0,0 0 0 0 0,0-1-1 0 0,0 0 1 0 0,0 1-1 0 0,0-1 1 0 0,0 0-1 0 0,0 0 1 0 0,-1 0 0 0 0,-5 2-1 0 0,-7 6 19 0 0,-1-1 0 0 0,0-1 0 0 0,-21 7 0 0 0,7-3-194 0 0,10-3-125 0 0</inkml:trace>
</inkml:ink>
</file>

<file path=ppt/ink/ink3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6:50.46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1112 144 920 0 0,'-1'-2'154'0'0,"-1"1"1"0"0,1-1-1 0 0,0 0 0 0 0,-1 1 1 0 0,1-1-1 0 0,0 0 0 0 0,0 1 1 0 0,0-1-1 0 0,0 0 0 0 0,0 0 0 0 0,1 0 1 0 0,-1 0-1 0 0,0 0 0 0 0,1 0 1 0 0,0 0-1 0 0,-1 0 0 0 0,1 0 0 0 0,0 0 1 0 0,0-1-1 0 0,0-1 0 0 0,1 1 23 0 0,-1 1-1 0 0,0-1 1 0 0,-1 0-1 0 0,1 1 1 0 0,0-1-1 0 0,-1 1 1 0 0,1-1-1 0 0,-1 0 1 0 0,0 1-1 0 0,0 0 1 0 0,0-1 0 0 0,0 1-1 0 0,-1 0 1 0 0,1-1-1 0 0,0 1 1 0 0,-1 0-1 0 0,-1-2 1 0 0,-1 1-142 0 0,1 1 1 0 0,0 0 0 0 0,-1 0-1 0 0,1 0 1 0 0,-1 0 0 0 0,0 1-1 0 0,1-1 1 0 0,-1 1 0 0 0,0 0-1 0 0,0 0 1 0 0,0 1 0 0 0,0-1-1 0 0,-5 0 1 0 0,-58 5 939 0 0,5 0-313 0 0,33-6-181 0 0,0 0 1 0 0,0 2-1 0 0,1 1 1 0 0,-1 2-1 0 0,-48 10 1 0 0,40-5-386 0 0,-7 2-827 0 0,-56 20-1 0 0,86-24 673 0 0,1 0-1 0 0,-1 0 0 0 0,1 1 1 0 0,1 1-1 0 0,-1 0 0 0 0,1 1 1 0 0,1 0-1 0 0,-12 12 1 0 0,-5 9 360 0 0,3 2 1 0 0,-38 56 0 0 0,-31 78-328 0 0,46-79 328 0 0,31-57-147 0 0,1 1 1 0 0,2 1-1 0 0,1 0 0 0 0,2 1 0 0 0,1 0 0 0 0,2 0 1 0 0,1 1-1 0 0,1 0 0 0 0,2 1 0 0 0,2-1 0 0 0,1 1 1 0 0,4 42-1 0 0,-1-64-147 0 0,1-1 0 0 0,1 1 0 0 0,0-1 0 0 0,0 0 0 0 0,2 0 0 0 0,-1 0 0 0 0,1-1 0 0 0,1 0 0 0 0,0 0 0 0 0,0 0 0 0 0,1-1 0 0 0,1 0 0 0 0,0-1 0 0 0,0 0 0 0 0,20 15 0 0 0,-10-10 72 0 0,0-1 0 0 0,1-1 1 0 0,0-1-1 0 0,1-1 0 0 0,0-1 1 0 0,0 0-1 0 0,1-2 0 0 0,25 6 1 0 0,-31-11-90 0 0,0 0 1 0 0,1-1-1 0 0,-1-1 1 0 0,0 0 0 0 0,0-1-1 0 0,0-1 1 0 0,0 0-1 0 0,0-1 1 0 0,0-1-1 0 0,18-7 1 0 0,19-9 31 0 0,78-42 0 0 0,-95 43 270 0 0,1 1-94 0 0,-1-2-1 0 0,-1-2 0 0 0,-1-1 1 0 0,-1-2-1 0 0,52-50 0 0 0,-67 55-147 0 0,0 0 0 0 0,-1-1 0 0 0,-2-1-1 0 0,0 0 1 0 0,-1-2 0 0 0,-2 1 0 0 0,0-1 0 0 0,-1-1-1 0 0,13-49 1 0 0,-9 14 187 0 0,-2 0 1 0 0,-4 0-1 0 0,-1-1 0 0 0,-4 0 1 0 0,-5-100-1 0 0,-1 145-247 0 0,0 1 1 0 0,-1 0-1 0 0,-1-1 1 0 0,-1 1-1 0 0,0 1 1 0 0,-1-1-1 0 0,0 1 1 0 0,-1 0-1 0 0,-1 0 1 0 0,0 1-1 0 0,-1 0 1 0 0,0 0-1 0 0,-1 1 1 0 0,-1 0-1 0 0,1 1 0 0 0,-2 0 1 0 0,0 1-1 0 0,0 0 1 0 0,-1 1-1 0 0,0 1 1 0 0,0 0-1 0 0,-27-12 1 0 0,9 8-6358 0 0</inkml:trace>
</inkml:ink>
</file>

<file path=ppt/ink/ink3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6:52.7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303 57 1376 0 0,'-5'1'154'0'0,"0"1"0"0"0,1 1 1 0 0,-1-1-1 0 0,1 0 0 0 0,-1 1 0 0 0,1 0 0 0 0,0 0 0 0 0,0 0 0 0 0,0 1 0 0 0,1-1 0 0 0,-6 7 0 0 0,-34 50 395 0 0,33-46-437 0 0,-27 42 46 0 0,3 1 0 0 0,-33 73 0 0 0,57-107 77 0 0,1 1 1 0 0,0 0-1 0 0,2 1 1 0 0,1 0 0 0 0,1 0-1 0 0,1 0 1 0 0,1 0-1 0 0,1 49 1 0 0,3-60-232 0 0,1 1 1 0 0,0-1-1 0 0,1 0 1 0 0,1 0-1 0 0,0 0 0 0 0,1 0 1 0 0,0-1-1 0 0,1 0 0 0 0,1 0 1 0 0,0 0-1 0 0,1-1 0 0 0,12 16 1 0 0,-14-21 17 0 0,1 0 0 0 0,0 0 0 0 0,0-1 0 0 0,1 0 0 0 0,0 0 0 0 0,0 0 0 0 0,0-1 0 0 0,0 0 0 0 0,1-1 0 0 0,0 0 0 0 0,0 0 0 0 0,0-1 0 0 0,0 0 0 0 0,1-1 0 0 0,-1 0 0 0 0,1 0 0 0 0,0-1 0 0 0,-1-1 0 0 0,14 1 0 0 0,1-4 272 0 0,0 0-1 0 0,1-2 1 0 0,-1 0-1 0 0,-1-2 0 0 0,1 0 1 0 0,-1-2-1 0 0,-1 0 0 0 0,35-21 1 0 0,-17 7 396 0 0,-2-3 1 0 0,-1-1-1 0 0,57-53 1 0 0,-78 64-464 0 0,-2 0-1 0 0,0-1 1 0 0,-1-1 0 0 0,-1 0-1 0 0,0 0 1 0 0,-1-1 0 0 0,-2-1-1 0 0,0 0 1 0 0,0 0 0 0 0,-2-1-1 0 0,-1 0 1 0 0,-1 0 0 0 0,0 0-1 0 0,-2-1 1 0 0,0 0 0 0 0,-1 0-1 0 0,-2 1 1 0 0,0-1 0 0 0,-1 0-1 0 0,-2 0 1 0 0,0 0-1 0 0,-1 1 1 0 0,-11-35 0 0 0,10 44-131 0 0,0 0 0 0 0,0 1-1 0 0,-2-1 1 0 0,1 1 0 0 0,-2 0 0 0 0,1 1 0 0 0,-1 0 0 0 0,-1 0 0 0 0,0 1 0 0 0,0 0 0 0 0,-1 0 0 0 0,0 1-1 0 0,0 0 1 0 0,-1 1 0 0 0,0 0 0 0 0,0 1 0 0 0,-18-8 0 0 0,15 9-343 0 0,0 0 0 0 0,1 1 0 0 0,-2 0 0 0 0,1 1 0 0 0,0 1-1 0 0,-1 0 1 0 0,1 1 0 0 0,-1 1 0 0 0,1 0 0 0 0,-1 1 0 0 0,1 0 0 0 0,0 1 0 0 0,-1 1 0 0 0,1 0 0 0 0,-18 7 0 0 0,-8 7-1127 0 0</inkml:trace>
</inkml:ink>
</file>

<file path=ppt/ink/ink3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7:02.60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20 207 4145 0 0,'-2'-2'224'0'0,"0"0"0"0"0,1-1 0 0 0,-1 1 0 0 0,0 0 0 0 0,1-1 0 0 0,-1 0 0 0 0,1 1 0 0 0,0-1-1 0 0,0 0 1 0 0,0 0 0 0 0,0 0 0 0 0,0 0 0 0 0,0-6 152 0 0,30 32 430 0 0,-21-18-731 0 0,1-1 1 0 0,0 1 0 0 0,0-2-1 0 0,0 1 1 0 0,0-1-1 0 0,1 0 1 0 0,-1-1-1 0 0,1 0 1 0 0,-1-1 0 0 0,1 0-1 0 0,12 0 1 0 0,15-2 447 0 0,59-9-1 0 0,-62 6-196 0 0,103-12 701 0 0,371-49 649 0 0,-36 4-1516 0 0,-315 48-265 0 0,1 6 0 0 0,0 8 1 0 0,161 20-1 0 0,-94 5 45 0 0,591 39-149 0 0,-308-96 870 0 0,-6-40 313 0 0,-355 49-849 0 0,144-9 539 0 0,-225 29-482 0 0,1 3-1 0 0,90 12 0 0 0,-124-7-1228 0 0,-3 3-4187 0 0</inkml:trace>
</inkml:ink>
</file>

<file path=ppt/ink/ink3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7:03.6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126 1 5985 0 0,'0'0'7'0'0,"0"0"1"0"0,0 0-1 0 0,-1 0 0 0 0,1-1 0 0 0,0 1 0 0 0,0 0 1 0 0,0 0-1 0 0,0 0 0 0 0,0 0 0 0 0,0 0 0 0 0,-1 0 0 0 0,1 0 1 0 0,0 0-1 0 0,0 0 0 0 0,0 0 0 0 0,0 0 0 0 0,0 0 0 0 0,0 0 1 0 0,-1 0-1 0 0,1 0 0 0 0,0 0 0 0 0,0 0 0 0 0,0 0 1 0 0,0 0-1 0 0,0 0 0 0 0,0 1 0 0 0,-1-1 0 0 0,1 0 0 0 0,0 0 1 0 0,0 0-1 0 0,0 0 0 0 0,0 0 0 0 0,0 0 0 0 0,0 0 0 0 0,0 0 1 0 0,0 0-1 0 0,0 1 0 0 0,-1-1 0 0 0,1 0 0 0 0,0 0 1 0 0,0 0-1 0 0,0 0 0 0 0,0 0 0 0 0,0 0 0 0 0,0 1 0 0 0,0-1 1 0 0,0 0-1 0 0,0 0 0 0 0,0 0 0 0 0,0 0 0 0 0,0 0 1 0 0,0 0-1 0 0,0 1 0 0 0,0-1 0 0 0,-1 16 101 0 0,4 35-302 0 0,0-18 127 0 0,-5 120 85 0 0,-21 153 1 0 0,6-122 422 0 0,-58 917 456 0 0,73-1076-902 0 0,-2 39 172 0 0,2 0 1 0 0,7 71-1 0 0,0-98-144 0 0</inkml:trace>
</inkml:ink>
</file>

<file path=ppt/ink/ink3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7:04.0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10594 0 0,'0'3'17'0'0,"-1"1"-1"0"0,1-1 0 0 0,0 0 1 0 0,0 1-1 0 0,0-1 0 0 0,1 0 1 0 0,-1 1-1 0 0,1-1 1 0 0,0 0-1 0 0,1 5 0 0 0,1 5 31 0 0,20 321-373 0 0,-27 4-165 0 0,-1-157 385 0 0,3-98-2610 0 0,-1-44-369 0 0</inkml:trace>
</inkml:ink>
</file>

<file path=ppt/ink/ink3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7:04.6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8754 0 0,'10'58'2736'0'0,"-8"252"-3358"0"0,-1 7 12 0 0,19 6-617 0 0,-18-272-2035 0 0</inkml:trace>
</inkml:ink>
</file>

<file path=ppt/ink/ink3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7:05.12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6449 0 0,'1'0'59'0'0,"0"1"0"0"0,0-1-1 0 0,1 1 1 0 0,-1 0 0 0 0,0-1-1 0 0,0 1 1 0 0,0 0 0 0 0,0 0-1 0 0,0 0 1 0 0,0-1 0 0 0,0 1-1 0 0,-1 0 1 0 0,1 0-1 0 0,0 0 1 0 0,0 1 0 0 0,-1-1-1 0 0,1 0 1 0 0,-1 0 0 0 0,1 0-1 0 0,-1 0 1 0 0,1 1 0 0 0,-1 1-1 0 0,11 33 319 0 0,-10-31-222 0 0,9 48 127 0 0,-3-1-1 0 0,2 89 1 0 0,-4-42 32 0 0,2-14-801 0 0,-4-43-2714 0 0</inkml:trace>
</inkml:ink>
</file>

<file path=ppt/ink/ink3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7:05.4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 1 10594 0 0,'-1'1'72'0'0,"0"0"1"0"0,1 0-1 0 0,-1 0 0 0 0,0 0 0 0 0,0 0 1 0 0,1 1-1 0 0,-1-1 0 0 0,0 0 0 0 0,1 1 0 0 0,0-1 1 0 0,-1 0-1 0 0,1 1 0 0 0,0-1 0 0 0,-1 0 0 0 0,1 1 1 0 0,0-1-1 0 0,0 0 0 0 0,0 1 0 0 0,0-1 1 0 0,0 1-1 0 0,1-1 0 0 0,0 3 0 0 0,6 47-66 0 0,-4-32 58 0 0,1 22-615 0 0,-4 81-1 0 0,-3-85-990 0 0,-1-1 0 0 0,-14 53 0 0 0,8-52-1069 0 0</inkml:trace>
</inkml:ink>
</file>

<file path=ppt/ink/ink3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7:06.0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16 2304 0 0,'4'-1'201'0'0,"0"-1"-201"0"0,0 2 0 0 0,-2-1 0 0 0,0 1-249 0 0,0-1-87 0 0,5 0-16 0 0,3-1-8 0 0,2 0 360 0 0,0-1 0 0 0,-3 2 0 0 0,-3-1 0 0 0</inkml:trace>
</inkml:ink>
</file>

<file path=ppt/ink/ink3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7:06.43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39 1 5529 0 0,'-2'2'546'0'0,"-1"0"-1"0"0,0 1 1 0 0,1-1-1 0 0,0 1 0 0 0,-1 0 1 0 0,1 0-1 0 0,0 0 1 0 0,0 0-1 0 0,-2 6 1 0 0,1-2-166 0 0,1 0 0 0 0,0-1 0 0 0,0 1 0 0 0,-1 11 0 0 0,2 4-480 0 0,0 0 0 0 0,3 27 0 0 0,-1-39 183 0 0,20 209-5566 0 0,-20-193 4892 0 0</inkml:trace>
</inkml:ink>
</file>

<file path=ppt/ink/ink3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7:06.78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11058 0 0,'0'1'1081'0'0,"1"0"-961"0"0,-1 2-120 0 0,2 0 0 0 0,-1-1 0 0 0,0 5 376 0 0,3 1 48 0 0,1 5 16 0 0,3 5 0 0 0,4 5-192 0 0,-2 3-40 0 0,2 3-8 0 0,1 2 0 0 0,0 2-880 0 0,0 5-184 0 0,-1 2-32 0 0,-4 3-1 0 0</inkml:trace>
</inkml:ink>
</file>

<file path=ppt/ink/ink3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7:07.66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116 102 4145 0 0,'1'-6'-399'0'0,"-1"-47"2823"0"0,0 51-2176 0 0,-1 0 0 0 0,1 0 1 0 0,0-1-1 0 0,-1 1 0 0 0,1 0 0 0 0,-1 0 1 0 0,0 0-1 0 0,1 0 0 0 0,-1 0 0 0 0,0 0 0 0 0,0 0 1 0 0,-1 0-1 0 0,1 0 0 0 0,0 0 0 0 0,-1 0 0 0 0,1 1 1 0 0,-1-1-1 0 0,1 1 0 0 0,-1-1 0 0 0,-2-1 0 0 0,3 3-198 0 0,0 0 0 0 0,0 0 0 0 0,0 0 0 0 0,1 0 0 0 0,-1 0 0 0 0,0 0 0 0 0,0 0 0 0 0,0 0 0 0 0,0 0-1 0 0,0 0 1 0 0,0 1 0 0 0,0-1 0 0 0,0 0 0 0 0,1 1 0 0 0,-1-1 0 0 0,0 0 0 0 0,0 1 0 0 0,0-1 0 0 0,1 1 0 0 0,-1-1-1 0 0,0 1 1 0 0,1 0 0 0 0,-1-1 0 0 0,0 1 0 0 0,1 0 0 0 0,-1-1 0 0 0,1 1 0 0 0,-1 0 0 0 0,1 0 0 0 0,-1 0-1 0 0,1-1 1 0 0,-1 2 0 0 0,-13 29 516 0 0,1 8-336 0 0,2 0 0 0 0,2 1 1 0 0,1 0-1 0 0,2 1 0 0 0,-1 65 1 0 0,7-50 362 0 0,2 1 0 0 0,3-1 0 0 0,19 85 0 0 0,-5-72 476 0 0,56 131 0 0 0,0-3-3084 0 0,-75-195 1837 0 0,1 0 0 0 0,0 1 0 0 0,-1-1 1 0 0,0 0-1 0 0,1 1 0 0 0,-1-1 0 0 0,0 0 0 0 0,0 0 1 0 0,0 1-1 0 0,-1-1 0 0 0,1 0 0 0 0,0 1 1 0 0,-1-1-1 0 0,0 0 0 0 0,1 0 0 0 0,-2 3 0 0 0,1-4 100 0 0,0 0 0 0 0,0-1 0 0 0,1 1 0 0 0,-1 0-1 0 0,0 0 1 0 0,0-1 0 0 0,0 1 0 0 0,0 0 0 0 0,0-1-1 0 0,0 1 1 0 0,0-1 0 0 0,0 1 0 0 0,0-1 0 0 0,0 0 0 0 0,0 1-1 0 0,0-1 1 0 0,0 0 0 0 0,0 0 0 0 0,0 0 0 0 0,0 0-1 0 0,0 0 1 0 0,-1 0 0 0 0,1 0 0 0 0,0 0 0 0 0,0 0-1 0 0,0 0 1 0 0,0-1 0 0 0,0 1 0 0 0,0 0 0 0 0,0-1-1 0 0,0 1 1 0 0,0-1 0 0 0,0 1 0 0 0,0-1 0 0 0,-2-1-1 0 0,-9-5-425 0 0</inkml:trace>
</inkml:ink>
</file>

<file path=ppt/ink/ink3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7:08.01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1 162 15203 0 0,'0'0'43'0'0,"0"-1"-1"0"0,0 1 1 0 0,0 0 0 0 0,0-1-1 0 0,0 1 1 0 0,-1-1-1 0 0,1 1 1 0 0,0 0-1 0 0,0-1 1 0 0,0 1 0 0 0,0 0-1 0 0,0-1 1 0 0,1 1-1 0 0,-1 0 1 0 0,0-1-1 0 0,0 1 1 0 0,0-1 0 0 0,0 1-1 0 0,0 0 1 0 0,0-1-1 0 0,0 1 1 0 0,1 0-1 0 0,-1 0 1 0 0,0-1 0 0 0,0 1-1 0 0,1 0 1 0 0,-1-1-1 0 0,0 1 1 0 0,0 0-1 0 0,1 0 1 0 0,-1-1 0 0 0,0 1-1 0 0,1 0 1 0 0,-1 0-1 0 0,0 0 1 0 0,1 0-1 0 0,-1-1 1 0 0,0 1 0 0 0,1 0-1 0 0,-1 0 1 0 0,0 0-1 0 0,1 0 1 0 0,0 0-1 0 0,21-13 74 0 0,-19 11 137 0 0,43-23-163 0 0,2 3 1 0 0,95-32-1 0 0,-113 45-605 0 0,0 2-1 0 0,1 0 0 0 0,0 2 1 0 0,0 2-1 0 0,1 1 1 0 0,38 2-1 0 0,-36 5 516 0 0,-3 1 0 0 0</inkml:trace>
</inkml:ink>
</file>

<file path=ppt/ink/ink3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7:08.3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146 39 1376 0 0,'-16'1'-117'0'0,"1"-1"713"0"0,0 0 1 0 0,0 0-1 0 0,0-1 1 0 0,-1-1-1 0 0,1-1 1 0 0,-20-6-1 0 0,34 9-554 0 0,1 0 0 0 0,0 0 0 0 0,0 0 0 0 0,0 0-1 0 0,0 0 1 0 0,0 0 0 0 0,0 0 0 0 0,-1 0 0 0 0,1 0-1 0 0,0 0 1 0 0,0 0 0 0 0,0 0 0 0 0,0 0-1 0 0,0 0 1 0 0,0 0 0 0 0,-1 0 0 0 0,1 0 0 0 0,0 0-1 0 0,0 0 1 0 0,0-1 84 0 0,0 1-85 0 0,0 0 1 0 0,0 0 0 0 0,0 0 0 0 0,-1 0-1 0 0,1 0 1 0 0,0 0 0 0 0,0 0 0 0 0,0-1 0 0 0,0 1-1 0 0,0 0 1 0 0,0 0 0 0 0,0 0 0 0 0,0 0-1 0 0,0 0 1 0 0,0 0 0 0 0,0-1 0 0 0,0 1 0 0 0,0 0-1 0 0,0 0 1 0 0,0 0 0 0 0,0 0 0 0 0,0 0 0 0 0,0 0-1 0 0,0-1 1 0 0,0 1 0 0 0,0 0 0 0 0,0 0-1 0 0,0 0 1 0 0,0 0 0 0 0,1 0 0 0 0,-1 0 0 0 0,0-1-1 0 0,0 1 85 0 0,0 0-85 0 0,0 0 1 0 0,0 0 0 0 0,0 0 0 0 0,0 0 0 0 0,1 0-1 0 0,-1 0 1 0 0,14-6 1388 0 0,19 0 38 0 0,383-1 8314 0 0,53 37-9548 0 0,-409-24-852 0 0,-34-2-357 0 0,0-1 0 0 0,1-1 1 0 0,-1-1-1 0 0,1-2 0 0 0,-1 0 0 0 0,49-10 0 0 0,-59 6-230 0 0</inkml:trace>
</inkml:ink>
</file>

<file path=ppt/ink/ink3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7:08.7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55 18 4145 0 0,'-6'0'852'0'0,"-42"-7"6378"0"0,73 0-3644 0 0,-5 5-3404 0 0,0 1 0 0 0,-1 1 0 0 0,1 0 0 0 0,0 2 0 0 0,0 0 0 0 0,-1 2 0 0 0,1 0 0 0 0,28 11 0 0 0,-38-12-67 0 0,0 2 0 0 0,0-1 0 0 0,-1 1 0 0 0,0 1 0 0 0,0 0 0 0 0,0 0 0 0 0,13 13-1 0 0,-17-14 6 0 0,-1 0-1 0 0,1 0 1 0 0,-1 1 0 0 0,0-1-1 0 0,-1 1 1 0 0,0 0-1 0 0,1 0 1 0 0,-2 1-1 0 0,1-1 1 0 0,-1 0-1 0 0,0 1 1 0 0,2 13-1 0 0,-3-14-4 0 0,-1 1 1 0 0,0-1-1 0 0,-1 1 0 0 0,1-1 0 0 0,-1 1 0 0 0,0-1 1 0 0,-1 0-1 0 0,0 1 0 0 0,0-1 0 0 0,0 0 0 0 0,0 0 1 0 0,-7 11-1 0 0,0-3-17 0 0,-1 1 1 0 0,-1-1 0 0 0,-19 21 0 0 0,6-11-255 0 0</inkml:trace>
</inkml:ink>
</file>

<file path=ppt/ink/ink3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8:17.7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16 115 7282 0 0,'10'-50'830'0'0,"-7"39"111"0"0,0 0 0 0 0,-1 0 0 0 0,1-21 0 0 0,-16 93 2598 0 0,-11 355-2649 0 0,31-45-739 0 0,0-297-110 0 0,3 0 0 0 0,37 141 1 0 0,-43-200 26 0 0,1 0 0 0 0,0-1 0 0 0,1 0 0 0 0,1 0 0 0 0,1 0 0 0 0,0-1 0 0 0,0 0 0 0 0,19 21 0 0 0,-21-28-32 0 0,0 0 1 0 0,1-1 0 0 0,-1 0-1 0 0,1 0 1 0 0,1 0 0 0 0,-1-1-1 0 0,0 0 1 0 0,1-1 0 0 0,0 1-1 0 0,0-1 1 0 0,0-1 0 0 0,0 0-1 0 0,0 0 1 0 0,1-1 0 0 0,-1 1-1 0 0,0-2 1 0 0,15 0 0 0 0,-13 0-49 0 0,0 0-1 0 0,0-2 1 0 0,0 1 0 0 0,0-1-1 0 0,-1 0 1 0 0,1-1 0 0 0,-1 0-1 0 0,0-1 1 0 0,1 0 0 0 0,-2 0-1 0 0,1-1 1 0 0,0 0 0 0 0,-1-1-1 0 0,12-9 1 0 0,-13 8-311 0 0,0-1 0 0 0,0 1 0 0 0,-1-1 0 0 0,0-1 0 0 0,0 1 0 0 0,-1-1-1 0 0,0 0 1 0 0,7-18 0 0 0,7-31-4706 0 0,-12 31 812 0 0</inkml:trace>
</inkml:ink>
</file>

<file path=ppt/ink/ink3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8:18.0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79 213 6913 0 0,'-16'5'735'0'0,"-18"3"-1168"0"0,32-8 500 0 0,1 0 0 0 0,-1 1 0 0 0,1-1 1 0 0,0 0-1 0 0,-1 0 0 0 0,1 0 0 0 0,-1 0 0 0 0,1 0 1 0 0,0-1-1 0 0,-1 1 0 0 0,1 0 0 0 0,-1-1 0 0 0,1 1 1 0 0,0-1-1 0 0,-1 1 0 0 0,1-1 0 0 0,-2-1 0 0 0,2 1 31 0 0,1 0-1 0 0,0 1 0 0 0,0-1 0 0 0,-1 0 0 0 0,1 0 0 0 0,0 0 0 0 0,0 0 1 0 0,0 0-1 0 0,0 0 0 0 0,0 1 0 0 0,0-1 0 0 0,0 0 0 0 0,0 0 0 0 0,1 0 1 0 0,-1 0-1 0 0,0 0 0 0 0,0 0 0 0 0,1 1 0 0 0,-1-1 0 0 0,1 0 0 0 0,-1 0 1 0 0,0 1-1 0 0,1-1 0 0 0,0 0 0 0 0,-1 0 0 0 0,1 1 0 0 0,-1-1 0 0 0,1 1 1 0 0,0-1-1 0 0,-1 0 0 0 0,1 1 0 0 0,1-1 0 0 0,24-20 1230 0 0,-1 6-656 0 0,1 1-1 0 0,0 1 0 0 0,38-12 0 0 0,89-21 268 0 0,-84 26-616 0 0,-34 10-731 0 0,1 1-1 0 0,0 1 0 0 0,1 2 1 0 0,59-2-1 0 0,-44 9-4998 0 0</inkml:trace>
</inkml:ink>
</file>

<file path=ppt/ink/ink3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8:18.55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342 0 2761 0 0,'-227'71'4875'0'0,"112"-39"-799"0"0,127-31 186 0 0,55-1-2738 0 0,1-6-786 0 0,489-21 2636 0 0,-237 31-3030 0 0,116 3 91 0 0,-399-5-603 0 0,41 0-2946 0 0,99 17 0 0 0</inkml:trace>
</inkml:ink>
</file>

<file path=ppt/ink/ink3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8:18.9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95 76 1376 0 0,'-15'-6'50'0'0,"-29"-12"1934"0"0,41 17-1643 0 0,0-1 0 0 0,0 1 0 0 0,1-1 0 0 0,-1 0 0 0 0,1 1 0 0 0,-1-1 0 0 0,1 0 0 0 0,0-1 0 0 0,0 1 0 0 0,0 0 0 0 0,-3-5 0 0 0,4 7-242 0 0,1-1 0 0 0,0 1 0 0 0,-1-1 0 0 0,1 0 0 0 0,0 1 0 0 0,-1-1 0 0 0,1 1 0 0 0,0-1 0 0 0,0 0 0 0 0,0 1 0 0 0,-1-1 0 0 0,1 0 0 0 0,0 1 0 0 0,0-1 0 0 0,0 1 0 0 0,0-1 0 0 0,0 0 0 0 0,0 1 0 0 0,0-1 0 0 0,1 0 0 0 0,-1 1 0 0 0,0-1 0 0 0,0 0 0 0 0,0 1 0 0 0,1-1 0 0 0,-1 1 0 0 0,0-1 0 0 0,1 0 1 0 0,-1 1-1 0 0,0-1 0 0 0,1 1 0 0 0,-1-1 0 0 0,1 1 0 0 0,-1-1 0 0 0,0 1 0 0 0,1 0 0 0 0,0-1 0 0 0,-1 1 0 0 0,1-1 0 0 0,-1 1 0 0 0,1 0 0 0 0,-1 0 0 0 0,1-1 0 0 0,0 1 0 0 0,-1 0 0 0 0,1 0 0 0 0,-1 0 0 0 0,1 0 0 0 0,0-1 0 0 0,-1 1 0 0 0,1 0 0 0 0,0 0 0 0 0,-1 0 0 0 0,2 1 0 0 0,1-1 59 0 0,1 0 0 0 0,-1 0-1 0 0,0 0 1 0 0,0 0 0 0 0,0 1 0 0 0,1 0-1 0 0,-1 0 1 0 0,0 0 0 0 0,0 0-1 0 0,3 1 1 0 0,53 40 1656 0 0,58 52 1 0 0,15 13-1098 0 0,-119-99-651 0 0,-4-2 101 0 0,0 1 0 0 0,0 0 0 0 0,0 0 0 0 0,13 16 0 0 0,-20-21-104 0 0,-1 0-1 0 0,1 1 0 0 0,-1-1 1 0 0,0 0-1 0 0,1 0 1 0 0,-1 1-1 0 0,0-1 0 0 0,0 0 1 0 0,-1 1-1 0 0,1-1 0 0 0,0 1 1 0 0,-1-1-1 0 0,0 1 0 0 0,1 0 1 0 0,-1-1-1 0 0,0 1 0 0 0,0-1 1 0 0,-1 1-1 0 0,1-1 0 0 0,0 1 1 0 0,-1-1-1 0 0,0 1 1 0 0,1-1-1 0 0,-1 1 0 0 0,0-1 1 0 0,-3 5-1 0 0,-19 29 208 0 0,-2-1-1 0 0,-1-2 1 0 0,-2 0 0 0 0,-37 33 0 0 0,-19 23-2028 0 0,67-68-5836 0 0</inkml:trace>
</inkml:ink>
</file>

<file path=ppt/ink/ink3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8:24.58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3 123 10594 0 0,'-1'-15'1091'0'0,"0"-44"-2051"0"0,1 56 880 0 0,0 0-1 0 0,1 0 1 0 0,-1 0-1 0 0,1 0 0 0 0,-1 0 1 0 0,1 0-1 0 0,0 1 0 0 0,0-1 1 0 0,0 0-1 0 0,1 0 0 0 0,-1 1 1 0 0,1-1-1 0 0,-1 1 1 0 0,1-1-1 0 0,4-3 0 0 0,-6 6 92 0 0,1 0 0 0 0,-1 0-1 0 0,0 0 1 0 0,1 0 0 0 0,-1 1 0 0 0,0-1-1 0 0,1 0 1 0 0,-1 0 0 0 0,1 0-1 0 0,-1 1 1 0 0,0-1 0 0 0,0 0 0 0 0,1 0-1 0 0,-1 1 1 0 0,0-1 0 0 0,1 0-1 0 0,-1 1 1 0 0,0-1 0 0 0,0 0 0 0 0,1 1-1 0 0,-1-1 1 0 0,0 0 0 0 0,0 1-1 0 0,0-1 1 0 0,0 1 0 0 0,0-1-1 0 0,1 0 1 0 0,-1 1 0 0 0,0-1 0 0 0,0 1-1 0 0,0-1 1 0 0,0 0 0 0 0,0 1-1 0 0,4 17 144 0 0,4 54 488 0 0,-1 112 0 0 0,-4-44-222 0 0,55 550 148 0 0,25-1-718 0 0,-8-65-202 0 0,3 11 18 0 0,61 712 918 0 0,-105-466 1796 0 0,-7-135 1727 0 0,-19-377-3709 0 0,1 36-893 0 0,-5-361-207 0 0,1-3-211 0 0</inkml:trace>
</inkml:ink>
</file>

<file path=ppt/ink/ink3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8:25.1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159 52 5985 0 0,'-25'4'1242'0'0,"12"-3"-855"0"0,1 0-1 0 0,-1 2 1 0 0,1-1-1 0 0,0 1 0 0 0,-1 1 1 0 0,1 1-1 0 0,1-1 1 0 0,-20 12-1 0 0,31-16-381 0 0,-1 0-1 0 0,1 0 1 0 0,0 0-1 0 0,-1 1 1 0 0,1-1-1 0 0,0 0 1 0 0,0 0-1 0 0,-1 0 1 0 0,1 1 0 0 0,0-1-1 0 0,0 0 1 0 0,-1 0-1 0 0,1 1 1 0 0,0-1-1 0 0,0 0 1 0 0,0 1-1 0 0,0-1 1 0 0,0 0 0 0 0,-1 0-1 0 0,1 1 1 0 0,0-1-1 0 0,0 0 1 0 0,0 1-1 0 0,0-1 1 0 0,0 0-1 0 0,0 1 1 0 0,0-1 0 0 0,0 0-1 0 0,0 1 1 0 0,0-1-1 0 0,0 0 1 0 0,0 1-1 0 0,0-1 1 0 0,0 0 0 0 0,1 1-1 0 0,-1-1 1 0 0,0 0-1 0 0,0 1 1 0 0,0-1-1 0 0,15 9 208 0 0,21-2 35 0 0,3-4-56 0 0,0-2-1 0 0,0-1 0 0 0,0-3 1 0 0,44-7-1 0 0,-13 1 36 0 0,246-28 730 0 0,355-30 670 0 0,1923 68-1001 0 0,-1963 34-622 0 0,164 8-16 0 0,-105-1-46 0 0,-317-17 148 0 0,919 95 115 0 0,-783-54-2107 0 0,-393-49 574 0 0</inkml:trace>
</inkml:ink>
</file>

<file path=ppt/ink/ink3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8:25.8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272 195 1840 0 0,'-16'-18'1057'0'0,"-22"-31"-1"0"0,24 29-176 0 0,-1 0-1 0 0,-22-21 1 0 0,32 36-569 0 0,0 1-1 0 0,0-1 1 0 0,-1 1 0 0 0,0 0 0 0 0,1 1 0 0 0,-1-1 0 0 0,0 1 0 0 0,-1 0 0 0 0,1 1 0 0 0,0-1 0 0 0,-1 1 0 0 0,-11-2 0 0 0,16 4-180 0 0,1 0 0 0 0,-1 0 0 0 0,0 0 0 0 0,0 0 0 0 0,1 0-1 0 0,-1 0 1 0 0,0 0 0 0 0,0 1 0 0 0,1-1 0 0 0,-1 1 0 0 0,0-1 0 0 0,1 1-1 0 0,-1 0 1 0 0,0-1 0 0 0,1 1 0 0 0,-1 0 0 0 0,1 0 0 0 0,-1 0 0 0 0,1 0-1 0 0,-2 2 1 0 0,1-1 8 0 0,0 1 0 0 0,0 0 0 0 0,0 0 0 0 0,0 0 0 0 0,0 0 0 0 0,1 0 0 0 0,0 0 0 0 0,-1 0 0 0 0,0 6-1 0 0,-2 7 78 0 0,2 0 0 0 0,0 0-1 0 0,1 25 1 0 0,1-35-149 0 0,1 57 39 0 0,3-1 0 0 0,2 0 1 0 0,4 0-1 0 0,2-1 0 0 0,33 101 1 0 0,138 283 568 0 0,-156-386-661 0 0,-27-59-14 0 0,11 23-518 0 0,-1 0 0 0 0,-1 1 1 0 0,0 0-1 0 0,-2 1 0 0 0,5 31 1 0 0,-10-24-4611 0 0</inkml:trace>
</inkml:ink>
</file>

<file path=ppt/ink/ink3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8:26.23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1 378 9218 0 0,'0'-3'133'0'0,"1"-1"0"0"0,0 0 1 0 0,-1 0-1 0 0,2 0 0 0 0,-1 1 0 0 0,0-1 1 0 0,1 0-1 0 0,-1 1 0 0 0,1-1 0 0 0,0 1 1 0 0,0 0-1 0 0,1 0 0 0 0,3-5 0 0 0,42-39 1566 0 0,-32 33-1380 0 0,21-18 388 0 0,0 1-1 0 0,2 2 0 0 0,1 2 0 0 0,73-38 0 0 0,-74 47-2301 0 0,1 2 0 0 0,0 1 0 0 0,46-9 0 0 0,-63 18 1473 0 0</inkml:trace>
</inkml:ink>
</file>

<file path=ppt/ink/ink3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8:26.63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82 0 5065 0 0,'-9'2'849'0'0,"0"-1"1"0"0,-1 1-1 0 0,1 1 0 0 0,0 0 1 0 0,1 0-1 0 0,-17 8 0 0 0,25-11-817 0 0,0 0-1 0 0,0 0 0 0 0,0 0 0 0 0,-1 0 0 0 0,1 0 1 0 0,0 1-1 0 0,0-1 0 0 0,0 0 0 0 0,0 0 1 0 0,0 0-1 0 0,0 0 0 0 0,-1 0 0 0 0,1 0 0 0 0,0 0 1 0 0,0 0-1 0 0,0 0 0 0 0,0 1 0 0 0,0-1 0 0 0,0 0 1 0 0,0 0-1 0 0,0 0 0 0 0,0 0 0 0 0,0 0 1 0 0,0 1-1 0 0,0-1 0 0 0,0 0 0 0 0,0 0 0 0 0,0 0 1 0 0,0 0-1 0 0,0 0 0 0 0,0 1 0 0 0,0-1 0 0 0,0 0 1 0 0,0 0-1 0 0,0 0 0 0 0,0 0 0 0 0,0 0 1 0 0,0 1-1 0 0,0-1 0 0 0,0 0 0 0 0,0 0 0 0 0,0 0 1 0 0,0 0-1 0 0,0 0 0 0 0,0 0 0 0 0,0 0 0 0 0,0 1 1 0 0,1-1-1 0 0,-1 0 0 0 0,0 0 0 0 0,0 0 1 0 0,0 0-1 0 0,0 0 0 0 0,12 5 885 0 0,15 0 107 0 0,413 18 4876 0 0,-226-18-5362 0 0,364 34-2116 0 0,-547-37 396 0 0,44-2-1 0 0,-5-8-4912 0 0,-37 2 1316 0 0</inkml:trace>
</inkml:ink>
</file>

<file path=ppt/ink/ink3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8:2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51 26 6913 0 0,'-16'-10'2723'0'0,"-3"-3"-76"0"0,18 13-2468 0 0,1-1 0 0 0,-1 1 0 0 0,1 0 0 0 0,-1 0 0 0 0,1-1 0 0 0,-1 1 0 0 0,1 0 0 0 0,-1 0 0 0 0,0 0 0 0 0,1 0 0 0 0,-1 0 0 0 0,1-1 0 0 0,-1 1 0 0 0,1 0 0 0 0,-1 0 0 0 0,1 0 0 0 0,-1 1 0 0 0,1-1 0 0 0,-1 0 0 0 0,0 0 0 0 0,1 0 0 0 0,-1 0 0 0 0,1 0 0 0 0,-1 1 0 0 0,1-1 0 0 0,-2 1 0 0 0,3-1-43 0 0,-1 1-1 0 0,0 0 1 0 0,0 0 0 0 0,0-1 0 0 0,1 1 0 0 0,-1 0 0 0 0,0-1 0 0 0,1 1-1 0 0,-1 0 1 0 0,0-1 0 0 0,1 1 0 0 0,-1-1 0 0 0,1 1 0 0 0,-1 0 0 0 0,1-1 0 0 0,0 1-1 0 0,-1-1 1 0 0,1 0 0 0 0,-1 1 0 0 0,1-1 0 0 0,0 1 0 0 0,-1-1 0 0 0,2 1-1 0 0,13 8 21 0 0,12 6 267 0 0,0-2-1 0 0,43 15 0 0 0,-1-1 16 0 0,-45-17-400 0 0,14 7 26 0 0,50 29-1 0 0,-79-41-59 0 0,0 1-1 0 0,-1 0 1 0 0,0 0-1 0 0,0 1 1 0 0,0 0 0 0 0,-1 0-1 0 0,0 1 1 0 0,-1-1-1 0 0,0 2 1 0 0,0-1-1 0 0,6 12 1 0 0,-10-16 0 0 0,0 1 0 0 0,-1 0 1 0 0,1-1-1 0 0,-1 1 0 0 0,0 0 1 0 0,-1 0-1 0 0,1 0 1 0 0,-1-1-1 0 0,0 1 0 0 0,0 0 1 0 0,0 0-1 0 0,0 0 0 0 0,-1 0 1 0 0,-1 5-1 0 0,-1-2-12 0 0,0-1 0 0 0,0 1 0 0 0,0-1 0 0 0,-1 1 0 0 0,0-1 0 0 0,-1 0 0 0 0,-8 10 0 0 0,-7 4-507 0 0,0-1-1 0 0,-1 0 0 0 0,-41 26 0 0 0,57-42 336 0 0,-26 18-7084 0 0</inkml:trace>
</inkml:ink>
</file>

<file path=ppt/ink/ink3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8:43.6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351 18 1840 0 0,'-50'-17'5640'0'0,"29"17"-4563"0"0,1 1 1 0 0,-1 0-1 0 0,1 2 0 0 0,-1 0 0 0 0,-36 12 0 0 0,29-7-1451 0 0,-1-2 0 0 0,-29 3 0 0 0,32-7-4245 0 0</inkml:trace>
</inkml:ink>
</file>

<file path=ppt/ink/ink3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8:45.22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 1 5065 0 0,'-1'2'312'0'0,"0"1"1"0"0,0 0-1 0 0,0 0 1 0 0,0 0-1 0 0,0 0 0 0 0,1 0 1 0 0,0 0-1 0 0,-1 0 0 0 0,1 0 1 0 0,0 0-1 0 0,1 4 1 0 0,-1 3 292 0 0,-1 40 727 0 0,3 0-1 0 0,2 0 0 0 0,17 79 0 0 0,-3-17-405 0 0,-9-44-974 0 0,27 176 1422 0 0,-3-84-6439 0 0,-22-119-73 0 0</inkml:trace>
</inkml:ink>
</file>

<file path=ppt/ink/ink3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8:45.6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5985 0 0,'0'3'270'0'0,"0"-1"0"0"0,0 1 0 0 0,1-1-1 0 0,-1 0 1 0 0,1 1 0 0 0,0-1 0 0 0,-1 0-1 0 0,1 1 1 0 0,0-1 0 0 0,0 0 0 0 0,1 0-1 0 0,-1 0 1 0 0,2 3 0 0 0,1 1 277 0 0,44 110 3881 0 0,-36-83-4176 0 0,-2 0 1 0 0,-1 1 0 0 0,5 47-1 0 0,3 53-3604 0 0,-14-115-1249 0 0</inkml:trace>
</inkml:ink>
</file>

<file path=ppt/ink/ink3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8:45.9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0 9674 0 0,'2'4'263'0'0,"1"0"-1"0"0,0 0 1 0 0,0-1 0 0 0,0 1 0 0 0,0-1-1 0 0,1 0 1 0 0,-1 0 0 0 0,1 0-1 0 0,0 0 1 0 0,6 3 0 0 0,17 14 1148 0 0,-11-3-833 0 0,-1 1 0 0 0,-1 0 0 0 0,-1 0 0 0 0,0 2 0 0 0,-2-1 0 0 0,0 2 0 0 0,10 24 0 0 0,-8-9-1625 0 0,-1 1 0 0 0,-2 0-1 0 0,8 56 1 0 0,-18-90 534 0 0,1 0-1 0 0,-1 0 1 0 0,0 0 0 0 0,0 0 0 0 0,0-1 0 0 0,0 1-1 0 0,0 0 1 0 0,0 0 0 0 0,-1 0 0 0 0,-1 4 0 0 0</inkml:trace>
  <inkml:trace contextRef="#ctx0" brushRef="#br0" timeOffset="1">9 320 920 0 0,'0'-1'188'0'0,"-1"1"-1"0"0,0-1 1 0 0,1 1-1 0 0,-1-1 1 0 0,0 1-1 0 0,1-1 1 0 0,-1 0-1 0 0,1 1 1 0 0,0-1-1 0 0,-1 0 1 0 0,1 1-1 0 0,-1-1 1 0 0,1 0-1 0 0,0 0 1 0 0,0 1-1 0 0,-1-1 1 0 0,1 0-1 0 0,0 0 1 0 0,0 0-1 0 0,0 1 1 0 0,0-1-1 0 0,0 0 1 0 0,0 0-1 0 0,0 0 1 0 0,0 1-1 0 0,0-1 1 0 0,0 0-1 0 0,0 0 1 0 0,1 1-1 0 0,-1-1 1 0 0,0 0-1 0 0,0 0 1 0 0,1 1-1 0 0,-1-1 1 0 0,1 0-1 0 0,-1 1 1 0 0,1-1-1 0 0,-1 0 1 0 0,1 1-1 0 0,-1-1 1 0 0,1 1-1 0 0,0-2 1 0 0,30-31 1060 0 0,-25 27-873 0 0,83-75-656 0 0,-70 65-3435 0 0</inkml:trace>
</inkml:ink>
</file>

<file path=ppt/ink/ink3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8:46.37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0 920 0 0,'5'3'350'0'0,"0"0"-1"0"0,0-1 1 0 0,0 0 0 0 0,1 0-1 0 0,-1-1 1 0 0,0 0-1 0 0,1 0 1 0 0,9 1 0 0 0,-9-1 132 0 0,1 0 0 0 0,-1 0 1 0 0,1 0-1 0 0,10 5 1 0 0,-11-3-446 0 0,0 0 0 0 0,-1 0 0 0 0,0 0 0 0 0,0 1 0 0 0,0-1 1 0 0,0 1-1 0 0,0 1 0 0 0,-1-1 0 0 0,0 0 0 0 0,0 1 0 0 0,0 0 0 0 0,-1 0 1 0 0,1 1-1 0 0,-1-1 0 0 0,0 0 0 0 0,-1 1 0 0 0,1 0 0 0 0,-1 0 0 0 0,0 0 1 0 0,-1 0-1 0 0,1 0 0 0 0,0 10 0 0 0,-1 8 263 0 0,0 0 1 0 0,-2 0-1 0 0,-1 0 1 0 0,-6 35-1 0 0,5-45 164 0 0,3-14-449 0 0,0 0 0 0 0,0 1 0 0 0,-1-1 0 0 0,1 1 0 0 0,0-1 0 0 0,0 1 0 0 0,0-1-1 0 0,0 1 1 0 0,0-1 0 0 0,-1 1 0 0 0,1-1 0 0 0,0 1 0 0 0,0-1 0 0 0,0 1 0 0 0,0-1-1 0 0,1 1 1 0 0,-1-1 0 0 0,0 1 0 0 0,0-1 0 0 0,0 1 0 0 0,0-1 0 0 0,0 1 0 0 0,1-1 0 0 0,-1 1-1 0 0,0-1 1 0 0,0 1 0 0 0,1-1 0 0 0,-1 1 0 0 0,0-1 0 0 0,1 0 0 0 0,-1 1 0 0 0,0-1 0 0 0,1 0-1 0 0,-1 1 1 0 0,1-1 0 0 0,-1 0 0 0 0,1 1 0 0 0,-1-1 0 0 0,0 0 0 0 0,1 0 0 0 0,-1 0 0 0 0,1 1-1 0 0,-1-1 1 0 0,1 0 0 0 0,-1 0 0 0 0,1 0 0 0 0,-1 0 0 0 0,1 0 0 0 0,-1 0 0 0 0,1 0-1 0 0,-1 0 1 0 0,1 0 0 0 0,-1 0 0 0 0,1 0 0 0 0,0 0 0 0 0,-1-1 0 0 0,0 1 0 0 0,1 0 0 0 0,-1 0-1 0 0,1 0 1 0 0,-1-1 0 0 0,1 1 0 0 0,-1 0 0 0 0,1-1 0 0 0,-1 1 0 0 0,0 0 0 0 0,1-1 0 0 0,7-3-533 0 0</inkml:trace>
  <inkml:trace contextRef="#ctx0" brushRef="#br0" timeOffset="1">78 164 3225 0 0,'-12'0'4639'0'0,"31"-13"-1802"0"0,34-14-298 0 0,66-14-930 0 0,-45 17-1023 0 0,-36 10-586 0 0</inkml:trace>
</inkml:ink>
</file>

<file path=ppt/ink/ink3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8:56.74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56 2304 0 0,'2'-9'175'0'0,"-2"4"281"0"0,1 0 1 0 0,0 0 0 0 0,0 0-1 0 0,0 1 1 0 0,1-1 0 0 0,0 0-1 0 0,4-8 1 0 0,-4 49 2438 0 0,-11 209-1367 0 0,2 99 664 0 0,13 33-2162 0 0,2 24 4 0 0,-2-208 30 0 0,-20 223 0 0 0,9-298-25 0 0,6-1 0 0 0,24 186 0 0 0,-20-236 2 0 0,-4 107-1 0 0,-3-72-46 0 0,3-83 196 0 0,2-1-1 0 0,0 1 1 0 0,2 0 0 0 0,0-1 0 0 0,9 24 0 0 0,-11-35-144 0 0,1 0 1 0 0,-1 0-1 0 0,1-1 0 0 0,1 0 1 0 0,-1 1-1 0 0,8 7 1 0 0,13 18 118 0 0,-25-31-292 0 0,1 1-411 0 0</inkml:trace>
</inkml:ink>
</file>

<file path=ppt/ink/ink3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9:25.27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1 11058 0 0,'-1'-1'48'0'0,"1"1"0"0"0,-1 0 0 0 0,1 0 0 0 0,0 0 0 0 0,-1 0 0 0 0,1 0 0 0 0,0 0 0 0 0,-1 0 0 0 0,1 0 0 0 0,-1 0 0 0 0,1 1 0 0 0,0-1 0 0 0,-1 0 0 0 0,1 0 0 0 0,-1 0-1 0 0,1 0 1 0 0,0 0 0 0 0,-1 1 0 0 0,1-1 0 0 0,0 0 0 0 0,-1 0 0 0 0,1 1 0 0 0,0-1 0 0 0,0 0 0 0 0,-1 0 0 0 0,1 1 0 0 0,0-1 0 0 0,0 0 0 0 0,-1 1 0 0 0,1-1 0 0 0,0 0 0 0 0,0 1 0 0 0,0-1 0 0 0,0 0-1 0 0,-1 1 1 0 0,1-1 0 0 0,0 1 0 0 0,0-1 0 0 0,0 0 0 0 0,0 1 0 0 0,0-1 0 0 0,0 1 0 0 0,0-1 0 0 0,0 0 0 0 0,0 1 0 0 0,0-1 0 0 0,0 1 0 0 0,1-1 0 0 0,-1 0 0 0 0,0 1 0 0 0,0-1 0 0 0,0 1-1 0 0,3 23 5 0 0,41 144 2938 0 0,1 7-2219 0 0,-8 14-3941 0 0,-29-156 2043 0 0</inkml:trace>
</inkml:ink>
</file>

<file path=ppt/ink/ink3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9:25.74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182 1 7370 0 0,'-2'2'122'0'0,"-1"0"1"0"0,0 0 0 0 0,0 1 0 0 0,1-1 0 0 0,-1 1-1 0 0,1 0 1 0 0,0 0 0 0 0,-1 0 0 0 0,1 0 0 0 0,1 0 0 0 0,-1 0-1 0 0,-2 6 1 0 0,-2 2 90 0 0,-22 31 594 0 0,1 2-1 0 0,3 1 1 0 0,-34 87-1 0 0,57-128-759 0 0,-1 0 0 0 0,1-1 0 0 0,0 1 0 0 0,1 0 0 0 0,-1 0 0 0 0,1 0-1 0 0,0 0 1 0 0,0 0 0 0 0,1 5 0 0 0,-1-8-42 0 0,0 1 0 0 0,1-1 1 0 0,-1 0-1 0 0,1 0 0 0 0,-1 0 0 0 0,1 0 0 0 0,0 0 1 0 0,-1 0-1 0 0,1 0 0 0 0,0 0 0 0 0,0 0 0 0 0,0 0 1 0 0,0 0-1 0 0,0-1 0 0 0,0 1 0 0 0,0 0 0 0 0,0-1 1 0 0,0 1-1 0 0,0-1 0 0 0,0 1 0 0 0,0-1 0 0 0,0 1 1 0 0,0-1-1 0 0,1 0 0 0 0,-1 1 0 0 0,0-1 0 0 0,0 0 1 0 0,0 0-1 0 0,1 0 0 0 0,-1 0 0 0 0,0 0 0 0 0,0 0 1 0 0,3-1-1 0 0,57-4-52 0 0,-22 2 6 0 0,52 1 0 0 0,-79 3 38 0 0,0 0-1 0 0,0 1 0 0 0,-1 0 1 0 0,1 0-1 0 0,-1 2 0 0 0,0-1 1 0 0,1 1-1 0 0,18 11 0 0 0,-28-14 11 0 0,0 0-1 0 0,0 1 1 0 0,0-1-1 0 0,0 0 1 0 0,0 1-1 0 0,0 0 1 0 0,-1-1-1 0 0,1 1 1 0 0,-1 0-1 0 0,1 0 1 0 0,-1 0-1 0 0,0 0 1 0 0,1 0-1 0 0,-1 0 0 0 0,0 0 1 0 0,0 0-1 0 0,-1 1 1 0 0,1-1-1 0 0,0 0 1 0 0,-1 0-1 0 0,1 3 1 0 0,-1 0 36 0 0,0 0 1 0 0,-1-1 0 0 0,1 1-1 0 0,-1 0 1 0 0,0-1 0 0 0,0 1-1 0 0,-1-1 1 0 0,1 1 0 0 0,-1-1-1 0 0,-2 5 1 0 0,-5 6 101 0 0,0 0-1 0 0,-1-1 1 0 0,0 0-1 0 0,-24 23 1 0 0,-24 14-258 0 0,26-28 26 0 0</inkml:trace>
</inkml:ink>
</file>

<file path=ppt/ink/ink3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9:26.3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53 131 5065 0 0,'-47'11'2106'0'0,"42"-9"-1284"0"0,21-5-221 0 0,-5 1-473 0 0,246-50 1328 0 0,-111 30-531 0 0,179-3 0 0 0,369 2 698 0 0,-391 7-1567 0 0,340 24 0 0 0,267 43-128 0 0,-707-45 107 0 0,543 39 226 0 0,12 48-208 0 0,-629-73-1272 0 0,-92-14-3392 0 0</inkml:trace>
</inkml:ink>
</file>

<file path=ppt/ink/ink4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9:26.8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 0 4145 0 0,'-1'0'63'0'0,"0"1"0"0"0,0-1 0 0 0,-1 1 0 0 0,1-1 0 0 0,0 1 0 0 0,0 0 0 0 0,0 0 0 0 0,0-1 0 0 0,0 1 0 0 0,0 0 0 0 0,0 0 0 0 0,0 0 0 0 0,0 0 0 0 0,0 0 0 0 0,-1 2 0 0 0,2-3 17 0 0,0 1-1 0 0,0 0 1 0 0,0-1 0 0 0,-1 1-1 0 0,1-1 1 0 0,0 1 0 0 0,0-1 0 0 0,0 1-1 0 0,0-1 1 0 0,1 1 0 0 0,-1 0-1 0 0,0-1 1 0 0,0 1 0 0 0,0-1-1 0 0,0 1 1 0 0,1-1 0 0 0,-1 1-1 0 0,0-1 1 0 0,0 1 0 0 0,1-1-1 0 0,-1 1 1 0 0,0-1 0 0 0,1 1-1 0 0,-1-1 1 0 0,1 1 0 0 0,1 1 186 0 0,1-1 0 0 0,-1 1 1 0 0,0 0-1 0 0,1-1 1 0 0,0 1-1 0 0,-1-1 0 0 0,1 0 1 0 0,0 0-1 0 0,0 0 0 0 0,-1 0 1 0 0,1-1-1 0 0,4 1 1 0 0,61 5 2084 0 0,-15-2-851 0 0,67 14 0 0 0,-104-15-1439 0 0,0 1 0 0 0,0 1 0 0 0,0 1 0 0 0,-1 0 0 0 0,0 1 0 0 0,0 1 0 0 0,0 0 0 0 0,17 14 0 0 0,-31-21-60 0 0,0-1 1 0 0,0 1 0 0 0,0 0 0 0 0,0-1-1 0 0,-1 1 1 0 0,1 0 0 0 0,0 0 0 0 0,-1 0 0 0 0,1 0-1 0 0,0-1 1 0 0,-1 1 0 0 0,1 0 0 0 0,-1 0 0 0 0,0 0-1 0 0,1 0 1 0 0,-1 0 0 0 0,0 0 0 0 0,1 0 0 0 0,-1 0-1 0 0,0 1 1 0 0,0-1 0 0 0,0 0 0 0 0,0 0-1 0 0,0 1 1 0 0,-1 0 12 0 0,1 0 0 0 0,-1 0-1 0 0,0 0 1 0 0,0 0 0 0 0,0-1-1 0 0,0 1 1 0 0,0 0 0 0 0,0-1 0 0 0,0 1-1 0 0,-1-1 1 0 0,1 1 0 0 0,-3 1-1 0 0,-6 4 99 0 0,0 0 0 0 0,0 0 0 0 0,-17 7 0 0 0,22-11-69 0 0,-33 14-397 0 0,-74 23 0 0 0,78-29-396 0 0</inkml:trace>
</inkml:ink>
</file>

<file path=ppt/ink/ink4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9:28.3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7203 16 5985 0 0,'-94'4'2959'0'0,"-111"20"0"0"0,-17 2-2027 0 0,-141-13-418 0 0,277-10-228 0 0,-146 7 468 0 0,-116 1-452 0 0,-310-20-1730 0 0,348-11 238 0 0,35 0 10 0 0,70 14 581 0 0,-383-17-1893 0 0,461 14 2032 0 0,-334-11 218 0 0,-186 52 825 0 0,463-22-252 0 0,-171 14-120 0 0,-86 4 401 0 0,220-24 29 0 0,-109 8 699 0 0,-69 15 554 0 0,364-27-1487 0 0,0-2-1 0 0,-42-7 1 0 0,-9-2-336 0 0,70 11-90 0 0,-1 0 1 0 0,1 1-1 0 0,0 0 0 0 0,0 2 1 0 0,0-1-1 0 0,0 2 0 0 0,0 0 1 0 0,-21 10-1 0 0,14-9 22 0 0,-7 5-1756 0 0</inkml:trace>
</inkml:ink>
</file>

<file path=ppt/ink/ink4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9:29.0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0 247 3225 0 0,'0'0'82'0'0,"0"-1"0"0"0,0 0 0 0 0,0 1 1 0 0,0-1-1 0 0,0 0 0 0 0,1 1 1 0 0,-1-1-1 0 0,0 0 0 0 0,0 1 0 0 0,1-1 1 0 0,-1 1-1 0 0,0-1 0 0 0,0 1 0 0 0,1-1 1 0 0,-1 0-1 0 0,1 1 0 0 0,-1 0 0 0 0,1-1 1 0 0,-1 1-1 0 0,1-1 0 0 0,-1 1 0 0 0,1-1 1 0 0,-1 1-1 0 0,1 0 0 0 0,-1-1 0 0 0,1 1 1 0 0,-1 0-1 0 0,1 0 0 0 0,0-1 1 0 0,-1 1-1 0 0,1 0 0 0 0,0 0 0 0 0,-1 0 1 0 0,1 0-1 0 0,0 0 0 0 0,-1 0 0 0 0,1 0 1 0 0,-1 0-1 0 0,1 0 0 0 0,0 0 0 0 0,-1 0 1 0 0,1 0-1 0 0,0 1 0 0 0,2-1 146 0 0,-1 1-1 0 0,1-1 0 0 0,-1 1 1 0 0,0 0-1 0 0,0 0 1 0 0,1 0-1 0 0,-1 0 1 0 0,0 0-1 0 0,0 0 1 0 0,4 3-1 0 0,63 69 1918 0 0,-42-42-2106 0 0,1-1-1 0 0,2-1 0 0 0,1-2 0 0 0,58 40 0 0 0,-87-66-41 0 0,-1 0-1 0 0,0-1 0 0 0,0 1 0 0 0,1 0 0 0 0,-1 0 0 0 0,1-1 0 0 0,-1 1 0 0 0,1-1 0 0 0,-1 1 0 0 0,1-1 0 0 0,-1 1 0 0 0,1-1 0 0 0,-1 0 0 0 0,1 0 0 0 0,-1 0 0 0 0,1 0 0 0 0,0 0 0 0 0,-1 0 0 0 0,1 0 0 0 0,1-1 0 0 0,-2 0 21 0 0,0 0 0 0 0,0 1 1 0 0,0-1-1 0 0,0 0 0 0 0,-1 0 0 0 0,1 0 0 0 0,0 0 1 0 0,-1 0-1 0 0,1 0 0 0 0,-1 0 0 0 0,1 0 0 0 0,-1 0 1 0 0,0 0-1 0 0,1 0 0 0 0,-1 0 0 0 0,0 0 1 0 0,0 0-1 0 0,1-1 0 0 0,-1 1 0 0 0,0 0 0 0 0,0-1 1 0 0,-1-11 288 0 0,0 0 0 0 0,-1 1 0 0 0,-6-25 0 0 0,5 27-112 0 0,-1-8-518 0 0,-1 1 0 0 0,-1 0 0 0 0,-1 0-1 0 0,0 1 1 0 0,-1 0 0 0 0,-1 0 0 0 0,0 1 0 0 0,-1 0 0 0 0,-1 0-1 0 0,0 1 1 0 0,-14-13 0 0 0,23 26 265 0 0,1-1 0 0 0,-1 1 0 0 0,0 0 0 0 0,0 0 0 0 0,0 0 0 0 0,0 1 0 0 0,0-1 1 0 0,0 0-1 0 0,0 1 0 0 0,0-1 0 0 0,0 1 0 0 0,0 0 0 0 0,0 0 0 0 0,0 0 0 0 0,0 0 0 0 0,0 0 0 0 0,0 0 0 0 0,0 0 0 0 0,0 0 0 0 0,0 1 0 0 0,0-1 0 0 0,0 1 0 0 0,0 0 1 0 0,0 0-1 0 0,0 0 0 0 0,0 0 0 0 0,-3 2 0 0 0,-10 3 637 0 0,14-7-444 0 0,0-1 0 0 0,1 1-1 0 0,-1 0 1 0 0,1 0 0 0 0,-1-1 0 0 0,1 1 0 0 0,0 0 0 0 0,-1-1-1 0 0,1 1 1 0 0,0 0 0 0 0,0-1 0 0 0,0 1 0 0 0,0 0 0 0 0,0-1 0 0 0,0 1-1 0 0,0 0 1 0 0,0-1 0 0 0,1 1 0 0 0,-1 0 0 0 0,1 0 0 0 0,-1-1 0 0 0,1 1-1 0 0,-1 0 1 0 0,1 0 0 0 0,-1-1 0 0 0,1 1 0 0 0,0 0 0 0 0,0 0-1 0 0,1-1 1 0 0,79-36 700 0 0,193-71-746 0 0,-255 101-3299 0 0,1 0-1140 0 0</inkml:trace>
</inkml:ink>
</file>

<file path=ppt/ink/ink4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0:02.24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6 130 6913 0 0,'-1'0'131'0'0,"1"0"-1"0"0,0 0 0 0 0,-1-1 1 0 0,1 1-1 0 0,0-1 0 0 0,-1 1 1 0 0,1 0-1 0 0,0-1 0 0 0,-1 1 1 0 0,1-1-1 0 0,0 1 0 0 0,0-1 1 0 0,-1 1-1 0 0,1-1 0 0 0,0 1 1 0 0,0-1-1 0 0,0 1 0 0 0,0-1 1 0 0,0 1-1 0 0,0-1 0 0 0,0 1 0 0 0,0-1 1 0 0,0 1-1 0 0,0-1 0 0 0,0 1 1 0 0,0-1-1 0 0,0 1 0 0 0,0-1 1 0 0,0 1-1 0 0,1-1 0 0 0,-1 1 1 0 0,0 0-1 0 0,0-1 0 0 0,0 1 1 0 0,1-1-1 0 0,6-19 1460 0 0,-3 13-1325 0 0,0 0 1 0 0,0 1-1 0 0,1-1 1 0 0,0 1-1 0 0,0 0 0 0 0,0 0 1 0 0,1 1-1 0 0,0 0 1 0 0,0 0-1 0 0,0 0 0 0 0,1 1 1 0 0,0-1-1 0 0,0 2 1 0 0,0-1-1 0 0,8-2 1 0 0,-12 4-314 0 0,-1 1 1 0 0,1 0 0 0 0,0 0 0 0 0,0 1 0 0 0,0-1-1 0 0,0 1 1 0 0,0-1 0 0 0,0 1 0 0 0,0 0 0 0 0,0 0-1 0 0,0 0 1 0 0,0 1 0 0 0,0-1 0 0 0,0 1 0 0 0,-1-1-1 0 0,1 1 1 0 0,0 0 0 0 0,0 0 0 0 0,0 0 0 0 0,-1 1-1 0 0,1-1 1 0 0,0 1 0 0 0,-1-1 0 0 0,0 1 0 0 0,1 0-1 0 0,-1 0 1 0 0,0 0 0 0 0,0 0 0 0 0,0 0 0 0 0,0 1-1 0 0,0-1 1 0 0,0 0 0 0 0,-1 1 0 0 0,1 0 0 0 0,-1-1-1 0 0,0 1 1 0 0,0 0 0 0 0,0 0 0 0 0,0-1 0 0 0,0 1-1 0 0,0 6 1 0 0,3 13-579 0 0,-1 0 0 0 0,-1 1 1 0 0,-1 43-1 0 0,-2-35 902 0 0,5 36 0 0 0,-4-66-238 0 0,0 0 0 0 0,0 0 0 0 0,0 0 0 0 0,0-1 0 0 0,0 1 0 0 0,0 0 0 0 0,0 0 0 0 0,1 0 0 0 0,-1 0-1 0 0,0-1 1 0 0,1 1 0 0 0,-1 0 0 0 0,1 0 0 0 0,-1 0 0 0 0,0-1 0 0 0,1 1 0 0 0,0 0 0 0 0,-1-1 0 0 0,1 1 0 0 0,-1 0 0 0 0,1-1 0 0 0,0 1-1 0 0,-1-1 1 0 0,1 1 0 0 0,0-1 0 0 0,1 1 0 0 0,20-4 1318 0 0,-20 3-1296 0 0,0-1 1 0 0,0 0 0 0 0,0 1-1 0 0,-1-1 1 0 0,1 1 0 0 0,0 0-1 0 0,0 0 1 0 0,0 0 0 0 0,0-1-1 0 0,0 2 1 0 0,0-1 0 0 0,0 0-1 0 0,-1 0 1 0 0,1 1 0 0 0,0-1-1 0 0,0 1 1 0 0,0-1 0 0 0,0 1-1 0 0,2 1 1 0 0,0 2-46 0 0,-1 0 0 0 0,1 0 0 0 0,-1 0 1 0 0,1 1-1 0 0,-1-1 0 0 0,-1 1 0 0 0,1 0 0 0 0,-1 0 0 0 0,0 0 0 0 0,0 0 1 0 0,0 0-1 0 0,0 0 0 0 0,-1 1 0 0 0,0-1 0 0 0,0 10 0 0 0,1 6 120 0 0,-1 1 0 0 0,-3 34 0 0 0,-10 39-3175 0 0</inkml:trace>
</inkml:ink>
</file>

<file path=ppt/ink/ink4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0:02.64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74 1840 0 0,'5'-16'54'0'0,"20"-42"13560"0"0,-10 90-10951 0 0,96 263 520 0 0,-61-156-3132 0 0,13 29-1493 0 0,-53-142 163 0 0</inkml:trace>
</inkml:ink>
</file>

<file path=ppt/ink/ink4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0:03.00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135 5 4609 0 0,'4'-1'607'0'0,"1"0"0"0"0,-1 0 0 0 0,1 0 0 0 0,-1 1 1 0 0,1 0-1 0 0,-1-1 0 0 0,1 2 0 0 0,-1-1 0 0 0,1 0 0 0 0,-1 1 0 0 0,1 0 0 0 0,7 2 0 0 0,-4 0 125 0 0,1 1 0 0 0,-1 0 0 0 0,0 0 0 0 0,0 1 0 0 0,14 10 0 0 0,-6-1-77 0 0,0 1 0 0 0,-1 1 1 0 0,0 0-1 0 0,20 29 1 0 0,-15-14-399 0 0,-2 1 0 0 0,-1 1 0 0 0,24 65 1 0 0,-12-10-7027 0 0,-25-72 557 0 0</inkml:trace>
  <inkml:trace contextRef="#ctx0" brushRef="#br0" timeOffset="1">1 389 10594 0 0,'24'-30'432'0'0,"18"-14"-1186"0"0,2 1 0 0 0,2 3 0 0 0,52-35 0 0 0,-72 58 722 0 0</inkml:trace>
</inkml:ink>
</file>

<file path=ppt/ink/ink4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0:03.38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2304 0 0,'2'2'496'0'0,"0"-1"0"0"0,0 0-1 0 0,0 0 1 0 0,-1 0-1 0 0,1 0 1 0 0,0-1-1 0 0,0 1 1 0 0,1 0-1 0 0,-1-1 1 0 0,0 1-1 0 0,0-1 1 0 0,0 0-1 0 0,0 0 1 0 0,4 0 0 0 0,0 1 250 0 0,9 1 743 0 0,0 0 1 0 0,0 2-1 0 0,24 8 1 0 0,-29-8-1307 0 0,0 1-1 0 0,-1 0 1 0 0,1 0-1 0 0,-1 1 1 0 0,-1 0 0 0 0,1 1-1 0 0,-1 0 1 0 0,0 0-1 0 0,13 16 1 0 0,-4 0-51 0 0,-1 1 1 0 0,-1 0-1 0 0,-1 1 0 0 0,14 33 1 0 0,-11-22 2 0 0,-15-32-122 0 0,0 0-1 0 0,0 0 0 0 0,1 1 1 0 0,-1-2-1 0 0,1 1 0 0 0,0 0 0 0 0,1-1 1 0 0,-1 1-1 0 0,5 3 0 0 0,-7-6-25 0 0,0-1-1 0 0,-1 1 1 0 0,1-1-1 0 0,0 0 1 0 0,0 1 0 0 0,0-1-1 0 0,0 0 1 0 0,0 1-1 0 0,0-1 1 0 0,0 0 0 0 0,0 0-1 0 0,-1 0 1 0 0,1 0-1 0 0,0 0 1 0 0,0 0-1 0 0,0 0 1 0 0,0 0 0 0 0,0 0-1 0 0,0 0 1 0 0,1-1-1 0 0,0 0-56 0 0,-1 0-1 0 0,1 0 0 0 0,-1 0 0 0 0,0 0 0 0 0,1 0 0 0 0,-1 0 1 0 0,0 0-1 0 0,1-1 0 0 0,-1 1 0 0 0,0-1 0 0 0,0 1 0 0 0,0-1 0 0 0,0 1 1 0 0,1-4-1 0 0,9-36-4037 0 0,-8 23-1042 0 0</inkml:trace>
  <inkml:trace contextRef="#ctx0" brushRef="#br0" timeOffset="1">99 272 3225 0 0,'-24'28'10672'0'0,"45"-43"-7808"0"0,42-44 541 0 0,36-31-1318 0 0,-76 71-2588 0 0,1 1 0 0 0,39-22 0 0 0,-37 26-6934 0 0</inkml:trace>
</inkml:ink>
</file>

<file path=ppt/ink/ink4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0:29.4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7370 0 0,'2'1'190'0'0,"-1"-1"0"0"0,1 1 1 0 0,-1 0-1 0 0,1-1 0 0 0,-1 1 1 0 0,0 0-1 0 0,1 0 0 0 0,-1 0 1 0 0,0 0-1 0 0,1 0 0 0 0,-1 0 1 0 0,0 0-1 0 0,0 1 0 0 0,0-1 1 0 0,0 0-1 0 0,0 1 0 0 0,0-1 1 0 0,-1 1-1 0 0,1-1 0 0 0,1 2 1 0 0,14 36 1602 0 0,-14-34-1442 0 0,105 291 1608 0 0,-80-212-4918 0 0,-19-57-1670 0 0</inkml:trace>
</inkml:ink>
</file>

<file path=ppt/ink/ink4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0:29.9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3225 0 0,'2'159'6213'0'0,"1"0"-4333"0"0,-1-94-2193 0 0,-2-36-3610 0 0</inkml:trace>
</inkml:ink>
</file>

<file path=ppt/ink/ink4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0:27.8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82 148 1376 0 0,'-5'-9'697'0'0,"1"0"0"0"0,0 0-1 0 0,0-1 1 0 0,-4-16 0 0 0,6 18-243 0 0,0 1 0 0 0,0-1 0 0 0,-1 1 1 0 0,0-1-1 0 0,0 1 0 0 0,-1 0 0 0 0,0 1 1 0 0,0-1-1 0 0,-7-7 0 0 0,-1 8 967 0 0,11 6-1403 0 0,1 0 0 0 0,0 0 0 0 0,0 0 0 0 0,0 0 0 0 0,0 0 0 0 0,-1 0 0 0 0,1 0 0 0 0,0 0 0 0 0,0 0 0 0 0,0 0 0 0 0,-1 0 0 0 0,1 0 1 0 0,0 0-1 0 0,0 0 0 0 0,0 0 0 0 0,0 0 0 0 0,-1 0 0 0 0,1 0 0 0 0,0 1 0 0 0,0-1 0 0 0,0 0 0 0 0,0 0 0 0 0,-1 0 0 0 0,1 0 0 0 0,0 0 0 0 0,0 0 1 0 0,0 1-1 0 0,0-1 0 0 0,0 0 0 0 0,0 0 0 0 0,-1 0 0 0 0,1 0 0 0 0,0 0 0 0 0,0 1 0 0 0,0-1 0 0 0,0 0 0 0 0,0 0 0 0 0,0 0 0 0 0,0 1 1 0 0,0-1-1 0 0,0 0 0 0 0,0 0 0 0 0,0 0 0 0 0,0 0 0 0 0,0 1 0 0 0,0-1 0 0 0,0 0 0 0 0,0 0 0 0 0,0 0 0 0 0,2 3 1143 0 0,3 15-629 0 0,-3-10-411 0 0,-1-1 1 0 0,0 1-1 0 0,0 0 0 0 0,0 0 1 0 0,-1-1-1 0 0,-1 1 1 0 0,1 0-1 0 0,-3 9 0 0 0,0 29-89 0 0,56 692 580 0 0,-26-572-605 0 0,31 245 98 0 0,-56-384-243 0 0,1-3-252 0 0</inkml:trace>
</inkml:ink>
</file>

<file path=ppt/ink/ink4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0:28.6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42 3225 0 0,'1'-3'345'0'0,"0"1"1"0"0,0 0 0 0 0,0-1 0 0 0,1 1 0 0 0,-1 0-1 0 0,1 0 1 0 0,-1 0 0 0 0,1 0 0 0 0,0 0 0 0 0,0 0-1 0 0,0 0 1 0 0,0 0 0 0 0,0 1 0 0 0,0-1 0 0 0,0 1-1 0 0,1-1 1 0 0,-1 1 0 0 0,4-1 0 0 0,-5 1-196 0 0,1 1 1 0 0,-1-1 0 0 0,0 1-1 0 0,0-1 1 0 0,1 1 0 0 0,-1 0-1 0 0,1-1 1 0 0,-1 1 0 0 0,0 0-1 0 0,1 0 1 0 0,-1 0 0 0 0,1 0-1 0 0,-1 0 1 0 0,0 0-1 0 0,1 1 1 0 0,-1-1 0 0 0,1 0-1 0 0,-1 1 1 0 0,0-1 0 0 0,1 1-1 0 0,-1-1 1 0 0,0 1 0 0 0,0 0-1 0 0,1-1 1 0 0,-1 1 0 0 0,0 0-1 0 0,0 0 1 0 0,0 0-1 0 0,0 0 1 0 0,0 0 0 0 0,0 0-1 0 0,0 0 1 0 0,-1 0 0 0 0,1 1-1 0 0,1 0 1 0 0,7 24 438 0 0,0 0 0 0 0,-2 0-1 0 0,0 0 1 0 0,2 33 0 0 0,2 2-208 0 0,59 269-576 0 0,-62-292-461 0 0</inkml:trace>
</inkml:ink>
</file>

<file path=ppt/ink/ink4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0:46.6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4 181 3681 0 0,'-4'0'8356'0'0,"16"0"-4406"0"0,-6-1-5222 0 0,13-6 1771 0 0,-1-1 0 0 0,0 0-1 0 0,0-2 1 0 0,-1 0 0 0 0,0-1 0 0 0,-1 0 0 0 0,17-16-1 0 0,-22 18-439 0 0,45-38-999 0 0,-19 15-6080 0 0</inkml:trace>
</inkml:ink>
</file>

<file path=ppt/ink/ink4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0:47.0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73 0 2304 0 0,'-11'12'570'0'0,"0"0"-1"0"0,-19 26 0 0 0,28-34-274 0 0,-1 0 0 0 0,1 0 1 0 0,0 0-1 0 0,0 1 0 0 0,0-1 1 0 0,0 1-1 0 0,1 0 0 0 0,-1-1 1 0 0,1 1-1 0 0,1 0 0 0 0,-1 0 1 0 0,1-1-1 0 0,-1 1 0 0 0,2 7 1 0 0,-1-10-120 0 0,1 1 0 0 0,0-1 0 0 0,0 1 0 0 0,0-1 0 0 0,0 0 0 0 0,0 0 0 0 0,1 1 0 0 0,-1-1 0 0 0,1 0 0 0 0,-1 0 0 0 0,1 0 0 0 0,0-1 0 0 0,-1 1 0 0 0,1 0 0 0 0,0-1 0 0 0,0 1 0 0 0,0-1 0 0 0,1 1 0 0 0,-1-1 0 0 0,0 0 0 0 0,5 2 0 0 0,7 2 656 0 0,0-1 0 0 0,26 5 0 0 0,-3-1 279 0 0,-33-7-1053 0 0,0 1 1 0 0,-1-1-1 0 0,1 0 1 0 0,0 1 0 0 0,-1 0-1 0 0,0 0 1 0 0,1 0-1 0 0,-1 0 1 0 0,0 0-1 0 0,0 1 1 0 0,0-1 0 0 0,0 1-1 0 0,0 0 1 0 0,-1 0-1 0 0,4 5 1 0 0,-5-5-80 0 0,1 1 1 0 0,-1-1-1 0 0,0 1 0 0 0,0 0 1 0 0,-1 0-1 0 0,1-1 1 0 0,-1 1-1 0 0,0 0 0 0 0,0 0 1 0 0,0 0-1 0 0,-1 0 1 0 0,1-1-1 0 0,-1 1 0 0 0,0 0 1 0 0,0 0-1 0 0,-1 3 1 0 0,-7 19-612 0 0,-1-1 1 0 0,-1 0 0 0 0,-20 33 0 0 0,19-39-189 0 0</inkml:trace>
</inkml:ink>
</file>

<file path=ppt/ink/ink4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0:48.2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20 124 5985 0 0,'-17'7'625'0'0,"15"-5"-326"0"0,12-4 420 0 0,12-5 378 0 0,-1-1-1 0 0,38-20 1 0 0,-21 9-414 0 0,2-1-17 0 0,-25 12-224 0 0,-1 1 1 0 0,1 0-1 0 0,1 1 1 0 0,-1 0 0 0 0,1 1-1 0 0,27-4 1 0 0,-42 8-394 0 0,1 1 0 0 0,-1 0 0 0 0,0 0 0 0 0,0 1 0 0 0,1-1 1 0 0,-1 0-1 0 0,0 0 0 0 0,0 1 0 0 0,1-1 0 0 0,-1 0 0 0 0,0 1 1 0 0,0-1-1 0 0,0 1 0 0 0,0 0 0 0 0,0-1 0 0 0,0 1 0 0 0,0 0 1 0 0,0 0-1 0 0,0-1 0 0 0,0 1 0 0 0,1 2 0 0 0,0-1 30 0 0,0 1 0 0 0,-1 0 0 0 0,1 0 0 0 0,-1-1-1 0 0,0 1 1 0 0,0 0 0 0 0,0 0 0 0 0,1 6 0 0 0,-1 5 55 0 0,0 1 0 0 0,0-1-1 0 0,-3 16 1 0 0,2-21-133 0 0,-2 256 393 0 0,5-225-696 0 0,1 0 1 0 0,2 0-1 0 0,2-1 1 0 0,19 61-1 0 0,-10-63-2341 0 0,-10-30 1287 0 0</inkml:trace>
</inkml:ink>
</file>

<file path=ppt/ink/ink4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0:48.5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1 256 10138 0 0,'0'-1'60'0'0,"0"0"0"0"0,0 0 0 0 0,0 0-1 0 0,0 1 1 0 0,0-1 0 0 0,0 0 0 0 0,1 0-1 0 0,-1 0 1 0 0,0 0 0 0 0,1 0 0 0 0,-1 1 0 0 0,0-1-1 0 0,1 0 1 0 0,-1 0 0 0 0,1 0 0 0 0,-1 1 0 0 0,1-1-1 0 0,-1 0 1 0 0,1 1 0 0 0,0-1 0 0 0,-1 0-1 0 0,2 0 1 0 0,20-19 284 0 0,-15 15-126 0 0,41-37 866 0 0,56-38-1 0 0,-80 64-1436 0 0,36-17 0 0 0,-40 24-1311 0 0,0 1 0 0 0,32-9 0 0 0,-24 10-255 0 0</inkml:trace>
</inkml:ink>
</file>

<file path=ppt/ink/ink4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0:49.5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292 0 5065 0 0,'2'2'225'0'0,"0"-1"0"0"0,1 1-1 0 0,-1-1 1 0 0,-1 1 0 0 0,1 0 0 0 0,0 0-1 0 0,0 0 1 0 0,-1 0 0 0 0,1 0 0 0 0,-1 0-1 0 0,1 0 1 0 0,-1 0 0 0 0,0 1 0 0 0,0-1-1 0 0,0 1 1 0 0,0-1 0 0 0,-1 0 0 0 0,1 1-1 0 0,0-1 1 0 0,-1 1 0 0 0,0 0 0 0 0,0-1-1 0 0,0 1 1 0 0,0-1 0 0 0,0 1 0 0 0,0-1-1 0 0,-1 1 1 0 0,1 0 0 0 0,-1-1 0 0 0,1 1-1 0 0,-3 3 1 0 0,0 3 199 0 0,0 1 0 0 0,-1-1 0 0 0,0 0 0 0 0,-1 0 0 0 0,1-1 0 0 0,-13 16 0 0 0,8-13-261 0 0,-1-1 1 0 0,-1 1 0 0 0,0-2 0 0 0,0 0 0 0 0,-1 0 0 0 0,-18 10-1 0 0,21-14-203 0 0,-1 0 0 0 0,1-1 0 0 0,-1 0 0 0 0,0 0 0 0 0,0-1 0 0 0,-1 0 0 0 0,1-1 0 0 0,-1 0 0 0 0,-14 0 0 0 0,22-2 4 0 0,1 1-1 0 0,-1-1 0 0 0,1 0 1 0 0,-1 0-1 0 0,1-1 0 0 0,-1 1 1 0 0,1 0-1 0 0,0-1 0 0 0,-1 1 1 0 0,1-1-1 0 0,-1 0 0 0 0,1 0 1 0 0,0 0-1 0 0,0 0 0 0 0,0 0 1 0 0,-1-1-1 0 0,1 1 0 0 0,0 0 1 0 0,0-1-1 0 0,1 0 0 0 0,-1 1 1 0 0,0-1-1 0 0,1 0 0 0 0,-1 0 0 0 0,1 0 1 0 0,-1 0-1 0 0,1 0 0 0 0,0 0 1 0 0,0-1-1 0 0,0 1 0 0 0,0 0 1 0 0,0-1-1 0 0,1 1 0 0 0,-1 0 1 0 0,0-1-1 0 0,1 1 0 0 0,0-1 1 0 0,0 1-1 0 0,0-1 0 0 0,0 1 1 0 0,0-1-1 0 0,1-4 0 0 0,1-3-12 0 0,0 1-1 0 0,0-1 1 0 0,1 1-1 0 0,0 0 1 0 0,1 0-1 0 0,0 0 1 0 0,0 0-1 0 0,1 0 0 0 0,10-13 1 0 0,-9 14 84 0 0,1 0 1 0 0,0 0-1 0 0,0 1 0 0 0,1 1 1 0 0,0-1-1 0 0,0 1 0 0 0,1 0 1 0 0,-1 1-1 0 0,17-8 0 0 0,-21 12-5 0 0,-1-1 0 0 0,1 1-1 0 0,0 0 1 0 0,-1 0-1 0 0,1 1 1 0 0,0-1 0 0 0,-1 1-1 0 0,1-1 1 0 0,0 1-1 0 0,0 1 1 0 0,-1-1 0 0 0,1 0-1 0 0,0 1 1 0 0,0 0-1 0 0,-1 0 1 0 0,1 0 0 0 0,-1 0-1 0 0,1 0 1 0 0,-1 1-1 0 0,1 0 1 0 0,-1 0 0 0 0,0 0-1 0 0,0 0 1 0 0,0 0 0 0 0,0 0-1 0 0,0 1 1 0 0,0-1-1 0 0,-1 1 1 0 0,4 5 0 0 0,0 1 86 0 0,0 1 0 0 0,0 0 0 0 0,-1 0 0 0 0,-1 1 0 0 0,0-1 0 0 0,0 1 0 0 0,-1 0 0 0 0,-1 0 1 0 0,1 0-1 0 0,-2 0 0 0 0,0 1 0 0 0,0-1 0 0 0,-1 0 0 0 0,-2 22 0 0 0,-2 0 113 0 0,-1 1-1 0 0,-2-1 0 0 0,-18 57 1 0 0,-19 12-3038 0 0,36-85-291 0 0,-2 4-2018 0 0</inkml:trace>
</inkml:ink>
</file>

<file path=ppt/ink/ink4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0:50.0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10138 0 0,'0'4'441'0'0,"1"0"0"0"0,0 0 0 0 0,1 0 0 0 0,-1 0 0 0 0,1-1 0 0 0,3 7 0 0 0,3 8 314 0 0,15 59 202 0 0,-4 2 1 0 0,9 86-1 0 0,-26-151-1095 0 0,5 43-4740 0 0,-5-30-213 0 0</inkml:trace>
</inkml:ink>
</file>

<file path=ppt/ink/ink4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0:50.4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8754 0 0,'8'8'616'0'0,"-1"1"0"0"0,0 1 0 0 0,0-1 0 0 0,0 1 0 0 0,-2 0 1 0 0,1 1-1 0 0,4 13 0 0 0,23 83 2291 0 0,-4-11-3203 0 0,-7-41-5837 0 0,-9-29 2469 0 0</inkml:trace>
</inkml:ink>
</file>

<file path=ppt/ink/ink4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1:47.1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9 157 7370 0 0,'-8'-157'6130'0'0,"16"247"-3796"0"0,45 374 1578 0 0,-39-387-3851 0 0,3-1 1 0 0,3-1-1 0 0,4 0 0 0 0,33 72 0 0 0,-42-116-36 0 0,2 0 1 0 0,25 35-1 0 0,-31-51 26 0 0,0 0 1 0 0,2 0-1 0 0,0-2 1 0 0,0 1-1 0 0,27 19 0 0 0,-36-31-72 0 0,0 1-1 0 0,0-1 0 0 0,0 0 1 0 0,0 0-1 0 0,0-1 0 0 0,0 1 1 0 0,0-1-1 0 0,0 0 0 0 0,1 0 1 0 0,-1 0-1 0 0,0-1 0 0 0,1 0 1 0 0,-1 1-1 0 0,0-1 0 0 0,8-2 1 0 0,-10 2-117 0 0,1-1 0 0 0,-1 1 1 0 0,0-1-1 0 0,0 0 0 0 0,0 0 1 0 0,0 0-1 0 0,0 0 0 0 0,0 0 0 0 0,0 0 1 0 0,0-1-1 0 0,0 1 0 0 0,-1-1 1 0 0,1 1-1 0 0,-1-1 0 0 0,1 0 1 0 0,-1 0-1 0 0,1 1 0 0 0,-1-1 0 0 0,0 0 1 0 0,0 0-1 0 0,0 0 0 0 0,0-1 1 0 0,0 1-1 0 0,0 0 0 0 0,-1 0 1 0 0,1 0-1 0 0,-1 0 0 0 0,0-1 0 0 0,1 1 1 0 0,-1 0-1 0 0,0-3 0 0 0,0-15-1222 0 0</inkml:trace>
</inkml:ink>
</file>

<file path=ppt/ink/ink4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1:47.4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58 276 6449 0 0,'-39'36'1265'0'0,"21"-19"2480"0"0,38-37-465 0 0,8-7-2087 0 0,121-110 2215 0 0,-113 107-3817 0 0,1 2-1 0 0,53-31 1 0 0,-62 44-1441 0 0,-1 3-4122 0 0</inkml:trace>
</inkml:ink>
</file>

<file path=ppt/ink/ink4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1:47.7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37 115 7834 0 0,'-25'7'681'0'0,"14"-1"254"0"0,11-5-885 0 0,0-1 1 0 0,0 0-1 0 0,0 0 1 0 0,0 0 0 0 0,0 1-1 0 0,0-1 1 0 0,0 0-1 0 0,0 0 1 0 0,0 0 0 0 0,0 1-1 0 0,0-1 1 0 0,0 0-1 0 0,0 0 1 0 0,0 1 0 0 0,0-1-1 0 0,0 0 1 0 0,0 0-1 0 0,0 0 1 0 0,0 0 0 0 0,0 1-1 0 0,0-1 1 0 0,1 0-1 0 0,-1 0 1 0 0,0 0 0 0 0,0 1-1 0 0,0-1 1 0 0,0 0-1 0 0,0 0 1 0 0,1 0 0 0 0,-1 0-1 0 0,0 0 1 0 0,0 0-1 0 0,0 1 1 0 0,0-1 0 0 0,1 0-1 0 0,-1 0 1 0 0,0 0-1 0 0,0 0 1 0 0,1 0 0 0 0,-1 0-1 0 0,0 0 1 0 0,0 0-1 0 0,0 0 1 0 0,1 0 0 0 0,-1 0-1 0 0,5 1 344 0 0,0-1 1 0 0,0 0-1 0 0,0 1 0 0 0,0-2 0 0 0,0 1 0 0 0,0-1 0 0 0,0 1 1 0 0,0-2-1 0 0,0 1 0 0 0,7-3 0 0 0,5 0 399 0 0,44-8 148 0 0,1 3 0 0 0,-1 3 0 0 0,98 3 0 0 0,-62 3-1298 0 0,121-15 0 0 0,-160 7-1431 0 0,0-3 0 0 0,0-2 0 0 0,74-28 0 0 0,-117 35 723 0 0</inkml:trace>
</inkml:ink>
</file>

<file path=ppt/ink/ink4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1:48.1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120 16 7834 0 0,'-71'-9'3026'0'0,"23"3"3478"0"0,50 8-6166 0 0,1-1 1 0 0,-1 1 0 0 0,1 0-1 0 0,-1 1 1 0 0,0-1-1 0 0,0 0 1 0 0,0 1 0 0 0,3 4-1 0 0,2 2 9 0 0,43 47 669 0 0,135 159-18 0 0,-181-210-981 0 0,0 1 0 0 0,0-1 0 0 0,0 1 1 0 0,0 0-1 0 0,-1 0 0 0 0,0 0 0 0 0,0 0 1 0 0,-1 1-1 0 0,0-1 0 0 0,0 1 0 0 0,0-1 1 0 0,-1 1-1 0 0,0 0 0 0 0,0 0 0 0 0,-1 0 1 0 0,0-1-1 0 0,0 1 0 0 0,0 0 0 0 0,-1 0 1 0 0,0 0-1 0 0,0-1 0 0 0,-1 1 0 0 0,0 0 1 0 0,0-1-1 0 0,-1 1 0 0 0,1-1 0 0 0,-1 0 1 0 0,-1 0-1 0 0,1 0 0 0 0,-8 9 0 0 0,-64 74-1802 0 0,53-62-5925 0 0</inkml:trace>
</inkml:ink>
</file>

<file path=ppt/ink/ink4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1:48.9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200 101 7834 0 0,'-20'-21'1975'0'0,"-32"-30"599"0"0,49 47-2310 0 0,-1 1-1 0 0,0 1 1 0 0,0-1 0 0 0,0 0-1 0 0,0 1 1 0 0,-1 0 0 0 0,1 0-1 0 0,-1 0 1 0 0,1 0 0 0 0,-1 1 0 0 0,-7-2-1 0 0,9 4-162 0 0,1-1-1 0 0,0 1 1 0 0,-1-1 0 0 0,1 1-1 0 0,0 0 1 0 0,-1 0-1 0 0,1 0 1 0 0,0 0-1 0 0,0 0 1 0 0,0 0 0 0 0,0 1-1 0 0,0-1 1 0 0,0 1-1 0 0,0-1 1 0 0,0 1-1 0 0,0 0 1 0 0,1 0 0 0 0,-1-1-1 0 0,1 1 1 0 0,0 0-1 0 0,-1 1 1 0 0,1-1-1 0 0,0 0 1 0 0,0 0 0 0 0,0 1-1 0 0,-1 4 1 0 0,-2 4 129 0 0,1 1 0 0 0,0-1 0 0 0,0 1 0 0 0,-1 14 0 0 0,2 13 94 0 0,2 0 0 0 0,1 0 0 0 0,2 0-1 0 0,8 40 1 0 0,42 152 593 0 0,-30-155-703 0 0,5-1 0 0 0,52 102 1 0 0,-27-63-232 0 0,-48-101-128 0 0,0-1 0 0 0,-1 1 0 0 0,0 0 0 0 0,4 25 0 0 0,-7-27-1814 0 0,-1-1-1 0 0,0 1 0 0 0,-2 20 0 0 0,-1-13-4097 0 0</inkml:trace>
</inkml:ink>
</file>

<file path=ppt/ink/ink4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1:49.2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6 233 14283 0 0,'-5'1'943'0'0,"5"-3"-409"0"0,11-6-287 0 0,20-9-227 0 0,223-118 4632 0 0,-231 124-5111 0 0,1 1 1 0 0,0 1-1 0 0,45-11 0 0 0,30 4-6344 0 0,-53 11 1595 0 0</inkml:trace>
</inkml:ink>
</file>

<file path=ppt/ink/ink4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1:49.6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68 1 920 0 0,'-20'9'334'0'0,"16"-8"579"0"0,0 0 0 0 0,0 1 0 0 0,1 0 0 0 0,-1 0 0 0 0,0 0 0 0 0,1 0 0 0 0,-1 0 1 0 0,1 1-1 0 0,0-1 0 0 0,0 1 0 0 0,0 0 0 0 0,-3 3 0 0 0,6-5-839 0 0,0-1 0 0 0,0 0 0 0 0,0 1 0 0 0,1-1 0 0 0,-1 0 0 0 0,0 1-1 0 0,0-1 1 0 0,0 0 0 0 0,0 1 0 0 0,1-1 0 0 0,-1 0 0 0 0,0 1 0 0 0,0-1 0 0 0,0 0 0 0 0,1 0 0 0 0,-1 1-1 0 0,0-1 1 0 0,1 0 0 0 0,-1 0 0 0 0,0 1 0 0 0,1-1 0 0 0,-1 0 0 0 0,0 0 0 0 0,0 0 0 0 0,1 0 0 0 0,-1 0-1 0 0,1 0 1 0 0,-1 1 0 0 0,0-1 0 0 0,1 0 0 0 0,-1 0 0 0 0,0 0 0 0 0,1 0 0 0 0,-1 0 0 0 0,0 0 0 0 0,1 0-1 0 0,-1 0 1 0 0,1-1 0 0 0,18 2 572 0 0,-18-1-576 0 0,574 17 5208 0 0,-375-9-4945 0 0,-106-2-347 0 0,0 4-1 0 0,-1 5 1 0 0,0 3 0 0 0,-1 4 0 0 0,114 44-1 0 0,-123-30-590 0 0,-57-24 147 0 0,0 0 0 0 0,0-2 0 0 0,1-1 0 0 0,0-2 1 0 0,30 6-1 0 0,-8-8-1841 0 0,-25-5-3751 0 0</inkml:trace>
</inkml:ink>
</file>

<file path=ppt/ink/ink4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1:50.1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97 0 3209 0 0,'-10'3'127'0'0,"-1"0"0"0"0,1-1-1 0 0,0 0 1 0 0,-17 0 0 0 0,-2-1 9177 0 0,49 5-2080 0 0,17 12-6094 0 0,-28-13-570 0 0,11 8-460 0 0,0 1 0 0 0,-1 1 0 0 0,0 0 0 0 0,27 30 0 0 0,20 17 72 0 0,-20-27-167 0 0,-31-25 3 0 0,0 1 1 0 0,-1 0-1 0 0,-1 1 1 0 0,0 1-1 0 0,0 0 0 0 0,16 23 1 0 0,-27-34 11 0 0,0 1 0 0 0,-1-1 1 0 0,1 1-1 0 0,-1 0 0 0 0,0-1 1 0 0,1 1-1 0 0,-1 0 0 0 0,-1 0 0 0 0,1 0 1 0 0,0 0-1 0 0,-1 0 0 0 0,1 0 1 0 0,-1 0-1 0 0,0 0 0 0 0,0 0 0 0 0,0 0 1 0 0,-1 0-1 0 0,1 0 0 0 0,-1 0 0 0 0,-1 5 1 0 0,0-4 25 0 0,0-1 0 0 0,-1 1-1 0 0,1-1 1 0 0,-1 1 0 0 0,0-1 0 0 0,0 0 0 0 0,0 0 0 0 0,0 0 0 0 0,-1-1 0 0 0,1 1-1 0 0,-1-1 1 0 0,1 0 0 0 0,-9 4 0 0 0,-17 9-87 0 0,0 1 0 0 0,1 2 0 0 0,0 1-1 0 0,2 1 1 0 0,-42 40 0 0 0,50-41-1496 0 0,1 1 1 0 0,-18 27-1 0 0</inkml:trace>
</inkml:ink>
</file>

<file path=ppt/ink/ink4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2:51.8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8 4633 0 0,'2'-8'3213'0'0,"3"25"-2559"0"0,3 33-647 0 0,-18 271-159 0 0,6 177-225 0 0,14-322 595 0 0,-2-77 89 0 0,-9 172 0 0 0,-15-132-182 0 0,6-71 16 0 0,4-1 0 0 0,2 1-1 0 0,6 79 1 0 0,10-23 203 0 0,57 239 0 0 0,-54-302-243 0 0,12 108 0 0 0,-11 63 175 0 0,-14-199-259 0 0,6 44 615 0 0,3-1 0 0 0,30 105 1 0 0,-23-106-736 0 0,-1-3 156 0 0,7 83 1 0 0,-21-131-221 0 0,-2-1 1 0 0,0 1-1 0 0,-2-1 0 0 0,0 1 0 0 0,-2-1 0 0 0,-1 1 1 0 0,-11 38-1 0 0,10-48-839 0 0</inkml:trace>
</inkml:ink>
</file>

<file path=ppt/ink/ink4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2:53.0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4 124 920 0 0,'-2'-11'349'0'0,"1"-1"1"0"0,1 0-1 0 0,0 0 0 0 0,0 1 0 0 0,1-1 1 0 0,1 0-1 0 0,0 0 0 0 0,4-12 1 0 0,-6 24-329 0 0,0-1 1 0 0,0 1 0 0 0,0 0 0 0 0,0 0 0 0 0,0 0 0 0 0,0-1 0 0 0,0 1 0 0 0,0 0 0 0 0,0 0 0 0 0,0 0 0 0 0,0-1 0 0 0,0 1 0 0 0,0 0 0 0 0,0 0 0 0 0,1 0 0 0 0,-1-1 0 0 0,0 1 0 0 0,0 0 0 0 0,0 0 0 0 0,0 0 0 0 0,0 0 0 0 0,1-1 0 0 0,-1 1 0 0 0,0 0 0 0 0,0 0-1 0 0,0 0 1 0 0,1 0 0 0 0,-1 0 0 0 0,0 0 0 0 0,0 0 0 0 0,0 0 0 0 0,1-1 0 0 0,-1 1 0 0 0,0 0 0 0 0,0 0 0 0 0,1 0 0 0 0,-1 0 0 0 0,0 0 0 0 0,0 0 0 0 0,0 0 0 0 0,1 0 0 0 0,-1 0 0 0 0,0 1 0 0 0,0-1 0 0 0,1 0 0 0 0,-1 0 0 0 0,8 12 563 0 0,0 17-99 0 0,-4 42 49 0 0,-6 91 0 0 0,-1-74-386 0 0,-1 69-92 0 0,-1 265 126 0 0,27-61-101 0 0,-6-151-67 0 0,9 64 43 0 0,-2-36 11 0 0,-17-96-119 0 0,-12 152 1 0 0,-32 21 102 0 0,18-206-11 0 0,0 0 1112 0 0,-9 140 0 0 0,38-19 710 0 0,1-42 42 0 0,-10-134-1730 0 0,2 0 0 0 0,3 1-1 0 0,17 81 1 0 0,-10-107-1201 0 0,-6-16-3847 0 0</inkml:trace>
</inkml:ink>
</file>

<file path=ppt/ink/ink4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2:54.3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6449 0 0,'0'0'1213'0'0,"18"27"3390"0"0,22 38-3566 0 0,-2 2 1 0 0,49 121-1 0 0,-68-137-1815 0 0,30 54 1 0 0,-37-83-610 0 0</inkml:trace>
</inkml:ink>
</file>

<file path=ppt/ink/ink4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2:55.1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29 274 3681 0 0,'0'-1'63'0'0,"-1"1"1"0"0,1 0-1 0 0,0-1 1 0 0,0 1-1 0 0,-1 0 1 0 0,1-1-1 0 0,0 1 1 0 0,-1 0-1 0 0,1 0 1 0 0,0-1-1 0 0,-1 1 1 0 0,1 0-1 0 0,0 0 1 0 0,-1 0-1 0 0,1-1 1 0 0,-1 1-1 0 0,1 0 1 0 0,0 0-1 0 0,-1 0 1 0 0,1 0-1 0 0,-1 0 1 0 0,1 0-1 0 0,0 0 1 0 0,-1 0-1 0 0,1 0 1 0 0,-1 0-1 0 0,1 0 1 0 0,-1 0-1 0 0,1 0 1 0 0,0 0-1 0 0,-1 0 1 0 0,1 0-1 0 0,-1 1 1 0 0,1-1-1 0 0,0 0 1 0 0,-1 0-1 0 0,1 0 1 0 0,0 1-1 0 0,-1-1 1 0 0,1 0-1 0 0,0 1 1 0 0,-1-1-1 0 0,-8 24 1699 0 0,7-15-1386 0 0,1 1 0 0 0,0-1 0 0 0,1 18 0 0 0,3-14-254 0 0,-1-1-1 0 0,2 0 1 0 0,0 0 0 0 0,0 0 0 0 0,1 0 0 0 0,10 17-1 0 0,-12-23-113 0 0,1-1-1 0 0,-1 1 1 0 0,1 0 0 0 0,0-1-1 0 0,1 0 1 0 0,-1 0-1 0 0,1-1 1 0 0,0 1-1 0 0,0-1 1 0 0,1 0-1 0 0,-1 0 1 0 0,1 0-1 0 0,0-1 1 0 0,7 3-1 0 0,-10-5-4 0 0,0-1 0 0 0,0 1 0 0 0,0-1 0 0 0,0 0 0 0 0,0 1-1 0 0,1-1 1 0 0,-1-1 0 0 0,0 1 0 0 0,0 0 0 0 0,0-1 0 0 0,0 0 0 0 0,0 0 0 0 0,0 0-1 0 0,0 0 1 0 0,0 0 0 0 0,0 0 0 0 0,0-1 0 0 0,0 0 0 0 0,-1 1 0 0 0,1-1 0 0 0,-1 0-1 0 0,1 0 1 0 0,-1 0 0 0 0,0-1 0 0 0,0 1 0 0 0,0-1 0 0 0,0 1 0 0 0,0-1-1 0 0,0 1 1 0 0,-1-1 0 0 0,1 0 0 0 0,-1 0 0 0 0,0 0 0 0 0,0 0 0 0 0,0 0 0 0 0,0 0-1 0 0,-1 0 1 0 0,1 0 0 0 0,-1 0 0 0 0,1-1 0 0 0,-1 1 0 0 0,0 0 0 0 0,-1 0 0 0 0,1 0-1 0 0,0 0 1 0 0,-1 0 0 0 0,0-1 0 0 0,0 1 0 0 0,0 0 0 0 0,0 0 0 0 0,0 0-1 0 0,-2-3 1 0 0,-2-1-6 0 0,0 0 1 0 0,0 1-1 0 0,0 0 0 0 0,-1 0 0 0 0,0 0 0 0 0,0 0 0 0 0,-1 1 0 0 0,1 0 0 0 0,-1 0 0 0 0,0 1 0 0 0,-1 0 1 0 0,1 0-1 0 0,-1 0 0 0 0,1 1 0 0 0,-1 1 0 0 0,0-1 0 0 0,0 1 0 0 0,0 0 0 0 0,-1 1 0 0 0,1 0 0 0 0,0 0 1 0 0,-13 1-1 0 0,20 1 1 0 0,1-1-1 0 0,-1 0 1 0 0,1 0 0 0 0,0 0 0 0 0,-1 0 0 0 0,1 0 0 0 0,-1 0 0 0 0,1 0 0 0 0,-1 0 0 0 0,1 0-1 0 0,-1 0 1 0 0,1 0 0 0 0,0 0 0 0 0,-1 0 0 0 0,1 0 0 0 0,-1 0 0 0 0,1 0 0 0 0,-1-1 0 0 0,1 1-1 0 0,0 0 1 0 0,-1 0 0 0 0,1 0 0 0 0,-1-1 0 0 0,1 1 0 0 0,0 0 0 0 0,-1 0 0 0 0,1-1 0 0 0,0 1-1 0 0,-1 0 1 0 0,1-1 0 0 0,0 1 0 0 0,0-1 0 0 0,-1 1 0 0 0,1 0 0 0 0,0-1 0 0 0,0 1 0 0 0,0-1-1 0 0,0 1 1 0 0,0 0 0 0 0,-1-1 0 0 0,1 0 0 0 0,13-19-64 0 0,35-20 7 0 0,-46 38 59 0 0,7-4-2 0 0,17-15 91 0 0,2 1 0 0 0,38-20-1 0 0,-68 44 17 0 0,0-1 0 0 0,0 1-1 0 0,0 0 1 0 0,0 0-1 0 0,1 0 1 0 0,-1 1 0 0 0,0 5-1 0 0,-2 3 260 0 0,2-5-273 0 0,0 0 1 0 0,0 0-1 0 0,0 0 1 0 0,1 0 0 0 0,0 1-1 0 0,1-1 1 0 0,0 12 0 0 0,0-18-92 0 0,0 0 1 0 0,1 0 0 0 0,-1 1 0 0 0,0-1 0 0 0,1 0 0 0 0,-1 0-1 0 0,1 0 1 0 0,0 1 0 0 0,0-1 0 0 0,-1 0 0 0 0,1 0 0 0 0,1 0 0 0 0,-1 0-1 0 0,0-1 1 0 0,0 1 0 0 0,1 0 0 0 0,-1 0 0 0 0,1-1 0 0 0,0 1 0 0 0,-1-1-1 0 0,1 1 1 0 0,0-1 0 0 0,0 0 0 0 0,0 0 0 0 0,0 1 0 0 0,0-1-1 0 0,0-1 1 0 0,0 1 0 0 0,0 0 0 0 0,0 0 0 0 0,5 0 0 0 0,-5-1 3 0 0,0 0 0 0 0,0 0 1 0 0,0-1-1 0 0,1 1 0 0 0,-1 0 0 0 0,0-1 1 0 0,0 0-1 0 0,0 1 0 0 0,0-1 0 0 0,0 0 1 0 0,0 0-1 0 0,0 0 0 0 0,0 0 0 0 0,0 0 1 0 0,0-1-1 0 0,-1 1 0 0 0,1 0 0 0 0,0-1 1 0 0,-1 0-1 0 0,1 1 0 0 0,-1-1 1 0 0,3-3-1 0 0,2-5 32 0 0,0 0 0 0 0,-1-1 1 0 0,6-12-1 0 0,-3 4-15 0 0,6-3 67 0 0,-8 24-28 0 0,-4 15-32 0 0,-1-8-33 0 0,-1 0 1 0 0,1 0-1 0 0,1-1 1 0 0,0 1-1 0 0,0 0 1 0 0,5 11-1 0 0,-6-18 5 0 0,-1-1 0 0 0,1 1 0 0 0,0-1 1 0 0,0 1-1 0 0,0-1 0 0 0,0 1 0 0 0,0-1 0 0 0,0 0 0 0 0,1 1 0 0 0,-1-1 0 0 0,0 0 0 0 0,1 0 0 0 0,-1 0 0 0 0,1 0 0 0 0,-1 0 0 0 0,1 0 0 0 0,0-1 0 0 0,-1 1 0 0 0,1 0 0 0 0,0-1 0 0 0,-1 1 1 0 0,1-1-1 0 0,0 0 0 0 0,0 1 0 0 0,-1-1 0 0 0,1 0 0 0 0,0 0 0 0 0,0 0 0 0 0,-1-1 0 0 0,1 1 0 0 0,0 0 0 0 0,0 0 0 0 0,-1-1 0 0 0,1 1 0 0 0,0-1 0 0 0,-1 0 0 0 0,1 0 0 0 0,0 1 0 0 0,1-2 0 0 0,2-1 19 0 0,0 0 0 0 0,0 0-1 0 0,-1 0 1 0 0,1 0 0 0 0,-1-1 0 0 0,0 0-1 0 0,0 0 1 0 0,0 0 0 0 0,0 0-1 0 0,-1 0 1 0 0,0-1 0 0 0,0 0-1 0 0,0 0 1 0 0,0 0 0 0 0,-1 0-1 0 0,0 0 1 0 0,0 0 0 0 0,0 0-1 0 0,0-1 1 0 0,-1 1 0 0 0,0-1-1 0 0,0 1 1 0 0,-1-1 0 0 0,0 0-1 0 0,0-9 1 0 0,-1-6 349 0 0,-1 0 0 0 0,-1 0 0 0 0,-1 1 0 0 0,-1-1 0 0 0,-12-31 0 0 0,16 48-420 0 0,0 0 0 0 0,-1 0 0 0 0,1 0 0 0 0,-1 0 0 0 0,0 0 0 0 0,0 0 0 0 0,-1 0 0 0 0,1 1 0 0 0,-1-1-1 0 0,0 1 1 0 0,0 0 0 0 0,0 0 0 0 0,0 0 0 0 0,0 0 0 0 0,-4-2 0 0 0</inkml:trace>
</inkml:ink>
</file>

<file path=ppt/ink/ink4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2:57.9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59 80 456 0 0,'13'-37'1212'0'0,"-12"35"-1102"0"0,-1 0 0 0 0,1 0 1 0 0,-1 0-1 0 0,1 0 0 0 0,-1 0 0 0 0,0 0 1 0 0,1 0-1 0 0,-1 0 0 0 0,0 0 0 0 0,0 0 1 0 0,-1 0-1 0 0,1 0 0 0 0,0 0 0 0 0,-1 0 1 0 0,1 0-1 0 0,-2-2 0 0 0,1 3 57 0 0,-1 0 0 0 0,1 0 0 0 0,-1 1 0 0 0,1-1 0 0 0,-1 1 0 0 0,0-1-1 0 0,1 1 1 0 0,-1-1 0 0 0,1 1 0 0 0,-1 0 0 0 0,0 0 0 0 0,1 0 0 0 0,-1 0 0 0 0,0 0 0 0 0,1 0 0 0 0,-1 0 0 0 0,-3 2-1 0 0,4-2 12 0 0,0 0-1 0 0,0 0 0 0 0,-1 0 0 0 0,1 1 1 0 0,0-1-1 0 0,0 0 0 0 0,0 1 0 0 0,0-1 0 0 0,0 1 1 0 0,-1 0-1 0 0,1-1 0 0 0,0 1 0 0 0,0 0 1 0 0,0 0-1 0 0,1-1 0 0 0,-1 1 0 0 0,0 0 1 0 0,0 0-1 0 0,0 0 0 0 0,1 0 0 0 0,-1 0 0 0 0,0 0 1 0 0,1 0-1 0 0,-1 1 0 0 0,0 0 0 0 0,0 22 128 0 0,1 0 0 0 0,1 0 0 0 0,7 41 0 0 0,2 31 260 0 0,-9-37-507 0 0,3 66 181 0 0,18 125 0 0 0,9 76-239 0 0,-13-102 0 0 0,-14-174 106 0 0,-2 0 0 0 0,-8 73 1 0 0,-23 98 509 0 0,-1 14-207 0 0,18 10 721 0 0,9-182-632 0 0,-12 70 0 0 0,-4 56 794 0 0,19-167-1213 0 0,0-1 0 0 0,2 0-1 0 0,1 1 1 0 0,0-1 0 0 0,1 0-1 0 0,13 36 1 0 0,11 3-747 0 0,-4-24-4648 0 0</inkml:trace>
</inkml:ink>
</file>

<file path=ppt/ink/ink4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2:58.9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4609 0 0,'0'0'475'0'0,"0"1"-217"0"0,1 24 1181 0 0,2 0 0 0 0,6 30-1 0 0,-4-30-1112 0 0,-1 0 0 0 0,0 32 0 0 0,4 195 725 0 0,44 275 1 0 0,-44-429-1094 0 0,-5 147 1 0 0,4 68-31 0 0,11 71 155 0 0,-25-184-92 0 0,-1 116 1689 0 0,22-83 1377 0 0,-1 0-1632 0 0,-11-135-1585 0 0,-3-94-811 0 0</inkml:trace>
</inkml:ink>
</file>

<file path=ppt/ink/ink4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2:59.8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54 2304 0 0,'-3'-3'354'0'0,"0"1"0"0"0,0 0-1 0 0,0-1 1 0 0,0 0-1 0 0,0 0 1 0 0,1 0 0 0 0,-4-4-1 0 0,5 6-258 0 0,1 1 0 0 0,-1-1 0 0 0,1 1 0 0 0,-1 0 0 0 0,1-1 0 0 0,-1 0 0 0 0,1 1-1 0 0,0-1 1 0 0,-1 1 0 0 0,1-1 0 0 0,0 1 0 0 0,-1-1 0 0 0,1 0 0 0 0,0 1 0 0 0,0-1 0 0 0,-1 0 0 0 0,1 1 0 0 0,0-1 0 0 0,0 0-1 0 0,0 1 1 0 0,0-1 0 0 0,0 0 0 0 0,0 1 0 0 0,0-1 0 0 0,0 0 0 0 0,0 0 0 0 0,0 1 0 0 0,1-1 0 0 0,-1 0 0 0 0,0 1-1 0 0,0-1 1 0 0,1 1 0 0 0,-1-1 0 0 0,0 0 0 0 0,1 1 0 0 0,-1-1 0 0 0,0 1 0 0 0,1-1 0 0 0,-1 1 0 0 0,1-1 0 0 0,-1 1-1 0 0,1-1 1 0 0,-1 1 0 0 0,1-1 0 0 0,0 1 0 0 0,0-1 0 0 0,0 1-37 0 0,-1 0-1 0 0,1 1 1 0 0,0-1-1 0 0,0 0 1 0 0,-1 0-1 0 0,1 0 1 0 0,0 1-1 0 0,0-1 1 0 0,-1 0-1 0 0,1 1 1 0 0,0-1 0 0 0,-1 0-1 0 0,1 1 1 0 0,-1-1-1 0 0,1 1 1 0 0,0-1-1 0 0,-1 1 1 0 0,1-1-1 0 0,-1 1 1 0 0,1 0-1 0 0,-1-1 1 0 0,0 1 0 0 0,1 0-1 0 0,-1-1 1 0 0,0 1-1 0 0,1 0 1 0 0,-1 1-1 0 0,12 25 764 0 0,-10-22-468 0 0,19 56 758 0 0,-15-41-1048 0 0,1 0 0 0 0,0-1 0 0 0,2 0-1 0 0,0 0 1 0 0,21 31 0 0 0,-29-49-76 0 0,-1-1 0 0 0,0 1 1 0 0,1-1-1 0 0,-1 1 0 0 0,0-1 0 0 0,1 1 0 0 0,-1-1 1 0 0,1 1-1 0 0,-1-1 0 0 0,1 1 0 0 0,-1-1 0 0 0,1 1 1 0 0,0-1-1 0 0,-1 0 0 0 0,1 1 0 0 0,-1-1 1 0 0,1 0-1 0 0,0 0 0 0 0,-1 1 0 0 0,1-1 0 0 0,0 0 1 0 0,-1 0-1 0 0,1 0 0 0 0,0 0 0 0 0,-1 0 0 0 0,1 0 1 0 0,0 0-1 0 0,-1 0 0 0 0,1 0 0 0 0,0 0 0 0 0,-1 0 1 0 0,1-1-1 0 0,0 1 0 0 0,-1 0 0 0 0,1 0 1 0 0,-1-1-1 0 0,2 1 0 0 0,0-2-102 0 0,-1 0-1 0 0,1 0 1 0 0,0 0 0 0 0,0 0-1 0 0,-1 0 1 0 0,1-1 0 0 0,-1 1-1 0 0,0 0 1 0 0,0-1-1 0 0,1-2 1 0 0,3-9-541 0 0,0-1 1 0 0,3-23-1 0 0,-2-23 16 0 0,-5 39 777 0 0,9-43-1 0 0,-10 64-122 0 0,0 1 1 0 0,0 0-1 0 0,0-1 0 0 0,0 1 1 0 0,1 0-1 0 0,-1-1 0 0 0,0 1 1 0 0,0-1-1 0 0,0 1 1 0 0,0 0-1 0 0,1 0 0 0 0,-1-1 1 0 0,0 1-1 0 0,0 0 0 0 0,1-1 1 0 0,-1 1-1 0 0,0 0 0 0 0,0 0 1 0 0,1-1-1 0 0,-1 1 0 0 0,0 0 1 0 0,1 0-1 0 0,-1 0 0 0 0,0-1 1 0 0,1 1-1 0 0,-1 0 0 0 0,0 0 1 0 0,1 0-1 0 0,-1 0 0 0 0,1 0 1 0 0,-1 0-1 0 0,0 0 0 0 0,1 0 1 0 0,-1 0-1 0 0,0 0 0 0 0,1 0 1 0 0,-1 0-1 0 0,1 0 0 0 0,-1 0 1 0 0,0 0-1 0 0,1 0 0 0 0,20 13 1254 0 0,14 24 559 0 0,1 12-2657 0 0,15 19-1853 0 0,-46-63 2409 0 0,-1 0 0 0 0,2 0 0 0 0,-1-1 0 0 0,0 0 0 0 0,1 0 0 0 0,0 0 0 0 0,0 0 0 0 0,0-1 0 0 0,10 4 0 0 0,-8-4-2835 0 0</inkml:trace>
</inkml:ink>
</file>

<file path=ppt/ink/ink4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3:00.2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6449 0 0,'0'0'499'0'0,"16"24"1379"0"0,16 52-678 0 0,-24-51-2261 0 0,23 43 0 0 0,-26-59 319 0 0</inkml:trace>
</inkml:ink>
</file>

<file path=ppt/ink/ink4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3:00.5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 2 5065 0 0,'-9'-1'448'0'0,"5"1"-352"0"0,0 0-96 0 0,0 0 0 0 0,3 0 96 0 0,0 0 112 0 0,-1 1-104 0 0,0 0-224 0 0,0 2-40 0 0,1 0-16 0 0,1 0 0 0 0,1 1-408 0 0,1-1-88 0 0,2 1-8 0 0,0 0-8 0 0,1 1 536 0 0,-1 0 152 0 0</inkml:trace>
</inkml:ink>
</file>

<file path=ppt/ink/ink4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3:00.9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65 0 920 0 0,'-7'10'228'0'0,"0"0"0"0"0,0 1 0 0 0,1-1 0 0 0,0 1 0 0 0,0 0 0 0 0,2 1 1 0 0,-1-1-1 0 0,1 1 0 0 0,1 0 0 0 0,0 0 0 0 0,1 0 0 0 0,0 0 0 0 0,1 14 0 0 0,0-25-230 0 0,1-1-1 0 0,0 0 1 0 0,0 0 0 0 0,0 0-1 0 0,0 1 1 0 0,0-1 0 0 0,0 0 0 0 0,0 0-1 0 0,0 1 1 0 0,0-1 0 0 0,0 0 0 0 0,0 0-1 0 0,0 0 1 0 0,0 1 0 0 0,0-1-1 0 0,0 0 1 0 0,0 0 0 0 0,0 1 0 0 0,0-1-1 0 0,0 0 1 0 0,0 0 0 0 0,0 0-1 0 0,0 1 1 0 0,0-1 0 0 0,1 0 0 0 0,-1 0-1 0 0,0 0 1 0 0,0 1 0 0 0,0-1 0 0 0,0 0-1 0 0,0 0 1 0 0,1 0 0 0 0,-1 0-1 0 0,0 0 1 0 0,0 1 0 0 0,0-1 0 0 0,1 0-1 0 0,-1 0 1 0 0,0 0 0 0 0,0 0-1 0 0,0 0 1 0 0,1 0 0 0 0,-1 0 0 0 0,0 0-1 0 0,9-9-523 0 0,8-19-333 0 0,-16 27 867 0 0,6-15-254 0 0,13-24-124 0 0,-19 39 386 0 0,-1 0 0 0 0,1-1-1 0 0,0 1 1 0 0,0 0 0 0 0,0 0-1 0 0,0 0 1 0 0,0 0 0 0 0,0 0-1 0 0,0 0 1 0 0,0 0 0 0 0,0 0 0 0 0,0 0-1 0 0,0 1 1 0 0,1-1 0 0 0,-1 0-1 0 0,0 1 1 0 0,1-1 0 0 0,-1 1-1 0 0,0-1 1 0 0,1 1 0 0 0,-1 0-1 0 0,1-1 1 0 0,2 1 0 0 0,-3 1 84 0 0,1 0-1 0 0,-1 0 1 0 0,1 0 0 0 0,-1 0 0 0 0,1 0 0 0 0,-1 0-1 0 0,1 0 1 0 0,-1 0 0 0 0,0 1 0 0 0,0-1 0 0 0,0 0-1 0 0,0 1 1 0 0,0-1 0 0 0,0 1 0 0 0,0-1 0 0 0,0 1-1 0 0,0 2 1 0 0,12 30 1319 0 0,-9-17-1101 0 0,0-1-1 0 0,-2 1 1 0 0,0 0-1 0 0,0 0 1 0 0,-3 28-1 0 0,1-38-328 0 0,-1 0-1 0 0,0 0 0 0 0,0 0 1 0 0,0 1-1 0 0,-1-1 0 0 0,0-1 1 0 0,-1 1-1 0 0,0 0 1 0 0,0 0-1 0 0,0-1 0 0 0,-1 0 1 0 0,0 0-1 0 0,0 0 0 0 0,0 0 1 0 0,-9 8-1 0 0,9-10-633 0 0</inkml:trace>
</inkml:ink>
</file>

<file path=ppt/ink/ink4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3:01.3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 4145 0 0,'-1'0'53'0'0,"1"0"1"0"0,-1 0-1 0 0,1 0 0 0 0,-1 0 1 0 0,0 0-1 0 0,1 0 1 0 0,-1 1-1 0 0,1-1 0 0 0,-1 0 1 0 0,1 0-1 0 0,-1 1 0 0 0,1-1 1 0 0,-1 0-1 0 0,1 1 1 0 0,-1-1-1 0 0,1 0 0 0 0,0 1 1 0 0,-1-1-1 0 0,1 1 0 0 0,-1-1 1 0 0,1 0-1 0 0,0 1 1 0 0,-1-1-1 0 0,1 1 0 0 0,0-1 1 0 0,0 1-1 0 0,0-1 1 0 0,-1 1-1 0 0,1 0 0 0 0,-2 23 1277 0 0,12 23 536 0 0,27 49-863 0 0,-22-59-414 0 0,15 52-1 0 0,-29-87-604 0 0,-3-7-239 0 0,1 0 0 0 0,0 0 0 0 0,0 0 0 0 0,0 0 0 0 0,1-1 0 0 0,0 1 0 0 0,0-7 0 0 0,0 8 416 0 0,-1-12-119 0 0,0 0-1 0 0,1 1 1 0 0,3-24-1 0 0,-2 36 9 0 0,-1 0 0 0 0,0-1-1 0 0,1 1 1 0 0,0 0-1 0 0,-1 0 1 0 0,1 0 0 0 0,0 0-1 0 0,1 1 1 0 0,-1-1-1 0 0,0 0 1 0 0,1 0-1 0 0,0 1 1 0 0,-1-1 0 0 0,1 1-1 0 0,0-1 1 0 0,0 1-1 0 0,1 0 1 0 0,-1 0 0 0 0,0 0-1 0 0,1 0 1 0 0,-1 0-1 0 0,1 0 1 0 0,5-2 0 0 0,-6 4-27 0 0,0 0 0 0 0,0 0 0 0 0,0 0 0 0 0,0 0 0 0 0,0 0 0 0 0,0 0 0 0 0,0 1 0 0 0,0-1 0 0 0,-1 1 0 0 0,1-1 0 0 0,0 1 0 0 0,0 0 1 0 0,0 0-1 0 0,0 0 0 0 0,-1 0 0 0 0,1 0 0 0 0,0 0 0 0 0,-1 0 0 0 0,1 0 0 0 0,-1 1 0 0 0,3 2 0 0 0,29 36 669 0 0,-27-32-472 0 0,15 22 49 0 0,-12-17-789 0 0,-1-1 0 0 0,2 0 1 0 0,18 20-1 0 0,-18-25-3232 0 0</inkml:trace>
</inkml:ink>
</file>

<file path=ppt/ink/ink4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3:01.6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 42 4609 0 0,'-5'-24'5185'0'0,"17"34"-1948"0"0,17 24-2081 0 0,-2 0 0 0 0,42 72 0 0 0,32 83-6510 0 0,-101-187 5277 0 0,7 11-4094 0 0</inkml:trace>
  <inkml:trace contextRef="#ctx0" brushRef="#br0" timeOffset="1">1 311 2304 0 0,'0'-4'414'0'0,"1"0"-1"0"0,0 0 0 0 0,0 0 0 0 0,1 0 0 0 0,-1 1 0 0 0,1-1 0 0 0,0 0 0 0 0,4-5 1 0 0,17-27 1113 0 0,1 1 1 0 0,56-60 0 0 0,-51 66-1752 0 0,46-36 0 0 0,-60 54-3453 0 0</inkml:trace>
</inkml:ink>
</file>

<file path=ppt/ink/ink4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3:05.7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28 121 3617 0 0,'-13'-34'400'0'0,"10"28"-301"0"0,1 1 1 0 0,0-1-1 0 0,0 0 0 0 0,0 0 0 0 0,1 0 0 0 0,-2-8 1 0 0,5 11-6 0 0,-1 1 0 0 0,0-1 1 0 0,1 1-1 0 0,0-1 0 0 0,0 1 0 0 0,-1-1 1 0 0,2 1-1 0 0,-1 0 0 0 0,0 0 1 0 0,0 0-1 0 0,1 0 0 0 0,-1 0 1 0 0,1 1-1 0 0,-1-1 0 0 0,1 1 0 0 0,4-2 1 0 0,-6 3 30 0 0,-1 0 0 0 0,1 1 0 0 0,-1-1 0 0 0,0 0 0 0 0,1 1 1 0 0,-1-1-1 0 0,0 1 0 0 0,1-1 0 0 0,-1 1 0 0 0,0-1 0 0 0,0 0 0 0 0,0 1 1 0 0,1-1-1 0 0,-1 1 0 0 0,0-1 0 0 0,0 1 0 0 0,0 0 0 0 0,0-1 0 0 0,0 1 1 0 0,0-1-1 0 0,0 1 0 0 0,0-1 0 0 0,0 1 0 0 0,0-1 0 0 0,0 1 0 0 0,0-1 1 0 0,-1 1-1 0 0,-2 21 1123 0 0,3-18-1325 0 0,-8 80 1160 0 0,5 149-1 0 0,8-189-1098 0 0,2-1 0 0 0,2 0 1 0 0,17 53-1 0 0,-1-3-1 0 0,-16-52 35 0 0,-2 1 0 0 0,-2 0 0 0 0,-2 0 0 0 0,-2 0 0 0 0,-1 0 1 0 0,-2 1-1 0 0,-3-1 0 0 0,-1-1 0 0 0,-11 43 0 0 0,4-27 153 0 0,2 0 0 0 0,3 1 1 0 0,2 0-1 0 0,3 1 0 0 0,6 91 0 0 0,6-64-174 0 0,7 113-34 0 0,-26 108 400 0 0,11-235 471 0 0,14 96 0 0 0,-4-63-168 0 0,-4-53 150 0 0,19 73 0 0 0,-2-14 280 0 0,-20-82-1036 0 0,-1 0 0 0 0,-1 0 0 0 0,-3 46 0 0 0,1-75-64 0 0,0 4-5 0 0,-1-1-1 0 0,1 0 0 0 0,0 0 1 0 0,0 0-1 0 0,1 0 1 0 0,-1 1-1 0 0,0-1 1 0 0,1 0-1 0 0,0 0 1 0 0,0 0-1 0 0,2 6 1 0 0,3-17-2157 0 0</inkml:trace>
</inkml:ink>
</file>

<file path=ppt/ink/ink4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3:07.3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139 101 2937 0 0,'-4'-9'-92'0'0,"0"1"1"0"0,-1-1 0 0 0,0 1 0 0 0,0 1 0 0 0,-1-1 0 0 0,0 1-1 0 0,0 0 1 0 0,0 0 0 0 0,-10-7 0 0 0,-9-2 7511 0 0,25 16-7297 0 0,-8 13 1129 0 0,-2 19-402 0 0,-4 57 93 0 0,4 1 0 0 0,2 96 0 0 0,8-170-871 0 0,1 32 146 0 0,14 94 0 0 0,1 15 82 0 0,22 305-150 0 0,-31-394-170 0 0,-3 109-1 0 0,-5-122-16 0 0,-5 213 119 0 0,2 121 51 0 0,2-254 320 0 0,-1-93-230 0 0,2 0 0 0 0,2 0 1 0 0,9 54-1 0 0,11 56-63 0 0,-10-68-10 0 0,-9-58-59 0 0,1 0-1 0 0,2-1 0 0 0,13 46 1 0 0,-5-46-91 0 0,-11-22 0 0 0,0 0 0 0 0,0 0 0 0 0,0 0 0 0 0,-1 0 0 0 0,0 1 0 0 0,1-1 0 0 0,-1 0 0 0 0,0 1 0 0 0,-1-1 0 0 0,1 0 0 0 0,-1 1 0 0 0,1 4 0 0 0,0 23-2081 0 0</inkml:trace>
</inkml:ink>
</file>

<file path=ppt/ink/ink4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3:23.2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42 18 2345 0 0,'-1'0'8'0'0,"-1"0"1"0"0,1 1 0 0 0,-1-1 0 0 0,0 0 0 0 0,1 0 0 0 0,-1 0 0 0 0,0 0 0 0 0,1-1 0 0 0,-1 1 0 0 0,0 0 0 0 0,1-1-1 0 0,-1 1 1 0 0,0-1 0 0 0,1 0 0 0 0,-1 1 0 0 0,1-1 0 0 0,-1 0 0 0 0,1 0 0 0 0,0 0 0 0 0,-1 0 0 0 0,1 0 0 0 0,0 0-1 0 0,0 0 1 0 0,0 0 0 0 0,-1-1 0 0 0,0-1 0 0 0,2 3 169 0 0,6 1 1692 0 0,-3-1-1792 0 0,0 1 1 0 0,0 0-1 0 0,0 0 1 0 0,0 0-1 0 0,0 0 1 0 0,0 1-1 0 0,0-1 1 0 0,0 1-1 0 0,-1 0 1 0 0,1 0-1 0 0,0 0 1 0 0,-1 0-1 0 0,0 0 1 0 0,1 0-1 0 0,-1 1 1 0 0,0-1-1 0 0,0 1 1 0 0,0-1-1 0 0,-1 1 0 0 0,1 0 1 0 0,-1 0-1 0 0,1 0 1 0 0,-1 0-1 0 0,0 0 1 0 0,0 0-1 0 0,0 0 1 0 0,-1 0-1 0 0,1 0 1 0 0,-1 0-1 0 0,0 1 1 0 0,0 3-1 0 0,0 39 29 0 0,-2 0-1 0 0,-16 85 0 0 0,-2 40 343 0 0,18 249 372 0 0,-1-253-743 0 0,0-101-27 0 0,7 97 1 0 0,12-29-89 0 0,15 209-139 0 0,-41-131 308 0 0,3-114-139 0 0,6-69-275 0 0,0 1-1 0 0,2-1 1 0 0,1 0 0 0 0,2 1-1 0 0,11 47 1 0 0,-10-61-2337 0 0</inkml:trace>
</inkml:ink>
</file>

<file path=ppt/ink/ink4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3:24.5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101 1 2304 0 0,'-4'4'879'0'0,"0"1"0"0"0,0 0 0 0 0,0 0 0 0 0,1 0-1 0 0,-1 1 1 0 0,1-1 0 0 0,-4 12 0 0 0,4-8-353 0 0,0 1 1 0 0,1-1 0 0 0,0 1-1 0 0,0 15 1 0 0,1 7-714 0 0,3 0-1 0 0,6 42 1 0 0,-1-9 624 0 0,20 333-772 0 0,-24-191-1281 0 0,-1-52 590 0 0,-4-76 1387 0 0,-17 121 0 0 0,1-28 69 0 0,12-70 417 0 0,-17 167 2539 0 0,1-14-871 0 0,13-119-1793 0 0,5-96-458 0 0,4 54 0 0 0,8-39-4650 0 0,-2-42 715 0 0</inkml:trace>
</inkml:ink>
</file>

<file path=ppt/ink/ink4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40.8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1765 1840 0 0,'0'2'144'0'0,"0"-1"0"0"0,-1 1 0 0 0,1-1 0 0 0,0 1 0 0 0,0-1-1 0 0,0 1 1 0 0,0-1 0 0 0,0 1 0 0 0,0-1 0 0 0,0 1 0 0 0,0-1-1 0 0,1 1 1 0 0,-1-1 0 0 0,0 1 0 0 0,1-1 0 0 0,0 1 0 0 0,0 0-1 0 0,12 26 2085 0 0,-13-27-2181 0 0,0 0 0 0 0,1-1-1 0 0,-1 1 1 0 0,0-1 0 0 0,1 1-1 0 0,-1 0 1 0 0,0-1 0 0 0,1 1-1 0 0,-1-1 1 0 0,0 1 0 0 0,1-1-1 0 0,-1 1 1 0 0,1-1-1 0 0,-1 1 1 0 0,1-1 0 0 0,-1 1-1 0 0,1-1 1 0 0,0 0 0 0 0,-1 1-1 0 0,1-1 1 0 0,-1 0 0 0 0,1 0-1 0 0,0 1 1 0 0,-1-1 0 0 0,1 0-1 0 0,0 0 1 0 0,-1 0-1 0 0,1 0 1 0 0,0 0 0 0 0,-1 0-1 0 0,1 0 1 0 0,0 0 0 0 0,-1 0-1 0 0,1 0 1 0 0,0 0 0 0 0,-1 0-1 0 0,1-1 1 0 0,0 1 0 0 0,-1 0-1 0 0,1 0 1 0 0,0-1 0 0 0,-1 1-1 0 0,1 0 1 0 0,-1-1-1 0 0,1 1 1 0 0,-1-1 0 0 0,1 1-1 0 0,-1-1 1 0 0,1 1 0 0 0,-1-1-1 0 0,1 1 1 0 0,-1-1 0 0 0,0 1-1 0 0,1-1 1 0 0,-1 1 0 0 0,0-1-1 0 0,1 0 1 0 0,-1 1-1 0 0,0-1 1 0 0,0-1 0 0 0,4-7 279 0 0,-1-1 0 0 0,0 1 0 0 0,1-15 1 0 0,-1 10 157 0 0,9-38 30 0 0,-3-1 1 0 0,-2-1 0 0 0,-2 1-1 0 0,-3-62 1 0 0,-25-219-295 0 0,6 140 242 0 0,9 87-78 0 0,6-1 0 0 0,4 0 0 0 0,25-165 0 0 0,-21 240-361 0 0,-3 11 76 0 0,0 0 0 0 0,2 0 0 0 0,1 0 0 0 0,14-36 0 0 0,-17 52-117 0 0,0 1 1 0 0,0 0-1 0 0,0 0 1 0 0,1 0-1 0 0,-1 0 1 0 0,1 0-1 0 0,0 1 1 0 0,0 0-1 0 0,1 0 1 0 0,-1 0-1 0 0,1 0 1 0 0,0 1-1 0 0,0 0 1 0 0,0 0-1 0 0,1 0 1 0 0,-1 0-1 0 0,1 1 1 0 0,0 0-1 0 0,-1 0 1 0 0,1 1-1 0 0,0-1 1 0 0,10 0-1 0 0,-4 1-76 0 0,-1 1 0 0 0,1 0 1 0 0,-1 0-1 0 0,1 2 0 0 0,-1-1 0 0 0,1 1 0 0 0,-1 1 0 0 0,0 0 0 0 0,0 0 1 0 0,0 1-1 0 0,0 1 0 0 0,-1 0 0 0 0,0 0 0 0 0,0 1 0 0 0,10 7 0 0 0,-7-2 148 0 0,0 0 0 0 0,-1 0-1 0 0,0 1 1 0 0,-1 1-1 0 0,0 0 1 0 0,-1 1 0 0 0,0 0-1 0 0,-1 0 1 0 0,11 24 0 0 0,-3 1 1 0 0,-9-18 4 0 0,2-1 0 0 0,0 0-1 0 0,20 28 1 0 0,-30-47-59 0 0,0-1-1 0 0,0 1 1 0 0,1-1 0 0 0,-1 1-1 0 0,0-1 1 0 0,1 0-1 0 0,-1 1 1 0 0,0-1-1 0 0,1 1 1 0 0,-1-1-1 0 0,1 0 1 0 0,-1 1 0 0 0,0-1-1 0 0,1 0 1 0 0,-1 0-1 0 0,1 1 1 0 0,-1-1-1 0 0,1 0 1 0 0,-1 0 0 0 0,1 0-1 0 0,-1 0 1 0 0,1 0-1 0 0,-1 0 1 0 0,1 0-1 0 0,-1 0 1 0 0,1 0-1 0 0,-1 0 1 0 0,1 0 0 0 0,0 0-1 0 0,-1 0 1 0 0,1 0-1 0 0,-1 0 1 0 0,1 0-1 0 0,0-1 1 0 0,12-17 85 0 0,2-31 184 0 0,-14 46-244 0 0,19-118 160 0 0,-15 86-101 0 0,0-1 0 0 0,21-66-1 0 0,-25 100-89 0 0,-1 0 0 0 0,0 1 0 0 0,1-1 0 0 0,0 1 0 0 0,-1-1-1 0 0,1 0 1 0 0,0 1 0 0 0,0 0 0 0 0,0-1 0 0 0,0 1 0 0 0,0-1-1 0 0,0 1 1 0 0,0 0 0 0 0,0 0 0 0 0,1 0 0 0 0,-1-1 0 0 0,0 1-1 0 0,1 1 1 0 0,-1-1 0 0 0,1 0 0 0 0,-1 0 0 0 0,1 0 0 0 0,2 0-1 0 0,-2 1-11 0 0,0 0 0 0 0,0 0-1 0 0,0 1 1 0 0,-1-1-1 0 0,1 1 1 0 0,0-1 0 0 0,0 1-1 0 0,0 0 1 0 0,-1-1 0 0 0,1 1-1 0 0,0 0 1 0 0,-1 0-1 0 0,1 0 1 0 0,-1 1 0 0 0,1-1-1 0 0,-1 0 1 0 0,2 3-1 0 0,5 5-69 0 0,0 0-1 0 0,-1 1 0 0 0,0 0 0 0 0,-1 0 0 0 0,6 13 0 0 0,-8-14 43 0 0,-1-3 3 0 0,0 1 1 0 0,0-1-1 0 0,1 1 1 0 0,0-1 0 0 0,0 0-1 0 0,5 6 1 0 0,-8-11 38 0 0,1 0 0 0 0,-1 0 0 0 0,0-1-1 0 0,0 1 1 0 0,0 0 0 0 0,0 0 0 0 0,0-1 0 0 0,1 1 0 0 0,-1-1 0 0 0,0 1 0 0 0,1-1-1 0 0,-1 1 1 0 0,0-1 0 0 0,1 0 0 0 0,-1 0 0 0 0,0 0 0 0 0,1 0 0 0 0,-1 0 0 0 0,0 0 0 0 0,1 0-1 0 0,-1 0 1 0 0,1 0 0 0 0,-1-1 0 0 0,0 1 0 0 0,1 0 0 0 0,-1-1 0 0 0,0 1 0 0 0,0-1-1 0 0,1 0 1 0 0,-1 1 0 0 0,0-1 0 0 0,0 0 0 0 0,0 0 0 0 0,0 0 0 0 0,0 0 0 0 0,0 0 0 0 0,0 0-1 0 0,0 0 1 0 0,1-2 0 0 0,5-5 25 0 0,-1 0-1 0 0,0-1 0 0 0,0 1 1 0 0,7-17-1 0 0,17-26 101 0 0,-28 48-140 0 0,1 0 1 0 0,-1 0 0 0 0,1 1-1 0 0,0-1 1 0 0,0 0-1 0 0,0 1 1 0 0,0 0-1 0 0,0 0 1 0 0,0 0-1 0 0,1 0 1 0 0,-1 0-1 0 0,6-1 1 0 0,-8 3 0 0 0,1-1 0 0 0,-1 1 0 0 0,1 0 0 0 0,-1 0 0 0 0,1 0 0 0 0,-1 0 0 0 0,1 0-1 0 0,-1 0 1 0 0,1 0 0 0 0,-1 0 0 0 0,1 1 0 0 0,-1-1 0 0 0,0 0 0 0 0,1 1 0 0 0,-1-1 0 0 0,0 1 0 0 0,1 0 0 0 0,-1-1 0 0 0,1 2 0 0 0,24 21-319 0 0,-25-20 329 0 0,1 0 0 0 0,0-1 0 0 0,1 0 0 0 0,-1 1 0 0 0,0-1 0 0 0,1 0 1 0 0,-1 0-1 0 0,1 0 0 0 0,-1-1 0 0 0,1 1 0 0 0,0-1 0 0 0,0 1 0 0 0,0-1 0 0 0,0 0 0 0 0,0 0 1 0 0,5 1-1 0 0,5-3-466 0 0,0 0 1 0 0,-1 0 0 0 0,1-1 0 0 0,0-1-1 0 0,-1 0 1 0 0,1-1 0 0 0,17-7 0 0 0,-29 10 486 0 0,1 1 1 0 0,-1-1 0 0 0,1 1 0 0 0,-1-1-1 0 0,1 1 1 0 0,-1 0 0 0 0,1 0 0 0 0,-1 0-1 0 0,1 0 1 0 0,-1 0 0 0 0,1 0 0 0 0,-1 0 0 0 0,1 0-1 0 0,-1 1 1 0 0,1-1 0 0 0,-1 0 0 0 0,1 1-1 0 0,-1 0 1 0 0,0-1 0 0 0,3 2 0 0 0,-1 0 55 0 0,-1 0-1 0 0,1 1 1 0 0,-1-1 0 0 0,1 0 0 0 0,-1 1 0 0 0,0 0 0 0 0,0-1-1 0 0,0 1 1 0 0,1 3 0 0 0,3 6 185 0 0,-1 0 1 0 0,-1 0-1 0 0,6 22 1 0 0,1 18-202 0 0,-7-30 2 0 0,1 0 0 0 0,0 0 0 0 0,2-1 0 0 0,18 41 0 0 0,-24-60-92 0 0,-1-1-1 0 0,1 1 1 0 0,0-1 0 0 0,0 0 0 0 0,-1 1 0 0 0,1-1 0 0 0,0 0 0 0 0,0 0 0 0 0,1 1-1 0 0,-1-1 1 0 0,0 0 0 0 0,0 0 0 0 0,0 0 0 0 0,1 0 0 0 0,-1 0 0 0 0,2 0-1 0 0,-1-1-29 0 0,0 0-1 0 0,-1 0 1 0 0,1 0-1 0 0,0-1 1 0 0,0 1-1 0 0,-1-1 0 0 0,1 1 1 0 0,0-1-1 0 0,-1 1 1 0 0,1-1-1 0 0,-1 0 1 0 0,1 0-1 0 0,-1 0 0 0 0,1 0 1 0 0,1-2-1 0 0,-1 2 74 0 0,0-1-1 0 0,0 1 0 0 0,0-1 1 0 0,1 1-1 0 0,-1 0 0 0 0,0 0 1 0 0,1 0-1 0 0,-1 0 0 0 0,1 0 1 0 0,-1 1-1 0 0,1-1 0 0 0,-1 1 1 0 0,1 0-1 0 0,0-1 0 0 0,-1 1 1 0 0,1 0-1 0 0,-1 1 1 0 0,1-1-1 0 0,-1 0 0 0 0,1 1 1 0 0,2 0-1 0 0,-1 1 31 0 0,0 0 1 0 0,0 1-1 0 0,-1-1 0 0 0,1 1 1 0 0,-1 0-1 0 0,1 0 0 0 0,-1 0 0 0 0,0 1 1 0 0,-1-1-1 0 0,1 1 0 0 0,3 6 1 0 0,15 22 720 0 0,-3 2 0 0 0,0 0-1 0 0,16 49 1 0 0,28 114 911 0 0,-43-130-1331 0 0,-1 9 136 0 0,-3 1 0 0 0,6 92 1 0 0,-17-130-430 0 0,17 240 468 0 0,17-31 71 0 0,0 47 12 0 0,-33-251-546 0 0,31 192 548 0 0,-31-215-532 0 0,0 1 0 0 0,2-1-1 0 0,0 0 1 0 0,1-1 0 0 0,20 37-1 0 0,-13-29 2 0 0,18 53 0 0 0,-29-68-65 0 0,-1-5 68 0 0,-1 1 1 0 0,1-1-1 0 0,0 1 0 0 0,1-1 0 0 0,6 10 1 0 0,-9-17-58 0 0,0-1 1 0 0,0 0-1 0 0,0 1 1 0 0,-1-1-1 0 0,1 0 1 0 0,0 1-1 0 0,0-1 1 0 0,0 0-1 0 0,0 0 1 0 0,0 0-1 0 0,0 0 1 0 0,-1 0-1 0 0,1 0 1 0 0,0 0-1 0 0,0 0 1 0 0,0 0-1 0 0,0 0 1 0 0,0-1-1 0 0,0 1 1 0 0,-1 0-1 0 0,1-1 1 0 0,0 1-1 0 0,0 0 1 0 0,0-1-1 0 0,-1 1 1 0 0,1-1-1 0 0,1 0 1 0 0,25-17-137 0 0,-23 15 87 0 0,26-15-177 0 0,-22 13 49 0 0,0 0 0 0 0,-1 0-1 0 0,1 0 1 0 0,-1-1 0 0 0,7-7-1 0 0,-11 9 26 0 0,0 1-1 0 0,0 0 1 0 0,1 0-1 0 0,-1 0 0 0 0,1 0 1 0 0,-1 0-1 0 0,1 1 1 0 0,0-1-1 0 0,0 1 0 0 0,6-2 1 0 0,-9 4 103 0 0,1 0 0 0 0,0-1 0 0 0,-1 1 0 0 0,1 1 0 0 0,0-1 1 0 0,-1 0-1 0 0,1 0 0 0 0,0 1 0 0 0,-1-1 0 0 0,1 0 0 0 0,-1 1 0 0 0,1 0 0 0 0,-1-1 0 0 0,1 1 1 0 0,-1 0-1 0 0,1 0 0 0 0,-1 0 0 0 0,0 0 0 0 0,1 0 0 0 0,-1 0 0 0 0,0 0 0 0 0,0 0 0 0 0,0 1 1 0 0,0-1-1 0 0,0 0 0 0 0,0 1 0 0 0,0-1 0 0 0,0 1 0 0 0,-1-1 0 0 0,2 3 0 0 0,16 34 8 0 0,14 24 17 0 0,-30-58 12 0 0,0-1 1 0 0,0 0-1 0 0,1 1 0 0 0,-1-1 0 0 0,1 0 0 0 0,0 0 0 0 0,0-1 1 0 0,0 1-1 0 0,0-1 0 0 0,1 1 0 0 0,-1-1 0 0 0,1 0 1 0 0,4 2-1 0 0,-7-4 4 0 0,1 1 0 0 0,-1-1 0 0 0,1 1 0 0 0,0-1 0 0 0,-1 0 1 0 0,1 0-1 0 0,-1 0 0 0 0,1 0 0 0 0,0 0 0 0 0,-1 0 0 0 0,1 0 0 0 0,-1 0 0 0 0,1-1 1 0 0,-1 1-1 0 0,1 0 0 0 0,-1-1 0 0 0,1 0 0 0 0,-1 1 0 0 0,1-1 0 0 0,-1 0 1 0 0,0 0-1 0 0,1 0 0 0 0,1-1 0 0 0,1-3 28 0 0,0 1 0 0 0,0-1 0 0 0,0 0 0 0 0,-1 0 0 0 0,3-6 0 0 0,-4 8-23 0 0,0 0-1 0 0,-1 0 1 0 0,1-1 0 0 0,1 1 0 0 0,-1 0 0 0 0,0 1 0 0 0,1-1-1 0 0,-1 0 1 0 0,1 1 0 0 0,0-1 0 0 0,0 1 0 0 0,-1 0 0 0 0,5-2-1 0 0,-5 4-70 0 0,0 0-1 0 0,-1 0 0 0 0,1 0 0 0 0,0 0 0 0 0,-1 0 0 0 0,1 1 0 0 0,0-1 0 0 0,-1 1 0 0 0,1-1 0 0 0,0 1 0 0 0,-1 0 0 0 0,1-1 1 0 0,-1 1-1 0 0,1 0 0 0 0,-1 0 0 0 0,0 0 0 0 0,1 0 0 0 0,-1 0 0 0 0,2 2 0 0 0,29 30-200 0 0,-21-21 528 0 0,-8-9-201 0 0,0 0-1 0 0,0 0 1 0 0,1 0-1 0 0,-1 0 0 0 0,1 0 1 0 0,0-1-1 0 0,-1 1 1 0 0,1-1-1 0 0,0 0 1 0 0,5 1-1 0 0,-6-2-124 0 0,-1-1-1 0 0,1 0 1 0 0,0 0 0 0 0,-1 0-1 0 0,1 0 1 0 0,0-1 0 0 0,-1 1-1 0 0,1-1 1 0 0,0 1-1 0 0,-1-1 1 0 0,1 0 0 0 0,-1 0-1 0 0,1 0 1 0 0,-1 0 0 0 0,1-1-1 0 0,-1 1 1 0 0,4-4-1 0 0,-4 4-52 0 0,0 0 0 0 0,0 0 0 0 0,0 1 0 0 0,0-1 0 0 0,1 0-1 0 0,-1 1 1 0 0,0-1 0 0 0,0 1 0 0 0,5 0 0 0 0,2-1-2299 0 0</inkml:trace>
</inkml:ink>
</file>

<file path=ppt/ink/ink4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43.4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2593 2288 0 0,'-9'-30'2430'0'0,"9"30"-2351"0"0,0 0 0 0 0,0-1 0 0 0,0 1 0 0 0,-1-1 0 0 0,1 1 0 0 0,0 0 0 0 0,0-1 0 0 0,0 1 0 0 0,0-1-1 0 0,0 1 1 0 0,0-1 0 0 0,1 1 0 0 0,-1 0 0 0 0,0-1 0 0 0,0 1 0 0 0,0-1 0 0 0,0 1 0 0 0,0 0 0 0 0,0-1 0 0 0,1 1 0 0 0,-1-1 0 0 0,0 1 0 0 0,0 0 0 0 0,1-1 0 0 0,-1 1 0 0 0,0 0 0 0 0,1-1 0 0 0,-1 1 0 0 0,0 0 0 0 0,1 0 0 0 0,-1-1 0 0 0,0 1 0 0 0,1 0 0 0 0,-1 0 0 0 0,0 0 0 0 0,1-1 0 0 0,-1 1 0 0 0,1 0 0 0 0,-1 0 0 0 0,0 0 0 0 0,1 0 0 0 0,-1 0 0 0 0,1 0 0 0 0,-1 0 0 0 0,1 0 0 0 0,-1 0 0 0 0,0 0 0 0 0,1 0 0 0 0,-1 0 0 0 0,1 0 0 0 0,-1 0 0 0 0,1 0 0 0 0,-1 1 0 0 0,0-1-1 0 0,1 0 1 0 0,-1 0 0 0 0,0 0 0 0 0,1 1 0 0 0,-1-1 0 0 0,1 1 0 0 0,5 1 493 0 0,0-1 0 0 0,0 1-1 0 0,1-1 1 0 0,-1 0-1 0 0,0-1 1 0 0,1 1-1 0 0,-1-1 1 0 0,7-1-1 0 0,55-7 1397 0 0,-52 5-1629 0 0,42-2 250 0 0,-38 4-300 0 0,0-1 1 0 0,23-6 0 0 0,-39 7-296 0 0,0-1 0 0 0,0 0 0 0 0,0 0 1 0 0,0 0-1 0 0,-1-1 0 0 0,1 1 0 0 0,-1-1 0 0 0,0 0 0 0 0,1 0 1 0 0,-1 0-1 0 0,-1 0 0 0 0,1-1 0 0 0,0 1 0 0 0,-1-1 0 0 0,0 0 1 0 0,1 1-1 0 0,2-9 0 0 0,3-6-45 0 0,-1-1-1 0 0,6-27 1 0 0,-12 43 47 0 0,61-191-611 0 0,-44 123 377 0 0,-4-2 0 0 0,8-122 0 0 0,-19 165 212 0 0,1 0 0 0 0,10-34 0 0 0,-8 42 25 0 0,-2 0 1 0 0,0 0 0 0 0,-1 0-1 0 0,-1 0 1 0 0,-2-36 0 0 0,-9-153-163 0 0,8 112-1814 0 0,1 70 1955 0 0,0 0 0 0 0,-5-35 0 0 0,-2 18 624 0 0,3 0 0 0 0,1 0 0 0 0,5-61 0 0 0,0 78-491 0 0,2 0 1 0 0,1 1 0 0 0,1-1 0 0 0,1 1-1 0 0,2 0 1 0 0,17-38 0 0 0,30-32 365 0 0,-38 70-268 0 0,-2-1 0 0 0,20-45 0 0 0,-27 55-356 0 0,1 0 0 0 0,1 0 0 0 0,0 1 0 0 0,26-30 0 0 0,12-19 154 0 0,-48 66-1 0 0,0-1-1 0 0,0 1 1 0 0,0-1-1 0 0,0 1 1 0 0,0 0 0 0 0,0 0-1 0 0,1 0 1 0 0,-1-1 0 0 0,0 1-1 0 0,1 1 1 0 0,-1-1 0 0 0,1 0-1 0 0,-1 0 1 0 0,1 0 0 0 0,-1 1-1 0 0,1-1 1 0 0,0 1-1 0 0,-1-1 1 0 0,1 1 0 0 0,0 0-1 0 0,-1-1 1 0 0,1 1 0 0 0,0 0-1 0 0,-1 0 1 0 0,1 0 0 0 0,0 1-1 0 0,0-1 1 0 0,-1 0 0 0 0,1 1-1 0 0,0-1 1 0 0,-1 1-1 0 0,1-1 1 0 0,-1 1 0 0 0,1 0-1 0 0,-1 0 1 0 0,1-1 0 0 0,-1 1-1 0 0,1 0 1 0 0,1 2 0 0 0,8 6 73 0 0,0-1 0 0 0,0 2 1 0 0,17 20-1 0 0,-14-15-46 0 0,-9-10-33 0 0,30 28 0 0 0,-33-32 0 0 0,0 1 0 0 0,0 0 0 0 0,0-1 0 0 0,0 0 0 0 0,0 1 0 0 0,0-1 0 0 0,1 0 0 0 0,-1 0 0 0 0,0 0 0 0 0,1 0 0 0 0,-1-1 0 0 0,0 1 0 0 0,1-1 0 0 0,-1 1 0 0 0,3-1 0 0 0,-3-1 4 0 0,-1 1 1 0 0,0-1-1 0 0,1 0 0 0 0,-1 0 0 0 0,0 0 1 0 0,0 0-1 0 0,0 0 0 0 0,0 0 1 0 0,0 0-1 0 0,0 0 0 0 0,0 0 0 0 0,0 0 1 0 0,0 0-1 0 0,0-1 0 0 0,-1 1 0 0 0,1 0 1 0 0,0-1-1 0 0,-1 1 0 0 0,1-1 1 0 0,0-2-1 0 0,8-37 140 0 0,-7 30-114 0 0,3-8-23 0 0,0-5-15 0 0,1 0 0 0 0,10-26 0 0 0,-14 45 6 0 0,0 0 0 0 0,0-1 0 0 0,1 1 0 0 0,0 1 0 0 0,0-1 0 0 0,0 0 1 0 0,0 1-1 0 0,1-1 0 0 0,0 1 0 0 0,0 0 0 0 0,0 1 0 0 0,0-1 0 0 0,1 1 0 0 0,-1-1 0 0 0,7-2 0 0 0,-9 5-2 0 0,0 1 0 0 0,0-1-1 0 0,1 1 1 0 0,-1 0 0 0 0,1-1 0 0 0,-1 1 0 0 0,0 0-1 0 0,1 0 1 0 0,-1 1 0 0 0,0-1 0 0 0,1 0-1 0 0,-1 1 1 0 0,0 0 0 0 0,4 0 0 0 0,37 18-114 0 0,-12-5 56 0 0,-20-11 241 0 0,-7-1-301 0 0,0-1 0 0 0,0 1-1 0 0,0-1 1 0 0,0-1 0 0 0,0 1-1 0 0,0 0 1 0 0,9-1 0 0 0,-11 0 70 0 0,0-1 0 0 0,0 0 0 0 0,0 0 0 0 0,0 0 0 0 0,0 0 0 0 0,0 0 0 0 0,0 0 1 0 0,-1 0-1 0 0,1 0 0 0 0,0-1 0 0 0,-1 1 0 0 0,1-1 0 0 0,-1 1 0 0 0,1-1 0 0 0,-1 0 0 0 0,0 0 0 0 0,1 1 1 0 0,0-4-1 0 0,1 0 79 0 0,4-7-151 0 0,1 1-1 0 0,-1 0 1 0 0,2 1-1 0 0,-1 0 1 0 0,17-15 0 0 0,-23 23 144 0 0,0 1 1 0 0,0 0 0 0 0,0-1 0 0 0,0 1 0 0 0,0 0-1 0 0,0 0 1 0 0,0 0 0 0 0,1 0 0 0 0,-1 1 0 0 0,0-1-1 0 0,1 0 1 0 0,-1 1 0 0 0,0 0 0 0 0,1-1 0 0 0,-1 1-1 0 0,0 0 1 0 0,1 0 0 0 0,-1 1 0 0 0,1-1 0 0 0,-1 0-1 0 0,0 1 1 0 0,1 0 0 0 0,-1-1 0 0 0,0 1 0 0 0,0 0-1 0 0,1 0 1 0 0,-1 0 0 0 0,0 0 0 0 0,0 1-1 0 0,0-1 1 0 0,0 0 0 0 0,0 1 0 0 0,-1 0 0 0 0,1-1-1 0 0,0 1 1 0 0,-1 0 0 0 0,1 0 0 0 0,1 3 0 0 0,3 4 133 0 0,-1-1 1 0 0,0 1-1 0 0,0 0 0 0 0,-1 1 1 0 0,7 19-1 0 0,-9-21-613 0 0,1 0 1 0 0,0 0-1 0 0,0 0 0 0 0,0 0 0 0 0,1-1 0 0 0,1 1 0 0 0,-1-1 0 0 0,1 0 0 0 0,10 10 1 0 0,-14-16 207 0 0,1 0 1 0 0,-1 0 0 0 0,1 0 0 0 0,-1 0 0 0 0,1 0 0 0 0,0 0 0 0 0,-1-1-1 0 0,1 1 1 0 0,0-1 0 0 0,-1 1 0 0 0,1-1 0 0 0,0 1 0 0 0,0-1 0 0 0,0 0 0 0 0,0 0-1 0 0,-1 0 1 0 0,1 0 0 0 0,0 0 0 0 0,0-1 0 0 0,0 1 0 0 0,-1 0 0 0 0,1-1 0 0 0,3-1-1 0 0,4-1-1261 0 0,0-2 1 0 0,-1 1-1 0 0,14-10 0 0 0,4-3 639 0 0,-3 9 3512 0 0,-17 7-2098 0 0,0 1 1 0 0,0 0-1 0 0,0 1 1 0 0,0 0-1 0 0,0 0 1 0 0,0 0-1 0 0,0 0 1 0 0,-1 1 0 0 0,1 0-1 0 0,-1 0 1 0 0,1 1-1 0 0,-1-1 1 0 0,0 1-1 0 0,9 7 1 0 0,-6-4-73 0 0,0 0-1 0 0,0 1 1 0 0,-1 0 0 0 0,0 0 0 0 0,0 1-1 0 0,-1 0 1 0 0,10 16 0 0 0,80 122 1331 0 0,-59-95-1710 0 0,-35-46-109 0 0,0-1 0 0 0,0 1 0 0 0,0-1 0 0 0,-1 1 0 0 0,1 0 1 0 0,-1-1-1 0 0,0 1 0 0 0,0 0 0 0 0,-1 0 0 0 0,0 0 1 0 0,1 0-1 0 0,-2 7 0 0 0,0-7-58 0 0,1 0 1 0 0,0 0-1 0 0,1 0 0 0 0,-1 0 0 0 0,1 0 1 0 0,0 0-1 0 0,0 0 0 0 0,0 0 1 0 0,1 0-1 0 0,2 5 0 0 0,8 9-77 0 0,9 22 420 0 0,-9-5 634 0 0,-1 1-1 0 0,-2 0 0 0 0,-2 0 0 0 0,3 49 0 0 0,-4 155-1185 0 0,-6-193 299 0 0,-6 400-2635 0 0,25-108 2174 0 0,-12-198 740 0 0,-5-75-161 0 0,16 106 0 0 0,-6-99 200 0 0,-7-39-301 0 0,1 0 0 0 0,17 53-1 0 0,-10-54 580 0 0,25 49 0 0 0,-35-78-402 0 0,-1-1-1 0 0,1 0 0 0 0,1-1 1 0 0,-1 1-1 0 0,1 0 1 0 0,-1-1-1 0 0,1 0 0 0 0,0 0 1 0 0,0 0-1 0 0,7 3 1 0 0,50 21 478 0 0,-23-11-592 0 0,-24-9-444 0 0,1 0 0 0 0,0-2 0 0 0,0 0 0 0 0,30 6 0 0 0,-27-9-6976 0 0</inkml:trace>
</inkml:ink>
</file>

<file path=ppt/ink/ink4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44.2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7 109 6913 0 0,'-7'-31'2071'0'0,"8"14"2827"0"0,1 19-4562 0 0,0 0 0 0 0,0 1 1 0 0,0-1-1 0 0,0 1 0 0 0,0 0 1 0 0,0-1-1 0 0,-1 1 0 0 0,1 0 1 0 0,1 4-1 0 0,-3-6-233 0 0,3 6 152 0 0,14 20 425 0 0,-17-26-674 0 0,1-1-1 0 0,-1 0 1 0 0,0 0-1 0 0,0 0 1 0 0,0 0 0 0 0,1 0-1 0 0,-1 0 1 0 0,0 1-1 0 0,0-1 1 0 0,0 0 0 0 0,1 0-1 0 0,-1 0 1 0 0,0 0-1 0 0,0 0 1 0 0,0 0 0 0 0,1 0-1 0 0,-1 0 1 0 0,0 0-1 0 0,0 0 1 0 0,1 0 0 0 0,-1 0-1 0 0,0 0 1 0 0,0 0-1 0 0,1 0 1 0 0,-1 0-1 0 0,0 0 1 0 0,0 0 0 0 0,0 0-1 0 0,1 0 1 0 0,-1-1-1 0 0,0 1 1 0 0,0 0 0 0 0,0 0-1 0 0,1 0 1 0 0,-1 0-1 0 0,0 0 1 0 0,0-1 0 0 0,0 1-1 0 0,7-19 258 0 0,-6 11-120 0 0,0 0 0 0 0,-1 1 0 0 0,1-1 0 0 0,-2 0 1 0 0,0-8-1 0 0,0 12-204 0 0,1 0 0 0 0,-1 0 0 0 0,0 0 0 0 0,0 0 0 0 0,0 0 0 0 0,-1 0 0 0 0,1 0 1 0 0,-1 1-1 0 0,0-1 0 0 0,0 0 0 0 0,-4-4 0 0 0,5 8-275 0 0,1-1 279 0 0,0 1 1 0 0,0 0 0 0 0,0 0 0 0 0,0 0 0 0 0,0 0 0 0 0,-1 0 0 0 0,1 0 0 0 0,0 0 0 0 0,0 0 0 0 0,0 0 0 0 0,0 0 0 0 0,-1 0 0 0 0,1 0-1 0 0,0 0 1 0 0,0 0 0 0 0,0 0 0 0 0,0 0 0 0 0,-1 0 0 0 0,1 0 0 0 0,0 0 0 0 0,0 0 0 0 0,0 1 0 0 0,0-1 0 0 0,0 0 0 0 0,-1 0 0 0 0,0 2-786 0 0,1-2 786 0 0,0 0 0 0 0,0 0 0 0 0,0 0 0 0 0,0 1 0 0 0,-3 8-1592 0 0,3 5-61 0 0</inkml:trace>
</inkml:ink>
</file>

<file path=ppt/ink/ink4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44.6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11 5065 0 0,'-7'4'7965'0'0,"10"4"-8507"0"0,-2-5 711 0 0,3 11 557 0 0,1-1 0 0 0,9 21 0 0 0,-13-31-675 0 0,0 0-1 0 0,1 0 1 0 0,0-1-1 0 0,-1 1 0 0 0,1-1 1 0 0,0 1-1 0 0,0-1 0 0 0,1 0 1 0 0,-1 0-1 0 0,0 0 0 0 0,1 0 1 0 0,-1 0-1 0 0,1 0 1 0 0,0-1-1 0 0,-1 1 0 0 0,1-1 1 0 0,5 2-1 0 0,-8-3-42 0 0,1 0 1 0 0,-1 0-1 0 0,1 0 1 0 0,-1 0-1 0 0,1 0 1 0 0,-1 0-1 0 0,1 0 1 0 0,-1 0-1 0 0,1 0 0 0 0,-1 0 1 0 0,1 0-1 0 0,-1 0 1 0 0,1 0-1 0 0,-1 0 1 0 0,1 0-1 0 0,-1 0 1 0 0,0-1-1 0 0,1 1 1 0 0,-1 0-1 0 0,1 0 0 0 0,-1-1 1 0 0,1 1-1 0 0,-1 0 1 0 0,0-1-1 0 0,1 1 1 0 0,-1 0-1 0 0,0-1 1 0 0,1 1-1 0 0,-1-1 0 0 0,0 1 1 0 0,1-1-1 0 0,-1 0 1 0 0,4-21 426 0 0,-9-21 615 0 0,2 36-829 0 0,1 1-1 0 0,-1-1 1 0 0,0 1-1 0 0,-8-12 0 0 0,11 18-185 0 0,-1-1-1 0 0,0 0 1 0 0,1 0 0 0 0,-1 0-1 0 0,0 1 1 0 0,1-1-1 0 0,-1 0 1 0 0,0 1-1 0 0,0-1 1 0 0,1 1-1 0 0,-1-1 1 0 0,0 1-1 0 0,0-1 1 0 0,0 1 0 0 0,0-1-1 0 0,0 1 1 0 0,0 0-1 0 0,-1-1 1 0 0,1 2-24 0 0,0-1 1 0 0,0 0 0 0 0,0 1-1 0 0,0-1 1 0 0,1 1 0 0 0,-1-1-1 0 0,0 1 1 0 0,0-1 0 0 0,0 1-1 0 0,1-1 1 0 0,-1 1 0 0 0,0 0-1 0 0,1 0 1 0 0,-1-1 0 0 0,1 1-1 0 0,-1 0 1 0 0,1 0 0 0 0,-1 0-1 0 0,1-1 1 0 0,0 1 0 0 0,-1 0-1 0 0,1 0 1 0 0,0 0 0 0 0,-1 1-1 0 0,-4 26-874 0 0,2-8-122 0 0</inkml:trace>
</inkml:ink>
</file>

<file path=ppt/ink/ink4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45.3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69 1 2304 0 0,'-7'3'695'0'0,"0"-1"-1"0"0,0 1 0 0 0,0-1 1 0 0,-1-1-1 0 0,1 1 0 0 0,-1-1 1 0 0,-10 0-1 0 0,136 2 6465 0 0,0 3-4481 0 0,122 4-1605 0 0,-185-11-1031 0 0,18 0 151 0 0,0 3 0 0 0,113 17 1 0 0,-160-11-1811 0 0</inkml:trace>
</inkml:ink>
</file>

<file path=ppt/ink/ink4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45.8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5 133 6913 0 0,'0'0'66'0'0,"-1"-1"0"0"0,0 0 0 0 0,1 0 0 0 0,0 0 1 0 0,-1 0-1 0 0,1 0 0 0 0,0 0 0 0 0,-1 0 0 0 0,1 0 0 0 0,0 0 0 0 0,0 0 0 0 0,0 0 0 0 0,0 0 0 0 0,0 0 0 0 0,0 0 0 0 0,0 0 0 0 0,0 0 0 0 0,0 0 0 0 0,0 0 0 0 0,1 0 0 0 0,-1 0 0 0 0,0 0 0 0 0,1 0 0 0 0,-1 0 0 0 0,1 0 0 0 0,-1 0 0 0 0,1 0 0 0 0,-1 0 0 0 0,1 1 0 0 0,0-1 0 0 0,-1 0 0 0 0,1 0 0 0 0,0 1 0 0 0,0-1 0 0 0,-1 0 0 0 0,1 1 0 0 0,1-1 0 0 0,32-24 3249 0 0,-5 12-2074 0 0,1 2-1 0 0,0 0 0 0 0,1 2 0 0 0,0 2 0 0 0,58-8 0 0 0,-27 10-839 0 0,-1 2 0 0 0,68 6 0 0 0,-95 1-1246 0 0,37 8 1 0 0,6 2-3098 0 0,-72-14 3357 0 0,0 0 0 0 0,0 0 0 0 0,0 0 0 0 0,0-1 0 0 0,0 1 0 0 0,0-1 0 0 0,6-3 0 0 0,6-1-3652 0 0</inkml:trace>
</inkml:ink>
</file>

<file path=ppt/ink/ink4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46.4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0 5985 0 0,'0'1'623'0'0,"-5"113"2396"0"0,1 42-663 0 0,16 80-23 0 0,16 245-940 0 0,31-2-739 0 0,-24-282-22 0 0,92 600 329 0 0,-125-786-1066 0 0,3 29-625 0 0,-1 1 0 0 0,-2 0 0 0 0,-4 54 0 0 0</inkml:trace>
</inkml:ink>
</file>

<file path=ppt/ink/ink4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46.9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1 142 4145 0 0,'0'-1'83'0'0,"0"0"0"0"0,0 0 1 0 0,0 1-1 0 0,0-1 0 0 0,0 0 0 0 0,0 0 0 0 0,0 0 1 0 0,1 0-1 0 0,-1 1 0 0 0,0-1 0 0 0,0 0 0 0 0,1 0 1 0 0,-1 1-1 0 0,1-1 0 0 0,-1 0 0 0 0,1 0 0 0 0,-1 1 1 0 0,1-1-1 0 0,-1 0 0 0 0,1 1 0 0 0,0-1 0 0 0,-1 1 1 0 0,2-1-1 0 0,16-16 1259 0 0,-4 6-546 0 0,2 1 0 0 0,-1 0 1 0 0,2 1-1 0 0,-1 1 0 0 0,1 1 0 0 0,32-10 0 0 0,-14 7-257 0 0,0 2 1 0 0,54-5-1 0 0,-43 10-210 0 0,-1 2 0 0 0,70 8 0 0 0,91 22-7 0 0,-108-13-217 0 0,731 64 2023 0 0,-548-58-1907 0 0,-161-7-3616 0 0,-106-13-2086 0 0</inkml:trace>
</inkml:ink>
</file>

<file path=ppt/ink/ink4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47.3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0 6449 0 0,'-6'7'7944'0'0,"4"17"-6137"0"0,1-15-971 0 0,-22 271 3399 0 0,22 144-5031 0 0,65 172-1637 0 0,-41-433 1360 0 0,6 4-701 0 0,5 49-1326 0 0,-33-214 2976 0 0,1 45 726 0 0,-2-45-663 0 0,-1 1 1 0 0,1 0 0 0 0,0 0 0 0 0,-1-1 0 0 0,0 1 0 0 0,1 0 0 0 0,-1-1-1 0 0,0 1 1 0 0,0 0 0 0 0,-1-1 0 0 0,1 0 0 0 0,-1 1 0 0 0,1-1 0 0 0,-3 3-1 0 0</inkml:trace>
</inkml:ink>
</file>

<file path=ppt/ink/ink4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47.8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2107 1 5529 0 0,'-1'1'135'0'0,"0"0"0"0"0,0 0 0 0 0,0 0 0 0 0,0 0 0 0 0,-1 0 0 0 0,1 0 0 0 0,0 0 0 0 0,0 0-1 0 0,0 0 1 0 0,-1-1 0 0 0,1 1 0 0 0,0 0 0 0 0,-1-1 0 0 0,1 1 0 0 0,-1-1 0 0 0,1 1 0 0 0,-2-1 0 0 0,-33 5-122 0 0,14-2-86 0 0,-182 48-1372 0 0,-89 21 1683 0 0,-61 3-4547 0 0,118-30 6752 0 0,202-40-2583 0 0,1-1-1 0 0,-1-2 1 0 0,-60-5-1 0 0,-100-22 1947 0 0,11 0 2075 0 0,147 23-2381 0 0,0 1 0 0 0,1 1 0 0 0,-42 7 0 0 0,-15 3 469 0 0,47-5-2492 0 0,1 1-4418 0 0</inkml:trace>
</inkml:ink>
</file>

<file path=ppt/ink/ink4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48.6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1 1840 0 0,'-5'3'522'0'0,"-1"1"0"0"0,0 0 0 0 0,1 0-1 0 0,0 0 1 0 0,0 1 0 0 0,0 0-1 0 0,0 0 1 0 0,1 0 0 0 0,0 0 0 0 0,0 1-1 0 0,0 0 1 0 0,1 0 0 0 0,0 0-1 0 0,-4 12 1 0 0,7-18-443 0 0,-1 0 0 0 0,1 1 1 0 0,1-1-1 0 0,-1 0 0 0 0,0 0 0 0 0,0 1 1 0 0,0-1-1 0 0,0 0 0 0 0,0 1 0 0 0,0-1 0 0 0,0 0 1 0 0,0 0-1 0 0,0 1 0 0 0,0-1 0 0 0,1 0 0 0 0,-1 0 1 0 0,0 1-1 0 0,0-1 0 0 0,0 0 0 0 0,1 0 1 0 0,-1 0-1 0 0,0 1 0 0 0,0-1 0 0 0,0 0 0 0 0,1 0 1 0 0,-1 0-1 0 0,0 0 0 0 0,0 1 0 0 0,1-1 0 0 0,-1 0 1 0 0,0 0-1 0 0,1 0 0 0 0,-1 0 0 0 0,0 0 1 0 0,0 0-1 0 0,1 0 0 0 0,-1 0 0 0 0,21 2 1490 0 0,27-7-304 0 0,-40 4-822 0 0,187-29 2125 0 0,-125 18-2454 0 0,-49 8-552 0 0,0 2 1 0 0,34 1 0 0 0,-38 2-617 0 0,0 0 1 0 0,0 1-1 0 0,0 1 0 0 0,0 1 1 0 0,-1 1-1 0 0,26 9 0 0 0,-32-9-143 0 0,0 2-2064 0 0</inkml:trace>
</inkml:ink>
</file>

<file path=ppt/ink/ink4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49.0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3225 0 0,'0'1'16'0'0,"0"0"1"0"0,0 0-1 0 0,0 0 1 0 0,0-1 0 0 0,0 1-1 0 0,1 0 1 0 0,-1 0 0 0 0,0 0-1 0 0,0 0 1 0 0,1-1-1 0 0,-1 1 1 0 0,0 0 0 0 0,1 0-1 0 0,-1 0 1 0 0,1-1-1 0 0,-1 1 1 0 0,1 0 0 0 0,-1-1-1 0 0,1 1 1 0 0,-1 0-1 0 0,1-1 1 0 0,0 1 0 0 0,-1-1-1 0 0,1 1 1 0 0,0-1-1 0 0,-1 1 1 0 0,1-1 0 0 0,0 0-1 0 0,0 1 1 0 0,0-1-1 0 0,-1 0 1 0 0,1 1 0 0 0,0-1-1 0 0,0 0 1 0 0,0 0-1 0 0,0 0 1 0 0,0 0 0 0 0,-1 0-1 0 0,1 0 1 0 0,1 0-1 0 0,51 1 3011 0 0,-31-2-244 0 0,0 4-880 0 0,-1 0-1 0 0,36 10 1 0 0,86 39 281 0 0,-94-32-1982 0 0,61 17 0 0 0,-33-20 48 0 0,-1-2 0 0 0,2-4 1 0 0,121 1-1 0 0,-177-13-409 0 0,13 1 170 0 0,-12 5-6236 0 0</inkml:trace>
</inkml:ink>
</file>

<file path=ppt/ink/ink4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50.2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1376 0 0,'6'0'5826'0'0,"-8"5"-5184"0"0,1 0 1 0 0,0 1-1 0 0,0-1 1 0 0,1 1-1 0 0,0 0 1 0 0,0-1 0 0 0,0 1-1 0 0,0-1 1 0 0,2 7-1 0 0,1 1-214 0 0,0-1 0 0 0,1 0 0 0 0,8 19-1 0 0,-2-10-374 0 0,0-1 0 0 0,2 0 0 0 0,1-1-1 0 0,17 21 1 0 0,-4-10 349 0 0,2-2 1 0 0,1-1-1 0 0,48 36 1 0 0,-73-60-297 0 0,0 0 1 0 0,0-1 0 0 0,1 1 0 0 0,-1-1 0 0 0,1 0-1 0 0,-1 0 1 0 0,1 0 0 0 0,0-1 0 0 0,0 1-1 0 0,0-1 1 0 0,0 0 0 0 0,0-1 0 0 0,7 1 0 0 0,-10-1-45 0 0,1-1 0 0 0,0 0 0 0 0,0 1 0 0 0,0-1 0 0 0,-1 0 0 0 0,1 0 0 0 0,0-1 0 0 0,-1 1 0 0 0,1 0 1 0 0,-1-1-1 0 0,1 0 0 0 0,-1 1 0 0 0,0-1 0 0 0,0 0 0 0 0,0 0 0 0 0,0 0 0 0 0,0-1 0 0 0,0 1 0 0 0,0 0 1 0 0,-1-1-1 0 0,1 1 0 0 0,-1-1 0 0 0,0 0 0 0 0,2-3 0 0 0,17-48 359 0 0,-15 38-2116 0 0,1 0 0 0 0,1 1 0 0 0,14-25 0 0 0,-17 35 1003 0 0,0 0 1 0 0,0 0-1 0 0,0 0 1 0 0,1 0-1 0 0,0 0 1 0 0,0 1-1 0 0,0 0 0 0 0,1 0 1 0 0,-1 1-1 0 0,1-1 1 0 0,0 1-1 0 0,0 0 1 0 0,6-2-1 0 0,0 1 675 0 0,-2 2 17 0 0</inkml:trace>
</inkml:ink>
</file>

<file path=ppt/ink/ink4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50.7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0 456 0 0,'-17'1'8261'0'0,"34"19"-1849"0"0,-11-13-7006 0 0,23 21 2438 0 0,33 25 0 0 0,-38-34-2063 0 0,-1 1 0 0 0,0 1 1 0 0,21 27-1 0 0,-35-34-3710 0 0</inkml:trace>
</inkml:ink>
</file>

<file path=ppt/ink/ink4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51.0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7 184 3225 0 0,'-1'-4'309'0'0,"-1"-1"0"0"0,1 1 1 0 0,0 0-1 0 0,1-1 0 0 0,-1 1 1 0 0,1-1-1 0 0,0 1 0 0 0,0-1 1 0 0,0 1-1 0 0,1-1 0 0 0,1-7 1 0 0,0 0 378 0 0,1 1 0 0 0,1-1 0 0 0,4-12 0 0 0,-5 19-374 0 0,0-1 1 0 0,-1 1-1 0 0,2 0 0 0 0,-1 0 1 0 0,1 0-1 0 0,-1 1 0 0 0,1-1 1 0 0,1 1-1 0 0,-1 0 1 0 0,6-5-1 0 0,-8 8-243 0 0,-1 0 0 0 0,0 1 1 0 0,0-1-1 0 0,0 1 0 0 0,0-1 0 0 0,1 1 0 0 0,-1-1 1 0 0,0 1-1 0 0,1 0 0 0 0,-1-1 0 0 0,0 1 0 0 0,1 0 0 0 0,-1 0 1 0 0,0 0-1 0 0,1 0 0 0 0,-1 0 0 0 0,0 0 0 0 0,1 0 1 0 0,1 1-1 0 0,-1 0-64 0 0,0 1 0 0 0,-1-1 1 0 0,1 0-1 0 0,0 0 0 0 0,-1 1 0 0 0,1-1 1 0 0,-1 1-1 0 0,1-1 0 0 0,-1 1 1 0 0,0 0-1 0 0,0-1 0 0 0,0 1 0 0 0,0 0 1 0 0,0 0-1 0 0,0 0 0 0 0,0 0 1 0 0,0 2-1 0 0,2 8-86 0 0,-1 1 1 0 0,0-1-1 0 0,-1 1 1 0 0,-1 0-1 0 0,1 0 1 0 0,-2-1-1 0 0,0 1 1 0 0,-1 0-1 0 0,0-1 1 0 0,0 1-1 0 0,-2-1 1 0 0,1 0-1 0 0,-2 0 1 0 0,-10 22-1 0 0,11-28-522 0 0</inkml:trace>
</inkml:ink>
</file>

<file path=ppt/ink/ink4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51.4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 4145 0 0,'1'0'157'0'0,"-1"0"-1"0"0,1-1 1 0 0,-1 1 0 0 0,1 0 0 0 0,-1 0 0 0 0,1 0-1 0 0,-1 0 1 0 0,1 0 0 0 0,-1 0 0 0 0,1 0 0 0 0,-1 0-1 0 0,1 0 1 0 0,-1 0 0 0 0,1 0 0 0 0,-1 0-1 0 0,1 0 1 0 0,-1 1 0 0 0,1-1 0 0 0,-1 0 0 0 0,1 0-1 0 0,-1 1 1 0 0,0-1 0 0 0,1 0 0 0 0,-1 0 0 0 0,1 1-1 0 0,-1-1 158 0 0,1 1-157 0 0,-1-1-1 0 0,0 1 1 0 0,1-1 0 0 0,-1 0 0 0 0,1 2 0 0 0,11 14 1740 0 0,-11-14-1499 0 0,10 14 868 0 0,1 2-637 0 0,1 0 0 0 0,0-1 0 0 0,1 0 0 0 0,0-1 1 0 0,20 16-1 0 0,-5-6-380 0 0,-23-19-625 0 0,0-1 0 0 0,0 0 1 0 0,1 0-1 0 0,0-1 0 0 0,0 0 0 0 0,1 0 1 0 0,11 6-1 0 0,-13-11-2191 0 0</inkml:trace>
</inkml:ink>
</file>

<file path=ppt/ink/ink4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51.8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29 194 4609 0 0,'-1'0'73'0'0,"0"1"0"0"0,0-1 1 0 0,0 0-1 0 0,-1-1 0 0 0,1 1 0 0 0,0 0 0 0 0,0 0 1 0 0,0 0-1 0 0,0-1 0 0 0,0 1 0 0 0,0 0 0 0 0,0-1 1 0 0,0 1-1 0 0,1-1 0 0 0,-1 1 0 0 0,0-1 0 0 0,0 0 1 0 0,0 1-1 0 0,0-1 0 0 0,1 0 0 0 0,-1 0 0 0 0,0 1 1 0 0,1-1-1 0 0,-1 0 0 0 0,0 0 0 0 0,1 0 0 0 0,-1-1 1 0 0,0 0 142 0 0,0-1 1 0 0,1 0-1 0 0,-1 1 1 0 0,1-1 0 0 0,0 0-1 0 0,0 1 1 0 0,0-1 0 0 0,0 1-1 0 0,0-1 1 0 0,2-4 0 0 0,0-3 494 0 0,1 0 1 0 0,0 0 0 0 0,1 0-1 0 0,10-17 1 0 0,-7 14-302 0 0,1 1 0 0 0,15-18 0 0 0,-20 27-786 0 0,0 1-1 0 0,0-1 1 0 0,0 0 0 0 0,0 1 0 0 0,0-1-1 0 0,1 1 1 0 0,-1 0 0 0 0,7-3 0 0 0</inkml:trace>
  <inkml:trace contextRef="#ctx0" brushRef="#br0" timeOffset="1">167 309 3225 0 0,'25'-17'1752'0'0,"13"-23"3758"0"0,11-11-2501 0 0,-43 46-3105 0 0,0 1-1 0 0,0-1 1 0 0,0 1 0 0 0,0 0 0 0 0,1 0 0 0 0,11-5 0 0 0,-14 8-305 0 0,0 0 0 0 0,0 0 0 0 0,0 1 0 0 0,1-1 0 0 0,-1 1 0 0 0,7 0-1 0 0,8 1-1059 0 0</inkml:trace>
</inkml:ink>
</file>

<file path=ppt/ink/ink4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58.6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483 320 5065 0 0,'-81'-72'421'0'0,"-59"-49"1628"0"0,117 104-1160 0 0,-1 1 0 0 0,-1 1-1 0 0,0 1 1 0 0,-38-15 0 0 0,54 25-282 0 0,0 1 1 0 0,-1 1-1 0 0,1 0 1 0 0,-1 0-1 0 0,0 1 1 0 0,0 0-1 0 0,0 0 1 0 0,-15 2-1 0 0,68 9 298 0 0,1 0-1245 0 0,14-3 143 0 0,0-2 0 0 0,80-3 1 0 0,118-20 29 0 0,-60 2-533 0 0,-79 7 535 0 0,78-2 180 0 0,-161 11-189 0 0,-1 1 0 0 0,1 2 0 0 0,56 13-1 0 0,-75-12-220 0 0,0 1 0 0 0,21 10-1 0 0,-9-1-4220 0 0</inkml:trace>
</inkml:ink>
</file>

<file path=ppt/ink/ink4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59.1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35 21 8754 0 0,'-34'-21'7357'0'0,"51"33"-6792"0"0,42 36-182 0 0,-45-35-294 0 0,0-1-1 0 0,1 0 1 0 0,1-1-1 0 0,0-1 1 0 0,24 11-1 0 0,21 1-169 0 0,1-2-1 0 0,86 14 0 0 0,-129-30-11 0 0,-19-4 97 0 0,1 0 0 0 0,-1 0 0 0 0,1 1 0 0 0,0-1 0 0 0,-1 0 0 0 0,1 0 0 0 0,0 0 0 0 0,-1 0 0 0 0,1 1 0 0 0,-1-1 1 0 0,1 0-1 0 0,-1 1 0 0 0,1-1 0 0 0,-1 0 0 0 0,1 1 0 0 0,-1-1 0 0 0,1 1 0 0 0,-1-1 0 0 0,1 1 0 0 0,-1-1 0 0 0,0 1 0 0 0,1-1 0 0 0,-1 1 1 0 0,0-1-1 0 0,1 1 0 0 0,-1-1 0 0 0,0 1 0 0 0,0 0 0 0 0,0-1 0 0 0,1 1 0 0 0,-1-1 0 0 0,0 1 0 0 0,0 0 0 0 0,0-1 0 0 0,0 1 0 0 0,0 0 1 0 0,0-1-1 0 0,0 1 0 0 0,0-1 0 0 0,0 1 0 0 0,-1 0 0 0 0,1-1 0 0 0,0 1 0 0 0,0-1 0 0 0,0 1 0 0 0,-1 0 0 0 0,1-1 0 0 0,0 1 0 0 0,-1-1 0 0 0,1 1 1 0 0,-1-1-1 0 0,1 1 0 0 0,0-1 0 0 0,-1 1 0 0 0,1-1 0 0 0,-1 1 0 0 0,-35 35 1653 0 0,23-24-1275 0 0,-111 137 1767 0 0,56-64-1576 0 0,43-54-210 0 0,-35 56 1 0 0,52-74-948 0 0,1 0 1 0 0,-10 28-1 0 0,15-33-622 0 0,0 0-1 0 0,0 0 1 0 0,0 0-1 0 0,1 1 1 0 0,1-1 0 0 0,-1 12-1 0 0</inkml:trace>
</inkml:ink>
</file>

<file path=ppt/ink/ink4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6:26.1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38 232 2304 0 0,'-14'-14'158'0'0,"-1"1"3170"0"0,15 13-3265 0 0,-1 0 1 0 0,1 1 0 0 0,-1-1-1 0 0,0 0 1 0 0,1 1-1 0 0,-1-1 1 0 0,1 1 0 0 0,0-1-1 0 0,-1 1 1 0 0,1-1 0 0 0,-1 1-1 0 0,1-1 1 0 0,0 1 0 0 0,-1-1-1 0 0,1 1 1 0 0,0-1-1 0 0,-1 1 1 0 0,1 0 0 0 0,0-1-1 0 0,0 1 1 0 0,0 0 0 0 0,0-1-1 0 0,0 1 1 0 0,-1-1 0 0 0,1 1-1 0 0,0 0 1 0 0,0-1-1 0 0,1 1 1 0 0,-1 0 0 0 0,0-1-1 0 0,0 1 1 0 0,0 1 0 0 0,0 15 330 0 0,-1 0 0 0 0,4 19 0 0 0,-3-30-362 0 0,1-1 1 0 0,0 1-1 0 0,0-1 1 0 0,1 1-1 0 0,-1-1 1 0 0,1 0-1 0 0,0 0 0 0 0,1 0 1 0 0,-1 0-1 0 0,6 7 1 0 0,-7-11-28 0 0,-1-1 0 0 0,0 1 0 0 0,0-1 0 0 0,1 0 0 0 0,-1 1 0 0 0,0-1 0 0 0,1 1 0 0 0,-1-1 0 0 0,1 0 1 0 0,-1 1-1 0 0,0-1 0 0 0,1 0 0 0 0,-1 0 0 0 0,1 1 0 0 0,-1-1 0 0 0,1 0 0 0 0,-1 0 0 0 0,1 0 0 0 0,-1 0 0 0 0,1 0 0 0 0,-1 0 1 0 0,1 1-1 0 0,-1-1 0 0 0,1 0 0 0 0,-1 0 0 0 0,1 0 0 0 0,-1-1 0 0 0,1 1 0 0 0,-1 0 0 0 0,1 0 0 0 0,-1 0 0 0 0,1 0 0 0 0,-1 0 1 0 0,0-1-1 0 0,1 1 0 0 0,13-18-25 0 0,0-26 199 0 0,-9 24-142 0 0,2-14 51 0 0,2 0 1 0 0,1 0 0 0 0,18-39-1 0 0,-28 72-88 0 0,0 1 0 0 0,0-1 0 0 0,1 1-1 0 0,-1-1 1 0 0,0 1 0 0 0,0-1 0 0 0,1 1 0 0 0,-1-1 0 0 0,0 1-1 0 0,1-1 1 0 0,-1 1 0 0 0,1-1 0 0 0,-1 1 0 0 0,1 0 0 0 0,-1-1-1 0 0,0 1 1 0 0,1 0 0 0 0,-1-1 0 0 0,1 1 0 0 0,0 0 0 0 0,-1 0-1 0 0,1-1 1 0 0,-1 1 0 0 0,1 0 0 0 0,-1 0 0 0 0,1 0-1 0 0,-1 0 1 0 0,1 0 0 0 0,0 0 0 0 0,0 0 0 0 0,1 0-1 0 0,-1 1 0 0 0,0 0 0 0 0,1-1 0 0 0,-1 1-1 0 0,0 0 1 0 0,0 0 0 0 0,0 0 0 0 0,0 0 0 0 0,1 0 0 0 0,-1 0 0 0 0,-1 0 0 0 0,3 2 0 0 0,24 44-38 0 0,-24-40 30 0 0,34 78 131 0 0,-28-59-89 0 0,2-1-1 0 0,20 35 0 0 0,-31-59-38 0 0,1 1 0 0 0,-1-1 1 0 0,1 0-1 0 0,0 1 0 0 0,-1-1 0 0 0,1 0 0 0 0,0 0 0 0 0,0 0 0 0 0,0 0 1 0 0,0 0-1 0 0,0 0 0 0 0,0 0 0 0 0,0 0 0 0 0,0 0 0 0 0,1 0 0 0 0,-1 0 0 0 0,0-1 1 0 0,0 1-1 0 0,1-1 0 0 0,-1 1 0 0 0,0-1 0 0 0,1 1 0 0 0,-1-1 0 0 0,1 0 0 0 0,-1 1 1 0 0,0-1-1 0 0,1 0 0 0 0,-1 0 0 0 0,1 0 0 0 0,-1 0 0 0 0,1 0 0 0 0,-1-1 1 0 0,3 0-1 0 0,-2 0-15 0 0,1-1 0 0 0,-1 0 0 0 0,1 0 0 0 0,-1 0 0 0 0,0-1 1 0 0,1 1-1 0 0,-1-1 0 0 0,-1 1 0 0 0,1-1 0 0 0,0 0 0 0 0,-1 1 1 0 0,1-1-1 0 0,-1 0 0 0 0,2-4 0 0 0,61-191-323 0 0,-64 199 346 0 0,0-1-1 0 0,0 0 1 0 0,0 1-1 0 0,0-1 1 0 0,0 0 0 0 0,0 1-1 0 0,0-1 1 0 0,1 0-1 0 0,-1 1 1 0 0,0-1 0 0 0,0 0-1 0 0,0 0 1 0 0,0 1-1 0 0,1-1 1 0 0,-1 0 0 0 0,0 0-1 0 0,0 1 1 0 0,1-1-1 0 0,-1 0 1 0 0,0 0 0 0 0,1 1-1 0 0,-1-1 1 0 0,0 0 0 0 0,1 0-1 0 0,-1 0 1 0 0,0 0-1 0 0,1 0 1 0 0,-1 0 0 0 0,0 0-1 0 0,1 1 1 0 0,-1-1-1 0 0,0 0 1 0 0,1 0 0 0 0,-1 0-1 0 0,0 0 1 0 0,1-1-1 0 0,-1 1 1 0 0,0 0 0 0 0,1 0-1 0 0,-1 0 1 0 0,0 0-1 0 0,1 0 1 0 0,-1 0 0 0 0,0 0-1 0 0,1-1 1 0 0,-1 1-1 0 0,0 0 1 0 0,0 0 0 0 0,1 0-1 0 0,-1-1 1 0 0,0 1-1 0 0,0 0 1 0 0,1 0 0 0 0,-1-1-1 0 0,0 1 1 0 0,0 0-1 0 0,0 0 1 0 0,1-1 0 0 0,-1 1-1 0 0,0 0 1 0 0,0-1-1 0 0,0 1 1 0 0,0 0 0 0 0,0-1-1 0 0,0 1 1 0 0,0 0-1 0 0,1-1 1 0 0,-1 1 0 0 0,0-1-1 0 0,18 42 440 0 0,-16-35-285 0 0,1 1 0 0 0,-1-1 0 0 0,1-1 1 0 0,0 1-1 0 0,6 7 0 0 0,-9-12-154 0 0,1-1 0 0 0,0 0 0 0 0,-1 0 1 0 0,1 1-1 0 0,0-1 0 0 0,-1 0 1 0 0,1 0-1 0 0,0 0 0 0 0,0 0 0 0 0,-1 0 1 0 0,1 0-1 0 0,0 0 0 0 0,0 0 0 0 0,-1 0 1 0 0,1 0-1 0 0,0 0 0 0 0,0 0 0 0 0,-1 0 1 0 0,1-1-1 0 0,0 1 0 0 0,-1 0 0 0 0,1 0 1 0 0,0-1-1 0 0,-1 1 0 0 0,1-1 0 0 0,0 1 1 0 0,-1-1-1 0 0,1 1 0 0 0,-1-1 1 0 0,1 1-1 0 0,-1-1 0 0 0,1 1 0 0 0,-1-1 1 0 0,1 1-1 0 0,-1-1 0 0 0,0 0 0 0 0,1 1 1 0 0,-1-1-1 0 0,1-1 0 0 0,16-33 39 0 0,-15 30 12 0 0,22-62 294 0 0,-19 48-254 0 0,2 0 0 0 0,0 1 0 0 0,12-23 0 0 0,-18 40-90 0 0,-1 0 1 0 0,0 1 0 0 0,1-1 0 0 0,-1 0 0 0 0,0 1 0 0 0,1-1-1 0 0,-1 1 1 0 0,1-1 0 0 0,-1 1 0 0 0,1-1 0 0 0,-1 1 0 0 0,1-1-1 0 0,0 1 1 0 0,-1-1 0 0 0,1 1 0 0 0,0-1 0 0 0,-1 1 0 0 0,1 0 0 0 0,0 0-1 0 0,-1-1 1 0 0,1 1 0 0 0,0 0 0 0 0,-1 0 0 0 0,1 0 0 0 0,0 0-1 0 0,0 0 1 0 0,-1 0 0 0 0,1 0 0 0 0,1 0 0 0 0,0 0-2 0 0,-1 1 0 0 0,1 0 0 0 0,-1 0 0 0 0,1 0-1 0 0,-1 0 1 0 0,1 0 0 0 0,-1 0 0 0 0,0 0 0 0 0,0 0 0 0 0,1 0 0 0 0,-1 1 0 0 0,1 1 0 0 0,5 8-9 0 0,0-1 0 0 0,8 22-1 0 0,-12-27 18 0 0,10 23-85 0 0,1 1-299 0 0</inkml:trace>
</inkml:ink>
</file>

<file path=ppt/ink/ink4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6:26.94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 0 4145 0 0,'-1'1'72'0'0,"0"-1"-1"0"0,0 1 1 0 0,0-1 0 0 0,0 1-1 0 0,0 0 1 0 0,0-1 0 0 0,1 1 0 0 0,-1 0-1 0 0,0-1 1 0 0,1 1 0 0 0,-1 0 0 0 0,0 0-1 0 0,1 0 1 0 0,-1 0 0 0 0,1 0-1 0 0,-1 0 1 0 0,1 0 0 0 0,-1 0 0 0 0,1 0-1 0 0,0 0 1 0 0,0 0 0 0 0,-1 0-1 0 0,1 0 1 0 0,0 0 0 0 0,0 0 0 0 0,0 0-1 0 0,0 0 1 0 0,0 2 0 0 0,1 34 616 0 0,4 8-307 0 0,3-1-1 0 0,2 0 0 0 0,21 61 0 0 0,-29-97-341 0 0,1-1 0 0 0,0 0 0 0 0,0 0 0 0 0,1 0 1 0 0,0 0-1 0 0,0-1 0 0 0,8 10 0 0 0,-11-15-36 0 0,0 0 1 0 0,0 1-1 0 0,0-1 0 0 0,0 0 0 0 0,1 0 1 0 0,-1 0-1 0 0,0-1 0 0 0,1 1 0 0 0,-1 0 1 0 0,1 0-1 0 0,-1-1 0 0 0,1 1 0 0 0,-1-1 1 0 0,1 1-1 0 0,-1-1 0 0 0,1 0 0 0 0,0 0 1 0 0,-1 1-1 0 0,1-1 0 0 0,-1 0 1 0 0,1 0-1 0 0,0-1 0 0 0,-1 1 0 0 0,1 0 1 0 0,-1 0-1 0 0,1-1 0 0 0,-1 1 0 0 0,1-1 1 0 0,-1 0-1 0 0,1 1 0 0 0,-1-1 0 0 0,1 0 1 0 0,-1 0-1 0 0,0 0 0 0 0,1 0 0 0 0,-1 0 1 0 0,0 0-1 0 0,0 0 0 0 0,0 0 0 0 0,0 0 1 0 0,0-1-1 0 0,1 0 0 0 0,5-7-111 0 0,-1-1-1 0 0,0 1 0 0 0,-1-1 0 0 0,0 1 1 0 0,-1-2-1 0 0,0 1 0 0 0,0 0 0 0 0,-1-1 1 0 0,0 0-1 0 0,-1 1 0 0 0,1-17 1 0 0,0 11-10 0 0,0 0 0 0 0,1 0 0 0 0,11-29 0 0 0,-15 44 127 0 0,0 0 0 0 0,1 1 0 0 0,-1-1 0 0 0,0 1 0 0 0,0-1 0 0 0,0 0 1 0 0,1 1-1 0 0,-1-1 0 0 0,0 1 0 0 0,1-1 0 0 0,-1 1 0 0 0,1-1 0 0 0,-1 1 0 0 0,0-1 0 0 0,1 1 0 0 0,-1-1 0 0 0,1 1 1 0 0,-1 0-1 0 0,1-1 0 0 0,0 1 0 0 0,-1 0 0 0 0,1-1 0 0 0,-1 1 0 0 0,1 0 0 0 0,0 0 0 0 0,-1 0 0 0 0,1 0 0 0 0,-1-1 1 0 0,1 1-1 0 0,0 0 0 0 0,-1 0 0 0 0,1 0 0 0 0,0 0 0 0 0,-1 0 0 0 0,1 0 0 0 0,0 1 0 0 0,1 0 14 0 0,0 0 0 0 0,0 0 0 0 0,0 1 0 0 0,-1-1-1 0 0,1 1 1 0 0,-1-1 0 0 0,1 1 0 0 0,-1-1 0 0 0,0 1-1 0 0,1 0 1 0 0,0 2 0 0 0,4 8 159 0 0,0-1-1 0 0,8 24 1 0 0,-7-10 40 0 0,-5-16-151 0 0,0-1 0 0 0,1 0-1 0 0,0 0 1 0 0,4 9 0 0 0,-7-17-69 0 0,0 0 1 0 0,0 0-1 0 0,1 0 0 0 0,-1 1 1 0 0,0-1-1 0 0,1 0 0 0 0,-1 0 0 0 0,0 0 1 0 0,0 0-1 0 0,1 0 0 0 0,-1 0 1 0 0,0 0-1 0 0,1 1 0 0 0,-1-1 1 0 0,0 0-1 0 0,1 0 0 0 0,-1 0 1 0 0,0 0-1 0 0,1 0 0 0 0,-1-1 1 0 0,0 1-1 0 0,1 0 0 0 0,-1 0 1 0 0,0 0-1 0 0,0 0 0 0 0,1 0 1 0 0,-1 0-1 0 0,0 0 0 0 0,1-1 1 0 0,-1 1-1 0 0,0 0 0 0 0,0 0 1 0 0,1 0-1 0 0,-1-1 0 0 0,0 1 1 0 0,0 0-1 0 0,0 0 0 0 0,1 0 1 0 0,-1-1-1 0 0,0 1 0 0 0,0 0 1 0 0,0-1-1 0 0,0 1 0 0 0,0 0 0 0 0,1 0 1 0 0,-1-1-1 0 0,0 1 0 0 0,0 0 1 0 0,0-1-1 0 0,0 1 0 0 0,0 0 1 0 0,0-1-1 0 0,0 1 0 0 0,8-19 46 0 0,4-30 84 0 0,-11 39-36 0 0,1 0-1 0 0,1 0 1 0 0,0 0 0 0 0,0 0-1 0 0,0 1 1 0 0,7-12 0 0 0,-10 20-86 0 0,1 1 1 0 0,-1 0-1 0 0,0-1 1 0 0,0 1-1 0 0,1 0 1 0 0,-1-1-1 0 0,0 1 1 0 0,0 0-1 0 0,1-1 1 0 0,-1 1-1 0 0,0 0 1 0 0,1-1-1 0 0,-1 1 0 0 0,0 0 1 0 0,1 0-1 0 0,-1 0 1 0 0,1-1-1 0 0,-1 1 1 0 0,0 0-1 0 0,1 0 1 0 0,-1 0-1 0 0,1 0 1 0 0,-1 0-1 0 0,1 0 1 0 0,-1 0-1 0 0,0 0 1 0 0,1 0-1 0 0,-1 0 1 0 0,1 0-1 0 0,-1 0 1 0 0,1 0-1 0 0,12 11 33 0 0,8 25-32 0 0,-18-31 107 0 0,43 103 869 0 0,-16-35-1645 0 0,-15-41-3138 0 0</inkml:trace>
</inkml:ink>
</file>

<file path=ppt/ink/ink4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6:27.7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10 242 1840 0 0,'0'0'27'0'0,"0"1"-1"0"0,0-1 1 0 0,-1 0-1 0 0,1 0 1 0 0,0 0 0 0 0,0 0-1 0 0,0 0 1 0 0,0 0-1 0 0,0 1 1 0 0,0-1-1 0 0,0 0 1 0 0,-1 0-1 0 0,1 0 1 0 0,0 0-1 0 0,0 0 1 0 0,0 0-1 0 0,0 0 1 0 0,0 0-1 0 0,-1 0 1 0 0,1 0-1 0 0,0 0 1 0 0,0 0-1 0 0,0 0 1 0 0,0 0-1 0 0,0 0 1 0 0,-1 0-1 0 0,1 0 1 0 0,0 0-1 0 0,0 0 1 0 0,0 0-1 0 0,0 0 1 0 0,-1 0 0 0 0,1 0-1 0 0,0 0 1 0 0,0 0-1 0 0,0 0 1 0 0,0 0-1 0 0,0 0 1 0 0,-1 0-1 0 0,1 0 1 0 0,0 0-1 0 0,0-1 1 0 0,0 1-1 0 0,0 0 1 0 0,0 0-1 0 0,-3-10 682 0 0,3-10 42 0 0,35-82-3 0 0,-39 127-479 0 0,2 0 0 0 0,1 0 0 0 0,1 0 0 0 0,1 0 0 0 0,7 37 0 0 0,-6-41 23 0 0,-2-19-270 0 0,0 0 0 0 0,0 0-1 0 0,0 0 1 0 0,1 0 0 0 0,-1 0-1 0 0,1 0 1 0 0,-1 0 0 0 0,1 0-1 0 0,0 0 1 0 0,0 0 0 0 0,0 0-1 0 0,0-1 1 0 0,0 1 0 0 0,0 0-1 0 0,0-1 1 0 0,1 1 0 0 0,-1 0-1 0 0,2 0 1 0 0,-3-1-13 0 0,1-1-1 0 0,-1 0 1 0 0,1 0 0 0 0,0 0 0 0 0,-1 0-1 0 0,1 0 1 0 0,-1 1 0 0 0,1-1 0 0 0,-1 0-1 0 0,1 0 1 0 0,-1 0 0 0 0,1-1 0 0 0,-1 1 0 0 0,1 0-1 0 0,-1 0 1 0 0,1 0 0 0 0,-1 0 0 0 0,1 0-1 0 0,-1-1 1 0 0,1 1 0 0 0,-1 0 0 0 0,1 0-1 0 0,-1-1 1 0 0,1 0 0 0 0,14-19 75 0 0,3-20 42 0 0,13-46 1 0 0,-23 60-24 0 0,2-1 1 0 0,0 1-1 0 0,1 1 1 0 0,2 0-1 0 0,25-38 0 0 0,-37 62-81 0 0,-1 0 0 0 0,1 0 0 0 0,0 0-1 0 0,-1 0 1 0 0,1 0 0 0 0,0 1 0 0 0,0-1 0 0 0,0 0-1 0 0,-1 0 1 0 0,1 1 0 0 0,0-1 0 0 0,0 0 0 0 0,0 1-1 0 0,0-1 1 0 0,0 1 0 0 0,0 0 0 0 0,0-1 0 0 0,0 1-1 0 0,1 0 1 0 0,-1-1 0 0 0,0 1 0 0 0,0 0 0 0 0,0 0-1 0 0,0 0 1 0 0,0 0 0 0 0,0 0 0 0 0,2 0 0 0 0,-1 1 16 0 0,0 0 0 0 0,0 0 0 0 0,-1 1 0 0 0,1-1 0 0 0,0 0 0 0 0,-1 0 0 0 0,1 1 0 0 0,-1-1 0 0 0,1 1 0 0 0,-1 0 0 0 0,0-1 0 0 0,1 1 0 0 0,0 3 0 0 0,5 8 200 0 0,0 1 1 0 0,-2 0-1 0 0,6 17 1 0 0,-9-24-108 0 0,5 23 229 0 0,-6-23-215 0 0,0-1 1 0 0,1 1-1 0 0,0-1 0 0 0,0 1 1 0 0,0-1-1 0 0,1 0 1 0 0,-1 0-1 0 0,2 0 0 0 0,4 8 1 0 0,-7-14-124 0 0,-1 1 0 0 0,1-1 0 0 0,0 1-1 0 0,-1-1 1 0 0,1 0 0 0 0,0 1 0 0 0,-1-1 0 0 0,1 0 0 0 0,0 0 0 0 0,0 0 0 0 0,0 1 0 0 0,-1-1 0 0 0,1 0 0 0 0,0 0 0 0 0,0 0 0 0 0,-1 0 0 0 0,1 0-1 0 0,0 0 1 0 0,0-1 0 0 0,0 1 0 0 0,-1 0 0 0 0,1 0 0 0 0,0 0 0 0 0,0-1 0 0 0,-1 1 0 0 0,1 0 0 0 0,0-1 0 0 0,-1 1 0 0 0,1-1 0 0 0,0 1 0 0 0,-1-1 0 0 0,1 1-1 0 0,-1-1 1 0 0,1 1 0 0 0,-1-1 0 0 0,1 0 0 0 0,-1 1 0 0 0,1-1 0 0 0,0-1 0 0 0,19-28 277 0 0,-19 27-249 0 0,12-24 189 0 0,6-15 117 0 0,-17 39-335 0 0,-1 1-1 0 0,1 0 1 0 0,-1-1 0 0 0,1 1 0 0 0,0 0 0 0 0,0 0 0 0 0,-1 0 0 0 0,2 0-1 0 0,-1 0 1 0 0,0 1 0 0 0,0-1 0 0 0,3-1 0 0 0,-3 3-17 0 0,-1-1 0 0 0,1 1 0 0 0,-1 0 1 0 0,1 0-1 0 0,-1 0 0 0 0,1 1 0 0 0,-1-1 1 0 0,0 0-1 0 0,1 0 0 0 0,-1 1 0 0 0,1-1 1 0 0,-1 1-1 0 0,0-1 0 0 0,1 1 0 0 0,-1 0 0 0 0,0-1 1 0 0,0 1-1 0 0,1 0 0 0 0,-1 0 0 0 0,0 0 1 0 0,0 0-1 0 0,0 0 0 0 0,0 0 0 0 0,0 0 1 0 0,0 0-1 0 0,1 2 0 0 0,24 36-44 0 0,-24-35 31 0 0,45 87-1567 0 0,-30-58-3182 0 0</inkml:trace>
</inkml:ink>
</file>

<file path=ppt/ink/ink4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6:32.0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 1323 1840 0 0,'-9'24'2970'0'0,"3"-18"-1363"0"0,3-18-24 0 0,4 10-1557 0 0,-1 1 0 0 0,1-1 0 0 0,-1 0 0 0 0,0 0 0 0 0,0 0 0 0 0,1 1 0 0 0,-1-1-1 0 0,0 0 1 0 0,-1 0 0 0 0,1 0 0 0 0,0-1 0 0 0,-1 0 14 0 0,-1-388 1148 0 0,-2 295-925 0 0,5-94 352 0 0,1 158-480 0 0,3 0 0 0 0,0 1 0 0 0,19-61 0 0 0,-12 61 19 0 0,0 0 0 0 0,2 0 0 0 0,1 2 0 0 0,1-1 0 0 0,2 2 0 0 0,1 1 0 0 0,1 0 0 0 0,29-29 0 0 0,-21 26-111 0 0,-12 11 17 0 0,1 1 0 0 0,1 1 0 0 0,0 1 0 0 0,2 0 1 0 0,32-20-1 0 0,-50 35-53 0 0,1 0 0 0 0,0 0 0 0 0,0-1 0 0 0,0 2 0 0 0,0-1 1 0 0,0 0-1 0 0,0 1 0 0 0,0-1 0 0 0,0 1 0 0 0,0 0 0 0 0,0 0 0 0 0,0 0 0 0 0,0 0 1 0 0,0 0-1 0 0,0 1 0 0 0,0 0 0 0 0,0-1 0 0 0,0 1 0 0 0,0 0 0 0 0,4 3 1 0 0,3 1 40 0 0,0 1 0 0 0,-1 1 0 0 0,1 0 0 0 0,9 9 0 0 0,12 9 10 0 0,-18-15-24 0 0,1 2 0 0 0,-2 0 0 0 0,1 0 0 0 0,-2 1 0 0 0,0 1 0 0 0,0 0 1 0 0,-2 0-1 0 0,1 1 0 0 0,-2 0 0 0 0,0 0 0 0 0,-1 1 0 0 0,9 29 0 0 0,-1 8 116 0 0,-2 1-1 0 0,10 91 1 0 0,-7 99 327 0 0,-12-137-259 0 0,8 105-181 0 0,8 199 3 0 0,-18-225 83 0 0,19 292-134 0 0,62-93 11 0 0,-56-277-200 0 0,-9-53 200 0 0,1-2 0 0 0,51 98 0 0 0,-61-137 41 0 0,0-1 0 0 0,0 0-1 0 0,1 0 1 0 0,12 10 0 0 0,-5-3-13 0 0,-9-13-10 0 0,-1-1 0 0 0,1 0 0 0 0,0 0 0 0 0,1 0 0 0 0,-1-1 0 0 0,11 5 0 0 0,-7-5 7 0 0,-1 1-1 0 0,-1 1 1 0 0,16 12-1 0 0,-21-15-18 0 0,-1-1-1 0 0,0 0 1 0 0,1 0-1 0 0,0 0 1 0 0,-1-1-1 0 0,1 1 1 0 0,0-1-1 0 0,0 0 1 0 0,1-1 0 0 0,-1 1-1 0 0,0-1 1 0 0,9 1-1 0 0,3-1-76 0 0,1 0 1 0 0,27-4-1 0 0,5 1-310 0 0,-43 1 292 0 0,1 0 1 0 0,-1 0-1 0 0,1 0 1 0 0,-1-1-1 0 0,0 0 1 0 0,0 0-1 0 0,0-1 1 0 0,0 0-1 0 0,0 0 1 0 0,0-1-1 0 0,-1 1 1 0 0,0-2-1 0 0,0 1 1 0 0,0-1-1 0 0,0 1 1 0 0,-1-2 0 0 0,9-9-1 0 0,6-10-275 0 0,-1-1 1 0 0,30-55-1 0 0,-9 14 145 0 0,-8 14 319 0 0,-2-1 1 0 0,-3-1 0 0 0,-1-1 0 0 0,-4-2 0 0 0,-2 0 0 0 0,13-62 0 0 0,-20 66 566 0 0,5-22 130 0 0,43-115 0 0 0,-33 133-96 0 0,-16 32 19 0 0,0 0 1 0 0,8-31 0 0 0,17-56 54 0 0,-20 63-57 0 0,22-100 0 0 0,-35 117-569 0 0,0-1 0 0 0,-2 0 0 0 0,-2 0 0 0 0,-1 0 0 0 0,-2 0 0 0 0,-11-58 0 0 0,10 66-190 0 0,-1-45 1 0 0,2 24 6 0 0,0-38-35 0 0,4 54 12 0 0,-3 1 0 0 0,-5-40 0 0 0,-8-67-1165 0 0,8 53 516 0 0,7 55 381 0 0,0 0 1 0 0,2 0-1 0 0,1 0 1 0 0,1 1-1 0 0,2-1 1 0 0,13-40-1 0 0,12-68 300 0 0,-30 127 25 0 0,1 0-1 0 0,0 1 1 0 0,1 0-1 0 0,0-1 0 0 0,0 1 1 0 0,1 0-1 0 0,1 0 0 0 0,-1 1 1 0 0,1 0-1 0 0,1-1 1 0 0,-1 1-1 0 0,1 1 0 0 0,1-1 1 0 0,0 1-1 0 0,0 1 0 0 0,8-8 1 0 0,1-1 144 0 0,1 0 0 0 0,0 1 0 0 0,1 0 0 0 0,0 1 0 0 0,1 2 0 0 0,33-16 0 0 0,-34 19-19 0 0,-10 4-58 0 0,0 0 0 0 0,1 1 0 0 0,-1 0 0 0 0,1 0 0 0 0,13-1 0 0 0,-20 4-56 0 0,1-1 0 0 0,-1 1 0 0 0,1 1 0 0 0,-1-1-1 0 0,1 0 1 0 0,0 1 0 0 0,-1-1 0 0 0,1 1 0 0 0,-1 0-1 0 0,0-1 1 0 0,1 1 0 0 0,-1 0 0 0 0,0 1 0 0 0,1-1 0 0 0,-1 0-1 0 0,0 1 1 0 0,0-1 0 0 0,0 1 0 0 0,0 0 0 0 0,-1-1-1 0 0,1 1 1 0 0,0 0 0 0 0,-1 0 0 0 0,2 3 0 0 0,42 71 333 0 0,-37-59-366 0 0,1 0 1 0 0,0-1-1 0 0,2 0 0 0 0,0-1 1 0 0,24 26-1 0 0,3-3-944 0 0,-16-10-4137 0 0,-8-7-176 0 0</inkml:trace>
</inkml:ink>
</file>

<file path=ppt/ink/ink4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6:32.7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1 5065 0 0,'-1'2'448'0'0,"1"1"-352"0"0,0-2-96 0 0,0 1 0 0 0,0 0 96 0 0,0 1 0 0 0,-1 2 0 0 0,1 4 0 0 0,0 3-96 0 0,1 1 0 0 0,3-1 72 0 0,1-3-72 0 0,0 0-576 0 0,2 0-144 0 0,-2-1-32 0 0,-2 0-8 0 0</inkml:trace>
</inkml:ink>
</file>

<file path=ppt/ink/ink4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1:42.68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2 431 6913 0 0,'0'0'-4'0'0,"0"0"-1"0"0,0 0 0 0 0,0 1 0 0 0,0-1 0 0 0,0 0 1 0 0,0 0-1 0 0,0 0 0 0 0,0 0 0 0 0,0 0 0 0 0,0 0 0 0 0,0 0 1 0 0,0 1-1 0 0,0-1 0 0 0,0 0 0 0 0,0 0 0 0 0,0 0 0 0 0,0 0 1 0 0,0 0-1 0 0,0 0 0 0 0,0 0 0 0 0,0 0 0 0 0,0 1 1 0 0,0-1-1 0 0,0 0 0 0 0,0 0 0 0 0,0 0 0 0 0,0 0 0 0 0,0 0 1 0 0,0 0-1 0 0,0 0 0 0 0,0 0 0 0 0,-1 0 0 0 0,1 0 0 0 0,0 0 1 0 0,0 1-1 0 0,0-1 0 0 0,0 0 0 0 0,0 0 0 0 0,22 7 361 0 0,-13-4-43 0 0,1-1 0 0 0,0 0 0 0 0,18 2 1 0 0,61-13 643 0 0,95-21 1 0 0,50-6 497 0 0,29 6-763 0 0,175-9 675 0 0,-260 36-1375 0 0,291 33 0 0 0,32 30 208 0 0,-46-49 224 0 0,-338-11-373 0 0,519-9 330 0 0,411-51 1220 0 0,-821 43-1674 0 0,280-16 77 0 0,123-9 142 0 0,74-21-15 0 0,-492 42-131 0 0,58-4 0 0 0,55-3-3 0 0,0 0 16 0 0,-130 13 150 0 0,129-5-22 0 0,62 2-53 0 0,-165 5-190 0 0,-113 7 54 0 0,142-3 35 0 0,-209 10 10 0 0,0 2 0 0 0,-1 2 0 0 0,1 1 0 0 0,46 14 0 0 0,-81-18-205 0 0,0-1 0 0 0,1 1-1 0 0,-1 0 1 0 0,0 1 0 0 0,7 3 0 0 0</inkml:trace>
</inkml:ink>
</file>

<file path=ppt/ink/ink4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1:45.10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20 109 3225 0 0,'-3'-5'400'0'0,"0"-1"0"0"0,1 1-1 0 0,-1-1 1 0 0,1 0 0 0 0,1 0 0 0 0,-1 1 0 0 0,1-1 0 0 0,0-1 0 0 0,0 1 0 0 0,0 0 0 0 0,1 0 0 0 0,0 0 0 0 0,0 0 0 0 0,1 0 0 0 0,0 0 0 0 0,2-7-1 0 0,-3 13-333 0 0,0 1-1 0 0,0-1 0 0 0,0 0 0 0 0,0 1 0 0 0,0-1 1 0 0,0 0-1 0 0,0 1 0 0 0,1-1 0 0 0,-1 0 0 0 0,0 1 1 0 0,0-1-1 0 0,0 0 0 0 0,1 0 0 0 0,-1 1 0 0 0,0-1 1 0 0,0 0-1 0 0,1 0 0 0 0,-1 1 0 0 0,0-1 0 0 0,1 0 0 0 0,-1 0 1 0 0,0 0-1 0 0,1 1 0 0 0,-1-1 0 0 0,0 0 0 0 0,1 0 1 0 0,-1 0-1 0 0,0 0 0 0 0,1 0 0 0 0,-1 0 0 0 0,0 0 1 0 0,1 0-1 0 0,-1 0 0 0 0,0 0 0 0 0,1 0 0 0 0,-1 0 1 0 0,1 0-1 0 0,-1 0 0 0 0,0 0 0 0 0,1 0 0 0 0,-1 0 0 0 0,0 0 1 0 0,1-1-1 0 0,-1 1 0 0 0,0 0 0 0 0,1 0 0 0 0,-1 0 1 0 0,0-1-1 0 0,0 1 0 0 0,1 0 0 0 0,-1 0 0 0 0,0-1 1 0 0,0 1-1 0 0,1 0 0 0 0,-1 0 0 0 0,0-1 0 0 0,0 1 1 0 0,0 0-1 0 0,1-1 0 0 0,-1 1 0 0 0,0 0 0 0 0,0-1 0 0 0,0 1 1 0 0,0 0-1 0 0,0-1 0 0 0,0 1 0 0 0,0-1 0 0 0,1 2 146 0 0,5 18 209 0 0,18 76 383 0 0,16 128 0 0 0,-5-24-396 0 0,-28-150-280 0 0,-7-37 41 0 0,1 0 0 0 0,1-1 0 0 0,0 1 0 0 0,1-1 0 0 0,0 0 1 0 0,1 0-1 0 0,5 12 0 0 0,-8-22-113 0 0,0 0 0 0 0,0 0 0 0 0,0 1 0 0 0,-1-1 0 0 0,1 0 0 0 0,0 0 0 0 0,1 0 0 0 0,-1 0 0 0 0,0 0 0 0 0,0-1 0 0 0,0 1 0 0 0,0 0 0 0 0,1 0 0 0 0,-1-1 0 0 0,0 1 0 0 0,1-1 0 0 0,-1 1 0 0 0,0-1 0 0 0,1 0 0 0 0,-1 1 0 0 0,3-1 0 0 0,0 0 28 0 0,-1 0-1 0 0,1-1 1 0 0,-1 1 0 0 0,0-1 0 0 0,1 0-1 0 0,-1 0 1 0 0,0 0 0 0 0,7-3-1 0 0,1-2 113 0 0,1-1 0 0 0,-1-1 0 0 0,16-13 0 0 0,0-5 146 0 0,41-50-1 0 0,-51 55-568 0 0,0 1 0 0 0,1 1 0 0 0,1 1 0 0 0,1 0 0 0 0,32-22 0 0 0,-32 31-1615 0 0,-12 6 383 0 0</inkml:trace>
</inkml:ink>
</file>

<file path=ppt/ink/ink4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1:45.55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103 160 6913 0 0,'-2'-1'4'0'0,"-4"-4"157"0"0,0 1-1 0 0,0 0 1 0 0,0 0-1 0 0,-1 0 1 0 0,0 1-1 0 0,-10-4 1 0 0,15 7-92 0 0,1 0 1 0 0,0-1-1 0 0,0 1 1 0 0,-1 0-1 0 0,1 0 1 0 0,0 0-1 0 0,0 0 1 0 0,-1 0-1 0 0,1 1 1 0 0,0-1-1 0 0,0 0 1 0 0,0 0-1 0 0,-1 1 0 0 0,1-1 1 0 0,0 1-1 0 0,0-1 1 0 0,0 1-1 0 0,-2 1 1 0 0,2-1 53 0 0,-1 1 0 0 0,1 0 0 0 0,-1-1 0 0 0,1 1 0 0 0,0 0 1 0 0,0 0-1 0 0,0 0 0 0 0,0 0 0 0 0,0 0 0 0 0,0 0 0 0 0,1 0 0 0 0,-1 0 0 0 0,0 0 1 0 0,1 3-1 0 0,-3 10 63 0 0,2-1 0 0 0,0 0 0 0 0,0 1 0 0 0,2-1 1 0 0,0 0-1 0 0,0 1 0 0 0,1-1 0 0 0,1 0 0 0 0,0 0 1 0 0,1 0-1 0 0,9 21 0 0 0,-10-29-152 0 0,-1-1 0 0 0,1 1 1 0 0,0-1-1 0 0,0 1 0 0 0,1-1 0 0 0,0-1 0 0 0,0 1 0 0 0,0 0 1 0 0,0-1-1 0 0,1 0 0 0 0,-1 0 0 0 0,1 0 0 0 0,0 0 0 0 0,0-1 1 0 0,1 0-1 0 0,-1 0 0 0 0,1 0 0 0 0,-1-1 0 0 0,1 0 0 0 0,0 0 1 0 0,0 0-1 0 0,0-1 0 0 0,0 0 0 0 0,0 0 0 0 0,0-1 0 0 0,0 1 1 0 0,0-1-1 0 0,0 0 0 0 0,8-2 0 0 0,-3 0 76 0 0,-1-1 0 0 0,1 0 0 0 0,-1-1 0 0 0,0 0 0 0 0,0-1 0 0 0,0 0 0 0 0,-1 0 0 0 0,0-1 0 0 0,0 0-1 0 0,0-1 1 0 0,-1 0 0 0 0,1-1 0 0 0,-2 1 0 0 0,1-1 0 0 0,-1-1 0 0 0,-1 1 0 0 0,1-1 0 0 0,-2 0 0 0 0,1-1 0 0 0,-1 0 0 0 0,0 1 0 0 0,-1-2 0 0 0,3-12 0 0 0,-3 14 35 0 0,-2-1 1 0 0,0 0 0 0 0,0-1-1 0 0,-1 1 1 0 0,0 0 0 0 0,0 0 0 0 0,-1-1-1 0 0,-1 1 1 0 0,0 0 0 0 0,0 0-1 0 0,-4-12 1 0 0,3 15-97 0 0,0-1 1 0 0,-1 0-1 0 0,-1 1 1 0 0,1 0-1 0 0,-1 0 0 0 0,0 0 1 0 0,-1 0-1 0 0,0 1 0 0 0,0-1 1 0 0,0 1-1 0 0,-1 1 1 0 0,0-1-1 0 0,0 1 0 0 0,0 0 1 0 0,-9-6-1 0 0,9 8-473 0 0,-1-1-1 0 0,1 1 0 0 0,-1 0 1 0 0,0 1-1 0 0,0-1 0 0 0,0 1 1 0 0,0 1-1 0 0,0-1 0 0 0,0 1 1 0 0,-1 1-1 0 0,-11-1 0 0 0,16 1 211 0 0,-1 0 0 0 0,1 1 0 0 0,0-1 0 0 0,0 1 0 0 0,0-1 0 0 0,0 1 0 0 0,0 0 0 0 0,0 0 0 0 0,0 1 0 0 0,0-1 0 0 0,0 0 0 0 0,1 1 0 0 0,-1 0-1 0 0,0 0 1 0 0,1 0 0 0 0,-1 0 0 0 0,1 0 0 0 0,0 0 0 0 0,0 0 0 0 0,0 1 0 0 0,0-1 0 0 0,0 1 0 0 0,0 0 0 0 0,1-1 0 0 0,-1 1 0 0 0,1 0 0 0 0,0 0 0 0 0,-1 4-1 0 0,-2 10-2021 0 0,2-1-11 0 0</inkml:trace>
</inkml:ink>
</file>

<file path=ppt/ink/ink4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1:46.08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1 207 6449 0 0,'20'-61'9234'0'0,"-21"77"-9064"0"0,1 1 0 0 0,0-1 0 0 0,2 0 0 0 0,-1 0-1 0 0,2 0 1 0 0,0 0 0 0 0,1-1 0 0 0,11 28 0 0 0,-12-37-120 0 0,-1 0 1 0 0,2 1-1 0 0,-1-1 0 0 0,1 0 1 0 0,-1-1-1 0 0,2 1 1 0 0,-1-1-1 0 0,1 0 1 0 0,-1 0-1 0 0,1 0 1 0 0,1 0-1 0 0,-1-1 0 0 0,1 0 1 0 0,0 0-1 0 0,-1-1 1 0 0,2 1-1 0 0,-1-1 1 0 0,0 0-1 0 0,1-1 1 0 0,-1 0-1 0 0,1 0 0 0 0,13 2 1 0 0,-18-4-56 0 0,1 1 1 0 0,-1-1-1 0 0,1 0 1 0 0,-1 0 0 0 0,1 0-1 0 0,-1-1 1 0 0,1 1-1 0 0,0-1 1 0 0,-1 1-1 0 0,1-1 1 0 0,-1 0-1 0 0,0 0 1 0 0,1 0-1 0 0,-1 0 1 0 0,0 0-1 0 0,0 0 1 0 0,1-1-1 0 0,-1 1 1 0 0,0-1-1 0 0,0 0 1 0 0,-1 0-1 0 0,1 1 1 0 0,0-1-1 0 0,0 0 1 0 0,-1 0-1 0 0,0-1 1 0 0,1 1-1 0 0,-1 0 1 0 0,0 0 0 0 0,2-5-1 0 0,1-6-39 0 0,0 0 0 0 0,-1 0 1 0 0,-1-1-1 0 0,2-24 0 0 0,2-11-2 0 0,-6 48 47 0 0,0 0 0 0 0,0 1-1 0 0,0-1 1 0 0,1 0 0 0 0,-1 0 0 0 0,0 0 0 0 0,0 0 0 0 0,1 1 0 0 0,-1-1 0 0 0,0 0 0 0 0,1 0-1 0 0,-1 0 1 0 0,1 1 0 0 0,-1-1 0 0 0,1 0 0 0 0,-1 1 0 0 0,1-1 0 0 0,-1 0 0 0 0,1 1-1 0 0,0-1 1 0 0,-1 1 0 0 0,1-1 0 0 0,0 1 0 0 0,-1-1 0 0 0,1 1 0 0 0,0 0 0 0 0,0-1 0 0 0,0 1-1 0 0,-1 0 1 0 0,1 0 0 0 0,0-1 0 0 0,0 1 0 0 0,0 0 0 0 0,0 0 0 0 0,-1 0 0 0 0,1 0-1 0 0,0 0 1 0 0,0 0 0 0 0,0 0 0 0 0,0 0 0 0 0,0 0 0 0 0,-1 1 0 0 0,1-1 0 0 0,0 0-1 0 0,1 1 1 0 0,4 2-13 0 0,0 1-1 0 0,0 0 0 0 0,0 0 1 0 0,11 9-1 0 0,9 7 383 0 0,-21-19-337 0 0,0 1 0 0 0,0-1 0 0 0,0 0 0 0 0,0 0 0 0 0,0 0 0 0 0,0-1 0 0 0,0 0 0 0 0,1 0 0 0 0,-1 0 0 0 0,0-1 0 0 0,0 0 1 0 0,0 0-1 0 0,0 0 0 0 0,0 0 0 0 0,0-1 0 0 0,0 0 0 0 0,-1 0 0 0 0,1 0 0 0 0,0 0 0 0 0,-1-1 0 0 0,0 0 0 0 0,0 0 0 0 0,0 0 1 0 0,0 0-1 0 0,0-1 0 0 0,0 0 0 0 0,5-6 0 0 0,-5 4 73 0 0,1 0 0 0 0,0 0 1 0 0,-1 0-1 0 0,0 0 0 0 0,-1 0 1 0 0,0-1-1 0 0,0 0 0 0 0,0 0 1 0 0,0 1-1 0 0,-1-2 0 0 0,-1 1 0 0 0,1 0 1 0 0,-1 0-1 0 0,0 0 0 0 0,0-1 1 0 0,-1 1-1 0 0,0-1 0 0 0,-3-13 1 0 0,-12-26 31 0 0,14 44-319 0 0,0 0 0 0 0,-1 0 0 0 0,1 1 0 0 0,-1-1-1 0 0,0 0 1 0 0,1 1 0 0 0,-1 0 0 0 0,0-1 0 0 0,0 1-1 0 0,-1 0 1 0 0,1 0 0 0 0,0 0 0 0 0,-5-3 0 0 0</inkml:trace>
</inkml:ink>
</file>

<file path=ppt/ink/ink4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1:47.44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 91 3681 0 0,'-1'-7'532'0'0,"0"0"1"0"0,0 0-1 0 0,0 0 1 0 0,1 0-1 0 0,-1 0 1 0 0,2 0-1 0 0,-1 0 1 0 0,1 0-1 0 0,3-12 1 0 0,-4 19-413 0 0,0 0 1 0 0,0-1 0 0 0,0 1-1 0 0,0-1 1 0 0,0 1-1 0 0,0 0 1 0 0,0-1-1 0 0,0 1 1 0 0,0 0-1 0 0,0-1 1 0 0,1 1 0 0 0,-1 0-1 0 0,0-1 1 0 0,2-1 843 0 0,-2 2-843 0 0,0 0-1 0 0,1-1 1 0 0,-1 1-1 0 0,0 0 1 0 0,1 0-1 0 0,-1 0 1 0 0,0 0 0 0 0,1 0-1 0 0,-1-1 1 0 0,0 1-1 0 0,1 0 1 0 0,-1 0-1 0 0,0 0 1 0 0,1 0-1 0 0,-1 0 1 0 0,1 0-1 0 0,13 11 2142 0 0,10 24-1064 0 0,-23-33-1017 0 0,30 53 224 0 0,-2 1-1 0 0,-3 1 1 0 0,-3 1 0 0 0,25 93 0 0 0,20 55-148 0 0,-19-60-3831 0 0,-44-134-456 0 0</inkml:trace>
</inkml:ink>
</file>

<file path=ppt/ink/ink4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1:47.79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9 4609 0 0,'4'-9'4737'0'0,"-1"12"-3833"0"0,6 8-107 0 0,0 1 0 0 0,-1 0 0 0 0,-1 0 1 0 0,0 0-1 0 0,-1 1 0 0 0,0 0 0 0 0,6 21 0 0 0,8 15 225 0 0,1-2-380 0 0,30 69-269 0 0,100 162-1 0 0,-125-244-3995 0 0</inkml:trace>
</inkml:ink>
</file>

<file path=ppt/ink/ink4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1:48.20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1 307 2304 0 0,'0'0'30'0'0,"0"0"1"0"0,-1 0-1 0 0,1 0 0 0 0,0 0 0 0 0,0 1 0 0 0,0-1 0 0 0,0 0 0 0 0,0 0 0 0 0,0 0 0 0 0,0 0 0 0 0,0 1 0 0 0,0-1 0 0 0,0 0 0 0 0,0 0 0 0 0,0 0 0 0 0,0 0 0 0 0,0 1 0 0 0,0-1 0 0 0,0 0 0 0 0,0 0 0 0 0,0 0 0 0 0,0 0 0 0 0,1 0 0 0 0,-1 1 0 0 0,0-1 0 0 0,0 0 0 0 0,0 0 0 0 0,0 0 0 0 0,0 0 0 0 0,0 0 0 0 0,0 1 0 0 0,1-1 0 0 0,-1 0 0 0 0,0 0 0 0 0,0 0 0 0 0,0 0 0 0 0,0 0 0 0 0,0 0 0 0 0,1 0 0 0 0,-1 0 0 0 0,0 0 0 0 0,0 0 0 0 0,0 0 0 0 0,0 1 0 0 0,1-1 0 0 0,-1 0 0 0 0,0 0 0 0 0,0 0 0 0 0,15 0 653 0 0,13-5-21 0 0,74-29 1361 0 0,49-32-3457 0 0,-45 18-454 0 0,-63 28 1047 0 0,54-36-1 0 0,-60 34 818 0 0,0 1-1 0 0,48-19 1878 0 0,-84 40-1383 0 0,0 0-1 0 0,0 0 1 0 0,0 0-1 0 0,0-1 1 0 0,0 1-1 0 0,9 3 3756 0 0,-7-2-3755 0 0,-1 0 108 0 0,-1 1 0 0 0,1-1 0 0 0,0 0 0 0 0,-1 1 1 0 0,1 0-1 0 0,-1-1 0 0 0,0 1 0 0 0,0 0 0 0 0,3 3 0 0 0,0 6 441 0 0,1 0 0 0 0,-1 0 0 0 0,3 15 0 0 0,-1-5-1016 0 0,19 69 576 0 0,-16-54-1695 0 0,26 66-1 0 0,-32-97-110 0 0</inkml:trace>
</inkml:ink>
</file>

<file path=ppt/ink/ink4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1:48.35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13 38 6913 0 0,'-4'-7'305'0'0,"1"1"63"0"0,0 2-296 0 0,2 1-72 0 0,2 0 0 0 0,-1 2 0 0 0,0-1 0 0 0,-1-1 80 0 0,1 0-80 0 0,-2-1 80 0 0,2 3-376 0 0,2 1-80 0 0,-1 1-9 0 0,1 2-7 0 0,-1 1 296 0 0</inkml:trace>
</inkml:ink>
</file>

<file path=ppt/ink/ink4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1:48.89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233 52 1840 0 0,'-5'-6'535'0'0,"-1"1"0"0"0,0 0 0 0 0,0 1 0 0 0,-1 0 0 0 0,1 0 0 0 0,-1 0 0 0 0,0 0 0 0 0,0 1 0 0 0,0 1 0 0 0,0-1 0 0 0,-1 1 0 0 0,-13-2 0 0 0,17 3-384 0 0,1 1 1 0 0,-1 0 0 0 0,0-1 0 0 0,0 2-1 0 0,0-1 1 0 0,0 0 0 0 0,0 1-1 0 0,0 0 1 0 0,0 0 0 0 0,0 0-1 0 0,1 0 1 0 0,-1 1 0 0 0,0-1 0 0 0,1 1-1 0 0,-1 0 1 0 0,1 0 0 0 0,0 1-1 0 0,0-1 1 0 0,0 0 0 0 0,0 1 0 0 0,0 0-1 0 0,0 0 1 0 0,0 0 0 0 0,1 0-1 0 0,0 0 1 0 0,-3 5 0 0 0,5-8-146 0 0,-7 13 354 0 0,0 0 0 0 0,0 0 1 0 0,-7 23-1 0 0,13-33-356 0 0,1 1 0 0 0,-1-1 0 0 0,0 1 0 0 0,1-1 0 0 0,0 1 0 0 0,-1-1 0 0 0,2 1 0 0 0,-1-1 0 0 0,1 7 0 0 0,0-9-23 0 0,-1 1 1 0 0,1-1 0 0 0,-1 1-1 0 0,1-1 1 0 0,0 1-1 0 0,0-1 1 0 0,-1 0 0 0 0,1 1-1 0 0,0-1 1 0 0,0 0 0 0 0,1 0-1 0 0,-1 1 1 0 0,0-1-1 0 0,0 0 1 0 0,0 0 0 0 0,1-1-1 0 0,-1 1 1 0 0,1 0 0 0 0,-1 0-1 0 0,0-1 1 0 0,1 1-1 0 0,1 0 1 0 0,-1 0 5 0 0,1-1-1 0 0,-1 0 1 0 0,0 1 0 0 0,0-1-1 0 0,1 0 1 0 0,-1 0 0 0 0,0 0-1 0 0,0-1 1 0 0,0 1 0 0 0,1 0 0 0 0,-1-1-1 0 0,0 1 1 0 0,0-1 0 0 0,0 0-1 0 0,0 0 1 0 0,0 0 0 0 0,0 0-1 0 0,0 0 1 0 0,0 0 0 0 0,0-1-1 0 0,0 1 1 0 0,-1-1 0 0 0,1 1-1 0 0,2-4 1 0 0,5-5 19 0 0,0-1 1 0 0,-2 0-1 0 0,9-14 0 0 0,2-4 498 0 0,-17 27-389 0 0,1 1 0 0 0,-1-1 0 0 0,0 0 0 0 0,1 1 1 0 0,-1-1-1 0 0,1 1 0 0 0,-1-1 0 0 0,1 1 0 0 0,0 0 0 0 0,-1-1 0 0 0,1 1 0 0 0,0 0 0 0 0,0 0 0 0 0,0 0 1 0 0,0 1-1 0 0,3-2 0 0 0,-3 2-8 0 0,-1 1 0 0 0,1-1 0 0 0,-1 0 0 0 0,1 1 0 0 0,-1 0 0 0 0,1-1 0 0 0,-1 1 0 0 0,0 0 0 0 0,1-1 0 0 0,-1 1 0 0 0,0 0 0 0 0,1 0 0 0 0,-1 0 0 0 0,0 0 0 0 0,0 0 0 0 0,0 1 0 0 0,0-1 0 0 0,0 0 0 0 0,0 0 0 0 0,0 1 0 0 0,0-1 0 0 0,-1 1 0 0 0,2 1 0 0 0,9 18 40 0 0,-1 0-1 0 0,0 0 1 0 0,-2 1-1 0 0,-1 1 1 0 0,0 0 0 0 0,6 42-1 0 0,-9-29 66 0 0,-1 0-1 0 0,-2 0 1 0 0,-5 65-1 0 0,2-94-215 0 0,1 0 0 0 0,-1 1 0 0 0,0-1 0 0 0,0 0 0 0 0,-1 0 0 0 0,0 0 0 0 0,0 0 0 0 0,-7 9 0 0 0,9-15-2 0 0,1 1 1 0 0,-1-1-1 0 0,0 0 0 0 0,0 1 1 0 0,0-1-1 0 0,0 0 0 0 0,-1 0 1 0 0,1 1-1 0 0,0-1 0 0 0,0 0 0 0 0,-1 0 1 0 0,1 0-1 0 0,-1 0 0 0 0,1-1 1 0 0,-1 1-1 0 0,1 0 0 0 0,-1-1 1 0 0,1 1-1 0 0,-1-1 0 0 0,0 1 1 0 0,1-1-1 0 0,-1 0 0 0 0,1 1 0 0 0,-1-1 1 0 0,0 0-1 0 0,0 0 0 0 0,1 0 1 0 0,-1-1-1 0 0,1 1 0 0 0,-1 0 1 0 0,0-1-1 0 0,1 1 0 0 0,-1-1 1 0 0,0 1-1 0 0,1-1 0 0 0,-1 0 0 0 0,1 0 1 0 0,0 1-1 0 0,-1-1 0 0 0,1 0 1 0 0,-1 0-1 0 0,1 0 0 0 0,-2-3 1 0 0,2 3-194 0 0,-1-1 0 0 0,1 1 0 0 0,-1-1 0 0 0,1 0 0 0 0,0 0 0 0 0,0 0 0 0 0,0 0 1 0 0,0 0-1 0 0,0 0 0 0 0,0 0 0 0 0,-1-4 0 0 0,0-15-4879 0 0,3 4-453 0 0</inkml:trace>
</inkml:ink>
</file>

<file path=ppt/ink/ink4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1:49.64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45 8 7370 0 0,'-3'-1'330'0'0,"-27"-6"4088"0"0,20 12-2163 0 0,9-4-2198 0 0,1-1 0 0 0,0 1 0 0 0,0 0 0 0 0,0 0 1 0 0,0 0-1 0 0,0 0 0 0 0,0 0 0 0 0,0 0 0 0 0,0 0 1 0 0,0-1-1 0 0,0 1 0 0 0,0 0 0 0 0,1 0 0 0 0,-1 0 0 0 0,0 0 1 0 0,0 0-1 0 0,2 1 0 0 0,93 245 3833 0 0,-88-232-3888 0 0,26 55 36 0 0,-29-64-37 0 0,-1 0 0 0 0,1-1 1 0 0,0 1-1 0 0,0-1 0 0 0,0 0 0 0 0,1 0 0 0 0,0 0 1 0 0,0-1-1 0 0,6 5 0 0 0,-10-9-22 0 0,0 0 0 0 0,-1 0 0 0 0,1 0 1 0 0,0 0-1 0 0,-1-1 0 0 0,1 1 0 0 0,0 0 0 0 0,-1 0 0 0 0,1 0 0 0 0,-1-1 0 0 0,1 1 0 0 0,0 0 1 0 0,-1-1-1 0 0,1 1 0 0 0,-1 0 0 0 0,1-1 0 0 0,-1 1 0 0 0,1-1 0 0 0,-1 1 0 0 0,1-1 0 0 0,-1 1 0 0 0,1-1 1 0 0,-1 1-1 0 0,0-1 0 0 0,1 0 0 0 0,-1 1 0 0 0,0-1 0 0 0,1 1 0 0 0,-1-1 0 0 0,0 0 0 0 0,0 1 1 0 0,0-1-1 0 0,0 0 0 0 0,1 1 0 0 0,-1-2 0 0 0,9-32-441 0 0,-8 30 408 0 0,1-3-15 0 0,4-22-20 0 0,2 0-1 0 0,1 0 1 0 0,1 1 0 0 0,1 1 0 0 0,27-49 0 0 0,-38 75 132 0 0,1 0 1 0 0,-1-1 0 0 0,1 1-1 0 0,0 0 1 0 0,-1 0-1 0 0,1 0 1 0 0,0 0 0 0 0,0 0-1 0 0,0 0 1 0 0,0 0-1 0 0,-1 0 1 0 0,1 0 0 0 0,1 1-1 0 0,-1-1 1 0 0,0 0 0 0 0,0 0-1 0 0,0 1 1 0 0,0-1-1 0 0,0 1 1 0 0,1-1 0 0 0,-1 1-1 0 0,0 0 1 0 0,0-1-1 0 0,1 1 1 0 0,-1 0 0 0 0,0 0-1 0 0,1 0 1 0 0,-1 0 0 0 0,0 0-1 0 0,0 0 1 0 0,1 0-1 0 0,-1 0 1 0 0,0 1 0 0 0,1-1-1 0 0,-1 0 1 0 0,0 1-1 0 0,0-1 1 0 0,0 1 0 0 0,0 0-1 0 0,1-1 1 0 0,-1 1 0 0 0,0 0-1 0 0,0-1 1 0 0,0 1-1 0 0,0 0 1 0 0,1 1 0 0 0,5 6 332 0 0,-1 0 1 0 0,1 1-1 0 0,-1 0 0 0 0,9 17 1 0 0,-2-4-226 0 0,-10-18-182 0 0,-1-1-1 0 0,1 1 0 0 0,0-1 0 0 0,1 0 1 0 0,-1 0-1 0 0,1 0 0 0 0,-1-1 1 0 0,1 1-1 0 0,0-1 0 0 0,0 0 1 0 0,0 0-1 0 0,0 0 0 0 0,0-1 1 0 0,0 0-1 0 0,1 1 0 0 0,-1-1 0 0 0,0-1 1 0 0,1 1-1 0 0,-1 0 0 0 0,1-1 1 0 0,-1 0-1 0 0,1 0 0 0 0,-1-1 1 0 0,0 1-1 0 0,1-1 0 0 0,-1 0 0 0 0,0 0 1 0 0,1 0-1 0 0,7-4 0 0 0,13-5-1008 0 0</inkml:trace>
</inkml:ink>
</file>

<file path=ppt/ink/ink4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1:51.65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107 13 1840 0 0,'-4'-11'6357'0'0,"3"11"-6250"0"0,1-1 1 0 0,-1 1-1 0 0,1 0 0 0 0,-1 0 1 0 0,1 0-1 0 0,-1 0 0 0 0,0 0 1 0 0,1 0-1 0 0,-1 0 0 0 0,1 0 0 0 0,-1 0 1 0 0,0 0-1 0 0,1 0 0 0 0,-1 1 1 0 0,1-1-1 0 0,-1 0 0 0 0,1 0 1 0 0,-1 1-1 0 0,1-1 0 0 0,-1 0 1 0 0,1 0-1 0 0,-1 1 0 0 0,1-1 1 0 0,-2 1-1 0 0,0 1-26 0 0,0 0 1 0 0,0 0 0 0 0,0-1-1 0 0,0 1 1 0 0,1 1-1 0 0,-1-1 1 0 0,1 0-1 0 0,-1 0 1 0 0,1 1-1 0 0,-1-1 1 0 0,0 4 0 0 0,-11 55 773 0 0,-10 114 1 0 0,13 64-75 0 0,2-36-633 0 0,-2 290-88 0 0,8-202 315 0 0,16 500 882 0 0,2-343-1063 0 0,12 173 1529 0 0,-14-430-743 0 0,0 10-299 0 0,44 223 0 0 0,-35-293-566 0 0,8 32-822 0 0,-21-139-1561 0 0</inkml:trace>
</inkml:ink>
</file>

<file path=ppt/ink/ink4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1:52.52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223 376 1376 0 0,'-10'10'284'0'0,"0"1"-1"0"0,0 1 1 0 0,-13 19-1 0 0,1-1 52 0 0,3-6-5 0 0,-7 8 557 0 0,1 1-1 0 0,1 1 1 0 0,-27 55-1 0 0,49-81 442 0 0,4-7-353 0 0,13-10 181 0 0,16-19-167 0 0,-7-4-669 0 0,-1-1-1 0 0,-1-1 1 0 0,-2-1-1 0 0,24-56 1 0 0,10-18 553 0 0,78-139 530 0 0,-125 235-1216 0 0,-4 6-52 0 0,0 1 1 0 0,0 0 0 0 0,0 1-1 0 0,1-1 1 0 0,0 0-1 0 0,0 1 1 0 0,8-8-1 0 0,-10 12-99 0 0,-1 0 0 0 0,1 1 0 0 0,-1-1-1 0 0,0 1 1 0 0,1-1 0 0 0,-1 1 0 0 0,1 0 0 0 0,-1 0-1 0 0,1 0 1 0 0,0 0 0 0 0,-1 0 0 0 0,1 0 0 0 0,-1 0-1 0 0,1 0 1 0 0,-1 1 0 0 0,1-1 0 0 0,-1 0 0 0 0,0 1-1 0 0,1 0 1 0 0,-1-1 0 0 0,1 1 0 0 0,-1 0 0 0 0,2 0-1 0 0,33 24 166 0 0,-31-21-122 0 0,35 27 319 0 0,-2 1 1 0 0,-1 2-1 0 0,-2 1 1 0 0,-1 2-1 0 0,-2 2 1 0 0,-2 1-1 0 0,35 59 0 0 0,-57-85-616 0 0,1 0 0 0 0,13 16 0 0 0,-5-12-420 0 0</inkml:trace>
</inkml:ink>
</file>

<file path=ppt/ink/ink4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2:07.39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40 4835 1376 0 0,'-4'0'608'0'0,"0"0"-166"0"0,1 0-1 0 0,-1 0 1 0 0,1 0 0 0 0,0 0 0 0 0,-1 0 0 0 0,1 1-1 0 0,-1 0 1 0 0,-4 1 0 0 0,14-4-33 0 0,0 0 1 0 0,0 0-1 0 0,0 0 0 0 0,0 1 0 0 0,0 0 1 0 0,0 0-1 0 0,0 1 0 0 0,0 0 1 0 0,1 0-1 0 0,8 1 0 0 0,16 0-250 0 0,0-2-1 0 0,0-1 0 0 0,0-2 1 0 0,-1 0-1 0 0,0-2 0 0 0,0-2 1 0 0,0-1-1 0 0,-1-1 0 0 0,0-1 1 0 0,32-18-1 0 0,137-86 902 0 0,-132 75-1041 0 0,-48 28-29 0 0,-1 0 1 0 0,0-2-1 0 0,0 0 0 0 0,-2 0 1 0 0,0-2-1 0 0,16-20 0 0 0,70-113 148 0 0,-35 49 99 0 0,81-146-244 0 0,2-2 78 0 0,-147 245-67 0 0,43-59 24 0 0,-2-2 1 0 0,-4-1-1 0 0,34-77 0 0 0,-26 33 164 0 0,-5-3 0 0 0,35-150 0 0 0,-26-66 1090 0 0,-36 217-1156 0 0,61-389-102 0 0,-35 239 16 0 0,-23 150 6 0 0,4 0-1 0 0,55-160 0 0 0,99-181-109 0 0,-169 438 64 0 0,121-250 1 0 0,-109 232-3 0 0,2 1 0 0 0,0 1 1 0 0,2 1-1 0 0,1 1 0 0 0,53-48 0 0 0,-4 13-47 0 0,-23 19-17 0 0,75-52-1 0 0,-111 87 56 0 0,2 1 0 0 0,-1 1 0 0 0,1 0 0 0 0,0 1 1 0 0,0 1-1 0 0,1 0 0 0 0,0 1 0 0 0,0 1 0 0 0,0 1 0 0 0,0 0 0 0 0,26 2 0 0 0,16 3-51 0 0,0 3 0 0 0,59 13 1 0 0,-40-5 41 0 0,163 30 127 0 0,-190-31-80 0 0,0 2 0 0 0,79 33 0 0 0,-39-11 271 0 0,-63-27-245 0 0,-1 1 0 0 0,-1 0 1 0 0,0 2-1 0 0,0 1 0 0 0,41 31 1 0 0,74 80 1080 0 0,-117-101-1011 0 0,-2 1 0 0 0,0 1 0 0 0,28 45-1 0 0,117 170 699 0 0,-140-204-793 0 0,-1 2 1 0 0,35 72 0 0 0,26 89 131 0 0,-46-99-129 0 0,-2-11-21 0 0,-10-27 8 0 0,-3 2 0 0 0,20 73 0 0 0,-16 5 47 0 0,-17-76 25 0 0,40 123 0 0 0,-10-57 92 0 0,-28-79-215 0 0,32 72-1 0 0,145 305 34 0 0,-146-328 25 0 0,153 330-82 0 0,70 28 129 0 0,-203-354-29 0 0,46 65 119 0 0,-91-145-142 0 0,0 0 0 0 0,2-2-1 0 0,1-1 1 0 0,27 23 0 0 0,60 42 248 0 0,226 138 0 0 0,-299-208-177 0 0,1-2 0 0 0,1-1 0 0 0,1-2 1 0 0,83 17-1 0 0,173 10 240 0 0,-235-37-227 0 0,79-5 0 0 0,44 1 62 0 0,-167 1-467 0 0,0-1 1 0 0,1-1-1 0 0,-1-1 1 0 0,0-1-1 0 0,0 0 1 0 0,-1-1-1 0 0,1-1 0 0 0,-1-1 1 0 0,0 0-1 0 0,0-2 1 0 0,20-11-1 0 0,-18 8-6127 0 0</inkml:trace>
</inkml:ink>
</file>

<file path=ppt/ink/ink4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2:08.14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0 141 3225 0 0,'0'-1'31'0'0,"1"0"0"0"0,-1 0 0 0 0,1 0-1 0 0,-1 1 1 0 0,1-1 0 0 0,-1 0 0 0 0,1 0 0 0 0,-1 0 0 0 0,1 1 0 0 0,0-1 0 0 0,-1 0 0 0 0,1 1 0 0 0,0-1 0 0 0,0 1 0 0 0,-1-1 0 0 0,1 1 0 0 0,0-1 0 0 0,0 1 0 0 0,0-1-1 0 0,0 1 1 0 0,0 0 0 0 0,1-1 0 0 0,27-8 636 0 0,-17 5-249 0 0,23-8 315 0 0,9-5 356 0 0,1 2 0 0 0,1 2 0 0 0,83-13 0 0 0,-100 24-1046 0 0,-2-2 0 0 0,51-14 1 0 0,-62 12-354 0 0</inkml:trace>
</inkml:ink>
</file>

<file path=ppt/ink/ink4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2:11.06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740 241 2633 0 0,'-29'1'81'0'0,"0"1"1"0"0,0 1-1 0 0,0 2 1 0 0,0 1 0 0 0,-28 10-1 0 0,3 3 1227 0 0,-83 42-1 0 0,126-55-1169 0 0,-29 13 597 0 0,2 2 0 0 0,-50 35 0 0 0,76-47-552 0 0,1 0-1 0 0,0 1 1 0 0,1 1-1 0 0,0 0 1 0 0,0 0-1 0 0,1 1 1 0 0,1 0-1 0 0,0 0 1 0 0,1 1-1 0 0,0 0 1 0 0,-5 15-1 0 0,-2 17-122 0 0,2 0 0 0 0,2 2 0 0 0,2-1 0 0 0,2 1 0 0 0,2 0 0 0 0,3 70 0 0 0,3-88-100 0 0,1-1 0 0 0,1 0 0 0 0,2 0 0 0 0,0 0 0 0 0,2-1 0 0 0,16 38 0 0 0,-9-32-16 0 0,1-1 0 0 0,1 0 0 0 0,2-2 0 0 0,37 47 0 0 0,-33-51-107 0 0,1-2-1 0 0,1-1 1 0 0,1-1 0 0 0,0-1-1 0 0,2-1 1 0 0,0-2-1 0 0,2-1 1 0 0,0-1 0 0 0,0-1-1 0 0,43 13 1 0 0,6-3-291 0 0,1-3 0 0 0,1-4 0 0 0,87 7 0 0 0,-131-21 406 0 0,-1-3 0 0 0,1 0 0 0 0,54-8 0 0 0,109-25-20 0 0,-74 10 318 0 0,356-70 3074 0 0,-450 83-2996 0 0,0-1 0 0 0,-1-1 0 0 0,-1-2-1 0 0,0 0 1 0 0,-1-3 0 0 0,0 0 0 0 0,-1-2-1 0 0,-1-1 1 0 0,-1-1 0 0 0,0-1 0 0 0,31-36-1 0 0,-26 23 146 0 0,-1-1 0 0 0,-2-1 0 0 0,-2-2 0 0 0,-1-1 0 0 0,-2-1 0 0 0,-2-1 0 0 0,27-73 0 0 0,-39 88-393 0 0,-1-1 0 0 0,-2 0 0 0 0,-1 0 1 0 0,-1-1-1 0 0,-1 1 0 0 0,-1-1 0 0 0,-2 0 1 0 0,-4-41-1 0 0,1 47-31 0 0,-1 1 0 0 0,0 1 0 0 0,-2-1 1 0 0,-1 1-1 0 0,0 0 0 0 0,-1 0 0 0 0,-1 1 0 0 0,-1 0 0 0 0,-1 1 1 0 0,0 0-1 0 0,-24-28 0 0 0,-29-28 522 0 0,-140-126 0 0 0,180 180-450 0 0,-2 1-1 0 0,0 1 0 0 0,-1 1 0 0 0,-1 2 0 0 0,0 0 1 0 0,-1 2-1 0 0,-1 1 0 0 0,0 2 0 0 0,-62-14 1 0 0,13 13-109 0 0,-1 4 1 0 0,0 3-1 0 0,-154 12 1 0 0,109 7-979 0 0,-217 54 1 0 0,281-52 94 0 0,1 2 0 0 0,0 2 0 0 0,-78 41-1 0 0,81-25-601 0 0,21-8-2395 0 0,8-2-661 0 0</inkml:trace>
</inkml:ink>
</file>

<file path=ppt/ink/ink4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2:12.86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2295 241 1840 0 0,'-7'-5'382'0'0,"-1"0"-1"0"0,0 0 0 0 0,0 0 1 0 0,0 1-1 0 0,0 0 1 0 0,-1 1-1 0 0,-15-5 0 0 0,-15-6 640 0 0,35 12-974 0 0,-16-8 687 0 0,-1 1 0 0 0,0 1 1 0 0,0 1-1 0 0,-1 1 0 0 0,0 0 0 0 0,-35-3 0 0 0,-87-3 1339 0 0,-182-6 2217 0 0,293 18-4176 0 0,-79-1 240 0 0,0 5-1 0 0,-113 18 1 0 0,72 0 189 0 0,-67 14-12 0 0,189-29-486 0 0,0 2 0 0 0,1 1 0 0 0,0 2 0 0 0,1 1 0 0 0,-30 18 0 0 0,25-11-63 0 0,2 2 0 0 0,0 1 0 0 0,1 1 0 0 0,1 2 0 0 0,2 1 0 0 0,1 2 0 0 0,1 0-1 0 0,1 2 1 0 0,2 0 0 0 0,1 2 0 0 0,1 1 0 0 0,2 0 0 0 0,2 1 0 0 0,1 1 0 0 0,1 1 0 0 0,3 0-1 0 0,1 1 1 0 0,-11 66 0 0 0,17-69-46 0 0,2 1 0 0 0,1 0 0 0 0,2-1 0 0 0,1 1 0 0 0,2 0 0 0 0,2 0 0 0 0,1-1 0 0 0,2 0 0 0 0,1 0 0 0 0,2-1 0 0 0,1 0 0 0 0,1-1 0 0 0,3-1 0 0 0,0 0 0 0 0,39 56 0 0 0,-36-65-20 0 0,0 0 1 0 0,1-1-1 0 0,1-2 1 0 0,39 31-1 0 0,104 59-522 0 0,-115-79 534 0 0,12 4-112 0 0,2-3 0 0 0,1-2 0 0 0,1-3 0 0 0,123 33 0 0 0,-141-50 81 0 0,57 6 0 0 0,-42-7 52 0 0,3-3 38 0 0,0-2 0 0 0,1-3 0 0 0,64-8 0 0 0,215-46 746 0 0,-182 22-646 0 0,109-22 31 0 0,-192 33-73 0 0,97-36-1 0 0,-144 43 60 0 0,0-2 0 0 0,0-1 0 0 0,-2-2 0 0 0,0-1-1 0 0,39-32 1 0 0,124-113 275 0 0,-128 109-264 0 0,46-45 398 0 0,-99 86-454 0 0,-1 0 0 0 0,-1 0 1 0 0,0-1-1 0 0,-1 0 0 0 0,0-1 1 0 0,8-19-1 0 0,2-16 72 0 0,-2-1-1 0 0,-2 0 1 0 0,-2-1 0 0 0,-3-1-1 0 0,-2 0 1 0 0,-2-1 0 0 0,-3 1-1 0 0,-2-1 1 0 0,-3 0 0 0 0,-13-102-1 0 0,10 135-95 0 0,0 1 0 0 0,-2-1 0 0 0,0 1 0 0 0,-1 0 0 0 0,-1 1 0 0 0,-1 0 0 0 0,-1 0 0 0 0,-1 1 0 0 0,-1 0 0 0 0,0 1-1 0 0,-1 0 1 0 0,-1 1 0 0 0,-1 0 0 0 0,0 2 0 0 0,-1-1 0 0 0,-21-13 0 0 0,-5-1 135 0 0,-65-33 1 0 0,82 51-144 0 0,-1 1-1 0 0,0 1 1 0 0,0 1 0 0 0,-39-7 0 0 0,-394-43 49 0 0,159 56-203 0 0,153 6-350 0 0,86-1-295 0 0,-1 2 0 0 0,1 3 0 0 0,0 3 0 0 0,1 3 0 0 0,-74 24 0 0 0,113-29-910 0 0,3 1-3827 0 0</inkml:trace>
</inkml:ink>
</file>

<file path=ppt/ink/ink4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2:30.8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78 147 456 0 0,'-12'-95'920'0'0,"8"53"355"0"0,4 42-1209 0 0,1-1 0 0 0,-1 1 0 0 0,0 0 0 0 0,0-1 0 0 0,0 1 0 0 0,0 0 0 0 0,0-1 0 0 0,0 1 0 0 0,0 0 0 0 0,0-1 0 0 0,0 1-1 0 0,0 0 1 0 0,-1 0 0 0 0,1-1 0 0 0,0 1 0 0 0,0 0 0 0 0,0-1 0 0 0,0 1 0 0 0,0 0 0 0 0,0 0 0 0 0,-1-1 0 0 0,1 1 0 0 0,0 0 0 0 0,0 0 0 0 0,0 0 0 0 0,-1-1 0 0 0,1 1-1 0 0,0 0 1 0 0,0 0 0 0 0,-1 0 0 0 0,1-1 0 0 0,0 1 0 0 0,0 0 0 0 0,-1 0 0 0 0,1 0 0 0 0,0 0 0 0 0,-1 0 0 0 0,1 0 0 0 0,-1 0 0 0 0,-9 9 1689 0 0,-6 19-365 0 0,9-7-969 0 0,2-1 0 0 0,0 1 0 0 0,1 1 0 0 0,-1 23 0 0 0,2 89 467 0 0,3-113-753 0 0,26 448 1536 0 0,24-82-878 0 0,3 37 303 0 0,-37-30-114 0 0,-13-259-795 0 0,2 12 315 0 0,7-1-1 0 0,32 152 1 0 0,60 383-14 0 0,-88-471-445 0 0,12 123 82 0 0,37 218 672 0 0,-46-377-422 0 0,18 212 1246 0 0,-35-353-1490 0 0,33 384 442 0 0,-33-405-580 0 0,-1 0-2 0 0,1-1 0 0 0,0 1 0 0 0,0-1-1 0 0,1 1 1 0 0,1-1 0 0 0,0 0 0 0 0,9 17 0 0 0,-9-24-1469 0 0</inkml:trace>
</inkml:ink>
</file>

<file path=ppt/ink/ink4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2:31.90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60 25 3225 0 0,'-1'-2'198'0'0,"0"0"-1"0"0,-1 1 1 0 0,1-1 0 0 0,-1 0 0 0 0,1 1 0 0 0,-1-1 0 0 0,0 1 0 0 0,0-1 0 0 0,0 1 0 0 0,1 0-1 0 0,-1-1 1 0 0,0 1 0 0 0,-1 0 0 0 0,1 0 0 0 0,0 1 0 0 0,-3-2 0 0 0,4 2-99 0 0,0 0 1 0 0,0-1-1 0 0,0 1 1 0 0,0 0 0 0 0,1 0-1 0 0,-1 0 1 0 0,0 0-1 0 0,0 0 1 0 0,0 0-1 0 0,0 0 1 0 0,0 1 0 0 0,1-1-1 0 0,-1 0 1 0 0,0 0-1 0 0,0 1 1 0 0,0-1 0 0 0,1 0-1 0 0,-1 1 1 0 0,0-1-1 0 0,0 1 1 0 0,1-1-1 0 0,-1 1 1 0 0,0-1 0 0 0,1 1-1 0 0,-1-1 1 0 0,1 1-1 0 0,-1 0 1 0 0,0-1 0 0 0,1 1-1 0 0,0 0 1 0 0,-1 0-1 0 0,1-1 1 0 0,-1 1-1 0 0,1 0 1 0 0,0 0 0 0 0,0 0-1 0 0,-1-1 1 0 0,1 1-1 0 0,0 0 1 0 0,0 0 0 0 0,0 0-1 0 0,0 0 1 0 0,0 0-1 0 0,0-1 1 0 0,0 1-1 0 0,0 1 1 0 0,5 103 1297 0 0,27 151 0 0 0,-8-90-950 0 0,13 307-159 0 0,-10-56-145 0 0,-10-186-33 0 0,-4 8-110 0 0,19 217 0 0 0,-3-55 0 0 0,-12-135 0 0 0,-5-80-5 0 0,11 106 18 0 0,24-5-109 0 0,-11-153 162 0 0,18 92 200 0 0,-2 102 764 0 0,25 147 2581 0 0,-72-453-3884 0 0,2 20 788 0 0,-7-14-6211 0 0</inkml:trace>
</inkml:ink>
</file>

<file path=ppt/ink/ink4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2:35.72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106 31 2304 0 0,'-20'-19'3388'0'0,"19"18"-3184"0"0,0 0 0 0 0,1 0-1 0 0,-1 1 1 0 0,0-1 0 0 0,0 0 0 0 0,0 0 0 0 0,-1 0 0 0 0,1 1-1 0 0,0-1 1 0 0,0 0 0 0 0,0 1 0 0 0,0-1 0 0 0,-1 1 0 0 0,1 0 0 0 0,0-1-1 0 0,0 1 1 0 0,-1 0 0 0 0,1 0 0 0 0,0-1 0 0 0,-1 1 0 0 0,1 0-1 0 0,0 1 1 0 0,-1-1 0 0 0,1 0 0 0 0,0 0 0 0 0,0 0 0 0 0,-1 1-1 0 0,1-1 1 0 0,0 1 0 0 0,0-1 0 0 0,-1 1 0 0 0,0 0 0 0 0,-8 6 1418 0 0,10-7-1557 0 0,-1 1 0 0 0,0-1-1 0 0,0 1 1 0 0,0-1 0 0 0,1 1 0 0 0,-1 0 0 0 0,0-1 0 0 0,1 1-1 0 0,-1 0 1 0 0,0-1 0 0 0,1 1 0 0 0,-1 0 0 0 0,1 0 0 0 0,0 0-1 0 0,-1-1 1 0 0,1 1 0 0 0,-1 0 0 0 0,1 0 0 0 0,0 0 0 0 0,0 0-1 0 0,-1 1 1 0 0,-10 21 1457 0 0,10-21-1420 0 0,-1 0 0 0 0,1 1 0 0 0,0-1-1 0 0,0 0 1 0 0,0 1 0 0 0,0-1 0 0 0,0 1 0 0 0,0 0 0 0 0,1-1-1 0 0,-1 4 1 0 0,0 9 108 0 0,0 0-1 0 0,1 0 1 0 0,1 0 0 0 0,4 22-1 0 0,-2-22-29 0 0,1 0-1 0 0,1 1 1 0 0,0-2 0 0 0,1 1-1 0 0,1-1 1 0 0,0 1-1 0 0,10 13 1 0 0,-14-24-171 0 0,0-1 0 0 0,0 1 0 0 0,0-1 1 0 0,1 0-1 0 0,-1 0 0 0 0,1 0 0 0 0,0 0 1 0 0,-1 0-1 0 0,1-1 0 0 0,1 0 0 0 0,-1 0 1 0 0,0 0-1 0 0,0 0 0 0 0,1-1 0 0 0,-1 0 1 0 0,1 0-1 0 0,-1 0 0 0 0,1 0 0 0 0,0-1 1 0 0,-1 1-1 0 0,1-1 0 0 0,-1-1 0 0 0,1 1 1 0 0,0-1-1 0 0,-1 1 0 0 0,9-4 0 0 0,1 1 38 0 0,-1-1 0 0 0,0-1 0 0 0,1 0 0 0 0,-2-1-1 0 0,1 0 1 0 0,-1-1 0 0 0,19-13 0 0 0,-18 10-269 0 0,-1-1-1 0 0,-1 0 1 0 0,0-1 0 0 0,12-16 0 0 0,0-8-6330 0 0,-15 22 711 0 0</inkml:trace>
</inkml:ink>
</file>

<file path=ppt/ink/ink4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2:36.08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0 120 2128 0 0,'7'2'1399'0'0,"-1"1"0"0"0,0-1 0 0 0,1 1 0 0 0,-1 0 0 0 0,11 8 0 0 0,43 29 2440 0 0,-59-39-3757 0 0,30 25 1239 0 0,-26-22-1231 0 0,-1 0 1 0 0,0 0 0 0 0,1 0 0 0 0,0 0 0 0 0,0-1-1 0 0,0 0 1 0 0,1 0 0 0 0,-1 0 0 0 0,1 0-1 0 0,-1-1 1 0 0,11 3 0 0 0,-1-1-56 0 0,-13-3-49 0 0,0-1-1 0 0,0 1 1 0 0,1 0 0 0 0,-1-1 0 0 0,0 1-1 0 0,0-1 1 0 0,0 0 0 0 0,1 0 0 0 0,3 0-1 0 0,-6 0-9 0 0,1-1-1 0 0,0 1 0 0 0,0-1 0 0 0,-1 1 1 0 0,1-1-1 0 0,0 1 0 0 0,-1-1 0 0 0,1 0 1 0 0,-1 1-1 0 0,1-1 0 0 0,-1 0 0 0 0,1 0 0 0 0,-1 1 1 0 0,1-1-1 0 0,-1 0 0 0 0,0 0 0 0 0,1 1 1 0 0,-1-1-1 0 0,0 0 0 0 0,0 0 0 0 0,0 0 0 0 0,1 0 1 0 0,-1 0-1 0 0,0 1 0 0 0,0-1 0 0 0,0 0 1 0 0,0 0-1 0 0,-1 0 0 0 0,1 0 0 0 0,0 0 1 0 0,-1-1-1 0 0,-1-12-425 0 0,0 1 1 0 0,-2-1-1 0 0,-5-15 1 0 0,4 15 437 0 0,1-1 0 0 0,0 0 0 0 0,-2-20 1 0 0,6 31 101 0 0,0 0 1 0 0,0 0 0 0 0,0 0 0 0 0,0-1 0 0 0,1 1-1 0 0,-1 0 1 0 0,1 0 0 0 0,0 0 0 0 0,1 0 0 0 0,-1 0 0 0 0,0 1-1 0 0,1-1 1 0 0,0 0 0 0 0,0 1 0 0 0,0-1 0 0 0,6-5-1 0 0,-7 7-34 0 0,0 1 0 0 0,1 0 1 0 0,-1-1-1 0 0,1 1 0 0 0,-1 0 0 0 0,1 0 0 0 0,0 0 0 0 0,0 0 0 0 0,-1 1 0 0 0,1-1 0 0 0,0 0 0 0 0,0 1 0 0 0,0-1 0 0 0,0 1 0 0 0,0 0 0 0 0,0-1 0 0 0,0 1 0 0 0,-1 0 0 0 0,1 0 0 0 0,0 0 0 0 0,0 1 1 0 0,0-1-1 0 0,0 0 0 0 0,0 1 0 0 0,0-1 0 0 0,0 1 0 0 0,0 0 0 0 0,-1-1 0 0 0,4 3 0 0 0,5 2 69 0 0,0 1 0 0 0,0 1 1 0 0,17 13-1 0 0,-10-6-231 0 0,-11-10-432 0 0,1 0-1 0 0,-1 0 1 0 0,1 0 0 0 0,9 3 0 0 0,-1-3-4961 0 0</inkml:trace>
</inkml:ink>
</file>

<file path=ppt/ink/ink4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2:36.3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 0 9218 0 0,'0'0'68'0'0,"-1"0"1"0"0,0 1-1 0 0,1-1 0 0 0,-1 0 1 0 0,0 0-1 0 0,1 1 1 0 0,-1-1-1 0 0,1 0 0 0 0,-1 1 1 0 0,0-1-1 0 0,1 0 0 0 0,-1 1 1 0 0,1-1-1 0 0,-1 1 0 0 0,1-1 1 0 0,-1 1-1 0 0,1-1 1 0 0,0 1-1 0 0,-1 0 0 0 0,1-1 1 0 0,0 1-1 0 0,-1-1 0 0 0,1 1 1 0 0,0 0-1 0 0,0-1 0 0 0,-1 1 1 0 0,1 0-1 0 0,0-1 1 0 0,0 1-1 0 0,0 0 0 0 0,10 21 1741 0 0,-9-21-1775 0 0,15 24 957 0 0,2-1 0 0 0,0-1 0 0 0,2-1 0 0 0,29 27 1 0 0,99 68-359 0 0,-72-71-2633 0 0,-59-37-4055 0 0</inkml:trace>
</inkml:ink>
</file>

<file path=ppt/ink/ink4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2:36.5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7 307 3225 0 0,'-6'-6'5068'0'0,"6"5"-4955"0"0,7-15 2305 0 0,19-23-1649 0 0,-19 30-514 0 0,111-148 151 0 0,-76 103-2123 0 0,-23 29 838 0 0</inkml:trace>
</inkml:ink>
</file>

<file path=ppt/ink/ink4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2:37.46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 1 10594 0 0,'-13'2'714'0'0,"13"-2"-660"0"0,-1 0 0 0 0,1 0 0 0 0,0 0 0 0 0,0 0 0 0 0,0 0 0 0 0,0 0 1 0 0,-1 0-1 0 0,1 0 0 0 0,0 0 0 0 0,0 0 0 0 0,0 0 0 0 0,0 0 0 0 0,-1 0 0 0 0,1 0 0 0 0,0 0 0 0 0,0 1 0 0 0,0-1 0 0 0,0 0 0 0 0,-1 0 0 0 0,1 0 0 0 0,0 0 0 0 0,0 0 0 0 0,0 0 0 0 0,0 1 0 0 0,0-1 0 0 0,0 0 0 0 0,-1 0 0 0 0,1 0 0 0 0,0 0 0 0 0,0 0 0 0 0,0 1 0 0 0,0-1 0 0 0,0 0 0 0 0,0 0 1 0 0,0 0-1 0 0,0 0 0 0 0,0 1 0 0 0,0-1 0 0 0,0 0 0 0 0,0 0 0 0 0,0 0 0 0 0,0 1 0 0 0,0-1 0 0 0,0 0 0 0 0,0 0 0 0 0,0 0 0 0 0,0 0 0 0 0,0 1 0 0 0,0-1 0 0 0,0 0 0 0 0,0 0 0 0 0,0 0 0 0 0,1 0 0 0 0,-1 1 0 0 0,0-1 0 0 0,0 0 0 0 0,0 0 0 0 0,0 0 0 0 0,0 0 0 0 0,1 1 0 0 0,73 54 3176 0 0,-31-23-1903 0 0,64 38-1 0 0,-19-13-643 0 0,-44-26-2243 0 0,-42-30 884 0 0</inkml:trace>
</inkml:ink>
</file>

<file path=ppt/ink/ink4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2:37.73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3 184 24 0 0,'-1'-4'206'0'0,"0"-1"0"0"0,1 0 0 0 0,-1 0 0 0 0,1 0 0 0 0,0 0 0 0 0,1 1-1 0 0,-1-1 1 0 0,1 0 0 0 0,0 0 0 0 0,0 1 0 0 0,1-1 0 0 0,-1 0 0 0 0,1 1 0 0 0,0-1 0 0 0,1 1 0 0 0,-1 0 0 0 0,0 0 0 0 0,6-7 0 0 0,-1 2 356 0 0,0 1 0 0 0,0-1 0 0 0,0 1 1 0 0,1 1-1 0 0,0 0 0 0 0,1 0 1 0 0,12-8-1 0 0,-16 12-240 0 0,0 0-1 0 0,0 1 1 0 0,0 0-1 0 0,0 0 1 0 0,0 0-1 0 0,1 0 1 0 0,-1 1-1 0 0,1 0 1 0 0,-1 0-1 0 0,1 1 1 0 0,-1-1-1 0 0,1 1 1 0 0,-1 0-1 0 0,1 1 1 0 0,-1-1-1 0 0,1 1 1 0 0,10 3-1 0 0,-12-2-205 0 0,-1 0 0 0 0,1 0 0 0 0,0 0 0 0 0,-1 0 0 0 0,1 0 0 0 0,-1 1-1 0 0,0 0 1 0 0,0-1 0 0 0,0 1 0 0 0,0 0 0 0 0,0 1 0 0 0,-1-1 0 0 0,1 0 0 0 0,-1 1 0 0 0,0-1 0 0 0,0 1-1 0 0,0 0 1 0 0,-1 0 0 0 0,1 0 0 0 0,-1 0 0 0 0,0 0 0 0 0,0 0 0 0 0,0 0 0 0 0,0 5 0 0 0,-1 9 26 0 0,0 0 1 0 0,0 0-1 0 0,-2 0 0 0 0,0 0 1 0 0,-2-1-1 0 0,1 1 1 0 0,-2-1-1 0 0,-9 22 0 0 0,-9 41-1823 0 0,22-71-6 0 0</inkml:trace>
</inkml:ink>
</file>

<file path=ppt/ink/ink4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2:38.11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107 18 6913 0 0,'0'0'19'0'0,"0"-1"-1"0"0,0 0 0 0 0,0 1 1 0 0,0-1-1 0 0,0 1 0 0 0,0-1 0 0 0,0 0 1 0 0,0 1-1 0 0,0-1 0 0 0,0 0 0 0 0,0 1 1 0 0,0-1-1 0 0,0 1 0 0 0,0-1 1 0 0,-1 0-1 0 0,1 1 0 0 0,0-1 0 0 0,0 1 1 0 0,-1-1-1 0 0,1 1 0 0 0,0-1 0 0 0,-1 1 1 0 0,1-1-1 0 0,-1 1 0 0 0,1-1 0 0 0,-1 1 1 0 0,1 0-1 0 0,-1-1 0 0 0,1 1 1 0 0,-1 0-1 0 0,0-1 0 0 0,0 1 60 0 0,-1 0-1 0 0,1 0 1 0 0,0 1-1 0 0,0-1 1 0 0,-1 0-1 0 0,1 1 1 0 0,0-1-1 0 0,0 1 1 0 0,0-1 0 0 0,0 1-1 0 0,0 0 1 0 0,0 0-1 0 0,0-1 1 0 0,-2 3-1 0 0,-3 3 783 0 0,-1 0-1 0 0,1 1 0 0 0,-9 13 1 0 0,9-9-626 0 0,-1 1 1 0 0,2 0 0 0 0,-1 0 0 0 0,2 1 0 0 0,-1-1 0 0 0,2 1 0 0 0,0 0 0 0 0,0 0 0 0 0,1 0 0 0 0,1 0 0 0 0,0 1-1 0 0,1-1 1 0 0,2 21 0 0 0,-2-32-218 0 0,1 0 0 0 0,-1 0 0 0 0,1 0-1 0 0,-1 0 1 0 0,1 0 0 0 0,0 0 0 0 0,-1 0-1 0 0,1 0 1 0 0,0 0 0 0 0,0 0 0 0 0,0-1-1 0 0,1 1 1 0 0,-1 0 0 0 0,2 1 0 0 0,-3-3-12 0 0,1 1-1 0 0,0-1 1 0 0,0 1 0 0 0,0-1 0 0 0,0 1 0 0 0,-1-1 0 0 0,1 0 0 0 0,0 1 0 0 0,0-1 0 0 0,0 0-1 0 0,0 0 1 0 0,0 0 0 0 0,0 1 0 0 0,0-1 0 0 0,0 0 0 0 0,0 0 0 0 0,0-1 0 0 0,0 1 0 0 0,0 0 0 0 0,0 0-1 0 0,1-1 1 0 0,0 0-8 0 0,1 0-1 0 0,-1 0 1 0 0,1-1-1 0 0,-1 1 1 0 0,1-1 0 0 0,-1 0-1 0 0,0 0 1 0 0,0 0-1 0 0,0 0 1 0 0,0 0-1 0 0,-1 0 1 0 0,1 0-1 0 0,0-1 1 0 0,-1 1 0 0 0,1-1-1 0 0,-1 1 1 0 0,0-1-1 0 0,1-3 1 0 0,14-62 200 0 0,-14 53 25 0 0,1 0 0 0 0,0 0 0 0 0,1 1 0 0 0,10-22 0 0 0,-14 35-171 0 0,1-1 0 0 0,-1 1 1 0 0,1 0-1 0 0,0-1 1 0 0,0 1-1 0 0,0 0 1 0 0,0-1-1 0 0,0 1 0 0 0,0 0 1 0 0,0 0-1 0 0,0 0 1 0 0,0 0-1 0 0,0 0 0 0 0,1 0 1 0 0,-1 1-1 0 0,0-1 1 0 0,1 0-1 0 0,-1 0 0 0 0,0 1 1 0 0,1-1-1 0 0,-1 1 1 0 0,1 0-1 0 0,-1-1 1 0 0,1 1-1 0 0,-1 0 0 0 0,1 0 1 0 0,-1 0-1 0 0,1 0 1 0 0,-1 0-1 0 0,1 0 0 0 0,-1 0 1 0 0,1 0-1 0 0,-1 1 1 0 0,1-1-1 0 0,-1 1 0 0 0,4 1 1 0 0,4 2 206 0 0,0 1 0 0 0,0 1 0 0 0,0 0 0 0 0,14 12 0 0 0,15 9 44 0 0,-33-25-363 0 0,1 0 1 0 0,-1 0 0 0 0,1 0-1 0 0,0-1 1 0 0,-1 0 0 0 0,1 0-1 0 0,7 0 1 0 0,-11-1-142 0 0,-1 0 0 0 0,1 0 0 0 0,0 0 1 0 0,0 0-1 0 0,-1 0 0 0 0,1-1 0 0 0,0 1 0 0 0,0-1 0 0 0,-1 1 0 0 0,1-1 1 0 0,0 1-1 0 0,-1-1 0 0 0,1 0 0 0 0,-1 0 0 0 0,1 0 0 0 0,-1 0 0 0 0,1 0 1 0 0,-1 0-1 0 0,0 0 0 0 0,1 0 0 0 0,-1-1 0 0 0,0 1 0 0 0,0 0 0 0 0,0-1 1 0 0,0 1-1 0 0,0-1 0 0 0,1-2 0 0 0,1-7-1366 0 0</inkml:trace>
</inkml:ink>
</file>

<file path=ppt/ink/ink4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2:38.47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41 23 3225 0 0,'2'-5'-73'0'0,"9"-12"1166"0"0,-8 16 194 0 0,-3 12 523 0 0,-26 113 3366 0 0,18-98-4762 0 0,1 0 1 0 0,2 0-1 0 0,0 1 1 0 0,2 0-1 0 0,1 0 1 0 0,2 33-1 0 0,0-59-408 0 0,0 1 1 0 0,0-1-1 0 0,0 1 0 0 0,1-1 0 0 0,-1 1 0 0 0,0-1 0 0 0,1 1 0 0 0,-1-1 0 0 0,1 1 0 0 0,-1-1 1 0 0,1 0-1 0 0,0 1 0 0 0,0-1 0 0 0,0 0 0 0 0,0 0 0 0 0,-1 0 0 0 0,2 1 0 0 0,-1-1 1 0 0,0 0-1 0 0,0 0 0 0 0,0 0 0 0 0,3 1 0 0 0,-2-2 2 0 0,0 1 1 0 0,0 0-1 0 0,0-1 0 0 0,0 0 0 0 0,0 0 1 0 0,1 0-1 0 0,-1 0 0 0 0,0 0 0 0 0,0 0 1 0 0,0 0-1 0 0,0 0 0 0 0,1-1 0 0 0,-1 1 1 0 0,2-2-1 0 0,9-3 20 0 0,-1-1 0 0 0,0 0 0 0 0,0-1 0 0 0,11-8 0 0 0,-15 11-25 0 0,21-16-32 0 0,-11 6-59 0 0,37-19 1 0 0,-50 31 79 0 0,-1 0 0 0 0,1 0 1 0 0,-1 0-1 0 0,1 1 0 0 0,0-1 1 0 0,0 1-1 0 0,-1 0 0 0 0,1 0 0 0 0,0 1 1 0 0,0 0-1 0 0,0 0 0 0 0,0 0 1 0 0,0 0-1 0 0,6 2 0 0 0,-10-2 14 0 0,-1 0-1 0 0,1 0 0 0 0,0 1 1 0 0,0-1-1 0 0,-1 0 1 0 0,1 1-1 0 0,0-1 0 0 0,0 0 1 0 0,-1 1-1 0 0,1-1 1 0 0,-1 1-1 0 0,1-1 0 0 0,0 1 1 0 0,-1-1-1 0 0,1 1 1 0 0,-1-1-1 0 0,1 1 0 0 0,-1 0 1 0 0,1-1-1 0 0,-1 1 1 0 0,0 0-1 0 0,1-1 0 0 0,-1 1 1 0 0,0 0-1 0 0,0 0 1 0 0,1-1-1 0 0,-1 1 0 0 0,0 0 1 0 0,0 1-1 0 0,0 0 28 0 0,0 1 1 0 0,-1-1-1 0 0,1 1 0 0 0,-1-1 1 0 0,1 1-1 0 0,-1-1 0 0 0,0 0 1 0 0,0 1-1 0 0,-2 2 0 0 0,-2 5 35 0 0,-1-2-1 0 0,0 1 0 0 0,-11 12 0 0 0,-5 1-2036 0 0</inkml:trace>
</inkml:ink>
</file>

<file path=ppt/ink/ink4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2:38.76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35 39 3225 0 0,'0'-3'260'0'0,"0"0"0"0"0,0 0 0 0 0,-1 0 0 0 0,1-1 0 0 0,-1 1 0 0 0,0 0 0 0 0,0 0 0 0 0,0 0 0 0 0,-4-7 1327 0 0,4 10-1485 0 0,1 0 0 0 0,0 0 0 0 0,0 0 0 0 0,-1 0 0 0 0,1 0 0 0 0,0 0 0 0 0,-1-1 1 0 0,1 1-1 0 0,0 0 0 0 0,0 0 0 0 0,-1 0 0 0 0,1 0 0 0 0,0 0 0 0 0,-1 0 0 0 0,1 0 0 0 0,0 0 0 0 0,0 0 0 0 0,-1 0 0 0 0,1 0 0 0 0,0 0 0 0 0,-1 1 0 0 0,-9 16 2512 0 0,8-14-2353 0 0,1 0 1 0 0,0 0-1 0 0,0 1 1 0 0,0-1-1 0 0,1 1 1 0 0,-1-1 0 0 0,1 1-1 0 0,0-1 1 0 0,0 1-1 0 0,0-1 1 0 0,0 1-1 0 0,1-1 1 0 0,1 7-1 0 0,-1-8-137 0 0,0 1 0 0 0,0-1 0 0 0,1 0-1 0 0,-1 1 1 0 0,1-1 0 0 0,-1 0 0 0 0,1 0-1 0 0,0 0 1 0 0,0 0 0 0 0,0-1 0 0 0,0 1-1 0 0,0 0 1 0 0,0-1 0 0 0,4 3-1 0 0,6 1 52 0 0,-1-1-1 0 0,1 0 0 0 0,1-1 1 0 0,-1 0-1 0 0,0 0 0 0 0,16 0 1 0 0,5 2 352 0 0,-30-5-492 0 0,-1 1 0 0 0,0-1-1 0 0,0 1 1 0 0,1 0 0 0 0,-1-1 0 0 0,0 1-1 0 0,0 0 1 0 0,0 0 0 0 0,0 1-1 0 0,0-1 1 0 0,0 0 0 0 0,-1 1 0 0 0,1-1-1 0 0,0 1 1 0 0,-1-1 0 0 0,1 1 0 0 0,-1 0-1 0 0,1 0 1 0 0,-1 0 0 0 0,1 2 0 0 0,0 0-9 0 0,-1-1 1 0 0,0 1 0 0 0,0 0 0 0 0,0 0 0 0 0,0 1 0 0 0,0-1 0 0 0,-1 0 0 0 0,0 0 0 0 0,0 0-1 0 0,-1 6 1 0 0,-1 7 145 0 0,-2 1 1 0 0,0-1-1 0 0,-13 33 0 0 0,17-49-150 0 0,-24 58-1442 0 0</inkml:trace>
</inkml:ink>
</file>

<file path=ppt/ink/ink4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2:39.36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63 44 6913 0 0,'-1'-5'488'0'0,"-1"0"-1"0"0,1 0 0 0 0,-1 0 0 0 0,0 0 0 0 0,0 0 0 0 0,-3-5 0 0 0,5 10-411 0 0,-1-1 0 0 0,1 1 0 0 0,0 0 0 0 0,0 0 0 0 0,0-1 0 0 0,0 1 0 0 0,-1 0 0 0 0,1 0 1 0 0,0 0-1 0 0,0 0 0 0 0,-1-1 0 0 0,1 1 0 0 0,0 0 0 0 0,0 0 0 0 0,-1 0 0 0 0,1 0 0 0 0,0 0 0 0 0,0 0 0 0 0,-1 0 1 0 0,1 0-1 0 0,0 0 0 0 0,-1 0 0 0 0,1 0 0 0 0,0 0 0 0 0,0 0 0 0 0,-1 0 0 0 0,1 0 0 0 0,0 0 0 0 0,-1 0 0 0 0,1 0 1 0 0,0 0-1 0 0,0 0 0 0 0,-1 0 0 0 0,1 0 0 0 0,0 1 0 0 0,0-1 0 0 0,-1 0 0 0 0,1 0 0 0 0,0 1 0 0 0,-13 22 1696 0 0,7-2-1328 0 0,0 0 1 0 0,2 1-1 0 0,0 0 0 0 0,1 0 1 0 0,2 0-1 0 0,0 25 0 0 0,2-29-273 0 0,0 0-1 0 0,1-1 0 0 0,1 0 0 0 0,1 1 0 0 0,0-1 1 0 0,1-1-1 0 0,1 1 0 0 0,10 20 0 0 0,-13-31-147 0 0,1-1 0 0 0,0 1 0 0 0,0 0 1 0 0,0-1-1 0 0,1 0 0 0 0,0 0 0 0 0,0-1 0 0 0,0 1 0 0 0,1-1 0 0 0,0 0 0 0 0,-1 0 0 0 0,1-1 0 0 0,1 0 0 0 0,-1 0 0 0 0,0 0 1 0 0,1-1-1 0 0,-1 0 0 0 0,1 0 0 0 0,0 0 0 0 0,0-1 0 0 0,-1 0 0 0 0,1-1 0 0 0,0 1 0 0 0,0-1 0 0 0,8-1 0 0 0,-7 0-50 0 0,0 0-1 0 0,1 0 1 0 0,-1-1-1 0 0,0 0 1 0 0,1-1-1 0 0,-1 0 1 0 0,-1 0-1 0 0,1 0 1 0 0,0-1-1 0 0,-1 0 1 0 0,0-1-1 0 0,0 0 1 0 0,0 0-1 0 0,0 0 1 0 0,-1-1-1 0 0,0 0 1 0 0,0 0-1 0 0,0-1 1 0 0,-1 1-1 0 0,4-9 1 0 0,-2 3-709 0 0,-1 0 0 0 0,-1-1 1 0 0,0 0-1 0 0,-1 0 0 0 0,-1 0 0 0 0,4-19 0 0 0,-4 9-4690 0 0</inkml:trace>
</inkml:ink>
</file>

<file path=ppt/ink/ink4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2:39.96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59 107 3225 0 0,'-10'3'302'0'0,"-39"12"18470"0"0,53-3-18674 0 0,0-1-1 0 0,0 1 1 0 0,1-1-1 0 0,0 0 1 0 0,1 0-1 0 0,1 0 1 0 0,-1-1-1 0 0,15 16 1 0 0,-19-23-97 0 0,1 1-1 0 0,0-1 1 0 0,0 0 0 0 0,1 0-1 0 0,-1 0 1 0 0,1 0 0 0 0,-1-1-1 0 0,1 1 1 0 0,0-1 0 0 0,0 0 0 0 0,0 0-1 0 0,0-1 1 0 0,1 1 0 0 0,-1-1-1 0 0,0 0 1 0 0,1 0 0 0 0,-1 0-1 0 0,0 0 1 0 0,1-1 0 0 0,-1 0-1 0 0,1 0 1 0 0,-1 0 0 0 0,1-1-1 0 0,-1 1 1 0 0,1-1 0 0 0,-1 0 0 0 0,0 0-1 0 0,5-2 1 0 0,-6 1-3 0 0,0 1 0 0 0,0 0 0 0 0,-1-1 0 0 0,1 1 0 0 0,0-1 0 0 0,-1 0 0 0 0,1 0 0 0 0,-1 0 0 0 0,0 0 0 0 0,0 0 0 0 0,1 0 0 0 0,-2-1 0 0 0,1 1 0 0 0,0-1 0 0 0,0 0 0 0 0,-1 1 0 0 0,1-1 0 0 0,-1 0 0 0 0,0 0 1 0 0,0 0-1 0 0,0 0 0 0 0,0 0 0 0 0,0-5 0 0 0,-1-4-14 0 0,0 0-1 0 0,0 0 1 0 0,-1 1 0 0 0,-1-1 0 0 0,-3-13 0 0 0,-4-37-46 0 0,9 58 60 0 0,0 0 0 0 0,0 1 0 0 0,0-1-1 0 0,1 0 1 0 0,-1 0 0 0 0,1 0 0 0 0,0 0 0 0 0,0 0-1 0 0,1 0 1 0 0,-1 1 0 0 0,4-7 0 0 0,-4 8 2 0 0,0 1 0 0 0,0 0 0 0 0,0 0 0 0 0,0 0 0 0 0,0 0 0 0 0,0 0 0 0 0,0 0 0 0 0,0 0 0 0 0,0 1 0 0 0,0-1 0 0 0,1 0 0 0 0,-1 0 0 0 0,0 1 0 0 0,0-1 0 0 0,1 1 0 0 0,-1 0 0 0 0,1-1 0 0 0,-1 1 0 0 0,0 0 0 0 0,1 0 0 0 0,-1-1 0 0 0,1 1 0 0 0,-1 0 0 0 0,1 1 0 0 0,-1-1 0 0 0,0 0 0 0 0,1 0 0 0 0,-1 0 0 0 0,1 1 0 0 0,-1-1 0 0 0,0 1 0 0 0,0-1 0 0 0,1 1 0 0 0,1 1 0 0 0,7 3 0 0 0,-1 1 0 0 0,0 0 0 0 0,15 13 0 0 0,-5-4 0 0 0,-9-8-374 0 0,0-1 0 0 0,0 0 0 0 0,0 0 0 0 0,1-1 0 0 0,0-1-1 0 0,15 5 1 0 0,-21-8 96 0 0,0 0-1 0 0,0 0 1 0 0,0-1-1 0 0,1 1 1 0 0,-1-1-1 0 0,0 0 1 0 0,0-1-1 0 0,0 1 1 0 0,1-1-1 0 0,-1 0 1 0 0,0 0-1 0 0,0-1 0 0 0,0 1 1 0 0,0-1-1 0 0,-1 0 1 0 0,10-6-1 0 0</inkml:trace>
</inkml:ink>
</file>

<file path=ppt/ink/ink4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2:40.20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6913 0 0,'8'19'6574'0'0,"19"14"-4742"0"0,-20-24-989 0 0,261 296 3647 0 0,-178-204-7697 0 0</inkml:trace>
</inkml:ink>
</file>

<file path=ppt/ink/ink4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2:40.39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0 280 10594 0 0,'50'-34'6476'0'0,"49"-50"-3443"0"0,-7 4-2660 0 0,-21 23-806 0 0,-37 32 194 0 0</inkml:trace>
</inkml:ink>
</file>

<file path=ppt/ink/ink4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2:53.38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213 112 1840 0 0,'1'-13'935'0'0,"1"0"-1"0"0,1 0 0 0 0,0 0 0 0 0,0 0 0 0 0,2 1 1 0 0,-1-1-1 0 0,1-8 5230 0 0,-42 45-3686 0 0,16-6-2021 0 0,0 0 0 0 0,1 1 1 0 0,2 2-1 0 0,-21 27 0 0 0,27-33-305 0 0,1 2 1 0 0,1-1 0 0 0,1 1-1 0 0,0 1 1 0 0,1 0 0 0 0,-10 34-1 0 0,17-49-153 0 0,0 0 0 0 0,0 1 0 0 0,1-1-1 0 0,-1 0 1 0 0,1 0 0 0 0,-1 0-1 0 0,1 0 1 0 0,0 0 0 0 0,0 0 0 0 0,0 1-1 0 0,1-1 1 0 0,-1 0 0 0 0,1 0 0 0 0,0 0-1 0 0,-1 0 1 0 0,2 0 0 0 0,-1 0 0 0 0,0 0-1 0 0,0 0 1 0 0,1 0 0 0 0,0-1-1 0 0,-1 1 1 0 0,1-1 0 0 0,0 1 0 0 0,0-1-1 0 0,1 1 1 0 0,-1-1 0 0 0,0 0 0 0 0,1 0-1 0 0,-1 0 1 0 0,1-1 0 0 0,0 1-1 0 0,-1-1 1 0 0,1 1 0 0 0,0-1 0 0 0,0 0-1 0 0,0 0 1 0 0,0 0 0 0 0,0 0 0 0 0,5 0-1 0 0,47 11 54 0 0,38 10 138 0 0,-84-19-173 0 0,-1 0-1 0 0,0 0 1 0 0,0 1 0 0 0,0 0 0 0 0,0 0 0 0 0,0 1 0 0 0,13 11-1 0 0,-19-14-8 0 0,0-1 0 0 0,-1 1 1 0 0,1 0-1 0 0,0 1 0 0 0,-1-1 0 0 0,1 0 0 0 0,-1 0 0 0 0,0 1 0 0 0,0-1 0 0 0,0 0 0 0 0,0 1 0 0 0,0-1 0 0 0,0 1 0 0 0,-1 0 0 0 0,1-1 0 0 0,-1 1 0 0 0,1-1 0 0 0,-1 6 0 0 0,-1-3 2 0 0,0 0 0 0 0,0-1 0 0 0,0 1 0 0 0,0 0 0 0 0,-1 0 1 0 0,0-1-1 0 0,0 1 0 0 0,0-1 0 0 0,-4 6 0 0 0,-5 6 32 0 0,-1-2 0 0 0,0 1 0 0 0,-1-2 0 0 0,-16 14 1 0 0,-124 102-1521 0 0,135-116 339 0 0</inkml:trace>
</inkml:ink>
</file>

<file path=ppt/ink/ink4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2:53.61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9218 0 0,'2'-1'215'0'0,"-1"1"-1"0"0,0 0 1 0 0,1 0 0 0 0,-1 1 0 0 0,0-1 0 0 0,1 0-1 0 0,-1 0 1 0 0,0 1 0 0 0,1-1 0 0 0,-1 1-1 0 0,0-1 1 0 0,0 1 0 0 0,0-1 0 0 0,1 1-1 0 0,-1 0 1 0 0,0 0 0 0 0,0 0 0 0 0,0-1-1 0 0,0 1 1 0 0,0 0 0 0 0,0 0 0 0 0,-1 0-1 0 0,1 0 1 0 0,0 0 0 0 0,0 2 0 0 0,21 30 3212 0 0,-18-22-3031 0 0,-1 0 0 0 0,-1 0 1 0 0,1 0-1 0 0,-2 0 0 0 0,1 1 0 0 0,-1 14 0 0 0,-2-16-570 0 0,2-1 0 0 0,-1 1 1 0 0,2 0-1 0 0,-1-1 0 0 0,1 1 0 0 0,0-1 0 0 0,1 0 1 0 0,0 0-1 0 0,7 14 0 0 0,-9-21-34 0 0,0-1 1 0 0,0 1-1 0 0,0-1 1 0 0,0 0-1 0 0,0 0 0 0 0,1 1 1 0 0,-1-1-1 0 0,0 0 0 0 0,1 0 1 0 0,-1 0-1 0 0,1 0 1 0 0,-1-1-1 0 0,1 1 0 0 0,-1 0 1 0 0,3 0-1 0 0,4-1-1435 0 0</inkml:trace>
</inkml:ink>
</file>

<file path=ppt/ink/ink4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2:53.77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 7 6449 0 0,'-5'-3'288'0'0,"4"1"57"0"0,0 1-281 0 0,-1 1-64 0 0,1 0-337 0 0,1 3 145 0 0,0 3-8 0 0,0 4 200 0 0,0 1-64 0 0,0 5 64 0 0</inkml:trace>
</inkml:ink>
</file>

<file path=ppt/ink/ink4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2:54.20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179 137 3681 0 0,'5'-11'548'0'0,"0"0"0"0"0,0-1 0 0 0,4-18 0 0 0,-8 27-185 0 0,-1-1 1 0 0,1 1-1 0 0,0 0 0 0 0,-1-1 0 0 0,0 1 0 0 0,0-1 0 0 0,0 1 0 0 0,0-1 0 0 0,0 1 0 0 0,-1 0 1 0 0,0-1-1 0 0,1 1 0 0 0,-1 0 0 0 0,0-1 0 0 0,-1 1 0 0 0,1 0 0 0 0,-4-6 0 0 0,5 9-248 0 0,-1-1 0 0 0,0 0 0 0 0,0 1-1 0 0,0-1 1 0 0,1 1 0 0 0,-1-1 0 0 0,0 1-1 0 0,0-1 1 0 0,0 1 0 0 0,0 0 0 0 0,0-1-1 0 0,0 1 1 0 0,0 0 0 0 0,0 0 0 0 0,0 0-1 0 0,0 0 1 0 0,0 0 0 0 0,0 0 0 0 0,0 0-1 0 0,0 0 1 0 0,0 0 0 0 0,1 0-1 0 0,-1 0 1 0 0,0 0 0 0 0,0 1 0 0 0,0-1-1 0 0,0 1 1 0 0,0-1 0 0 0,0 0 0 0 0,0 1-1 0 0,0-1 1 0 0,1 1 0 0 0,-1 0 0 0 0,0-1-1 0 0,0 1 1 0 0,0 1 0 0 0,-29 27 1334 0 0,29-28-1337 0 0,-17 23 29 0 0,1 0 1 0 0,1 1-1 0 0,2 1 1 0 0,0 0 0 0 0,2 1-1 0 0,1 0 1 0 0,-13 45-1 0 0,23-69-142 0 0,1 1 1 0 0,-1-1-1 0 0,1 0 0 0 0,-1 1 0 0 0,1-1 0 0 0,0 0 0 0 0,0 1 1 0 0,0-1-1 0 0,1 0 0 0 0,-1 1 0 0 0,1-1 0 0 0,0 0 1 0 0,0 0-1 0 0,0 1 0 0 0,3 5 0 0 0,-4-8-9 0 0,1-1 1 0 0,-1 1-1 0 0,1 0 1 0 0,0 0-1 0 0,0 0 0 0 0,-1-1 1 0 0,1 1-1 0 0,0 0 0 0 0,0-1 1 0 0,0 1-1 0 0,0-1 1 0 0,0 1-1 0 0,0-1 0 0 0,0 1 1 0 0,0-1-1 0 0,0 0 0 0 0,0 1 1 0 0,0-1-1 0 0,0 0 1 0 0,1 0-1 0 0,0 0-28 0 0,0 0 0 0 0,1-1-1 0 0,-1 1 1 0 0,0-1 0 0 0,0 1 0 0 0,0-1 0 0 0,0 0 0 0 0,0 0-1 0 0,0 0 1 0 0,0 0 0 0 0,0 0 0 0 0,0 0 0 0 0,2-2 0 0 0,7-7 49 0 0,-1 1 0 0 0,0-2 0 0 0,-1 0 0 0 0,0 0 0 0 0,-1 0 0 0 0,0-1 1 0 0,9-18-1 0 0,-10 16 143 0 0,1 1 0 0 0,0 0 0 0 0,1 0 0 0 0,1 1 0 0 0,21-21 0 0 0,-31 32-129 0 0,1 0 0 0 0,0 1 0 0 0,0-1 0 0 0,0 0-1 0 0,0 1 1 0 0,-1-1 0 0 0,1 1 0 0 0,0-1 0 0 0,0 1 0 0 0,0 0-1 0 0,0-1 1 0 0,0 1 0 0 0,0 0 0 0 0,1-1 0 0 0,-1 1 0 0 0,0 0-1 0 0,0 0 1 0 0,0 0 0 0 0,0 0 0 0 0,0 0 0 0 0,0 0 0 0 0,0 1-1 0 0,0-1 1 0 0,2 1 0 0 0,-1 0 20 0 0,-1 0 0 0 0,1 0-1 0 0,0 0 1 0 0,-1 0 0 0 0,1 1 0 0 0,-1-1 0 0 0,1 1 0 0 0,-1-1-1 0 0,0 1 1 0 0,0-1 0 0 0,0 1 0 0 0,2 3 0 0 0,2 6 175 0 0,0 0 1 0 0,-1 1 0 0 0,4 18-1 0 0,-6-23-133 0 0,0 2-245 0 0,45 199 953 0 0,-40-119-7980 0 0</inkml:trace>
</inkml:ink>
</file>

<file path=ppt/ink/ink4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2:54.56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1 193 4609 0 0,'0'-2'116'0'0,"1"1"0"0"0,-1-1 1 0 0,0 0-1 0 0,1 1 0 0 0,0-1 0 0 0,-1 1 0 0 0,1-1 0 0 0,0 1 1 0 0,0-1-1 0 0,0 1 0 0 0,0 0 0 0 0,0-1 0 0 0,0 1 0 0 0,0 0 1 0 0,0 0-1 0 0,1 0 0 0 0,-1 0 0 0 0,0 0 0 0 0,1 0 1 0 0,-1 0-1 0 0,1 0 0 0 0,-1 0 0 0 0,1 1 0 0 0,0-1 0 0 0,-1 0 1 0 0,1 1-1 0 0,-1 0 0 0 0,1-1 0 0 0,0 1 0 0 0,-1 0 1 0 0,1 0-1 0 0,0 0 0 0 0,0 0 0 0 0,-1 0 0 0 0,1 0 0 0 0,0 0 1 0 0,-1 1-1 0 0,1-1 0 0 0,0 1 0 0 0,-1-1 0 0 0,1 1 0 0 0,-1 0 1 0 0,1-1-1 0 0,-1 1 0 0 0,1 0 0 0 0,-1 0 0 0 0,0 0 1 0 0,1 0-1 0 0,-1 0 0 0 0,0 0 0 0 0,2 2 0 0 0,4 5 508 0 0,0-1-1 0 0,0 1 0 0 0,-1 0 1 0 0,7 11-1 0 0,19 23 3446 0 0,-17-82-2965 0 0,-6 10-1037 0 0,3 1 0 0 0,0 1 0 0 0,2 0 1 0 0,1 0-1 0 0,25-35 0 0 0,-39 62-36 0 0,0-1 0 0 0,-1 1 0 0 0,1 0 0 0 0,0 0 0 0 0,0 0 0 0 0,0 0 0 0 0,0 0 0 0 0,0 0 0 0 0,0 0 0 0 0,0 0 0 0 0,0 0 0 0 0,0 0 0 0 0,1 0 0 0 0,-1 1 0 0 0,0-1 0 0 0,0 0 0 0 0,1 1 0 0 0,-1-1 1 0 0,0 1-1 0 0,1-1 0 0 0,-1 1 0 0 0,1 0 0 0 0,-1 0 0 0 0,0 0 0 0 0,1 0 0 0 0,-1 0 0 0 0,1 0 0 0 0,-1 0 0 0 0,1 0 0 0 0,1 1 0 0 0,-1 0 18 0 0,0 1 0 0 0,0 0-1 0 0,0 0 1 0 0,0 0 0 0 0,0 0 0 0 0,0 0-1 0 0,0 0 1 0 0,-1 1 0 0 0,1-1 0 0 0,-1 0-1 0 0,0 1 1 0 0,1-1 0 0 0,-1 1 0 0 0,1 5-1 0 0,50 134-2312 0 0,-44-122-4537 0 0</inkml:trace>
</inkml:ink>
</file>

<file path=ppt/ink/ink4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2:55.37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257 14 8754 0 0,'-1'-1'147'0'0,"0"0"1"0"0,0 0-1 0 0,-1 0 1 0 0,1 0-1 0 0,0 0 1 0 0,-1 1-1 0 0,1-1 1 0 0,-1 0-1 0 0,1 1 0 0 0,-1-1 1 0 0,1 1-1 0 0,-1-1 1 0 0,1 1-1 0 0,-1-1 1 0 0,1 1-1 0 0,-3 0 1 0 0,-28-3 1163 0 0,31 3-1214 0 0,-8 0 250 0 0,1 1 0 0 0,0 0 0 0 0,0 0-1 0 0,0 0 1 0 0,0 1 0 0 0,0 0-1 0 0,0 1 1 0 0,0 0 0 0 0,0 0 0 0 0,-10 7-1 0 0,10-6-282 0 0,1 1 0 0 0,-1 0 0 0 0,1 0 0 0 0,1 1 0 0 0,-1 0 0 0 0,1 0 0 0 0,0 0 1 0 0,0 1-1 0 0,1 0 0 0 0,0 0 0 0 0,0 1 0 0 0,1-1 0 0 0,0 1 0 0 0,0 0 0 0 0,1 0 0 0 0,-3 10 0 0 0,5-17-50 0 0,1-1 0 0 0,0 1 0 0 0,0-1-1 0 0,0 1 1 0 0,0 0 0 0 0,0-1 0 0 0,0 1 0 0 0,0 0 0 0 0,0-1 0 0 0,0 1 0 0 0,0 0 0 0 0,0-1 0 0 0,0 1 0 0 0,1 0 0 0 0,-1-1 0 0 0,0 1 0 0 0,0-1 0 0 0,1 1-1 0 0,-1 0 1 0 0,0-1 0 0 0,1 1 0 0 0,-1-1 0 0 0,1 1 0 0 0,-1-1 0 0 0,0 1 0 0 0,1-1 0 0 0,-1 0 0 0 0,1 1 0 0 0,0 0 0 0 0,1 0 46 0 0,0-1 1 0 0,-1 1 0 0 0,1 0 0 0 0,0-1 0 0 0,0 1-1 0 0,0-1 1 0 0,0 0 0 0 0,-1 1 0 0 0,1-1 0 0 0,4 0-1 0 0,-4 0-10 0 0,0 0 0 0 0,1 0 0 0 0,-1 0-1 0 0,0-1 1 0 0,1 1 0 0 0,-1-1 0 0 0,0 1 0 0 0,1-1-1 0 0,-1 0 1 0 0,0 0 0 0 0,0 0 0 0 0,0 0-1 0 0,0 0 1 0 0,0 0 0 0 0,0 0 0 0 0,0-1 0 0 0,0 1-1 0 0,2-3 1 0 0,-4 2-49 0 0,4-2-3 0 0,24-4 14 0 0,-19 10-73 0 0,-9-2 38 0 0,1 0 0 0 0,-1 1 0 0 0,0-1 0 0 0,0 0 0 0 0,0 0 0 0 0,0 0 0 0 0,1 0 0 0 0,-1 0 0 0 0,0 0 0 0 0,0 0 0 0 0,0 1 0 0 0,1-1 0 0 0,-1 0 0 0 0,0 0 0 0 0,0 0 0 0 0,1 0 0 0 0,-1 0 0 0 0,0 0 0 0 0,0 0-1 0 0,0 0 1 0 0,1 0 0 0 0,-1 0 0 0 0,0 0 0 0 0,0 0 0 0 0,1 0 0 0 0,-1 0 0 0 0,0-1 0 0 0,0 1 0 0 0,0 0 0 0 0,1 0 0 0 0,-1 0 0 0 0,0 0 0 0 0,0 0 0 0 0,0 0 0 0 0,1 0 0 0 0,-1-1 0 0 0,0 1 0 0 0,0 0 0 0 0,0 0 0 0 0,4-3-167 0 0,-3 3 30 0 0,0-1 0 0 0,-1 0 0 0 0,2 0 0 0 0,-1 1 0 0 0,0-1 0 0 0,0 1 0 0 0,0-1 0 0 0,0 1 0 0 0,0-1 0 0 0,0 1 0 0 0,0 0 0 0 0,1 0 0 0 0,-1-1 0 0 0,2 1 0 0 0</inkml:trace>
</inkml:ink>
</file>

<file path=ppt/ink/ink4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2:56.24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46 29 3681 0 0,'-33'-29'13027'0'0,"26"49"-11516"0"0,5-10-1051 0 0,0 1 0 0 0,1 0 1 0 0,1-1-1 0 0,0 1 1 0 0,2 20-1 0 0,-1-26-696 0 0,0 0-1 0 0,0 0 1 0 0,0 0-1 0 0,0-1 1 0 0,1 1 0 0 0,0 0-1 0 0,0-1 1 0 0,0 1-1 0 0,0-1 1 0 0,1 0-1 0 0,0 0 1 0 0,-1 0 0 0 0,2 0-1 0 0,-1 0 1 0 0,4 3-1 0 0</inkml:trace>
</inkml:ink>
</file>

<file path=ppt/ink/ink4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2:56.53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 58 7834 0 0,'-1'-17'-1022'0'0,"0"-1"3442"0"0,0-5 6083 0 0,7 48-4723 0 0,22 227-2240 0 0,-8-53-1343 0 0,-13-153-790 0 0,2 0 1 0 0,20 57-1 0 0,-19-74-7102 0 0</inkml:trace>
</inkml:ink>
</file>

<file path=ppt/ink/ink4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2:58.54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42 149 3225 0 0,'-42'-149'15276'0'0,"49"165"-9309"0"0,12 34-6342 0 0,45 146 375 0 0,-41-138 0 0 0,-4 2 0 0 0,18 86 0 0 0,-33-109 158 0 0,-2 1 0 0 0,-2 49 0 0 0,-1-25 56 0 0,2-54-318 0 0,1-18-351 0 0,1-13-93 0 0,1 9-1373 0 0</inkml:trace>
</inkml:ink>
</file>

<file path=ppt/ink/ink4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2:59.55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167 72 4609 0 0,'-83'-2'3751'0'0,"0"1"3156"0"0,152-5-2418 0 0,38-17-2896 0 0,29-3-1225 0 0,-89 20-377 0 0,-26 3-115 0 0,0 0-1 0 0,0 2 1 0 0,42 1 0 0 0,-55 3-1224 0 0</inkml:trace>
</inkml:ink>
</file>

<file path=ppt/ink/ink4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2:59.93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 29 4609 0 0,'-18'-29'11388'0'0,"18"53"-7502"0"0,19 90-2518 0 0,57 184 1 0 0,-73-290-1523 0 0,0 0 1 0 0,0 0 0 0 0,1 0 0 0 0,5 9 0 0 0,6-3-4465 0 0</inkml:trace>
</inkml:ink>
</file>

<file path=ppt/ink/ink4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3:00.37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64 32 6449 0 0,'0'0'159'0'0,"0"-1"-1"0"0,0 0 0 0 0,1 1 0 0 0,-1-1 1 0 0,0 0-1 0 0,0 1 0 0 0,0-1 0 0 0,0 1 1 0 0,-1-1-1 0 0,1 0 0 0 0,0 1 1 0 0,0-1-1 0 0,0 0 0 0 0,0 1 0 0 0,-1-1 1 0 0,1 1-1 0 0,0-1 0 0 0,-1 1 0 0 0,1-1 1 0 0,0 0-1 0 0,-1 1 0 0 0,1-1 0 0 0,0 1 1 0 0,-1 0-1 0 0,1-1 0 0 0,-1 0 1 0 0,-12 8 4881 0 0,0 10-1553 0 0,5-3-3872 0 0,2 4 496 0 0,1 0-1 0 0,1 0 0 0 0,1 1 1 0 0,0-1-1 0 0,1 1 0 0 0,1 0 1 0 0,1 0-1 0 0,1 0 0 0 0,0-1 1 0 0,8 37-1 0 0,-6-43-24 0 0,1 1 0 0 0,0-1 0 0 0,0 0 0 0 0,1-1 0 0 0,1 1-1 0 0,0-1 1 0 0,12 16 0 0 0,-13-20-62 0 0,0-1-1 0 0,1 0 0 0 0,0 0 0 0 0,1 0 1 0 0,-1-1-1 0 0,1 0 0 0 0,0 0 0 0 0,0 0 0 0 0,0-1 1 0 0,1 0-1 0 0,-1-1 0 0 0,10 4 1 0 0,-11-6 7 0 0,1 1 0 0 0,-1-1 1 0 0,0 0-1 0 0,1 0 1 0 0,-1-1-1 0 0,1 0 1 0 0,-1 0-1 0 0,1 0 1 0 0,-1-1-1 0 0,0 0 1 0 0,1 0-1 0 0,-1-1 1 0 0,0 0-1 0 0,0 0 1 0 0,0 0-1 0 0,0-1 1 0 0,0 0-1 0 0,0 0 0 0 0,-1 0 1 0 0,1-1-1 0 0,-1 1 1 0 0,0-1-1 0 0,0-1 1 0 0,-1 1-1 0 0,1-1 1 0 0,-1 0-1 0 0,0 0 1 0 0,0 0-1 0 0,0 0 1 0 0,-1-1-1 0 0,0 0 1 0 0,0 1-1 0 0,-1-1 1 0 0,1 0-1 0 0,-1 0 1 0 0,0-1-1 0 0,-1 1 0 0 0,0 0 1 0 0,0-1-1 0 0,0 1 1 0 0,-1 0-1 0 0,1-1 1 0 0,-2 1-1 0 0,0-10 1 0 0,-2 0 58 0 0,-1 0 0 0 0,-1 1 0 0 0,0-1 0 0 0,-1 1 0 0 0,-1 1 0 0 0,0-1 0 0 0,-1 1 0 0 0,-18-24 0 0 0,10 18-67 0 0,0 0 0 0 0,-1 1 0 0 0,-2 2 0 0 0,-38-31 0 0 0,19 27-119 0 0,37 20-37 0 0,-1 0 0 0 0,1 0-1 0 0,-1 1 1 0 0,0-1-1 0 0,1 1 1 0 0,-1 0-1 0 0,0-1 1 0 0,1 1 0 0 0,-1 0-1 0 0,0 0 1 0 0,1 0-1 0 0,-1 0 1 0 0,0 0 0 0 0,1 1-1 0 0,-1-1 1 0 0,0 0-1 0 0,1 1 1 0 0,-1-1-1 0 0,1 1 1 0 0,-1 0 0 0 0,1-1-1 0 0,-3 3 1 0 0</inkml:trace>
</inkml:ink>
</file>

<file path=ppt/ink/ink4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3:00.85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6913 0 0,'1'4'11458'0'0,"30"201"-9012"0"0,4 24-2283 0 0,-22-181-1248 0 0,-7-28-54 0 0</inkml:trace>
</inkml:ink>
</file>

<file path=ppt/ink/ink4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3:01.16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2304 0 0,'3'9'10541'0'0,"22"64"-7064"0"0,-2 51-1388 0 0,11 183 0 0 0,-31-268-2017 0 0,17 84-5120 0 0,-18-109 3879 0 0</inkml:trace>
</inkml:ink>
</file>

<file path=ppt/ink/ink4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3:01.40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31 155 6913 0 0,'-2'0'244'0'0,"0"0"0"0"0,0-1 0 0 0,0 1 0 0 0,0-1-1 0 0,1 0 1 0 0,-1 1 0 0 0,0-1 0 0 0,0 0-1 0 0,1 0 1 0 0,-1 0 0 0 0,0 0 0 0 0,1 0-1 0 0,-1-1 1 0 0,1 1 0 0 0,-3-3 0 0 0,4 4-90 0 0,0-1 0 0 0,0 1 0 0 0,0-1-1 0 0,0 1 1 0 0,0-1 0 0 0,0 1 0 0 0,-1 0 0 0 0,1-1 0 0 0,0 1 0 0 0,1-1 0 0 0,-1 1 0 0 0,0-1 0 0 0,0 1 0 0 0,0-1 0 0 0,0 1 0 0 0,0 0 0 0 0,0-1 0 0 0,0 1 0 0 0,1-1-1 0 0,-1 1 1 0 0,0 0 0 0 0,0-1 0 0 0,1 1 0 0 0,0-1 0 0 0,17-12 2045 0 0,41-12-1161 0 0,1 2 1 0 0,85-19-1 0 0,-109 32-1015 0 0,-11 2-432 0 0,2 1-169 0 0</inkml:trace>
</inkml:ink>
</file>

<file path=ppt/ink/ink4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3:01.84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 21 5985 0 0,'-9'-3'7808'0'0,"27"-3"-5186"0"0,31-5-98 0 0,-43 11-2388 0 0,-1 0-1 0 0,1 0 1 0 0,0 0 0 0 0,-1 1 0 0 0,1-1 0 0 0,-1 1 0 0 0,1 1-1 0 0,-1-1 1 0 0,0 1 0 0 0,1 0 0 0 0,-1 0 0 0 0,0 0 0 0 0,0 1-1 0 0,-1 0 1 0 0,1 0 0 0 0,0 0 0 0 0,-1 0 0 0 0,0 1 0 0 0,0 0-1 0 0,0 0 1 0 0,5 6 0 0 0,-5-4-112 0 0,0 0 1 0 0,-1 1-1 0 0,0 0 0 0 0,0-1 0 0 0,0 1 1 0 0,0 0-1 0 0,-1 1 0 0 0,-1-1 1 0 0,1 0-1 0 0,-1 1 0 0 0,0-1 0 0 0,-1 1 1 0 0,0-1-1 0 0,0 1 0 0 0,-2 10 0 0 0,-2 5 94 0 0,-1 1 0 0 0,-2-1 0 0 0,-16 40 0 0 0,-9 30-292 0 0,31-92 178 0 0,1 1 0 0 0,-1 0-1 0 0,1-1 1 0 0,-1 1 0 0 0,1 0 0 0 0,0 0 0 0 0,-1-1 0 0 0,1 1 0 0 0,0 0 0 0 0,0 0-1 0 0,0-1 1 0 0,0 1 0 0 0,1 0 0 0 0,-1 0 0 0 0,0-1 0 0 0,1 1 0 0 0,-1 0 0 0 0,1-1-1 0 0,0 1 1 0 0,0-1 0 0 0,-1 1 0 0 0,1-1 0 0 0,0 1 0 0 0,0-1 0 0 0,0 1 0 0 0,0-1-1 0 0,1 0 1 0 0,-1 1 0 0 0,0-1 0 0 0,1 0 0 0 0,-1 0 0 0 0,0 0 0 0 0,1 0 0 0 0,-1 0-1 0 0,1-1 1 0 0,0 1 0 0 0,-1 0 0 0 0,1-1 0 0 0,0 1 0 0 0,-1-1 0 0 0,1 1-1 0 0,0-1 1 0 0,1 0 0 0 0,4 1-59 0 0,-1-1 1 0 0,1 0-1 0 0,-1 0 0 0 0,0-1 0 0 0,1 0 1 0 0,-1 0-1 0 0,0-1 0 0 0,1 1 0 0 0,-1-1 1 0 0,9-5-1 0 0,4-2-1049 0 0,-2-1 1 0 0,27-20-1 0 0,-37 25 99 0 0,-1-1 0 0 0,1 0 0 0 0,-1 0 0 0 0,-1 0 0 0 0,6-9 0 0 0,-7 9-546 0 0,-2-2-8 0 0</inkml:trace>
</inkml:ink>
</file>

<file path=ppt/ink/ink4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3:02.0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25 85 9674 0 0,'-25'-15'10533'0'0,"26"15"-10158"0"0,4-1-58 0 0,267-58 1621 0 0,-202 49-2365 0 0,-54 10 22 0 0</inkml:trace>
</inkml:ink>
</file>

<file path=ppt/ink/ink4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3:07.79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165 131 1376 0 0,'-9'-24'2169'0'0,"8"17"-1383"0"0,-1 1 1 0 0,-1-1 0 0 0,1 1 0 0 0,-1 0-1 0 0,0 0 1 0 0,-1 0 0 0 0,-4-6 0 0 0,7 11-637 0 0,0 0 0 0 0,0 0 1 0 0,0 0-1 0 0,0 1 1 0 0,0-1-1 0 0,0 0 1 0 0,0 1-1 0 0,0-1 1 0 0,0 1-1 0 0,-1-1 0 0 0,1 1 1 0 0,0-1-1 0 0,0 1 1 0 0,0 0-1 0 0,-1 0 1 0 0,1-1-1 0 0,0 1 1 0 0,-2 0-1 0 0,1 1 3 0 0,-1-1-1 0 0,1 1 0 0 0,-1-1 1 0 0,1 1-1 0 0,0 0 1 0 0,-1 0-1 0 0,1 0 1 0 0,0 0-1 0 0,-1 1 1 0 0,1-1-1 0 0,0 1 1 0 0,-2 1-1 0 0,-3 4 20 0 0,0-1 0 0 0,1 2 0 0 0,0-1 1 0 0,0 1-1 0 0,1-1 0 0 0,-1 2 0 0 0,2-1 0 0 0,-1 0 0 0 0,1 1 0 0 0,1 0 0 0 0,0 0 0 0 0,0 0 0 0 0,0 0 0 0 0,1 1 1 0 0,1-1-1 0 0,0 1 0 0 0,-1 12 0 0 0,2-8-135 0 0,0 0 1 0 0,1 1-1 0 0,0-1 0 0 0,1 0 1 0 0,0 0-1 0 0,1-1 0 0 0,1 1 1 0 0,0 0-1 0 0,1-1 1 0 0,1 0-1 0 0,7 14 0 0 0,-7-19 11 0 0,-1-1 0 0 0,1 0 0 0 0,0 0 0 0 0,1 0-1 0 0,0-1 1 0 0,0 0 0 0 0,0 0 0 0 0,1-1 0 0 0,0 0-1 0 0,0 0 1 0 0,0-1 0 0 0,0 0 0 0 0,14 4 0 0 0,-7-3 33 0 0,1-1 1 0 0,-1 0 0 0 0,1-1-1 0 0,-1-1 1 0 0,1 0 0 0 0,0-2-1 0 0,17 0 1 0 0,-27 0-60 0 0,0-1 0 0 0,0 0 0 0 0,1 0 0 0 0,-1 0 0 0 0,0-1-1 0 0,-1 0 1 0 0,1 0 0 0 0,0-1 0 0 0,0 1 0 0 0,-1-1 0 0 0,0 0 0 0 0,1-1 0 0 0,-1 1 0 0 0,-1-1-1 0 0,1 0 1 0 0,5-5 0 0 0,-5 2 53 0 0,0 0 1 0 0,0-1-1 0 0,0 1 0 0 0,-1-1 0 0 0,0 0 0 0 0,0 0 1 0 0,-1 0-1 0 0,0 0 0 0 0,0-1 0 0 0,1-11 0 0 0,-1 2 42 0 0,-1 1 0 0 0,0-1 0 0 0,-2 0 0 0 0,0 0 0 0 0,-1 0-1 0 0,-1 0 1 0 0,-1 1 0 0 0,0-1 0 0 0,-1 1 0 0 0,-11-28 0 0 0,10 35-61 0 0,0 1 0 0 0,0-1 0 0 0,-1 1 0 0 0,0 1 0 0 0,-1-1-1 0 0,0 1 1 0 0,-1 0 0 0 0,1 1 0 0 0,-12-9 0 0 0,13 11-215 0 0,-1 0 0 0 0,0 0-1 0 0,0 1 1 0 0,0 0-1 0 0,0 0 1 0 0,-1 1 0 0 0,1 0-1 0 0,-1 0 1 0 0,0 1 0 0 0,0 0-1 0 0,0 1 1 0 0,-15-2-1 0 0</inkml:trace>
</inkml:ink>
</file>

<file path=ppt/ink/ink4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3:08.21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 31 6913 0 0,'-3'-7'7238'0'0,"8"21"-6906"0"0,1 0 1 0 0,0 0-1 0 0,1-1 1 0 0,0 0-1 0 0,1 0 0 0 0,16 18 1 0 0,-22-28-329 0 0,1 0 0 0 0,0 0 0 0 0,-1 0-1 0 0,1-1 1 0 0,0 1 0 0 0,1-1 0 0 0,-1 0 0 0 0,0 0 0 0 0,1 0 0 0 0,-1 0 0 0 0,1 0 0 0 0,0-1-1 0 0,-1 0 1 0 0,1 0 0 0 0,0 0 0 0 0,0 0 0 0 0,0-1 0 0 0,0 1 0 0 0,0-1 0 0 0,0 0 0 0 0,0 0-1 0 0,0 0 1 0 0,0-1 0 0 0,-1 1 0 0 0,1-1 0 0 0,0 0 0 0 0,0 0 0 0 0,0 0 0 0 0,-1-1 0 0 0,1 0-1 0 0,-1 1 1 0 0,4-3 0 0 0,-2 1-26 0 0,-1 1-1 0 0,0-1 1 0 0,0 0-1 0 0,0 0 1 0 0,0 0-1 0 0,-1-1 0 0 0,1 1 1 0 0,-1-1-1 0 0,0 0 1 0 0,0 0-1 0 0,0 0 1 0 0,-1 0-1 0 0,1-1 1 0 0,-1 1-1 0 0,0-1 1 0 0,1-5-1 0 0,0-2 151 0 0,0-1-1 0 0,-1 0 1 0 0,-1 1-1 0 0,-1-26 1 0 0,8 50 1605 0 0,5 19-1458 0 0,-11-26-109 0 0,0 1-168 0 0,0-1-1 0 0,0 0 1 0 0,1 0 0 0 0,-1 0 0 0 0,1 0 0 0 0,0 0 0 0 0,1-1 0 0 0,-1 1 0 0 0,7 5-1 0 0,3 0-614 0 0</inkml:trace>
</inkml:ink>
</file>

<file path=ppt/ink/ink4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3:08.46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0 7834 0 0,'-2'13'4799'0'0,"4"19"-2869"0"0,3-6-1611 0 0,2-1 0 0 0,0-1 0 0 0,19 42 0 0 0,42 69 1322 0 0,-19-41-1133 0 0,5 12-2594 0 0,-45-90-3662 0 0</inkml:trace>
</inkml:ink>
</file>

<file path=ppt/ink/ink4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3:08.6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 43 9674 0 0,'-17'-8'888'0'0,"17"8"-870"0"0,0 0 1 0 0,0-1-1 0 0,0 1 0 0 0,0 0 0 0 0,0 0 1 0 0,0-1-1 0 0,0 1 0 0 0,0 0 1 0 0,0 0-1 0 0,0-1 0 0 0,0 1 1 0 0,0 0-1 0 0,0 0 0 0 0,1 0 1 0 0,-1-1-1 0 0,0 1 0 0 0,0 0 1 0 0,0 0-1 0 0,0-1 0 0 0,0 1 1 0 0,0 0-1 0 0,1 0 0 0 0,-1 0 1 0 0,0 0-1 0 0,0-1 0 0 0,0 1 1 0 0,0 0-1 0 0,1 0 0 0 0,-1 0 1 0 0,0 0-1 0 0,0 0 0 0 0,0-1 1 0 0,1 1-1 0 0,-1 0 0 0 0,0 0 1 0 0,0 0-1 0 0,1 0 0 0 0,36-11 1403 0 0,-31 10-1065 0 0,81-13 522 0 0,-61 13-2242 0 0,36 1 0 0 0,-38 2 325 0 0</inkml:trace>
</inkml:ink>
</file>

<file path=ppt/ink/ink4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3:08.87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 0 7370 0 0,'-11'9'5489'0'0,"12"-5"-4485"0"0,12 48 752 0 0,2 0 1 0 0,43 93-1 0 0,-24-53-2873 0 0</inkml:trace>
</inkml:ink>
</file>

<file path=ppt/ink/ink4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3:09.1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57 2304 0 0,'1'-3'280'0'0,"0"0"-1"0"0,0 1 1 0 0,0-1-1 0 0,1 0 0 0 0,-1 1 1 0 0,1-1-1 0 0,0 1 0 0 0,-1-1 1 0 0,1 1-1 0 0,0 0 0 0 0,1 0 1 0 0,-1 0-1 0 0,0 0 1 0 0,1 0-1 0 0,-1 0 0 0 0,1 1 1 0 0,-1-1-1 0 0,1 1 0 0 0,0 0 1 0 0,0 0-1 0 0,0 0 1 0 0,4-1-1 0 0,1-1 265 0 0,-1 1 0 0 0,1 1 0 0 0,0-1 0 0 0,0 1 0 0 0,-1 1 0 0 0,1 0 0 0 0,15 1-1 0 0,-17-1-411 0 0,-1 1 0 0 0,1 0 0 0 0,0 1 0 0 0,-1 0 0 0 0,1-1 0 0 0,-1 2-1 0 0,1-1 1 0 0,-1 1 0 0 0,0-1 0 0 0,0 2 0 0 0,0-1 0 0 0,-1 0 0 0 0,1 1-1 0 0,-1 0 1 0 0,0 0 0 0 0,0 0 0 0 0,0 1 0 0 0,0-1 0 0 0,-1 1 0 0 0,0 0-1 0 0,0 0 1 0 0,0 0 0 0 0,0 0 0 0 0,-1 0 0 0 0,0 1 0 0 0,0-1 0 0 0,-1 1-1 0 0,1 0 1 0 0,-1-1 0 0 0,0 1 0 0 0,-1 0 0 0 0,1 0 0 0 0,-1 0 0 0 0,-1-1-1 0 0,1 1 1 0 0,-1 0 0 0 0,0 0 0 0 0,0-1 0 0 0,0 1 0 0 0,-1 0-1 0 0,0-1 1 0 0,0 1 0 0 0,0-1 0 0 0,-1 0 0 0 0,-3 6 0 0 0,-1 0-91 0 0,0 0 0 0 0,0 0 0 0 0,-14 14 0 0 0,19-23-233 0 0,-1 1 0 0 0,1-1 0 0 0,0 0 0 0 0,-1 1 0 0 0,0-1 0 0 0,1-1 0 0 0,-1 1 0 0 0,0 0 0 0 0,0-1 0 0 0,0 1 0 0 0,0-1 0 0 0,0 0 0 0 0,0 0 0 0 0,-1 0 0 0 0,1-1 0 0 0,0 1 0 0 0,0-1 0 0 0,-1 1 0 0 0,-4-1 0 0 0,4-2-1776 0 0</inkml:trace>
</inkml:ink>
</file>

<file path=ppt/ink/ink4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3:09.41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5 5985 0 0,'4'-4'11852'0'0,"4"21"-9392"0"0,7 26-2329 0 0,-8-12 279 0 0,0 2-61 0 0,2-1 0 0 0,16 42 0 0 0,-23-67-328 0 0,1 0 0 0 0,1 0 0 0 0,-1 0 0 0 0,1-1 0 0 0,1 1 0 0 0,-1-1 0 0 0,1 0 0 0 0,0 0 0 0 0,0 0 0 0 0,1-1 0 0 0,0 0 0 0 0,0 0 0 0 0,0 0 0 0 0,0-1 0 0 0,13 6 0 0 0,-16-8-74 0 0,-1-1 0 0 0,1 0 0 0 0,0-1 0 0 0,0 1 0 0 0,1 0 0 0 0,-1-1 0 0 0,0 0 0 0 0,0 1 0 0 0,0-1 0 0 0,0-1 0 0 0,0 1 0 0 0,0 0 0 0 0,0-1 0 0 0,0 0 0 0 0,0 1 0 0 0,0-1 0 0 0,0 0 0 0 0,5-3 0 0 0,-5 2-425 0 0,1 0 0 0 0,-1 0 0 0 0,0-1 0 0 0,0 1 0 0 0,0-1-1 0 0,0 0 1 0 0,0 0 0 0 0,-1 0 0 0 0,3-3 0 0 0,1-4-1072 0 0</inkml:trace>
</inkml:ink>
</file>

<file path=ppt/ink/ink4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3:09.9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16 216 4145 0 0,'-1'0'134'0'0,"-1"-2"0"0"0,1 1 0 0 0,0 0 0 0 0,0 0 0 0 0,0 0 0 0 0,0 0 0 0 0,0-1-1 0 0,0 1 1 0 0,0 0 0 0 0,1-1 0 0 0,-1 1 0 0 0,0-1 0 0 0,1 1 0 0 0,-1-1 0 0 0,1 1 0 0 0,-1-1 0 0 0,1 0 0 0 0,0 1 0 0 0,0-1 0 0 0,0 1 0 0 0,0-1 0 0 0,0 0 0 0 0,0 1 0 0 0,0-1 0 0 0,0 1 0 0 0,1-1 0 0 0,-1 0 0 0 0,1 1-1 0 0,-1-1 1 0 0,1 1 0 0 0,-1-1 0 0 0,2-1 0 0 0,4-8 1504 0 0,0 1 0 0 0,0-1 0 0 0,12-13-1 0 0,-4 4-430 0 0,-11 16-1207 0 0,-1 0 0 0 0,1 1 0 0 0,-1-1 0 0 0,0 0 0 0 0,0 0 0 0 0,0 0 0 0 0,-1-1 0 0 0,0 1 0 0 0,0 0 0 0 0,0-1 0 0 0,0 1 0 0 0,0 0 0 0 0,-1-1 0 0 0,0 1 0 0 0,0-1 0 0 0,0 1 0 0 0,-2-9 0 0 0,-2 7 1489 0 0,2 14 108 0 0,2 13-423 0 0,4 6-879 0 0,0 0-1 0 0,2-1 0 0 0,11 31 1 0 0,-15-49-446 0 0,1 0 1 0 0,1 0-1 0 0,-1 0 1 0 0,2-1-1 0 0,-1 0 1 0 0,1 1-1 0 0,0-2 1 0 0,0 1-1 0 0,0 0 1 0 0,1-1-1 0 0,0 0 0 0 0,1-1 1 0 0,-1 1-1 0 0,11 5 1 0 0</inkml:trace>
</inkml:ink>
</file>

<file path=ppt/ink/ink4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3:10.21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49 8 5985 0 0,'-14'-6'560'0'0,"-4"5"4861"0"0,17 1-5137 0 0,0 0 0 0 0,1 0 0 0 0,-1 1 0 0 0,0-1 0 0 0,0 1 0 0 0,-3 3 1704 0 0,3-4-1703 0 0,1 1-1 0 0,-1 0 0 0 0,1-1 0 0 0,-1 1 0 0 0,0 1 0 0 0,-2 15 236 0 0,4 5-31 0 0,1 1 1 0 0,1-1-1 0 0,1 0 1 0 0,1 0-1 0 0,1-1 1 0 0,15 37-1 0 0,-7-19-283 0 0,1 8-723 0 0,35 72 1 0 0,-41-100-706 0 0</inkml:trace>
</inkml:ink>
</file>

<file path=ppt/ink/ink4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3:10.3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16 104 6913 0 0,'-15'-20'5277'0'0,"28"11"-1428"0"0,3 2-4234 0 0,116-38-252 0 0,-90 31 327 0 0,-16 6 294 0 0</inkml:trace>
</inkml:ink>
</file>

<file path=ppt/ink/ink4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3:11.59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52 73 2304 0 0,'-20'-27'3026'0'0,"-5"-19"13594"0"0,22 51-15043 0 0,3-5-1595 0 0,0 1 1 0 0,-1-1-1 0 0,1 1 0 0 0,0-1 1 0 0,-1 1-1 0 0,1-1 0 0 0,0 1 1 0 0,0 0-1 0 0,-1-1 0 0 0,1 1 0 0 0,0-1 1 0 0,0 1-1 0 0,0 0 0 0 0,0-1 1 0 0,0 1-1 0 0,0 0 0 0 0,0-1 1 0 0,0 1-1 0 0,0-1 0 0 0,0 1 0 0 0,0 0 1 0 0,1-1-1 0 0,-1 1 0 0 0,0-1 1 0 0,0 1-1 0 0,1 0 0 0 0,-1 0 1 0 0,8 13 215 0 0,-2 0 0 0 0,0 0 0 0 0,8 28 0 0 0,-9-22-169 0 0,46 202-34 0 0,-41-159 32 0 0,3-2 1 0 0,31 87-1 0 0,-38-115 197 0 0,-8-18 40 0 0,2-14-261 0 0,0-1 1 0 0,0 0-1 0 0,-1 0 1 0 0,1 0-1 0 0,0 0 1 0 0,0 1 0 0 0,0-1-1 0 0,-1 0 1 0 0,1 0-1 0 0,0 0 1 0 0,0 0-1 0 0,-1 0 1 0 0,1 0-1 0 0,0 0 1 0 0,0 0 0 0 0,-1 0-1 0 0,1 0 1 0 0,0 0-1 0 0,0 0 1 0 0,-1 0-1 0 0,1 0 1 0 0,0 0 0 0 0,0 0-1 0 0,-1 0 1 0 0,1 0-1 0 0,0 0 1 0 0,0 0-1 0 0,0 0 1 0 0,-1 0 0 0 0,1 0-1 0 0,0 0 1 0 0,0-1-1 0 0,-1 1 1 0 0,1 0-1 0 0,0 0 1 0 0,0 0 0 0 0,0 0-1 0 0,0-1 1 0 0,-1 1-1 0 0,1 0 1 0 0,0 0-1 0 0,0 0 1 0 0,0-1 0 0 0,0 1-1 0 0,0 0 1 0 0,-1-1-1 0 0</inkml:trace>
</inkml:ink>
</file>

<file path=ppt/ink/ink4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3:12.30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92 52 1376 0 0,'-5'-1'421'0'0,"1"1"0"0"0,0 0-1 0 0,0 1 1 0 0,0-1 0 0 0,-1 1 0 0 0,1-1-1 0 0,0 1 1 0 0,0 1 0 0 0,0-1-1 0 0,-6 4 1 0 0,-7 0 1351 0 0,-5 3 3447 0 0,35-4-436 0 0,16-4-1935 0 0,-5-2-3431 0 0,40-6 1672 0 0,82-22 0 0 0,-83 15-557 0 0,80-9 0 0 0,-127 25-242 0 0,-22 6 252 0 0,4-5-867 0 0,-1-1 0 0 0,0 1 0 0 0,0-1 0 0 0,0 0 0 0 0,-1 0 0 0 0,1 0 0 0 0,-6 1 0 0 0</inkml:trace>
</inkml:ink>
</file>

<file path=ppt/ink/ink4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3:12.90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118 122 6913 0 0,'-117'10'5386'0'0,"152"-12"-2808"0"0,0-2 0 0 0,61-14 0 0 0,80-31-418 0 0,-160 43-2184 0 0,-1 0 0 0 0,0-2 1 0 0,18-10-1 0 0,-2-3-6385 0 0</inkml:trace>
</inkml:ink>
</file>

<file path=ppt/ink/ink4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3:13.0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14531 0 0,'0'0'0'0'0</inkml:trace>
</inkml:ink>
</file>

<file path=ppt/ink/ink4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3:13.28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1 456 0 0,'7'14'9168'0'0,"21"4"-4961"0"0,-17-11-3547 0 0,16 10 1399 0 0,144 105 3226 0 0,-169-120-5263 0 0,1 0 0 0 0,0 1 0 0 0,-1-1 0 0 0,0 1 0 0 0,0-1 0 0 0,1 1 0 0 0,-1 0-1 0 0,-1-1 1 0 0,1 1 0 0 0,0 0 0 0 0,-1 0 0 0 0,0 1 0 0 0,1-1 0 0 0,-1 0 0 0 0,0 0-1 0 0,-1 1 1 0 0,1-1 0 0 0,-1 0 0 0 0,1 1 0 0 0,-1-1 0 0 0,0 0 0 0 0,0 1 0 0 0,-1-1 0 0 0,1 1-1 0 0,-1-1 1 0 0,1 0 0 0 0,-1 0 0 0 0,0 1 0 0 0,0-1 0 0 0,-1 0 0 0 0,1 0 0 0 0,-1 0-1 0 0,1 0 1 0 0,-1 0 0 0 0,-4 4 0 0 0,0 2-41 0 0,0-1-1 0 0,-1-1 1 0 0,-1 1 0 0 0,1-1-1 0 0,-1 0 1 0 0,0-1 0 0 0,-1 0-1 0 0,1 0 1 0 0,-1-1-1 0 0,-17 8 1 0 0</inkml:trace>
</inkml:ink>
</file>

<file path=ppt/ink/ink4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3:13.57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10594 0 0,'1'37'6655'0'0,"3"30"-4821"0"0,-1-9-1137 0 0,0-24-465 0 0,1-1 0 0 0,1 0 0 0 0,17 55 0 0 0,6-10-3099 0 0,-22-65 1830 0 0</inkml:trace>
</inkml:ink>
</file>

<file path=ppt/ink/ink4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3:13.88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10 4145 0 0,'3'-10'11511'0'0,"16"28"-5535"0"0,-9-6-7649 0 0,12 21 2213 0 0,-2 1-1 0 0,-1 1 1 0 0,17 47 0 0 0,29 117-709 0 0,-60-177-327 0 0,-2-8-4337 0 0</inkml:trace>
</inkml:ink>
</file>

<file path=ppt/ink/ink4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3:14.11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94 6913 0 0,'1'-2'2041'0'0,"10"-4"116"0"0,15-5 422 0 0,98-27 1997 0 0,2 8-7200 0 0,-97 24-3080 0 0</inkml:trace>
</inkml:ink>
</file>

<file path=ppt/ink/ink4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3:14.53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 38 6913 0 0,'-1'0'101'0'0,"1"-1"0"0"0,-1 1 0 0 0,1-1 0 0 0,-1 1 0 0 0,1-1 0 0 0,0 0-1 0 0,-1 1 1 0 0,1-1 0 0 0,0 1 0 0 0,0-1 0 0 0,-1 0 0 0 0,1 1-1 0 0,0-1 1 0 0,0 0 0 0 0,0 1 0 0 0,0-1 0 0 0,0 0 0 0 0,0 1-1 0 0,0-1 1 0 0,0 0 0 0 0,0 1 0 0 0,0-1 0 0 0,0 0 0 0 0,0 1-1 0 0,1-1 1 0 0,-1 0 0 0 0,0 1 0 0 0,0-1 0 0 0,1 0 0 0 0,-1 1 0 0 0,0-1-1 0 0,1 1 1 0 0,-1-1 0 0 0,1 1 0 0 0,-1-1 0 0 0,1 1 0 0 0,-1-1-1 0 0,1 1 1 0 0,-1-1 0 0 0,1 1 0 0 0,-1 0 0 0 0,1-1 0 0 0,0 1-1 0 0,-1 0 1 0 0,1-1 0 0 0,-1 1 0 0 0,1 0 0 0 0,0 0 0 0 0,-1 0 0 0 0,1 0-1 0 0,0-1 1 0 0,35-9 4176 0 0,-27 9-3976 0 0,0 1 0 0 0,0 0-1 0 0,0 1 1 0 0,0 0 0 0 0,0 0-1 0 0,0 1 1 0 0,0 0 0 0 0,-1 0 0 0 0,1 1-1 0 0,-1 0 1 0 0,0 1 0 0 0,0 0-1 0 0,0 0 1 0 0,0 1 0 0 0,-1 0 0 0 0,14 11-1 0 0,-15-11-284 0 0,0 1 1 0 0,-1-1-1 0 0,1 1 0 0 0,-1 0 0 0 0,0 1 0 0 0,-1-1 1 0 0,0 1-1 0 0,0 0 0 0 0,0 0 0 0 0,-1 0 0 0 0,0 1 0 0 0,0-1 1 0 0,-1 1-1 0 0,0-1 0 0 0,0 1 0 0 0,-1 0 0 0 0,0 0 1 0 0,0 0-1 0 0,-1 9 0 0 0,-2 0 33 0 0,-2 1 1 0 0,0-1-1 0 0,-1 0 0 0 0,-1 0 1 0 0,0 0-1 0 0,-15 26 0 0 0,9-17 50 0 0,-14 39 0 0 0,26-63-101 0 0,-1-1 0 0 0,1 1-1 0 0,-1-1 1 0 0,1 0 0 0 0,0 1 0 0 0,-1-1 0 0 0,1 1 0 0 0,0-1 0 0 0,0 1-1 0 0,0-1 1 0 0,0 1 0 0 0,0-1 0 0 0,1 1 0 0 0,-1-1 0 0 0,0 0 0 0 0,1 1 0 0 0,-1-1-1 0 0,1 1 1 0 0,-1-1 0 0 0,1 0 0 0 0,1 3 0 0 0,-1-3-33 0 0,0-1 0 0 0,0 1 0 0 0,0 0 0 0 0,0 0 0 0 0,1-1 0 0 0,-1 1 1 0 0,0-1-1 0 0,0 1 0 0 0,1-1 0 0 0,-1 1 0 0 0,0-1 0 0 0,1 0 0 0 0,-1 0 0 0 0,1 0 0 0 0,-1 1 0 0 0,0-1 1 0 0,1-1-1 0 0,1 1 0 0 0,3-1-402 0 0,1 0 0 0 0,-1 0 0 0 0,1-1 1 0 0,-1 0-1 0 0,0 0 0 0 0,0-1 0 0 0,0 0 1 0 0,7-4-1 0 0,7-9-1846 0 0,-11 8 917 0 0</inkml:trace>
</inkml:ink>
</file>

<file path=ppt/ink/ink4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3:14.77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2 112 10594 0 0,'-1'-2'5732'0'0,"27"-8"-3195"0"0,40-11-422 0 0,92-6 213 0 0,-19 4-2888 0 0,-115 17-2475 0 0,42-16 0 0 0</inkml:trace>
</inkml:ink>
</file>

<file path=ppt/ink/ink4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3:21.71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1 111 456 0 0,'4'-41'815'0'0,"-2"34"-70"0"0,-1 1 1 0 0,0-1-1 0 0,0 0 0 0 0,-1 0 1 0 0,-5-29 13568 0 0,4 46-12434 0 0,3 18-2544 0 0,4 8 728 0 0,-1 0 0 0 0,-1 51 0 0 0,3 34-68 0 0,27 111 8 0 0,-5-48 26 0 0,7 278 0 0 0,-43-225 789 0 0,1-214-806 0 0,-2 9-814 0 0</inkml:trace>
</inkml:ink>
</file>

<file path=ppt/ink/ink4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3:22.30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80 266 3329 0 0,'-49'3'2296'0'0,"19"4"3691"0"0,49-12-2488 0 0,19 1-2604 0 0,8-2-835 0 0,666-105 2286 0 0,-611 99-1946 0 0,92-7-70 0 0,112-16 594 0 0,10-2 899 0 0,-89 12-1118 0 0,-158 20-666 0 0,78 3 0 0 0,15-1-42 0 0,-108-2 115 0 0,2 0-583 0 0,-20 3-5426 0 0</inkml:trace>
</inkml:ink>
</file>

<file path=ppt/ink/ink4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3:25.93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 1247 2304 0 0,'-8'17'1487'0'0,"7"-16"-1289"0"0,0 0-1 0 0,0 0 1 0 0,0 1-1 0 0,0-1 1 0 0,0 0 0 0 0,1 1-1 0 0,-1-1 1 0 0,0 1-1 0 0,1-1 1 0 0,-1 1 0 0 0,1 0-1 0 0,-1-1 1 0 0,1 1 0 0 0,0-1-1 0 0,-1 1 1 0 0,1 0-1 0 0,0-1 1 0 0,1 3 0 0 0,10-1 3834 0 0,14-15-2364 0 0,9-15-915 0 0,-10 4-315 0 0,0-1 1 0 0,-2 0-1 0 0,29-42 0 0 0,-41 50-150 0 0,0-1 1 0 0,-1 0-1 0 0,-1-1 0 0 0,-1 0 1 0 0,0 0-1 0 0,-2 0 0 0 0,6-28 1 0 0,5-72 660 0 0,1-171 1 0 0,-15 240-685 0 0,0-14 126 0 0,12-73 1 0 0,-11 118-350 0 0,1 0-1 0 0,0 0 1 0 0,2 0-1 0 0,0 1 1 0 0,0 0 0 0 0,2 0-1 0 0,0 0 1 0 0,18-26 0 0 0,-18 34-28 0 0,-1 0 1 0 0,2 0 0 0 0,-1 1-1 0 0,1 0 1 0 0,0 1 0 0 0,1 0-1 0 0,-1 0 1 0 0,2 1 0 0 0,-1 0-1 0 0,0 1 1 0 0,20-7 0 0 0,-12 6 10 0 0,1 2 0 0 0,-1 0 0 0 0,1 1 0 0 0,-1 0 0 0 0,1 2 0 0 0,30 1 1 0 0,1 4 10 0 0,0 3 0 0 0,0 1 0 0 0,-1 3 1 0 0,60 21-1 0 0,-78-22-20 0 0,-6-3 33 0 0,0 1 1 0 0,33 17-1 0 0,-50-21-40 0 0,0 1 1 0 0,0 0-1 0 0,0 0 0 0 0,-1 1 1 0 0,0 0-1 0 0,0 0 0 0 0,-1 1 1 0 0,0 0-1 0 0,0 0 0 0 0,8 13 1 0 0,20 34 36 0 0,-9-17 37 0 0,-2 2 0 0 0,22 51 1 0 0,-34-67-61 0 0,1 0 0 0 0,16 22 0 0 0,-18-29-14 0 0,0 0 1 0 0,-1 0 0 0 0,0 1 0 0 0,-1 0 0 0 0,8 28 0 0 0,40 153 118 0 0,-52-189-120 0 0,0 0-1 0 0,1 0 1 0 0,0 0 0 0 0,1-1-1 0 0,-1 0 1 0 0,2 0 0 0 0,-1 0-1 0 0,1-1 1 0 0,0 0 0 0 0,1 0 0 0 0,0-1-1 0 0,0 0 1 0 0,0 0 0 0 0,0-1-1 0 0,1 0 1 0 0,0 0 0 0 0,12 3 0 0 0,-14-6 16 0 0,1-1 0 0 0,0 0 0 0 0,0-1 1 0 0,-1 0-1 0 0,1 0 0 0 0,0-1 0 0 0,0 0 1 0 0,-1 0-1 0 0,1-1 0 0 0,0 0 0 0 0,-1 0 1 0 0,12-5-1 0 0,-11 3-205 0 0,1 0 0 0 0,-1 0 0 0 0,0 0 0 0 0,0-1 0 0 0,0-1 0 0 0,-1 1 0 0 0,1-1 0 0 0,-2 0 0 0 0,1-1 0 0 0,7-8 1 0 0,-11 10-1069 0 0</inkml:trace>
</inkml:ink>
</file>

<file path=ppt/ink/ink4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3:27.04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 83 456 0 0,'-10'-28'511'0'0,"-2"-27"9958"0"0,21 87-9318 0 0,-3-1-760 0 0,2-1 0 0 0,1 0 0 0 0,1-1 0 0 0,2 0 1 0 0,19 34-1 0 0,-16-31-231 0 0,-1 0 0 0 0,-1 1 0 0 0,-2 1 0 0 0,-1-1 0 0 0,9 62 0 0 0,-9-47 69 0 0,23 68 22 0 0,-23-87-62 0 0,-1 1 1 0 0,-1-1-1 0 0,6 54 1 0 0,-9-6-56 0 0,-1-3 243 0 0,28 143 0 0 0,-22-153 61 0 0,-1-1 1 0 0,-4 1 0 0 0,-4 98-1 0 0,-1-103-344 0 0,2-36-434 0 0,2-10-3241 0 0</inkml:trace>
</inkml:ink>
</file>

<file path=ppt/ink/ink4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3:27.66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27 26 2304 0 0,'-20'-26'12482'0'0,"19"31"-12351"0"0,-1 0 1 0 0,1 0-1 0 0,0-1 1 0 0,1 1-1 0 0,-1 0 1 0 0,1 0 0 0 0,0 0-1 0 0,0 8 1 0 0,7 44 794 0 0,-6-49-809 0 0,62 375 1409 0 0,-47-316-965 0 0,26 65 0 0 0,-25-85-249 0 0,-2 1 0 0 0,-2 0 0 0 0,10 80-1 0 0,-20-78-207 0 0,-3-29-138 0 0,1 0-1 0 0,1 0 0 0 0,1-1 0 0 0,1 1 0 0 0,1-1 0 0 0,0 0 1 0 0,10 21-1 0 0,-6-24-2064 0 0</inkml:trace>
</inkml:ink>
</file>

<file path=ppt/ink/ink4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3:28.1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27 3225 0 0,'8'-27'13371'0'0,"0"40"-11879"0"0,-1 5-1204 0 0,0 0 1 0 0,-2 0-1 0 0,0 1 0 0 0,-1 0 0 0 0,2 38 1 0 0,-3-29-264 0 0,12 48 0 0 0,-10-59-916 0 0,0 0-1 0 0,1-1 1 0 0,11 19-1 0 0</inkml:trace>
</inkml:ink>
</file>

<file path=ppt/ink/ink4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3:28.82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 0 5065 0 0,'-9'2'6703'0'0,"9"-2"-6540"0"0,-2 17 2139 0 0,9 25-2451 0 0,-5-34 988 0 0,9 58 50 0 0,14 69 142 0 0,-4-45-3650 0 0,-17-73-2571 0 0</inkml:trace>
</inkml:ink>
</file>

<file path=ppt/ink/ink4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3:29.24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 14 5065 0 0,'-1'-14'8665'0'0,"-2"36"-6166"0"0,0 40-1870 0 0,4-50-588 0 0,0 0 0 0 0,1 0 0 0 0,0-1 0 0 0,1 1 0 0 0,0-1 0 0 0,1 1 0 0 0,0-1 0 0 0,1 0 0 0 0,0-1 0 0 0,0 1 0 0 0,2-1 0 0 0,-1 0 0 0 0,10 10 0 0 0,-13-16-58 0 0,1 0-1 0 0,0 0 1 0 0,0 0-1 0 0,0 0 1 0 0,1-1-1 0 0,0 0 1 0 0,-1 0-1 0 0,1 0 1 0 0,0 0-1 0 0,0-1 1 0 0,1 0-1 0 0,-1 0 1 0 0,0 0-1 0 0,1-1 1 0 0,-1 0-1 0 0,1 0 1 0 0,-1 0-1 0 0,1-1 1 0 0,-1 1-1 0 0,1-1 1 0 0,0-1 0 0 0,-1 1-1 0 0,1-1 1 0 0,-1 0-1 0 0,1 0 1 0 0,-1-1-1 0 0,1 1 1 0 0,-1-1-1 0 0,9-5 1 0 0,-9 4 42 0 0,1 0 1 0 0,0 0 0 0 0,-1-1-1 0 0,0 0 1 0 0,0 0 0 0 0,0 0-1 0 0,0-1 1 0 0,-1 0 0 0 0,1 0-1 0 0,-1 0 1 0 0,4-6 0 0 0,-7 8 13 0 0,1 1 1 0 0,-1 0-1 0 0,0-1 0 0 0,0 1 1 0 0,0-1-1 0 0,0 1 0 0 0,0-1 1 0 0,-1 1-1 0 0,1-1 1 0 0,-1 0-1 0 0,0 1 0 0 0,1-1 1 0 0,-1 0-1 0 0,0 1 1 0 0,-1-1-1 0 0,1 0 0 0 0,0 1 1 0 0,-1-1-1 0 0,0 1 0 0 0,1-1 1 0 0,-1 1-1 0 0,0-1 1 0 0,0 1-1 0 0,0-1 0 0 0,-1 1 1 0 0,1 0-1 0 0,-1-1 1 0 0,1 1-1 0 0,-3-2 0 0 0,4 4-24 0 0,-22-25 546 0 0,-1 2 0 0 0,-36-29 1 0 0,53 47-705 0 0,-1 0 0 0 0,0 0 0 0 0,1 1 0 0 0,-1 0 0 0 0,-1 1 0 0 0,1-1 0 0 0,0 1 0 0 0,-1 1 0 0 0,0-1 1 0 0,1 1-1 0 0,-1 1 0 0 0,0 0 0 0 0,0 0 0 0 0,0 0 0 0 0,-15 1 0 0 0,20 1-198 0 0,-1 0 1 0 0,0 0-1 0 0,0 0 0 0 0,0 0 0 0 0,1 1 0 0 0,-1-1 0 0 0,0 1 1 0 0,-4 3-1 0 0,-1 2-1030 0 0</inkml:trace>
</inkml:ink>
</file>

<file path=ppt/ink/ink4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3:36.30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27 95 6233 0 0,'-6'-10'133'0'0,"1"0"0"0"0,1-1 0 0 0,0 1 0 0 0,-3-15-1 0 0,7 23-132 0 0,0 1 0 0 0,0 0 0 0 0,0 0 0 0 0,1 0 0 0 0,-1-1 0 0 0,0 1 0 0 0,1 0 0 0 0,-1 0 0 0 0,1 0 0 0 0,-1 0 0 0 0,1 0 0 0 0,-1-1 0 0 0,1 1 0 0 0,0 0 0 0 0,-1 0 0 0 0,2-1 0 0 0,1-2 0 0 0,0 0 0 0 0</inkml:trace>
</inkml:ink>
</file>

<file path=ppt/ink/ink4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3:37.5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 71 920 0 0,'0'-5'486'0'0,"0"0"0"0"0,-1 1 0 0 0,0 0 0 0 0,0-1 0 0 0,0 1-1 0 0,-1-1 1 0 0,1 1 0 0 0,-1 0 0 0 0,0 0 0 0 0,0 0 0 0 0,-1 0 0 0 0,1 0 0 0 0,-17-10 7552 0 0,21 30-8304 0 0,34 95 428 0 0,-29-83-135 0 0,1-1 1 0 0,22 47-1 0 0,3 9 33 0 0,-18-41 67 0 0,-6-17 282 0 0,-1-1 0 0 0,0 1 0 0 0,6 47 0 0 0,15 92 570 0 0,-14-96-531 0 0,-11-39-271 0 0,-1 0 1 0 0,-1 32-1 0 0,-1-27 184 0 0,5 36-1 0 0,1-7 99 0 0,-2 71-1 0 0,0-4-319 0 0,1-84-135 0 0,1 17 67 0 0,-6-41-61 0 0,1-1 1 0 0,6 28-1 0 0,-4-32-6 0 0,-1-1 1 0 0,-1 1-1 0 0,0 0 1 0 0,-2 32-1 0 0,-1-38 1 0 0,1 1-1 0 0,1-1 0 0 0,0 1 0 0 0,0-1 0 0 0,1 0 1 0 0,1 0-1 0 0,4 13 0 0 0,7 34 10 0 0,-9-33-16 0 0,12 38-1 0 0,-2-10 0 0 0,-5-22 38 0 0,-7-24-20 0 0,-1 0 0 0 0,0 0 0 0 0,0 1 0 0 0,0-1-1 0 0,-1 1 1 0 0,0 8 0 0 0,0-10 34 0 0,0 0 0 0 0,0 0-1 0 0,0-1 1 0 0,0 1 0 0 0,1 0 0 0 0,4 7-1 0 0,-5-9-4 0 0,1-1 0 0 0,0 1 1 0 0,-1 0-1 0 0,0-1 0 0 0,0 1 0 0 0,0 0 0 0 0,0 0 0 0 0,-1 0 0 0 0,1 0 0 0 0,-1 0 0 0 0,0 0 1 0 0,0 0-1 0 0,0 0 0 0 0,-1 0 0 0 0,0 0 0 0 0,-1 4 0 0 0,4 12-1486 0 0</inkml:trace>
</inkml:ink>
</file>

<file path=ppt/ink/ink4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3:38.8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90 2761 0 0,'29'-8'11514'0'0,"39"-21"-8832"0"0,-6 2-2083 0 0,-41 18-593 0 0,10-4-202 0 0,-10 10-3895 0 0</inkml:trace>
</inkml:ink>
</file>

<file path=ppt/ink/ink4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3:39.2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88 0 1352 0 0,'-5'1'399'0'0,"1"0"0"0"0,0 0 0 0 0,-1 0 0 0 0,1 1 0 0 0,0-1 0 0 0,0 1 0 0 0,0 0 0 0 0,0 0 0 0 0,0 1 0 0 0,0-1 0 0 0,1 1 0 0 0,-1 0 0 0 0,1 0-1 0 0,0 0 1 0 0,0 0 0 0 0,0 1 0 0 0,0-1 0 0 0,0 1 0 0 0,1 0 0 0 0,-1-1 0 0 0,1 1 0 0 0,0 0 0 0 0,1 1 0 0 0,-1-1 0 0 0,1 0 0 0 0,-1 0 0 0 0,0 6 0 0 0,3-8-290 0 0,-1 0-1 0 0,1 0 1 0 0,0-1 0 0 0,0 1 0 0 0,0 0 0 0 0,0-1 0 0 0,0 1-1 0 0,0 0 1 0 0,0-1 0 0 0,0 0 0 0 0,1 1 0 0 0,-1-1 0 0 0,0 0-1 0 0,1 1 1 0 0,-1-1 0 0 0,1 0 0 0 0,0 0 0 0 0,-1 0 0 0 0,1 0 0 0 0,0-1-1 0 0,2 2 1 0 0,40 14 622 0 0,-43-15-688 0 0,8 2 19 0 0,-1 0-1 0 0,1 1 0 0 0,-1 1 1 0 0,0-1-1 0 0,0 2 0 0 0,0-1 1 0 0,7 7-1 0 0,-12-9 9 0 0,1 0 1 0 0,-1 0-1 0 0,0 0 1 0 0,0 0-1 0 0,0 1 1 0 0,0-1-1 0 0,-1 1 1 0 0,1 0-1 0 0,-1-1 1 0 0,0 1-1 0 0,0 0 0 0 0,-1 1 1 0 0,1-1-1 0 0,-1 0 1 0 0,0 0-1 0 0,1 9 1 0 0,-3-9 137 0 0,0 0-1 0 0,-1 1 1 0 0,0-1 0 0 0,0 0 0 0 0,0 0 0 0 0,0 0 0 0 0,-1-1 0 0 0,1 1-1 0 0,-1 0 1 0 0,0-1 0 0 0,0 0 0 0 0,-5 4 0 0 0,-7 10 338 0 0,6-4-385 0 0,2-3 17 0 0,0 0 0 0 0,0-1 0 0 0,-1 0 0 0 0,0 0 0 0 0,0-1 0 0 0,-1 0 0 0 0,-14 9 0 0 0,23-17-176 0 0,0 1 1 0 0,0-1-1 0 0,0 0 1 0 0,-1 0 0 0 0,1 0-1 0 0,0 0 1 0 0,0 0-1 0 0,0 0 1 0 0,-1 1 0 0 0,1-1-1 0 0,0 0 1 0 0,0 0-1 0 0,-1 0 1 0 0,1 0-1 0 0,0 0 1 0 0,0 0 0 0 0,0 0-1 0 0,-1 0 1 0 0,1 0-1 0 0,0 0 1 0 0,0 0-1 0 0,-1 0 1 0 0,1 0 0 0 0,0-1-1 0 0,0 1 1 0 0,-1 0-1 0 0,1 0 1 0 0,0 0-1 0 0,0 0 1 0 0,0 0 0 0 0,-1 0-1 0 0,1 0 1 0 0,0-1-1 0 0,0 1 1 0 0,0 0-1 0 0,0 0 1 0 0,-1 0 0 0 0,1 0-1 0 0,0-1 1 0 0,0 1-1 0 0,0 0 1 0 0,0 0 0 0 0,0-1-1 0 0,-2-10-1849 0 0,2 10 1554 0 0</inkml:trace>
</inkml:ink>
</file>

<file path=ppt/ink/ink4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3:59.8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170 231 1376 0 0,'-26'-16'1170'0'0,"1"-1"1"0"0,1-1-1 0 0,1-1 0 0 0,-40-42 0 0 0,62 61-1059 0 0,1-1 1 0 0,-1 0-1 0 0,0 1 0 0 0,1-1 1 0 0,-1 0-1 0 0,0 1 1 0 0,1-1-1 0 0,-1 0 0 0 0,1 0 1 0 0,-1 0-1 0 0,1 0 1 0 0,0 1-1 0 0,-1-1 0 0 0,1 0 1 0 0,0 0-1 0 0,0 0 1 0 0,-1 0-1 0 0,1 0 0 0 0,0 0 1 0 0,0 0-1 0 0,0 0 1 0 0,0 0-1 0 0,0 0 0 0 0,0 0 1 0 0,1-1-1 0 0,0 1-12 0 0,-1-1 1 0 0,1 1-1 0 0,0 0 0 0 0,0-1 0 0 0,0 1 1 0 0,0 0-1 0 0,1 0 0 0 0,-1-1 1 0 0,0 1-1 0 0,0 0 0 0 0,1 0 0 0 0,-1 0 1 0 0,3-1-1 0 0,6-2 65 0 0,0-1 0 0 0,1 1 0 0 0,16-3 0 0 0,-21 5-82 0 0,36-9 342 0 0,1 2 0 0 0,0 2 0 0 0,1 2 0 0 0,0 2 0 0 0,0 2 0 0 0,62 6 0 0 0,-75 0-208 0 0,0 1-1 0 0,-1 1 0 0 0,0 2 0 0 0,40 18 0 0 0,112 63 214 0 0,-127-61-341 0 0,-18-9 93 0 0,0 1 1 0 0,-2 2 0 0 0,44 35 0 0 0,-60-41-12 0 0,-1 1 1 0 0,0 1 0 0 0,-1 0 0 0 0,-2 1 0 0 0,0 0 0 0 0,22 41 0 0 0,-22-30-33 0 0,-2 1 0 0 0,-1 1 0 0 0,-1 0 1 0 0,-2 0-1 0 0,-2 1 0 0 0,0 0 0 0 0,-3 0 1 0 0,-1 1-1 0 0,-1 55 0 0 0,-10 24 265 0 0,-34 178 1 0 0,11-95-159 0 0,8-28-125 0 0,-47 392 442 0 0,67-521-405 0 0,2 1 1 0 0,1-1-1 0 0,3 0 0 0 0,1 0 0 0 0,14 62 0 0 0,-12-47-5 0 0,-6-45-200 0 0,1 1 1 0 0,0-1-1 0 0,0 0 0 0 0,1 0 1 0 0,0 0-1 0 0,7 17 1 0 0</inkml:trace>
</inkml:ink>
</file>

<file path=ppt/ink/ink4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4:00.60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87 116 456 0 0,'-5'-5'885'0'0,"-1"-1"0"0"0,1 1 0 0 0,1 0-1 0 0,-1-1 1 0 0,1 0 0 0 0,0 0 0 0 0,-6-13 0 0 0,6 12 1 0 0,1 1-1 0 0,-1-1 1 0 0,0 1 0 0 0,-1 0-1 0 0,1 0 1 0 0,-15-13 7378 0 0,30 27-7053 0 0,-7-5-1212 0 0,0 0 0 0 0,0 1 0 0 0,0 0 0 0 0,-1-1 0 0 0,0 1 0 0 0,4 6 0 0 0,2 11 97 0 0,0 1 1 0 0,9 42 0 0 0,5 15 69 0 0,-12-50-158 0 0,22 54 63 0 0,-28-74-64 0 0,-1-1 0 0 0,1 1 0 0 0,1-1 0 0 0,0 0 0 0 0,0-1 0 0 0,13 14 0 0 0,-15-18 12 0 0,0 0 0 0 0,0-1 1 0 0,1 1-1 0 0,-1-1 0 0 0,1 0 0 0 0,-1 0 0 0 0,1 0 1 0 0,0-1-1 0 0,0 1 0 0 0,-1-1 0 0 0,1 0 1 0 0,0-1-1 0 0,0 1 0 0 0,0-1 0 0 0,0 0 1 0 0,0 0-1 0 0,0-1 0 0 0,0 0 0 0 0,0 1 0 0 0,7-4 1 0 0,11-2 126 0 0,-1-2 1 0 0,-1-1 0 0 0,26-13 0 0 0,-12 5-71 0 0,131-67 107 0 0,-57 26-97 0 0,-77 37-86 0 0,-31 19 0 0 0,-2 1 0 0 0,-12-6-3429 0 0</inkml:trace>
</inkml:ink>
</file>

<file path=ppt/ink/ink4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4:01.5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80 151 4897 0 0,'-8'-9'395'0'0,"1"0"1"0"0,0-1-1 0 0,1 1 1 0 0,0-2-1 0 0,0 1 1 0 0,-7-22-1 0 0,-9-28 11010 0 0,21 70-9741 0 0,-2 25-2159 0 0,7 26 698 0 0,4-1 1 0 0,2 0-1 0 0,23 77 0 0 0,-8-74 502 0 0,-24-62-646 0 0,1-1 1 0 0,-1 0-1 0 0,1-1 0 0 0,-1 1 1 0 0,1 0-1 0 0,-1 0 1 0 0,1-1-1 0 0,-1 1 1 0 0,1-1-1 0 0,-1 1 1 0 0,0-1-1 0 0,1 1 0 0 0,1-3 1 0 0,46-22 71 0 0,-1-2 0 0 0,71-54 0 0 0,-51 33-105 0 0,-48 32 12 0 0,0 0 1 0 0,22-25-1 0 0,-35 34-36 0 0</inkml:trace>
</inkml:ink>
</file>

<file path=ppt/ink/ink4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4:46.8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104 46 7370 0 0,'-10'-8'1336'0'0,"1"1"1"0"0,-1 0 0 0 0,-1 1 0 0 0,-18-9 0 0 0,24 12-436 0 0,0 14 3504 0 0,-2 11-3993 0 0,1 9-52 0 0,1 0 1 0 0,2 1-1 0 0,0 43 0 0 0,11 93-323 0 0,-8-167-34 0 0,6 86-3 0 0,-4-28 0 0 0,2-1 0 0 0,4 0 0 0 0,24 97 0 0 0,-32-154 16 0 0,1 1 1 0 0,-1-1-1 0 0,0 1 1 0 0,1 0 0 0 0,0-1-1 0 0,-1 1 1 0 0,1-1 0 0 0,0 1-1 0 0,0-1 1 0 0,0 0-1 0 0,0 1 1 0 0,0-1 0 0 0,0 0-1 0 0,1 0 1 0 0,-1 0 0 0 0,0 0-1 0 0,0 0 1 0 0,1 0-1 0 0,-1 0 1 0 0,1 0 0 0 0,-1 0-1 0 0,1-1 1 0 0,-1 1 0 0 0,1 0-1 0 0,0-1 1 0 0,-1 1-1 0 0,1-1 1 0 0,-1 0 0 0 0,1 0-1 0 0,0 0 1 0 0,-1 0 0 0 0,1 0-1 0 0,0 0 1 0 0,0 0-1 0 0,-1 0 1 0 0,1 0 0 0 0,-1-1-1 0 0,1 1 1 0 0,0-1 0 0 0,-1 1-1 0 0,3-2 1 0 0,7-3 120 0 0,-1 0 1 0 0,1-1-1 0 0,-1-1 0 0 0,16-12 1 0 0,-20 15-138 0 0,122-102 527 0 0,39-29-238 0 0,-142 118-292 0 0,0 0-1 0 0,1 2 0 0 0,1 1 0 0 0,56-20 1 0 0,-73 31-266 0 0,1 0 0 0 0,0 1-1 0 0,-1 0 1 0 0,1 1 0 0 0,0 0 0 0 0,0 1 0 0 0,13 0 0 0 0,-7 3-1138 0 0</inkml:trace>
</inkml:ink>
</file>

<file path=ppt/ink/ink4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4:47.2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4 7370 0 0,'-1'-1'573'0'0,"0"1"-382"0"0,1-1 0 0 0,-1 1 0 0 0,1 0 0 0 0,-1-1 0 0 0,1 1 0 0 0,-1 0 0 0 0,1 0 0 0 0,-1 0 0 0 0,1-1 0 0 0,-1 1 0 0 0,1 0 0 0 0,-1 0 0 0 0,1 0 0 0 0,-1 0 0 0 0,0 0 0 0 0,1 0 0 0 0,-1 0 0 0 0,1 0 0 0 0,-1 0 0 0 0,1 1 0 0 0,-1-1 0 0 0,1 0 1 0 0,-1 0-1 0 0,0 0 0 0 0,1 0 0 0 0,-1 1 0 0 0,1-1 0 0 0,0 0 0 0 0,-1 1 0 0 0,0-1 0 0 0,5 23 5518 0 0,-2-16-7052 0 0,20 101 2169 0 0,-5 0 0 0 0,5 149 1 0 0,-8-71-862 0 0,-1-110-307 0 0,-4-44-5417 0 0,-4-17-509 0 0</inkml:trace>
</inkml:ink>
</file>

<file path=ppt/ink/ink4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4:47.4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4 339 3681 0 0,'-1'-8'94'0'0,"0"0"-1"0"0,0-1 1 0 0,0 1 0 0 0,1-1 0 0 0,1 1 0 0 0,-1 0 0 0 0,1-1-1 0 0,1 1 1 0 0,-1 0 0 0 0,2 0 0 0 0,-1 0 0 0 0,1 0 0 0 0,7-14-1 0 0,3-2 606 0 0,2 1 0 0 0,0 0 0 0 0,2 1-1 0 0,0 0 1 0 0,23-20 0 0 0,-33 36-389 0 0,0 0 0 0 0,1 0 1 0 0,0 1-1 0 0,-1 0 0 0 0,2 0 1 0 0,-1 1-1 0 0,0 0 0 0 0,13-3 1 0 0,-15 5-98 0 0,0 1 0 0 0,0 0 0 0 0,1 0 0 0 0,-1 0 0 0 0,0 1 0 0 0,0 0 0 0 0,1 1 1 0 0,-1-1-1 0 0,0 1 0 0 0,0 0 0 0 0,0 1 0 0 0,0-1 0 0 0,11 5 0 0 0,-14-4-129 0 0,0-1 0 0 0,0 1 0 0 0,1 0 0 0 0,-1 0 0 0 0,0 0 0 0 0,-1 0 0 0 0,1 0 0 0 0,0 1 0 0 0,-1-1 0 0 0,1 1 0 0 0,-1 0 0 0 0,0-1 0 0 0,0 1 0 0 0,0 0 0 0 0,0 1 0 0 0,2 3 0 0 0,-2-1-20 0 0,0-1-1 0 0,-1 1 1 0 0,0 0 0 0 0,0 0-1 0 0,0 0 1 0 0,0 0 0 0 0,-1 0-1 0 0,0 0 1 0 0,-1 7 0 0 0,-2 3 21 0 0,0 1 1 0 0,-1-1 0 0 0,0 1 0 0 0,-2-1-1 0 0,0 0 1 0 0,-8 15 0 0 0,0-6 72 0 0,-1-1 1 0 0,-1 0-1 0 0,0-1 0 0 0,-2-1 1 0 0,-26 25-1 0 0,5-10-282 0 0,-81 59 1 0 0,105-87-1202 0 0</inkml:trace>
</inkml:ink>
</file>

<file path=ppt/ink/ink4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4:47.7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1 10594 0 0,'3'12'4528'0'0,"0"23"-2997"0"0,2 7-746 0 0,5 52-206 0 0,-4 0 0 0 0,-4 1 0 0 0,-5-1 0 0 0,-18 126-1 0 0,18-205-668 0 0,2-9-226 0 0,0-1-1 0 0,0 1 0 0 0,0-1 0 0 0,1 1 0 0 0,0-1 0 0 0,0 1 1 0 0,1 10-1 0 0</inkml:trace>
</inkml:ink>
</file>

<file path=ppt/ink/ink4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4:47.9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21 358 2304 0 0,'-5'-12'305'0'0,"2"1"0"0"0,-1-1 0 0 0,2 0 0 0 0,-1 0 0 0 0,2 0 0 0 0,-1 0 0 0 0,2 0 0 0 0,-1 0 0 0 0,2 0 0 0 0,0 0 0 0 0,0 0 0 0 0,1 0 0 0 0,1 0 0 0 0,0 0 0 0 0,0 0 0 0 0,1 1 0 0 0,1 0 0 0 0,9-19 0 0 0,-8 21-121 0 0,1 0 0 0 0,0 1 0 0 0,1-1 0 0 0,0 1 0 0 0,0 1 0 0 0,0 0 0 0 0,1 0 0 0 0,0 0 0 0 0,1 1 0 0 0,-1 1 0 0 0,1-1 1 0 0,0 2-1 0 0,0-1 0 0 0,1 1 0 0 0,-1 1 0 0 0,1 0 0 0 0,0 1 0 0 0,0 0 0 0 0,20-1 0 0 0,-16 4-466 0 0</inkml:trace>
</inkml:ink>
</file>

<file path=ppt/ink/ink4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4:48.1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1 158 9218 0 0,'1'1'117'0'0,"1"0"1"0"0,-1-1-1 0 0,1 1 1 0 0,-1-1-1 0 0,1 1 1 0 0,-1-1-1 0 0,1 0 1 0 0,-1 0-1 0 0,1 0 1 0 0,-1 0-1 0 0,1 0 1 0 0,-1 0-1 0 0,1 0 1 0 0,0 0-1 0 0,-1-1 1 0 0,1 1-1 0 0,-1 0 1 0 0,3-2-1 0 0,33-12 2022 0 0,-30 11-1869 0 0,31-14 2548 0 0,61-37 0 0 0,2-2-2872 0 0,-81 48-1566 0 0,0 2-4831 0 0</inkml:trace>
</inkml:ink>
</file>

<file path=ppt/ink/ink4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4:49.6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 30 9674 0 0,'-23'-30'10837'0'0,"26"55"-9319"0"0,123 715-302 0 0,-123-726-1237 0 0,-1-1-10 0 0,0 0 0 0 0,1 0 0 0 0,0 0 0 0 0,2 0 0 0 0,-1-1-1 0 0,8 13 1 0 0,-5-19-957 0 0,-2-5-10 0 0</inkml:trace>
</inkml:ink>
</file>

<file path=ppt/ink/ink4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4:49.9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17 2761 0 0,'16'-13'297'0'0,"-14"13"29"0"0,-1-1 0 0 0,1 0 0 0 0,-1 1 0 0 0,1-1 0 0 0,-1 1 1 0 0,1 0-1 0 0,0 0 0 0 0,-1 0 0 0 0,1-1 0 0 0,0 1 0 0 0,-1 1 1 0 0,1-1-1 0 0,3 1 0 0 0,-2 0 144 0 0,0 0-1 0 0,0 0 1 0 0,1 1 0 0 0,-1-1-1 0 0,0 1 1 0 0,0 0 0 0 0,-1 0-1 0 0,1 0 1 0 0,0 0 0 0 0,-1 1-1 0 0,1-1 1 0 0,2 4 0 0 0,6 9 444 0 0,0 0 1 0 0,-1 1-1 0 0,-1 1 1 0 0,0-1-1 0 0,-2 1 1 0 0,11 33 0 0 0,23 112 415 0 0,-36-138-1091 0 0,9 45-230 0 0,48 264-1916 0 0,-60-311 1116 0 0</inkml:trace>
</inkml:ink>
</file>

<file path=ppt/ink/ink4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4:50.1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7 158 17972 0 0,'0'0'42'0'0,"-1"0"0"0"0,1 0 1 0 0,0-1-1 0 0,-1 1 0 0 0,1 0 1 0 0,0 0-1 0 0,-1-1 0 0 0,1 1 1 0 0,0 0-1 0 0,-1-1 0 0 0,1 1 1 0 0,0 0-1 0 0,0-1 0 0 0,-1 1 1 0 0,1 0-1 0 0,0-1 0 0 0,0 1 1 0 0,0 0-1 0 0,0-1 0 0 0,-1 1 1 0 0,1-1-1 0 0,0 1 0 0 0,0 0 1 0 0,0-1-1 0 0,0 1 0 0 0,0-1 1 0 0,0 1-1 0 0,0-1 0 0 0,0 1 0 0 0,0 0 1 0 0,0-1-1 0 0,0 0 0 0 0,11-16-254 0 0,24-14 15 0 0,-31 28 737 0 0,8-7-523 0 0,2 1 0 0 0,-1 1 0 0 0,1 0 0 0 0,1 0 0 0 0,-1 2 0 0 0,1 0 0 0 0,1 1 0 0 0,29-7 0 0 0,4 4-1298 0 0,76-3-1 0 0,-110 10 1498 0 0,20-2-229 0 0</inkml:trace>
</inkml:ink>
</file>

<file path=ppt/ink/ink4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4:50.4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35 1 9674 0 0,'-13'7'9575'0'0,"12"-6"-9119"0"0,-6 20 2654 0 0,1 28-4152 0 0,6-39 2029 0 0,-5 51-916 0 0,2 1 1 0 0,4 0 0 0 0,1-1 0 0 0,4 1-1 0 0,24 110 1 0 0,-14-119 264 0 0,-10-34-2073 0 0,0 0-3753 0 0</inkml:trace>
</inkml:ink>
</file>

<file path=ppt/ink/ink4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4:50.64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1 217 5985 0 0,'2'-10'256'0'0,"1"-1"-1"0"0,1 1 0 0 0,0 0 0 0 0,1 0 0 0 0,-1 1 1 0 0,2-1-1 0 0,-1 1 0 0 0,2 0 0 0 0,-1 1 1 0 0,1-1-1 0 0,13-11 0 0 0,-9 9 539 0 0,1 1-1 0 0,0 0 1 0 0,1 0-1 0 0,0 2 1 0 0,1-1 0 0 0,0 2-1 0 0,20-8 1 0 0,-28 12-509 0 0,1 1 1 0 0,0 0 0 0 0,0 0 0 0 0,0 1-1 0 0,0 0 1 0 0,0 1 0 0 0,1-1 0 0 0,-1 1 0 0 0,0 0-1 0 0,0 1 1 0 0,0 0 0 0 0,0 0 0 0 0,9 3-1 0 0,-13-3-216 0 0,0 0 0 0 0,1 1 0 0 0,-1-1 0 0 0,0 1 0 0 0,1 0 0 0 0,-1 0 0 0 0,0 0 0 0 0,-1 0 0 0 0,1 1 0 0 0,0-1 0 0 0,-1 1 0 0 0,1 0 0 0 0,-1-1 0 0 0,0 1 0 0 0,0 0 0 0 0,0 0 0 0 0,0 1 0 0 0,0-1 0 0 0,-1 0 1 0 0,1 1-1 0 0,-1-1 0 0 0,0 1 0 0 0,0-1 0 0 0,0 1 0 0 0,-1-1 0 0 0,1 7 0 0 0,-1 5 23 0 0,-1-1 1 0 0,0 0-1 0 0,-1 1 1 0 0,-1-1-1 0 0,0 0 1 0 0,-1 0-1 0 0,0-1 1 0 0,-1 1-1 0 0,-12 22 1 0 0,4-12-100 0 0,-1 0-1 0 0,-1-2 1 0 0,-1 0 0 0 0,-23 26 0 0 0,15-27-1484 0 0,15-15-1567 0 0</inkml:trace>
</inkml:ink>
</file>

<file path=ppt/ink/ink4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4:51.2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50 43 8002 0 0,'-15'-17'1239'0'0,"14"15"-691"0"0,-1 0 1 0 0,1 0 0 0 0,0 1-1 0 0,0-1 1 0 0,-1 0 0 0 0,1 1-1 0 0,-1-1 1 0 0,0 1 0 0 0,1 0-1 0 0,-1-1 1 0 0,0 1 0 0 0,0 0-1 0 0,0 0 1 0 0,0 0 0 0 0,0 0-1 0 0,0 0 1 0 0,0 1 0 0 0,-3-2 690 0 0,6 20 1059 0 0,8 66-2036 0 0,12 107 58 0 0,48 205 0 0 0,-68-395-325 0 0,3 16-651 0 0,0 0 1 0 0,-1 0-1 0 0,1 25 0 0 0,-4-37-708 0 0</inkml:trace>
</inkml:ink>
</file>

<file path=ppt/ink/ink4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4:51.4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1 216 3681 0 0,'-1'-9'301'0'0,"1"1"1"0"0,1-1-1 0 0,0 0 1 0 0,0 0-1 0 0,0 1 1 0 0,1-1-1 0 0,0 1 1 0 0,1-1-1 0 0,0 1 1 0 0,0 0-1 0 0,1 0 1 0 0,0 0-1 0 0,0 1 1 0 0,8-11-1 0 0,-6 11 443 0 0,-1 1-1 0 0,1-1 1 0 0,1 1 0 0 0,-1 0-1 0 0,1 1 1 0 0,0-1-1 0 0,0 1 1 0 0,1 1 0 0 0,-1-1-1 0 0,1 1 1 0 0,0 1 0 0 0,0-1-1 0 0,15-3 1 0 0,-14 5-541 0 0,-1 1 1 0 0,0-1-1 0 0,0 2 1 0 0,1-1-1 0 0,-1 1 1 0 0,1 0-1 0 0,-1 1 1 0 0,0 0-1 0 0,11 3 0 0 0,5 7-550 0 0,-11 2-5364 0 0</inkml:trace>
</inkml:ink>
</file>

<file path=ppt/ink/ink4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4:51.6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0 200 14051 0 0,'7'-1'337'0'0,"1"-1"0"0"0,-1-1 0 0 0,-1 1 0 0 0,1-1 0 0 0,0-1-1 0 0,-1 1 1 0 0,1-1 0 0 0,-1 0 0 0 0,0 0 0 0 0,0-1 0 0 0,7-7 0 0 0,3-1 862 0 0,11-8-354 0 0,5-4 163 0 0,45-26 1 0 0,-66 44-1526 0 0,1 2-1 0 0,-1-1 1 0 0,1 1 0 0 0,0 1-1 0 0,0 0 1 0 0,1 1-1 0 0,-1 0 1 0 0,18-1-1 0 0,-8 3-913 0 0</inkml:trace>
</inkml:ink>
</file>

<file path=ppt/ink/ink4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4:53.1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18 10594 0 0,'-19'-18'10342'0'0,"22"33"-9053"0"0,15 77-1108 0 0,-4 1 0 0 0,2 96 1 0 0,18 121-401 0 0,-27-286-206 0 0</inkml:trace>
</inkml:ink>
</file>

<file path=ppt/ink/ink4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4:53.7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81 161 920 0 0,'-8'2'991'0'0,"0"-2"1"0"0,0 1-1 0 0,0-1 0 0 0,0 0 0 0 0,-1 0 0 0 0,1-1 1 0 0,-10-3-1 0 0,18 4-902 0 0,0 0 0 0 0,-1 0 0 0 0,1 0-1 0 0,0 0 1 0 0,0 0 0 0 0,-1 0 0 0 0,-2-2 1245 0 0,3 2-1246 0 0,0 0 1 0 0,0-1 0 0 0,0 1 0 0 0,0 0 0 0 0,0 0 0 0 0,-1 0 0 0 0,1-1 0 0 0,0 1 0 0 0,0 0-1 0 0,0 0 1 0 0,0-1 0 0 0,0 1 0 0 0,0 0 0 0 0,0 0 0 0 0,0-1 0 0 0,0 1 0 0 0,0 0 0 0 0,0 0-1 0 0,0-1 1 0 0,0 1 0 0 0,9-15 1830 0 0,19-12-596 0 0,-26 25-1094 0 0,13-11 372 0 0,2 0 0 0 0,-1 0 0 0 0,2 2 0 0 0,-1 0 0 0 0,31-13 0 0 0,-39 20-498 0 0,1 0-1 0 0,-1 1 0 0 0,1 0 1 0 0,0 0-1 0 0,0 1 0 0 0,0 1 1 0 0,0 0-1 0 0,0 0 0 0 0,0 1 1 0 0,0 0-1 0 0,0 0 0 0 0,0 1 1 0 0,15 4-1 0 0,-20-4-105 0 0,-1 1 0 0 0,0-1 0 0 0,-1 1 0 0 0,1-1 0 0 0,0 1-1 0 0,0 1 1 0 0,-1-1 0 0 0,1 0 0 0 0,-1 1 0 0 0,0 0 0 0 0,1 0 0 0 0,-1 0 0 0 0,-1 0 0 0 0,1 0 0 0 0,0 1 0 0 0,2 3 0 0 0,-3-1-20 0 0,1 0 1 0 0,-1-1 0 0 0,0 1-1 0 0,0 1 1 0 0,0-1 0 0 0,-1 0-1 0 0,0 0 1 0 0,0 1 0 0 0,-1 10-1 0 0,-1 9-94 0 0,-2-1-1 0 0,-1 0 1 0 0,-1 0-1 0 0,-11 31 0 0 0,13-45 76 0 0,-13 32-52 0 0,11-32 62 0 0,1 0-1 0 0,0 0 1 0 0,-4 20-1 0 0,8-31 33 0 0,0 0-1 0 0,0 0 1 0 0,0 1-1 0 0,0-1 1 0 0,0 0-1 0 0,0 0 1 0 0,0 0 0 0 0,0 0-1 0 0,0 1 1 0 0,0-1-1 0 0,0 0 1 0 0,0 0-1 0 0,0 0 1 0 0,0 1-1 0 0,0-1 1 0 0,0 0-1 0 0,0 0 1 0 0,1 0-1 0 0,-1 0 1 0 0,0 1 0 0 0,0-1-1 0 0,0 0 1 0 0,0 0-1 0 0,0 0 1 0 0,0 0-1 0 0,0 0 1 0 0,1 1-1 0 0,-1-1 1 0 0,0 0-1 0 0,0 0 1 0 0,0 0-1 0 0,0 0 1 0 0,1 0-1 0 0,-1 0 1 0 0,0 0 0 0 0,0 0-1 0 0,0 0 1 0 0,0 0-1 0 0,1 1 1 0 0,-1-1-1 0 0,0 0 1 0 0,1 0-1 0 0,11-3-47 0 0,11-9-60 0 0,-4 2 52 0 0,0 0-1 0 0,2 1 1 0 0,-1 1-1 0 0,1 1 1 0 0,39-8-1 0 0,-46 13 67 0 0,0-1 0 0 0,0 2 0 0 0,0 0-1 0 0,0 1 1 0 0,0 0 0 0 0,0 2 0 0 0,0-1 0 0 0,0 1 0 0 0,0 1 0 0 0,17 6 0 0 0,-26-7 0 0 0,-1-1 1 0 0,1 1 0 0 0,-1 1 0 0 0,1-1 0 0 0,-1 1 0 0 0,0-1 0 0 0,0 1-1 0 0,0 0 1 0 0,0 0 0 0 0,-1 1 0 0 0,1-1 0 0 0,-1 1 0 0 0,0 0 0 0 0,0 0 0 0 0,0 0-1 0 0,0 0 1 0 0,-1 1 0 0 0,0-1 0 0 0,0 1 0 0 0,0-1 0 0 0,0 1 0 0 0,-1 0-1 0 0,0-1 1 0 0,0 1 0 0 0,0 0 0 0 0,0 0 0 0 0,-1 7 0 0 0,-1-3 135 0 0,0 1 0 0 0,0 0 1 0 0,-1 0-1 0 0,0-1 0 0 0,-1 1 0 0 0,0-1 1 0 0,-1 1-1 0 0,1-1 0 0 0,-2 0 1 0 0,1-1-1 0 0,-2 1 0 0 0,-10 14 0 0 0,2-5 153 0 0,-1-1 0 0 0,-1 0 0 0 0,-1-1 0 0 0,-20 17 0 0 0,27-26-299 0 0,0-1 1 0 0,0 0-1 0 0,0 0 1 0 0,-1 0 0 0 0,1-2-1 0 0,-1 1 1 0 0,-1-1-1 0 0,1-1 1 0 0,-23 4 0 0 0,25-7-217 0 0,-11 2-229 0 0,12 0-2719 0 0</inkml:trace>
</inkml:ink>
</file>

<file path=ppt/ink/ink4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4:54.1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 0 12443 0 0,'-1'0'263'0'0,"0"0"0"0"0,0 0 1 0 0,0 0-1 0 0,0 1 1 0 0,0-1-1 0 0,0 0 1 0 0,0 0-1 0 0,0 1 0 0 0,0-1 1 0 0,0 0-1 0 0,0 1 1 0 0,1-1-1 0 0,-1 1 0 0 0,0-1 1 0 0,0 1-1 0 0,0-1 1 0 0,0 1-1 0 0,1 0 0 0 0,-1-1 1 0 0,0 1-1 0 0,1 0 1 0 0,-2 1-1 0 0,1 0-43 0 0,0 0-1 0 0,0 0 1 0 0,1 1-1 0 0,-1-1 1 0 0,0 0-1 0 0,1 1 1 0 0,-1-1-1 0 0,1 0 1 0 0,0 4-1 0 0,0 7-318 0 0,1 1-1 0 0,5 24 1 0 0,-3-23 491 0 0,15 160-161 0 0,7 39-180 0 0,-21-192-33 0 0,1 1 1 0 0,13 33-1 0 0,-14-46-762 0 0,0 1 0 0 0,1-1 0 0 0,1-1 0 0 0,7 11 1 0 0</inkml:trace>
</inkml:ink>
</file>

<file path=ppt/ink/ink4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4:54.4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2 161 2761 0 0,'-1'-5'448'0'0,"1"0"1"0"0,0-1-1 0 0,0 1 1 0 0,1-1-1 0 0,-1 1 1 0 0,1 0-1 0 0,0 0 1 0 0,1-1-1 0 0,-1 1 1 0 0,1 0-1 0 0,0 0 1 0 0,1 0-1 0 0,-1 1 1 0 0,1-1 0 0 0,0 0-1 0 0,0 1 1 0 0,6-7-1 0 0,-5 5-50 0 0,1 1 0 0 0,0-1 0 0 0,0 1 0 0 0,0 0 0 0 0,0 1 0 0 0,1-1 0 0 0,0 1 0 0 0,0 0 0 0 0,0 1 0 0 0,1-1 0 0 0,-1 1 0 0 0,1 0 0 0 0,7-2 0 0 0,-8 5-192 0 0,0-1 0 0 0,1 1 0 0 0,-1-1 0 0 0,0 2 0 0 0,1-1 0 0 0,-1 1 1 0 0,0 0-1 0 0,0 0 0 0 0,0 1 0 0 0,0-1 0 0 0,0 2 0 0 0,0-1 0 0 0,0 0 0 0 0,-1 1 0 0 0,1 0 0 0 0,-1 1 0 0 0,1-1 0 0 0,-1 1 0 0 0,-1 0 0 0 0,1 0 0 0 0,7 9 0 0 0,-7-8-163 0 0,-1 0 0 0 0,1 1 0 0 0,-1 0 0 0 0,-1 0 0 0 0,1 0 0 0 0,-1 0-1 0 0,0 1 1 0 0,-1-1 0 0 0,1 1 0 0 0,-1 0 0 0 0,0 0 0 0 0,-1 0 0 0 0,0 0 0 0 0,0 0-1 0 0,0 0 1 0 0,-1 0 0 0 0,0 0 0 0 0,-2 13 0 0 0,-3-3-50 0 0,-1 0 0 0 0,0 0-1 0 0,-1-1 1 0 0,-1 0 0 0 0,-1-1 0 0 0,0 1-1 0 0,-1-2 1 0 0,0 1 0 0 0,-1-1 0 0 0,-1-1 0 0 0,0 0-1 0 0,-1-1 1 0 0,0 0 0 0 0,-1-1 0 0 0,0-1 0 0 0,-20 12-1 0 0,32-21-291 0 0,1-1 0 0 0,0 1 0 0 0,0 0 0 0 0,-1-1 0 0 0,1 1-1 0 0,-1-1 1 0 0,1 1 0 0 0,0-1 0 0 0,-1 0 0 0 0,1 0 0 0 0,-1 1 0 0 0,-1-1-1 0 0</inkml:trace>
</inkml:ink>
</file>

<file path=ppt/ink/ink4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4:54.9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65 39 7370 0 0,'-18'-13'2588'0'0,"14"9"-1205"0"0,-1 0 0 0 0,0 1-1 0 0,0 0 1 0 0,-1-1 0 0 0,-9-3 0 0 0,15 7-1295 0 0,-1 0 0 0 0,1 0 1 0 0,0 0-1 0 0,-1 1 0 0 0,1-1 1 0 0,0 0-1 0 0,-1 0 0 0 0,1 0 1 0 0,0 1-1 0 0,0-1 0 0 0,-1 0 1 0 0,1 0-1 0 0,0 1 0 0 0,0-1 1 0 0,-1 0-1 0 0,1 1 0 0 0,0-1 1 0 0,0 0-1 0 0,0 1 0 0 0,0-1 1 0 0,-1 0-1 0 0,1 1 0 0 0,0-1 1 0 0,0 0-1 0 0,0 1 0 0 0,0-1 1 0 0,0 0-1 0 0,0 1 0 0 0,0-1 1 0 0,0 0-1 0 0,0 1 0 0 0,0-1 1 0 0,0 1-1 0 0,0-1 0 0 0,0 0 1 0 0,0 1-1 0 0,1 0 0 0 0,0 16 198 0 0,9 48 552 0 0,42 380-499 0 0,-48-387-311 0 0,19 96-1 0 0,3-66-2617 0 0</inkml:trace>
</inkml:ink>
</file>

<file path=ppt/ink/ink4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4:55.21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0 171 8610 0 0,'1'-6'465'0'0,"0"1"0"0"0,0 0 0 0 0,0 0 0 0 0,1 0 0 0 0,0 0 1 0 0,0 0-1 0 0,0 0 0 0 0,0 0 0 0 0,1 1 0 0 0,0-1 0 0 0,0 1 0 0 0,0 0 0 0 0,0 0 0 0 0,1 0 1 0 0,0 0-1 0 0,0 0 0 0 0,8-5 0 0 0,2-2 156 0 0,0 2-1 0 0,0-1 1 0 0,1 2 0 0 0,20-9 0 0 0,-30 15-663 0 0,8-4 273 0 0,0 1 0 0 0,27-7 0 0 0,-35 11-503 0 0,0 0 1 0 0,0 1 0 0 0,0-1-1 0 0,0 1 1 0 0,0 1 0 0 0,0-1-1 0 0,-1 1 1 0 0,1-1-1 0 0,0 1 1 0 0,0 1 0 0 0,0-1-1 0 0,6 3 1 0 0</inkml:trace>
</inkml:ink>
</file>

<file path=ppt/ink/ink4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4:55.4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0 196 5985 0 0,'1'-4'470'0'0,"1"0"0"0"0,-1-1-1 0 0,1 1 1 0 0,-1 0 0 0 0,1 0 0 0 0,1 1-1 0 0,-1-1 1 0 0,0 0 0 0 0,4-3-1 0 0,-3 2 47 0 0,5-6 257 0 0,0-1 0 0 0,1 1 0 0 0,0 1 0 0 0,1 0 0 0 0,0 0 0 0 0,1 1 0 0 0,0 0-1 0 0,0 1 1 0 0,1 0 0 0 0,0 1 0 0 0,0 1 0 0 0,18-8 0 0 0,-17 9-1129 0 0,1 1 1 0 0,-1 0-1 0 0,1 1 1 0 0,0 1-1 0 0,-1 0 0 0 0,1 0 1 0 0,23 2-1 0 0,-21 0-6363 0 0</inkml:trace>
</inkml:ink>
</file>

<file path=ppt/ink/ink4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4:56.4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 35 8754 0 0,'-12'-15'3425'0'0,"12"14"-3120"0"0,-1 0 0 0 0,0 0 0 0 0,1-1 0 0 0,-1 1 1 0 0,0 0-1 0 0,0 0 0 0 0,0 0 0 0 0,1 0 0 0 0,-1 0 1 0 0,0 0-1 0 0,0 0 0 0 0,-1 0 0 0 0,1 0 1 0 0,0 0-1 0 0,0 1 0 0 0,0-1 0 0 0,0 0 0 0 0,-1 1 1 0 0,1-1-1 0 0,-3 0 0 0 0,4 2-217 0 0,0-1 0 0 0,-1 0 0 0 0,1 1 0 0 0,0-1 0 0 0,0 1 0 0 0,-1-1 0 0 0,1 0 0 0 0,0 1 0 0 0,0-1 0 0 0,0 1 0 0 0,-1-1 1 0 0,1 1-1 0 0,0-1 0 0 0,0 1 0 0 0,0-1 0 0 0,0 1 0 0 0,0-1 0 0 0,0 0 0 0 0,0 1 0 0 0,0-1 0 0 0,0 1 0 0 0,0-1 0 0 0,0 1 0 0 0,0-1 0 0 0,0 1 0 0 0,1-1 0 0 0,-1 2 0 0 0,5 18 304 0 0,-4-16-191 0 0,32 145 662 0 0,-11-59-703 0 0,11 108 0 0 0,2 244 124 0 0,-38-425-479 0 0,-3-13-1887 0 0</inkml:trace>
</inkml:ink>
</file>

<file path=ppt/ink/ink4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4:56.81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82 256 2016 0 0,'-5'-6'418'0'0,"1"0"0"0"0,-1 0 0 0 0,0 1-1 0 0,0 0 1 0 0,-11-8 0 0 0,11 9 361 0 0,1 1 0 0 0,-1-1 0 0 0,1 0 0 0 0,0 0 0 0 0,0 0 0 0 0,0-1 0 0 0,1 0 0 0 0,0 1 0 0 0,-3-16 3518 0 0,6 20-4219 0 0,1 0 0 0 0,11 2 1622 0 0,13 9-535 0 0,78 64 1281 0 0,37 24-1483 0 0,-80-59-701 0 0,-24-15-100 0 0,1-1-1 0 0,1-2 0 0 0,1-1 0 0 0,53 20 0 0 0,-91-41-113 0 0,-1 0 0 0 0,1 0 0 0 0,0 1 0 0 0,-1-1 0 0 0,1 0 0 0 0,-1 0 0 0 0,1 0 0 0 0,-1 0 0 0 0,1 0 0 0 0,0 0 0 0 0,-1 0 0 0 0,1 0 0 0 0,-1 0 0 0 0,1 0 0 0 0,-1 0 0 0 0,1 0 1 0 0,0 0-1 0 0,-1-1 0 0 0,1 1 0 0 0,-1 0 0 0 0,1 0 0 0 0,-1-1 0 0 0,1 1 0 0 0,-1 0 0 0 0,1 0 0 0 0,-1-1 0 0 0,1 1 0 0 0,-1-1 0 0 0,0 1 0 0 0,1 0 0 0 0,-1-1 0 0 0,1 0 0 0 0,0-1 25 0 0,0 0 1 0 0,-1 0-1 0 0,1 0 1 0 0,-1 0-1 0 0,1 0 1 0 0,-1 0-1 0 0,0-1 1 0 0,0 1-1 0 0,0-4 1 0 0,-10-58 330 0 0,7 50-194 0 0,-5-35-149 0 0,-6-98 0 0 0,14 129-529 0 0,1 0 0 0 0,1 0-1 0 0,0 0 1 0 0,1 0 0 0 0,1 0-1 0 0,1 0 1 0 0,1 1-1 0 0,14-31 1 0 0,-9 25-7555 0 0</inkml:trace>
</inkml:ink>
</file>

<file path=ppt/ink/ink4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4:57.3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 1 10594 0 0,'-16'3'8452'0'0,"17"9"-5000"0"0,0-6-4333 0 0,24 126 1844 0 0,18 119-747 0 0,-26-67-97 0 0,-10-79-149 0 0,34 162-1 0 0,-38-257-941 0 0</inkml:trace>
</inkml:ink>
</file>

<file path=ppt/ink/ink4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4:57.6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50 145 3201 0 0,'-34'-11'-23'0'0,"18"-24"12125"0"0,18 34-11731 0 0,20-13 1324 0 0,-20 13-1156 0 0,25-15 455 0 0,1 1-1 0 0,33-12 1 0 0,-49 22-690 0 0,1 0 1 0 0,0 1-1 0 0,1 1 1 0 0,-1 0-1 0 0,0 1 0 0 0,1 1 1 0 0,20-1-1 0 0,-28 3-500 0 0,0 0 1 0 0,0 1-1 0 0,-1-1 0 0 0,1 1 1 0 0,0 0-1 0 0,-1 0 1 0 0,1 1-1 0 0,-1 0 0 0 0,0 0 1 0 0,0 0-1 0 0,0 1 0 0 0,7 5 1 0 0</inkml:trace>
</inkml:ink>
</file>

<file path=ppt/ink/ink4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4:57.8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21 175 9218 0 0,'-20'20'5087'0'0,"36"-27"-2708"0"0,90-45 2686 0 0,14-7-3925 0 0,-2-4-7524 0 0,-95 49 4210 0 0</inkml:trace>
</inkml:ink>
</file>

<file path=ppt/ink/ink4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7:11.2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75 105 1584 0 0,'-5'0'284'0'0,"-1"0"0"0"0,1 0 0 0 0,0 0 0 0 0,-1 1-1 0 0,1 0 1 0 0,0 0 0 0 0,0 1 0 0 0,0-1 0 0 0,-1 1 0 0 0,2 0-1 0 0,-1 1 1 0 0,-7 3 0 0 0,11-5-169 0 0,26 2 2198 0 0,130-9-1753 0 0,20 0-4 0 0,116-7-10 0 0,-103 1-249 0 0,24 9-148 0 0,41-1-94 0 0,-182-1 54 0 0,110-22-1 0 0,-92 9 271 0 0,0 4 0 0 0,1 4 0 0 0,136 1 0 0 0,-62 14 148 0 0,239 39-1 0 0,-396-43-549 0 0,9 2-230 0 0,-1 0 1 0 0,1-1-1 0 0,-1 0 0 0 0,1-1 0 0 0,30-3 1 0 0,-41 0 238 0 0</inkml:trace>
</inkml:ink>
</file>

<file path=ppt/ink/ink4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7:12.2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 1892 2761 0 0,'-13'20'1535'0'0,"10"-22"-1153"0"0,5-11-19 0 0,102-321 1623 0 0,-57 192-1306 0 0,22-61 20 0 0,8 3 0 0 0,10 4-1 0 0,162-272 1 0 0,-128 286-819 0 0,-94 147-895 0 0,1 1 0 0 0,63-57 1 0 0,-77 80-1708 0 0</inkml:trace>
</inkml:ink>
</file>

<file path=ppt/ink/ink4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7:12.7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262 78 488 0 0,'-2'-3'67'0'0,"-1"0"-1"0"0,0 0 0 0 0,0 0 1 0 0,0 0-1 0 0,0 1 1 0 0,0-1-1 0 0,0 1 0 0 0,-1 0 1 0 0,1 0-1 0 0,-1 0 1 0 0,0 0-1 0 0,0 1 0 0 0,1 0 1 0 0,-1-1-1 0 0,0 1 1 0 0,0 1-1 0 0,0-1 0 0 0,0 0 1 0 0,0 1-1 0 0,-1 0 1 0 0,1 0-1 0 0,0 0 0 0 0,0 1 1 0 0,-6 1-1 0 0,3 0 135 0 0,0 0-1 0 0,0 1 1 0 0,0 0-1 0 0,0 0 1 0 0,0 1-1 0 0,1 0 1 0 0,-1 0-1 0 0,1 0 0 0 0,0 1 1 0 0,1 0-1 0 0,-1 0 1 0 0,-6 9-1 0 0,8-9-31 0 0,-5 4 63 0 0,1 0 1 0 0,0 0 0 0 0,1 1-1 0 0,0 0 1 0 0,1 1-1 0 0,0-1 1 0 0,1 1-1 0 0,0 0 1 0 0,-4 13-1 0 0,9-23-223 0 0,-1-1 0 0 0,1 1 0 0 0,0-1-1 0 0,0 0 1 0 0,0 1 0 0 0,0-1 0 0 0,0 1-1 0 0,0-1 1 0 0,0 1 0 0 0,0-1 0 0 0,0 1-1 0 0,0-1 1 0 0,0 1 0 0 0,0-1 0 0 0,0 0 0 0 0,0 1-1 0 0,0-1 1 0 0,1 1 0 0 0,-1-1 0 0 0,0 1-1 0 0,0-1 1 0 0,0 0 0 0 0,1 1 0 0 0,-1-1 0 0 0,0 1-1 0 0,1-1 1 0 0,-1 0 0 0 0,0 1 0 0 0,1-1-1 0 0,-1 0 1 0 0,0 0 0 0 0,1 1 0 0 0,-1-1-1 0 0,0 0 1 0 0,2 1 0 0 0,18-3 123 0 0,19-16 159 0 0,3-9 154 0 0,46-39 1 0 0,-58 42 328 0 0,1 1 0 0 0,1 1-1 0 0,49-24 1 0 0,-80 45-702 0 0,1 0-1 0 0,-1 0 1 0 0,1 0-1 0 0,0 1 1 0 0,0-1 0 0 0,0 0-1 0 0,-1 1 1 0 0,1-1-1 0 0,0 1 1 0 0,0 0-1 0 0,0-1 1 0 0,0 1 0 0 0,0 0-1 0 0,0 0 1 0 0,0 0-1 0 0,0 1 1 0 0,0-1-1 0 0,0 0 1 0 0,-1 1 0 0 0,1-1-1 0 0,0 1 1 0 0,0 0-1 0 0,0-1 1 0 0,-1 1-1 0 0,1 0 1 0 0,0 0 0 0 0,-1 0-1 0 0,1 0 1 0 0,1 2-1 0 0,0 1-57 0 0,0 0 0 0 0,-1 1 0 0 0,0-1 1 0 0,0 0-1 0 0,0 1 0 0 0,0-1 0 0 0,-1 1 0 0 0,1 0 0 0 0,-1 0 0 0 0,0 8 0 0 0,9 112-1696 0 0,-8-93-2877 0 0</inkml:trace>
</inkml:ink>
</file>

<file path=ppt/ink/ink4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8:06.6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67 3097 0 0,'0'-1'15'0'0,"0"1"0"0"0,0-1 0 0 0,1 1 0 0 0,-1-1 0 0 0,0 1 1 0 0,0-1-1 0 0,1 1 0 0 0,-1-1 0 0 0,0 1 0 0 0,1 0 0 0 0,-1-1 1 0 0,0 1-1 0 0,1 0 0 0 0,-1-1 0 0 0,1 1 0 0 0,-1 0 0 0 0,1-1 0 0 0,-1 1 1 0 0,0 0-1 0 0,1 0 0 0 0,0-1 0 0 0,-1 4-7 0 0,0-1-7 0 0,0-1 0 0 0,-1 0 0 0 0,1 0 0 0 0,0 0 1 0 0,0 1-1 0 0,-1-1 0 0 0,1 0 0 0 0,0 0 0 0 0,-1 0 1 0 0,1 0-1 0 0,-1 0 0 0 0,0 0 0 0 0,1 0 0 0 0,-1 0 1 0 0,-1 2 169 0 0,12-12 1582 0 0,-7 6-1731 0 0,1-1 224 0 0,-1-1 0 0 0,1 1 0 0 0,1 0 0 0 0,-1 1-1 0 0,1-1 1 0 0,4-2 0 0 0,-8 6-189 0 0,0-1-1 0 0,-1 1 0 0 0,1 0 1 0 0,0-1-1 0 0,-1 1 0 0 0,1 0 0 0 0,0 0 1 0 0,0 0-1 0 0,-1 0 0 0 0,1-1 1 0 0,0 1-1 0 0,0 0 0 0 0,-1 1 1 0 0,1-1-1 0 0,0 0 0 0 0,0 0 1 0 0,-1 0-1 0 0,1 0 0 0 0,0 0 0 0 0,0 1 1 0 0,1 0-1 0 0,-1 0 4 0 0,0 0-1 0 0,0 0 1 0 0,0 0-1 0 0,0 0 1 0 0,0 0-1 0 0,-1 1 1 0 0,1-1-1 0 0,0 0 1 0 0,0 1-1 0 0,-1-1 1 0 0,1 0-1 0 0,-1 1 1 0 0,1-1-1 0 0,-1 1 1 0 0,1 2-1 0 0,1 44 954 0 0,-3-41-931 0 0,1 0-1 0 0,0 0 1 0 0,1 1-1 0 0,-1-1 0 0 0,4 14 1 0 0,-4-21-86 0 0,0 0 1 0 0,0 0 0 0 0,1 0-1 0 0,-1 0 1 0 0,0 0 0 0 0,0 1-1 0 0,0-1 1 0 0,0 0 0 0 0,0 0-1 0 0,0 0 1 0 0,0 0 0 0 0,0 0-1 0 0,0 0 1 0 0,0 1 0 0 0,0-1-1 0 0,0 0 1 0 0,1 0 0 0 0,-1 0-1 0 0,0 0 1 0 0,0 0 0 0 0,0 0-1 0 0,0 0 1 0 0,0 0 0 0 0,0 0-1 0 0,1 0 1 0 0,-1 0 0 0 0,0 0-1 0 0,0 0 1 0 0,0 0 0 0 0,0 0-1 0 0,0 0 1 0 0,1 0 0 0 0,-1 0-1 0 0,0 0 1 0 0,0 0 0 0 0,0 0-1 0 0,0 0 1 0 0,0 0 0 0 0,0 0-1 0 0,1 0 1 0 0,-1 0 0 0 0,0 0-1 0 0,0 0 1 0 0,0 0 0 0 0,0 0-1 0 0,0 0 1 0 0,0 0 0 0 0,1 0-1 0 0,-1 0 1 0 0,8-9-133 0 0,3-9-61 0 0,44-123-530 0 0,-58 150 805 0 0,0 1 0 0 0,1 1 0 0 0,-1 13 1 0 0,-3 13-3 0 0,-1-6-10 0 0,0-6-105 0 0,1 0 1 0 0,2 0-1 0 0,0 0 1 0 0,2 1-1 0 0,1 0 1 0 0,3 47-1 0 0,-2-72 37 0 0,0-1-1 0 0,0 1 1 0 0,0 0-1 0 0,0-1 1 0 0,0 1-1 0 0,0 0 1 0 0,0-1 0 0 0,1 1-1 0 0,-1 0 1 0 0,0-1-1 0 0,0 1 1 0 0,0-1-1 0 0,1 1 1 0 0,-1 0 0 0 0,0-1-1 0 0,1 1 1 0 0,-1-1-1 0 0,0 1 1 0 0,1-1-1 0 0,-1 1 1 0 0,1-1 0 0 0,-1 1-1 0 0,1-1 1 0 0,-1 1-1 0 0,1-1 1 0 0,-1 0-1 0 0,1 1 1 0 0,0-1 0 0 0,-1 0-1 0 0,1 1 1 0 0,-1-1-1 0 0,1 0 1 0 0,1 0-1 0 0,17-9-946 0 0,0-1-209 0 0,-18 13 1219 0 0,0-1 0 0 0,0 1 0 0 0,0 0-1 0 0,-1-1 1 0 0,1 1 0 0 0,-1 0 0 0 0,1-1 0 0 0,-1 1-1 0 0,0 0 1 0 0,0 0 0 0 0,-1 5 0 0 0,-5 64 498 0 0,2-25 206 0 0,2 64-1 0 0,2-110-778 0 0,0 0 0 0 0,0 0 0 0 0,0 0 0 0 0,0 1 0 0 0,0-1 0 0 0,0 0 0 0 0,1 0 0 0 0,-1 0 0 0 0,0 0 0 0 0,1 0 0 0 0,-1 0 0 0 0,1 0 0 0 0,-1 0-1 0 0,1 0 1 0 0,1 2 0 0 0,-2-3-5 0 0,0 0 1 0 0,1 0-1 0 0,-1 0 0 0 0,0 1 0 0 0,1-1 0 0 0,-1 0 0 0 0,1 0 1 0 0,-1 0-1 0 0,1 0 0 0 0,-1 0 0 0 0,0 0 0 0 0,1 0 0 0 0,-1 0 0 0 0,1 0 1 0 0,-1 0-1 0 0,1 0 0 0 0,-1 0 0 0 0,1 0 0 0 0,-1 0 0 0 0,0 0 0 0 0,1 0 1 0 0,-1 0-1 0 0,1 0 0 0 0,-1-1 0 0 0,0 1 0 0 0,1 0 0 0 0,2-3-106 0 0,1 1 0 0 0,-1 0 0 0 0,0-1 0 0 0,-1 0 0 0 0,1 0 0 0 0,4-6 0 0 0,-7 9 93 0 0,1 0 0 0 0,-1 1 0 0 0,0-1 0 0 0,1 0 0 0 0,-1 0 0 0 0,0 0 0 0 0,1 0 0 0 0,-1 0 0 0 0,0 0 0 0 0,0 0 0 0 0,1 1 0 0 0,-1-1 1 0 0,0 0-1 0 0,0 0 0 0 0,1 0 0 0 0,-1 1 0 0 0,0-1 0 0 0,0 0 0 0 0,0 0 0 0 0,1 1 0 0 0,-1-1 0 0 0,0 0 0 0 0,0 0 0 0 0,0 1 0 0 0,0-1 1 0 0,0 0-1 0 0,1 1 0 0 0,-1-1 0 0 0,0 0 0 0 0,0 0 0 0 0,0 1 0 0 0,0-1 0 0 0,0 0 0 0 0,0 1 0 0 0,0-1 0 0 0,0 0 0 0 0,0 1 0 0 0,0-1 1 0 0,0 0-1 0 0,-1 1 0 0 0,4 15-451 0 0,-5 120 551 0 0,0 7 169 0 0,6-125-191 0 0,-4-18-43 0 0,0 1 0 0 0,0-1 0 0 0,1 0 0 0 0,-1 0 0 0 0,0 0 0 0 0,0 1 0 0 0,0-1 0 0 0,0 0 0 0 0,1 0 0 0 0,-1 0 0 0 0,0 0 0 0 0,0 0 0 0 0,1 0 0 0 0,-1 1 0 0 0,0-1 0 0 0,0 0 0 0 0,0 0 0 0 0,1 0 0 0 0,-1 0 0 0 0,0 0 0 0 0,0 0 0 0 0,1 0 0 0 0,-1 0 0 0 0,0 0 0 0 0,0 0 0 0 0,1 0 0 0 0,-1 0 0 0 0,0 0 0 0 0,0 0 0 0 0,1 0 0 0 0,-1-1 0 0 0,0 1 0 0 0,0 0 0 0 0,1 0 0 0 0,-1 0 1 0 0,20-23 223 0 0,-11 12-201 0 0,-8 49-381 0 0,-9 26 659 0 0,5-50-199 0 0,0 1-1 0 0,2-1 0 0 0,0 1 1 0 0,0 0-1 0 0,1 0 0 0 0,3 16 1 0 0,3-22-98 0 0,-2-5-68 0 0,-1-1-205 0 0</inkml:trace>
</inkml:ink>
</file>

<file path=ppt/ink/ink4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8:07.63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1 160 3225 0 0,'0'9'305'0'0,"-1"-2"17"0"0,1 0 0 0 0,0 0 0 0 0,1 0 0 0 0,-1 0 0 0 0,1 0 0 0 0,1 0 0 0 0,-1 0 0 0 0,1 0-1 0 0,4 9 1 0 0,-6-16-317 0 0,0 1 0 0 0,0-1-1 0 0,0 0 1 0 0,0 0 0 0 0,1 0-1 0 0,-1 1 1 0 0,0-1 0 0 0,0 0-1 0 0,0 0 1 0 0,0 0 0 0 0,0 0-1 0 0,1 1 1 0 0,-1-1 0 0 0,0 0-1 0 0,0 0 1 0 0,0 0 0 0 0,1 0-1 0 0,-1 0 1 0 0,0 0-1 0 0,0 0 1 0 0,0 0 0 0 0,1 1-1 0 0,-1-1 1 0 0,0 0 0 0 0,0 0-1 0 0,0 0 1 0 0,1 0 0 0 0,-1 0-1 0 0,0 0 1 0 0,0 0 0 0 0,1 0-1 0 0,-1 0 1 0 0,0 0 0 0 0,0 0-1 0 0,0-1 1 0 0,1 1 0 0 0,-1 0-1 0 0,0 0 1 0 0,1 0 0 0 0,7-10 24 0 0,4-16 53 0 0,-12 24-15 0 0,3-8 29 0 0,-3 8-98 0 0,1 0 0 0 0,-1 0 0 0 0,0 0-1 0 0,1 1 1 0 0,-1-1 0 0 0,1 0 0 0 0,-1 0 0 0 0,1 0 0 0 0,0 1 0 0 0,0-1 0 0 0,0 0-1 0 0,0 1 1 0 0,0-1 0 0 0,0 1 0 0 0,0-1 0 0 0,1 1 0 0 0,-1 0 0 0 0,3-3 0 0 0,5 4-84 0 0,-7 1 88 0 0,-1-1-1 0 0,1 0 0 0 0,-1 1 1 0 0,0-1-1 0 0,1 0 0 0 0,-1 0 0 0 0,1 0 1 0 0,-1 0-1 0 0,0 0 0 0 0,1-1 1 0 0,-1 1-1 0 0,1 0 0 0 0,-1-1 0 0 0,0 1 1 0 0,1-1-1 0 0,-1 1 0 0 0,0-1 1 0 0,0 1-1 0 0,0-1 0 0 0,1 0 0 0 0,-1 0 1 0 0,0 0-1 0 0,0 0 0 0 0,0 0 1 0 0,0 0-1 0 0,0 0 0 0 0,0 0 0 0 0,0 0 1 0 0,-1 0-1 0 0,1 0 0 0 0,0-1 1 0 0,-1 1-1 0 0,2-3 0 0 0,-2 2 84 0 0,1 0 1 0 0,0 0-1 0 0,0 0 0 0 0,-1 0 0 0 0,1 0 0 0 0,0 0 0 0 0,1 0 0 0 0,-1 0 1 0 0,0 0-1 0 0,1 0 0 0 0,-1 1 0 0 0,1-1 0 0 0,2-2 0 0 0,-1 20 83 0 0,-2-6-110 0 0,-1-9-57 0 0,0-1 0 0 0,1 0 0 0 0,-1 0 0 0 0,0 0 0 0 0,0 0 0 0 0,1 1 0 0 0,-1-1 0 0 0,0 0 0 0 0,0 0 0 0 0,0 0 0 0 0,1 0 0 0 0,-1 0 0 0 0,0 0 0 0 0,1 0 0 0 0,-1 0 0 0 0,0 0 0 0 0,0 0 0 0 0,1 0 0 0 0,-1 0 0 0 0,0 0 0 0 0,0 0 0 0 0,1 0 0 0 0,-1 0 0 0 0,0 0 0 0 0,0 0 0 0 0,1 0 0 0 0,-1 0 0 0 0,0 0 0 0 0,0 0 0 0 0,1 0 0 0 0,-1 0 0 0 0,0-1 0 0 0,0 1 0 0 0,1 0 0 0 0,-1 0 0 0 0,0 0 0 0 0,2-2-68 0 0,-1 0-1 0 0,0 0 1 0 0,0 0-1 0 0,0 0 0 0 0,0 0 1 0 0,0 0-1 0 0,0 0 1 0 0,-1 0-1 0 0,1 0 1 0 0,-1 0-1 0 0,1-1 1 0 0,-1-2-1 0 0,5-36-469 0 0,-4 33 681 0 0,-1 17 452 0 0,0-4-320 0 0,0 1 6 0 0,0 1 0 0 0,0 0 0 0 0,1 0 0 0 0,0 0 1 0 0,2 10-1 0 0,-3-17-282 0 0,0 0 0 0 0,0 0 1 0 0,1 0-1 0 0,-1 0 0 0 0,0 0 1 0 0,0 0-1 0 0,0 1 0 0 0,0-1 1 0 0,0 0-1 0 0,0 0 0 0 0,0 0 1 0 0,0 0-1 0 0,0 0 0 0 0,0 0 1 0 0,0 0-1 0 0,1 0 0 0 0,-1 0 1 0 0,0 0-1 0 0,0 1 0 0 0,0-1 1 0 0,0 0-1 0 0,0 0 0 0 0,0 0 1 0 0,0 0-1 0 0,1 0 0 0 0,-1 0 1 0 0,0 0-1 0 0,0 0 0 0 0,0 0 1 0 0,0 0-1 0 0,0 0 0 0 0,0 0 1 0 0,1 0-1 0 0,-1 0 0 0 0,0 0 1 0 0,0 0-1 0 0,0 0 0 0 0,0 0 1 0 0,0 0-1 0 0,0-1 0 0 0,1 1 1 0 0,-1 0-1 0 0,0 0 0 0 0,0 0 1 0 0,0 0-1 0 0,0 0 0 0 0,0 0 1 0 0,0 0-1 0 0,0 0 0 0 0,1 0 1 0 0,6-9-36 0 0,3-9-123 0 0,-1-7-275 0 0,-8 20 356 0 0,1 0 0 0 0,-1 1 0 0 0,1-1 0 0 0,0 1 1 0 0,0-1-1 0 0,1 1 0 0 0,-1 0 0 0 0,1 0 0 0 0,5-5 0 0 0,6-12-253 0 0,-4 11-404 0 0,-9 11 706 0 0,0 0 1 0 0,0 0-1 0 0,0 0 1 0 0,-1 0-1 0 0,1 1 1 0 0,0-1-1 0 0,0 0 1 0 0,-1 1 0 0 0,1-1-1 0 0,-1 0 1 0 0,1 1-1 0 0,-1-1 1 0 0,0 1-1 0 0,1 1 1 0 0,7 58-568 0 0,-8-50 347 0 0,1 0 1 0 0,1 0-1 0 0,5 21 0 0 0,-7-32 216 0 0,0 1-1 0 0,1 0 1 0 0,-1 0-1 0 0,1-1 1 0 0,-1 1-1 0 0,1 0 0 0 0,-1-1 1 0 0,1 1-1 0 0,-1-1 1 0 0,1 1-1 0 0,0-1 1 0 0,-1 1-1 0 0,1-1 1 0 0,0 1-1 0 0,-1-1 1 0 0,1 1-1 0 0,0-1 1 0 0,0 0-1 0 0,-1 1 1 0 0,1-1-1 0 0,0 0 1 0 0,0 0-1 0 0,-1 0 1 0 0,1 0-1 0 0,0 0 1 0 0,0 0-1 0 0,0 0 0 0 0,0 0 1 0 0,-1 0-1 0 0,1 0 1 0 0,0 0-1 0 0,0 0 1 0 0,0 0-1 0 0,-1-1 1 0 0,1 1-1 0 0,0 0 1 0 0,0-1-1 0 0,-1 1 1 0 0,1 0-1 0 0,0-1 1 0 0,-1 1-1 0 0,1-1 1 0 0,0 1-1 0 0,-1-1 1 0 0,1 1-1 0 0,-1-1 0 0 0,1 0 1 0 0,-1 1-1 0 0,1-1 1 0 0,-1 0-1 0 0,1 1 1 0 0,-1-1-1 0 0,1-1 1 0 0,16-22 96 0 0,-9 15-64 0 0</inkml:trace>
</inkml:ink>
</file>

<file path=ppt/ink/ink4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8:08.3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5 325 2761 0 0,'-2'28'501'0'0,"1"-21"106"0"0,0 1 1 0 0,1-1-1 0 0,-1 0 0 0 0,2 0 0 0 0,1 11 0 0 0,0-21-326 0 0,0 1-1 0 0,0 0 1 0 0,0-1-1 0 0,0 0 0 0 0,-1 1 1 0 0,1-1-1 0 0,-1 0 0 0 0,3-6 1 0 0,5-13-380 0 0,0 0 0 0 0,-1-1 1 0 0,9-45-1 0 0,-12 53 65 0 0,-5 15 36 0 0,0 0 1 0 0,1-1 0 0 0,-1 1 0 0 0,0 0 0 0 0,0 0-1 0 0,0 0 1 0 0,1 0 0 0 0,-1 0 0 0 0,0 0 0 0 0,0 0-1 0 0,0 0 1 0 0,1 0 0 0 0,-1 0 0 0 0,0 0 0 0 0,0 0-1 0 0,1 0 1 0 0,-1 0 0 0 0,0 0 0 0 0,0 0 0 0 0,0 0-1 0 0,1 0 1 0 0,-1 0 0 0 0,0 0 0 0 0,0 1 0 0 0,0-1-1 0 0,1 0 1 0 0,-1 0 0 0 0,0 0 0 0 0,0 0 0 0 0,0 0-1 0 0,0 0 1 0 0,1 1 0 0 0,-1-1 0 0 0,0 0 0 0 0,0 0-1 0 0,0 1 1 0 0,17 29 286 0 0,-15-26-317 0 0,-1-1 0 0 0,1 1 0 0 0,0-1 0 0 0,-1 0 0 0 0,1 0 0 0 0,1 0 1 0 0,2 4-1 0 0,-5-7 13 0 0,1 0 1 0 0,0 0-1 0 0,-1 0 1 0 0,1 0 0 0 0,0 0-1 0 0,0 0 1 0 0,-1 0 0 0 0,1 0-1 0 0,0 0 1 0 0,-1-1-1 0 0,1 1 1 0 0,0 0 0 0 0,-1 0-1 0 0,1-1 1 0 0,0 1-1 0 0,-1 0 1 0 0,1-1 0 0 0,-1 1-1 0 0,1 0 1 0 0,0-1-1 0 0,-1 1 1 0 0,1-1 0 0 0,-1 1-1 0 0,1-1 1 0 0,-1 1 0 0 0,0-1-1 0 0,1 1 1 0 0,-1-1-1 0 0,1 0 1 0 0,-1 1 0 0 0,1-2-1 0 0,12-25-254 0 0,-10 20 272 0 0,9-28 122 0 0,-11 30-61 0 0,-1 0 1 0 0,2 0 0 0 0,-1 0-1 0 0,1 0 1 0 0,-1 1-1 0 0,1-1 1 0 0,1 1-1 0 0,-1-1 1 0 0,1 1-1 0 0,-1 0 1 0 0,1 0-1 0 0,7-7 1 0 0,-10 10-41 0 0,1 1-1 0 0,-1 0 1 0 0,0 0-1 0 0,1-1 1 0 0,-1 1 0 0 0,1 0-1 0 0,-1 0 1 0 0,1 0 0 0 0,-1 0-1 0 0,0 0 1 0 0,1 0-1 0 0,-1-1 1 0 0,1 1 0 0 0,-1 0-1 0 0,1 0 1 0 0,-1 0 0 0 0,0 0-1 0 0,1 1 1 0 0,-1-1-1 0 0,1 0 1 0 0,-1 0 0 0 0,1 0-1 0 0,-1 0 1 0 0,1 0-1 0 0,-1 0 1 0 0,0 1 0 0 0,1-1-1 0 0,-1 0 1 0 0,0 0 0 0 0,1 1-1 0 0,-1-1 1 0 0,0 0-1 0 0,1 1 1 0 0,-1-1 0 0 0,0 0-1 0 0,1 1 1 0 0,8 18 631 0 0,-9-18-642 0 0,0 0 0 0 0,0 1 1 0 0,1-1-1 0 0,-1 0 0 0 0,0 0 0 0 0,1 0 1 0 0,-1 0-1 0 0,1 0 0 0 0,-1 0 0 0 0,1 0 1 0 0,-1 0-1 0 0,1 0 0 0 0,0 0 0 0 0,0 0 1 0 0,-1 0-1 0 0,1-1 0 0 0,0 1 0 0 0,0 0 1 0 0,0-1-1 0 0,0 1 0 0 0,1 1 0 0 0,-1-3-8 0 0,0 1 1 0 0,0-1-1 0 0,0 0 0 0 0,0 1 0 0 0,0-1 0 0 0,0 0 0 0 0,0 1 0 0 0,0-1 0 0 0,0 0 0 0 0,-1 0 0 0 0,1 0 0 0 0,0 0 0 0 0,-1 0 0 0 0,1 0 0 0 0,0 0 0 0 0,-1 0 0 0 0,1 0 0 0 0,-1-1 1 0 0,13-26 194 0 0,-11 21-145 0 0,4-9-174 0 0,-1 0-1 0 0,5-27 1 0 0,4-15-155 0 0,1 117-1158 0 0,-14-54 1290 0 0,-1-3-60 0 0,1 0 0 0 0,-1 1 0 0 0,1-1 0 0 0,0 0 0 0 0,0 0 0 0 0,0 0 0 0 0,0 0 0 0 0,0 0 0 0 0,0 0 0 0 0,1 0 0 0 0,1 2 0 0 0</inkml:trace>
</inkml:ink>
</file>

<file path=ppt/ink/ink4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8:08.8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1 155 3681 0 0,'0'0'284'0'0,"14"28"3506"0"0,-10-4-2027 0 0,-4-21-1730 0 0,1 1 0 0 0,-1 0 1 0 0,1 0-1 0 0,-1-1 0 0 0,1 1 1 0 0,0 0-1 0 0,0-1 1 0 0,1 1-1 0 0,-1-1 0 0 0,1 0 1 0 0,0 1-1 0 0,0-1 0 0 0,0 0 1 0 0,3 4-1 0 0,-5-7-102 0 0,1 0-1 0 0,-1 0 1 0 0,0 0-1 0 0,1 0 1 0 0,-1 0-1 0 0,1 0 1 0 0,-1 0-1 0 0,0 0 1 0 0,1 0-1 0 0,-1 0 1 0 0,1 0-1 0 0,-1-1 1 0 0,0 1-1 0 0,1 0 1 0 0,-1 0-1 0 0,0 0 1 0 0,1-1-1 0 0,-1 1 1 0 0,0 0-1 0 0,0 0 1 0 0,1-1-1 0 0,-1 1 1 0 0,0 0-1 0 0,0-1 1 0 0,1 1-1 0 0,-1 0 1 0 0,0-1-1 0 0,0 1 1 0 0,0 0-1 0 0,1-1 1 0 0,-1 1 0 0 0,0 0-1 0 0,0-1 1 0 0,0 1-1 0 0,0 0 1 0 0,0-1-1 0 0,0 1 1 0 0,0-1-1 0 0,0 1 1 0 0,0 0-1 0 0,0-1 1 0 0,5-27-399 0 0,-3 19 453 0 0,1-8-17 0 0,0 1 0 0 0,2 0 0 0 0,0-1 0 0 0,0 2 0 0 0,2-1 0 0 0,16-28 0 0 0,-23 43 50 0 0,0 1 0 0 0,0-1 0 0 0,1 1 0 0 0,-1 0 0 0 0,0-1 0 0 0,0 1-1 0 0,1 0 1 0 0,-1-1 0 0 0,0 1 0 0 0,1 0 0 0 0,-1 0 0 0 0,0-1 0 0 0,1 1-1 0 0,-1 0 1 0 0,0 0 0 0 0,1 0 0 0 0,-1-1 0 0 0,0 1 0 0 0,1 0 0 0 0,-1 0 0 0 0,1 0-1 0 0,-1 0 1 0 0,1 0 0 0 0,-1 0 0 0 0,0 0 0 0 0,1 0 0 0 0,-1 0 0 0 0,1 0-1 0 0,-1 0 1 0 0,0 0 0 0 0,1 0 0 0 0,-1 0 0 0 0,1 0 0 0 0,-1 0 0 0 0,1 1-1 0 0,11 13 618 0 0,6 30 344 0 0,-16-39-854 0 0,14 59 497 0 0,-9-28-217 0 0,8-70-297 0 0,5-33 132 0 0,-11 33-618 0 0,22-52 0 0 0,-31 86 319 0 0,0-1 0 0 0,0 1 0 0 0,0-1 1 0 0,1 1-1 0 0,-1-1 0 0 0,0 0 0 0 0,0 1 0 0 0,0-1 0 0 0,1 1 0 0 0,-1-1 1 0 0,0 1-1 0 0,1-1 0 0 0,-1 1 0 0 0,0 0 0 0 0,1-1 0 0 0,-1 1 0 0 0,1-1 1 0 0,-1 1-1 0 0,1 0 0 0 0,-1-1 0 0 0,1 1 0 0 0,-1 0 0 0 0,1-1 0 0 0,-1 1 1 0 0,1 0-1 0 0,-1 0 0 0 0,1 0 0 0 0,-1 0 0 0 0,1-1 0 0 0,0 1 0 0 0,-1 0 1 0 0,1 0-1 0 0,-1 0 0 0 0,1 0 0 0 0,-1 0 0 0 0,2 0 0 0 0</inkml:trace>
</inkml:ink>
</file>

<file path=ppt/ink/ink4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8:09.36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33 3225 0 0,'0'10'5634'0'0,"0"2"-5423"0"0,0-1 0 0 0,1 1 0 0 0,1-1 0 0 0,2 14 0 0 0,-3-25-224 0 0,-1 0-1 0 0,1 0 1 0 0,-1 0 0 0 0,1-1-1 0 0,-1 1 1 0 0,1 0 0 0 0,-1 0-1 0 0,0 0 1 0 0,1 0 0 0 0,-1-1-1 0 0,1 1 1 0 0,-1 0 0 0 0,1 0-1 0 0,-1-1 1 0 0,1 1 0 0 0,-1 0-1 0 0,0-1 1 0 0,1 1 0 0 0,-1-1-1 0 0,0 1 1 0 0,1 0 0 0 0,-1-1-1 0 0,0 1 1 0 0,0-1 0 0 0,1 1-1 0 0,-1-1 1 0 0,0 1 0 0 0,0-1-1 0 0,0 1 1 0 0,0-1 0 0 0,0 1-1 0 0,1-1 1 0 0,11-23-324 0 0,-11 22 266 0 0,9-21-184 0 0,9-16 89 0 0,-19 39 180 0 0,0 0 0 0 0,0 0 0 0 0,0 0 0 0 0,0-1 0 0 0,0 1 0 0 0,0 0 0 0 0,0 0 0 0 0,0 0 0 0 0,1 0 0 0 0,-1 0 0 0 0,0 0 0 0 0,0 0 0 0 0,0 0 0 0 0,0 0 0 0 0,0 0 1 0 0,0 0-1 0 0,0 0 0 0 0,1 0 0 0 0,-1 0 0 0 0,0 0 0 0 0,0 0 0 0 0,0 0 0 0 0,0 0 0 0 0,0 0 0 0 0,0 0 0 0 0,0 0 0 0 0,1 0 0 0 0,-1 0 0 0 0,0 0 0 0 0,0 0 0 0 0,0 0 1 0 0,0 0-1 0 0,0 0 0 0 0,0 0 0 0 0,0 0 0 0 0,0 1 0 0 0,0-1 0 0 0,1 0 0 0 0,-1 0 0 0 0,0 0 0 0 0,0 0 0 0 0,0 0 0 0 0,0 0 0 0 0,0 0 0 0 0,0 0 0 0 0,0 0 1 0 0,0 1-1 0 0,0-1 0 0 0,0 0 0 0 0,0 0 0 0 0,0 0 0 0 0,0 0 0 0 0,0 0 0 0 0,0 0 0 0 0,0 1 0 0 0,4 11 713 0 0,2 14 508 0 0,-6-25-1147 0 0,0 0-57 0 0,0-1-1 0 0,0 1 1 0 0,0 0-1 0 0,0 0 1 0 0,0-1-1 0 0,0 1 1 0 0,0-1-1 0 0,1 1 1 0 0,-1 0-1 0 0,0-1 0 0 0,0 1 1 0 0,1 0-1 0 0,-1-1 1 0 0,0 1-1 0 0,1-1 1 0 0,-1 1-1 0 0,1-1 1 0 0,-1 1-1 0 0,0-1 1 0 0,1 1-1 0 0,-1-1 1 0 0,1 1-1 0 0,0-1 0 0 0,-1 1 1 0 0,1-1-1 0 0,-1 0 1 0 0,1 0-1 0 0,0 1 1 0 0,1-1-2 0 0,-1 0 0 0 0,0 0 0 0 0,0-1 0 0 0,0 1 0 0 0,0 0 0 0 0,0-1 0 0 0,1 1 0 0 0,-1-1 0 0 0,0 1 0 0 0,0-1 0 0 0,0 1 0 0 0,0-1 0 0 0,0 0 0 0 0,-1 0 0 0 0,2 0 0 0 0,36-44-726 0 0,-30 34-270 0 0,-7 11 818 0 0,0-1 0 0 0,-1 0-1 0 0,1 1 1 0 0,0-1 0 0 0,0 1 0 0 0,-1-1-1 0 0,1 1 1 0 0,0-1 0 0 0,0 1-1 0 0,0-1 1 0 0,0 1 0 0 0,-1 0 0 0 0,1 0-1 0 0,0-1 1 0 0,0 1 0 0 0,0 0-1 0 0,0 0 1 0 0,0 0 0 0 0,0 0-1 0 0,0 0 1 0 0,0 0 0 0 0,0 0 0 0 0,0 0-1 0 0,0 0 1 0 0,-1 1 0 0 0,1-1-1 0 0,0 0 1 0 0,0 1 0 0 0,0-1 0 0 0,0 0-1 0 0,0 1 1 0 0,-1-1 0 0 0,1 1-1 0 0,0-1 1 0 0,0 1 0 0 0,-1 0-1 0 0,2 1 1 0 0,3 3-2007 0 0</inkml:trace>
</inkml:ink>
</file>

<file path=ppt/ink/ink4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8:09.7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85 2304 0 0,'17'-5'2774'0'0,"1"0"-1"0"0,24-12 0 0 0,-41 14-2701 0 0,0 1 0 0 0,0-1 0 0 0,0 1 0 0 0,0-1 1 0 0,0 0-1 0 0,-1 1 0 0 0,1-1 0 0 0,0-5 0 0 0,1-5-655 0 0,5-2-3836 0 0</inkml:trace>
</inkml:ink>
</file>

<file path=ppt/ink/ink4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8:10.3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57 2761 0 0,'3'3'3555'0'0,"-3"-3"-3503"0"0,5-8 1498 0 0,5-17-459 0 0,-6 17-574 0 0,-2 23 52 0 0,-2 38 376 0 0,0-38-759 0 0,4 8-130 0 0,-4-23-54 0 0,0 0 0 0 0,0 1 0 0 0,1-1 0 0 0,-1 0 0 0 0,0 0 0 0 0,0 0 0 0 0,1 0 0 0 0,-1 0 0 0 0,0 0 0 0 0,0 0 1 0 0,1 0-1 0 0,-1 0 0 0 0,0 1 0 0 0,0-1 0 0 0,1 0 0 0 0,-1 0 0 0 0,0 0 0 0 0,0 0 0 0 0,1 0 0 0 0,-1-1 0 0 0,0 1 0 0 0,0 0 0 0 0,1 0 0 0 0,-1 0 0 0 0,0 0 0 0 0,0 0 0 0 0,1 0 0 0 0,-1 0 0 0 0,0 0 0 0 0,0-1 0 0 0,1 1 0 0 0,-1 0 0 0 0,0 0 1 0 0,0 0-1 0 0,0 0 0 0 0,0-1 0 0 0,1 1 0 0 0,-1 0 0 0 0,0 0 0 0 0,0-1 0 0 0,23-37 154 0 0,-11 12-11 0 0,-9 17-86 0 0,1 1 0 0 0,0 0 0 0 0,0 0 1 0 0,10-14-1 0 0,-14 22-56 0 0,0 0 0 0 0,0-1 0 0 0,0 1 0 0 0,1 0 0 0 0,-1 0 0 0 0,0 0 0 0 0,0-1 0 0 0,0 1 0 0 0,0 0 0 0 0,1 0-1 0 0,-1 0 1 0 0,0-1 0 0 0,0 1 0 0 0,1 0 0 0 0,-1 0 0 0 0,0 0 0 0 0,0 0 0 0 0,1 0 0 0 0,-1 0 0 0 0,0-1 0 0 0,0 1 0 0 0,1 0 0 0 0,-1 0 0 0 0,0 0 0 0 0,0 0 0 0 0,1 0 0 0 0,-1 0 0 0 0,0 0 0 0 0,1 0 0 0 0,-1 0 0 0 0,0 0 0 0 0,0 0 0 0 0,1 1 0 0 0,-1-1 0 0 0,0 0 0 0 0,0 0 0 0 0,1 0 0 0 0,-1 0 0 0 0,0 0 0 0 0,0 0 0 0 0,1 1 0 0 0,-1-1 0 0 0,0 0 0 0 0,7 16 297 0 0,-2 19 225 0 0,-5-3-182 0 0,-4 40 1 0 0,1-41-1222 0 0,2 45-1 0 0,5-61-2807 0 0</inkml:trace>
</inkml:ink>
</file>

<file path=ppt/ink/ink4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8:10.77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1 128 2304 0 0,'1'0'169'0'0,"0"-1"-1"0"0,1 0 0 0 0,-1 0 0 0 0,0 1 0 0 0,0-1 0 0 0,0 0 0 0 0,1 0 0 0 0,-1 0 1 0 0,0 0-1 0 0,0-1 0 0 0,0 1 0 0 0,-1 0 0 0 0,1 0 0 0 0,0-1 0 0 0,0 1 0 0 0,0-3 1 0 0,13-27 1758 0 0,-13 29-1633 0 0,0 0-240 0 0,-1 0 0 0 0,1 1 0 0 0,0-1 0 0 0,0 0 0 0 0,-1 1 0 0 0,1-1 0 0 0,0 0 0 0 0,0 1 0 0 0,0-1 0 0 0,1 1 0 0 0,-1 0 0 0 0,0-1 0 0 0,1 1 0 0 0,1-2 0 0 0,3 8 873 0 0,-2 15-386 0 0,-4-9-171 0 0,2 23 206 0 0,-2-32-545 0 0,0-1 0 0 0,0 0 1 0 0,0 0-1 0 0,0 0 0 0 0,1 1 1 0 0,-1-1-1 0 0,0 0 0 0 0,1 0 1 0 0,-1 0-1 0 0,1 0 0 0 0,-1 1 1 0 0,1-1-1 0 0,0 0 0 0 0,-1 0 1 0 0,1 0-1 0 0,0 0 0 0 0,0 0 1 0 0,0-1-1 0 0,1 3 0 0 0,-1-3-27 0 0,-1 0-1 0 0,1 0 1 0 0,0-1-1 0 0,0 1 0 0 0,-1 0 1 0 0,1 0-1 0 0,0 0 0 0 0,-1 0 1 0 0,1-1-1 0 0,0 1 0 0 0,-1 0 1 0 0,1 0-1 0 0,0-1 1 0 0,-1 1-1 0 0,1-1 0 0 0,0 1 1 0 0,-1-1-1 0 0,1 1 0 0 0,-1-1 1 0 0,1 1-1 0 0,-1-1 1 0 0,1 1-1 0 0,-1-1 0 0 0,1 0 1 0 0,12-19-319 0 0,-11 17 289 0 0,43-85-2330 0 0,-33 64-841 0 0</inkml:trace>
</inkml:ink>
</file>

<file path=ppt/ink/ink4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8:46.4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2662 316 5065 0 0,'-22'-23'1637'0'0,"16"16"-1435"0"0,0 0 0 0 0,-1 0 0 0 0,0 0 0 0 0,0 1 0 0 0,0 0 0 0 0,-1 0 0 0 0,0 1 0 0 0,0 0 0 0 0,0 1 0 0 0,-1-1 0 0 0,1 2 0 0 0,-1-1 0 0 0,-17-4 0 0 0,-6 4 89 0 0,0 1 0 0 0,-47 1 0 0 0,2 1-300 0 0,-244-3 9 0 0,45 2 634 0 0,-213 7 1928 0 0,377 6-2473 0 0,1 5 0 0 0,-139 39-1 0 0,229-50-77 0 0,-430 135-412 0 0,426-132 471 0 0,2 2 0 0 0,-1 1 0 0 0,1 0 0 0 0,1 2 1 0 0,0 0-1 0 0,-26 22 0 0 0,41-29-99 0 0,0 0 0 0 0,1 1-1 0 0,0-1 1 0 0,0 1 0 0 0,0 1 0 0 0,1-1 0 0 0,0 1-1 0 0,1-1 1 0 0,0 2 0 0 0,0-1 0 0 0,0 0 0 0 0,1 1 0 0 0,1-1-1 0 0,-1 1 1 0 0,1 0 0 0 0,1 0 0 0 0,0 0 0 0 0,0 0-1 0 0,0 0 1 0 0,1 0 0 0 0,2 11 0 0 0,1-3-138 0 0,0 1 0 0 0,2-1 0 0 0,0 0 0 0 0,1 0-1 0 0,1-1 1 0 0,0 0 0 0 0,1 0 0 0 0,1-1 0 0 0,11 15 0 0 0,0-2 111 0 0,2-1-1 0 0,0-2 1 0 0,46 41-1 0 0,-41-44 216 0 0,2-1-1 0 0,1-1 1 0 0,53 27-1 0 0,106 37 259 0 0,-110-52-385 0 0,81 31-13 0 0,188 48 0 0 0,175 16 267 0 0,-403-100-446 0 0,304 41 1043 0 0,-319-55-855 0 0,213 21 56 0 0,-81-11-358 0 0,342 31 1294 0 0,35-43-675 0 0,-1-40 605 0 0,-410 18-292 0 0,310-41 178 0 0,-442 43-750 0 0,254-40 190 0 0,-114 17-193 0 0,1518-254-95 0 0,-1652 273 8 0 0,383-79-56 0 0,-384 73 69 0 0,190-51 105 0 0,-209 52-86 0 0,-2-3 1 0 0,86-44-1 0 0,-134 61-17 0 0,0 0 1 0 0,-1 0-1 0 0,0 0 0 0 0,0 0 1 0 0,0-1-1 0 0,0 0 1 0 0,-1-1-1 0 0,0 1 0 0 0,0-1 1 0 0,0 0-1 0 0,6-11 0 0 0,-9 13-5 0 0,-1 0-1 0 0,1 0 0 0 0,-1 0 1 0 0,0-1-1 0 0,0 1 0 0 0,-1 0 1 0 0,1 0-1 0 0,-1-1 0 0 0,0 1 1 0 0,0 0-1 0 0,0-1 0 0 0,-1 1 0 0 0,1 0 1 0 0,-1-1-1 0 0,0 1 0 0 0,-1 0 1 0 0,1 0-1 0 0,-1 0 0 0 0,1 0 1 0 0,-1 0-1 0 0,-4-6 0 0 0,-4-5-69 0 0,-1-1-1 0 0,-1 2 1 0 0,0 0-1 0 0,0 0 1 0 0,-2 1 0 0 0,1 1-1 0 0,-2 0 1 0 0,0 0-1 0 0,-31-16 1 0 0,-11-3 47 0 0,-92-33 1 0 0,74 34 58 0 0,-187-78-508 0 0,-486-132 0 0 0,-48 89-101 0 0,129 76 567 0 0,131 60-24 0 0,-1 29-12 0 0,348-8 32 0 0,-125 12-39 0 0,121-5 22 0 0,-294 21-55 0 0,-84 10-234 0 0,348-21-947 0 0,74-7-1062 0 0,88-9-2032 0 0</inkml:trace>
</inkml:ink>
</file>

<file path=ppt/ink/ink4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8:48.4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8039 346 10594 0 0,'-53'-18'-746'0'0,"0"3"-1"0"0,-102-16 0 0 0,80 18 645 0 0,-298-40-783 0 0,157 26 754 0 0,-1800-150 2753 0 0,928 165-1954 0 0,668 15-512 0 0,-69 0-553 0 0,-183 0-267 0 0,-130 36 588 0 0,604-25-198 0 0,20-4 431 0 0,-208 24-34 0 0,291-16-540 0 0,-172 55 0 0 0,217-55 390 0 0,0 3 0 0 0,2 2 1 0 0,1 1-1 0 0,-87 62 0 0 0,88-54-329 0 0,26-18 216 0 0,0 0-1 0 0,1 1 1 0 0,-33 33 0 0 0,51-46 111 0 0,-1 0 0 0 0,0 0 1 0 0,1 0-1 0 0,-1 1 1 0 0,1-1-1 0 0,0 0 1 0 0,0 1-1 0 0,0-1 0 0 0,0 1 1 0 0,0-1-1 0 0,1 1 1 0 0,-1 0-1 0 0,1-1 1 0 0,-1 1-1 0 0,1-1 0 0 0,0 1 1 0 0,0 0-1 0 0,1 4 1 0 0,0-2 1 0 0,0-1 1 0 0,0 0 0 0 0,1 0 0 0 0,0 0-1 0 0,0 0 1 0 0,0 0 0 0 0,0 0-1 0 0,1-1 1 0 0,-1 1 0 0 0,6 5 0 0 0,1 0-14 0 0,0-1 0 0 0,1 1 0 0 0,0-2 0 0 0,0 1-1 0 0,1-1 1 0 0,0-1 0 0 0,12 6 0 0 0,13 2-34 0 0,2-1 1 0 0,68 15-1 0 0,83 2-17 0 0,-115-19 99 0 0,57 2 137 0 0,164-3-1 0 0,-223-10 38 0 0,405-19 178 0 0,65 2-300 0 0,252 71-46 0 0,-512-13-14 0 0,-73-8 0 0 0,-206-33 0 0 0,519 54 0 0 0,-31-16 117 0 0,106-29 262 0 0,-149-52 824 0 0,-203 16-647 0 0,282-56-286 0 0,-491 76-267 0 0,297-79-3 0 0,-91 20 0 0 0,462-139-283 0 0,-619 176 352 0 0,-34 13 102 0 0,-1-1 0 0 0,94-50 0 0 0,-141 66-188 0 0,-1 0 1 0 0,0-1-1 0 0,0 1 0 0 0,0-1 1 0 0,0 1-1 0 0,0-1 1 0 0,0 0-1 0 0,0 0 1 0 0,-1 0-1 0 0,1 0 0 0 0,-1 0 1 0 0,1 0-1 0 0,-1 0 1 0 0,0 0-1 0 0,0-1 1 0 0,0 1-1 0 0,0 0 0 0 0,0-1 1 0 0,0 1-1 0 0,0-4 1 0 0,-2-4-287 0 0</inkml:trace>
</inkml:ink>
</file>

<file path=ppt/ink/ink4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6:01.0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77 441 6449 0 0,'-17'4'644'0'0,"-20"5"-20"0"0,14-1 6038 0 0,42-20-5812 0 0,-1-1 0 0 0,0 0 0 0 0,-1-1 0 0 0,29-31 0 0 0,-35 33-510 0 0,100-115 899 0 0,-8 8-906 0 0,-85 100-790 0 0,2 1-1 0 0,-1 1 0 0 0,45-28 1 0 0,-50 38-4136 0 0</inkml:trace>
</inkml:ink>
</file>

<file path=ppt/ink/ink4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6:01.3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36 10594 0 0,'0'-1'8'0'0,"-1"-1"0"0"0,1 1-1 0 0,-1 0 1 0 0,1 0 0 0 0,0-1 0 0 0,0 1-1 0 0,0 0 1 0 0,0-1 0 0 0,0 1-1 0 0,0 0 1 0 0,0-1 0 0 0,0 1 0 0 0,0 0-1 0 0,0-1 1 0 0,1 1 0 0 0,-1 0 0 0 0,1 0-1 0 0,-1-1 1 0 0,1 1 0 0 0,-1 0-1 0 0,1 0 1 0 0,1-2 0 0 0,-1 3 9 0 0,0-1 1 0 0,0 0-1 0 0,0 1 1 0 0,0-1 0 0 0,0 1-1 0 0,0 0 1 0 0,0-1-1 0 0,0 1 1 0 0,1 0-1 0 0,-1-1 1 0 0,0 1-1 0 0,0 0 1 0 0,0 0-1 0 0,1 0 1 0 0,-1 0-1 0 0,0 0 1 0 0,0 1 0 0 0,0-1-1 0 0,2 1 1 0 0,3 0 288 0 0,-1 1 1 0 0,1 0 0 0 0,-1 0-1 0 0,1 1 1 0 0,-1-1 0 0 0,0 1 0 0 0,0 0-1 0 0,9 8 1 0 0,5 10 508 0 0,-1 1 0 0 0,0 0 1 0 0,14 26-1 0 0,0 0 178 0 0,71 101 174 0 0,59 82 590 0 0,-126-179-2331 0 0,-20-28-1097 0 0,24 26 0 0 0</inkml:trace>
</inkml:ink>
</file>

<file path=ppt/ink/ink4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6:01.4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32 5529 0 0,'0'-2'250'0'0,"0"1"0"0"0,0-1 0 0 0,1 1 0 0 0,-1-1 0 0 0,1 0 0 0 0,-1 1 0 0 0,1-1 0 0 0,-1 1 1 0 0,1 0-1 0 0,0-1 0 0 0,0 1 0 0 0,0 0 0 0 0,0-1 0 0 0,0 1 0 0 0,0 0 0 0 0,0 0 0 0 0,0 0 0 0 0,0 0 0 0 0,1 0 0 0 0,-1 0 0 0 0,0 0 0 0 0,1 0 0 0 0,-1 1 0 0 0,3-2 0 0 0,-3 2-149 0 0,0 0 0 0 0,0 1-1 0 0,0-1 1 0 0,1 0 0 0 0,-1 1 0 0 0,0-1 0 0 0,0 0-1 0 0,0 1 1 0 0,0 0 0 0 0,0-1 0 0 0,0 1-1 0 0,0-1 1 0 0,0 1 0 0 0,0 0 0 0 0,0 0-1 0 0,0 0 1 0 0,0 0 0 0 0,0 0 0 0 0,0-1 0 0 0,-1 1-1 0 0,1 1 1 0 0,0-1 0 0 0,-1 0 0 0 0,1 0-1 0 0,-1 0 1 0 0,1 0 0 0 0,-1 0 0 0 0,0 0-1 0 0,1 2 1 0 0,7 25 470 0 0,9 50 1 0 0,-5-19-1347 0 0,6-1-3738 0 0,-10-39-72 0 0</inkml:trace>
</inkml:ink>
</file>

<file path=ppt/ink/ink4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6:01.70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45 72 6913 0 0,'-12'-17'305'0'0,"6"10"63"0"0,0-2-296 0 0,2 4-72 0 0,1 0 0 0 0,1 2 0 0 0,1 0 144 0 0,-2-2 16 0 0,0-1 0 0 0,0 0 0 0 0,2 2-160 0 0,1 3 0 0 0,3 3-104 0 0,1 3 40 0 0,3 2-960 0 0,2 1-185 0 0,0 4-39 0 0,-1-3 0 0 0</inkml:trace>
</inkml:ink>
</file>

<file path=ppt/ink/ink4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6:02.28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1 406 4145 0 0,'5'2'480'0'0,"0"1"0"0"0,0-1 0 0 0,-1 1 0 0 0,1 0 0 0 0,6 6 1 0 0,86 86 5199 0 0,-47-43-3536 0 0,-50-51-2123 0 0,0-1 1 0 0,1 1 0 0 0,-1-1-1 0 0,1 1 1 0 0,-1-1-1 0 0,1 1 1 0 0,-1-1-1 0 0,1 1 1 0 0,-1-1 0 0 0,1 1-1 0 0,-1-1 1 0 0,1 0-1 0 0,0 1 1 0 0,-1-1-1 0 0,1 0 1 0 0,-1 0 0 0 0,1 1-1 0 0,0-1 1 0 0,-1 0-1 0 0,1 0 1 0 0,0 0 0 0 0,-1 0-1 0 0,1 0 1 0 0,0 0-1 0 0,0 0 1 0 0,-1 0-1 0 0,1 0 1 0 0,0 0 0 0 0,0 0-1 0 0,0-1 3 0 0,0 0 0 0 0,0 0 0 0 0,-1 0 0 0 0,1 0 0 0 0,-1 0 0 0 0,1 0 0 0 0,-1 0 0 0 0,1 0 0 0 0,-1 0 0 0 0,1 0 0 0 0,-1-1 0 0 0,0 1 0 0 0,0 0 0 0 0,1 0 0 0 0,-1-2 0 0 0,-2-54 415 0 0,2 50-333 0 0,-12-90 115 0 0,-1-29 238 0 0,13 110-424 0 0,0 1 1 0 0,1-1 0 0 0,1 0 0 0 0,0 1-1 0 0,2-1 1 0 0,4-14 0 0 0,-8 28-30 0 0,0 1 1 0 0,1-1-1 0 0,-1 1 1 0 0,1-1-1 0 0,-1 1 1 0 0,1-1-1 0 0,0 1 1 0 0,-1 0-1 0 0,1-1 1 0 0,0 1 0 0 0,0 0-1 0 0,0 0 1 0 0,0 0-1 0 0,0 0 1 0 0,0 0-1 0 0,1 0 1 0 0,-1 0-1 0 0,0 0 1 0 0,0 0-1 0 0,1 0 1 0 0,-1 1-1 0 0,0-1 1 0 0,1 0-1 0 0,1 0 1 0 0,-1 1 16 0 0,0 0 0 0 0,0 1 0 0 0,0-1-1 0 0,0 0 1 0 0,0 1 0 0 0,0-1 0 0 0,0 1 0 0 0,0-1 0 0 0,0 1 0 0 0,0 0 0 0 0,-1 0-1 0 0,1 0 1 0 0,0 0 0 0 0,0 0 0 0 0,2 2 0 0 0,6 6 127 0 0,0 1-1 0 0,-1 0 1 0 0,17 22 0 0 0,-26-32-150 0 0,12 18 189 0 0,0 1 1 0 0,-1 1-1 0 0,14 36 1 0 0,-6-12-12 0 0,-19-42-175 0 0,1-1-1 0 0,-1 0 1 0 0,1 0-1 0 0,-1 1 1 0 0,1-1 0 0 0,0 0-1 0 0,-1 0 1 0 0,1 0-1 0 0,0 0 1 0 0,0 0-1 0 0,0 0 1 0 0,0 0-1 0 0,0 0 1 0 0,0 0 0 0 0,2 1-1 0 0,-3-2 0 0 0,0 0 0 0 0,1-1 0 0 0,-1 1 0 0 0,1 0 0 0 0,-1 0 0 0 0,0 0-1 0 0,1 0 1 0 0,-1 0 0 0 0,0-1 0 0 0,1 1 0 0 0,-1 0 0 0 0,0 0 0 0 0,1-1 0 0 0,-1 1 0 0 0,0 0 0 0 0,1-1 0 0 0,-1 1-1 0 0,0 0 1 0 0,0-1 0 0 0,1 1 0 0 0,-1 0 0 0 0,0-1 0 0 0,0 1 0 0 0,0 0 0 0 0,0-1 0 0 0,1 1 0 0 0,-1-1-1 0 0,0 1 1 0 0,0 0 0 0 0,0-1 0 0 0,5-44 74 0 0,-8-30-49 0 0,1-36 62 0 0,3 99-80 0 0,0-1 0 0 0,1 0 1 0 0,1 1-1 0 0,0-1 1 0 0,0 1-1 0 0,9-20 1 0 0,-11 31-7 0 0,0-1 1 0 0,0 0 0 0 0,0 1 0 0 0,0-1 0 0 0,0 1-1 0 0,0-1 1 0 0,0 1 0 0 0,1 0 0 0 0,-1-1 0 0 0,1 1 0 0 0,-1 0-1 0 0,0 0 1 0 0,1 0 0 0 0,0 0 0 0 0,-1 0 0 0 0,1 1-1 0 0,0-1 1 0 0,-1 0 0 0 0,1 1 0 0 0,0-1 0 0 0,0 1 0 0 0,-1-1-1 0 0,1 1 1 0 0,0 0 0 0 0,0 0 0 0 0,0 0 0 0 0,0 0-1 0 0,-1 0 1 0 0,1 0 0 0 0,0 1 0 0 0,0-1 0 0 0,0 1-1 0 0,-1-1 1 0 0,1 1 0 0 0,3 1 0 0 0,7 3-20 0 0,1 1 1 0 0,-2 0-1 0 0,1 1 0 0 0,11 9 0 0 0,-3-3 20 0 0,91 49-3032 0 0,-91-51-3110 0 0</inkml:trace>
</inkml:ink>
</file>

<file path=ppt/ink/ink4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6:02.6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265 435 10138 0 0,'-3'-8'125'0'0,"1"-2"-1"0"0,0 1 1 0 0,0 0-1 0 0,1 0 1 0 0,0-1-1 0 0,0 1 1 0 0,2-13-1 0 0,-2-8 1233 0 0,-1 4-1123 0 0,-1-1 1 0 0,-1 1-1 0 0,-1 1 1 0 0,-2-1 0 0 0,0 1-1 0 0,-2 0 1 0 0,-1 0-1 0 0,-1 1 1 0 0,-14-23 0 0 0,23 44-145 0 0,0 0 1 0 0,0 0-1 0 0,0 0 1 0 0,0 0-1 0 0,-1 1 1 0 0,1-1-1 0 0,-1 1 1 0 0,0-1-1 0 0,0 1 1 0 0,0 0-1 0 0,0 0 1 0 0,0 0-1 0 0,0 1 1 0 0,-1-1-1 0 0,1 1 1 0 0,0 0-1 0 0,-1-1 1 0 0,1 2-1 0 0,-1-1 1 0 0,1 0-1 0 0,-1 1 1 0 0,0-1-1 0 0,1 1 1 0 0,-1 0-1 0 0,-5 1 1 0 0,5 0-8 0 0,0 0 1 0 0,0 0-1 0 0,0 1 1 0 0,0 0-1 0 0,1-1 0 0 0,-1 1 1 0 0,1 0-1 0 0,-1 1 1 0 0,1-1-1 0 0,0 1 0 0 0,0-1 1 0 0,0 1-1 0 0,0 0 1 0 0,0 0-1 0 0,0 0 0 0 0,1 1 1 0 0,0-1-1 0 0,-1 0 0 0 0,1 1 1 0 0,1 0-1 0 0,-1-1 1 0 0,-1 7-1 0 0,-1 3-20 0 0,0 0 0 0 0,2 0 0 0 0,-1 0 0 0 0,2 0 0 0 0,0 1 0 0 0,0-1 0 0 0,2 1 0 0 0,-1-1 0 0 0,2 0 0 0 0,0 1 0 0 0,0-1 0 0 0,6 15 0 0 0,-5-17-47 0 0,0-1 1 0 0,1 1 0 0 0,1-1 0 0 0,0 0 0 0 0,0 0 0 0 0,1 0-1 0 0,0-1 1 0 0,1 0 0 0 0,0 0 0 0 0,0 0 0 0 0,1-1 0 0 0,0 0-1 0 0,1-1 1 0 0,17 12 0 0 0,-16-13 19 0 0,2-1 1 0 0,-1 0-1 0 0,0 0 0 0 0,1-2 1 0 0,0 1-1 0 0,0-1 1 0 0,0-1-1 0 0,0 0 0 0 0,1-1 1 0 0,-1 0-1 0 0,0-1 0 0 0,1-1 1 0 0,-1 0-1 0 0,0 0 0 0 0,0-1 1 0 0,0-1-1 0 0,13-3 0 0 0,-8 0-88 0 0,1-1-1 0 0,-1 0 0 0 0,0-1 0 0 0,0-1 0 0 0,-1 0 0 0 0,-1-2 1 0 0,0 1-1 0 0,0-2 0 0 0,-1 0 0 0 0,21-22 0 0 0,-19 15-1542 0 0,0 2-5131 0 0</inkml:trace>
</inkml:ink>
</file>

<file path=ppt/ink/ink4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6:04.1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5 9674 0 0,'-2'-5'6904'0'0,"18"12"-5463"0"0,23 15-1279 0 0,0 4 236 0 0,-1 3 1 0 0,-1 1-1 0 0,-2 2 0 0 0,-1 1 0 0 0,35 45 1 0 0,-13-5-94 0 0,79 138 0 0 0,-131-205-701 0 0,35 67 576 0 0,-29-48-2919 0 0,-2 1-4069 0 0</inkml:trace>
</inkml:ink>
</file>

<file path=ppt/ink/ink4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6:04.3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27 381 3225 0 0,'-2'-1'174'0'0,"0"0"0"0"0,0 0 0 0 0,1-1 0 0 0,-1 1 1 0 0,0-1-1 0 0,1 1 0 0 0,-1-1 0 0 0,1 0 0 0 0,-1 1 1 0 0,1-1-1 0 0,0 0 0 0 0,0 0 0 0 0,0 0 0 0 0,0 0 1 0 0,0 0-1 0 0,0 0 0 0 0,1-1 0 0 0,-1-3 0 0 0,0 1 129 0 0,1-1 0 0 0,-1 1-1 0 0,1 0 1 0 0,1-1 0 0 0,-1 1-1 0 0,1 0 1 0 0,3-10-1 0 0,0 2 273 0 0,0 0 0 0 0,2 0-1 0 0,0 0 1 0 0,0 0-1 0 0,12-16 1 0 0,0 4 122 0 0,1 2 1 0 0,0 0 0 0 0,29-25 0 0 0,-37 38-682 0 0,0 1 0 0 0,0 1-1 0 0,1 0 1 0 0,0 1 0 0 0,0 0 0 0 0,1 0 0 0 0,0 2 0 0 0,0 0 0 0 0,16-5 0 0 0,-9 7-1226 0 0,0 4-3891 0 0</inkml:trace>
</inkml:ink>
</file>

<file path=ppt/ink/ink4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6:04.5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7 412 9674 0 0,'-1'-3'98'0'0,"0"1"-1"0"0,0-1 1 0 0,0 0 0 0 0,0 1 0 0 0,1-1-1 0 0,-1 0 1 0 0,1 0 0 0 0,0 0-1 0 0,0 0 1 0 0,0 1 0 0 0,0-1 0 0 0,1 0-1 0 0,-1 0 1 0 0,1 0 0 0 0,0-2-1 0 0,16-49 409 0 0,-12 40-350 0 0,9-24-109 0 0,31-63 1 0 0,-28 71-1348 0 0,0 1 1 0 0,31-38-1 0 0,-36 50 1263 0 0,-3 2 37 0 0</inkml:trace>
</inkml:ink>
</file>

<file path=ppt/ink/ink4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6:05.0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0 453 7834 0 0,'0'-1'602'0'0,"0"1"-315"0"0,1-1-118 0 0,-1 0 0 0 0,1 0 0 0 0,0 0-1 0 0,-1 1 1 0 0,1-1 0 0 0,0 0 0 0 0,0 1 0 0 0,0-1 0 0 0,-1 1-1 0 0,1-1 1 0 0,0 1 0 0 0,0-1 0 0 0,0 1 0 0 0,0 0 0 0 0,0-1-1 0 0,0 1 1 0 0,0 0 0 0 0,0 0 0 0 0,0 0 0 0 0,0 0-1 0 0,1-1 1 0 0,23-1 1210 0 0,-8 4-1010 0 0,-1 2-1 0 0,0-1 0 0 0,-1 2 1 0 0,1 0-1 0 0,-1 1 0 0 0,0 0 0 0 0,0 1 1 0 0,0 1-1 0 0,18 13 0 0 0,30 15 898 0 0,-67-40-804 0 0,-1 1 0 0 0,2 0 0 0 0,-1-1-1 0 0,0 0 1 0 0,1 0 0 0 0,-1 0 0 0 0,-4-9 0 0 0,-21-36-24 0 0,14 20-462 0 0,2 0-1 0 0,1-1 0 0 0,1 0 1 0 0,2-1-1 0 0,1 0 1 0 0,2 0-1 0 0,-5-48 0 0 0,9 45-3774 0 0,4-62 0 0 0,1 63-2718 0 0</inkml:trace>
</inkml:ink>
</file>

<file path=ppt/ink/ink4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6:05.3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0 417 6913 0 0,'4'21'514'0'0,"9"33"312"0"0,-12-52-482 0 0,0 1-1 0 0,0 0 1 0 0,1 0 0 0 0,-1-1-1 0 0,1 1 1 0 0,0-1-1 0 0,0 1 1 0 0,0-1 0 0 0,2 2-1 0 0,-4-3-250 0 0,1-1 0 0 0,-1 0 0 0 0,1 1 0 0 0,-1-1 0 0 0,1 0 0 0 0,-1 0 0 0 0,0 0 0 0 0,1 0 0 0 0,-1 1 0 0 0,1-1 0 0 0,-1 0 0 0 0,1 0 0 0 0,-1 0 1 0 0,1 0-1 0 0,-1 0 0 0 0,1 0 0 0 0,-1 0 0 0 0,1 0 0 0 0,-1 0 0 0 0,1 0 0 0 0,-1-1 0 0 0,1 1 0 0 0,-1 0 0 0 0,0 0 0 0 0,1 0 0 0 0,-1 0 0 0 0,1-1 0 0 0,-1 1 0 0 0,1 0 0 0 0,-1-1 0 0 0,0 1 0 0 0,1 0 0 0 0,-1 0 0 0 0,0-1 0 0 0,1 1 0 0 0,-1-1 0 0 0,0 1 0 0 0,0 0 0 0 0,1-1 0 0 0,-1 1 0 0 0,0-1 0 0 0,0 1 0 0 0,1-1 0 0 0,-1 1 0 0 0,0-1 0 0 0,0 1 0 0 0,0 0 0 0 0,0-1 0 0 0,0 1 0 0 0,0-2 0 0 0,7-28 750 0 0,-6 26-555 0 0,7-65-11 0 0,-4-2 0 0 0,-8-139 0 0 0,3 196-276 0 0,-12-87-1073 0 0,12 91-1294 0 0,5 56 1039 0 0,3 1 1 0 0,1-1-1 0 0,23 68 0 0 0,-28-105 1023 0 0,1 1-1 0 0,0-1 0 0 0,0 0 1 0 0,1-1-1 0 0,0 1 0 0 0,1-1 1 0 0,0 0-1 0 0,0 0 0 0 0,0-1 1 0 0,14 12-1 0 0,-5-6-2114 0 0</inkml:trace>
</inkml:ink>
</file>

<file path=ppt/ink/ink4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6:05.8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95 211 3225 0 0,'0'-9'21'0'0,"-1"-1"0"0"0,0 0 0 0 0,-1 1 0 0 0,-4-15 0 0 0,5 22 149 0 0,0-1 0 0 0,1 1 1 0 0,-1 0-1 0 0,0 0 1 0 0,0 0-1 0 0,-1 0 0 0 0,1 0 1 0 0,0 1-1 0 0,-1-1 1 0 0,1 0-1 0 0,-1 0 1 0 0,1 1-1 0 0,-1-1 0 0 0,0 1 1 0 0,0 0-1 0 0,1-1 1 0 0,-1 1-1 0 0,0 0 0 0 0,0 0 1 0 0,0 0-1 0 0,-1 0 1 0 0,1 0-1 0 0,0 1 1 0 0,0-1-1 0 0,-4 0 0 0 0,4 1-29 0 0,1 0 0 0 0,-1 1 0 0 0,1-1 0 0 0,-1 0-1 0 0,1 1 1 0 0,-1-1 0 0 0,1 1 0 0 0,0-1 0 0 0,-1 1-1 0 0,1 0 1 0 0,0 0 0 0 0,-1 0 0 0 0,1-1 0 0 0,0 1-1 0 0,0 0 1 0 0,0 0 0 0 0,0 1 0 0 0,0-1 0 0 0,0 0-1 0 0,0 0 1 0 0,0 0 0 0 0,0 1 0 0 0,0-1 0 0 0,1 0-1 0 0,-1 1 1 0 0,1-1 0 0 0,-1 1 0 0 0,1-1 0 0 0,-1 1-1 0 0,1 2 1 0 0,-2 4 221 0 0,0 1-1 0 0,1-1 0 0 0,0 18 1 0 0,1-7-171 0 0,1 1-1 0 0,1-1 1 0 0,1 0 0 0 0,1 1 0 0 0,1-1-1 0 0,8 21 1 0 0,-10-31-155 0 0,0-1 1 0 0,1 1-1 0 0,0-1 0 0 0,0 0 0 0 0,1-1 1 0 0,0 1-1 0 0,1-1 0 0 0,-1 0 0 0 0,2 0 1 0 0,-1-1-1 0 0,0 0 0 0 0,1 0 0 0 0,0 0 0 0 0,1-1 1 0 0,11 7-1 0 0,-18-11-40 0 0,1-1 0 0 0,-1 1 0 0 0,0 0 0 0 0,1-1 0 0 0,-1 1 0 0 0,1-1 0 0 0,-1 1 0 0 0,0-1 0 0 0,1 0 0 0 0,-1 1 0 0 0,1-1 0 0 0,-1 0 0 0 0,1 0 0 0 0,-1 0-1 0 0,1 0 1 0 0,-1 0 0 0 0,1-1 0 0 0,-1 1 0 0 0,1 0 0 0 0,-1-1 0 0 0,1 1 0 0 0,-1-1 0 0 0,2-1 0 0 0,-1 1-30 0 0,-1 0 1 0 0,0-1-1 0 0,0 1 0 0 0,0-1 1 0 0,0 1-1 0 0,0-1 0 0 0,0 0 0 0 0,0 1 1 0 0,0-1-1 0 0,-1 0 0 0 0,1 0 0 0 0,-1 1 1 0 0,1-1-1 0 0,-1 0 0 0 0,0 0 0 0 0,1-2 1 0 0,-1-6-100 0 0,0 0 0 0 0,-1 0 0 0 0,1-1 1 0 0,-2 1-1 0 0,-3-15 0 0 0,-5-10 115 0 0,5 21 142 0 0,0-1 1 0 0,1 1-1 0 0,1-1 0 0 0,0 0 0 0 0,1 0 1 0 0,1 0-1 0 0,1-30 0 0 0,0 44-96 0 0,0 0-1 0 0,0 0 1 0 0,1-1 0 0 0,-1 1-1 0 0,0 0 1 0 0,0 0 0 0 0,1 0-1 0 0,-1-1 1 0 0,1 1-1 0 0,-1 0 1 0 0,1 0 0 0 0,-1 0-1 0 0,1 0 1 0 0,0 0 0 0 0,0 0-1 0 0,-1 0 1 0 0,1 0-1 0 0,0 0 1 0 0,0 1 0 0 0,0-1-1 0 0,0 0 1 0 0,1 0 0 0 0,-1 0 3 0 0,0 1 0 0 0,0 0 0 0 0,1 0 0 0 0,-1 0 0 0 0,0 0 0 0 0,0 0 1 0 0,0 0-1 0 0,0 1 0 0 0,0-1 0 0 0,1 0 0 0 0,-1 1 0 0 0,0-1 0 0 0,0 0 1 0 0,0 1-1 0 0,0-1 0 0 0,0 1 0 0 0,0 0 0 0 0,1 1 0 0 0,7 4 249 0 0,-2 1-1 0 0,1 1 1 0 0,12 15-1 0 0,-16-18-141 0 0,17 21 305 0 0,1-1-1 0 0,1 0 0 0 0,1-2 1 0 0,1 0-1 0 0,34 22 0 0 0,-21-17 86 0 0,-36-26-438 0 0,0-1 0 0 0,0 1 1 0 0,0 0-1 0 0,0 0 0 0 0,-1 0 1 0 0,1 0-1 0 0,0 1 0 0 0,-1-1 0 0 0,0 0 1 0 0,1 1-1 0 0,-1-1 0 0 0,0 1 0 0 0,0-1 1 0 0,1 6-1 0 0,-6-10 89 0 0,0 0-1 0 0,0 0 1 0 0,0 0-1 0 0,0-1 1 0 0,0 1-1 0 0,1-1 1 0 0,-1 0-1 0 0,-3-3 1 0 0,-11-15-88 0 0,2-1-1 0 0,0-1 1 0 0,1 0-1 0 0,1-1 1 0 0,-11-27-1 0 0,4 0-1105 0 0,-22-82-1 0 0,25 62-6922 0 0</inkml:trace>
</inkml:ink>
</file>

<file path=ppt/ink/ink4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6:06.44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0 614 9218 0 0,'1'-2'478'0'0,"-1"-1"1"0"0,1 0-1 0 0,0 1 1 0 0,1-1-1 0 0,-1 1 1 0 0,0 0-1 0 0,1-1 1 0 0,1-2-1 0 0,43-59 2280 0 0,57-61 0 0 0,-33 43-1754 0 0,119-135-174 0 0,-172 199-1409 0 0,0 0 0 0 0,1 1 0 0 0,28-20 1 0 0,-32 26-985 0 0</inkml:trace>
</inkml:ink>
</file>

<file path=ppt/ink/ink4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6:06.6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 1 6913 0 0,'-1'0'168'0'0,"-1"1"0"0"0,0 0-1 0 0,1 0 1 0 0,-1-1 0 0 0,1 1-1 0 0,0 0 1 0 0,-1 0 0 0 0,1 0-1 0 0,0 1 1 0 0,-1-1-1 0 0,1 0 1 0 0,0 0 0 0 0,0 1-1 0 0,0-1 1 0 0,0 0 0 0 0,0 1-1 0 0,1-1 1 0 0,-2 3-1 0 0,2-1 81 0 0,0-1-1 0 0,0 0 1 0 0,0 1-1 0 0,0-1 1 0 0,1 0-1 0 0,-1 1 1 0 0,1-1-1 0 0,-1 0 1 0 0,1 0-1 0 0,0 1 1 0 0,0-1-1 0 0,0 0 0 0 0,2 3 1 0 0,15 28 1232 0 0,2-1 1 0 0,27 34-1 0 0,-10-21-768 0 0,3-2 0 0 0,44 39 0 0 0,-54-52-732 0 0,38 47 0 0 0,-23-23-2504 0 0,-30-38-3874 0 0</inkml:trace>
</inkml:ink>
</file>

<file path=ppt/ink/ink4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6:06.8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9 9218 0 0,'0'0'67'0'0,"0"0"0"0"0,0-1 1 0 0,0 1-1 0 0,0 0 0 0 0,0-1 1 0 0,0 1-1 0 0,0 0 0 0 0,0-1 0 0 0,0 1 1 0 0,1 0-1 0 0,-1 0 0 0 0,0-1 0 0 0,0 1 1 0 0,0 0-1 0 0,0-1 0 0 0,0 1 0 0 0,1 0 1 0 0,-1 0-1 0 0,0-1 0 0 0,0 1 0 0 0,0 0 1 0 0,1 0-1 0 0,-1-1 0 0 0,0 1 0 0 0,0 0 1 0 0,1 0-1 0 0,-1 0 0 0 0,0 0 0 0 0,0-1 1 0 0,1 1-1 0 0,-1 0 0 0 0,0 0 0 0 0,1 0 1 0 0,-1 0-1 0 0,0 0 0 0 0,0 0 1 0 0,1 0-1 0 0,-1 0 0 0 0,0 0 0 0 0,1 0 1 0 0,-1 0-1 0 0,1 0 0 0 0,13 12 2290 0 0,16 35 836 0 0,-21-32-2394 0 0,-4-8-970 0 0,44 61 645 0 0,-31-47-3255 0 0,1-4-3607 0 0</inkml:trace>
</inkml:ink>
</file>

<file path=ppt/ink/ink4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6:06.9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 1 7834 0 0,'-2'1'696'0'0,"-1"1"-560"0"0,1-1-136 0 0,2 1 0 0 0,0-1 352 0 0,-1 3 32 0 0,-2 2 16 0 0,-1 4 0 0 0,-2 5-848 0 0,3 0-176 0 0,2 3-32 0 0,1-3-8 0 0,2 0 560 0 0,4-5 104 0 0,0-2 0 0 0</inkml:trace>
</inkml:ink>
</file>

<file path=ppt/ink/ink4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6:07.5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0 285 3225 0 0,'24'44'3831'0'0,"7"16"-1352"0"0,-17-31-1472 0 0,2-1 0 0 0,0 0 0 0 0,2-1 0 0 0,23 26 0 0 0,-40-51-995 0 0,1 0 1 0 0,0 0-1 0 0,0 0 1 0 0,0-1-1 0 0,0 1 0 0 0,0-1 1 0 0,0 0-1 0 0,0 1 1 0 0,0-1-1 0 0,1 0 1 0 0,-1 0-1 0 0,4 1 0 0 0,-5-2-8 0 0,-1 0 0 0 0,1 0 0 0 0,-1 0-1 0 0,1 0 1 0 0,-1 0 0 0 0,1 0 0 0 0,-1 0-1 0 0,1 0 1 0 0,-1 0 0 0 0,0-1-1 0 0,1 1 1 0 0,-1 0 0 0 0,1 0 0 0 0,-1 0-1 0 0,0-1 1 0 0,1 1 0 0 0,-1 0 0 0 0,1 0-1 0 0,-1-1 1 0 0,0 1 0 0 0,1 0 0 0 0,-1-1-1 0 0,0 1 1 0 0,1 0 0 0 0,-1-1-1 0 0,0 1 1 0 0,2-22 303 0 0,-10-42-199 0 0,0 7 206 0 0,0-67 0 0 0,8 107-269 0 0,0-1 1 0 0,2 1-1 0 0,0-1 1 0 0,1 1-1 0 0,1 0 0 0 0,1 0 1 0 0,0 0-1 0 0,9-19 0 0 0,-14 34-16 0 0,1 0 0 0 0,0 1 0 0 0,-1-1-1 0 0,1 0 1 0 0,0 1 0 0 0,0-1 0 0 0,0 0-1 0 0,0 1 1 0 0,0-1 0 0 0,0 1 0 0 0,1-1-1 0 0,-1 1 1 0 0,0 0 0 0 0,1 0-1 0 0,-1-1 1 0 0,1 1 0 0 0,-1 0 0 0 0,1 0-1 0 0,0 1 1 0 0,-1-1 0 0 0,1 0 0 0 0,0 0-1 0 0,0 1 1 0 0,-1-1 0 0 0,1 1 0 0 0,0 0-1 0 0,0-1 1 0 0,0 1 0 0 0,0 0-1 0 0,0 0 1 0 0,-1 0 0 0 0,1 0 0 0 0,0 0-1 0 0,0 1 1 0 0,0-1 0 0 0,0 1 0 0 0,0-1-1 0 0,-1 1 1 0 0,1 0 0 0 0,0-1-1 0 0,-1 1 1 0 0,1 0 0 0 0,0 0 0 0 0,-1 0-1 0 0,1 0 1 0 0,-1 1 0 0 0,3 2 0 0 0,8 6 315 0 0,-1 1 1 0 0,0 1 0 0 0,-1 0 0 0 0,13 20-1 0 0,-18-25-287 0 0,80 121 1190 0 0,-92-151-1278 0 0,2 0 0 0 0,-5-45 0 0 0,6 40-72 0 0,3 22 87 0 0,-2-14-119 0 0,1-1 0 0 0,0-36 0 0 0,2 51 104 0 0,1 1 0 0 0,0-1 1 0 0,0 1-1 0 0,0 0 0 0 0,0 0 0 0 0,5-10 1 0 0,-5 13 24 0 0,0 0 1 0 0,0 0 0 0 0,1 0 0 0 0,-1 0 0 0 0,0 0-1 0 0,1 1 1 0 0,-1-1 0 0 0,1 1 0 0 0,0-1 0 0 0,-1 1 0 0 0,1-1-1 0 0,0 1 1 0 0,0 0 0 0 0,0 0 0 0 0,0 0 0 0 0,0 0-1 0 0,3-1 1 0 0,1 2-87 0 0,1 0 1 0 0,-1 0-1 0 0,1 0 0 0 0,-1 1 0 0 0,0 0 0 0 0,1 0 0 0 0,-1 1 1 0 0,0-1-1 0 0,1 1 0 0 0,-1 1 0 0 0,8 3 0 0 0,8 3-1305 0 0,-8-5-4866 0 0</inkml:trace>
</inkml:ink>
</file>

<file path=ppt/ink/ink4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6:07.98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67 521 7834 0 0,'0'2'1015'0'0,"7"-2"36"0"0,9-5 494 0 0,-12 0-1268 0 0,1 0 0 0 0,-1 0 0 0 0,0 0 0 0 0,0 0 0 0 0,0-1 0 0 0,-1 0 0 0 0,0 0 0 0 0,0 0 0 0 0,-1 0 0 0 0,1 0 0 0 0,-1 0 0 0 0,1-8 0 0 0,3-14-52 0 0,4-39 1 0 0,-9 60-204 0 0,2-22-45 0 0,-1-1-1 0 0,-2 0 1 0 0,-3-35-1 0 0,1 49-29 0 0,-1 0-1 0 0,0 0 0 0 0,-1 0 0 0 0,-1 1 0 0 0,0-1 1 0 0,-1 1-1 0 0,-12-22 0 0 0,17 35 50 0 0,0 0-1 0 0,0 0 1 0 0,0 0-1 0 0,0 0 1 0 0,-1 0-1 0 0,1 0 1 0 0,-1 1 0 0 0,1-1-1 0 0,-1 0 1 0 0,0 1-1 0 0,1-1 1 0 0,-1 1-1 0 0,0 0 1 0 0,0-1-1 0 0,0 1 1 0 0,0 0-1 0 0,0 0 1 0 0,0 0 0 0 0,-1 1-1 0 0,1-1 1 0 0,0 0-1 0 0,0 1 1 0 0,-1-1-1 0 0,1 1 1 0 0,0 0-1 0 0,-1 0 1 0 0,-1 0-1 0 0,1 1 44 0 0,1 0-1 0 0,-1 0 0 0 0,1 0 0 0 0,-1 1 0 0 0,1-1 1 0 0,0 1-1 0 0,0-1 0 0 0,0 1 0 0 0,0 0 0 0 0,0 0 0 0 0,0 0 1 0 0,0 0-1 0 0,0 0 0 0 0,1 0 0 0 0,-1 1 0 0 0,1-1 1 0 0,0 0-1 0 0,0 1 0 0 0,0-1 0 0 0,0 1 0 0 0,0-1 1 0 0,-1 6-1 0 0,-1 6 147 0 0,0 1 1 0 0,1-1 0 0 0,0 1 0 0 0,1 0-1 0 0,1-1 1 0 0,0 1 0 0 0,1 0 0 0 0,1 0-1 0 0,0-1 1 0 0,1 1 0 0 0,1-1 0 0 0,0 0-1 0 0,9 19 1 0 0,-11-26-101 0 0,2 0 0 0 0,-1 0 1 0 0,1-1-1 0 0,0 1 0 0 0,0-1 0 0 0,1 0 0 0 0,-1 0 0 0 0,1 0 1 0 0,1-1-1 0 0,-1 1 0 0 0,1-1 0 0 0,0-1 0 0 0,0 1 0 0 0,1-1 1 0 0,-1 0-1 0 0,1-1 0 0 0,0 1 0 0 0,0-1 0 0 0,0-1 0 0 0,0 1 1 0 0,1-1-1 0 0,-1 0 0 0 0,0-1 0 0 0,1 0 0 0 0,0 0 0 0 0,-1-1 1 0 0,11 0-1 0 0,-2-2-92 0 0,1-1-1 0 0,0-1 1 0 0,-1-1 0 0 0,0 0-1 0 0,0-1 1 0 0,0 0 0 0 0,-1-2 0 0 0,0 0-1 0 0,26-18 1 0 0,8-10-1602 0 0,59-56-1 0 0,-77 63-2756 0 0,0-2-1276 0 0</inkml:trace>
</inkml:ink>
</file>

<file path=ppt/ink/ink4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6:08.6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70 0 14283 0 0,'-5'1'640'0'0,"0"0"-314"0"0,0 0 0 0 0,-1 0 0 0 0,1 0 0 0 0,-1-1 0 0 0,1 0 1 0 0,-1 0-1 0 0,0-1 0 0 0,1 1 0 0 0,-11-4 0 0 0,57 15 2541 0 0,-3 9-2504 0 0,-1 1 0 0 0,66 52-1 0 0,58 66-124 0 0,-156-134-309 0 0,6 4-263 0 0,0 0 0 0 0,-1 1 1 0 0,0 0-1 0 0,-1 1 0 0 0,0 0 1 0 0,-1 0-1 0 0,0 1 0 0 0,10 21 1 0 0,-17-32 78 0 0,1 6-1198 0 0</inkml:trace>
</inkml:ink>
</file>

<file path=ppt/ink/ink4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6:08.8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102 462 2745 0 0,'-9'-7'398'0'0,"1"0"0"0"0,0-1 1 0 0,0 1-1 0 0,1-2 0 0 0,0 1 1 0 0,0-1-1 0 0,1 0 0 0 0,0 0 1 0 0,1-1-1 0 0,0 0 0 0 0,0 0 1 0 0,1 0-1 0 0,1 0 0 0 0,-1-1 1 0 0,2 1-1 0 0,-1-1 0 0 0,1 0 1 0 0,1 0-1 0 0,0 0 0 0 0,1 0 1 0 0,0 0-1 0 0,0 0 0 0 0,2 0 1 0 0,-1 0-1 0 0,4-12 0 0 0,2-1 612 0 0,2 0-1 0 0,15-30 1 0 0,-20 46-857 0 0,1-1 1 0 0,0 1-1 0 0,0 1 1 0 0,0-1-1 0 0,1 1 1 0 0,0 0 0 0 0,1 0-1 0 0,-1 1 1 0 0,14-10-1 0 0,-17 14-268 0 0,0 1 1 0 0,-1-1-1 0 0,1 1 1 0 0,0 0-1 0 0,0 0 0 0 0,0 1 1 0 0,0-1-1 0 0,0 1 0 0 0,0-1 1 0 0,0 1-1 0 0,0 0 0 0 0,0 0 1 0 0,0 0-1 0 0,0 0 0 0 0,0 1 1 0 0,0-1-1 0 0,0 1 1 0 0,0 0-1 0 0,0 0 0 0 0,0 0 1 0 0,-1 0-1 0 0,1 0 0 0 0,0 1 1 0 0,0-1-1 0 0,-1 1 0 0 0,1 0 1 0 0,2 2-1 0 0,14 13-5226 0 0</inkml:trace>
</inkml:ink>
</file>

<file path=ppt/ink/ink4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6:09.0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7 466 7834 0 0,'-1'-2'55'0'0,"1"1"0"0"0,-1-1 1 0 0,0 1-1 0 0,0-1 0 0 0,1 0 0 0 0,-1 1 1 0 0,1-1-1 0 0,-1 0 0 0 0,1 1 1 0 0,0-1-1 0 0,-1 0 0 0 0,1 0 1 0 0,0 1-1 0 0,0-1 0 0 0,0 0 0 0 0,1 0 1 0 0,-1 1-1 0 0,0-1 0 0 0,1 0 1 0 0,-1 1-1 0 0,1-3 0 0 0,1-5 274 0 0,24-169 1946 0 0,-21 154-2319 0 0,2 0 0 0 0,0 0 0 0 0,2 0 0 0 0,0 1 0 0 0,17-28 0 0 0,-19 40 79 0 0,0 1 0 0 0,0 0 0 0 0,15-14 0 0 0,-7 10 61 0 0</inkml:trace>
</inkml:ink>
</file>

<file path=ppt/ink/ink4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6:09.4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23 9218 0 0,'0'0'816'0'0,"0"-1"-656"0"0,0 0-160 0 0,-2-4-1520 0 0,-1-1 640 0 0,-1-4-9 0 0</inkml:trace>
</inkml:ink>
</file>

<file path=ppt/ink/ink4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6:09.7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5 329 5065 0 0,'-5'-1'2726'0'0,"19"-9"1296"0"0,-6 7-3671 0 0,0 2 0 0 0,0-1 0 0 0,0 1 0 0 0,0 1 0 0 0,0 0 0 0 0,1 0 0 0 0,-1 0 0 0 0,0 1 0 0 0,0 0 0 0 0,0 1 0 0 0,0-1 0 0 0,0 2 0 0 0,0-1 0 0 0,9 5 0 0 0,1 1 344 0 0,1 0 1 0 0,-2 2 0 0 0,1 0 0 0 0,31 24-1 0 0,-46-31-533 0 0,0 1 0 0 0,1-1 0 0 0,-1 1 0 0 0,0 0 0 0 0,-1 0 0 0 0,1 0 0 0 0,2 7 0 0 0,-4-10-136 0 0,-1 0 0 0 0,1-1 0 0 0,-1 1 0 0 0,1 0 0 0 0,-1 0 0 0 0,0 0 0 0 0,1-1 0 0 0,-1 1 0 0 0,0 0 0 0 0,0 0 0 0 0,1 0 0 0 0,-1 0 0 0 0,0 0 0 0 0,0 0 0 0 0,0-1 0 0 0,0 1 0 0 0,0 0 0 0 0,0 0 0 0 0,-1 0 0 0 0,1 0 0 0 0,0 0 0 0 0,0 0-1 0 0,-1-1 1 0 0,1 1 0 0 0,0 0 0 0 0,-1 0 0 0 0,1 0 0 0 0,-1-1 0 0 0,1 1 0 0 0,-1 0 0 0 0,1-1 0 0 0,-1 1 0 0 0,0 0 0 0 0,1-1 0 0 0,-1 1 0 0 0,0-1 0 0 0,1 1 0 0 0,-1-1 0 0 0,0 1 0 0 0,0-1 0 0 0,1 1 0 0 0,-1-1 0 0 0,0 0 0 0 0,0 0 0 0 0,0 1 0 0 0,0-1 0 0 0,0 0 0 0 0,-1 0 0 0 0,0 0 4 0 0,-1 0 1 0 0,0 0-1 0 0,0-1 1 0 0,1 1 0 0 0,-1-1-1 0 0,0 0 1 0 0,1 0-1 0 0,-1 0 1 0 0,1 0-1 0 0,-1 0 1 0 0,1 0-1 0 0,0-1 1 0 0,-1 1-1 0 0,1-1 1 0 0,0 0-1 0 0,0 0 1 0 0,0 1-1 0 0,0-1 1 0 0,-2-3-1 0 0,-3-4 26 0 0,0 0-1 0 0,0-1 1 0 0,-6-10-1 0 0,0-5-201 0 0,1 1 0 0 0,1-2 0 0 0,2 1 0 0 0,0-2 0 0 0,2 1 0 0 0,1-1 0 0 0,1 0 0 0 0,1 0 0 0 0,1 0 0 0 0,2 0 0 0 0,2-40 0 0 0,3 28-910 0 0</inkml:trace>
</inkml:ink>
</file>

<file path=ppt/ink/ink4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6:10.1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108 508 12443 0 0,'-5'0'2949'0'0,"5"1"-2898"0"0,0-1-1 0 0,0 0 1 0 0,0 0 0 0 0,0 0 0 0 0,0 0 0 0 0,0 0 0 0 0,0 1 0 0 0,-4-19 1646 0 0,-1-38-548 0 0,3 39-517 0 0,-5-58-610 0 0,-4 1 0 0 0,-3 0-1 0 0,-35-106 1 0 0,41 164-358 0 0,5 24-793 0 0,7 27-254 0 0,0-15 868 0 0,35 123-1576 0 0,-34-129 1830 0 0,0 0 0 0 0,1-1 1 0 0,1 0-1 0 0,0 0 0 0 0,1 0 0 0 0,0-1 1 0 0,19 21-1 0 0,-24-29 56 0 0,1-1 0 0 0,0 0 0 0 0,0 0 0 0 0,0 0 0 0 0,0-1 0 0 0,0 1 0 0 0,0-1 0 0 0,1 0 0 0 0,-1 0 0 0 0,1 0 0 0 0,-1-1 0 0 0,1 0 0 0 0,0 1 0 0 0,0-2 1 0 0,-1 1-1 0 0,1-1 0 0 0,0 1 0 0 0,7-2 0 0 0,8-1-716 0 0</inkml:trace>
</inkml:ink>
</file>

<file path=ppt/ink/ink4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6:10.5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79 190 2304 0 0,'-1'0'143'0'0,"0"0"0"0"0,0 0 0 0 0,0 0 0 0 0,0-1 0 0 0,0 1 0 0 0,1 0 0 0 0,-1 0 0 0 0,0 1 0 0 0,0-1 0 0 0,0 0 0 0 0,0 0 0 0 0,0 0 0 0 0,0 1 0 0 0,0-1 0 0 0,0 0 0 0 0,0 1 0 0 0,0-1 0 0 0,1 1 0 0 0,-1-1 0 0 0,0 1 0 0 0,0-1 0 0 0,0 1 0 0 0,1-1 0 0 0,-1 1 0 0 0,0 0 0 0 0,1 0 0 0 0,-1-1 0 0 0,1 1 0 0 0,-2 2 0 0 0,-19 23 2122 0 0,16-16-1836 0 0,0 0 0 0 0,1 0 0 0 0,0 0 0 0 0,0 1-1 0 0,2-1 1 0 0,-1 1 0 0 0,1 0 0 0 0,0 0 0 0 0,1 0 0 0 0,1 22 0 0 0,1-15-80 0 0,0 0 0 0 0,2 0 0 0 0,0-1 0 0 0,1 1 0 0 0,0-1 1 0 0,8 18-1 0 0,-9-29-144 0 0,0 0 0 0 0,1 0 0 0 0,0 0 0 0 0,0 0 0 0 0,0-1 0 0 0,9 10 1 0 0,-12-14-199 0 0,0 0 0 0 0,0 1 1 0 0,1-1-1 0 0,-1 0 1 0 0,0 0-1 0 0,0 0 1 0 0,1 0-1 0 0,-1 0 1 0 0,0 0-1 0 0,1 0 1 0 0,-1 0-1 0 0,1-1 1 0 0,-1 1-1 0 0,1 0 1 0 0,0-1-1 0 0,-1 0 0 0 0,1 1 1 0 0,-1-1-1 0 0,1 0 1 0 0,0 0-1 0 0,-1 0 1 0 0,1 0-1 0 0,0 0 1 0 0,-1 0-1 0 0,1 0 1 0 0,0 0-1 0 0,-1-1 1 0 0,1 1-1 0 0,0-1 1 0 0,-1 1-1 0 0,1-1 0 0 0,-1 0 1 0 0,3-1-1 0 0,-2 0-107 0 0,0-1-1 0 0,0 1 1 0 0,-1-1-1 0 0,1 0 0 0 0,-1 0 1 0 0,1 1-1 0 0,-1-1 0 0 0,0 0 1 0 0,0 0-1 0 0,0 0 0 0 0,0-1 1 0 0,-1 1-1 0 0,1 0 1 0 0,-1 0-1 0 0,0 0 0 0 0,0-4 1 0 0,-4-55-1501 0 0,3 54 1429 0 0,-1-6-79 0 0,0-3 90 0 0,0 0 1 0 0,1-26 0 0 0,1 40 159 0 0,0 0 0 0 0,0 0 0 0 0,1 0-1 0 0,-1 0 1 0 0,1 0 0 0 0,-1 0 0 0 0,1 0 0 0 0,0 1 0 0 0,0-1 0 0 0,0 0 0 0 0,0 0 0 0 0,1 1 0 0 0,-1-1 0 0 0,1 1 0 0 0,0-1-1 0 0,-1 1 1 0 0,1 0 0 0 0,0 0 0 0 0,0-1 0 0 0,1 1 0 0 0,3-3 0 0 0,-3 5 51 0 0,0-1 1 0 0,0 0 0 0 0,0 1-1 0 0,1 0 1 0 0,-1-1-1 0 0,0 1 1 0 0,0 1 0 0 0,0-1-1 0 0,0 0 1 0 0,0 1-1 0 0,0-1 1 0 0,0 1 0 0 0,0 0-1 0 0,0 0 1 0 0,0 0-1 0 0,0 1 1 0 0,-1-1 0 0 0,1 1-1 0 0,5 3 1 0 0,7 5 816 0 0,27 23 0 0 0,-40-31-770 0 0,58 54 962 0 0,-33-25 4466 0 0,-34-38-5430 0 0,0 1 0 0 0,1-1 0 0 0,-1 0 0 0 0,1 0 0 0 0,1-1 0 0 0,-1 0 0 0 0,2 0 0 0 0,-1 0 0 0 0,1 0 0 0 0,0-1 0 0 0,1 0 0 0 0,-3-9 0 0 0,-3-11-55 0 0,3-1 1 0 0,-6-43 0 0 0,2-51-1838 0 0,8 54-6250 0 0</inkml:trace>
</inkml:ink>
</file>

<file path=ppt/ink/ink4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6:31.9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2641 146 2761 0 0,'-130'-22'4778'0'0,"-63"-7"-2578"0"0,100 15-1270 0 0,0 3-43 0 0,0 3-1 0 0,0 5 1 0 0,-1 3 0 0 0,1 5-1 0 0,0 4 1 0 0,-147 32 0 0 0,154-15 222 0 0,-155 69 1 0 0,168-64-683 0 0,6 0-114 0 0,2 3 1 0 0,-87 59 0 0 0,-111 101-789 0 0,203-144 374 0 0,3 3 0 0 0,1 2 0 0 0,3 2 0 0 0,3 3 0 0 0,2 2 0 0 0,-65 112 0 0 0,107-164 130 0 0,0 0 0 0 0,1 1 0 0 0,0-1 0 0 0,1 1 0 0 0,0 0 0 0 0,1 1 0 0 0,0-1 0 0 0,1 1 0 0 0,-2 23 0 0 0,4-27-14 0 0,1 0 1 0 0,0 0 0 0 0,0 0-1 0 0,1 0 1 0 0,0 0-1 0 0,0 0 1 0 0,1-1 0 0 0,0 1-1 0 0,0-1 1 0 0,1 1-1 0 0,-1-1 1 0 0,2 0-1 0 0,-1-1 1 0 0,1 1 0 0 0,8 8-1 0 0,7 5-22 0 0,1 0-1 0 0,1-2 1 0 0,1 0 0 0 0,0-2-1 0 0,2 0 1 0 0,-1-2-1 0 0,2 0 1 0 0,0-2-1 0 0,36 12 1 0 0,32 5-51 0 0,136 24-1 0 0,-60-16 34 0 0,19 8 25 0 0,135 36 0 0 0,-228-53-51 0 0,1-5 0 0 0,1-5-1 0 0,187 12 1 0 0,401-37 224 0 0,130 5 881 0 0,-18 72-902 0 0,-136-9-75 0 0,-146-59 156 0 0,3-40 2 0 0,-185 12-73 0 0,-280 22-139 0 0,505-23 178 0 0,-28 43 143 0 0,4 0-240 0 0,-466-17-91 0 0,-1-3 0 0 0,1-3 0 0 0,-2-3 0 0 0,1-3 0 0 0,-1-3 0 0 0,-1-2 0 0 0,-1-4 0 0 0,-1-2 0 0 0,96-52 0 0 0,241-176 406 0 0,-396 248-407 0 0,0 0 0 0 0,0 0-1 0 0,0 0 1 0 0,-1-1 0 0 0,0 0-1 0 0,0 0 1 0 0,0 0 0 0 0,-1-1-1 0 0,0 1 1 0 0,0-1 0 0 0,0 0-1 0 0,0 1 1 0 0,-1-1 0 0 0,2-9-1 0 0,-2 5 31 0 0,0 0-1 0 0,-1-1 0 0 0,-1 1 1 0 0,0 0-1 0 0,0 0 1 0 0,-1 0-1 0 0,0 0 0 0 0,-4-15 1 0 0,0 5 4 0 0,-2 1 1 0 0,0-1-1 0 0,-1 1 0 0 0,-1 1 1 0 0,0 0-1 0 0,-2 0 1 0 0,0 1-1 0 0,-19-24 1 0 0,-5 4-33 0 0,-2 1 1 0 0,-1 1-1 0 0,-45-30 1 0 0,-134-77-20 0 0,64 56-44 0 0,-289-114-1 0 0,314 154 50 0 0,-217-49 0 0 0,-143 3 242 0 0,5 2-69 0 0,144 23-167 0 0,-546-38 0 0 0,-3 70-68 0 0,531 24 60 0 0,237 10 45 0 0,0 6 0 0 0,-212 35 0 0 0,-226 98-444 0 0,549-135 99 0 0,-30 9 260 0 0,-52 9 0 0 0,35-17-6527 0 0,35-4-631 0 0</inkml:trace>
</inkml:ink>
</file>

<file path=ppt/ink/ink4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6:34.1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65 3225 0 0,'1'-4'360'0'0,"-1"1"-1"0"0,1-1 1 0 0,-1 0 0 0 0,1 1 0 0 0,0-1 0 0 0,1 1 0 0 0,1-5 0 0 0,-1 5 871 0 0,-1-1 0 0 0,0 1 0 0 0,0 0 0 0 0,0-1 0 0 0,0 1 0 0 0,0-1 1 0 0,0-4-1 0 0,5 39 2827 0 0,3 9-4135 0 0,-12 157 854 0 0,-1-134-667 0 0,3 0 0 0 0,13 123 1 0 0,-5-141-59 0 0,7 39-31 0 0,-12-74 105 0 0,0-1-1 0 0,1 0 0 0 0,1 0 1 0 0,-1-1-1 0 0,1 1 0 0 0,8 12 1 0 0,-11-20-93 0 0,1 1 0 0 0,-1-1 1 0 0,1 0-1 0 0,-1 0 1 0 0,1 0-1 0 0,0 1 0 0 0,-1-2 1 0 0,1 1-1 0 0,0 0 1 0 0,0 0-1 0 0,-1 0 0 0 0,1-1 1 0 0,0 1-1 0 0,0-1 0 0 0,0 0 1 0 0,0 1-1 0 0,0-1 1 0 0,0 0-1 0 0,0 0 0 0 0,0 0 1 0 0,0 0-1 0 0,-1-1 1 0 0,1 1-1 0 0,0 0 0 0 0,0-1 1 0 0,3-1-1 0 0,8-2 39 0 0,-1 0 0 0 0,23-12 0 0 0,-18 8 39 0 0,112-56 198 0 0,-76 36-392 0 0,110-41 0 0 0,-159 68-56 0 0,1 0 0 0 0,-1 0 0 0 0,1 0 0 0 0,-1 0 0 0 0,1 1 0 0 0,-1 0 0 0 0,6 0 0 0 0,7 5-4088 0 0</inkml:trace>
</inkml:ink>
</file>

<file path=ppt/ink/ink4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6:34.5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37 11979 0 0,'1'-26'1477'0'0,"-1"26"-1416"0"0,0 0 0 0 0,0-1 0 0 0,0 1 0 0 0,0 0 1 0 0,0-1-1 0 0,0 1 0 0 0,0-1 0 0 0,0 1 0 0 0,0 0 0 0 0,0-1 0 0 0,0 1 0 0 0,0 0 0 0 0,1-1 0 0 0,-1 1 0 0 0,0-1 0 0 0,0 1 0 0 0,0 0 0 0 0,0-1 1 0 0,1 1-1 0 0,-1 0 0 0 0,0 0 0 0 0,0-1 0 0 0,1 1 0 0 0,-1 0 0 0 0,0 0 0 0 0,0-1 0 0 0,1 1 0 0 0,-1 0 0 0 0,0 0 0 0 0,1-1 0 0 0,-1 1 0 0 0,0 0 1 0 0,1 0-1 0 0,-1 0 0 0 0,0 0 0 0 0,1 0 0 0 0,-1 0 0 0 0,1 0 0 0 0,-1 0 0 0 0,0 0 0 0 0,1-1 0 0 0,-1 2 0 0 0,0-1 0 0 0,1 0 0 0 0,-1 0 0 0 0,1 0 1 0 0,-1 0-1 0 0,0 0 0 0 0,1 0 0 0 0,-1 0 0 0 0,0 0 0 0 0,1 0 0 0 0,-1 1 0 0 0,0-1 0 0 0,1 0 0 0 0,-1 0 0 0 0,0 1 0 0 0,1-1 0 0 0,-1 0 1 0 0,0 0-1 0 0,0 1 0 0 0,1-1 0 0 0,3 6 305 0 0,-1 0-1 0 0,0 0 1 0 0,0 0 0 0 0,0 0 0 0 0,-1 1 0 0 0,0-1 0 0 0,0 1 0 0 0,-1-1-1 0 0,1 8 1 0 0,3 7 130 0 0,45 199 583 0 0,-3-9-1958 0 0,-32-163-482 0 0,1-19-2953 0 0</inkml:trace>
</inkml:ink>
</file>

<file path=ppt/ink/ink4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6:34.8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3 304 920 0 0,'-1'-9'464'0'0,"0"0"-1"0"0,1 0 1 0 0,0-1 0 0 0,1 1-1 0 0,0 0 1 0 0,0 0 0 0 0,1 0-1 0 0,5-15 1 0 0,-1 5 345 0 0,1 1 0 0 0,1 0 1 0 0,10-17-1 0 0,-12 26-364 0 0,0 0 0 0 0,0 1 1 0 0,1 0-1 0 0,0 0 0 0 0,1 1 0 0 0,0 0 1 0 0,0 0-1 0 0,0 1 0 0 0,1 0 0 0 0,0 1 1 0 0,0-1-1 0 0,1 2 0 0 0,-1-1 0 0 0,19-5 1 0 0,-18 7-102 0 0,-1 1 0 0 0,1 0 0 0 0,0 0 0 0 0,0 1 0 0 0,0 0 0 0 0,0 0 0 0 0,0 1 0 0 0,0 1 0 0 0,0 0 0 0 0,0 0 0 0 0,-1 1 0 0 0,1 0 1 0 0,0 1-1 0 0,-1 0 0 0 0,16 7 0 0 0,-22-9-301 0 0,-1 0 1 0 0,0 0-1 0 0,1 1 1 0 0,-1-1 0 0 0,0 1-1 0 0,0-1 1 0 0,0 1-1 0 0,0 0 1 0 0,0 0-1 0 0,0 0 1 0 0,-1 0 0 0 0,1 0-1 0 0,-1 1 1 0 0,1-1-1 0 0,-1 0 1 0 0,0 1-1 0 0,0-1 1 0 0,0 1-1 0 0,0-1 1 0 0,1 4 0 0 0,-2-3-10 0 0,0 1 0 0 0,0 0 0 0 0,0-1 0 0 0,-1 1 0 0 0,1-1 0 0 0,-1 1 0 0 0,0-1 0 0 0,0 1 0 0 0,0-1 0 0 0,0 1 0 0 0,-1-1 0 0 0,1 0 0 0 0,-3 4 0 0 0,-4 5 39 0 0,-1 0 1 0 0,0-1 0 0 0,0 0 0 0 0,-1 0-1 0 0,-1-1 1 0 0,-12 10 0 0 0,-18 9 6 0 0,-1-2 0 0 0,-79 37 0 0 0,108-58-167 0 0</inkml:trace>
</inkml:ink>
</file>

<file path=ppt/ink/ink4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6:35.2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51 11058 0 0,'-1'-3'421'0'0,"1"0"0"0"0,-1 0 0 0 0,1 0 0 0 0,0-1 0 0 0,0 1 0 0 0,0 0 0 0 0,0 0-1 0 0,1-1 1 0 0,-1 1 0 0 0,1 0 0 0 0,0 0 0 0 0,0 0 0 0 0,0 0 0 0 0,2-4 0 0 0,-1 9-136 0 0,-1 0 1 0 0,1 0-1 0 0,0 0 1 0 0,-1 1-1 0 0,1-1 1 0 0,-1 0-1 0 0,0 1 1 0 0,1-1-1 0 0,-1 1 1 0 0,0-1-1 0 0,0 4 1 0 0,23 80 381 0 0,-4 2-1 0 0,9 96 1 0 0,-3-19-556 0 0,-21-134-137 0 0,-4-20 5 0 0,0 1-1 0 0,1-1 0 0 0,1 0 0 0 0,-1 0 0 0 0,2 0 1 0 0,0-1-1 0 0,10 20 0 0 0,-5-20-807 0 0,-8-10 738 0 0,-1 0 0 0 0,0 0 0 0 0,1 0 1 0 0,-1 0-1 0 0,0 0 0 0 0,1-1 0 0 0,-1 1 0 0 0,0 0 0 0 0,1 0 0 0 0,-1 0 1 0 0,0 0-1 0 0,1 0 0 0 0,-1 0 0 0 0,0 0 0 0 0,1-1 0 0 0,-1 1 0 0 0,0 0 0 0 0,0 0 1 0 0,1 0-1 0 0,-1-1 0 0 0,0 1 0 0 0,0 0 0 0 0,1 0 0 0 0,-1-1 0 0 0,0 1 1 0 0,0 0-1 0 0,0-1 0 0 0,1 1 0 0 0,-1 0 0 0 0,0-1 0 0 0,0 1 0 0 0,0 0 1 0 0,0-1-1 0 0</inkml:trace>
</inkml:ink>
</file>

<file path=ppt/ink/ink4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6:35.5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17 319 2328 0 0,'-4'-28'-180'0'0,"-2"-5"933"0"0,0-35 1 0 0,5 59-160 0 0,1 0 0 0 0,1 0-1 0 0,0 0 1 0 0,0-1 0 0 0,0 1 0 0 0,1 0 0 0 0,1 1-1 0 0,5-16 1 0 0,-5 20-272 0 0,0 0-1 0 0,0 0 1 0 0,0 0-1 0 0,0 0 1 0 0,1 1 0 0 0,0-1-1 0 0,-1 1 1 0 0,1 0-1 0 0,1 0 1 0 0,-1 0-1 0 0,0 1 1 0 0,1 0-1 0 0,-1 0 1 0 0,8-3-1 0 0,11-3 858 0 0,39-9-1 0 0,-48 14-829 0 0,65-12 277 0 0,-72 15-848 0 0,1-1 1 0 0,-1 1-1 0 0,0 1 0 0 0,1-1 1 0 0,-1 1-1 0 0,0 0 0 0 0,1 1 1 0 0,11 4-1 0 0</inkml:trace>
</inkml:ink>
</file>

<file path=ppt/ink/ink4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6:35.6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52 69 4609 0 0,'-5'5'-62'0'0,"-3"2"368"0"0,0 0 0 0 0,1 0 0 0 0,-8 11 0 0 0,14-18-184 0 0,1 1 1 0 0,-1 0-1 0 0,0-1 1 0 0,1 1-1 0 0,-1 0 1 0 0,0 0-1 0 0,1-1 1 0 0,-1 1-1 0 0,1 0 1 0 0,-1 0 0 0 0,1 0-1 0 0,0 0 1 0 0,-1 0-1 0 0,1 0 1 0 0,0 0-1 0 0,0 0 1 0 0,-1 0-1 0 0,1 0 1 0 0,0 0-1 0 0,0 0 1 0 0,0 0 0 0 0,0 0-1 0 0,0 0 1 0 0,1-1-1 0 0,-1 1 1 0 0,0 0-1 0 0,0 0 1 0 0,1 0-1 0 0,-1 0 1 0 0,0 0-1 0 0,1 0 1 0 0,-1 0 0 0 0,1 0-1 0 0,-1 0 1 0 0,1-1-1 0 0,0 1 1 0 0,-1 0-1 0 0,1 0 1 0 0,0-1-1 0 0,-1 1 1 0 0,1 0-1 0 0,0-1 1 0 0,0 1 0 0 0,1 0-1 0 0,1 0 206 0 0,0 0 0 0 0,0 0 0 0 0,0-1 0 0 0,0 1 0 0 0,1-1 0 0 0,-1 1 0 0 0,0-1 0 0 0,1 0 0 0 0,-1 0 0 0 0,0 0 0 0 0,0-1 1 0 0,6-1-1 0 0,42-13 1974 0 0,-37 10-1539 0 0,164-67 2114 0 0,-103 37-6090 0 0,-39 18-763 0 0,-16 9-2189 0 0</inkml:trace>
</inkml:ink>
</file>

<file path=ppt/ink/ink4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6:36.4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185 76 8754 0 0,'2'-6'547'0'0,"1"0"0"0"0,-1 0 1 0 0,1 1-1 0 0,0-1 0 0 0,1 1 0 0 0,-1-1 0 0 0,1 1 1 0 0,0 0-1 0 0,1 0 0 0 0,-1 1 0 0 0,9-8 1 0 0,-12 12-406 0 0,0-1 0 0 0,0 1 1 0 0,0-1-1 0 0,-1 1 1 0 0,1-1-1 0 0,0 1 1 0 0,0 0-1 0 0,0-1 0 0 0,0 1 1 0 0,0 0-1 0 0,0 0 1 0 0,0 0-1 0 0,0 0 0 0 0,0 0 1 0 0,0 0-1 0 0,0 0 1 0 0,0 0-1 0 0,0 0 1 0 0,0 0-1 0 0,0 1 0 0 0,0-1 1 0 0,0 0-1 0 0,0 1 1 0 0,1 0-1 0 0,0 0 16 0 0,1 1 0 0 0,-1 0 0 0 0,0 0 0 0 0,0-1-1 0 0,0 1 1 0 0,0 1 0 0 0,0-1 0 0 0,2 4 0 0 0,3 5 55 0 0,-1 1 0 0 0,8 22 0 0 0,-13-33-166 0 0,11 35 26 0 0,-2 0 0 0 0,-1 1 0 0 0,-1 0 0 0 0,2 43 0 0 0,-5 152 187 0 0,-8-175-246 0 0,-2 0 0 0 0,-3-1 0 0 0,-3 0 1 0 0,-22 71-1 0 0,18-84-5 0 0,-1 0-1 0 0,-2-2 1 0 0,-2 0-1 0 0,-1-1 1 0 0,-52 71-1 0 0,63-98-121 0 0,-1-1-1 0 0,0 0 0 0 0,-14 11 0 0 0,22-20-251 0 0,0 0 0 0 0,0 0 0 0 0,-1-1 0 0 0,1 0 1 0 0,-1 0-1 0 0,0 0 0 0 0,1 0 0 0 0,-1 0 0 0 0,0-1 0 0 0,0 1 0 0 0,0-1 0 0 0,0 0 0 0 0,0-1 0 0 0,-1 1 0 0 0,1-1 0 0 0,0 1 0 0 0,-6-2 0 0 0,1 0-1135 0 0</inkml:trace>
</inkml:ink>
</file>

<file path=ppt/ink/ink4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6:36.7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43 8 3225 0 0,'-21'-8'10563'0'0,"19"9"-10222"0"0,1 0-14 0 0,-1 0 1 0 0,1 0 0 0 0,0 1 0 0 0,0-1-1 0 0,0 1 1 0 0,0-1 0 0 0,0 1 0 0 0,1-1 0 0 0,-1 1-1 0 0,0-1 1 0 0,1 1 0 0 0,-1 0 0 0 0,0 2-1 0 0,-1 7 163 0 0,0 0-1 0 0,1 0 1 0 0,0 13-1 0 0,1-16-468 0 0,0 28 481 0 0,8 66-1 0 0,-7-93-444 0 0,1 0 0 0 0,0-1 1 0 0,0 1-1 0 0,1-1 0 0 0,0 1 0 0 0,0-1 1 0 0,1 0-1 0 0,0 0 0 0 0,0-1 1 0 0,1 1-1 0 0,0-1 0 0 0,1 0 1 0 0,7 9-1 0 0,-9-13-37 0 0,1 1 0 0 0,0-1 0 0 0,-1 1 0 0 0,1-1 0 0 0,0-1 0 0 0,0 1 0 0 0,1-1 0 0 0,-1 0 0 0 0,0 0 0 0 0,1 0 0 0 0,0-1 0 0 0,-1 0 0 0 0,1 0 0 0 0,0 0 0 0 0,-1-1 0 0 0,1 0 0 0 0,0 0 0 0 0,0 0 0 0 0,-1-1 0 0 0,1 1 0 0 0,0-2 0 0 0,-1 1 0 0 0,1-1 0 0 0,-1 1 0 0 0,1-1 0 0 0,7-5 0 0 0,11-6 136 0 0,-1-1 0 0 0,-1-1 0 0 0,-1-1 0 0 0,30-28 0 0 0,-10 9-60 0 0,-22 20-717 0 0,-6 3 951 0 0,2 1 0 0 0,22-14 1 0 0,-32 23-1321 0 0,1-1-1 0 0,-1 1 1 0 0,0 0 0 0 0,1 0 0 0 0,-1 1-1 0 0,1-1 1 0 0,6 0 0 0 0</inkml:trace>
</inkml:ink>
</file>

<file path=ppt/ink/ink4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6:38.5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138 135 6585 0 0,'-8'-3'149'0'0,"0"1"-1"0"0,1-1 1 0 0,-1 1-1 0 0,-10-2 1 0 0,11 3-158 0 0,0 0 0 0 0,0-1 0 0 0,1 0 0 0 0,-13-5 1 0 0,17 5 8 0 0,-1 1 0 0 0,1-1 1 0 0,0 0-1 0 0,-1 1 0 0 0,1-1 1 0 0,0 0-1 0 0,0-1 1 0 0,0 1-1 0 0,0 0 0 0 0,1 0 1 0 0,-1-1-1 0 0,1 1 0 0 0,-1-1 1 0 0,1 0-1 0 0,-2-4 1 0 0,1-3 323 0 0,-1 0 0 0 0,1-1 0 0 0,-2-26 11372 0 0,50 303-7274 0 0,31 139-4666 0 0,-72-387 228 0 0,-1 3-93 0 0,2 0 0 0 0,0-1 0 0 0,1 0 0 0 0,1 0 0 0 0,1 0 0 0 0,12 20 0 0 0,-20-39-62 0 0,-1 1 1 0 0,1-1-1 0 0,0 0 0 0 0,0 0 0 0 0,0 0 1 0 0,0 0-1 0 0,0 0 0 0 0,0 0 1 0 0,0 0-1 0 0,0 0 0 0 0,1 0 1 0 0,-1 0-1 0 0,0 0 0 0 0,0-1 0 0 0,1 1 1 0 0,-1-1-1 0 0,1 1 0 0 0,-1-1 1 0 0,0 1-1 0 0,1-1 0 0 0,-1 0 1 0 0,1 1-1 0 0,-1-1 0 0 0,1 0 0 0 0,1 0 1 0 0</inkml:trace>
</inkml:ink>
</file>

<file path=ppt/ink/ink4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6:38.7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16 8754 0 0,'1'-16'3173'0'0,"1"32"2995"0"0,1 13-3853 0 0,10 29-1898 0 0,2-1-1 0 0,3-1 1 0 0,2-1 0 0 0,43 82 0 0 0,-33-89-2375 0 0,-15-26-5431 0 0</inkml:trace>
</inkml:ink>
</file>

<file path=ppt/ink/ink4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6:38.9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28 167 9674 0 0,'-1'0'120'0'0,"0"0"-1"0"0,0 0 1 0 0,0 0-1 0 0,0 0 1 0 0,0 0-1 0 0,1 0 1 0 0,-1 0-1 0 0,0 0 1 0 0,0 0-1 0 0,0 0 1 0 0,0 0-1 0 0,0 0 1 0 0,0-1 0 0 0,0 1-1 0 0,0 0 1 0 0,0-1-1 0 0,0 1 1 0 0,1-1-1 0 0,-1 1 1 0 0,0-1-1 0 0,0 1 1 0 0,1-1-1 0 0,-1 0 1 0 0,0 1-1 0 0,1-1 1 0 0,-1 0-1 0 0,0 0 1 0 0,1 1 0 0 0,-1-1-1 0 0,1 0 1 0 0,-1 0-1 0 0,1 0 1 0 0,0 0-1 0 0,-1 0 1 0 0,1 1-1 0 0,0-1 1 0 0,0 0-1 0 0,0 0 1 0 0,-1 0-1 0 0,1 0 1 0 0,0 0-1 0 0,0 0 1 0 0,0 0-1 0 0,0 0 1 0 0,1-1 0 0 0,0-2-24 0 0,0 1 1 0 0,0 0 0 0 0,0-1 0 0 0,1 1 0 0 0,-1 0 0 0 0,1 0 0 0 0,0 0 0 0 0,0 0 0 0 0,0 0 0 0 0,1 0 0 0 0,4-4-1 0 0,9-6-304 0 0,0 0 0 0 0,1 1-1 0 0,0 1 1 0 0,1 1-1 0 0,1 1 1 0 0,24-10 0 0 0,-12 7-5147 0 0</inkml:trace>
</inkml:ink>
</file>

<file path=ppt/ink/ink4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6:39.1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9218 0 0,'0'4'205'0'0,"0"0"1"0"0,1 0-1 0 0,0 0 1 0 0,-1 0-1 0 0,1-1 0 0 0,1 1 1 0 0,-1 0-1 0 0,0-1 1 0 0,1 1-1 0 0,0-1 0 0 0,0 1 1 0 0,4 5-1 0 0,2 5 175 0 0,6 17 261 0 0,-10-21-577 0 0,-1 0 0 0 0,2 0-1 0 0,-1 0 1 0 0,2-1 0 0 0,-1 0 0 0 0,1 0 0 0 0,0-1-1 0 0,1 1 1 0 0,12 11 0 0 0,-18-19-267 0 0,0 0 1 0 0,-1-1 0 0 0,1 1-1 0 0,0-1 1 0 0,0 1-1 0 0,0-1 1 0 0,-1 0-1 0 0,1 1 1 0 0,0-1 0 0 0,0 0-1 0 0,0 0 1 0 0,0 1-1 0 0,0-1 1 0 0,-1 0-1 0 0,1 0 1 0 0,0 0 0 0 0,0 0-1 0 0,0 0 1 0 0,0 0-1 0 0,0 0 1 0 0,0 0-1 0 0,0 0 1 0 0,-1-1 0 0 0,1 1-1 0 0,0 0 1 0 0,0-1-1 0 0,0 1 1 0 0,0 0 0 0 0,-1-1-1 0 0,1 1 1 0 0,0-1-1 0 0,1 0 1 0 0,1-5-456 0 0</inkml:trace>
</inkml:ink>
</file>

<file path=ppt/ink/ink4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6:39.2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84 89 6449 0 0,'-13'-9'1277'0'0,"2"-1"-1"0"0,-1-1 1 0 0,1 0-1 0 0,1-1 1 0 0,-16-22-1 0 0,26 34-1280 0 0,0 0-1 0 0,0 0 0 0 0,0 0 1 0 0,0 0-1 0 0,0 0 1 0 0,0 0-1 0 0,0 0 0 0 0,0 0 1 0 0,0 0-1 0 0,1 0 1 0 0,-1 0-1 0 0,0 0 0 0 0,0 0 1 0 0,0 0-1 0 0,0 0 0 0 0,0 0 1 0 0,0 0-1 0 0,0 0 1 0 0,0 0-1 0 0,0 0 0 0 0,0 0 1 0 0,0 0-1 0 0,0 0 1 0 0,0 0-1 0 0,0 0 0 0 0,0 0 1 0 0,0 0-1 0 0,0 0 0 0 0,0 0 1 0 0,1 0-1 0 0,-1 0 1 0 0,0 0-1 0 0,0 0 0 0 0,0 0 1 0 0,0 0-1 0 0,0 0 0 0 0,0 0 1 0 0,0 0-1 0 0,0 0 1 0 0,0 0-1 0 0,0 0 0 0 0,0-1 1 0 0,0 1-1 0 0,0 0 1 0 0,0 0-1 0 0,0 0 0 0 0,0 0 1 0 0,0 0-1 0 0,0 0 0 0 0,0 0 1 0 0,0 0-1 0 0,0 0 1 0 0,0 0-1 0 0,0 0 0 0 0,0 0 1 0 0,0 0-1 0 0,0 0 1 0 0,9 4-372 0 0,8 9-1114 0 0,-10-7 725 0 0,5 6-473 0 0,1 0 0 0 0,1-1 0 0 0,18 12-1 0 0,-9-10 1087 0 0</inkml:trace>
</inkml:ink>
</file>

<file path=ppt/ink/ink4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6:39.7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226 9 5529 0 0,'-7'-2'440'0'0,"0"0"0"0"0,0 0 0 0 0,0 1 0 0 0,-1 0 0 0 0,1 1 0 0 0,0-1 0 0 0,-10 2 0 0 0,13-1-200 0 0,1 1 1 0 0,0 0-1 0 0,-1 0 1 0 0,1 0-1 0 0,0 0 1 0 0,0 1-1 0 0,0-1 1 0 0,0 1-1 0 0,0 0 1 0 0,0 0-1 0 0,0 0 1 0 0,0 0-1 0 0,1 0 1 0 0,-1 1-1 0 0,1-1 1 0 0,0 1-1 0 0,-4 5 1 0 0,-11 20 295 0 0,2 1 0 0 0,1 1 0 0 0,2 0 1 0 0,1 0-1 0 0,1 1 0 0 0,-10 57 1 0 0,18-81-519 0 0,1 0 0 0 0,1 0 0 0 0,0 1 1 0 0,0-1-1 0 0,1 12 0 0 0,-1-18-25 0 0,0 0 0 0 0,0 0 0 0 0,1 0-1 0 0,-1 0 1 0 0,0 0 0 0 0,0 0-1 0 0,1 0 1 0 0,-1-1 0 0 0,1 1 0 0 0,-1 0-1 0 0,0 0 1 0 0,1 0 0 0 0,0-1 0 0 0,-1 1-1 0 0,1 0 1 0 0,-1-1 0 0 0,1 1 0 0 0,0 0-1 0 0,-1-1 1 0 0,1 1 0 0 0,1 0 0 0 0,-1-1-20 0 0,1 0 1 0 0,-1 0-1 0 0,0 0 1 0 0,0 0-1 0 0,0 0 1 0 0,1-1-1 0 0,-1 1 1 0 0,0 0-1 0 0,0-1 1 0 0,0 1 0 0 0,1-1-1 0 0,-1 1 1 0 0,0-1-1 0 0,0 0 1 0 0,0 1-1 0 0,0-1 1 0 0,0 0-1 0 0,0 0 1 0 0,0 1-1 0 0,0-1 1 0 0,0-1 0 0 0,10-10-176 0 0,0 0 0 0 0,-1-1 1 0 0,-1 0-1 0 0,0-1 1 0 0,7-15-1 0 0,26-37 675 0 0,-33 54-276 0 0,0 1 0 0 0,1 0 0 0 0,0 0 0 0 0,23-17 0 0 0,-31 26-141 0 0,0 0 0 0 0,0 1 1 0 0,1-1-1 0 0,-1 1 0 0 0,1 0 0 0 0,-1 0 1 0 0,0 0-1 0 0,1 0 0 0 0,0 0 0 0 0,-1 1 0 0 0,1-1 1 0 0,0 1-1 0 0,-1-1 0 0 0,1 1 0 0 0,0 0 1 0 0,-1 0-1 0 0,1 0 0 0 0,0 1 0 0 0,-1-1 1 0 0,1 0-1 0 0,0 1 0 0 0,-1 0 0 0 0,1 0 0 0 0,-1 0 1 0 0,1 0-1 0 0,-1 0 0 0 0,1 0 0 0 0,-1 1 1 0 0,0-1-1 0 0,0 1 0 0 0,0-1 0 0 0,0 1 1 0 0,0 0-1 0 0,3 2 0 0 0,1 5 84 0 0,1-1 0 0 0,-2 1 0 0 0,1 0-1 0 0,-1 1 1 0 0,0-1 0 0 0,-1 1 0 0 0,0 0 0 0 0,0 0 0 0 0,-1 0-1 0 0,-1 1 1 0 0,0-1 0 0 0,2 20 0 0 0,-2 1 60 0 0,-2 1-1 0 0,0-1 1 0 0,-6 34 0 0 0,3-41-249 0 0,0 0 1 0 0,-2 0 0 0 0,0 0 0 0 0,-2-1 0 0 0,0 0 0 0 0,-2 0-1 0 0,-1 0 1 0 0,-22 38 0 0 0</inkml:trace>
</inkml:ink>
</file>

<file path=ppt/ink/ink4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6:40.0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 7 5065 0 0,'-9'-7'6014'0'0,"9"8"-5913"0"0,-1-1 64 0 0,0 1 1 0 0,1-1 0 0 0,-1 1 0 0 0,0-1-1 0 0,1 1 1 0 0,-1 0 0 0 0,1-1 0 0 0,-1 1-1 0 0,1 0 1 0 0,-1 0 0 0 0,1-1 0 0 0,-1 1-1 0 0,1 0 1 0 0,-1 0 0 0 0,1 0 0 0 0,0-1-1 0 0,-1 2 1 0 0,2 14 371 0 0,1 0 0 0 0,0 0-1 0 0,1 0 1 0 0,0-1 0 0 0,2 0-1 0 0,0 0 1 0 0,8 17 0 0 0,0 7-87 0 0,4 16-299 0 0,18 49 117 0 0,-30-92-247 0 0,1 1 0 0 0,0-1 0 0 0,0 0 0 0 0,2 0 0 0 0,13 17 0 0 0,-20-28-33 0 0,0 0 0 0 0,0 1 0 0 0,0-1 0 0 0,0 0 0 0 0,0 0 0 0 0,1 1 0 0 0,-1-1 0 0 0,0 0 0 0 0,1 0 0 0 0,-1 0 0 0 0,1-1 0 0 0,-1 1 0 0 0,1 0 0 0 0,-1-1 0 0 0,1 1 0 0 0,0 0 0 0 0,-1-1 0 0 0,1 0 0 0 0,0 1 0 0 0,-1-1-1 0 0,1 0 1 0 0,0 0 0 0 0,3 0 0 0 0,-3-1-28 0 0,0 0 0 0 0,0 0 0 0 0,0 0-1 0 0,0 0 1 0 0,0-1 0 0 0,0 1 0 0 0,0-1 0 0 0,-1 1-1 0 0,1-1 1 0 0,0 1 0 0 0,-1-1 0 0 0,1 0-1 0 0,-1 0 1 0 0,0 0 0 0 0,2-2 0 0 0,4-11-214 0 0,0 1 0 0 0,-1-1 1 0 0,8-30-1 0 0,-13 41 249 0 0,9-38 0 0 0,-3 13 460 0 0,14-34 1 0 0,-18 54-278 0 0,0 1-1 0 0,1 1 1 0 0,0-1-1 0 0,1 1 1 0 0,0-1 0 0 0,0 1-1 0 0,0 1 1 0 0,13-12-1 0 0,-17 17-149 0 0,0 0 0 0 0,0 0-1 0 0,0 0 1 0 0,0 0 0 0 0,0 0 0 0 0,0 0-1 0 0,0 1 1 0 0,0-1 0 0 0,1 1 0 0 0,-1-1-1 0 0,0 1 1 0 0,1-1 0 0 0,-1 1 0 0 0,0-1-1 0 0,1 1 1 0 0,-1 0 0 0 0,0 0-1 0 0,1 0 1 0 0,-1 0 0 0 0,1 0 0 0 0,-1 0-1 0 0,0 0 1 0 0,1 0 0 0 0,-1 1 0 0 0,0-1-1 0 0,1 0 1 0 0,-1 1 0 0 0,0-1 0 0 0,1 1-1 0 0,-1 0 1 0 0,0-1 0 0 0,0 1-1 0 0,0 0 1 0 0,0 0 0 0 0,0 0 0 0 0,1 0-1 0 0,-2 0 1 0 0,1 0 0 0 0,0 0 0 0 0,0 0-1 0 0,0 0 1 0 0,0 0 0 0 0,-1 0 0 0 0,2 3-1 0 0,4 6 24 0 0,-1 1 0 0 0,0 0-1 0 0,-1 0 1 0 0,4 14 0 0 0,-4-14-23 0 0,25 81-2040 0 0,-17-59-5019 0 0</inkml:trace>
</inkml:ink>
</file>

<file path=ppt/ink/ink4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6:40.4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48 1 11058 0 0,'-2'0'188'0'0,"-1"0"-1"0"0,1 0 0 0 0,0 0 1 0 0,0 0-1 0 0,-1 0 0 0 0,1 1 1 0 0,0-1-1 0 0,0 1 0 0 0,0-1 0 0 0,-1 1 1 0 0,1 0-1 0 0,0 0 0 0 0,0 0 1 0 0,0 0-1 0 0,-3 2 0 0 0,4-1 24 0 0,0 0 0 0 0,0 0-1 0 0,0 0 1 0 0,0 0-1 0 0,0 0 1 0 0,0 0 0 0 0,0 1-1 0 0,1-1 1 0 0,-1 0-1 0 0,1 0 1 0 0,0 1 0 0 0,-1-1-1 0 0,1 0 1 0 0,0 1 0 0 0,0-1-1 0 0,1 3 1 0 0,3 28 746 0 0,2 0 0 0 0,1 0 0 0 0,2-1 0 0 0,23 60 0 0 0,-11-36-705 0 0,91 276-2023 0 0,-104-307-5736 0 0</inkml:trace>
</inkml:ink>
</file>

<file path=ppt/ink/ink4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6:40.6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30 306 10594 0 0,'-3'-3'95'0'0,"0"0"-1"0"0,0 0 0 0 0,1-1 0 0 0,0 1 1 0 0,-1-1-1 0 0,1 1 0 0 0,0-1 0 0 0,1 1 1 0 0,-1-1-1 0 0,1 0 0 0 0,-1 0 0 0 0,1 0 1 0 0,0 0-1 0 0,1 0 0 0 0,-1-6 0 0 0,1 4 87 0 0,0 0-1 0 0,1-1 0 0 0,-1 1 0 0 0,2 0 0 0 0,-1-1 1 0 0,1 1-1 0 0,0 0 0 0 0,0 0 0 0 0,4-8 0 0 0,2 1 125 0 0,-1 0-1 0 0,2 1 0 0 0,0 0 1 0 0,0 0-1 0 0,1 1 0 0 0,1 0 1 0 0,-1 1-1 0 0,2 0 1 0 0,16-12-1 0 0,-18 16-653 0 0,0 0 0 0 0,0 0 0 0 0,0 1-1 0 0,1 0 1 0 0,-1 1 0 0 0,1 0 0 0 0,19-4 0 0 0,-26 8-192 0 0,-1-1 0 0 0,1 1 0 0 0,0 0 0 0 0,0 0 0 0 0,-1 0 0 0 0,1 1 0 0 0,0-1 0 0 0,6 3 0 0 0,9 3-1976 0 0</inkml:trace>
</inkml:ink>
</file>

<file path=ppt/ink/ink4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6:40.8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2 175 10594 0 0,'-2'-3'472'0'0,"2"1"96"0"0,2-3-455 0 0,1 1-113 0 0,-1 0 0 0 0,1-1 0 0 0,3 0-609 0 0,3-4-151 0 0,5-5-24 0 0,5-6-8 0 0,5-3-152 0 0,0 1-33 0 0,1 2-7 0 0,-2 3 0 0 0,0 4 768 0 0,-5 4 216 0 0</inkml:trace>
</inkml:ink>
</file>

<file path=ppt/ink/ink4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6:41.0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13 6913 0 0,'2'-1'109'0'0,"1"1"0"0"0,-1-1 0 0 0,1 1 0 0 0,-1-1 0 0 0,1 1 0 0 0,-1 0 0 0 0,1 0 0 0 0,-1 0 0 0 0,1 1 0 0 0,-1-1 0 0 0,1 1 0 0 0,-1-1 0 0 0,1 1 0 0 0,-1 0 0 0 0,4 1 0 0 0,34 19 1906 0 0,-25-12-1116 0 0,-1 1 0 0 0,0 1 1 0 0,-1 1-1 0 0,20 22 1 0 0,-27-28-600 0 0,0 1 1 0 0,-1 0 0 0 0,0 1 0 0 0,0-1 0 0 0,-1 1 0 0 0,1 0 0 0 0,-2 0-1 0 0,1 0 1 0 0,-1 0 0 0 0,-1 1 0 0 0,3 9 0 0 0,-5-16-207 0 0,0-1 1 0 0,1 1-1 0 0,-1-1 0 0 0,0 1 1 0 0,0-1-1 0 0,0 1 1 0 0,0 0-1 0 0,0-1 1 0 0,-1 1-1 0 0,1-1 1 0 0,0 1-1 0 0,-1-1 0 0 0,1 1 1 0 0,-1-1-1 0 0,0 1 1 0 0,1-1-1 0 0,-2 2 1 0 0,1-3-32 0 0,1 1 0 0 0,-1-1 0 0 0,0 1 1 0 0,1-1-1 0 0,-1 0 0 0 0,0 1 0 0 0,1-1 1 0 0,-1 0-1 0 0,0 1 0 0 0,1-1 0 0 0,-1 0 1 0 0,0 0-1 0 0,0 0 0 0 0,1 0 0 0 0,-1 0 0 0 0,0 0 1 0 0,0 0-1 0 0,1 0 0 0 0,-1 0 0 0 0,0 0 1 0 0,0 0-1 0 0,0 0 0 0 0,1 0 0 0 0,-2-1 1 0 0,-1 0-2 0 0,-1-1-1 0 0,1 0 1 0 0,-1 0 0 0 0,1 0 0 0 0,0 0 0 0 0,0 0 0 0 0,0 0-1 0 0,0-1 1 0 0,1 0 0 0 0,-1 1 0 0 0,1-1 0 0 0,-4-4 0 0 0,3 0-58 0 0,0 1 1 0 0,0-1 0 0 0,0 1 0 0 0,1-1 0 0 0,0 0 0 0 0,1 0 0 0 0,-1 0 0 0 0,1 0 0 0 0,1 0 0 0 0,-1 0 0 0 0,1-7-1 0 0,1-8-912 0 0,1 0 0 0 0,6-26 0 0 0,-1 15-6407 0 0</inkml:trace>
</inkml:ink>
</file>

<file path=ppt/ink/ink4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6:41.3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1 414 9298 0 0,'1'0'33'0'0,"-1"1"1"0"0,1-1-1 0 0,0 0 0 0 0,0 0 0 0 0,0 1 1 0 0,0-1-1 0 0,0 0 0 0 0,0 0 1 0 0,0 0-1 0 0,0 0 0 0 0,0 0 0 0 0,0 0 1 0 0,0-1-1 0 0,0 1 0 0 0,0 0 1 0 0,0 0-1 0 0,0-1 0 0 0,0 1 0 0 0,0-1 1 0 0,0 1-1 0 0,0-1 0 0 0,0 1 1 0 0,0-1-1 0 0,-1 1 0 0 0,1-1 0 0 0,1 0 1 0 0,23-24 372 0 0,-17 17 175 0 0,16-15 454 0 0,-1-1 1 0 0,-1-1 0 0 0,33-51-1 0 0,-48 64-976 0 0,0 1 0 0 0,-1-1-1 0 0,0 0 1 0 0,-1-1 0 0 0,0 1-1 0 0,-1-1 1 0 0,-1 0-1 0 0,0 0 1 0 0,-1 0 0 0 0,0 0-1 0 0,-1 0 1 0 0,-1-21 0 0 0,1 32-56 0 0,-1 1 1 0 0,0-1 0 0 0,-1 0 0 0 0,1 0-1 0 0,0 0 1 0 0,0 1 0 0 0,-1-1-1 0 0,1 0 1 0 0,-1 0 0 0 0,1 1-1 0 0,-1-1 1 0 0,0 0 0 0 0,0 1 0 0 0,0-1-1 0 0,0 1 1 0 0,0-1 0 0 0,0 1-1 0 0,0 0 1 0 0,0-1 0 0 0,0 1-1 0 0,-1 0 1 0 0,1 0 0 0 0,-1 0 0 0 0,1 0-1 0 0,-1 0 1 0 0,1 0 0 0 0,-1 0-1 0 0,-2-1 1 0 0,1 2-8 0 0,1 0 1 0 0,0 0-1 0 0,-1 0 0 0 0,1 1 0 0 0,-1-1 1 0 0,1 0-1 0 0,0 1 0 0 0,-1 0 1 0 0,1 0-1 0 0,0 0 0 0 0,0 0 0 0 0,-1 0 1 0 0,1 0-1 0 0,0 0 0 0 0,0 0 1 0 0,0 1-1 0 0,0 0 0 0 0,1-1 1 0 0,-1 1-1 0 0,-2 3 0 0 0,-6 6-89 0 0,0 1 1 0 0,1 1-1 0 0,0-1 0 0 0,1 2 0 0 0,1-1 0 0 0,0 1 1 0 0,-6 18-1 0 0,10-23-29 0 0,0 1-1 0 0,0 0 1 0 0,1-1-1 0 0,0 1 1 0 0,0 0-1 0 0,2 0 1 0 0,-1 0-1 0 0,1 0 1 0 0,0 0 0 0 0,1 0-1 0 0,0 0 1 0 0,3 11-1 0 0,4-4-1238 0 0,2-2-3188 0 0</inkml:trace>
</inkml:ink>
</file>

<file path=ppt/ink/ink4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6:41.8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138 0 6913 0 0,'-7'2'145'0'0,"1"0"-1"0"0,0 0 0 0 0,0 1 1 0 0,0 0-1 0 0,0 0 0 0 0,0 0 0 0 0,1 1 1 0 0,-1 0-1 0 0,1 0 0 0 0,0 0 0 0 0,0 0 1 0 0,-8 11-1 0 0,7-7 87 0 0,0 1 0 0 0,0 0 0 0 0,1 0 0 0 0,1 0 0 0 0,-1 1 0 0 0,1-1 0 0 0,-4 19 0 0 0,4-13 52 0 0,1 0 0 0 0,1 0 0 0 0,0 0 0 0 0,1 1 0 0 0,1-1 1 0 0,1 0-1 0 0,0 1 0 0 0,0-1 0 0 0,2 0 0 0 0,0 0 0 0 0,7 19 0 0 0,4-8-241 0 0,-7-26-337 0 0,-1-15-27 0 0,4-51 564 0 0,4-19 800 0 0,-12 78-838 0 0,0 0-1 0 0,0 1 1 0 0,1-1 0 0 0,0 0-1 0 0,0 1 1 0 0,1 0 0 0 0,-1 0-1 0 0,1 0 1 0 0,6-7 0 0 0,-9 12-117 0 0,0 0 1 0 0,0 0 0 0 0,0 0-1 0 0,0-1 1 0 0,1 1 0 0 0,-1 0-1 0 0,0 1 1 0 0,1-1 0 0 0,-1 0-1 0 0,0 0 1 0 0,1 1 0 0 0,-1-1 0 0 0,1 0-1 0 0,-1 1 1 0 0,1 0 0 0 0,-1-1-1 0 0,1 1 1 0 0,-1 0 0 0 0,1 0-1 0 0,0 0 1 0 0,-1 0 0 0 0,1 0-1 0 0,-1 0 1 0 0,3 0 0 0 0,-1 2 20 0 0,0-1-1 0 0,0 0 1 0 0,0 1 0 0 0,0-1 0 0 0,-1 1 0 0 0,1 0 0 0 0,-1 0-1 0 0,1 0 1 0 0,-1 0 0 0 0,0 1 0 0 0,4 3 0 0 0,3 8 183 0 0,1 0 0 0 0,-2 0 0 0 0,11 25 0 0 0,-18-38-279 0 0,53 144 848 0 0,-5-9-69 0 0,-49-136-783 0 0,0 0 0 0 0,0 0 0 0 0,0 0 0 0 0,0 0 0 0 0,0 1 0 0 0,1-1 0 0 0,-1 0 0 0 0,0 0 0 0 0,0 0 0 0 0,0 0 0 0 0,0 0 0 0 0,0 0 0 0 0,0 1 0 0 0,0-1 0 0 0,0 0 0 0 0,0 0 1 0 0,0 0-1 0 0,0 0 0 0 0,0 0 0 0 0,0 0 0 0 0,1 0 0 0 0,-1 1 0 0 0,0-1 0 0 0,0 0 0 0 0,0 0 0 0 0,0 0 0 0 0,0 0 0 0 0,0 0 0 0 0,1 0 0 0 0,-1 0 0 0 0,0 0 0 0 0,0 0 0 0 0,0 0 0 0 0,0 0 0 0 0,0 0 0 0 0,0 0 0 0 0,1 0 0 0 0,-1 0 0 0 0,0 0 0 0 0,0 0 0 0 0,0 0 0 0 0,0 0 0 0 0,0 0 0 0 0,1 0 1 0 0,-1 0-1 0 0,0 0 0 0 0,0 0 0 0 0,0 0 0 0 0,0 0 0 0 0,0 0 0 0 0,0 0 0 0 0,1 0 0 0 0,-1-1 0 0 0,0 1 0 0 0,0 0 0 0 0,5-11 219 0 0,2-16-24 0 0,19-227-2361 0 0,-19 202-5694 0 0</inkml:trace>
</inkml:ink>
</file>

<file path=ppt/ink/ink4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6:42.5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7 9218 0 0,'2'0'206'0'0,"1"1"-1"0"0,-1 0 1 0 0,1 0 0 0 0,-1-1-1 0 0,0 1 1 0 0,1 1-1 0 0,-1-1 1 0 0,0 0 0 0 0,0 1-1 0 0,0-1 1 0 0,0 1 0 0 0,0-1-1 0 0,0 1 1 0 0,0 0-1 0 0,-1 0 1 0 0,1 0 0 0 0,-1 0-1 0 0,1 0 1 0 0,1 4 0 0 0,22 45 2482 0 0,-17-27-2083 0 0,-2 1 0 0 0,-1-1-1 0 0,0 1 1 0 0,0 33-1 0 0,-2-28-16 0 0,1 0-1 0 0,9 37 0 0 0,14-142-2286 0 0,-18 46 1547 0 0,2-11 259 0 0,2 0 0 0 0,2 1 1 0 0,1 0-1 0 0,27-44 1 0 0,-42 81-35 0 0,0 0 1 0 0,0 0-1 0 0,0 1 1 0 0,0-1-1 0 0,0 0 1 0 0,0 1-1 0 0,1-1 0 0 0,-1 1 1 0 0,1-1-1 0 0,-1 1 1 0 0,1 0-1 0 0,0 0 1 0 0,-1 0-1 0 0,1 0 1 0 0,0 0-1 0 0,0 0 1 0 0,0 0-1 0 0,0 0 1 0 0,0 1-1 0 0,-1-1 1 0 0,4 0-1 0 0,-3 2-8 0 0,0-1 0 0 0,-1 0 0 0 0,1 1-1 0 0,0 0 1 0 0,0-1 0 0 0,-1 1 0 0 0,1 0-1 0 0,0 0 1 0 0,-1 0 0 0 0,1 0 0 0 0,-1 0-1 0 0,1 0 1 0 0,-1 0 0 0 0,1 1-1 0 0,-1-1 1 0 0,0 0 0 0 0,0 1 0 0 0,2 1-1 0 0,4 9 160 0 0,0 0 1 0 0,0 1-1 0 0,-1 0 0 0 0,7 20 0 0 0,-13-32-221 0 0,2 4 13 0 0,3 12-285 0 0,2 0 1 0 0,0 0-1 0 0,1-1 0 0 0,0 0 0 0 0,14 18 0 0 0,-12-21-982 0 0</inkml:trace>
</inkml:ink>
</file>

<file path=ppt/ink/ink4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6:42.84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0 196 9218 0 0,'9'22'4894'0'0,"-8"-16"-4291"0"0,0 9 431 0 0,1 0 0 0 0,1 0 0 0 0,1 0 1 0 0,0-1-1 0 0,11 25 0 0 0,-14-36-963 0 0,1-1 1 0 0,-1 1-1 0 0,1-1 1 0 0,0 1-1 0 0,0-1 0 0 0,0 0 1 0 0,0 0-1 0 0,0 0 0 0 0,0 0 1 0 0,0 0-1 0 0,1 0 1 0 0,-1-1-1 0 0,1 1 0 0 0,-1-1 1 0 0,4 2-1 0 0,-3-3-30 0 0,1 1 0 0 0,-1 0 0 0 0,1-1-1 0 0,-1 0 1 0 0,1 0 0 0 0,-1 0 0 0 0,1 0 0 0 0,-1-1 0 0 0,1 1-1 0 0,-1-1 1 0 0,0 0 0 0 0,1 0 0 0 0,-1 0 0 0 0,0 0 0 0 0,6-4 0 0 0,-1 1-13 0 0,0-1 0 0 0,0 0 1 0 0,0 0-1 0 0,-1-1 1 0 0,0 0-1 0 0,0 0 0 0 0,-1-1 1 0 0,0 0-1 0 0,0 0 1 0 0,0 0-1 0 0,-1-1 0 0 0,0 0 1 0 0,0 0-1 0 0,-1 0 1 0 0,0 0-1 0 0,-1-1 0 0 0,0 0 1 0 0,0 0-1 0 0,-1 0 1 0 0,0 0-1 0 0,-1 0 0 0 0,1 0 1 0 0,-1-10-1 0 0,-1 12-11 0 0,0 0 0 0 0,-1 0 0 0 0,1 0-1 0 0,-1-1 1 0 0,-1 1 0 0 0,1 0 0 0 0,-1 0-1 0 0,0 1 1 0 0,-1-1 0 0 0,0 0 0 0 0,0 1 0 0 0,0 0-1 0 0,-1-1 1 0 0,0 1 0 0 0,0 1 0 0 0,0-1-1 0 0,-1 1 1 0 0,0-1 0 0 0,0 1 0 0 0,0 0-1 0 0,-1 1 1 0 0,1 0 0 0 0,-1 0 0 0 0,0 0-1 0 0,-1 0 1 0 0,1 1 0 0 0,0 0 0 0 0,-1 0 0 0 0,0 1-1 0 0,-7-2 1 0 0,9 3-80 0 0,1-1 0 0 0,0 2-1 0 0,-1-1 1 0 0,1 0 0 0 0,-1 1 0 0 0,1 0-1 0 0,-1 0 1 0 0,1 0 0 0 0,-1 1 0 0 0,1-1-1 0 0,0 1 1 0 0,-1 0 0 0 0,1 0 0 0 0,0 1-1 0 0,-1-1 1 0 0,1 1 0 0 0,0 0 0 0 0,0 0-1 0 0,0 1 1 0 0,-6 5 0 0 0,-2 3-689 0 0</inkml:trace>
</inkml:ink>
</file>

<file path=ppt/ink/ink4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6:43.0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11 10138 0 0,'3'-1'512'0'0,"0"-1"0"0"0,0 1-1 0 0,0 0 1 0 0,-1 0 0 0 0,1 0 0 0 0,0 0-1 0 0,0 0 1 0 0,0 1 0 0 0,0-1 0 0 0,1 1-1 0 0,-1 0 1 0 0,0 0 0 0 0,0 0 0 0 0,0 0-1 0 0,0 0 1 0 0,0 1 0 0 0,0 0 0 0 0,5 1-1 0 0,-5-1-384 0 0,-1 1 0 0 0,0 0 0 0 0,0-1 0 0 0,1 1 0 0 0,-1 0 0 0 0,0 0 0 0 0,-1 0 0 0 0,1 1 0 0 0,0-1 0 0 0,-1 0 0 0 0,1 1 0 0 0,-1-1 0 0 0,1 1 0 0 0,-1-1 0 0 0,0 1 0 0 0,0 0 0 0 0,0-1 0 0 0,-1 1 0 0 0,1 0 0 0 0,0 4-1 0 0,3 44 277 0 0,-5-42-565 0 0,1-1 0 0 0,1 1-1 0 0,0 0 1 0 0,0-1 0 0 0,0 1 0 0 0,1-1-1 0 0,0 0 1 0 0,1 1 0 0 0,0-1 0 0 0,0 0-1 0 0,7 10 1 0 0,-3-11-2041 0 0</inkml:trace>
</inkml:ink>
</file>

<file path=ppt/ink/ink4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6:43.2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54 10138 0 0,'0'-2'260'0'0,"0"0"0"0"0,1-1 0 0 0,-1 1 0 0 0,0 0 0 0 0,1-1 0 0 0,-1 1 0 0 0,1 0 1 0 0,0-1-1 0 0,0 1 0 0 0,0 0 0 0 0,0 0 0 0 0,0 0 0 0 0,0 0 0 0 0,0 0 0 0 0,1 0 0 0 0,-1 0 0 0 0,1 0 0 0 0,0 1 0 0 0,-1-1 0 0 0,1 0 0 0 0,0 1 0 0 0,2-2 0 0 0,-3 3-259 0 0,0-1 0 0 0,-1 0 0 0 0,1 1 0 0 0,0 0 0 0 0,0-1-1 0 0,0 1 1 0 0,-1-1 0 0 0,1 1 0 0 0,0 0 0 0 0,0 0 0 0 0,0-1 0 0 0,0 1 0 0 0,0 0-1 0 0,0 0 1 0 0,0 0 0 0 0,0 0 0 0 0,-1 0 0 0 0,1 0 0 0 0,0 0 0 0 0,0 0-1 0 0,0 1 1 0 0,0-1 0 0 0,1 0 0 0 0,-1 1-23 0 0,0 0 0 0 0,0 0-1 0 0,-1 0 1 0 0,1 1 0 0 0,0-1 0 0 0,0 0 0 0 0,-1 0-1 0 0,1 0 1 0 0,0 0 0 0 0,-1 1 0 0 0,1-1 0 0 0,-1 0-1 0 0,0 1 1 0 0,1-1 0 0 0,-1 0 0 0 0,0 1-1 0 0,0-1 1 0 0,0 0 0 0 0,0 1 0 0 0,0-1 0 0 0,0 2-1 0 0,0 11 42 0 0,-2 0 74 0 0</inkml:trace>
</inkml:ink>
</file>

<file path=ppt/ink/ink4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6:43.4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43 0 13363 0 0,'10'6'1968'0'0,"-11"5"-1661"0"0,-1 0 0 0 0,0 0-1 0 0,0 0 1 0 0,-1-1 0 0 0,-1 1-1 0 0,-8 18 1 0 0,6-17-74 0 0,1 1 0 0 0,1 0 0 0 0,0 0 0 0 0,-2 16 0 0 0,5-27-176 0 0,1 1 1 0 0,-1 0 0 0 0,1 0 0 0 0,0-1 0 0 0,0 1-1 0 0,0 0 1 0 0,0 0 0 0 0,1 0 0 0 0,-1-1 0 0 0,1 1-1 0 0,0 0 1 0 0,-1 0 0 0 0,1-1 0 0 0,0 1-1 0 0,1-1 1 0 0,-1 1 0 0 0,0-1 0 0 0,1 1 0 0 0,0-1-1 0 0,-1 0 1 0 0,1 0 0 0 0,0 1 0 0 0,0-1 0 0 0,4 3-1 0 0,2-1 131 0 0,-1 0 1 0 0,1-1-1 0 0,0 0 0 0 0,0-1 0 0 0,0 1 0 0 0,15 1 0 0 0,-14-2-155 0 0,-1-1 0 0 0,1 2 1 0 0,0-1-1 0 0,-1 1 0 0 0,0 0 0 0 0,11 7 1 0 0,-18-10-45 0 0,0 1 1 0 0,0 0-1 0 0,0-1 1 0 0,0 1-1 0 0,-1 0 1 0 0,1 0-1 0 0,0 0 1 0 0,-1 0 0 0 0,1-1-1 0 0,-1 1 1 0 0,1 0-1 0 0,-1 0 1 0 0,1 0-1 0 0,-1 0 1 0 0,1 0-1 0 0,-1 0 1 0 0,0 1-1 0 0,0-1 1 0 0,0 0 0 0 0,1 0-1 0 0,-1 0 1 0 0,0 0-1 0 0,0 0 1 0 0,-1 0-1 0 0,1 0 1 0 0,0 0-1 0 0,0 0 1 0 0,0 0-1 0 0,-1 1 1 0 0,1-1 0 0 0,-1 0-1 0 0,1 0 1 0 0,-1 0-1 0 0,1 0 1 0 0,-1-1-1 0 0,0 2 1 0 0,-28 35-2107 0 0,25-33 1339 0 0</inkml:trace>
</inkml:ink>
</file>

<file path=ppt/ink/ink4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6:43.8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0 330 2304 0 0,'13'0'1436'0'0,"0"-1"-1"0"0,0 0 1 0 0,-1-2-1 0 0,1 1 0 0 0,0-1 1 0 0,15-7-1 0 0,-15 5-707 0 0,-1-1 1 0 0,0 0-1 0 0,0 0 0 0 0,-1-1 0 0 0,0-1 0 0 0,11-9 0 0 0,-14 10-595 0 0,-1 0-1 0 0,0 0 1 0 0,-1 0-1 0 0,1-1 0 0 0,-1 0 1 0 0,-1 0-1 0 0,0 0 1 0 0,0-1-1 0 0,0 0 1 0 0,-1 0-1 0 0,0 0 0 0 0,-1 0 1 0 0,0-1-1 0 0,-1 0 1 0 0,0 1-1 0 0,0-1 0 0 0,-1 0 1 0 0,0 0-1 0 0,-1-16 1 0 0,0 24-122 0 0,0-1 1 0 0,0 0 0 0 0,-1 1 0 0 0,1-1 0 0 0,0 0-1 0 0,-1 1 1 0 0,0-1 0 0 0,0 0 0 0 0,0 1 0 0 0,0-1-1 0 0,0 1 1 0 0,0 0 0 0 0,0-1 0 0 0,-1 1 0 0 0,1 0-1 0 0,-1 0 1 0 0,0 0 0 0 0,0 0 0 0 0,0 0 0 0 0,0 0-1 0 0,0 0 1 0 0,0 1 0 0 0,0-1 0 0 0,0 1 0 0 0,-1-1-1 0 0,1 1 1 0 0,-1 0 0 0 0,1 0 0 0 0,-1 0 0 0 0,1 0-1 0 0,-6 0 1 0 0,3 0 46 0 0,1 1 0 0 0,-1 0 0 0 0,0 1 0 0 0,0-1 0 0 0,0 1 0 0 0,1 0 0 0 0,-1 1 0 0 0,0-1 0 0 0,1 1-1 0 0,-1-1 1 0 0,1 1 0 0 0,0 1 0 0 0,0-1 0 0 0,-1 1 0 0 0,1-1 0 0 0,1 1 0 0 0,-5 4 0 0 0,1 0 33 0 0,0-1 0 0 0,0 1 0 0 0,1 0 0 0 0,0 1-1 0 0,0 0 1 0 0,1 0 0 0 0,0 0 0 0 0,0 1 0 0 0,1-1 0 0 0,0 1 0 0 0,1 0 0 0 0,-5 18 0 0 0,7-21-48 0 0,1 0 1 0 0,-1 0 0 0 0,1 0 0 0 0,0 0 0 0 0,1 0-1 0 0,-1 0 1 0 0,1-1 0 0 0,0 1 0 0 0,1 0-1 0 0,0 0 1 0 0,-1-1 0 0 0,2 1 0 0 0,-1-1-1 0 0,1 0 1 0 0,-1 1 0 0 0,1-1 0 0 0,1 0 0 0 0,-1-1-1 0 0,1 1 1 0 0,0-1 0 0 0,0 1 0 0 0,5 3-1 0 0,0 0-37 0 0,0-1-1 0 0,1 0 1 0 0,0-1-1 0 0,0 0 0 0 0,0 0 1 0 0,1-1-1 0 0,-1 0 0 0 0,1-1 1 0 0,22 6-1 0 0,-15-7 122 0 0,0-1 0 0 0,0 0 0 0 0,0-1 0 0 0,0-1-1 0 0,33-3 1 0 0,-18-2-630 0 0,0-2 0 0 0,43-14 0 0 0,54-28-6255 0 0,-95 35-238 0 0</inkml:trace>
</inkml:ink>
</file>

<file path=ppt/ink/ink4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6:44.78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247 42 13827 0 0,'-11'3'370'0'0,"0"0"-1"0"0,0 1 1 0 0,1 0-1 0 0,-1 1 1 0 0,1 1-1 0 0,0-1 1 0 0,0 1 0 0 0,1 1-1 0 0,0 0 1 0 0,0 0-1 0 0,-14 16 1 0 0,11-9-197 0 0,0 0 0 0 0,1 0 0 0 0,0 1 0 0 0,2 1 0 0 0,-1 0 0 0 0,-11 29 0 0 0,16-30-47 0 0,0 0 1 0 0,0 1-1 0 0,2-1 0 0 0,0 1 0 0 0,-1 19 0 0 0,3-30-123 0 0,1 0 1 0 0,0 0 0 0 0,0 1 0 0 0,0-1 0 0 0,1 0 0 0 0,-1 0 0 0 0,1 0 0 0 0,1-1 0 0 0,-1 1 0 0 0,1 0 0 0 0,-1 0 0 0 0,1 0 0 0 0,1-1 0 0 0,-1 1 0 0 0,1-1 0 0 0,-1 0 0 0 0,1 0 0 0 0,1 0-1 0 0,-1 0 1 0 0,6 5 0 0 0,-7-8-20 0 0,-1 0 0 0 0,1 0 1 0 0,-1 0-1 0 0,1-1 0 0 0,-1 1 0 0 0,1 0 0 0 0,-1-1 0 0 0,1 1 0 0 0,0-1 0 0 0,-1 0 0 0 0,1 1 0 0 0,0-1 0 0 0,-1 0 0 0 0,1 0 0 0 0,0 0 0 0 0,0 0 0 0 0,-1-1 0 0 0,1 1 0 0 0,1-1 0 0 0,2 0-86 0 0,-1 0 0 0 0,0-1 0 0 0,0 0 0 0 0,0 0 0 0 0,-1 0-1 0 0,1-1 1 0 0,4-3 0 0 0,3-3-212 0 0,0-1-1 0 0,-1 0 1 0 0,14-19 0 0 0,-9 8 256 0 0,-1 0 0 0 0,-1-1 0 0 0,0 0 0 0 0,-2-1 0 0 0,-1-1 0 0 0,-1 0 0 0 0,-1 0 0 0 0,-1 0 1 0 0,6-42-1 0 0,-8 30 1767 0 0,0-56 1 0 0,-2 94-1497 0 0,0 0 0 0 0,0 1-1 0 0,-1-1 1 0 0,1 1 0 0 0,0 0-1 0 0,-1-1 1 0 0,3 5 0 0 0,28 41-109 0 0,-2 2 0 0 0,29 65 0 0 0,-48-86-63 0 0,-1 0 1 0 0,-1 1-1 0 0,-1 1 0 0 0,-2 0 1 0 0,6 56-1 0 0,-11-61-3 0 0,-1 0 1 0 0,-2 39-1 0 0,0-59-32 0 0,0 1 0 0 0,0-1 0 0 0,0 1 0 0 0,-1-1 0 0 0,1 1 0 0 0,-2-1 0 0 0,1 0 0 0 0,-1 0 0 0 0,0 0 0 0 0,0 0 0 0 0,0-1 0 0 0,-1 1 0 0 0,0-1 0 0 0,0 0 0 0 0,-7 7 0 0 0,9-10-16 0 0,0-1 0 0 0,0 0 1 0 0,1 0-1 0 0,-1 0 0 0 0,0 0 1 0 0,0 0-1 0 0,0-1 1 0 0,0 1-1 0 0,0 0 0 0 0,0-1 1 0 0,0 0-1 0 0,0 1 0 0 0,0-1 1 0 0,-5 0-1 0 0</inkml:trace>
</inkml:ink>
</file>

<file path=ppt/ink/ink4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6:45.1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126 61 3681 0 0,'10'-16'900'0'0,"-8"13"-58"0"0,-1-1 0 0 0,1 1 1 0 0,-1 0-1 0 0,1-1 0 0 0,-1 1 0 0 0,0-1 1 0 0,0 1-1 0 0,-1-1 0 0 0,1 0 0 0 0,-1-4 114 0 0,0 8-843 0 0,0 0 0 0 0,-1 0 0 0 0,1 0 0 0 0,0-1 0 0 0,0 1 0 0 0,-1 0 1 0 0,1 0-1 0 0,0 0 0 0 0,-1 0 0 0 0,1 0 0 0 0,0-1 0 0 0,-1 1 0 0 0,1 0 0 0 0,0 0 0 0 0,-1 0 1 0 0,1 0-1 0 0,-1 0 0 0 0,1 0 0 0 0,0 0 0 0 0,-1 0 0 0 0,1 0 0 0 0,0 1 0 0 0,-1-1 1 0 0,1 0-1 0 0,0 0 0 0 0,-1 0 0 0 0,1 0 0 0 0,0 0 0 0 0,-1 0 0 0 0,1 1 0 0 0,0-1 0 0 0,0 0 1 0 0,-1 1 225 0 0,1-1-226 0 0,-1 0 0 0 0,1 1 0 0 0,0-1 0 0 0,0 0 0 0 0,-1 1 1 0 0,1-1-1 0 0,-15 13 959 0 0,-3 12-460 0 0,1 0 1 0 0,1 1-1 0 0,1 1 1 0 0,-18 45-1 0 0,29-64-612 0 0,1 0 0 0 0,0 0 0 0 0,0 1 0 0 0,1-1 0 0 0,0 1 0 0 0,1-1 0 0 0,-1 1 0 0 0,2 0 0 0 0,-1 0 0 0 0,1-1 0 0 0,1 10 0 0 0,0-15 0 0 0,0 1 0 0 0,0 0 0 0 0,0-1 0 0 0,0 0 0 0 0,1 1 0 0 0,-1-1 0 0 0,1 0 0 0 0,0 1 0 0 0,0-1 0 0 0,0 0 0 0 0,0-1 0 0 0,0 1 0 0 0,1 0 0 0 0,-1 0 0 0 0,1-1 0 0 0,0 0 0 0 0,0 1 0 0 0,0-1 0 0 0,0 0 0 0 0,0-1 0 0 0,0 1 0 0 0,1 0 0 0 0,-1-1 0 0 0,0 0 0 0 0,1 0 0 0 0,-1 0 0 0 0,1 0 0 0 0,5 0 0 0 0,-2 0-4 0 0,-1 0-1 0 0,0-1 1 0 0,0 0 0 0 0,1-1 0 0 0,-1 1 0 0 0,0-1-1 0 0,0 0 1 0 0,0-1 0 0 0,0 1 0 0 0,0-1-1 0 0,0 0 1 0 0,0-1 0 0 0,0 1 0 0 0,-1-1 0 0 0,1-1-1 0 0,-1 1 1 0 0,0-1 0 0 0,0 0 0 0 0,0 0-1 0 0,-1 0 1 0 0,1 0 0 0 0,-1-1 0 0 0,7-10 0 0 0,-6 9-4 0 0,-1 0 1 0 0,-1 0 0 0 0,1-1 0 0 0,-1 0 0 0 0,0 1 0 0 0,0-1 0 0 0,-1 0 0 0 0,0 0 0 0 0,0-1 0 0 0,-1 1 0 0 0,0 0 0 0 0,0-1 0 0 0,0 1 0 0 0,-1 0 0 0 0,0-1-1 0 0,-1 1 1 0 0,0-1 0 0 0,0 1 0 0 0,-4-14 0 0 0,0 9-114 0 0,-1 1 0 0 0,1-1 0 0 0,-2 2 0 0 0,0-1-1 0 0,0 1 1 0 0,-17-19 0 0 0,-11-5-6522 0 0</inkml:trace>
</inkml:ink>
</file>

<file path=ppt/ink/ink4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6:45.4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0 367 7370 0 0,'6'1'271'0'0,"0"-1"0"0"0,-1 1 1 0 0,1-1-1 0 0,0 0 1 0 0,-1 0-1 0 0,1-1 0 0 0,0 1 1 0 0,-1-2-1 0 0,12-2 1 0 0,52-21 2175 0 0,-54 18-2247 0 0,-5 3 161 0 0,0-1 1 0 0,0 0 0 0 0,-1 0 0 0 0,0-1-1 0 0,0-1 1 0 0,0 1 0 0 0,-1-2-1 0 0,0 1 1 0 0,0-1 0 0 0,-1 0 0 0 0,0-1-1 0 0,-1 1 1 0 0,11-19 0 0 0,-13 20-154 0 0,-1 0-1 0 0,0 0 1 0 0,0 0 0 0 0,-1-1 0 0 0,0 1-1 0 0,0-1 1 0 0,-1 1 0 0 0,0-1 0 0 0,0 0 0 0 0,-1 0-1 0 0,1 0 1 0 0,-2 1 0 0 0,1-1 0 0 0,-1 0-1 0 0,-1 0 1 0 0,1 1 0 0 0,-1-1 0 0 0,-1 1 0 0 0,1-1-1 0 0,-5-8 1 0 0,5 13-209 0 0,1 0 1 0 0,-1 0-1 0 0,0 0 0 0 0,0 0 0 0 0,0 0 0 0 0,0 0 1 0 0,0 1-1 0 0,0-1 0 0 0,-1 1 0 0 0,0-1 0 0 0,1 1 1 0 0,-1 0-1 0 0,0 0 0 0 0,0 0 0 0 0,0 1 1 0 0,0-1-1 0 0,0 1 0 0 0,-1-1 0 0 0,1 1 0 0 0,0 0 1 0 0,-1 0-1 0 0,1 1 0 0 0,0-1 0 0 0,-1 1 1 0 0,1-1-1 0 0,-1 1 0 0 0,1 0 0 0 0,-5 1 0 0 0,4 0-49 0 0,-1 0-1 0 0,1 0 1 0 0,0 1-1 0 0,0-1 1 0 0,0 1-1 0 0,1 0 1 0 0,-1 0-1 0 0,0 0 0 0 0,1 1 1 0 0,-1-1-1 0 0,1 1 1 0 0,0 0-1 0 0,0 0 1 0 0,0 0-1 0 0,0 0 0 0 0,0 1 1 0 0,1-1-1 0 0,-1 1 1 0 0,1 0-1 0 0,0-1 1 0 0,0 1-1 0 0,-2 6 0 0 0,3-5 45 0 0,-1 1 0 0 0,1-1 0 0 0,0 1 0 0 0,0-1 0 0 0,1 1 0 0 0,0-1-1 0 0,0 1 1 0 0,0-1 0 0 0,0 1 0 0 0,1-1 0 0 0,0 1 0 0 0,0-1-1 0 0,0 0 1 0 0,1 1 0 0 0,0-1 0 0 0,0 0 0 0 0,0 0 0 0 0,1 0-1 0 0,0 0 1 0 0,0-1 0 0 0,0 1 0 0 0,0-1 0 0 0,1 0 0 0 0,-1 1-1 0 0,1-2 1 0 0,0 1 0 0 0,0 0 0 0 0,1-1 0 0 0,5 4 0 0 0,-2-2-148 0 0,0 1 0 0 0,0-2 0 0 0,1 1 0 0 0,0-1 0 0 0,0 0 0 0 0,0-1 0 0 0,0 0 0 0 0,1-1 0 0 0,-1 0 0 0 0,1 0 0 0 0,-1-1 0 0 0,1 0 0 0 0,0 0 0 0 0,0-1 0 0 0,-1-1 1 0 0,12-1-1 0 0,-4-2-799 0 0,-1-2 0 0 0,1 1 0 0 0,-1-2 0 0 0,0 0 1 0 0,0-1-1 0 0,17-11 0 0 0,-7 1 89 0 0,0-1 0 0 0,34-34 0 0 0,-23 15 845 0 0</inkml:trace>
</inkml:ink>
</file>

<file path=ppt/ink/ink4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6:45.7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179 35 2304 0 0,'-3'0'90'0'0,"0"-1"-1"0"0,-1 0 1 0 0,1 0-1 0 0,0 0 1 0 0,0 0-1 0 0,0 0 0 0 0,0-1 1 0 0,0 1-1 0 0,0-1 1 0 0,1 0-1 0 0,-1 0 0 0 0,-3-3 1 0 0,2 2 205 0 0,1 0 1 0 0,-1 1-1 0 0,1-1 0 0 0,-1 1 1 0 0,0 0-1 0 0,-19 8 6359 0 0,23-5-6320 0 0,0-1 1 0 0,-1 2-1 0 0,-9 22 2622 0 0,9-20-2336 0 0,-27 53 2889 0 0,16-33-2363 0 0,-18 44 0 0 0,28-61-1086 0 0,0-1 1 0 0,1 0-1 0 0,-1 1 0 0 0,1 0 1 0 0,0-1-1 0 0,1 1 1 0 0,0-1-1 0 0,0 1 1 0 0,0 0-1 0 0,1-1 0 0 0,0 1 1 0 0,2 7-1 0 0,-2-11-59 0 0,1 1-1 0 0,-1-1 1 0 0,1 0 0 0 0,0-1-1 0 0,0 1 1 0 0,0 0-1 0 0,1 0 1 0 0,-1-1-1 0 0,0 1 1 0 0,1-1 0 0 0,0 0-1 0 0,0 0 1 0 0,-1 0-1 0 0,1 0 1 0 0,0 0-1 0 0,1-1 1 0 0,-1 0 0 0 0,0 1-1 0 0,0-1 1 0 0,6 1-1 0 0,9 3-25 0 0,0-2 0 0 0,32 3 0 0 0,-25-3-38 0 0,14-1-9 0 0,-29-2 42 0 0,0 0-1 0 0,0 1 1 0 0,0 0-1 0 0,0 1 0 0 0,12 3 1 0 0,-22-4 29 0 0,1-1 1 0 0,-1 0-1 0 0,0 0 1 0 0,0 0 0 0 0,1 0-1 0 0,-1 0 1 0 0,0 0-1 0 0,0 0 1 0 0,0 0-1 0 0,0 0 1 0 0,1 1-1 0 0,-1-1 1 0 0,0 0-1 0 0,0 0 1 0 0,0 0 0 0 0,0 0-1 0 0,1 0 1 0 0,-1 1-1 0 0,0-1 1 0 0,0 0-1 0 0,0 0 1 0 0,0 0-1 0 0,0 1 1 0 0,0-1-1 0 0,0 0 1 0 0,0 0 0 0 0,0 0-1 0 0,0 1 1 0 0,1-1-1 0 0,-1 0 1 0 0,0 0-1 0 0,0 1 1 0 0,0-1-1 0 0,0 0 1 0 0,-1 0-1 0 0,1 0 1 0 0,0 1 0 0 0,0-1-1 0 0,0 0 1 0 0,0 0-1 0 0,0 0 1 0 0,0 1-1 0 0,0-1 1 0 0,-10 11-31 0 0,-13 5 18 0 0,2-5-168 0 0,-11 7-152 0 0,10-7-5528 0 0</inkml:trace>
</inkml:ink>
</file>

<file path=ppt/ink/ink4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6:48.0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366 367 7370 0 0,'-1'-2'315'0'0,"1"0"1"0"0,0 0-1 0 0,-1 0 1 0 0,1 1-1 0 0,-1-1 1 0 0,0 0-1 0 0,1 1 1 0 0,-1-1-1 0 0,0 0 1 0 0,0 1-1 0 0,0-1 1 0 0,0 1-1 0 0,-1-1 1 0 0,1 1 0 0 0,0 0-1 0 0,0 0 1 0 0,-1-1-1 0 0,1 1 1 0 0,-1 0-1 0 0,1 0 1 0 0,-1 0-1 0 0,0 1 1 0 0,1-1-1 0 0,-1 0 1 0 0,0 0-1 0 0,1 1 1 0 0,-1-1-1 0 0,-4 1 1 0 0,0-2 178 0 0,-1 1 0 0 0,0 0 0 0 0,0 0 0 0 0,0 0 0 0 0,0 1 0 0 0,-9 1 0 0 0,5 2-278 0 0,-1-1 1 0 0,1 2 0 0 0,0 0 0 0 0,0 0 0 0 0,0 1-1 0 0,0 0 1 0 0,1 1 0 0 0,0 0 0 0 0,0 1 0 0 0,0 0-1 0 0,1 0 1 0 0,-10 10 0 0 0,3 0-182 0 0,1 0 0 0 0,0 0-1 0 0,1 1 1 0 0,1 1 0 0 0,-14 27 0 0 0,23-38-35 0 0,0 1 0 0 0,0 0 0 0 0,1 0 0 0 0,1 0 0 0 0,0 0 0 0 0,0 0 0 0 0,1 1 0 0 0,0-1 0 0 0,0 0 0 0 0,1 1 0 0 0,0-1 0 0 0,2 13 0 0 0,-1-19 0 0 0,-1 0 0 0 0,1 0 0 0 0,0 1 0 0 0,0-1 0 0 0,0 0 0 0 0,0 0 0 0 0,1 0 0 0 0,-1 0 0 0 0,1 0 0 0 0,0 0 0 0 0,0-1 0 0 0,0 1 0 0 0,0 0 0 0 0,0-1 0 0 0,0 0 0 0 0,1 1 0 0 0,-1-1 0 0 0,1 0 0 0 0,0 0 0 0 0,0 0 0 0 0,-1-1 0 0 0,1 1 0 0 0,0-1 0 0 0,0 1 0 0 0,1-1 0 0 0,-1 0 0 0 0,0 0 0 0 0,0-1 0 0 0,1 1 0 0 0,-1-1 0 0 0,0 1 0 0 0,1-1 0 0 0,-1 0 0 0 0,0 0 0 0 0,1-1 0 0 0,-1 1 0 0 0,5-2 0 0 0,-1 1-13 0 0,0-1 1 0 0,0 0-1 0 0,-1-1 1 0 0,1 0-1 0 0,-1 0 1 0 0,1 0-1 0 0,-1-1 1 0 0,0 0-1 0 0,0 0 1 0 0,0 0-1 0 0,-1-1 1 0 0,0 0-1 0 0,0 0 1 0 0,0 0-1 0 0,0-1 0 0 0,-1 0 1 0 0,7-11-1 0 0,-2 3-10 0 0,-1-1 0 0 0,-1-1-1 0 0,0 1 1 0 0,-1-1-1 0 0,-1 0 1 0 0,5-25 0 0 0,-5 8-73 0 0,-2 1 0 0 0,-1-1 0 0 0,-4-58 1 0 0,-20-98 26 0 0,19 166 86 0 0,2 13 30 0 0,-10-49 66 0 0,10 56-69 0 0,0 0 0 0 0,0-1 1 0 0,0 1-1 0 0,0 0 0 0 0,-1 0 0 0 0,1 0 1 0 0,-1 0-1 0 0,1 0 0 0 0,-1 0 1 0 0,0 1-1 0 0,-1-1 0 0 0,1 0 0 0 0,0 1 1 0 0,-4-3-1 0 0,6 5-26 0 0,-1 0 0 0 0,0 0 0 0 0,1 0 1 0 0,-1 0-1 0 0,0 0 0 0 0,1 0 0 0 0,-1 0 0 0 0,0 1 0 0 0,1-1 1 0 0,-1 0-1 0 0,0 0 0 0 0,1 1 0 0 0,-1-1 0 0 0,1 0 0 0 0,-1 1 1 0 0,1-1-1 0 0,-1 1 0 0 0,0-1 0 0 0,1 0 0 0 0,0 1 0 0 0,-1-1 1 0 0,1 1-1 0 0,-1-1 0 0 0,1 1 0 0 0,0 0 0 0 0,-1-1 0 0 0,1 1 1 0 0,0-1-1 0 0,-1 1 0 0 0,1 0 0 0 0,0-1 0 0 0,0 1 0 0 0,0 0 1 0 0,-1 0-1 0 0,-8 26 195 0 0,9-26-198 0 0,-5 23 37 0 0,0-1 0 0 0,2 1 0 0 0,1 0 0 0 0,1 0 1 0 0,1 1-1 0 0,1-1 0 0 0,1 0 0 0 0,1 0 0 0 0,1-1 0 0 0,13 41 0 0 0,-9-37-82 0 0,2-1-1 0 0,0 0 0 0 0,2 0 1 0 0,1-2-1 0 0,1 1 0 0 0,1-2 1 0 0,1 0-1 0 0,1-1 0 0 0,21 22 1 0 0,8-8-2185 0 0,-19-20-5687 0 0</inkml:trace>
</inkml:ink>
</file>

<file path=ppt/ink/ink4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6:48.4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0 6913 0 0,'-1'5'600'0'0,"0"0"0"0"0,1 0 0 0 0,0 0 0 0 0,0 0 0 0 0,0 0 0 0 0,0 0 0 0 0,1-1 0 0 0,1 8 0 0 0,-2-12-508 0 0,5 35 1712 0 0,17 86 2991 0 0,-20-110-4422 0 0,1 0 0 0 0,1 0 0 0 0,0-1 1 0 0,1 1-1 0 0,0-1 0 0 0,0 0 1 0 0,1 0-1 0 0,10 11 0 0 0,-15-19-357 0 0,1 0 0 0 0,-1 0-1 0 0,1 0 1 0 0,-1-1 0 0 0,1 1-1 0 0,0 0 1 0 0,0-1 0 0 0,0 0-1 0 0,0 1 1 0 0,0-1 0 0 0,0 0-1 0 0,0 0 1 0 0,0 0-1 0 0,0 0 1 0 0,1-1 0 0 0,-1 1-1 0 0,0-1 1 0 0,1 1 0 0 0,-1-1-1 0 0,0 0 1 0 0,1 0 0 0 0,-1 0-1 0 0,0 0 1 0 0,1 0 0 0 0,-1 0-1 0 0,1-1 1 0 0,-1 1 0 0 0,0-1-1 0 0,0 0 1 0 0,1 1-1 0 0,-1-1 1 0 0,0 0 0 0 0,0 0-1 0 0,0-1 1 0 0,0 1 0 0 0,0 0-1 0 0,0-1 1 0 0,0 1 0 0 0,-1-1-1 0 0,3-2 1 0 0,1-1-47 0 0,0 0 0 0 0,0-1 0 0 0,-1 0 0 0 0,0 0 0 0 0,0 0 1 0 0,0-1-1 0 0,-1 1 0 0 0,0-1 0 0 0,0 0 0 0 0,-1 0 0 0 0,4-14 0 0 0,-5 15 32 0 0,-1 0-1 0 0,1 0 1 0 0,-1-1 0 0 0,0 1-1 0 0,-1 0 1 0 0,1 0-1 0 0,-1 0 1 0 0,-1 0-1 0 0,1 0 1 0 0,-1 0 0 0 0,0 0-1 0 0,0 0 1 0 0,-1 1-1 0 0,0-1 1 0 0,0 1 0 0 0,0-1-1 0 0,0 1 1 0 0,-1 0-1 0 0,0 0 1 0 0,0 1 0 0 0,0-1-1 0 0,-1 1 1 0 0,-5-4-1 0 0,1 1-284 0 0,-1 0-1 0 0,0 1 0 0 0,-1 1 0 0 0,1 0 0 0 0,-1 0 1 0 0,0 1-1 0 0,0 0 0 0 0,0 1 0 0 0,-1 0 0 0 0,1 1 1 0 0,-17-1-1 0 0,10 2-6687 0 0</inkml:trace>
</inkml:ink>
</file>

<file path=ppt/ink/ink4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6:48.9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55 0 6449 0 0,'-2'1'534'0'0,"-1"0"1"0"0,1 0-1 0 0,-1 1 0 0 0,1-1 0 0 0,0 1 0 0 0,-1-1 0 0 0,1 1 0 0 0,0 0 0 0 0,0 0 0 0 0,0 0 0 0 0,1 0 0 0 0,-1 0 0 0 0,0 0 0 0 0,1 0 0 0 0,-3 4 1 0 0,1 0 37 0 0,1 1 0 0 0,-1-1 0 0 0,1 1 0 0 0,0-1 0 0 0,-2 14 0 0 0,2 4 221 0 0,1 1 1 0 0,2 35-1 0 0,-1-58-700 0 0,1 8 64 0 0,0 1-1 0 0,1 0 0 0 0,0-1 1 0 0,1 0-1 0 0,0 1 0 0 0,0-1 1 0 0,1 0-1 0 0,1 0 0 0 0,-1-1 1 0 0,9 13-1 0 0,-11-19-160 0 0,0 0-1 0 0,1 0 1 0 0,-1-1 0 0 0,0 1 0 0 0,1 0 0 0 0,0-1-1 0 0,0 1 1 0 0,0-1 0 0 0,0 0 0 0 0,0 0 0 0 0,0 0-1 0 0,0-1 1 0 0,1 1 0 0 0,-1-1 0 0 0,1 1 0 0 0,-1-1-1 0 0,1 0 1 0 0,-1-1 0 0 0,1 1 0 0 0,0-1 0 0 0,-1 1-1 0 0,1-1 1 0 0,0 0 0 0 0,-1 0 0 0 0,1-1-1 0 0,0 1 1 0 0,-1-1 0 0 0,1 0 0 0 0,-1 0 0 0 0,1 0-1 0 0,-1 0 1 0 0,1-1 0 0 0,3-1 0 0 0,0-1 3 0 0,-1 1-1 0 0,0-1 1 0 0,0 0 0 0 0,0-1-1 0 0,0 1 1 0 0,-1-1 0 0 0,1 0-1 0 0,-1-1 1 0 0,-1 1 0 0 0,1-1 0 0 0,-1 0-1 0 0,0 0 1 0 0,0 0 0 0 0,-1-1-1 0 0,1 1 1 0 0,-1-1 0 0 0,-1 0 0 0 0,0 0-1 0 0,0 0 1 0 0,0 0 0 0 0,-1 0-1 0 0,0-1 1 0 0,0 1 0 0 0,0 0 0 0 0,-1-1-1 0 0,-1 1 1 0 0,1 0 0 0 0,-1 0-1 0 0,0-1 1 0 0,-3-9 0 0 0,-2 7 11 0 0,1 13 12 0 0,5-2-20 0 0,0 0-1 0 0,0 1 1 0 0,-1-1 0 0 0,1 0 0 0 0,0 0-1 0 0,0 1 1 0 0,0-1 0 0 0,0 0 0 0 0,1 0 0 0 0,-1 1-1 0 0,0-1 1 0 0,0 0 0 0 0,1 0 0 0 0,-1 1-1 0 0,1-1 1 0 0,-1 0 0 0 0,2 2 0 0 0,3 4 39 0 0,0-1 0 0 0,1 0 0 0 0,0 0 1 0 0,0-1-1 0 0,1 1 0 0 0,-1-1 0 0 0,1-1 0 0 0,0 1 0 0 0,1-1 1 0 0,-1 0-1 0 0,1-1 0 0 0,-1 0 0 0 0,1 0 0 0 0,0-1 1 0 0,0 0-1 0 0,0 0 0 0 0,0 0 0 0 0,1-1 0 0 0,-1-1 0 0 0,9 0 1 0 0,-9 1 0 0 0,0-1 0 0 0,1 0 0 0 0,-1-1 0 0 0,0 0 0 0 0,0-1 0 0 0,0 1 1 0 0,0-1-1 0 0,0-1 0 0 0,0 0 0 0 0,0 0 0 0 0,-1 0 0 0 0,1-1 0 0 0,-1 0 1 0 0,0-1-1 0 0,0 1 0 0 0,-1-1 0 0 0,1-1 0 0 0,-1 1 0 0 0,0-1 0 0 0,6-8 1 0 0,-10 12-15 0 0,0-1 1 0 0,0 0-1 0 0,-1 0 1 0 0,1 0-1 0 0,-1 0 1 0 0,1 0-1 0 0,-1 0 1 0 0,0-1-1 0 0,0 1 1 0 0,-1 0-1 0 0,1-1 1 0 0,-1 1 0 0 0,0 0-1 0 0,1-1 1 0 0,-1 1-1 0 0,-1 0 1 0 0,1-1-1 0 0,0 1 1 0 0,-1 0-1 0 0,-1-6 1 0 0,0 5-194 0 0,1 1-1 0 0,-1 0 1 0 0,0-1 0 0 0,0 1 0 0 0,0 0 0 0 0,0 0 0 0 0,-5-4-1 0 0,-25-18-6578 0 0</inkml:trace>
</inkml:ink>
</file>

<file path=ppt/ink/ink4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6:49.34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0 198 9218 0 0,'5'-2'429'0'0,"-1"0"0"0"0,1 0 1 0 0,0 1-1 0 0,0-1 0 0 0,0 1 0 0 0,0 1 0 0 0,0-1 1 0 0,0 0-1 0 0,0 1 0 0 0,0 0 0 0 0,0 1 1 0 0,7 0-1 0 0,-10 0-232 0 0,0-1 0 0 0,0 1 0 0 0,0 0 0 0 0,0 0-1 0 0,0 0 1 0 0,-1 0 0 0 0,1 0 0 0 0,0 0 0 0 0,-1 0 0 0 0,1 0 0 0 0,-1 1 0 0 0,0-1 0 0 0,1 1 0 0 0,-1-1 0 0 0,0 1 0 0 0,0-1 0 0 0,0 1 0 0 0,0 0 0 0 0,0 0 0 0 0,0 0 0 0 0,0-1 0 0 0,0 1 0 0 0,-1 0-1 0 0,1 0 1 0 0,-1 0 0 0 0,0 0 0 0 0,1 0 0 0 0,-1 0 0 0 0,0 0 0 0 0,0 0 0 0 0,0 0 0 0 0,0 0 0 0 0,-2 4 0 0 0,-8 41 386 0 0,8-41-500 0 0,0 1 0 0 0,0 0 0 0 0,0-1-1 0 0,1 1 1 0 0,0 0 0 0 0,0 0 0 0 0,1 0 0 0 0,0 0 0 0 0,0 0 0 0 0,2 10 0 0 0,-2-17-83 0 0,0 1 0 0 0,1-1 0 0 0,-1 1 0 0 0,0 0 0 0 0,0-1 0 0 0,1 1 0 0 0,-1-1 0 0 0,0 1 0 0 0,0-1 0 0 0,1 1 0 0 0,-1-1 0 0 0,1 1 0 0 0,-1-1 0 0 0,1 1 0 0 0,-1-1 0 0 0,0 0 0 0 0,1 1 0 0 0,-1-1 0 0 0,1 0 0 0 0,0 1 0 0 0,-1-1 0 0 0,1 0 0 0 0,-1 0 0 0 0,1 1 0 0 0,-1-1 0 0 0,1 0 0 0 0,0 0 0 0 0,-1 0 0 0 0,1 0 0 0 0,-1 0 0 0 0,2 0 0 0 0,21-10 0 0 0,12-24 0 0 0,-21 13-22 0 0,-1-1 0 0 0,-1 0 0 0 0,-1-1 0 0 0,13-36 0 0 0,20-42-87 0 0,-38 90 104 0 0,0 1-1 0 0,1 0 1 0 0,0 0 0 0 0,0 1-1 0 0,1 0 1 0 0,0 0 0 0 0,10-7 0 0 0,-17 15 14 0 0,0 0 1 0 0,0 0 0 0 0,0 0 0 0 0,0 0 0 0 0,0 0 0 0 0,0 1-1 0 0,0-1 1 0 0,1 0 0 0 0,-1 1 0 0 0,0-1 0 0 0,0 1 0 0 0,1-1-1 0 0,-1 1 1 0 0,0 0 0 0 0,0 0 0 0 0,1-1 0 0 0,-1 1 0 0 0,0 0-1 0 0,1 0 1 0 0,-1 0 0 0 0,0 0 0 0 0,1 1 0 0 0,-1-1 0 0 0,0 0-1 0 0,1 0 1 0 0,-1 1 0 0 0,0-1 0 0 0,0 1 0 0 0,1-1 0 0 0,-1 1-1 0 0,0 0 1 0 0,0-1 0 0 0,0 1 0 0 0,0 0 0 0 0,0 0 0 0 0,0 0 0 0 0,0 0-1 0 0,1 1 1 0 0,3 5 116 0 0,0 0-1 0 0,0 0 0 0 0,-1 1 1 0 0,0 0-1 0 0,3 9 0 0 0,8 13 225 0 0,-11-24-286 0 0,1 0-1 0 0,-1 0 0 0 0,1-1 1 0 0,1 1-1 0 0,-1-1 0 0 0,1-1 1 0 0,0 1-1 0 0,0-1 0 0 0,0 0 1 0 0,0 0-1 0 0,1 0 0 0 0,0-1 1 0 0,-1 0-1 0 0,9 2 0 0 0,-5-2-303 0 0,0-1-1 0 0,0 0 0 0 0,-1-1 0 0 0,12 1 1 0 0,-10-2-1378 0 0,0 0 0 0 0,-1-1 1 0 0,19-3-1 0 0,10-6-5901 0 0</inkml:trace>
</inkml:ink>
</file>

<file path=ppt/ink/ink4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40:37.61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0 271 3681 0 0,'4'-2'217'0'0,"0"-1"0"0"0,1 1-1 0 0,-1 0 1 0 0,1 0 0 0 0,-1 1 0 0 0,1-1 0 0 0,0 1 0 0 0,5-1 0 0 0,5-2 369 0 0,406-97 8368 0 0,8 24-7110 0 0,-333 61-1441 0 0,-31 5-251 0 0,27-6 464 0 0,0 4 0 0 0,142-2 0 0 0,-226 15-1011 0 0,-2 0 565 0 0,0 1-1 0 0,0-1 1 0 0,0 1 0 0 0,1 0 0 0 0,5 1-1 0 0,2 9-1316 0 0,-14-10 854 0 0,1 0 0 0 0,-1 0-1 0 0,1 0 1 0 0,-1 0-1 0 0,0 0 1 0 0,0 0-1 0 0,1 0 1 0 0,-1 0 0 0 0,0 1-1 0 0,0-1 1 0 0,0 0-1 0 0,0 0 1 0 0,-1 0 0 0 0,1 0-1 0 0,0 0 1 0 0,-1 2-1 0 0</inkml:trace>
</inkml:ink>
</file>

<file path=ppt/ink/ink4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40:58.8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555 268 1840 0 0,'-3'-4'201'0'0,"-1"0"-1"0"0,0 0 1 0 0,0 0-1 0 0,-1 0 1 0 0,1 1-1 0 0,-1-1 1 0 0,1 1-1 0 0,-1 0 1 0 0,0 1-1 0 0,0-1 1 0 0,-8-2-1 0 0,0 1 202 0 0,0 0 0 0 0,-1 0 0 0 0,-19-2-1 0 0,25 5-214 0 0,0 0-1 0 0,0 1 0 0 0,0 0 1 0 0,0 0-1 0 0,0 1 0 0 0,0 0 1 0 0,0 0-1 0 0,0 1 1 0 0,0 0-1 0 0,-8 4 0 0 0,4-1 135 0 0,1 1-1 0 0,0 1 0 0 0,1 0 0 0 0,-1 0 1 0 0,-14 15-1 0 0,0 2-267 0 0,1 0 1 0 0,1 2 0 0 0,2 0-1 0 0,0 2 1 0 0,2 0 0 0 0,1 1 0 0 0,2 1-1 0 0,0 1 1 0 0,2 0 0 0 0,2 1-1 0 0,-11 40 1 0 0,18-50-88 0 0,2 0-1 0 0,0 0 1 0 0,2 1-1 0 0,0-1 1 0 0,2 0 0 0 0,0 1-1 0 0,2-1 1 0 0,9 43 0 0 0,-4-36-124 0 0,1-1 1 0 0,1 1-1 0 0,1-2 1 0 0,1 0 0 0 0,2 0-1 0 0,21 31 1 0 0,-19-38 126 0 0,1 0 0 0 0,0-1-1 0 0,2 0 1 0 0,0-2 0 0 0,1 0 0 0 0,0-1 0 0 0,1-1 0 0 0,1-1 0 0 0,1-1-1 0 0,0-1 1 0 0,0-1 0 0 0,1-1 0 0 0,0-2 0 0 0,1 0 0 0 0,0-1-1 0 0,0-1 1 0 0,1-2 0 0 0,0 0 0 0 0,0-2 0 0 0,-1-1 0 0 0,39-3-1 0 0,-49 1 164 0 0,-1-1 0 0 0,0 0 0 0 0,0-1 0 0 0,0-1 0 0 0,0 0 0 0 0,-1 0 0 0 0,1-2-1 0 0,-1 0 1 0 0,-1 0 0 0 0,1-1 0 0 0,-1-1 0 0 0,0 0 0 0 0,0 0 0 0 0,-1-2 0 0 0,-1 1 0 0 0,1-1-1 0 0,10-14 1 0 0,4-7 143 0 0,-2-1 0 0 0,-1 0 0 0 0,-2-2 0 0 0,-1 0 0 0 0,-1-1 0 0 0,-3-1-1 0 0,20-62 1 0 0,-22 49 63 0 0,-2 1 0 0 0,-2-1-1 0 0,-3-1 1 0 0,-1 0 0 0 0,-4-81-1 0 0,-3 94-249 0 0,-3-1-1 0 0,-1 0 0 0 0,-2 1 1 0 0,-2 0-1 0 0,-1 1 1 0 0,-1 0-1 0 0,-3 1 1 0 0,-21-39-1 0 0,29 62-33 0 0,0 1 1 0 0,-1 0-1 0 0,-1 0 0 0 0,0 1 1 0 0,0 0-1 0 0,-1 1 1 0 0,-1-1-1 0 0,1 2 0 0 0,-1 0 1 0 0,-1 0-1 0 0,1 1 0 0 0,-1 1 1 0 0,-1-1-1 0 0,1 2 0 0 0,-1 0 1 0 0,0 1-1 0 0,-14-4 0 0 0,8 4-153 0 0,0 1-1 0 0,-1 0 1 0 0,1 2-1 0 0,-1 0 1 0 0,1 1-1 0 0,-1 1 1 0 0,0 0-1 0 0,1 2 1 0 0,0 1-1 0 0,0 0 1 0 0,-26 9-1 0 0,33-7-233 0 0,0 0 0 0 0,0 1 0 0 0,1 0 0 0 0,-1 1 0 0 0,2 0 0 0 0,-1 0 0 0 0,1 2 0 0 0,0-1 0 0 0,1 1 0 0 0,0 0 0 0 0,1 1 0 0 0,0 0 1 0 0,1 1-1 0 0,-10 19 0 0 0,-3 6-3622 0 0</inkml:trace>
</inkml:ink>
</file>

<file path=ppt/ink/ink4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40:59.97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1310 53 920 0 0,'5'-53'4189'0'0,"-25"100"-1559"0"0,-15 90-1047 0 0,-4 12-927 0 0,-60 179-454 0 0,28-84-476 0 0,60-211 143 0 0,-172 483-1386 0 0,-19-34 790 0 0,141-345 778 0 0,-115 243 353 0 0,37-87 756 0 0,-8 122-1422 0 0,102-271 196 0 0,20-60-300 0 0,4 0 1 0 0,-14 124 0 0 0,34-204 289 0 0,-1 15-488 0 0,0 1 0 0 0,2 34-1 0 0,0-53 490 0 0,-1-1 0 0 0,1 1 0 0 0,0-1 0 0 0,0 1 0 0 0,0 0 0 0 0,0-1 0 0 0,0 1 0 0 0,1 0 0 0 0,-1-1 0 0 0,0 1 0 0 0,0-1 0 0 0,0 1 0 0 0,0-1 0 0 0,1 1 0 0 0,-1 0 0 0 0,0-1 0 0 0,1 1 0 0 0,-1-1 0 0 0,0 1 0 0 0,1-1-1 0 0,-1 1 1 0 0,0-1 0 0 0,1 0 0 0 0,-1 1 0 0 0,1-1 0 0 0,-1 0 0 0 0,1 1 0 0 0,-1-1 0 0 0,2 1 0 0 0,-1-1-35 0 0,0-1-1 0 0,-1 1 0 0 0,1 0 1 0 0,0-1-1 0 0,0 1 1 0 0,0-1-1 0 0,0 1 0 0 0,-1-1 1 0 0,1 1-1 0 0,0-1 1 0 0,0 1-1 0 0,-1-1 1 0 0,1 0-1 0 0,-1 1 0 0 0,1-1 1 0 0,0-1-1 0 0,20-35-133 0 0,-18 27 434 0 0</inkml:trace>
</inkml:ink>
</file>

<file path=ppt/ink/ink4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41:00.3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0 223 3897 0 0,'11'25'2796'0'0,"11"2"-2318"0"0,1-1 0 0 0,1-1 0 0 0,1-1-1 0 0,41 30 1 0 0,-59-49-265 0 0,1 1 1 0 0,0-1-1 0 0,0-1 1 0 0,0 1-1 0 0,0-1 1 0 0,0-1 0 0 0,12 4-1 0 0,-17-6-85 0 0,0-1-1 0 0,0 1 1 0 0,0-1-1 0 0,0 0 1 0 0,0 0 0 0 0,0 0-1 0 0,0 0 1 0 0,1 0 0 0 0,-1-1-1 0 0,0 1 1 0 0,0-1-1 0 0,0 0 1 0 0,0 0 0 0 0,0 0-1 0 0,0 0 1 0 0,-1-1-1 0 0,1 1 1 0 0,0-1 0 0 0,-1 0-1 0 0,1 1 1 0 0,-1-1-1 0 0,1 0 1 0 0,-1-1 0 0 0,3-2-1 0 0,19-26 643 0 0,-2-1-1 0 0,-1-1 0 0 0,-2 0 0 0 0,26-61 1 0 0,-15 29-640 0 0,-17 39-1621 0 0,34-50 0 0 0,-25 48-4002 0 0</inkml:trace>
</inkml:ink>
</file>

<file path=ppt/ink/ink4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7:29.9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247 85 10594 0 0,'-2'-10'1087'0'0,"0"0"0"0"0,-1 1 0 0 0,0-1 1 0 0,0 1-1 0 0,-1 0 0 0 0,-1 0 0 0 0,-6-10 0 0 0,4 51 923 0 0,-17 591-561 0 0,22-435-1317 0 0,-67 1329 575 0 0,61-1392-518 0 0,-39 341 593 0 0,25-349-1107 0 0,2-163-6482 0 0,14 29 4029 0 0,-3-1-2862 0 0</inkml:trace>
</inkml:ink>
</file>

<file path=ppt/ink/ink4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7:30.1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118 78 3193 0 0,'-10'-4'314'0'0,"1"2"1"0"0,0-1-1 0 0,-19-1 1 0 0,25 3 147 0 0,0 1 0 0 0,0 0-1 0 0,0 0 1 0 0,-1 0 0 0 0,1 0 0 0 0,0 0 0 0 0,0 1-1 0 0,0-1 1 0 0,0 1 0 0 0,0 0 0 0 0,0 0 0 0 0,0 0-1 0 0,0 0 1 0 0,0 1 0 0 0,-4 2 0 0 0,6-3-233 0 0,0 1-1 0 0,0-1 1 0 0,0 1 0 0 0,0-1 0 0 0,1 1-1 0 0,-1-1 1 0 0,1 1 0 0 0,-1-1-1 0 0,1 1 1 0 0,-1 0 0 0 0,1-1 0 0 0,0 1-1 0 0,0-1 1 0 0,0 1 0 0 0,0 0 0 0 0,0-1-1 0 0,0 1 1 0 0,0 0 0 0 0,1-1-1 0 0,-1 1 1 0 0,1-1 0 0 0,-1 1 0 0 0,1 0-1 0 0,-1-1 1 0 0,2 3 0 0 0,23 43 1042 0 0,-20-37-837 0 0,18 28 369 0 0,1 0 1 0 0,37 43-1 0 0,-46-63-639 0 0,2 0 0 0 0,0-1-1 0 0,1-1 1 0 0,1 0 0 0 0,38 24 0 0 0,-53-38-147 0 0,1 1 1 0 0,1 0-1 0 0,-1-1 1 0 0,0 0-1 0 0,0 0 1 0 0,1-1-1 0 0,-1 1 1 0 0,1-1-1 0 0,-1 0 1 0 0,1-1-1 0 0,0 1 1 0 0,-1-1-1 0 0,1 0 1 0 0,0-1-1 0 0,-1 1 1 0 0,1-1-1 0 0,0 0 1 0 0,-1-1-1 0 0,0 1 1 0 0,1-1-1 0 0,8-4 1 0 0,-4 0 43 0 0,-1 0 0 0 0,0-1 0 0 0,0 0 0 0 0,0 0 0 0 0,-1-1 0 0 0,0 0 0 0 0,0 0 0 0 0,-1-1 0 0 0,0 0 0 0 0,6-10 0 0 0,0-4 11 0 0,0 0-1 0 0,-2-1 0 0 0,0 0 1 0 0,6-26-1 0 0,23-104-1591 0 0,-36 135 956 0 0,9-34-7407 0 0</inkml:trace>
</inkml:ink>
</file>

<file path=ppt/ink/ink4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7:30.9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 80 8290 0 0,'-2'-9'685'0'0,"-8"-14"7032"0"0,8 35-3946 0 0,6 12-3044 0 0,-4-23-715 0 0,9 42 188 0 0,2-1 1 0 0,2 0-1 0 0,1 0 1 0 0,2-2-1 0 0,27 49 1 0 0,-38-81-196 0 0,-1 0 1 0 0,2-1-1 0 0,-1 0 1 0 0,1 0-1 0 0,0 0 0 0 0,0-1 1 0 0,0 1-1 0 0,1-1 1 0 0,0-1-1 0 0,0 0 1 0 0,16 9-1 0 0,-19-12-2 0 0,1-1 1 0 0,-1 1-1 0 0,1-1 0 0 0,-1 0 0 0 0,1 0 1 0 0,-1 0-1 0 0,1 0 0 0 0,0-1 0 0 0,-1 0 1 0 0,1 0-1 0 0,0 0 0 0 0,-1-1 0 0 0,1 0 1 0 0,0 0-1 0 0,-1 0 0 0 0,1 0 0 0 0,-1-1 1 0 0,1 1-1 0 0,-1-1 0 0 0,0 0 0 0 0,0-1 1 0 0,0 1-1 0 0,0-1 0 0 0,5-4 0 0 0,0 0 7 0 0,-1 0-1 0 0,0-1 1 0 0,-1 0-1 0 0,1-1 1 0 0,-2 0-1 0 0,1 0 0 0 0,-1 0 1 0 0,0-1-1 0 0,-1 0 1 0 0,-1 0-1 0 0,1 0 0 0 0,4-20 1 0 0,0-6-6 0 0,-3 0 1 0 0,4-57 0 0 0,2-12 215 0 0,-11 101-186 0 0,-1 1 1 0 0,1 0 0 0 0,-1 0 0 0 0,0 0 0 0 0,1 0 1 0 0,0 0-1 0 0,0 0 0 0 0,0 0 0 0 0,0 1 0 0 0,0-1 1 0 0,1 0-1 0 0,-1 1 0 0 0,1-1 0 0 0,2-2 0 0 0,-2 7 15 0 0,0 1-1 0 0,0 0 0 0 0,-1 0 1 0 0,1-1-1 0 0,-1 1 0 0 0,1 0 1 0 0,0 4-1 0 0,28 75 27 0 0,-14-34 23 0 0,23 45 0 0 0,-31-77-549 0 0,0-1-1 0 0,1 0 0 0 0,1-1 0 0 0,1 1 0 0 0,0-2 0 0 0,23 22 0 0 0,-13-17-4755 0 0,-1-2-1573 0 0</inkml:trace>
</inkml:ink>
</file>

<file path=ppt/ink/ink4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7:31.2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72 69 2304 0 0,'6'-13'474'0'0,"-3"9"311"0"0,-1 1 0 0 0,-1-1-1 0 0,1 0 1 0 0,0 0 0 0 0,-1 0 0 0 0,0 0-1 0 0,0 0 1 0 0,0 0 0 0 0,0 0 0 0 0,-1 0 0 0 0,0 0-1 0 0,0-4 1 0 0,0 8-642 0 0,-1-1-1 0 0,1 1 1 0 0,-1 0-1 0 0,1 0 1 0 0,-1 0-1 0 0,1 0 1 0 0,-1 0-1 0 0,0 0 1 0 0,1 0-1 0 0,-1 0 1 0 0,1 0-1 0 0,-1 0 1 0 0,1 0-1 0 0,-1 1 1 0 0,1-1-1 0 0,-1 0 1 0 0,1 0-1 0 0,-1 1 1 0 0,1-1-1 0 0,-1 0 1 0 0,1 0 0 0 0,-1 1-1 0 0,1-1 1 0 0,-1 1-1 0 0,1-1 1 0 0,0 0-1 0 0,-1 1 1 0 0,1-1-1 0 0,-1 1 1 0 0,1-1-1 0 0,0 1 1 0 0,0-1-1 0 0,-1 1 1 0 0,-15 17 1047 0 0,16-18-1121 0 0,-8 10 246 0 0,1-1-1 0 0,0 1 0 0 0,0 0 0 0 0,1 1 0 0 0,1-1 0 0 0,0 1 1 0 0,-5 15-1 0 0,9-23-303 0 0,0 0 1 0 0,0 1 0 0 0,0-1-1 0 0,1 1 1 0 0,-1-1 0 0 0,1 1-1 0 0,0-1 1 0 0,0 0 0 0 0,0 1-1 0 0,0-1 1 0 0,1 1 0 0 0,0-1-1 0 0,-1 1 1 0 0,1-1 0 0 0,0 0-1 0 0,1 1 1 0 0,-1-1 0 0 0,1 0-1 0 0,-1 0 1 0 0,1 0 0 0 0,0 0-1 0 0,0 0 1 0 0,0-1 0 0 0,1 1-1 0 0,-1 0 1 0 0,0-1 0 0 0,1 0-1 0 0,0 1 1 0 0,3 1 0 0 0,10 5-42 0 0,-1-2 0 0 0,2 1 1 0 0,-1-2-1 0 0,1 0 1 0 0,0-1-1 0 0,29 4 0 0 0,-23-4-30 0 0,-1 0 0 0 0,0 1 0 0 0,25 12 0 0 0,-46-18 59 0 0,0 0 0 0 0,0 1 0 0 0,0-1 0 0 0,0 1 0 0 0,0 0 0 0 0,0-1 0 0 0,0 1 0 0 0,0 0 0 0 0,0-1 0 0 0,0 1 0 0 0,-1 0 0 0 0,1 0 0 0 0,0 0 0 0 0,0 0 0 0 0,-1 0 0 0 0,1 0 0 0 0,-1 0 0 0 0,1 0 0 0 0,-1 0 0 0 0,1 0 0 0 0,-1 0 0 0 0,0 0 0 0 0,1 1 0 0 0,-1-1 0 0 0,0 2 0 0 0,0-1 22 0 0,-1 1 0 0 0,1 0 1 0 0,-1-1-1 0 0,1 1 0 0 0,-1-1 1 0 0,0 1-1 0 0,0-1 0 0 0,0 1 1 0 0,-1-1-1 0 0,1 0 0 0 0,-2 3 1 0 0,-7 7 97 0 0,0 0 0 0 0,0-1 0 0 0,-14 12 0 0 0,19-19-129 0 0,-54 46-163 0 0,33-30-2398 0 0</inkml:trace>
</inkml:ink>
</file>

<file path=ppt/ink/ink4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7:31.4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5529 0 0,'4'1'380'0'0,"1"0"0"0"0,-1 0-1 0 0,0 0 1 0 0,0 0 0 0 0,0 1-1 0 0,0-1 1 0 0,0 1 0 0 0,-1 0 0 0 0,1 0-1 0 0,0 1 1 0 0,-1-1 0 0 0,0 1-1 0 0,0 0 1 0 0,1 0 0 0 0,-1 0-1 0 0,-1 0 1 0 0,1 0 0 0 0,0 0 0 0 0,-1 1-1 0 0,0 0 1 0 0,4 7 0 0 0,1 3 662 0 0,0 1 0 0 0,-1-1 0 0 0,0 1 0 0 0,5 26 0 0 0,6 91 189 0 0,-12-82-4055 0 0</inkml:trace>
</inkml:ink>
</file>

<file path=ppt/ink/ink4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7:31.6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36 12443 0 0,'-12'-27'2185'0'0,"14"18"-633"0"0,10 11-2099 0 0,1 13-3016 0 0,-5-5 2921 0 0,12 20 0 0 0,-13-15 626 0 0</inkml:trace>
</inkml:ink>
</file>

<file path=ppt/ink/ink4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7:32.0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34 1840 0 0,'2'-2'335'0'0,"0"0"1"0"0,0 0-1 0 0,1 1 0 0 0,-1-1 0 0 0,1 0 0 0 0,-1 1 0 0 0,1-1 0 0 0,-1 1 0 0 0,1 0 0 0 0,0 0 0 0 0,0 0 0 0 0,0 0 0 0 0,-1 1 0 0 0,1-1 0 0 0,0 1 1 0 0,0-1-1 0 0,0 1 0 0 0,0 0 0 0 0,0 0 0 0 0,3 1 0 0 0,-3 0-84 0 0,-1-1 0 0 0,0 1 0 0 0,0 0 0 0 0,0-1 0 0 0,1 1 1 0 0,-1 0-1 0 0,0 1 0 0 0,-1-1 0 0 0,1 0 0 0 0,0 0 0 0 0,0 1 0 0 0,0-1 0 0 0,-1 1 1 0 0,1 0-1 0 0,-1-1 0 0 0,1 1 0 0 0,-1 0 0 0 0,0 0 0 0 0,1 0 0 0 0,-1 0 0 0 0,0 0 0 0 0,0 0 1 0 0,-1 0-1 0 0,1 1 0 0 0,0 2 0 0 0,3 20 598 0 0,-2-1-1 0 0,0 0 1 0 0,-2 0 0 0 0,-1 1-1 0 0,-4 24 1 0 0,-1 43-399 0 0,25-126-1218 0 0,-1-4 653 0 0,2 0-1 0 0,24-35 0 0 0,-34 58 191 0 0,1 1-1 0 0,0 0 0 0 0,1 0 1 0 0,1 1-1 0 0,0 1 1 0 0,1 0-1 0 0,20-13 0 0 0,-30 23-16 0 0,-1 0-1 0 0,0 0 1 0 0,0 0-1 0 0,1 0 0 0 0,-1 1 1 0 0,1 0-1 0 0,-1 0 1 0 0,1 0-1 0 0,0 0 0 0 0,-1 0 1 0 0,1 1-1 0 0,8-1 1 0 0,-11 2-38 0 0,1-1 1 0 0,-1 1 0 0 0,0-1 0 0 0,1 1-1 0 0,-1 0 1 0 0,1-1 0 0 0,-1 1 0 0 0,0 0 0 0 0,1 0-1 0 0,-1 0 1 0 0,0 0 0 0 0,0 0 0 0 0,0 0 0 0 0,0 1-1 0 0,0-1 1 0 0,0 0 0 0 0,0 0 0 0 0,0 1 0 0 0,-1-1-1 0 0,1 0 1 0 0,0 1 0 0 0,-1-1 0 0 0,1 1 0 0 0,-1-1-1 0 0,1 1 1 0 0,-1-1 0 0 0,0 1 0 0 0,0 0-1 0 0,0-1 1 0 0,0 1 0 0 0,0-1 0 0 0,0 2 0 0 0,1 5-907 0 0,0 0 0 0 0,0 0 0 0 0,0 0 0 0 0,1-1 0 0 0,1 1 0 0 0,-1-1 0 0 0,7 14-1 0 0</inkml:trace>
</inkml:ink>
</file>

<file path=ppt/ink/ink4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7:32.8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326 79 5985 0 0,'1'-3'256'0'0,"-1"1"-1"0"0,1 0 1 0 0,-1 0 0 0 0,1 0-1 0 0,-1-1 1 0 0,0 1-1 0 0,0 0 1 0 0,0 0 0 0 0,0-1-1 0 0,-1 1 1 0 0,1 0-1 0 0,-1 0 1 0 0,1 0 0 0 0,-1-1-1 0 0,0 1 1 0 0,1 0-1 0 0,-1 0 1 0 0,0 0 0 0 0,0 0-1 0 0,-1 0 1 0 0,1 0-1 0 0,0 1 1 0 0,-1-1 0 0 0,1 0-1 0 0,-1 1 1 0 0,1-1-1 0 0,-1 1 1 0 0,0-1 0 0 0,-3-1-1 0 0,1 1 43 0 0,1-1 0 0 0,-1 1 0 0 0,0 1-1 0 0,0-1 1 0 0,0 1 0 0 0,0-1 0 0 0,0 1-1 0 0,0 0 1 0 0,-1 1 0 0 0,1-1 0 0 0,0 1 0 0 0,0-1-1 0 0,-1 2 1 0 0,-7 0 0 0 0,-2 2-97 0 0,0 1-1 0 0,0 0 1 0 0,0 1 0 0 0,1 0-1 0 0,0 2 1 0 0,0-1 0 0 0,0 2 0 0 0,1-1-1 0 0,0 2 1 0 0,1 0 0 0 0,0 0-1 0 0,0 1 1 0 0,1 0 0 0 0,0 1 0 0 0,1 0-1 0 0,0 0 1 0 0,-11 21 0 0 0,18-29-200 0 0,0 0 1 0 0,1 0-1 0 0,0 0 1 0 0,0 1-1 0 0,0-1 1 0 0,0 0 0 0 0,0 0-1 0 0,1 1 1 0 0,-1-1-1 0 0,1 0 1 0 0,0 1-1 0 0,0-1 1 0 0,0 0 0 0 0,1 1-1 0 0,-1-1 1 0 0,1 0-1 0 0,-1 1 1 0 0,1-1-1 0 0,0 0 1 0 0,1 0-1 0 0,-1 0 1 0 0,3 4 0 0 0,-2-4-2 0 0,0-1 1 0 0,0 0-1 0 0,0 0 1 0 0,0 1-1 0 0,1-2 1 0 0,-1 1-1 0 0,1 0 0 0 0,-1 0 1 0 0,1-1-1 0 0,0 1 1 0 0,0-1-1 0 0,-1 0 1 0 0,1 0-1 0 0,0 0 1 0 0,0 0-1 0 0,0-1 1 0 0,0 1-1 0 0,0-1 1 0 0,1 0-1 0 0,-1 1 1 0 0,0-2-1 0 0,0 1 1 0 0,0 0-1 0 0,5-1 1 0 0,6-2-36 0 0,-1-1 1 0 0,0 1 0 0 0,1-2 0 0 0,-1 0 0 0 0,-1-1 0 0 0,23-13-1 0 0,68-54 81 0 0,-29 19 436 0 0,-72 52-463 0 0,1 0 0 0 0,0 0 0 0 0,0 0 0 0 0,0 1 0 0 0,0-1 0 0 0,1 1 0 0 0,-1 0 0 0 0,0 0 0 0 0,1 0 0 0 0,-1 0 1 0 0,0 0-1 0 0,1 1 0 0 0,-1-1 0 0 0,1 1 0 0 0,-1 0 0 0 0,1 0 0 0 0,-1 0 0 0 0,8 2 0 0 0,-8-1 2 0 0,-1 1 0 0 0,1 0 0 0 0,0-1 0 0 0,-1 1-1 0 0,1 0 1 0 0,-1 0 0 0 0,1 0 0 0 0,-1 1 0 0 0,0-1 0 0 0,0 0-1 0 0,0 1 1 0 0,0-1 0 0 0,0 1 0 0 0,-1 0 0 0 0,1 0 0 0 0,-1 0 0 0 0,0 0-1 0 0,1 0 1 0 0,-1 0 0 0 0,0 5 0 0 0,5 17 74 0 0,-1 0 0 0 0,-1 1-1 0 0,-2 0 1 0 0,0-1 0 0 0,-2 1 0 0 0,-1 0 0 0 0,-4 28 0 0 0,0-20-12 0 0,-2 0 0 0 0,-1 0 0 0 0,-2-1 1 0 0,-24 57-1 0 0,24-71-9 0 0,1-1 1 0 0,-2 0-1 0 0,0 0 0 0 0,-2-2 1 0 0,0 1-1 0 0,-27 26 0 0 0,32-36-105 0 0,1 0 0 0 0,-1 0 0 0 0,0-1 0 0 0,-1-1-1 0 0,1 1 1 0 0,-1-1 0 0 0,0-1 0 0 0,0 0 0 0 0,-1 0 0 0 0,1-1-1 0 0,-1 0 1 0 0,0 0 0 0 0,0-1 0 0 0,0-1 0 0 0,0 1 0 0 0,-12-1-1 0 0,7-3-1793 0 0</inkml:trace>
</inkml:ink>
</file>

<file path=ppt/ink/ink4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7:33.54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165 152 5529 0 0,'0'-4'427'0'0,"-1"1"-1"0"0,0 0 1 0 0,0-1-1 0 0,-1 1 0 0 0,1 0 1 0 0,-1 0-1 0 0,1 0 1 0 0,-1 0-1 0 0,0 0 1 0 0,0 0-1 0 0,0 1 1 0 0,0-1-1 0 0,-1 1 1 0 0,1-1-1 0 0,-1 1 0 0 0,-4-3 1 0 0,6 4-285 0 0,-1 1-1 0 0,0-1 1 0 0,0 1 0 0 0,0-1 0 0 0,0 1 0 0 0,0 0-1 0 0,0-1 1 0 0,0 1 0 0 0,1 0 0 0 0,-1 0 0 0 0,0 1-1 0 0,0-1 1 0 0,0 0 0 0 0,0 1 0 0 0,0-1 0 0 0,0 1-1 0 0,0-1 1 0 0,1 1 0 0 0,-1 0 0 0 0,0 0-1 0 0,0 0 1 0 0,1 0 0 0 0,-1 0 0 0 0,1 0 0 0 0,-1 0-1 0 0,1 1 1 0 0,-1-1 0 0 0,1 1 0 0 0,0-1 0 0 0,-2 3-1 0 0,-5 5 48 0 0,0 1-1 0 0,0 0 1 0 0,1 0-1 0 0,1 1 1 0 0,0 0-1 0 0,0 0 1 0 0,1 0-1 0 0,0 1 1 0 0,1 0-1 0 0,1 0 1 0 0,0 0-1 0 0,-2 15 1 0 0,4-20-149 0 0,0 0-1 0 0,1 1 1 0 0,0-1 0 0 0,1 0 0 0 0,0 0 0 0 0,0 0 0 0 0,0 0-1 0 0,1 0 1 0 0,0 0 0 0 0,0 0 0 0 0,1 0 0 0 0,-1-1-1 0 0,2 1 1 0 0,-1-1 0 0 0,1 0 0 0 0,0 0 0 0 0,0 0-1 0 0,0 0 1 0 0,1-1 0 0 0,0 1 0 0 0,0-1 0 0 0,9 6-1 0 0,-6-6 17 0 0,1 1 0 0 0,-1-2-1 0 0,1 1 1 0 0,1-1-1 0 0,-1-1 1 0 0,0 1 0 0 0,1-1-1 0 0,0-1 1 0 0,0 0-1 0 0,0-1 1 0 0,0 1-1 0 0,0-2 1 0 0,0 0 0 0 0,0 0-1 0 0,0 0 1 0 0,0-2-1 0 0,-1 1 1 0 0,1-1 0 0 0,0 0-1 0 0,0-1 1 0 0,-1 0-1 0 0,0-1 1 0 0,11-5 0 0 0,-9 4-16 0 0,1-1 1 0 0,-1 0 0 0 0,-1-1 0 0 0,1 0 0 0 0,-1-1 0 0 0,-1 0 0 0 0,1 0 0 0 0,-1-1 0 0 0,-1-1 0 0 0,0 1 0 0 0,0-1 0 0 0,-1-1 0 0 0,0 1 0 0 0,0-1 0 0 0,-2 0 0 0 0,1-1 0 0 0,-1 1 0 0 0,4-16 0 0 0,-8 18-25 0 0,0 0 1 0 0,0 1 0 0 0,0-1-1 0 0,-1 0 1 0 0,-1 0-1 0 0,0 0 1 0 0,0 0-1 0 0,0 0 1 0 0,-1 0 0 0 0,-1 0-1 0 0,1 1 1 0 0,-1-1-1 0 0,-1 1 1 0 0,0 0-1 0 0,0 0 1 0 0,0 0-1 0 0,-1 1 1 0 0,0-1 0 0 0,-7-6-1 0 0,6 7-137 0 0,0 0 1 0 0,-1 0-1 0 0,0 0 0 0 0,0 1 1 0 0,0 0-1 0 0,-1 1 0 0 0,0 0 0 0 0,0 0 1 0 0,-1 0-1 0 0,1 1 0 0 0,-1 1 0 0 0,0-1 1 0 0,0 1-1 0 0,0 1 0 0 0,-1 0 1 0 0,1 0-1 0 0,-18-1 0 0 0,4 7-6151 0 0</inkml:trace>
</inkml:ink>
</file>

<file path=ppt/ink/ink4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7:33.9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0 225 8754 0 0,'21'-4'728'0'0,"-12"2"356"0"0,-1 0-1 0 0,1 1 1 0 0,0 0 0 0 0,0 0-1 0 0,14 2 1 0 0,-21-1-908 0 0,1 1-1 0 0,-1-1 1 0 0,0 1-1 0 0,0-1 1 0 0,0 1-1 0 0,1 0 1 0 0,-1 0-1 0 0,0 0 1 0 0,0 1-1 0 0,0-1 1 0 0,0 0-1 0 0,-1 1 1 0 0,1-1-1 0 0,0 1 1 0 0,-1-1-1 0 0,1 1 1 0 0,-1 0-1 0 0,1 0 1 0 0,-1 0-1 0 0,0 0 1 0 0,0 0 0 0 0,0 0-1 0 0,0 0 1 0 0,0 0-1 0 0,0 0 1 0 0,0 4-1 0 0,6 42 688 0 0,-6-38-789 0 0,0-1 1 0 0,0 0 0 0 0,4 15 0 0 0,10-72 301 0 0,-9 23-329 0 0,1-1 0 0 0,1 1 0 0 0,1 1 1 0 0,2-1-1 0 0,0 2 0 0 0,2-1 0 0 0,0 2 0 0 0,2 0 1 0 0,23-28-1 0 0,-33 45-24 0 0,0 0 0 0 0,0 1 0 0 0,0-1 0 0 0,1 1 0 0 0,-1 0 1 0 0,1 1-1 0 0,0-1 0 0 0,7-1 0 0 0,-12 4-17 0 0,1 0-1 0 0,-1 1 1 0 0,1-1-1 0 0,0 1 1 0 0,-1 0 0 0 0,1-1-1 0 0,0 1 1 0 0,0 0 0 0 0,-1 0-1 0 0,1 0 1 0 0,0 0-1 0 0,-1 0 1 0 0,1 1 0 0 0,0-1-1 0 0,0 1 1 0 0,-1-1-1 0 0,1 1 1 0 0,-1-1 0 0 0,1 1-1 0 0,-1 0 1 0 0,1 0 0 0 0,-1-1-1 0 0,1 1 1 0 0,-1 0-1 0 0,1 1 1 0 0,-1-1 0 0 0,0 0-1 0 0,0 0 1 0 0,0 0 0 0 0,0 1-1 0 0,0-1 1 0 0,0 1-1 0 0,0-1 1 0 0,0 1 0 0 0,0-1-1 0 0,0 3 1 0 0,65 159-2048 0 0,-57-145 627 0 0</inkml:trace>
</inkml:ink>
</file>

<file path=ppt/ink/ink4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7:34.1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1 172 920 0 0,'16'-60'534'0'0,"-11"38"2889"0"0,1 1 0 0 0,0-1 0 0 0,13-24 1642 0 0,-19 46-4999 0 0,0 0 0 0 0,0 0-1 0 0,1 0 1 0 0,-1 0 0 0 0,0 0-1 0 0,0 0 1 0 0,0 0 0 0 0,0 0-1 0 0,1 0 1 0 0,-1 0 0 0 0,0 0-1 0 0,0 0 1 0 0,0 0 0 0 0,0 0-1 0 0,1 0 1 0 0,-1 0 0 0 0,0 0 0 0 0,0 0-1 0 0,0 0 1 0 0,0 0 0 0 0,1 0-1 0 0,0 1 329 0 0,-1-1-328 0 0,5 13 1427 0 0,2 22-488 0 0,-7-34-845 0 0,11 87 987 0 0,24 137-106 0 0,-29-203-1150 0 0,0 0 0 0 0,1-1 0 0 0,2 1 1 0 0,0-1-1 0 0,1-1 0 0 0,1 0 1 0 0,24 33-1 0 0,-22-37-1705 0 0</inkml:trace>
</inkml:ink>
</file>

<file path=ppt/ink/ink4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7:34.5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1 142 5985 0 0,'0'0'542'0'0,"6"21"1153"0"0,-4-11-486 0 0,1 7 447 0 0,1-1 1 0 0,8 22 0 0 0,-10-34-1438 0 0,-1-1 1 0 0,1 1-1 0 0,0-1 1 0 0,0 1-1 0 0,0-1 1 0 0,0 0-1 0 0,0 0 1 0 0,1 0-1 0 0,-1 0 1 0 0,1 0-1 0 0,0 0 0 0 0,0-1 1 0 0,0 0-1 0 0,0 1 1 0 0,0-1-1 0 0,5 2 1 0 0,-6-4-147 0 0,-1 1 1 0 0,1-1-1 0 0,0 0 0 0 0,-1 0 1 0 0,1 0-1 0 0,0 0 1 0 0,-1 0-1 0 0,1 0 0 0 0,0 0 1 0 0,-1-1-1 0 0,1 1 1 0 0,-1-1-1 0 0,1 1 0 0 0,0-1 1 0 0,-1 0-1 0 0,1 1 0 0 0,-1-1 1 0 0,1 0-1 0 0,-1 0 1 0 0,0 0-1 0 0,1 0 0 0 0,-1 0 1 0 0,0 0-1 0 0,0-1 1 0 0,0 1-1 0 0,0 0 0 0 0,0-1 1 0 0,0 1-1 0 0,0 0 0 0 0,0-1 1 0 0,0 1-1 0 0,0-4 1 0 0,4-5 104 0 0,0-1 0 0 0,0 0 1 0 0,3-15-1 0 0,-2 2-30 0 0,3-8 77 0 0,15-36-1 0 0,-21 60-188 0 0,1 1-1 0 0,0-1 1 0 0,0 1-1 0 0,0-1 1 0 0,1 1-1 0 0,1 0 1 0 0,-1 1-1 0 0,1-1 1 0 0,11-9-1 0 0,-16 15-22 0 0,0 1-1 0 0,-1-1 0 0 0,1 0 1 0 0,0 1-1 0 0,-1-1 0 0 0,1 1 1 0 0,0 0-1 0 0,0-1 0 0 0,-1 1 1 0 0,1-1-1 0 0,0 1 0 0 0,0 0 1 0 0,0 0-1 0 0,0-1 0 0 0,0 1 1 0 0,-1 0-1 0 0,1 0 0 0 0,0 0 0 0 0,0 0 1 0 0,0 0-1 0 0,0 0 0 0 0,0 0 1 0 0,0 1-1 0 0,0-1 0 0 0,-1 0 1 0 0,3 1-1 0 0,-2 0 13 0 0,0 0 0 0 0,0 0 0 0 0,0 0-1 0 0,0 0 1 0 0,0 0 0 0 0,-1 0 0 0 0,1 1 0 0 0,0-1-1 0 0,-1 0 1 0 0,1 1 0 0 0,0-1 0 0 0,-1 0 0 0 0,0 1 0 0 0,1 2-1 0 0,1 7 118 0 0,-1 1 0 0 0,0 0-1 0 0,-1 14 1 0 0,0-19-100 0 0,-1 89-608 0 0,-4 0-1 0 0,-22 116 1 0 0,23-190-656 0 0</inkml:trace>
</inkml:ink>
</file>

<file path=ppt/ink/ink4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7:34.9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46 9218 0 0,'2'-17'3715'0'0,"-2"16"-3256"0"0,0-1 1 0 0,0 0-1 0 0,0 1 0 0 0,0-1 0 0 0,0 0 1 0 0,0 1-1 0 0,1-1 0 0 0,-1 1 0 0 0,1-1 1 0 0,-1 1-1 0 0,1-1 0 0 0,-1 1 0 0 0,1-1 1 0 0,0 1-1 0 0,0-1 0 0 0,1-1 0 0 0,0 5-265 0 0,-1 0-1 0 0,1 0 1 0 0,-1 0-1 0 0,0 1 1 0 0,0-1-1 0 0,0 1 1 0 0,0-1-1 0 0,-1 1 1 0 0,1-1-1 0 0,0 5 1 0 0,18 108 742 0 0,41 178 1049 0 0,-51-262-2105 0 0,2 0 1 0 0,1 0-1 0 0,1-1 1 0 0,1 0-1 0 0,2-2 1 0 0,1 0-1 0 0,21 27 0 0 0,-12-21-1628 0 0,-19-25 1124 0 0</inkml:trace>
</inkml:ink>
</file>

<file path=ppt/ink/ink4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7:35.7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187 55 7834 0 0,'-6'-7'1085'0'0,"0"2"1"0"0,-1-1 0 0 0,1 1 0 0 0,-1 0 0 0 0,0 0 0 0 0,-1 1-1 0 0,1 0 1 0 0,-16-6 0 0 0,21 9-948 0 0,0 0-1 0 0,-1 1 1 0 0,1-1 0 0 0,-1 1 0 0 0,1 0-1 0 0,-1 0 1 0 0,1 0 0 0 0,-1 0-1 0 0,1 0 1 0 0,0 1 0 0 0,-1-1-1 0 0,1 1 1 0 0,0 0 0 0 0,-1-1 0 0 0,1 1-1 0 0,0 0 1 0 0,-1 0 0 0 0,1 0-1 0 0,0 1 1 0 0,0-1 0 0 0,0 1 0 0 0,0-1-1 0 0,0 1 1 0 0,1-1 0 0 0,-1 1-1 0 0,0 0 1 0 0,1 0 0 0 0,-1 0 0 0 0,1 0-1 0 0,0 0 1 0 0,0 0 0 0 0,0 0-1 0 0,0 1 1 0 0,0-1 0 0 0,-1 3-1 0 0,-6 17-35 0 0,1-1-1 0 0,1 2 0 0 0,0-1 0 0 0,2 0 1 0 0,-2 36-1 0 0,4 115 5 0 0,5-112-104 0 0,2-1 0 0 0,3 0-1 0 0,2 0 1 0 0,3-1 0 0 0,2 0 0 0 0,3-2 0 0 0,39 86 0 0 0,-56-142-82 0 0,21 37 17 0 0,-21-36-123 0 0,0 0 0 0 0,-1-1 0 0 0,1 1-1 0 0,1-1 1 0 0,-1 0 0 0 0,0 1 0 0 0,0-1 0 0 0,0 0 0 0 0,1 0 0 0 0,-1 0-1 0 0,1 0 1 0 0,-1 0 0 0 0,1 0 0 0 0,-1 0 0 0 0,1 0 0 0 0,-1 0 0 0 0,1-1 0 0 0,0 1-1 0 0,0-1 1 0 0,2 1 0 0 0</inkml:trace>
</inkml:ink>
</file>

<file path=ppt/ink/ink4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7:35.8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9 303 11522 0 0,'-2'-1'72'0'0,"1"-1"0"0"0,0 0 0 0 0,1 0 0 0 0,-1 1 0 0 0,0-1 0 0 0,0 0 0 0 0,1 0 0 0 0,-1 0 0 0 0,1 0 0 0 0,0 0 0 0 0,-1 0 0 0 0,1 1 0 0 0,0-1 0 0 0,0 0 0 0 0,0 0 0 0 0,1 0 0 0 0,-1 0 0 0 0,0 0 0 0 0,1 0 0 0 0,-1 0 0 0 0,1 0 0 0 0,-1 0 0 0 0,1 1 0 0 0,0-1 0 0 0,0 0 0 0 0,1-2 0 0 0,4-4 250 0 0,0 0-1 0 0,0 1 0 0 0,1-1 0 0 0,8-6 0 0 0,-3 2 89 0 0,10-10 166 0 0,1 1 0 0 0,1 1-1 0 0,1 1 1 0 0,51-30 0 0 0,-57 39-1711 0 0,1 1 1 0 0,-1 1-1 0 0,2 1 1 0 0,34-9-1 0 0,-29 10-503 0 0,0-1 990 0 0</inkml:trace>
</inkml:ink>
</file>

<file path=ppt/ink/ink4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7:36.3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5 188 9218 0 0,'0'0'22'0'0,"-1"0"0"0"0,1 0 1 0 0,0 0-1 0 0,0 0 0 0 0,0 0 0 0 0,-1 0 0 0 0,1-1 0 0 0,0 1 1 0 0,0 0-1 0 0,-1 0 0 0 0,1 0 0 0 0,0 0 0 0 0,0 0 0 0 0,0-1 1 0 0,0 1-1 0 0,-1 0 0 0 0,1 0 0 0 0,0 0 0 0 0,0-1 1 0 0,0 1-1 0 0,0 0 0 0 0,0 0 0 0 0,0 0 0 0 0,-1-1 0 0 0,1 1 1 0 0,0 0-1 0 0,0 0 0 0 0,0-1 0 0 0,0 1 0 0 0,0 0 1 0 0,0 0-1 0 0,0-1 0 0 0,0 1 0 0 0,0 0 0 0 0,0 0 0 0 0,0-1 1 0 0,0 1-1 0 0,0 0 0 0 0,0 0 0 0 0,1-1 0 0 0,-1 1 0 0 0,0 0 1 0 0,0 0-1 0 0,0 0 0 0 0,0-1 0 0 0,0 1 0 0 0,0 0 1 0 0,1 0-1 0 0,-1-1 0 0 0,17-5 1020 0 0,24 2 1336 0 0,-30 5-1821 0 0,0 1 1 0 0,1 0-1 0 0,-1 1 0 0 0,0 0 0 0 0,0 1 1 0 0,-1 0-1 0 0,1 1 0 0 0,-1 0 1 0 0,0 0-1 0 0,0 1 0 0 0,0 1 0 0 0,11 9 1 0 0,-12-8-381 0 0,0 0 1 0 0,0 1-1 0 0,-1-1 0 0 0,0 2 1 0 0,0-1-1 0 0,-1 1 1 0 0,0 0-1 0 0,-1 1 1 0 0,0 0-1 0 0,-1 0 1 0 0,6 17-1 0 0,-18-35 148 0 0,0-1-1 0 0,0 0 1 0 0,-9-16 0 0 0,10 12-257 0 0,1 0 0 0 0,0 0-1 0 0,1-1 1 0 0,1 1 0 0 0,0-1 0 0 0,1 1 0 0 0,0-1 0 0 0,1 0 0 0 0,0-14 0 0 0,2 7-547 0 0,1 0 1 0 0,1 1 0 0 0,0 0-1 0 0,2-1 1 0 0,9-24 0 0 0,-2 8-7540 0 0</inkml:trace>
</inkml:ink>
</file>

<file path=ppt/ink/ink4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7:36.6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0 294 456 0 0,'16'23'-10'0'0,"-14"-20"704"0"0,1-1-1 0 0,0 1 1 0 0,0 0-1 0 0,0-1 1 0 0,0 1 0 0 0,1-1-1 0 0,-1 0 1 0 0,1 0-1 0 0,-1-1 1 0 0,1 1-1 0 0,-1-1 1 0 0,1 1 0 0 0,0-1-1 0 0,0 0 1 0 0,7 0-1 0 0,22-3 1086 0 0,-27 1-1711 0 0,-1 0 0 0 0,0-1 0 0 0,0 0 0 0 0,0 0 0 0 0,0 0 0 0 0,0 0 0 0 0,-1-1 1 0 0,1 0-1 0 0,-1 0 0 0 0,1-1 0 0 0,-1 1 0 0 0,0-1 0 0 0,0 1 0 0 0,4-7 1 0 0,-3 3 118 0 0,0-1 0 0 0,0 1 0 0 0,-1-1 0 0 0,0 0 0 0 0,-1 0 0 0 0,0 0 0 0 0,0 0 1 0 0,2-14-1 0 0,-2 11-25 0 0,-2-1 0 0 0,1 0 1 0 0,-1 0-1 0 0,-1 0 0 0 0,0 0 1 0 0,-1 1-1 0 0,0-1 0 0 0,-1 0 0 0 0,-1 0 1 0 0,1 1-1 0 0,-2-1 0 0 0,0 1 1 0 0,-7-15-1 0 0,10 23-168 0 0,0 1-1 0 0,-1-1 1 0 0,1 1 0 0 0,-1 0-1 0 0,1 0 1 0 0,-1-1 0 0 0,0 1-1 0 0,0 0 1 0 0,0 0 0 0 0,0 1-1 0 0,-1-1 1 0 0,1 0 0 0 0,0 1-1 0 0,-1-1 1 0 0,1 1 0 0 0,-1 0-1 0 0,0 0 1 0 0,1 0 0 0 0,-1 0-1 0 0,0 0 1 0 0,1 1 0 0 0,-1-1-1 0 0,-5 1 1 0 0,4 0-6 0 0,1 1 0 0 0,-1-1 0 0 0,1 1 1 0 0,0 0-1 0 0,-1 0 0 0 0,1 1 0 0 0,0-1 1 0 0,-1 1-1 0 0,1-1 0 0 0,0 1 0 0 0,0 0 0 0 0,0 0 1 0 0,1 1-1 0 0,-1-1 0 0 0,0 1 0 0 0,1-1 0 0 0,0 1 1 0 0,-4 5-1 0 0,-4 7-56 0 0,0-1-1 0 0,1 1 1 0 0,1 1 0 0 0,1 0 0 0 0,0 0 0 0 0,1 0 0 0 0,1 1-1 0 0,-4 21 1 0 0,7-30-84 0 0,2 0 1 0 0,-1 0-1 0 0,1 0 0 0 0,0 0 0 0 0,0 1 0 0 0,1-1 0 0 0,0 0 1 0 0,4 13-1 0 0,-3-15-241 0 0,0-1 1 0 0,0 0 0 0 0,1 0 0 0 0,0 0-1 0 0,0 0 1 0 0,0 0 0 0 0,0-1-1 0 0,1 1 1 0 0,0-1 0 0 0,0 0-1 0 0,0 0 1 0 0,0 0 0 0 0,8 5 0 0 0,9 4-4115 0 0</inkml:trace>
</inkml:ink>
</file>

<file path=ppt/ink/ink4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7:37.3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114 234 2304 0 0,'5'-12'55'0'0,"-3"7"-40"0"0,1 1 1 0 0,-1 0-1 0 0,0-1 0 0 0,-1 1 1 0 0,1-1-1 0 0,-1 1 1 0 0,0-1-1 0 0,0 0 1 0 0,-1 1-1 0 0,1-8 1 0 0,-1 11 71 0 0,-1-1-1 0 0,1 1 1 0 0,-1-1 0 0 0,1 1 0 0 0,-1 0 0 0 0,1-1 0 0 0,-1 1 0 0 0,0 0 0 0 0,0-1 0 0 0,0 1 0 0 0,0 0 0 0 0,0 0 0 0 0,0 0 0 0 0,0 0 0 0 0,0 0 0 0 0,0 0 0 0 0,0 0 0 0 0,-1 0 0 0 0,1 0 0 0 0,0 0 0 0 0,-1 1 0 0 0,1-1 0 0 0,-3 0 0 0 0,2 1 200 0 0,0 0 1 0 0,0 0 0 0 0,0 0-1 0 0,0 0 1 0 0,0 0 0 0 0,0 1-1 0 0,0-1 1 0 0,0 1 0 0 0,0 0-1 0 0,0 0 1 0 0,0-1 0 0 0,0 1-1 0 0,0 0 1 0 0,1 0 0 0 0,-3 2-1 0 0,-3 3 685 0 0,0 0-1 0 0,0 0 1 0 0,1 1-1 0 0,0 0 0 0 0,0 0 1 0 0,-7 11-1 0 0,9-10-870 0 0,0-1 0 0 0,1 1 0 0 0,0 0 0 0 0,0 0 0 0 0,-2 14 0 0 0,4-19-140 0 0,1 0-1 0 0,-1 1 0 0 0,1-1 0 0 0,-1 0 1 0 0,1 1-1 0 0,0-1 0 0 0,1 1 0 0 0,-1-1 1 0 0,0 0-1 0 0,1 1 0 0 0,0-1 0 0 0,0 0 1 0 0,0 1-1 0 0,0-1 0 0 0,0 0 1 0 0,4 5-1 0 0,-4-8-15 0 0,-1 1 1 0 0,1-1 0 0 0,0 1-1 0 0,0-1 1 0 0,0 0 0 0 0,0 0-1 0 0,0 1 1 0 0,0-1-1 0 0,0 0 1 0 0,-1 0 0 0 0,1 0-1 0 0,0 0 1 0 0,0 0 0 0 0,0 0-1 0 0,0 0 1 0 0,0-1-1 0 0,0 1 1 0 0,0 0 0 0 0,0 0-1 0 0,0-1 1 0 0,-1 1 0 0 0,1 0-1 0 0,0-1 1 0 0,0 1-1 0 0,0-1 1 0 0,-1 1 0 0 0,1-1-1 0 0,0 0 1 0 0,-1 1 0 0 0,1-1-1 0 0,0 0 1 0 0,-1 1-1 0 0,1-1 1 0 0,-1 0 0 0 0,1-1-1 0 0,25-28-315 0 0,-26 30 351 0 0,7-8-735 0 0,-1-1 0 0 0,-1 0 0 0 0,0 0 0 0 0,0 0 0 0 0,-1 0 0 0 0,4-12 0 0 0,-3-21 10163 0 0,-7 48-7186 0 0,-2 7-2007 0 0,-9 11-38 0 0,1 1-1 0 0,1 0 0 0 0,2 0 0 0 0,-12 47 1 0 0,17-56-105 0 0,2 0 1 0 0,0 1 0 0 0,1-1 0 0 0,1 0 0 0 0,0 0-1 0 0,2 1 1 0 0,-1-1 0 0 0,2 0 0 0 0,5 17 0 0 0,-5-18-71 0 0,4 8 26 0 0,-3-25-6 0 0,1-14 6 0 0,-2-4 42 0 0,3-16 71 0 0,1 0 1 0 0,2 1-1 0 0,1 0 0 0 0,29-66 0 0 0,-38 99-126 0 0,0 0-1 0 0,0 0 0 0 0,0-1 0 0 0,0 1 0 0 0,1 0 0 0 0,-1 0 0 0 0,1 1 0 0 0,-1-1 0 0 0,1 0 0 0 0,-1 0 0 0 0,1 1 1 0 0,0-1-1 0 0,0 1 0 0 0,0 0 0 0 0,0-1 0 0 0,0 1 0 0 0,0 0 0 0 0,1 0 0 0 0,2-1 0 0 0,-3 3-3 0 0,-1-1 0 0 0,1 0-1 0 0,0 1 1 0 0,0-1 0 0 0,0 1 0 0 0,-1 0-1 0 0,1 0 1 0 0,0 0 0 0 0,-1-1-1 0 0,1 1 1 0 0,-1 1 0 0 0,1-1 0 0 0,-1 0-1 0 0,1 0 1 0 0,-1 1 0 0 0,0-1 0 0 0,0 0-1 0 0,0 1 1 0 0,0-1 0 0 0,0 1-1 0 0,0 0 1 0 0,0-1 0 0 0,0 1 0 0 0,1 3-1 0 0,49 99 163 0 0,-24-47-152 0 0,65 104 1 0 0,-82-146-19 0 0,-5-8 19 0 0,0 1 1 0 0,0-1 0 0 0,1 0-1 0 0,0-1 1 0 0,8 8-1 0 0,-14-19 220 0 0,1-1-1 0 0,-1 1 0 0 0,0-1 0 0 0,0 1 0 0 0,-1-1 0 0 0,-1-7 0 0 0,-9-71 795 0 0,0-119 0 0 0,13 137-1502 0 0,2 0-1 0 0,17-88 0 0 0,-13 120-1715 0 0,-1 6-6437 0 0</inkml:trace>
</inkml:ink>
</file>

<file path=ppt/ink/ink4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7:37.5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5 10594 0 0,'-3'4'4361'0'0,"6"-5"-4209"0"0,0-3-152 0 0,-1 1 0 0 0</inkml:trace>
</inkml:ink>
</file>

<file path=ppt/ink/ink4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8:14.3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23 138 5985 0 0,'-4'-14'916'0'0,"-1"0"0"0"0,2 0-1 0 0,0 0 1 0 0,1 0 0 0 0,0-1 0 0 0,0-16-1 0 0,1 10 765 0 0,11 57 3693 0 0,23 55-4032 0 0,1 0-915 0 0,114 458 570 0 0,-128-467-901 0 0,-15-61-77 0 0,15 80 51 0 0,-18-91-84 0 0,-1 0 0 0 0,-1-1 0 0 0,0 1 1 0 0,0 0-1 0 0,-1 0 0 0 0,0 0 0 0 0,0 0 0 0 0,-4 9 0 0 0,2-31-5051 0 0</inkml:trace>
</inkml:ink>
</file>

<file path=ppt/ink/ink4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8:14.6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99 4145 0 0,'17'-12'695'0'0,"0"0"0"0"0,1 1 0 0 0,0 1 1 0 0,0 1-1 0 0,1 1 0 0 0,0 0 0 0 0,0 2 0 0 0,1 0 0 0 0,0 1 1 0 0,0 0-1 0 0,1 2 0 0 0,-1 1 0 0 0,1 0 0 0 0,24 2 0 0 0,-33 2-374 0 0,1 0-1 0 0,-1 1 0 0 0,21 7 0 0 0,-30-10-261 0 0,0 1 1 0 0,0 1-1 0 0,0-1 0 0 0,0 0 1 0 0,0 1-1 0 0,0-1 1 0 0,-1 1-1 0 0,1 0 0 0 0,0 0 1 0 0,-1 0-1 0 0,1 0 1 0 0,-1 1-1 0 0,0-1 0 0 0,0 1 1 0 0,0-1-1 0 0,0 1 1 0 0,0 0-1 0 0,-1 0 1 0 0,3 4-1 0 0,-4-4-14 0 0,0-1-1 0 0,0 1 1 0 0,0 0 0 0 0,0 0-1 0 0,-1 0 1 0 0,1 0 0 0 0,-1 0-1 0 0,0 0 1 0 0,0 0-1 0 0,0-1 1 0 0,0 1 0 0 0,0 0-1 0 0,0-1 1 0 0,-1 1 0 0 0,1-1-1 0 0,-1 1 1 0 0,-3 2 0 0 0,-36 39 657 0 0,39-42-653 0 0,-56 46 483 0 0,-1-2 0 0 0,-91 53 0 0 0,100-68-506 0 0,40-25-531 0 0</inkml:trace>
</inkml:ink>
</file>

<file path=ppt/ink/ink4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8:14.9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8 10138 0 0,'1'-2'186'0'0,"1"1"-1"0"0,0 1 0 0 0,-1-1 1 0 0,1 0-1 0 0,0 0 0 0 0,0 1 1 0 0,0-1-1 0 0,0 1 0 0 0,0 0 1 0 0,0-1-1 0 0,0 1 0 0 0,0 0 1 0 0,0 0-1 0 0,0 0 0 0 0,3 1 1 0 0,30 7 2251 0 0,-28-5-2162 0 0,-1 1-1 0 0,0 0 1 0 0,0 1 0 0 0,-1-1 0 0 0,1 1 0 0 0,-1 0 0 0 0,0 0 0 0 0,-1 0-1 0 0,1 1 1 0 0,-1 0 0 0 0,0 0 0 0 0,0 0 0 0 0,-1 0 0 0 0,3 8 0 0 0,6 14 126 0 0,16 59 0 0 0,-22-65-207 0 0,29 117 329 0 0,-21-74-427 0 0,29 79-1 0 0,-31-118-1093 0 0,-5-18-38 0 0</inkml:trace>
</inkml:ink>
</file>

<file path=ppt/ink/ink4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8:15.2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45 231 1376 0 0,'-1'-3'208'0'0,"0"0"0"0"0,0 0 0 0 0,1 0 0 0 0,-1 0 0 0 0,1 0 0 0 0,0 0 0 0 0,0 0 0 0 0,0 0 0 0 0,0 0 0 0 0,0 0 0 0 0,1 0 0 0 0,-1 0 0 0 0,1 0 0 0 0,0 0 0 0 0,0 0 0 0 0,0 0 0 0 0,3-5 0 0 0,2-1 742 0 0,0 1-1 0 0,0 0 0 0 0,1 0 0 0 0,8-8 0 0 0,-2 3-230 0 0,0 1 0 0 0,1 1 0 0 0,1 0 0 0 0,0 0 0 0 0,1 2 0 0 0,0 0 0 0 0,27-11 0 0 0,-29 14-490 0 0,0 2-1 0 0,0-1 1 0 0,0 2 0 0 0,1 0 0 0 0,-1 1-1 0 0,1 0 1 0 0,0 1 0 0 0,-1 1-1 0 0,30 2 1 0 0,-42-1-178 0 0,1-1-1 0 0,0 0 1 0 0,0 1 0 0 0,-1-1-1 0 0,1 1 1 0 0,0 0 0 0 0,0 0-1 0 0,-1 0 1 0 0,1 0 0 0 0,-1 1-1 0 0,1-1 1 0 0,-1 1 0 0 0,0-1-1 0 0,0 1 1 0 0,1 0 0 0 0,-1 0-1 0 0,0 0 1 0 0,0 0 0 0 0,2 4-1 0 0,-3-3-16 0 0,0-1 0 0 0,0 1-1 0 0,0 0 1 0 0,-1-1 0 0 0,1 1 0 0 0,-1 0-1 0 0,1 0 1 0 0,-1 0 0 0 0,0-1 0 0 0,0 1-1 0 0,-1 0 1 0 0,1 0 0 0 0,0 0-1 0 0,-1-1 1 0 0,0 1 0 0 0,0 3 0 0 0,-4 5 42 0 0,1 0 0 0 0,-2-1 0 0 0,1 1 1 0 0,-1-1-1 0 0,-1-1 0 0 0,0 1 0 0 0,0-1 0 0 0,-10 9 1 0 0,-26 19 92 0 0,-1-1 0 0 0,-2-3 1 0 0,-1-2-1 0 0,-91 45 0 0 0,67-44-3472 0 0,63-30 1841 0 0</inkml:trace>
</inkml:ink>
</file>

<file path=ppt/ink/ink4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8:16.0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356 83 6449 0 0,'1'-4'211'0'0,"0"0"-1"0"0,-1 0 1 0 0,1 0 0 0 0,-1 0-1 0 0,0 0 1 0 0,0 0-1 0 0,0 0 1 0 0,-1 0-1 0 0,0 0 1 0 0,1 0-1 0 0,-4-7 1 0 0,4 9-1 0 0,-1 0-1 0 0,0 0 1 0 0,0 1-1 0 0,-1-1 1 0 0,1 0-1 0 0,0 1 1 0 0,0-1-1 0 0,-1 1 1 0 0,1-1-1 0 0,-1 1 1 0 0,1 0 0 0 0,-1 0-1 0 0,0 0 1 0 0,1 0-1 0 0,-1 0 1 0 0,0 0-1 0 0,0 0 1 0 0,0 0-1 0 0,0 1 1 0 0,0-1 0 0 0,0 1-1 0 0,0 0 1 0 0,0-1-1 0 0,0 1 1 0 0,0 0-1 0 0,-3 0 1 0 0,-3 1 56 0 0,1 0 0 0 0,-1 0 1 0 0,1 1-1 0 0,0 0 0 0 0,-1 1 0 0 0,1-1 0 0 0,0 1 1 0 0,1 0-1 0 0,-1 1 0 0 0,0 0 0 0 0,1 0 1 0 0,0 0-1 0 0,0 1 0 0 0,-11 11 0 0 0,-1 2-90 0 0,1 1-1 0 0,1 1 0 0 0,-15 23 0 0 0,15-20-141 0 0,2 1 0 0 0,0 1 1 0 0,2 0-1 0 0,1 0 0 0 0,1 1 0 0 0,1 1 0 0 0,-10 52 0 0 0,16-66-23 0 0,2-1 0 0 0,0 1 0 0 0,0-1 0 0 0,1 1 0 0 0,1-1 0 0 0,0 1 0 0 0,1-1 0 0 0,0 1 0 0 0,0-1 0 0 0,2 0 0 0 0,-1 0 0 0 0,2 0 0 0 0,0 0 0 0 0,0-1-1 0 0,1 0 1 0 0,0 0 0 0 0,1 0 0 0 0,0-1 0 0 0,15 16 0 0 0,-8-12 68 0 0,0-1-1 0 0,1-1 0 0 0,0 0 0 0 0,1-1 1 0 0,0 0-1 0 0,1-2 0 0 0,25 11 0 0 0,-36-17-48 0 0,1 0 1 0 0,1-1-1 0 0,-1 1 0 0 0,0-1 0 0 0,0-1 0 0 0,1 0 0 0 0,-1 0 0 0 0,1 0 0 0 0,-1-1 0 0 0,1 0 0 0 0,-1 0 1 0 0,1-1-1 0 0,-1 0 0 0 0,1 0 0 0 0,-1-1 0 0 0,0 0 0 0 0,1 0 0 0 0,-1-1 0 0 0,0 0 0 0 0,-1 0 0 0 0,12-7 1 0 0,-16 8-24 0 0,0 0 0 0 0,0 0 0 0 0,0 1 1 0 0,0-2-1 0 0,0 1 0 0 0,-1 0 1 0 0,1 0-1 0 0,-1 0 0 0 0,1-1 1 0 0,-1 1-1 0 0,0-1 0 0 0,0 1 1 0 0,0-1-1 0 0,0 1 0 0 0,-1-1 1 0 0,1 0-1 0 0,-1 1 0 0 0,0-1 1 0 0,1 0-1 0 0,-1 1 0 0 0,0-1 1 0 0,0 0-1 0 0,-1 1 0 0 0,1-1 0 0 0,-1 0 1 0 0,1 1-1 0 0,-1-1 0 0 0,-2-4 1 0 0,-2-7 53 0 0,-2 0 1 0 0,1 0 0 0 0,-18-25-1 0 0,11 19-39 0 0,7 9-23 0 0,-2-1-6 0 0,1 0 0 0 0,1-1 0 0 0,0 0 0 0 0,-5-15 0 0 0,10 26 6 0 0,0-1 0 0 0,1 0 0 0 0,-1 0-1 0 0,1 0 1 0 0,-1 0 0 0 0,1 0 0 0 0,0-1 0 0 0,0 1 0 0 0,0 0 0 0 0,0 0 0 0 0,1 0-1 0 0,-1 0 1 0 0,1 0 0 0 0,0 0 0 0 0,0 0 0 0 0,0 1 0 0 0,0-1 0 0 0,0 0-1 0 0,1 0 1 0 0,-1 1 0 0 0,1-1 0 0 0,0 1 0 0 0,0-1 0 0 0,4-3 0 0 0,10-6 1 0 0,0 0 0 0 0,1 2 0 0 0,0 0 0 0 0,1 1 0 0 0,0 1 0 0 0,0 0 0 0 0,1 2 0 0 0,0 0 0 0 0,0 1 0 0 0,37-5 0 0 0,-49 9 3 0 0,0 0 1 0 0,0 1 0 0 0,0 0 0 0 0,0 0 0 0 0,0 1 0 0 0,0 0-1 0 0,0 0 1 0 0,0 0 0 0 0,0 1 0 0 0,-1 0 0 0 0,10 4 0 0 0,-12-3 1 0 0,0 0 0 0 0,0-1 0 0 0,0 1 0 0 0,-1 0 0 0 0,1 1 0 0 0,-1-1 0 0 0,0 0 0 0 0,0 1 0 0 0,0 0 0 0 0,0 0 0 0 0,-1 0 0 0 0,1 0 0 0 0,-1 0 0 0 0,0 1 0 0 0,-1-1 0 0 0,1 0 0 0 0,1 9 0 0 0,4 22 160 0 0,-1 0 0 0 0,-3 0 0 0 0,1 42 0 0 0,5 53 310 0 0,-8-118-368 0 0,1 0 1 0 0,1-1 0 0 0,-1 0 0 0 0,2 1 0 0 0,0-1 0 0 0,0-1 0 0 0,1 1 0 0 0,0-1 0 0 0,1 1 0 0 0,8 10-1 0 0,-13-20-113 0 0,-1-1 0 0 0,0 0 0 0 0,1 0 0 0 0,-1 0 0 0 0,0 0 0 0 0,1 0 0 0 0,-1 0 0 0 0,0 0 0 0 0,1 0 0 0 0,-1 0 0 0 0,1 0 0 0 0,-1 0 0 0 0,0 0 0 0 0,1 0 0 0 0,-1 0 0 0 0,0 0 0 0 0,1 0 0 0 0,-1 0 0 0 0,0-1 0 0 0,1 1 0 0 0,-1 0 0 0 0,0 0 0 0 0,1 0 0 0 0,-1-1 0 0 0,0 1 0 0 0,0 0 0 0 0,1 0 0 0 0,-1-1 0 0 0,0 1 0 0 0,0 0 0 0 0,1 0 0 0 0,-1-1 0 0 0,0 1 0 0 0,0 0 0 0 0,0-1 0 0 0,1 1 0 0 0,-1 0 0 0 0,0-1 0 0 0,0 1 0 0 0,0 0 0 0 0,0-1 0 0 0,0 1 0 0 0,0 0 0 0 0,0-1 0 0 0,1-2-226 0 0,3-4-331 0 0</inkml:trace>
</inkml:ink>
</file>

<file path=ppt/ink/ink4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8:25.6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138 203 6913 0 0,'-4'-93'-166'0'0,"2"81"907"0"0,0 0 0 0 0,0 0 0 0 0,-1 0 0 0 0,-1 0 0 0 0,-7-17 0 0 0,10 28-566 0 0,1 0-1 0 0,-1 0 1 0 0,1-1-1 0 0,-1 1 1 0 0,0 0 0 0 0,1 0-1 0 0,-1 0 1 0 0,0 0-1 0 0,0 0 1 0 0,1 0 0 0 0,-1 0-1 0 0,0 0 1 0 0,0 0-1 0 0,0 1 1 0 0,0-1 0 0 0,0 0-1 0 0,-1 0 1 0 0,1 1-1 0 0,0-1 1 0 0,0 1-1 0 0,-3-1 1 0 0,3 1-43 0 0,0 0-1 0 0,0 0 1 0 0,0 1-1 0 0,0-1 1 0 0,0 0 0 0 0,0 1-1 0 0,0-1 1 0 0,0 1-1 0 0,0-1 1 0 0,0 1-1 0 0,0 0 1 0 0,0-1 0 0 0,0 1-1 0 0,0 0 1 0 0,1 0-1 0 0,-1 0 1 0 0,0-1 0 0 0,0 1-1 0 0,0 2 1 0 0,-5 7 344 0 0,1 0 1 0 0,0 0-1 0 0,-7 20 1 0 0,9-21-598 0 0,-5 10 229 0 0,2 0 1 0 0,0 0 0 0 0,0 1-1 0 0,2 0 1 0 0,1 0 0 0 0,0 0-1 0 0,1 0 1 0 0,3 40-1 0 0,45 1068 394 0 0,-47-931-490 0 0,3 257-14 0 0,1-303 2 0 0,17 251 0 0 0,34 291 0 0 0,-5-303 0 0 0,-36-306 308 0 0,-5 0-1 0 0,-2 113 1 0 0,-25 170 657 0 0,2-199-810 0 0,-4 74 51 0 0,22-225-26 0 0,-1-16-241 0 0,0-1 0 0 0,0 1 0 0 0,0-1-1 0 0,0 0 1 0 0,0 1 0 0 0,-1-1 0 0 0,2 1 0 0 0,-1-1 0 0 0,0 1-1 0 0,0-1 1 0 0,0 0 0 0 0,0 1 0 0 0,0-1 0 0 0,0 1 0 0 0,0-1-1 0 0,0 0 1 0 0,1 1 0 0 0,-1-1 0 0 0,0 1 0 0 0,0-1 0 0 0,1 0 0 0 0,-1 1-1 0 0,0-1 1 0 0,1 0 0 0 0,-1 0 0 0 0,0 1 0 0 0,0-1 0 0 0,1 0-1 0 0,-1 0 1 0 0,1 1 0 0 0,-1-1 0 0 0,0 0 0 0 0,1 0 0 0 0,0 1 0 0 0</inkml:trace>
</inkml:ink>
</file>

<file path=ppt/ink/ink4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8:26.6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64 0 4145 0 0,'-2'1'213'0'0,"1"-1"0"0"0,-1 1 0 0 0,1-1 0 0 0,0 1 0 0 0,-1 0 0 0 0,1-1 0 0 0,0 1 0 0 0,-1 0 0 0 0,1 0 0 0 0,0 0 0 0 0,0 0 0 0 0,0 0 0 0 0,0 0 0 0 0,0 0 0 0 0,0 1 0 0 0,0-1 0 0 0,0 0 0 0 0,1 0 0 0 0,-1 1 0 0 0,0-1 0 0 0,1 1 0 0 0,-1-1 0 0 0,1 0 0 0 0,-1 1 0 0 0,1-1 0 0 0,0 1 0 0 0,0-1 0 0 0,0 1 0 0 0,0 1 0 0 0,-5 60 799 0 0,4-45-228 0 0,-13 126 1203 0 0,5-60-1377 0 0,1 89 0 0 0,89 1161-169 0 0,-63-1128-377 0 0,-17 371 0 0 0,14-62 691 0 0,-7-402-45 0 0,15 530 2650 0 0,-45-295-1552 0 0,12-248-1668 0 0,3-40-72 0 0,3-42-73 0 0,1 1 0 0 0,1-1 0 0 0,1 1-1 0 0,1 0 1 0 0,0-1 0 0 0,2 1-1 0 0,5 30 1 0 0,-3-39-256 0 0,2-2-83 0 0</inkml:trace>
</inkml:ink>
</file>

<file path=ppt/ink/ink4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8:27.6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 0 5529 0 0,'-2'4'9364'0'0,"-4"24"-7225"0"0,-5 38-1937 0 0,7 38 753 0 0,18 190 0 0 0,-2-132-623 0 0,30 925 60 0 0,-17-688-400 0 0,-3-81 11 0 0,-16 246 72 0 0,-6-382 65 0 0,-2-5 23 0 0,3 161 665 0 0,-11 164 728 0 0,9-475-1475 0 0,-10 93 52 0 0,-29 138 0 0 0,27-188-116 0 0,11-61-32 0 0,1-5-13 0 0,0 0 0 0 0,0 0 0 0 0,1 1 0 0 0,-1-1 1 0 0,1 0-1 0 0,0 0 0 0 0,0 0 0 0 0,1 6 1 0 0</inkml:trace>
</inkml:ink>
</file>

<file path=ppt/ink/ink4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8:28.4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54 0 5065 0 0,'7'170'6856'0'0,"0"-27"-4681"0"0,-7-48-1429 0 0,-22 271 886 0 0,-1 167-197 0 0,12 12-339 0 0,0-8-697 0 0,22-277-390 0 0,-1 98 260 0 0,-16-195-24 0 0,8 421 1049 0 0,1-142-135 0 0,-8-213-1062 0 0,5-219-499 0 0,4 93 738 0 0,3-60-6532 0 0</inkml:trace>
</inkml:ink>
</file>

<file path=ppt/ink/ink4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8:29.2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34 0 5985 0 0,'-26'81'3905'0'0,"21"-36"-2816"0"0,2 0-1 0 0,6 91 1 0 0,1-44-363 0 0,19 645 3073 0 0,11-68-3034 0 0,-4-59 153 0 0,-24-519-729 0 0,8 503 1178 0 0,-21 32-499 0 0,8-236-451 0 0,-2-352-414 0 0,-1 58 41 0 0,16 156-1 0 0,-7-219-1542 0 0</inkml:trace>
</inkml:ink>
</file>

<file path=ppt/ink/ink4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8:30.0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46 6913 0 0,'-1'-2'0'0'0,"1"0"0"0"0,-1 0 0 0 0,1 0-1 0 0,-1 0 1 0 0,1 0 0 0 0,0 0-1 0 0,-1 0 1 0 0,1-1 0 0 0,1 1-1 0 0,-1 0 1 0 0,0 0 0 0 0,0 0-1 0 0,1 0 1 0 0,-1 0 0 0 0,1 0-1 0 0,0 0 1 0 0,-1 0 0 0 0,1 0-1 0 0,0 0 1 0 0,2-2 0 0 0,-3 4 74 0 0,0 1 1 0 0,1-1-1 0 0,-1 0 1 0 0,1 1-1 0 0,-1-1 1 0 0,1 1-1 0 0,-1-1 1 0 0,0 1-1 0 0,1-1 1 0 0,-1 1-1 0 0,0-1 1 0 0,0 1-1 0 0,1-1 1 0 0,-1 1-1 0 0,0-1 1 0 0,0 1-1 0 0,0 0 1 0 0,0-1-1 0 0,0 1 1 0 0,0-1-1 0 0,0 1 1 0 0,0 0-1 0 0,0-1 1 0 0,0 1-1 0 0,0 0 1 0 0,2 20 834 0 0,4 155 4809 0 0,-5 2-3691 0 0,4-14-1335 0 0,33 218 0 0 0,-1-47-437 0 0,-11 254 536 0 0,-17-346-547 0 0,4 865 2007 0 0,-15-930-2208 0 0,-14 368 136 0 0,11-411-158 0 0,5 1 1 0 0,19 142-1 0 0,13 138-21 0 0,-31-404-37 0 0,-1-8-62 0 0,0 1 1 0 0,0-1 0 0 0,1 1 0 0 0,0-1 0 0 0,0 0 0 0 0,0 1 0 0 0,3 6 0 0 0,-1-7-809 0 0</inkml:trace>
</inkml:ink>
</file>

<file path=ppt/ink/ink4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8:30.8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166 12 4609 0 0,'0'0'20'0'0,"-1"0"-1"0"0,1 0 1 0 0,-1 1-1 0 0,1-1 1 0 0,-1 0-1 0 0,1 0 1 0 0,-1 0-1 0 0,1 0 1 0 0,-1 0-1 0 0,1 0 1 0 0,-1 0-1 0 0,1 0 1 0 0,-1 0-1 0 0,0 0 1 0 0,1-1-1 0 0,-1 1 1 0 0,1 0-1 0 0,-1 0 1 0 0,1 0-1 0 0,-1-1 1 0 0,1 1-1 0 0,-1 0 1 0 0,1-1-1 0 0,0 1 1 0 0,-1 0-1 0 0,1-1 1 0 0,-1 1-1 0 0,1 0 1 0 0,0-1 0 0 0,-1 0-1 0 0,-9-5 1772 0 0,9 6-1680 0 0,0 0-1 0 0,1 0 0 0 0,-1 0 1 0 0,0 0-1 0 0,1 0 0 0 0,-1 0 0 0 0,0 1 1 0 0,1-1-1 0 0,-1 0 0 0 0,0 0 1 0 0,1 1-1 0 0,-1-1 0 0 0,1 1 0 0 0,-1-1 1 0 0,0 0-1 0 0,1 1 0 0 0,-1-1 0 0 0,1 1 1 0 0,-1-1-1 0 0,1 1 0 0 0,0 0 1 0 0,-1-1-1 0 0,1 1 0 0 0,-1-1 0 0 0,1 1 1 0 0,0 0-1 0 0,0-1 0 0 0,-1 1 0 0 0,1 0 1 0 0,0-1-1 0 0,0 1 0 0 0,0 1 1 0 0,-6 25 763 0 0,6-24-719 0 0,-38 357 2246 0 0,6-40-1665 0 0,16-135-392 0 0,-6 515-60 0 0,18-315-146 0 0,-3 836 2181 0 0,27-900-39 0 0,75 391-1 0 0,-19-177-1649 0 0,-75-506-537 0 0,4 30-177 0 0,-4-54-118 0 0,-1 0-1 0 0,1 0 1 0 0,1-1-1 0 0,-1 1 1 0 0,1-1 0 0 0,0 1-1 0 0,0-1 1 0 0,0 1-1 0 0,4 4 1 0 0</inkml:trace>
</inkml:ink>
</file>

<file path=ppt/ink/ink4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8:31.6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137 75 3225 0 0,'-30'-33'1357'0'0,"25"26"-349"0"0,-1 1 0 0 0,1 0 0 0 0,-1 0 0 0 0,0 1 0 0 0,-9-7 0 0 0,15 12-888 0 0,-1 1 0 0 0,1-1 0 0 0,0 0 0 0 0,-1 0 0 0 0,1 0 0 0 0,0 1 0 0 0,-1-1 0 0 0,1 0 0 0 0,0 0-1 0 0,-1 1 1 0 0,1-1 0 0 0,0 0 0 0 0,-1 1 0 0 0,1-1 0 0 0,0 0 0 0 0,0 1 0 0 0,0-1 0 0 0,-1 1 0 0 0,1-1 0 0 0,0 0 0 0 0,0 1-1 0 0,0-1 1 0 0,0 1 0 0 0,0-1 0 0 0,0 0 0 0 0,0 1 0 0 0,-1-1 0 0 0,1 1 0 0 0,1-1 0 0 0,-1 1 0 0 0,0-1 0 0 0,0 0 0 0 0,0 1-1 0 0,0 0 1 0 0,-1 24 316 0 0,1-21-128 0 0,1 645 2532 0 0,6-506-2596 0 0,36 581 873 0 0,-18-322-487 0 0,-35 550-1 0 0,5-867-263 0 0,-41 450 906 0 0,28-407-1172 0 0,-32 316 783 0 0,47-376-759 0 0,3-1-1 0 0,2 0 0 0 0,4 0 1 0 0,22 105-1 0 0,-28-170-120 0 0,12 35-172 0 0,-12-36 127 0 0,1-1 0 0 0,-1 1 0 0 0,0 0 0 0 0,0-1 1 0 0,0 1-1 0 0,0-1 0 0 0,0 1 0 0 0,1-1 0 0 0,-1 1 0 0 0,0-1 0 0 0,1 1 1 0 0,-1-1-1 0 0,0 1 0 0 0,1-1 0 0 0,-1 0 0 0 0,0 1 0 0 0,1-1 0 0 0,-1 1 1 0 0,1-1-1 0 0,-1 0 0 0 0,1 0 0 0 0,-1 1 0 0 0,0-1 0 0 0,1 0 0 0 0,-1 0 1 0 0,1 1-1 0 0,0-1 0 0 0,-1 0 0 0 0,1 0 0 0 0,-1 0 0 0 0,1 0 0 0 0,-1 0 1 0 0,1 0-1 0 0,-1 0 0 0 0,1 0 0 0 0,0 0 0 0 0,-1 0 0 0 0,1 0 0 0 0,-1 0 1 0 0,1 0-1 0 0,-1 0 0 0 0,1 0 0 0 0,-1-1 0 0 0,1 1 0 0 0,-1 0 0 0 0,1 0 1 0 0,-1-1-1 0 0,1 1 0 0 0,-1 0 0 0 0,1-1 0 0 0,-1 1 0 0 0,0 0 0 0 0,1-1 0 0 0,-1 1 1 0 0,1-1-1 0 0,-1 1 0 0 0,0-1 0 0 0,0 1 0 0 0,1-1 0 0 0</inkml:trace>
</inkml:ink>
</file>

<file path=ppt/ink/ink4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9:05.7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868 92 2761 0 0,'4'-1'817'0'0,"-4"1"-754"0"0,1 0 0 0 0,-1 0-1 0 0,0 0 1 0 0,0 0 0 0 0,0 0 0 0 0,1 0 0 0 0,-1 0 0 0 0,0 0-1 0 0,0 0 1 0 0,0 0 0 0 0,1 0 0 0 0,-1 0 0 0 0,0 0-1 0 0,0 0 1 0 0,0 0 0 0 0,1 0 0 0 0,-1 0 0 0 0,0 0 0 0 0,0-1-1 0 0,0 1 1 0 0,0 0 0 0 0,1 0 0 0 0,-1 0 0 0 0,0 0 0 0 0,0 0 62 0 0,0-1-62 0 0,0 1 0 0 0,1 0 0 0 0,-1 0-1 0 0,0 0 1 0 0,0 0 0 0 0,0-1 0 0 0,0 1 0 0 0,0 0 0 0 0,0 0-1 0 0,0 0 1 0 0,0 0 0 0 0,0-1 0 0 0,0 1 0 0 0,0 0-1 0 0,0 0 1 0 0,1 0 0 0 0,-1-1 0 0 0,-1 1 0 0 0,1 0 0 0 0,0 0-1 0 0,0-2 20 0 0,-1 0-1 0 0,0 0 0 0 0,0 1 0 0 0,0-1 0 0 0,0 1 0 0 0,0-1 0 0 0,0 1 1 0 0,0-1-1 0 0,0 1 0 0 0,-1-1 0 0 0,1 1 0 0 0,-1 0 0 0 0,1 0 1 0 0,-1 0-1 0 0,1 0 0 0 0,-3-1 0 0 0,-36-13 2388 0 0,-4 3-1275 0 0,-2 1-1 0 0,0 2 0 0 0,-65-4 1 0 0,88 13-1111 0 0,0 0 1 0 0,0 1 0 0 0,0 1-1 0 0,0 1 1 0 0,0 1 0 0 0,1 2-1 0 0,-1 0 1 0 0,-38 16 0 0 0,40-11 30 0 0,1 1 0 0 0,0 0 0 0 0,1 1 0 0 0,1 1 0 0 0,0 1 0 0 0,1 1 0 0 0,1 0 1 0 0,0 1-1 0 0,1 1 0 0 0,1 0 0 0 0,-18 30 0 0 0,17-23-95 0 0,2 1 0 0 0,0 1 0 0 0,1 0-1 0 0,2 1 1 0 0,1 0 0 0 0,1 0 0 0 0,1 1 0 0 0,-4 48 0 0 0,10-54-24 0 0,1 0 0 0 0,2 0 1 0 0,0 0-1 0 0,1 0 0 0 0,2-1 1 0 0,0 1-1 0 0,1-1 0 0 0,1 0 1 0 0,1 0-1 0 0,2-1 0 0 0,0 0 0 0 0,0-1 1 0 0,2 0-1 0 0,1-1 0 0 0,16 20 1 0 0,-17-24-7 0 0,1-1 0 0 0,0 0 0 0 0,1 0 0 0 0,0-2 0 0 0,1 0 0 0 0,1 0 0 0 0,0-1 0 0 0,0-1 0 0 0,1-1 0 0 0,0-1 0 0 0,1 0 1 0 0,0-1-1 0 0,0-1 0 0 0,1 0 0 0 0,0-2 0 0 0,-1 0 0 0 0,2-1 0 0 0,26 1 0 0 0,-9-6-156 0 0,59-11-1 0 0,-32 4 98 0 0,-46 5 76 0 0,-1 1 0 0 0,0-2 0 0 0,0-1 0 0 0,0 0 0 0 0,-1-1 1 0 0,0 0-1 0 0,0-1 0 0 0,-1-1 0 0 0,0-1 0 0 0,0 0 1 0 0,-1-1-1 0 0,-1 0 0 0 0,0-1 0 0 0,0-1 0 0 0,18-24 0 0 0,-18 20 87 0 0,0-1 0 0 0,-2-1 0 0 0,1 0-1 0 0,-2 0 1 0 0,-1-1 0 0 0,-1 0-1 0 0,0-1 1 0 0,-1 0 0 0 0,-2 0 0 0 0,0-1-1 0 0,-1 1 1 0 0,1-31 0 0 0,-5 29 90 0 0,-1 0 0 0 0,-1 1 0 0 0,-2-1 0 0 0,0 1 0 0 0,-1 0 0 0 0,-16-41 0 0 0,9 33 164 0 0,-1 1 0 0 0,-2 0 0 0 0,-1 1-1 0 0,-26-33 1 0 0,31 46-287 0 0,-1 2 0 0 0,-1 0-1 0 0,0 0 1 0 0,-1 1 0 0 0,0 1-1 0 0,-1 0 1 0 0,0 1 0 0 0,0 0 0 0 0,-1 2-1 0 0,-1 0 1 0 0,1 0 0 0 0,-1 2-1 0 0,-27-7 1 0 0,23 8 1 0 0,0 1-1 0 0,0 1 0 0 0,-1 1 1 0 0,1 0-1 0 0,-1 2 1 0 0,1 1-1 0 0,-1 0 1 0 0,1 2-1 0 0,-1 0 1 0 0,1 2-1 0 0,-21 7 1 0 0,31-9-62 0 0,1 1 0 0 0,0 1 1 0 0,1 0-1 0 0,-1 0 0 0 0,1 1 0 0 0,-14 10 1 0 0,-12 16-283 0 0</inkml:trace>
</inkml:ink>
</file>

<file path=ppt/ink/ink4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9:09.3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49 95 5529 0 0,'-16'-39'3346'0'0,"15"34"-2794"0"0,0 1 1 0 0,-1 0-1 0 0,1-1 0 0 0,-1 1 1 0 0,0 0-1 0 0,0 0 0 0 0,0 0 1 0 0,-1 0-1 0 0,1 0 1 0 0,-1 0-1 0 0,-6-6 0 0 0,9 11-375 0 0,-1-1-1 0 0,1 1 0 0 0,0 0 0 0 0,-1-1 1 0 0,1 1-1 0 0,0 0 0 0 0,0-1 0 0 0,0 1 1 0 0,0-1-1 0 0,-1 1 0 0 0,1 0 0 0 0,0-1 1 0 0,0 1-1 0 0,0 0 0 0 0,0-1 0 0 0,0 1 1 0 0,1 0-1 0 0,-1-1 0 0 0,0 1 0 0 0,0 0 1 0 0,0-1-1 0 0,1 1 0 0 0,-1 0 0 0 0,1 0 1 0 0,5 24 421 0 0,35 100 37 0 0,41 222-1 0 0,-57-223-28 0 0,80 240 0 0 0,-97-344-456 0 0,14 44-2075 0 0</inkml:trace>
</inkml:ink>
</file>

<file path=ppt/ink/ink4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9:09.6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55 2761 0 0,'0'-2'147'0'0,"0"0"1"0"0,0-1-1 0 0,0 1 0 0 0,0 0 1 0 0,1 0-1 0 0,-1 0 1 0 0,1-1-1 0 0,-1 1 1 0 0,1 0-1 0 0,0 0 1 0 0,0 0-1 0 0,0 0 1 0 0,0 0-1 0 0,0 0 1 0 0,0 0-1 0 0,0 1 0 0 0,1-1 1 0 0,-1 0-1 0 0,1 1 1 0 0,-1-1-1 0 0,1 1 1 0 0,0-1-1 0 0,-1 1 1 0 0,1 0-1 0 0,4-2 1 0 0,-4 2 229 0 0,1 0 1 0 0,0 0 0 0 0,-1 1 0 0 0,1-1-1 0 0,0 1 1 0 0,-1 0 0 0 0,1 0-1 0 0,0 0 1 0 0,-1 0 0 0 0,1 0 0 0 0,0 1-1 0 0,-1-1 1 0 0,1 1 0 0 0,0 0 0 0 0,-1 0-1 0 0,1 0 1 0 0,-1 0 0 0 0,0 0 0 0 0,1 0-1 0 0,3 4 1 0 0,9 6 365 0 0,-2 0-1 0 0,0 1 1 0 0,0 1-1 0 0,-2 0 1 0 0,1 1-1 0 0,-2 0 1 0 0,1 0-1 0 0,-2 1 1 0 0,15 33-1 0 0,-3 1-280 0 0,28 103 0 0 0,-10 43-230 0 0,-31-137-244 0 0,3-1 0 0 0,29 88 0 0 0,-39-142-65 0 0,1 1-400 0 0,0 1 0 0 0,0 0 0 0 0,0 0 0 0 0,0-1 0 0 0,1 0 0 0 0,4 8 0 0 0</inkml:trace>
</inkml:ink>
</file>

<file path=ppt/ink/ink4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9:09.8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5 221 8786 0 0,'0'0'21'0'0,"-1"0"1"0"0,1 0-1 0 0,0 0 1 0 0,0 0-1 0 0,-1 0 0 0 0,1 0 1 0 0,0 0-1 0 0,0 0 1 0 0,0-1-1 0 0,-1 1 0 0 0,1 0 1 0 0,0 0-1 0 0,0 0 1 0 0,0 0-1 0 0,0-1 0 0 0,-1 1 1 0 0,1 0-1 0 0,0 0 1 0 0,0 0-1 0 0,0-1 1 0 0,0 1-1 0 0,0 0 0 0 0,0 0 1 0 0,-1-1-1 0 0,1 1 1 0 0,0 0-1 0 0,0 0 0 0 0,0-1 1 0 0,0 1-1 0 0,0 0 1 0 0,0 0-1 0 0,0-1 1 0 0,0 1-1 0 0,0 0 0 0 0,0 0 1 0 0,0 0-1 0 0,1-1 1 0 0,-1 1-1 0 0,0 0 0 0 0,0 0 1 0 0,0-1-1 0 0,0 1 1 0 0,0 0-1 0 0,0 0 0 0 0,0 0 1 0 0,1-1-1 0 0,-1 1 1 0 0,0 0-1 0 0,0-1 1 0 0,16-17 1379 0 0,28-17 1227 0 0,-41 32-2419 0 0,74-51 3062 0 0,28-23-3279 0 0,-77 54-578 0 0</inkml:trace>
</inkml:ink>
</file>

<file path=ppt/ink/ink4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9:10.0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0 5529 0 0,'-13'2'6794'0'0,"14"10"-6072"0"0,-1 1 0 0 0,2 0 0 0 0,0 0 0 0 0,0-1 0 0 0,1 0 1 0 0,0 1-1 0 0,7 13 0 0 0,14 32-326 0 0,79 221 2297 0 0,-60-157-4810 0 0</inkml:trace>
</inkml:ink>
</file>

<file path=ppt/ink/ink4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9:10.3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2 338 2761 0 0,'-1'-14'461'0'0,"0"0"1"0"0,2 0 0 0 0,-1 1-1 0 0,2-1 1 0 0,0 0 0 0 0,0 1-1 0 0,2-1 1 0 0,-1 1-1 0 0,2 0 1 0 0,0 0 0 0 0,11-21-1 0 0,-9 19 256 0 0,2 0-1 0 0,-1 0 1 0 0,2 1-1 0 0,0 0 1 0 0,1 1-1 0 0,13-13 1 0 0,-21 22-489 0 0,1 0 0 0 0,0 0 0 0 0,0 1 0 0 0,1-1 0 0 0,-1 1 0 0 0,1 0 0 0 0,-1 1 0 0 0,1-1-1 0 0,0 1 1 0 0,0 0 0 0 0,0 0 0 0 0,1 0 0 0 0,-1 1 0 0 0,0 0 0 0 0,1 0 0 0 0,-1 0 0 0 0,0 0 0 0 0,1 1 0 0 0,-1 0 0 0 0,1 0 0 0 0,-1 1 0 0 0,0-1 0 0 0,6 3 0 0 0,-7-2-191 0 0,-1 0 0 0 0,0 1 0 0 0,0 0 0 0 0,0 0 0 0 0,0 0 0 0 0,0 0 0 0 0,-1 0 0 0 0,1 1 0 0 0,-1-1 0 0 0,1 1 0 0 0,-1-1 0 0 0,0 1 0 0 0,0 0 0 0 0,0 0 0 0 0,0 0 0 0 0,0 0 1 0 0,-1 1-1 0 0,0-1 0 0 0,1 0 0 0 0,-1 1 0 0 0,0-1 0 0 0,-1 1 0 0 0,1-1 0 0 0,-1 1 0 0 0,1-1 0 0 0,-1 7 0 0 0,0 8-29 0 0,-1 1 1 0 0,0-1-1 0 0,-6 30 0 0 0,6-46 6 0 0,-6 33-17 0 0,-14 34 1 0 0,14-48 142 0 0,0 1 0 0 0,1 0 0 0 0,2 1 0 0 0,0-1 1 0 0,-1 24-1 0 0,5-44-97 0 0,0 0 0 0 0,0 0 0 0 0,0 0 0 0 0,0 0 0 0 0,0 0 0 0 0,0 0 0 0 0,1-1 1 0 0,-1 1-1 0 0,1 0 0 0 0,-1 0 0 0 0,1 0 0 0 0,0 0 0 0 0,-1-1 0 0 0,1 1 0 0 0,0 0 0 0 0,0-1 0 0 0,1 1 1 0 0,-1-1-1 0 0,0 1 0 0 0,0-1 0 0 0,1 1 0 0 0,-1-1 0 0 0,3 2 0 0 0,-1-2-11 0 0,-1 0 1 0 0,1 0-1 0 0,-1-1 1 0 0,1 1-1 0 0,0-1 0 0 0,0 1 1 0 0,-1-1-1 0 0,1 0 0 0 0,0 0 1 0 0,0 0-1 0 0,-1-1 0 0 0,1 1 1 0 0,0-1-1 0 0,3 0 0 0 0,9-4 25 0 0,0-1-1 0 0,0 0 1 0 0,-1-1-1 0 0,19-11 0 0 0,29-20 14 0 0,75-43-3348 0 0,-108 67-3742 0 0</inkml:trace>
</inkml:ink>
</file>

<file path=ppt/ink/ink4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41:59.73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2936 1 5985 0 0,'-42'50'4828'0'0,"-16"40"-4042"0"0,9-12-302 0 0,12-24-208 0 0,-17 26-169 0 0,-66 73-1 0 0,-158 213-350 0 0,243-318 136 0 0,-1-1-1 0 0,-3-2 1 0 0,-2-2 0 0 0,-60 51 0 0 0,-136 132-277 0 0,110-100-128 0 0,53-61 41 0 0,-113 75 0 0 0,53-43 124 0 0,38-22 320 0 0,-173 121-539 0 0,131-116 11 0 0,-171 70 0 0 0,214-103 593 0 0,60-28 412 0 0,0-2 0 0 0,-70 24 0 0 0,94-39-346 0 0,1-1 1 0 0,0 0-1 0 0,-1 0 0 0 0,1-1 0 0 0,-1 0 1 0 0,1-1-1 0 0,-20-3 0 0 0,16 2-109 0 0,1 0-1 0 0,0 1 1 0 0,-24 1-1 0 0,36 0-57 0 0,0 0-1 0 0,0 0 1 0 0,0 0 0 0 0,0 1 0 0 0,0-1-1 0 0,0 0 1 0 0,0 0 0 0 0,-1 1-1 0 0,1-1 1 0 0,1 1 0 0 0,-1-1-1 0 0,0 1 1 0 0,0-1 0 0 0,0 1-1 0 0,0 0 1 0 0,0 0 0 0 0,0-1-1 0 0,1 1 1 0 0,-1 0 0 0 0,0 0-1 0 0,1 0 1 0 0,-1 0 0 0 0,0-1-1 0 0,1 1 1 0 0,-1 0 0 0 0,1 0-1 0 0,0 0 1 0 0,-1 0 0 0 0,1 1-1 0 0,0-1 1 0 0,0 0 0 0 0,-1 0-1 0 0,1 0 1 0 0,0 0 0 0 0,0 0-1 0 0,0 0 1 0 0,0 0 0 0 0,0 0-1 0 0,1 0 1 0 0,-1 0 0 0 0,0 0-1 0 0,0 0 1 0 0,1 0 0 0 0,-1 0-1 0 0,1 0 1 0 0,-1 0 0 0 0,1 0-1 0 0,-1 0 1 0 0,1 0 0 0 0,1 1-1 0 0</inkml:trace>
</inkml:ink>
</file>

<file path=ppt/ink/ink4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42:00.2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132 63 920 0 0,'0'-6'102'0'0,"0"-5"839"0"0,0 1 0 0 0,-1 0 0 0 0,-2-15 0 0 0,-10 59 2231 0 0,-3 27-2939 0 0,2-4 373 0 0,-38 100-1 0 0,43-139-569 0 0,5-9 31 0 0,0 0 1 0 0,0-1-1 0 0,1 2 1 0 0,0-1 0 0 0,-2 12-1 0 0,5-19-55 0 0,0 0-1 0 0,0 0 1 0 0,0 0 0 0 0,0 1-1 0 0,0-1 1 0 0,0 0-1 0 0,0 0 1 0 0,1 0-1 0 0,-1 0 1 0 0,1 0-1 0 0,0 0 1 0 0,0 0-1 0 0,-1 0 1 0 0,1 0 0 0 0,1 0-1 0 0,-1 0 1 0 0,0 0-1 0 0,0 0 1 0 0,1-1-1 0 0,-1 1 1 0 0,1 0-1 0 0,-1-1 1 0 0,1 1-1 0 0,0-1 1 0 0,-1 0 0 0 0,1 0-1 0 0,0 0 1 0 0,2 2-1 0 0,8 2 223 0 0,-1 0 0 0 0,0-1 0 0 0,1 0 0 0 0,0-1 0 0 0,0 0 0 0 0,0-1 0 0 0,1 0 0 0 0,-1-1-1 0 0,0 0 1 0 0,1-1 0 0 0,19-2 0 0 0,10-5 292 0 0,-1-1 0 0 0,46-15 0 0 0,48-10-2380 0 0,-99 29-2765 0 0</inkml:trace>
</inkml:ink>
</file>

<file path=ppt/ink/ink4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42:01.9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4311 201 2240 0 0,'-8'-2'70'0'0,"-1"0"0"0"0,1 0 0 0 0,-1 0 0 0 0,0 1 0 0 0,0 0 0 0 0,1 1 0 0 0,-1 0 0 0 0,-11 1 0 0 0,-5 0 133 0 0,-174-9 938 0 0,-66-1-642 0 0,-30-14 400 0 0,43 1-408 0 0,-563 25-690 0 0,658 13 244 0 0,-192 46 1 0 0,73 12 696 0 0,112-27-710 0 0,-353 65-306 0 0,174-54 2002 0 0,246-36-1394 0 0,-140 51-1 0 0,201-59-592 0 0,-47 26-1 0 0,70-33 122 0 0,0 1 0 0 0,1 1-1 0 0,-1 0 1 0 0,2 0 0 0 0,-1 1-1 0 0,-15 18 1 0 0,26-27 134 0 0,0 1 0 0 0,0-1 0 0 0,0 0 0 0 0,0 0 0 0 0,0 1 0 0 0,1-1 0 0 0,-1 1 0 0 0,0-1 0 0 0,1 1 0 0 0,-1-1 0 0 0,1 1 0 0 0,0-1 0 0 0,-1 1 0 0 0,1-1 0 0 0,0 1 0 0 0,0 0 0 0 0,0-1 0 0 0,0 1 0 0 0,0-1 0 0 0,0 1 0 0 0,1 0 0 0 0,-1-1 0 0 0,0 1 0 0 0,1 1 0 0 0,1 0-64 0 0,0 0 0 0 0,0 0 0 0 0,0-1 0 0 0,0 1 0 0 0,0 0 1 0 0,0-1-1 0 0,1 1 0 0 0,-1-1 0 0 0,1 0 0 0 0,5 4 0 0 0,4 1-210 0 0,0-1-1 0 0,0 0 0 0 0,1 0 0 0 0,21 5 0 0 0,-7-4 108 0 0,0-2 0 0 0,0 0 0 0 0,43 0-1 0 0,86-7-1010 0 0,16 1 456 0 0,330 58 1279 0 0,-312-31-426 0 0,-53-15-401 0 0,204-8 1 0 0,-8-21 1583 0 0,461-86-1 0 0,-491 58-1187 0 0,-141 23 12 0 0,-1 7 32 0 0,-98 12-185 0 0,114-23 0 0 0,181-56 725 0 0,-336 77-702 0 0,0-1 1 0 0,0-1-1 0 0,36-19 1 0 0,-50 23-5 0 0,-1 0-1 0 0,1-1 1 0 0,-1 0 0 0 0,0-1 0 0 0,0 0-1 0 0,-1 0 1 0 0,0 0 0 0 0,0 0-1 0 0,0-1 1 0 0,-1 0 0 0 0,0-1 0 0 0,8-15-1 0 0,-12 20 31 0 0,0 0-1 0 0,0-1 1 0 0,-1 0-1 0 0,0 1 1 0 0,1-1-1 0 0,-1 1 1 0 0,0-1-1 0 0,-1 1 1 0 0,1-1-1 0 0,-1 1 1 0 0,1-1-1 0 0,-1 1 1 0 0,0-1-1 0 0,0 1 0 0 0,-1-1 1 0 0,1 1-1 0 0,-1 0 1 0 0,1 0-1 0 0,-1 0 1 0 0,0 0-1 0 0,-5-5 1 0 0,-5-7 249 0 0,0 1 1 0 0,-27-23-1 0 0,32 32-245 0 0,-33-29 280 0 0,-1 3 0 0 0,-2 1 1 0 0,-1 2-1 0 0,-1 3 1 0 0,-2 1-1 0 0,-87-32 0 0 0,48 29-145 0 0,0 3-1 0 0,-2 4 0 0 0,-99-10 1 0 0,29 18-1919 0 0,75 11-1615 0 0</inkml:trace>
</inkml:ink>
</file>

<file path=ppt/ink/ink4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42:10.9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2119 375 5985 0 0,'-36'-81'2391'0'0,"23"50"-1570"0"0,-1 1-1 0 0,-1 0 1 0 0,-27-38-1 0 0,34 58-834 0 0,-1-1 0 0 0,0 2 0 0 0,-1-1-1 0 0,0 1 1 0 0,-1 1 0 0 0,1 0-1 0 0,-2 0 1 0 0,1 1 0 0 0,-20-9 0 0 0,12 8 69 0 0,1 2 0 0 0,-2 0 1 0 0,1 0-1 0 0,-1 2 0 0 0,-37-4 0 0 0,20 7-201 0 0,-1 1-1 0 0,1 2 0 0 0,0 1 0 0 0,1 3 0 0 0,-1 0 0 0 0,-55 18 1 0 0,-135 61-677 0 0,191-68 781 0 0,1 2 0 0 0,1 1-1 0 0,1 1 1 0 0,-35 30 0 0 0,-214 215-1108 0 0,250-233 922 0 0,-51 59-258 0 0,-114 162-1 0 0,69-82 214 0 0,89-121 531 0 0,3 1 0 0 0,-39 73 0 0 0,57-90-67 0 0,2 2-1 0 0,2 0 1 0 0,1 0 0 0 0,-15 73 0 0 0,20-56 102 0 0,3 0 0 0 0,2 1 0 0 0,3-1 0 0 0,1 1 0 0 0,4-1 0 0 0,1 0 0 0 0,3 0 0 0 0,29 97 0 0 0,1-38-876 0 0,5-2-1 0 0,113 206 1 0 0,-32-55-1516 0 0,-81-163 471 0 0,82 138 0 0 0,-109-212 1514 0 0,0 0-1 0 0,2-1 0 0 0,1-2 1 0 0,1 0-1 0 0,0-1 0 0 0,2-1 1 0 0,42 29-1 0 0,-35-31 271 0 0,0 0 1 0 0,2-3-1 0 0,0 0 0 0 0,1-2 1 0 0,0-2-1 0 0,45 10 1 0 0,-35-12-235 0 0,1-1 0 0 0,0-3 0 0 0,0-2 1 0 0,0-1-1 0 0,0-3 0 0 0,1-1 0 0 0,-1-2 1 0 0,75-18-1 0 0,-88 14-141 0 0,1-2 1 0 0,-2-1-1 0 0,1-1 1 0 0,-2-2-1 0 0,1-1 1 0 0,-2-1-1 0 0,0-1 1 0 0,-1-2-1 0 0,-1 0 1 0 0,-1-2-1 0 0,-1-1 0 0 0,33-39 1 0 0,-23 18 753 0 0,-3-2-1 0 0,-1-2 1 0 0,-3 0 0 0 0,-2-2 0 0 0,24-64-1 0 0,73-267 3156 0 0,-112 347-3616 0 0,71-352 170 0 0,-32-7 61 0 0,-21 149-227 0 0,-18 156 17 0 0,-3-1 1 0 0,-5 1 0 0 0,-3-1-1 0 0,-4 1 1 0 0,-4-1 0 0 0,-36-155-1 0 0,30 189 795 0 0,-2 0-1 0 0,-3 2 0 0 0,-52-99 0 0 0,50 114-765 0 0,-1 0-1 0 0,-2 2 1 0 0,-2 0-1 0 0,-1 2 1 0 0,-56-50 0 0 0,62 64-430 0 0,-36-23 0 0 0,-1 11-3443 0 0,21 17-243 0 0</inkml:trace>
</inkml:ink>
</file>

<file path=ppt/ink/ink4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7:42.2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81 237 9218 0 0,'-6'-1'387'0'0,"0"0"-1"0"0,1 0 1 0 0,-1 0-1 0 0,1-1 1 0 0,0 0-1 0 0,-1 0 1 0 0,1-1 0 0 0,0 1-1 0 0,0-1 1 0 0,1 0-1 0 0,-6-4 1 0 0,9 5-286 0 0,0 1 1 0 0,0 0-1 0 0,0 0 1 0 0,0 0-1 0 0,0 0 1 0 0,0-1-1 0 0,0 1 1 0 0,1 0-1 0 0,-1-1 0 0 0,0 1 1 0 0,1 0-1 0 0,-1-1 1 0 0,1 1-1 0 0,0-1 1 0 0,-1 1-1 0 0,1-1 1 0 0,0 1-1 0 0,0-3 1 0 0,0 2-3 0 0,1 0 1 0 0,-1-1 0 0 0,1 1-1 0 0,0 0 1 0 0,0-1 0 0 0,0 1-1 0 0,0 0 1 0 0,0 0 0 0 0,0 0 0 0 0,1 0-1 0 0,-1 0 1 0 0,1 0 0 0 0,-1 0-1 0 0,1 1 1 0 0,2-3 0 0 0,10-7 151 0 0,0 1 1 0 0,0 0-1 0 0,1 0 1 0 0,0 2-1 0 0,1 0 1 0 0,0 0-1 0 0,22-6 1 0 0,13-2 159 0 0,58-10 1 0 0,-76 18-363 0 0,50-7 125 0 0,-76 14-165 0 0,-1 0 1 0 0,1 1-1 0 0,-1 0 0 0 0,1 0 1 0 0,-1 1-1 0 0,0 0 0 0 0,1 0 0 0 0,-1 1 1 0 0,0-1-1 0 0,8 4 0 0 0,-11-3-5 0 0,0 0 0 0 0,0 1 0 0 0,0-1 1 0 0,0 1-1 0 0,0 0 0 0 0,0-1 0 0 0,0 1 0 0 0,-1 0 0 0 0,0 1 0 0 0,1-1 0 0 0,-1 0 0 0 0,-1 1 0 0 0,1-1 0 0 0,0 1 0 0 0,-1 0 0 0 0,0 0 0 0 0,0-1 0 0 0,0 1 0 0 0,1 6 0 0 0,1 10 36 0 0,-1 1 1 0 0,-1 31-1 0 0,-1-30-23 0 0,7 635 487 0 0,7-389-477 0 0,50 283 0 0 0,-56-496-74 0 0,25 145 799 0 0,6 233 0 0 0,-39-424-727 0 0,1 33 170 0 0,-1 0 0 0 0,-11 74 0 0 0,11-116-219 0 0,0 0 1 0 0,0 1-1 0 0,0-1 1 0 0,0 0 0 0 0,0 0-1 0 0,-1 1 1 0 0,1-1-1 0 0,0 0 1 0 0,0 0-1 0 0,0 0 1 0 0,0 0 0 0 0,-1 1-1 0 0,1-1 1 0 0,0 0-1 0 0,0 0 1 0 0,0 0-1 0 0,-1 0 1 0 0,1 0 0 0 0,0 0-1 0 0,0 1 1 0 0,-1-1-1 0 0,1 0 1 0 0,0 0-1 0 0,0 0 1 0 0,-1 0 0 0 0,1 0-1 0 0,0 0 1 0 0,0 0-1 0 0,-1 0 1 0 0,1 0-1 0 0,0 0 1 0 0,0 0 0 0 0,0 0-1 0 0,-1 0 1 0 0,1 0-1 0 0,0-1 1 0 0,0 1-1 0 0,-1 0 1 0 0,1 0 0 0 0,0 0-1 0 0,0 0 1 0 0,0 0-1 0 0,-1 0 1 0 0,1-1-1 0 0,0 1 1 0 0,-11-8-3355 0 0</inkml:trace>
</inkml:ink>
</file>

<file path=ppt/ink/ink4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7:42.5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1 193 6449 0 0,'0'-1'163'0'0,"1"0"1"0"0,0 1-1 0 0,-1-1 0 0 0,1 0 0 0 0,-1 1 0 0 0,1-1 0 0 0,0 0 0 0 0,-1 1 0 0 0,1-1 0 0 0,0 1 0 0 0,0 0 1 0 0,0-1-1 0 0,-1 1 0 0 0,1-1 0 0 0,0 1 0 0 0,0 0 0 0 0,0 0 0 0 0,0 0 0 0 0,-1-1 0 0 0,1 1 0 0 0,0 0 1 0 0,0 0-1 0 0,0 0 0 0 0,1 0 0 0 0,29-5 1811 0 0,-23 5-1710 0 0,0-1 0 0 0,1 1 0 0 0,-1 0 0 0 0,0 1-1 0 0,0 0 1 0 0,0 0 0 0 0,0 1 0 0 0,-1 0 0 0 0,1 1-1 0 0,0-1 1 0 0,-1 1 0 0 0,1 1 0 0 0,-1-1 0 0 0,0 1-1 0 0,0 1 1 0 0,9 7 0 0 0,4 6 383 0 0,-2 0 0 0 0,0 2 0 0 0,27 37 1 0 0,-34-41-371 0 0,1 0 1 0 0,0-1 0 0 0,1 0 0 0 0,0-1-1 0 0,2-1 1 0 0,-1 0 0 0 0,31 20 0 0 0,-41-31-220 0 0,0 0-1 0 0,0 0 1 0 0,0-1 0 0 0,0 1 0 0 0,1-1 0 0 0,-1 0 0 0 0,0 0 0 0 0,1 0-1 0 0,-1-1 1 0 0,0 0 0 0 0,1 1 0 0 0,-1-2 0 0 0,0 1 0 0 0,1 0 0 0 0,-1-1-1 0 0,1 0 1 0 0,-1 0 0 0 0,6-2 0 0 0,-4 0 10 0 0,0 0 0 0 0,0-1 0 0 0,0 0 1 0 0,0 0-1 0 0,-1 0 0 0 0,1 0 0 0 0,-1-1 0 0 0,0 0 0 0 0,0 0 0 0 0,5-9 0 0 0,6-11 40 0 0,-1-1 0 0 0,-1 0 0 0 0,-1-1 0 0 0,11-35-1 0 0,-23 61-107 0 0,74-214-2194 0 0,-61 177-5721 0 0</inkml:trace>
</inkml:ink>
</file>

<file path=ppt/ink/ink4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7:43.2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4 129 13363 0 0,'0'-1'78'0'0,"-1"0"1"0"0,0 0-1 0 0,1 0 0 0 0,0-1 1 0 0,-1 1-1 0 0,1 0 1 0 0,0-1-1 0 0,-1 1 1 0 0,1 0-1 0 0,0 0 0 0 0,0-1 1 0 0,0 1-1 0 0,0 0 1 0 0,0-1-1 0 0,1 1 0 0 0,-1 0 1 0 0,1-2-1 0 0,-1 2-3 0 0,0 1 0 0 0,1-1 1 0 0,-1 1-1 0 0,1-1 0 0 0,-1 1 0 0 0,1-1 0 0 0,-1 1 0 0 0,1-1 0 0 0,-1 1 1 0 0,1-1-1 0 0,0 1 0 0 0,-1 0 0 0 0,1-1 0 0 0,-1 1 0 0 0,1 0 0 0 0,0-1 1 0 0,-1 1-1 0 0,1 0 0 0 0,0 0 0 0 0,0 0 0 0 0,-1 0 0 0 0,2 0 0 0 0,1 0 92 0 0,-1 0-1 0 0,1 0 1 0 0,-1 0-1 0 0,1 1 1 0 0,-1-1-1 0 0,1 1 1 0 0,-1 0-1 0 0,1 0 0 0 0,-1 0 1 0 0,0 0-1 0 0,1 0 1 0 0,-1 1-1 0 0,0-1 1 0 0,0 0-1 0 0,0 1 1 0 0,3 2-1 0 0,8 14 129 0 0,0 0-1 0 0,-1 1 1 0 0,-1 0 0 0 0,-1 1-1 0 0,0 0 1 0 0,-2 0 0 0 0,7 25-1 0 0,-3-11-125 0 0,25 48 0 0 0,-28-66-141 0 0,1-1 0 0 0,0 0-1 0 0,2 0 1 0 0,-1-1 0 0 0,2 0-1 0 0,0-1 1 0 0,1-1 0 0 0,0 0-1 0 0,0-1 1 0 0,21 12 0 0 0,-28-19-15 0 0,-1 0-1 0 0,1-1 1 0 0,-1 0 0 0 0,1 0 0 0 0,0 0 0 0 0,0-1-1 0 0,1 0 1 0 0,-1-1 0 0 0,0 0 0 0 0,1 0 0 0 0,-1 0-1 0 0,0-1 1 0 0,1 0 0 0 0,-1-1 0 0 0,1 1 0 0 0,-1-1-1 0 0,0-1 1 0 0,1 1 0 0 0,-1-1 0 0 0,0-1 0 0 0,0 1-1 0 0,0-1 1 0 0,-1 0 0 0 0,1-1 0 0 0,-1 0 0 0 0,0 0-1 0 0,10-8 1 0 0,-5 2 4 0 0,0-1 0 0 0,-2 0 0 0 0,1-1 0 0 0,-1 0 0 0 0,-1-1 0 0 0,0 1 0 0 0,-1-1 0 0 0,0-1 0 0 0,-1 0-1 0 0,-1 1 1 0 0,0-2 0 0 0,4-21 0 0 0,1-17 57 0 0,-2 0 0 0 0,0-62 1 0 0,-2 34 125 0 0,-6 58-113 0 0,0 19-30 0 0,-1 0 1 0 0,1-1 0 0 0,1 1 0 0 0,-1-1 0 0 0,1 1-1 0 0,-1 0 1 0 0,1-1 0 0 0,2-3 0 0 0,12 45 463 0 0,13 41-1352 0 0,46 93-1 0 0,-60-145 563 0 0,1 1-1 0 0,2-2 0 0 0,1 0 1 0 0,0-1-1 0 0,2-1 1 0 0,42 38-1 0 0,-46-47 160 0 0,1 0 0 0 0,27 16-1 0 0,-18-18 111 0 0</inkml:trace>
</inkml:ink>
</file>

<file path=ppt/ink/ink4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7:43.7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150 113 5065 0 0,'2'-6'-123'0'0,"11"-44"1662"0"0,-13 47-1151 0 0,0 0 1 0 0,1 0 0 0 0,-1 0-1 0 0,-1 0 1 0 0,1 0-1 0 0,0 0 1 0 0,-1 0-1 0 0,1 0 1 0 0,-1 0-1 0 0,0 0 1 0 0,0 0 0 0 0,0 0-1 0 0,0 1 1 0 0,-3-5-1 0 0,4 6-264 0 0,-1 1 0 0 0,1-1 0 0 0,-1 0 0 0 0,1 1 0 0 0,-1-1-1 0 0,1 1 1 0 0,-1-1 0 0 0,1 1 0 0 0,-1-1 0 0 0,0 1 0 0 0,1 0 0 0 0,-1-1-1 0 0,0 1 1 0 0,1 0 0 0 0,-1-1 0 0 0,0 1 0 0 0,1 0 0 0 0,-1 0-1 0 0,0 0 1 0 0,1 0 0 0 0,-1 0 0 0 0,0 0 0 0 0,0 0 0 0 0,1 0 0 0 0,-1 0-1 0 0,-1 0 1 0 0,-20 11 1505 0 0,-13 24-70 0 0,35-35-1525 0 0,-14 17 612 0 0,1 0 0 0 0,-19 32 0 0 0,29-44-592 0 0,0-1 1 0 0,1 1 0 0 0,0 0-1 0 0,0 0 1 0 0,0 0-1 0 0,0 0 1 0 0,1 0-1 0 0,0 0 1 0 0,0 1 0 0 0,0-1-1 0 0,1 0 1 0 0,0 1-1 0 0,0-1 1 0 0,0 0-1 0 0,0 1 1 0 0,3 8 0 0 0,14 8 291 0 0,-17-21-331 0 0,0-1 0 0 0,0 1 0 0 0,1-1 0 0 0,-1 1 0 0 0,0-1 0 0 0,1 1 0 0 0,-1-1 0 0 0,0 1 0 0 0,1-1 0 0 0,-1 1 0 0 0,1-1 0 0 0,-1 0 0 0 0,1 1 0 0 0,-1-1 0 0 0,0 0 0 0 0,1 0 1 0 0,-1 1-1 0 0,1-1 0 0 0,0 0 0 0 0,-1 0 0 0 0,1 0 0 0 0,-1 1 0 0 0,1-1 0 0 0,-1 0 0 0 0,1 0 0 0 0,-1 0 0 0 0,1 0 0 0 0,0 0 0 0 0,-1 0 0 0 0,1 0 0 0 0,-1 0 0 0 0,1 0 0 0 0,-1-1 0 0 0,1 1 0 0 0,-1 0 0 0 0,1 0 1 0 0,-1 0-1 0 0,1-1 0 0 0,-1 1 0 0 0,1 0 0 0 0,-1 0 0 0 0,1-1 0 0 0,0 0 0 0 0,1 0 61 0 0,-2-3-14 0 0,-17-14 328 0 0,24 22-409 0 0,0 0 1 0 0,0 0-1 0 0,1 0 1 0 0,-1-1-1 0 0,1 0 1 0 0,-1-1-1 0 0,1 0 1 0 0,12 2-1 0 0,-11-2-6 0 0,1-1 1 0 0,-1 2-1 0 0,0-1 0 0 0,0 2 0 0 0,0-1 0 0 0,-1 1 0 0 0,1 0 0 0 0,-1 1 1 0 0,0 0-1 0 0,7 6 0 0 0,-13-10 11 0 0,-1 1 1 0 0,1-1-1 0 0,-1 1 1 0 0,0 0 0 0 0,1 0-1 0 0,-1 0 1 0 0,0-1-1 0 0,-1 1 1 0 0,1 0-1 0 0,0 0 1 0 0,0 0-1 0 0,-1 1 1 0 0,1-1-1 0 0,-1 0 1 0 0,0 0 0 0 0,1 0-1 0 0,-1 0 1 0 0,0 0-1 0 0,-1 4 1 0 0,0-2-25 0 0,0 1 0 0 0,0-1 1 0 0,0 1-1 0 0,-1-1 0 0 0,0 0 0 0 0,0 1 1 0 0,0-1-1 0 0,-5 7 0 0 0,0-2 0 0 0,0 1-1 0 0,-1-1 0 0 0,0 0 0 0 0,-1-1 0 0 0,0 0 1 0 0,-12 8-1 0 0,11-9 123 0 0,0-1 0 0 0,0-1 0 0 0,-20 8 0 0 0,27-12-228 0 0,1 0 0 0 0,-1 0 0 0 0,1 0 0 0 0,-1-1 0 0 0,1 1 0 0 0,-1-1 0 0 0,1 1 0 0 0,-1-1 0 0 0,1 0 0 0 0,-1 0 0 0 0,0 0 0 0 0,1 0 0 0 0,-1-1-1 0 0,1 1 1 0 0,-1-1 0 0 0,1 1 0 0 0,-1-1 0 0 0,1 0 0 0 0,-1 0 0 0 0,1 0 0 0 0,0 0 0 0 0,-1-1 0 0 0,-2-1 0 0 0,1-1-944 0 0</inkml:trace>
</inkml:ink>
</file>

<file path=ppt/ink/ink4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7:44.0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1 399 4145 0 0,'35'-21'2048'0'0,"-1"0"0"0"0,0-3 1 0 0,57-51-1 0 0,-81 65-1706 0 0,0 1 1 0 0,-1-2 0 0 0,0 1-1 0 0,-1-1 1 0 0,0 0 0 0 0,-1-1-1 0 0,0 0 1 0 0,-1 0-1 0 0,0-1 1 0 0,-1 0 0 0 0,0 0-1 0 0,-1 0 1 0 0,-1 0 0 0 0,0-1-1 0 0,2-17 1 0 0,-5 29-278 0 0,0 0 0 0 0,0-1 1 0 0,0 1-1 0 0,0 0 0 0 0,0-1 1 0 0,-1 1-1 0 0,1 0 1 0 0,-1-1-1 0 0,1 1 0 0 0,-1 0 1 0 0,0 0-1 0 0,0-1 0 0 0,0 1 1 0 0,0 0-1 0 0,-2-3 0 0 0,1 4-11 0 0,1 0 0 0 0,0 0 0 0 0,0 0 0 0 0,0 0 0 0 0,-1 1 0 0 0,1-1 0 0 0,0 0-1 0 0,-1 0 1 0 0,1 1 0 0 0,0-1 0 0 0,-1 1 0 0 0,1-1 0 0 0,-1 1 0 0 0,1 0 0 0 0,-1-1 0 0 0,1 1 0 0 0,-1 0-1 0 0,-1 0 1 0 0,-2 1 18 0 0,1-1-1 0 0,0 1 0 0 0,-1 0 0 0 0,1 0 0 0 0,0 1 1 0 0,0-1-1 0 0,0 1 0 0 0,0 0 0 0 0,1 0 0 0 0,-1 0 1 0 0,0 1-1 0 0,1-1 0 0 0,-1 1 0 0 0,1 0 0 0 0,-4 4 1 0 0,2-2-46 0 0,1 1 1 0 0,0-1-1 0 0,0 1 1 0 0,0 0-1 0 0,1 0 1 0 0,0 0-1 0 0,0 0 1 0 0,1 1-1 0 0,0-1 1 0 0,0 1-1 0 0,0 0 1 0 0,1-1-1 0 0,0 1 1 0 0,0 0-1 0 0,0 0 1 0 0,1 0 0 0 0,0 0-1 0 0,1-1 1 0 0,0 1-1 0 0,0 0 1 0 0,0 0-1 0 0,0 0 1 0 0,1-1-1 0 0,1 1 1 0 0,-1-1-1 0 0,1 0 1 0 0,0 1-1 0 0,4 5 1 0 0,1 0-35 0 0,-1 0-1 0 0,2-1 1 0 0,-1 0-1 0 0,2 0 1 0 0,-1-1 0 0 0,2 0-1 0 0,-1-1 1 0 0,1 0 0 0 0,0-1-1 0 0,1 0 1 0 0,0 0-1 0 0,0-2 1 0 0,14 7 0 0 0,0-4-1065 0 0,0-1-1 0 0,37 7 1 0 0,-19-9-5665 0 0</inkml:trace>
</inkml:ink>
</file>

<file path=ppt/ink/ink4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7:45.0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330 479 3225 0 0,'-4'-2'459'0'0,"-1"-1"0"0"0,1 0 0 0 0,-1 1 0 0 0,0 0 1 0 0,1 0-1 0 0,-1 0 0 0 0,0 0 0 0 0,0 1 0 0 0,-1 0 0 0 0,1 0 1 0 0,0 0-1 0 0,0 1 0 0 0,0 0 0 0 0,-9 0 0 0 0,6 1 38 0 0,1-1-1 0 0,-1 2 0 0 0,1-1 0 0 0,-1 1 1 0 0,1 0-1 0 0,-1 0 0 0 0,1 1 1 0 0,0 0-1 0 0,-9 6 0 0 0,2 1-256 0 0,0 0-1 0 0,0 1 1 0 0,1 1-1 0 0,1 0 1 0 0,0 1-1 0 0,1 0 0 0 0,-13 21 1 0 0,17-25-141 0 0,1 1-1 0 0,0 0 1 0 0,1 1 0 0 0,0-1 0 0 0,1 1-1 0 0,0 0 1 0 0,0 0 0 0 0,2 1 0 0 0,-1-1-1 0 0,1 1 1 0 0,0 22 0 0 0,1-31-97 0 0,1-1 0 0 0,0 1-1 0 0,1-1 1 0 0,-1 1 0 0 0,0 0 0 0 0,1-1 0 0 0,-1 1 0 0 0,1-1 0 0 0,0 1-1 0 0,0-1 1 0 0,0 1 0 0 0,0-1 0 0 0,0 0 0 0 0,1 0 0 0 0,-1 1 0 0 0,1-1 0 0 0,-1 0-1 0 0,1 0 1 0 0,0 0 0 0 0,0-1 0 0 0,0 1 0 0 0,0 0 0 0 0,0-1 0 0 0,0 1-1 0 0,0-1 1 0 0,1 0 0 0 0,-1 0 0 0 0,0 1 0 0 0,4 0 0 0 0,-2-2-38 0 0,0 1 1 0 0,0-1-1 0 0,0 0 1 0 0,1 0 0 0 0,-1 0-1 0 0,0-1 1 0 0,0 1-1 0 0,0-1 1 0 0,0 0-1 0 0,-1 0 1 0 0,1-1-1 0 0,0 1 1 0 0,0-1 0 0 0,-1 1-1 0 0,1-1 1 0 0,-1 0-1 0 0,1-1 1 0 0,4-3-1 0 0,1-1 138 0 0,-1-1-1 0 0,1 0 1 0 0,-1-1-1 0 0,-1 1 1 0 0,0-1-1 0 0,0-1 0 0 0,-1 0 1 0 0,0 0-1 0 0,0 0 1 0 0,-1 0-1 0 0,-1-1 1 0 0,0 0-1 0 0,0 0 0 0 0,-1 0 1 0 0,0 0-1 0 0,-1-1 1 0 0,0 1-1 0 0,-1-15 1 0 0,0 23-79 0 0,4-25 1215 0 0,3 24-446 0 0,5 15-312 0 0,31 50-240 0 0,-34-46-169 0 0,0 0 1 0 0,1-1-1 0 0,1 0 0 0 0,0 0 0 0 0,1-1 0 0 0,0-1 1 0 0,19 13-1 0 0,-25-20-181 0 0,1-1 1 0 0,-1 0-1 0 0,1 0 1 0 0,0-1 0 0 0,0 0-1 0 0,1 0 1 0 0,-1-1-1 0 0,1 0 1 0 0,-1-1-1 0 0,1 0 1 0 0,-1 0-1 0 0,1 0 1 0 0,0-1-1 0 0,15-2 1 0 0,-18 1 6 0 0,0-1 1 0 0,0 1-1 0 0,0-1 1 0 0,-1 0-1 0 0,1 0 1 0 0,-1-1-1 0 0,1 0 0 0 0,-1 0 1 0 0,0 0-1 0 0,0 0 1 0 0,0-1-1 0 0,-1 0 1 0 0,1 0-1 0 0,-1 0 1 0 0,0-1-1 0 0,0 1 0 0 0,0-1 1 0 0,-1 0-1 0 0,0 0 1 0 0,0 0-1 0 0,5-11 1 0 0,-1-7-1351 0 0,-1 0 0 0 0,-1 0-1 0 0,-1 0 1 0 0,-1-1 0 0 0,-2 0 0 0 0,0 1 0 0 0,-2-28 0 0 0,4-62 740 0 0,12-24 4391 0 0,5 0 5697 0 0,-14 178-5264 0 0,10 74-3970 0 0,-10-87-115 0 0,2-1 0 0 0,1 0 0 0 0,1-1 0 0 0,24 48 0 0 0,-27-61-17 0 0,1-1 1 0 0,0 1-1 0 0,1-1 1 0 0,0-1-1 0 0,1 0 0 0 0,0 0 1 0 0,1-1-1 0 0,0 0 1 0 0,1 0-1 0 0,0-2 1 0 0,13 9-1 0 0,-21-15-20 0 0,1 0 0 0 0,-1 0 1 0 0,1-1-1 0 0,-1 1 0 0 0,1-1 0 0 0,0 0 0 0 0,0 0 0 0 0,0 0 0 0 0,-1-1 0 0 0,1 0 1 0 0,0 0-1 0 0,0 0 0 0 0,0 0 0 0 0,0-1 0 0 0,6-2 0 0 0,-4 1-28 0 0,0 0 1 0 0,0-1-1 0 0,0 0 0 0 0,-1-1 0 0 0,1 1 1 0 0,-1-1-1 0 0,0-1 0 0 0,-1 1 0 0 0,9-9 1 0 0,-4 3-18 0 0,-1-1 1 0 0,0 0-1 0 0,0 0 1 0 0,-1-1 0 0 0,-1 0-1 0 0,0-1 1 0 0,-1 0-1 0 0,0 0 1 0 0,-1 0 0 0 0,5-17-1 0 0,-4-3-10 0 0,-1-1 0 0 0,-1 1-1 0 0,-2-43 1 0 0,-10-104 515 0 0,6 153-269 0 0,8 71-26 0 0,1 0-1 0 0,2-1 1 0 0,2 0-1 0 0,2-1 1 0 0,1 0-1 0 0,3-1 1 0 0,1 0-1 0 0,2-2 1 0 0,26 39-1 0 0,54 52-2739 0 0,-75-98-5446 0 0</inkml:trace>
</inkml:ink>
</file>

<file path=ppt/ink/ink4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7:45.5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261 139 11522 0 0,'-37'-42'1528'0'0,"-15"-15"1109"0"0,46 53-2293 0 0,1-1 1 0 0,0 1-1 0 0,-1 0 1 0 0,0 0 0 0 0,0 0-1 0 0,0 1 1 0 0,0 0-1 0 0,-11-3 1 0 0,15 5-233 0 0,0 1 0 0 0,0-1-1 0 0,0 1 1 0 0,0 0 0 0 0,0 0 0 0 0,-1 0-1 0 0,1 0 1 0 0,0 0 0 0 0,0 0 0 0 0,0 0-1 0 0,0 1 1 0 0,0-1 0 0 0,0 1 0 0 0,-1 0-1 0 0,1-1 1 0 0,0 1 0 0 0,1 0 0 0 0,-1 0-1 0 0,-2 1 1 0 0,1 1 6 0 0,-1 0-1 0 0,1 0 0 0 0,0 0 1 0 0,0 0-1 0 0,1 1 1 0 0,-1-1-1 0 0,1 1 1 0 0,-1-1-1 0 0,-1 5 1 0 0,-2 5 40 0 0,1 1 1 0 0,0-1-1 0 0,1 1 1 0 0,-4 25-1 0 0,4-13-98 0 0,2 0 1 0 0,1 0-1 0 0,1 0 0 0 0,1 0 0 0 0,1 0 0 0 0,2-1 1 0 0,0 1-1 0 0,2-1 0 0 0,1 0 0 0 0,19 48 0 0 0,8-1-50 0 0,3-2 0 0 0,58 81-1 0 0,-40-66-316 0 0,-23-28-589 0 0,-21-32-5297 0 0</inkml:trace>
</inkml:ink>
</file>

<file path=ppt/ink/ink4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7:45.6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0 254 7370 0 0,'0'-3'164'0'0,"1"-1"1"0"0,0 1-1 0 0,0 0 1 0 0,0-1 0 0 0,0 1-1 0 0,0-1 1 0 0,0 1-1 0 0,1 0 1 0 0,0 0 0 0 0,0 0-1 0 0,0 0 1 0 0,0 0-1 0 0,0 0 1 0 0,0 1 0 0 0,1-1-1 0 0,4-3 1 0 0,6-6 1122 0 0,2 1 1 0 0,16-10-1 0 0,-11 8-994 0 0,15-12 1051 0 0,2 3-1 0 0,44-22 1 0 0,-60 35-1099 0 0,0 1 0 0 0,0 0 0 0 0,1 2 0 0 0,0 0 0 0 0,43-5 0 0 0,-39 10-737 0 0</inkml:trace>
</inkml:ink>
</file>

<file path=ppt/ink/ink4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7:45.9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0 258 2304 0 0,'10'-14'11733'0'0,"-9"15"-11408"0"0,6 0 19 0 0,-1 1 1 0 0,1 1-1 0 0,-1-1 1 0 0,0 1-1 0 0,0 0 1 0 0,0 1-1 0 0,0 0 0 0 0,-1 0 1 0 0,1 0-1 0 0,6 7 1 0 0,5 7 789 0 0,25 33 0 0 0,-34-41-981 0 0,6 5 531 0 0,-14-15-666 0 0,0 0 1 0 0,0 0 0 0 0,0 1 0 0 0,0-1-1 0 0,0 0 1 0 0,0 0 0 0 0,0 0 0 0 0,1 0-1 0 0,-1 0 1 0 0,0 0 0 0 0,0 0 0 0 0,0 0-1 0 0,0 0 1 0 0,0 0 0 0 0,0 0-1 0 0,1 0 1 0 0,-1 0 0 0 0,0 0 0 0 0,0 1-1 0 0,0-1 1 0 0,0 0 0 0 0,0 0 0 0 0,1 0-1 0 0,-1 0 1 0 0,0-1 0 0 0,0 1 0 0 0,0 0-1 0 0,0 0 1 0 0,0 0 0 0 0,1 0 0 0 0,-1 0-1 0 0,0 0 1 0 0,0 0 0 0 0,0 0-1 0 0,0 0 1 0 0,0 0 0 0 0,0 0 0 0 0,0 0-1 0 0,1 0 1 0 0,-1 0 0 0 0,0-1 0 0 0,0 1-1 0 0,0 0 1 0 0,0 0 0 0 0,0 0 0 0 0,0 0-1 0 0,0 0 1 0 0,0 0 0 0 0,0-1-1 0 0,-2-28 1489 0 0,-1 11-1489 0 0,1-3 89 0 0,1 0 0 0 0,1 0 0 0 0,1 0 0 0 0,0 0 0 0 0,9-39 0 0 0,-7 46-571 0 0,1 0-1 0 0,1 1 1 0 0,0-1-1 0 0,1 1 0 0 0,0 0 1 0 0,1 0-1 0 0,1 1 1 0 0,0 0-1 0 0,13-16 1 0 0,-2 8-6743 0 0</inkml:trace>
</inkml:ink>
</file>

<file path=ppt/ink/ink4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7:46.2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1 292 5529 0 0,'0'0'13'0'0,"0"0"0"0"0,0 0 0 0 0,0 1 1 0 0,0-1-1 0 0,-1 0 0 0 0,1 0 0 0 0,0 0 0 0 0,0 0 0 0 0,0 0 0 0 0,0 0 0 0 0,0 0 0 0 0,0 0 0 0 0,0 1 0 0 0,0-1 0 0 0,0 0 0 0 0,0 0 1 0 0,0 0-1 0 0,0 0 0 0 0,0 0 0 0 0,0 0 0 0 0,0 1 0 0 0,0-1 0 0 0,0 0 0 0 0,0 0 0 0 0,0 0 0 0 0,0 0 0 0 0,0 0 0 0 0,0 0 1 0 0,0 0-1 0 0,0 0 0 0 0,0 1 0 0 0,1-1 0 0 0,-1 0 0 0 0,0 0 0 0 0,0 0 0 0 0,0 0 0 0 0,0 0 0 0 0,0 0 0 0 0,0 0 0 0 0,0 0 1 0 0,0 0-1 0 0,0 0 0 0 0,0 1 0 0 0,1-1 0 0 0,-1 0 0 0 0,0 0 0 0 0,0 0 0 0 0,0 0 0 0 0,0 0 0 0 0,0 0 0 0 0,0 0 0 0 0,0 0 0 0 0,1 0 1 0 0,-1 0-1 0 0,0 0 0 0 0,0 0 0 0 0,0 0 0 0 0,0 0 0 0 0,0 0 0 0 0,0 0 0 0 0,0 0 0 0 0,1 0 0 0 0,12-4 1373 0 0,13-9 961 0 0,-14 4-1513 0 0,0 0 0 0 0,-1-1 0 0 0,0-1 0 0 0,-1 0-1 0 0,0 0 1 0 0,-1-1 0 0 0,0 0 0 0 0,11-20 0 0 0,-17 27-663 0 0,0 0 0 0 0,-1 0 0 0 0,0 0 0 0 0,0-1 0 0 0,0 1 0 0 0,0-1-1 0 0,-1 1 1 0 0,0-1 0 0 0,0 0 0 0 0,0 0 0 0 0,-1 1 0 0 0,0-1 0 0 0,0 0 0 0 0,0 0 0 0 0,-1 0 0 0 0,0 1 0 0 0,0-1 0 0 0,-1 0 0 0 0,1 1 0 0 0,-1-1 0 0 0,0 1 0 0 0,-1-1 0 0 0,1 1 0 0 0,-7-9 0 0 0,8 13-146 0 0,0 0 0 0 0,1-1 0 0 0,-1 1 0 0 0,0 0 0 0 0,0 0 0 0 0,0 0 0 0 0,0 1 0 0 0,0-1 0 0 0,0 0 0 0 0,0 0 0 0 0,0 1 1 0 0,0-1-1 0 0,-1 0 0 0 0,1 1 0 0 0,0-1 0 0 0,0 1 0 0 0,-1-1 0 0 0,1 1 0 0 0,0 0 0 0 0,-1 0 0 0 0,1-1 0 0 0,0 1 0 0 0,-1 0 0 0 0,1 0 0 0 0,-2 1 1 0 0,1-1-12 0 0,-1 1 0 0 0,1 0 0 0 0,0 0 0 0 0,0 0 0 0 0,0 0 0 0 0,0 1 0 0 0,0-1 1 0 0,0 1-1 0 0,0-1 0 0 0,0 1 0 0 0,0 0 0 0 0,-2 3 0 0 0,-2 3-11 0 0,0-1-1 0 0,1 2 0 0 0,0-1 1 0 0,1 0-1 0 0,0 1 0 0 0,-3 10 1 0 0,4-12-61 0 0,2 0 0 0 0,-1 1 0 0 0,1-1 0 0 0,0 0 0 0 0,0 1 0 0 0,1-1 0 0 0,0 1 0 0 0,0-1 0 0 0,1 1 0 0 0,0-1 0 0 0,0 1 0 0 0,1-1 0 0 0,0 0 0 0 0,0 0 0 0 0,1 0 0 0 0,0 0 0 0 0,5 8 0 0 0,-5-9-342 0 0,0-1 0 0 0,1 0 0 0 0,0-1-1 0 0,0 1 1 0 0,1-1 0 0 0,-1 1 0 0 0,1-2-1 0 0,0 1 1 0 0,0 0 0 0 0,1-1 0 0 0,-1 0 0 0 0,0 0-1 0 0,12 4 1 0 0,4-1-5596 0 0</inkml:trace>
</inkml:ink>
</file>

<file path=ppt/ink/ink4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7:46.8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156 44 1376 0 0,'-29'-43'21800'0'0,"13"61"-21793"0"0,2 2 1 0 0,0-1 0 0 0,1 2 0 0 0,1 0-1 0 0,1 0 1 0 0,1 1 0 0 0,1 0 0 0 0,1 1-1 0 0,1 0 1 0 0,-5 24 0 0 0,12-43-18 0 0,0 0 0 0 0,0 1 1 0 0,0-1-1 0 0,0 0 0 0 0,1 0 0 0 0,-1 0 1 0 0,1 0-1 0 0,0 0 0 0 0,0 0 0 0 0,1 0 1 0 0,-1 0-1 0 0,1 0 0 0 0,3 5 0 0 0,-4-8 1 0 0,-1 0 0 0 0,1 0 0 0 0,0 0 0 0 0,-1 0-1 0 0,1 0 1 0 0,0 0 0 0 0,0 0 0 0 0,0-1 0 0 0,0 1 0 0 0,0 0 0 0 0,0 0-1 0 0,0-1 1 0 0,0 1 0 0 0,0-1 0 0 0,0 1 0 0 0,0-1 0 0 0,0 1-1 0 0,0-1 1 0 0,0 0 0 0 0,1 1 0 0 0,-1-1 0 0 0,0 0 0 0 0,0 0-1 0 0,0 0 1 0 0,1 0 0 0 0,-1 0 0 0 0,0 0 0 0 0,0 0 0 0 0,0 0 0 0 0,1-1-1 0 0,-1 1 1 0 0,0 0 0 0 0,0-1 0 0 0,0 1 0 0 0,0-1 0 0 0,0 1-1 0 0,0-1 1 0 0,0 0 0 0 0,0 1 0 0 0,0-1 0 0 0,0 0 0 0 0,0 0-1 0 0,0 0 1 0 0,0 1 0 0 0,0-1 0 0 0,-1 0 0 0 0,1 0 0 0 0,0-2 0 0 0,10-10 16 0 0,-2 0 0 0 0,0-1 0 0 0,0-1 0 0 0,7-16 1 0 0,20-34 37 0 0,-33 61-39 0 0,1-2 48 0 0,0 0 1 0 0,0 0-1 0 0,1 1 1 0 0,0-1-1 0 0,0 1 1 0 0,11-9-1 0 0,-15 13-42 0 0,1 0 0 0 0,0 0-1 0 0,0 1 1 0 0,0-1 0 0 0,0 1-1 0 0,-1-1 1 0 0,1 1 0 0 0,0-1-1 0 0,0 1 1 0 0,0 0-1 0 0,0 0 1 0 0,0 0 0 0 0,0 0-1 0 0,0 0 1 0 0,0 1 0 0 0,0-1-1 0 0,0 1 1 0 0,-1-1 0 0 0,1 1-1 0 0,0 0 1 0 0,0-1 0 0 0,0 1-1 0 0,-1 0 1 0 0,1 0 0 0 0,0 0-1 0 0,-1 0 1 0 0,1 1-1 0 0,-1-1 1 0 0,1 0 0 0 0,-1 1-1 0 0,2 1 1 0 0,22 24 8 0 0,-1 1 0 0 0,-2 1 0 0 0,33 54 0 0 0,-5-5-93 0 0,0-10 21 0 0,-19-28 196 0 0,-2 2 1 0 0,26 48-1 0 0,-60-104 34 0 0,2 0 1 0 0,0 0-1 0 0,0-1 0 0 0,1 1 0 0 0,1-1 0 0 0,1-26 1 0 0,0 17-124 0 0,0-13-648 0 0,2 0-1 0 0,9-53 1 0 0,-4 51-38 0 0</inkml:trace>
</inkml:ink>
</file>

<file path=ppt/ink/ink4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3T22:37:47.0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1 12443 0 0,'-3'13'544'0'0,"0"-5"128"0"0,3 2-544 0 0,0-4-128 0 0,1-2 0 0 0,1-2 0 0 0,-1 1 504 0 0,2 1 72 0 0,0 4 8 0 0,4 0-3240 0 0,2-3-641 0 0,4-5-136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E82251-0160-4469-ACEE-303A5D4B0836}" type="datetimeFigureOut">
              <a:rPr lang="en-US" smtClean="0"/>
              <a:t>10/23/2025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656E40-D1A4-4189-B190-F9CD7DFE8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18092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6E40-D1A4-4189-B190-F9CD7DFE870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49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5400"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75646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PT Sans" panose="020B05030202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1988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PT Sans" panose="020B0503020203020204" pitchFamily="34" charset="0"/>
                <a:ea typeface="PT Sans" panose="020B05030202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21266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0" y="1"/>
            <a:ext cx="10515600" cy="584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5" name="Picture 4" descr="Text&#10;&#10;Description automatically generated with medium confidence">
            <a:extLst>
              <a:ext uri="{FF2B5EF4-FFF2-40B4-BE49-F238E27FC236}">
                <a16:creationId xmlns:a16="http://schemas.microsoft.com/office/drawing/2014/main" id="{7C60BECE-557F-4952-BC37-9040A86B01E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576" t="22101" r="5881" b="20208"/>
          <a:stretch/>
        </p:blipFill>
        <p:spPr>
          <a:xfrm>
            <a:off x="10788202" y="0"/>
            <a:ext cx="1352283" cy="786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9290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rgbClr val="991B1E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58.xml"/><Relationship Id="rId299" Type="http://schemas.openxmlformats.org/officeDocument/2006/relationships/customXml" Target="../ink/ink149.xml"/><Relationship Id="rId21" Type="http://schemas.openxmlformats.org/officeDocument/2006/relationships/customXml" Target="../ink/ink10.xml"/><Relationship Id="rId63" Type="http://schemas.openxmlformats.org/officeDocument/2006/relationships/customXml" Target="../ink/ink31.xml"/><Relationship Id="rId159" Type="http://schemas.openxmlformats.org/officeDocument/2006/relationships/customXml" Target="../ink/ink79.xml"/><Relationship Id="rId324" Type="http://schemas.openxmlformats.org/officeDocument/2006/relationships/image" Target="../media/image164.png"/><Relationship Id="rId170" Type="http://schemas.openxmlformats.org/officeDocument/2006/relationships/image" Target="../media/image87.png"/><Relationship Id="rId226" Type="http://schemas.openxmlformats.org/officeDocument/2006/relationships/image" Target="../media/image115.png"/><Relationship Id="rId268" Type="http://schemas.openxmlformats.org/officeDocument/2006/relationships/image" Target="../media/image136.png"/><Relationship Id="rId32" Type="http://schemas.openxmlformats.org/officeDocument/2006/relationships/image" Target="../media/image18.png"/><Relationship Id="rId74" Type="http://schemas.openxmlformats.org/officeDocument/2006/relationships/image" Target="../media/image39.png"/><Relationship Id="rId128" Type="http://schemas.openxmlformats.org/officeDocument/2006/relationships/image" Target="../media/image66.png"/><Relationship Id="rId335" Type="http://schemas.openxmlformats.org/officeDocument/2006/relationships/customXml" Target="../ink/ink167.xml"/><Relationship Id="rId5" Type="http://schemas.openxmlformats.org/officeDocument/2006/relationships/customXml" Target="../ink/ink2.xml"/><Relationship Id="rId181" Type="http://schemas.openxmlformats.org/officeDocument/2006/relationships/customXml" Target="../ink/ink90.xml"/><Relationship Id="rId237" Type="http://schemas.openxmlformats.org/officeDocument/2006/relationships/customXml" Target="../ink/ink118.xml"/><Relationship Id="rId279" Type="http://schemas.openxmlformats.org/officeDocument/2006/relationships/customXml" Target="../ink/ink139.xml"/><Relationship Id="rId43" Type="http://schemas.openxmlformats.org/officeDocument/2006/relationships/customXml" Target="../ink/ink21.xml"/><Relationship Id="rId139" Type="http://schemas.openxmlformats.org/officeDocument/2006/relationships/customXml" Target="../ink/ink69.xml"/><Relationship Id="rId290" Type="http://schemas.openxmlformats.org/officeDocument/2006/relationships/image" Target="../media/image147.png"/><Relationship Id="rId304" Type="http://schemas.openxmlformats.org/officeDocument/2006/relationships/image" Target="../media/image154.png"/><Relationship Id="rId346" Type="http://schemas.openxmlformats.org/officeDocument/2006/relationships/image" Target="../media/image175.png"/><Relationship Id="rId85" Type="http://schemas.openxmlformats.org/officeDocument/2006/relationships/customXml" Target="../ink/ink42.xml"/><Relationship Id="rId150" Type="http://schemas.openxmlformats.org/officeDocument/2006/relationships/image" Target="../media/image77.png"/><Relationship Id="rId192" Type="http://schemas.openxmlformats.org/officeDocument/2006/relationships/image" Target="../media/image98.png"/><Relationship Id="rId206" Type="http://schemas.openxmlformats.org/officeDocument/2006/relationships/image" Target="../media/image105.png"/><Relationship Id="rId248" Type="http://schemas.openxmlformats.org/officeDocument/2006/relationships/image" Target="../media/image126.png"/><Relationship Id="rId12" Type="http://schemas.openxmlformats.org/officeDocument/2006/relationships/image" Target="../media/image8.png"/><Relationship Id="rId108" Type="http://schemas.openxmlformats.org/officeDocument/2006/relationships/image" Target="../media/image56.png"/><Relationship Id="rId315" Type="http://schemas.openxmlformats.org/officeDocument/2006/relationships/customXml" Target="../ink/ink157.xml"/><Relationship Id="rId54" Type="http://schemas.openxmlformats.org/officeDocument/2006/relationships/image" Target="../media/image29.png"/><Relationship Id="rId96" Type="http://schemas.openxmlformats.org/officeDocument/2006/relationships/image" Target="../media/image50.png"/><Relationship Id="rId161" Type="http://schemas.openxmlformats.org/officeDocument/2006/relationships/customXml" Target="../ink/ink80.xml"/><Relationship Id="rId217" Type="http://schemas.openxmlformats.org/officeDocument/2006/relationships/customXml" Target="../ink/ink108.xml"/><Relationship Id="rId259" Type="http://schemas.openxmlformats.org/officeDocument/2006/relationships/customXml" Target="../ink/ink129.xml"/><Relationship Id="rId23" Type="http://schemas.openxmlformats.org/officeDocument/2006/relationships/customXml" Target="../ink/ink11.xml"/><Relationship Id="rId119" Type="http://schemas.openxmlformats.org/officeDocument/2006/relationships/customXml" Target="../ink/ink59.xml"/><Relationship Id="rId270" Type="http://schemas.openxmlformats.org/officeDocument/2006/relationships/image" Target="../media/image137.png"/><Relationship Id="rId326" Type="http://schemas.openxmlformats.org/officeDocument/2006/relationships/image" Target="../media/image165.png"/><Relationship Id="rId65" Type="http://schemas.openxmlformats.org/officeDocument/2006/relationships/customXml" Target="../ink/ink32.xml"/><Relationship Id="rId130" Type="http://schemas.openxmlformats.org/officeDocument/2006/relationships/image" Target="../media/image67.png"/><Relationship Id="rId172" Type="http://schemas.openxmlformats.org/officeDocument/2006/relationships/image" Target="../media/image88.png"/><Relationship Id="rId228" Type="http://schemas.openxmlformats.org/officeDocument/2006/relationships/image" Target="../media/image116.png"/><Relationship Id="rId281" Type="http://schemas.openxmlformats.org/officeDocument/2006/relationships/customXml" Target="../ink/ink140.xml"/><Relationship Id="rId337" Type="http://schemas.openxmlformats.org/officeDocument/2006/relationships/customXml" Target="../ink/ink168.xml"/><Relationship Id="rId34" Type="http://schemas.openxmlformats.org/officeDocument/2006/relationships/image" Target="../media/image19.png"/><Relationship Id="rId76" Type="http://schemas.openxmlformats.org/officeDocument/2006/relationships/image" Target="../media/image40.png"/><Relationship Id="rId141" Type="http://schemas.openxmlformats.org/officeDocument/2006/relationships/customXml" Target="../ink/ink70.xml"/><Relationship Id="rId7" Type="http://schemas.openxmlformats.org/officeDocument/2006/relationships/customXml" Target="../ink/ink3.xml"/><Relationship Id="rId183" Type="http://schemas.openxmlformats.org/officeDocument/2006/relationships/customXml" Target="../ink/ink91.xml"/><Relationship Id="rId239" Type="http://schemas.openxmlformats.org/officeDocument/2006/relationships/customXml" Target="../ink/ink119.xml"/><Relationship Id="rId250" Type="http://schemas.openxmlformats.org/officeDocument/2006/relationships/image" Target="../media/image127.png"/><Relationship Id="rId292" Type="http://schemas.openxmlformats.org/officeDocument/2006/relationships/image" Target="../media/image148.png"/><Relationship Id="rId306" Type="http://schemas.openxmlformats.org/officeDocument/2006/relationships/image" Target="../media/image155.png"/><Relationship Id="rId45" Type="http://schemas.openxmlformats.org/officeDocument/2006/relationships/customXml" Target="../ink/ink22.xml"/><Relationship Id="rId87" Type="http://schemas.openxmlformats.org/officeDocument/2006/relationships/customXml" Target="../ink/ink43.xml"/><Relationship Id="rId110" Type="http://schemas.openxmlformats.org/officeDocument/2006/relationships/image" Target="../media/image57.png"/><Relationship Id="rId348" Type="http://schemas.openxmlformats.org/officeDocument/2006/relationships/image" Target="../media/image176.png"/><Relationship Id="rId152" Type="http://schemas.openxmlformats.org/officeDocument/2006/relationships/image" Target="../media/image78.png"/><Relationship Id="rId194" Type="http://schemas.openxmlformats.org/officeDocument/2006/relationships/image" Target="../media/image99.png"/><Relationship Id="rId208" Type="http://schemas.openxmlformats.org/officeDocument/2006/relationships/image" Target="../media/image106.png"/><Relationship Id="rId261" Type="http://schemas.openxmlformats.org/officeDocument/2006/relationships/customXml" Target="../ink/ink130.xml"/><Relationship Id="rId14" Type="http://schemas.openxmlformats.org/officeDocument/2006/relationships/image" Target="../media/image9.png"/><Relationship Id="rId56" Type="http://schemas.openxmlformats.org/officeDocument/2006/relationships/image" Target="../media/image30.png"/><Relationship Id="rId317" Type="http://schemas.openxmlformats.org/officeDocument/2006/relationships/customXml" Target="../ink/ink158.xml"/><Relationship Id="rId8" Type="http://schemas.openxmlformats.org/officeDocument/2006/relationships/image" Target="../media/image6.png"/><Relationship Id="rId98" Type="http://schemas.openxmlformats.org/officeDocument/2006/relationships/image" Target="../media/image51.png"/><Relationship Id="rId121" Type="http://schemas.openxmlformats.org/officeDocument/2006/relationships/customXml" Target="../ink/ink60.xml"/><Relationship Id="rId142" Type="http://schemas.openxmlformats.org/officeDocument/2006/relationships/image" Target="../media/image73.png"/><Relationship Id="rId163" Type="http://schemas.openxmlformats.org/officeDocument/2006/relationships/customXml" Target="../ink/ink81.xml"/><Relationship Id="rId184" Type="http://schemas.openxmlformats.org/officeDocument/2006/relationships/image" Target="../media/image94.png"/><Relationship Id="rId219" Type="http://schemas.openxmlformats.org/officeDocument/2006/relationships/customXml" Target="../ink/ink109.xml"/><Relationship Id="rId230" Type="http://schemas.openxmlformats.org/officeDocument/2006/relationships/image" Target="../media/image117.png"/><Relationship Id="rId251" Type="http://schemas.openxmlformats.org/officeDocument/2006/relationships/customXml" Target="../ink/ink125.xml"/><Relationship Id="rId25" Type="http://schemas.openxmlformats.org/officeDocument/2006/relationships/customXml" Target="../ink/ink12.xml"/><Relationship Id="rId46" Type="http://schemas.openxmlformats.org/officeDocument/2006/relationships/image" Target="../media/image25.png"/><Relationship Id="rId67" Type="http://schemas.openxmlformats.org/officeDocument/2006/relationships/customXml" Target="../ink/ink33.xml"/><Relationship Id="rId272" Type="http://schemas.openxmlformats.org/officeDocument/2006/relationships/image" Target="../media/image138.png"/><Relationship Id="rId293" Type="http://schemas.openxmlformats.org/officeDocument/2006/relationships/customXml" Target="../ink/ink146.xml"/><Relationship Id="rId307" Type="http://schemas.openxmlformats.org/officeDocument/2006/relationships/customXml" Target="../ink/ink153.xml"/><Relationship Id="rId328" Type="http://schemas.openxmlformats.org/officeDocument/2006/relationships/image" Target="../media/image166.png"/><Relationship Id="rId349" Type="http://schemas.openxmlformats.org/officeDocument/2006/relationships/customXml" Target="../ink/ink174.xml"/><Relationship Id="rId88" Type="http://schemas.openxmlformats.org/officeDocument/2006/relationships/image" Target="../media/image46.png"/><Relationship Id="rId111" Type="http://schemas.openxmlformats.org/officeDocument/2006/relationships/customXml" Target="../ink/ink55.xml"/><Relationship Id="rId132" Type="http://schemas.openxmlformats.org/officeDocument/2006/relationships/image" Target="../media/image68.png"/><Relationship Id="rId153" Type="http://schemas.openxmlformats.org/officeDocument/2006/relationships/customXml" Target="../ink/ink76.xml"/><Relationship Id="rId174" Type="http://schemas.openxmlformats.org/officeDocument/2006/relationships/image" Target="../media/image89.png"/><Relationship Id="rId195" Type="http://schemas.openxmlformats.org/officeDocument/2006/relationships/customXml" Target="../ink/ink97.xml"/><Relationship Id="rId209" Type="http://schemas.openxmlformats.org/officeDocument/2006/relationships/customXml" Target="../ink/ink104.xml"/><Relationship Id="rId220" Type="http://schemas.openxmlformats.org/officeDocument/2006/relationships/image" Target="../media/image112.png"/><Relationship Id="rId241" Type="http://schemas.openxmlformats.org/officeDocument/2006/relationships/customXml" Target="../ink/ink120.xml"/><Relationship Id="rId15" Type="http://schemas.openxmlformats.org/officeDocument/2006/relationships/customXml" Target="../ink/ink7.xml"/><Relationship Id="rId36" Type="http://schemas.openxmlformats.org/officeDocument/2006/relationships/image" Target="../media/image20.png"/><Relationship Id="rId57" Type="http://schemas.openxmlformats.org/officeDocument/2006/relationships/customXml" Target="../ink/ink28.xml"/><Relationship Id="rId262" Type="http://schemas.openxmlformats.org/officeDocument/2006/relationships/image" Target="../media/image133.png"/><Relationship Id="rId283" Type="http://schemas.openxmlformats.org/officeDocument/2006/relationships/customXml" Target="../ink/ink141.xml"/><Relationship Id="rId318" Type="http://schemas.openxmlformats.org/officeDocument/2006/relationships/image" Target="../media/image161.png"/><Relationship Id="rId339" Type="http://schemas.openxmlformats.org/officeDocument/2006/relationships/customXml" Target="../ink/ink169.xml"/><Relationship Id="rId78" Type="http://schemas.openxmlformats.org/officeDocument/2006/relationships/image" Target="../media/image41.png"/><Relationship Id="rId99" Type="http://schemas.openxmlformats.org/officeDocument/2006/relationships/customXml" Target="../ink/ink49.xml"/><Relationship Id="rId101" Type="http://schemas.openxmlformats.org/officeDocument/2006/relationships/customXml" Target="../ink/ink50.xml"/><Relationship Id="rId122" Type="http://schemas.openxmlformats.org/officeDocument/2006/relationships/image" Target="../media/image63.png"/><Relationship Id="rId143" Type="http://schemas.openxmlformats.org/officeDocument/2006/relationships/customXml" Target="../ink/ink71.xml"/><Relationship Id="rId164" Type="http://schemas.openxmlformats.org/officeDocument/2006/relationships/image" Target="../media/image84.png"/><Relationship Id="rId185" Type="http://schemas.openxmlformats.org/officeDocument/2006/relationships/customXml" Target="../ink/ink92.xml"/><Relationship Id="rId350" Type="http://schemas.openxmlformats.org/officeDocument/2006/relationships/image" Target="../media/image177.png"/><Relationship Id="rId9" Type="http://schemas.openxmlformats.org/officeDocument/2006/relationships/customXml" Target="../ink/ink4.xml"/><Relationship Id="rId210" Type="http://schemas.openxmlformats.org/officeDocument/2006/relationships/image" Target="../media/image107.png"/><Relationship Id="rId26" Type="http://schemas.openxmlformats.org/officeDocument/2006/relationships/image" Target="../media/image15.png"/><Relationship Id="rId231" Type="http://schemas.openxmlformats.org/officeDocument/2006/relationships/customXml" Target="../ink/ink115.xml"/><Relationship Id="rId252" Type="http://schemas.openxmlformats.org/officeDocument/2006/relationships/image" Target="../media/image128.png"/><Relationship Id="rId273" Type="http://schemas.openxmlformats.org/officeDocument/2006/relationships/customXml" Target="../ink/ink136.xml"/><Relationship Id="rId294" Type="http://schemas.openxmlformats.org/officeDocument/2006/relationships/image" Target="../media/image149.png"/><Relationship Id="rId308" Type="http://schemas.openxmlformats.org/officeDocument/2006/relationships/image" Target="../media/image156.png"/><Relationship Id="rId329" Type="http://schemas.openxmlformats.org/officeDocument/2006/relationships/customXml" Target="../ink/ink164.xml"/><Relationship Id="rId47" Type="http://schemas.openxmlformats.org/officeDocument/2006/relationships/customXml" Target="../ink/ink23.xml"/><Relationship Id="rId68" Type="http://schemas.openxmlformats.org/officeDocument/2006/relationships/image" Target="../media/image36.png"/><Relationship Id="rId89" Type="http://schemas.openxmlformats.org/officeDocument/2006/relationships/customXml" Target="../ink/ink44.xml"/><Relationship Id="rId112" Type="http://schemas.openxmlformats.org/officeDocument/2006/relationships/image" Target="../media/image58.png"/><Relationship Id="rId133" Type="http://schemas.openxmlformats.org/officeDocument/2006/relationships/customXml" Target="../ink/ink66.xml"/><Relationship Id="rId154" Type="http://schemas.openxmlformats.org/officeDocument/2006/relationships/image" Target="../media/image79.png"/><Relationship Id="rId175" Type="http://schemas.openxmlformats.org/officeDocument/2006/relationships/customXml" Target="../ink/ink87.xml"/><Relationship Id="rId340" Type="http://schemas.openxmlformats.org/officeDocument/2006/relationships/image" Target="../media/image172.png"/><Relationship Id="rId196" Type="http://schemas.openxmlformats.org/officeDocument/2006/relationships/image" Target="../media/image100.png"/><Relationship Id="rId200" Type="http://schemas.openxmlformats.org/officeDocument/2006/relationships/image" Target="../media/image102.png"/><Relationship Id="rId16" Type="http://schemas.openxmlformats.org/officeDocument/2006/relationships/image" Target="../media/image10.png"/><Relationship Id="rId221" Type="http://schemas.openxmlformats.org/officeDocument/2006/relationships/customXml" Target="../ink/ink110.xml"/><Relationship Id="rId242" Type="http://schemas.openxmlformats.org/officeDocument/2006/relationships/image" Target="../media/image123.png"/><Relationship Id="rId263" Type="http://schemas.openxmlformats.org/officeDocument/2006/relationships/customXml" Target="../ink/ink131.xml"/><Relationship Id="rId284" Type="http://schemas.openxmlformats.org/officeDocument/2006/relationships/image" Target="../media/image144.png"/><Relationship Id="rId319" Type="http://schemas.openxmlformats.org/officeDocument/2006/relationships/customXml" Target="../ink/ink159.xml"/><Relationship Id="rId37" Type="http://schemas.openxmlformats.org/officeDocument/2006/relationships/customXml" Target="../ink/ink18.xml"/><Relationship Id="rId58" Type="http://schemas.openxmlformats.org/officeDocument/2006/relationships/image" Target="../media/image31.png"/><Relationship Id="rId79" Type="http://schemas.openxmlformats.org/officeDocument/2006/relationships/customXml" Target="../ink/ink39.xml"/><Relationship Id="rId102" Type="http://schemas.openxmlformats.org/officeDocument/2006/relationships/image" Target="../media/image53.png"/><Relationship Id="rId123" Type="http://schemas.openxmlformats.org/officeDocument/2006/relationships/customXml" Target="../ink/ink61.xml"/><Relationship Id="rId144" Type="http://schemas.openxmlformats.org/officeDocument/2006/relationships/image" Target="../media/image74.png"/><Relationship Id="rId330" Type="http://schemas.openxmlformats.org/officeDocument/2006/relationships/image" Target="../media/image167.png"/><Relationship Id="rId90" Type="http://schemas.openxmlformats.org/officeDocument/2006/relationships/image" Target="../media/image47.png"/><Relationship Id="rId165" Type="http://schemas.openxmlformats.org/officeDocument/2006/relationships/customXml" Target="../ink/ink82.xml"/><Relationship Id="rId186" Type="http://schemas.openxmlformats.org/officeDocument/2006/relationships/image" Target="../media/image95.png"/><Relationship Id="rId211" Type="http://schemas.openxmlformats.org/officeDocument/2006/relationships/customXml" Target="../ink/ink105.xml"/><Relationship Id="rId232" Type="http://schemas.openxmlformats.org/officeDocument/2006/relationships/image" Target="../media/image118.png"/><Relationship Id="rId253" Type="http://schemas.openxmlformats.org/officeDocument/2006/relationships/customXml" Target="../ink/ink126.xml"/><Relationship Id="rId274" Type="http://schemas.openxmlformats.org/officeDocument/2006/relationships/image" Target="../media/image139.png"/><Relationship Id="rId295" Type="http://schemas.openxmlformats.org/officeDocument/2006/relationships/customXml" Target="../ink/ink147.xml"/><Relationship Id="rId309" Type="http://schemas.openxmlformats.org/officeDocument/2006/relationships/customXml" Target="../ink/ink154.xml"/><Relationship Id="rId27" Type="http://schemas.openxmlformats.org/officeDocument/2006/relationships/customXml" Target="../ink/ink13.xml"/><Relationship Id="rId48" Type="http://schemas.openxmlformats.org/officeDocument/2006/relationships/image" Target="../media/image26.png"/><Relationship Id="rId69" Type="http://schemas.openxmlformats.org/officeDocument/2006/relationships/customXml" Target="../ink/ink34.xml"/><Relationship Id="rId113" Type="http://schemas.openxmlformats.org/officeDocument/2006/relationships/customXml" Target="../ink/ink56.xml"/><Relationship Id="rId134" Type="http://schemas.openxmlformats.org/officeDocument/2006/relationships/image" Target="../media/image69.png"/><Relationship Id="rId320" Type="http://schemas.openxmlformats.org/officeDocument/2006/relationships/image" Target="../media/image162.png"/><Relationship Id="rId80" Type="http://schemas.openxmlformats.org/officeDocument/2006/relationships/image" Target="../media/image42.png"/><Relationship Id="rId155" Type="http://schemas.openxmlformats.org/officeDocument/2006/relationships/customXml" Target="../ink/ink77.xml"/><Relationship Id="rId176" Type="http://schemas.openxmlformats.org/officeDocument/2006/relationships/image" Target="../media/image90.png"/><Relationship Id="rId197" Type="http://schemas.openxmlformats.org/officeDocument/2006/relationships/customXml" Target="../ink/ink98.xml"/><Relationship Id="rId341" Type="http://schemas.openxmlformats.org/officeDocument/2006/relationships/customXml" Target="../ink/ink170.xml"/><Relationship Id="rId201" Type="http://schemas.openxmlformats.org/officeDocument/2006/relationships/customXml" Target="../ink/ink100.xml"/><Relationship Id="rId222" Type="http://schemas.openxmlformats.org/officeDocument/2006/relationships/image" Target="../media/image113.png"/><Relationship Id="rId243" Type="http://schemas.openxmlformats.org/officeDocument/2006/relationships/customXml" Target="../ink/ink121.xml"/><Relationship Id="rId264" Type="http://schemas.openxmlformats.org/officeDocument/2006/relationships/image" Target="../media/image134.png"/><Relationship Id="rId285" Type="http://schemas.openxmlformats.org/officeDocument/2006/relationships/customXml" Target="../ink/ink142.xml"/><Relationship Id="rId17" Type="http://schemas.openxmlformats.org/officeDocument/2006/relationships/customXml" Target="../ink/ink8.xml"/><Relationship Id="rId38" Type="http://schemas.openxmlformats.org/officeDocument/2006/relationships/image" Target="../media/image21.png"/><Relationship Id="rId59" Type="http://schemas.openxmlformats.org/officeDocument/2006/relationships/customXml" Target="../ink/ink29.xml"/><Relationship Id="rId103" Type="http://schemas.openxmlformats.org/officeDocument/2006/relationships/customXml" Target="../ink/ink51.xml"/><Relationship Id="rId124" Type="http://schemas.openxmlformats.org/officeDocument/2006/relationships/image" Target="../media/image64.png"/><Relationship Id="rId310" Type="http://schemas.openxmlformats.org/officeDocument/2006/relationships/image" Target="../media/image157.png"/><Relationship Id="rId70" Type="http://schemas.openxmlformats.org/officeDocument/2006/relationships/image" Target="../media/image37.png"/><Relationship Id="rId91" Type="http://schemas.openxmlformats.org/officeDocument/2006/relationships/customXml" Target="../ink/ink45.xml"/><Relationship Id="rId145" Type="http://schemas.openxmlformats.org/officeDocument/2006/relationships/customXml" Target="../ink/ink72.xml"/><Relationship Id="rId166" Type="http://schemas.openxmlformats.org/officeDocument/2006/relationships/image" Target="../media/image85.png"/><Relationship Id="rId187" Type="http://schemas.openxmlformats.org/officeDocument/2006/relationships/customXml" Target="../ink/ink93.xml"/><Relationship Id="rId331" Type="http://schemas.openxmlformats.org/officeDocument/2006/relationships/customXml" Target="../ink/ink165.xml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108.png"/><Relationship Id="rId233" Type="http://schemas.openxmlformats.org/officeDocument/2006/relationships/customXml" Target="../ink/ink116.xml"/><Relationship Id="rId254" Type="http://schemas.openxmlformats.org/officeDocument/2006/relationships/image" Target="../media/image129.png"/><Relationship Id="rId28" Type="http://schemas.openxmlformats.org/officeDocument/2006/relationships/image" Target="../media/image16.png"/><Relationship Id="rId49" Type="http://schemas.openxmlformats.org/officeDocument/2006/relationships/customXml" Target="../ink/ink24.xml"/><Relationship Id="rId114" Type="http://schemas.openxmlformats.org/officeDocument/2006/relationships/image" Target="../media/image59.png"/><Relationship Id="rId275" Type="http://schemas.openxmlformats.org/officeDocument/2006/relationships/customXml" Target="../ink/ink137.xml"/><Relationship Id="rId296" Type="http://schemas.openxmlformats.org/officeDocument/2006/relationships/image" Target="../media/image150.png"/><Relationship Id="rId300" Type="http://schemas.openxmlformats.org/officeDocument/2006/relationships/image" Target="../media/image152.png"/><Relationship Id="rId60" Type="http://schemas.openxmlformats.org/officeDocument/2006/relationships/image" Target="../media/image32.png"/><Relationship Id="rId81" Type="http://schemas.openxmlformats.org/officeDocument/2006/relationships/customXml" Target="../ink/ink40.xml"/><Relationship Id="rId135" Type="http://schemas.openxmlformats.org/officeDocument/2006/relationships/customXml" Target="../ink/ink67.xml"/><Relationship Id="rId156" Type="http://schemas.openxmlformats.org/officeDocument/2006/relationships/image" Target="../media/image80.png"/><Relationship Id="rId177" Type="http://schemas.openxmlformats.org/officeDocument/2006/relationships/customXml" Target="../ink/ink88.xml"/><Relationship Id="rId198" Type="http://schemas.openxmlformats.org/officeDocument/2006/relationships/image" Target="../media/image101.png"/><Relationship Id="rId321" Type="http://schemas.openxmlformats.org/officeDocument/2006/relationships/customXml" Target="../ink/ink160.xml"/><Relationship Id="rId342" Type="http://schemas.openxmlformats.org/officeDocument/2006/relationships/image" Target="../media/image173.png"/><Relationship Id="rId202" Type="http://schemas.openxmlformats.org/officeDocument/2006/relationships/image" Target="../media/image103.png"/><Relationship Id="rId223" Type="http://schemas.openxmlformats.org/officeDocument/2006/relationships/customXml" Target="../ink/ink111.xml"/><Relationship Id="rId244" Type="http://schemas.openxmlformats.org/officeDocument/2006/relationships/image" Target="../media/image124.png"/><Relationship Id="rId18" Type="http://schemas.openxmlformats.org/officeDocument/2006/relationships/image" Target="../media/image11.png"/><Relationship Id="rId39" Type="http://schemas.openxmlformats.org/officeDocument/2006/relationships/customXml" Target="../ink/ink19.xml"/><Relationship Id="rId265" Type="http://schemas.openxmlformats.org/officeDocument/2006/relationships/customXml" Target="../ink/ink132.xml"/><Relationship Id="rId286" Type="http://schemas.openxmlformats.org/officeDocument/2006/relationships/image" Target="../media/image145.png"/><Relationship Id="rId50" Type="http://schemas.openxmlformats.org/officeDocument/2006/relationships/image" Target="../media/image27.png"/><Relationship Id="rId104" Type="http://schemas.openxmlformats.org/officeDocument/2006/relationships/image" Target="../media/image54.png"/><Relationship Id="rId125" Type="http://schemas.openxmlformats.org/officeDocument/2006/relationships/customXml" Target="../ink/ink62.xml"/><Relationship Id="rId146" Type="http://schemas.openxmlformats.org/officeDocument/2006/relationships/image" Target="../media/image75.png"/><Relationship Id="rId167" Type="http://schemas.openxmlformats.org/officeDocument/2006/relationships/customXml" Target="../ink/ink83.xml"/><Relationship Id="rId188" Type="http://schemas.openxmlformats.org/officeDocument/2006/relationships/image" Target="../media/image96.png"/><Relationship Id="rId311" Type="http://schemas.openxmlformats.org/officeDocument/2006/relationships/customXml" Target="../ink/ink155.xml"/><Relationship Id="rId332" Type="http://schemas.openxmlformats.org/officeDocument/2006/relationships/image" Target="../media/image168.png"/><Relationship Id="rId71" Type="http://schemas.openxmlformats.org/officeDocument/2006/relationships/customXml" Target="../ink/ink35.xml"/><Relationship Id="rId92" Type="http://schemas.openxmlformats.org/officeDocument/2006/relationships/image" Target="../media/image48.png"/><Relationship Id="rId213" Type="http://schemas.openxmlformats.org/officeDocument/2006/relationships/customXml" Target="../ink/ink106.xml"/><Relationship Id="rId234" Type="http://schemas.openxmlformats.org/officeDocument/2006/relationships/image" Target="../media/image119.png"/><Relationship Id="rId2" Type="http://schemas.openxmlformats.org/officeDocument/2006/relationships/image" Target="../media/image3.png"/><Relationship Id="rId29" Type="http://schemas.openxmlformats.org/officeDocument/2006/relationships/customXml" Target="../ink/ink14.xml"/><Relationship Id="rId255" Type="http://schemas.openxmlformats.org/officeDocument/2006/relationships/customXml" Target="../ink/ink127.xml"/><Relationship Id="rId276" Type="http://schemas.openxmlformats.org/officeDocument/2006/relationships/image" Target="../media/image140.png"/><Relationship Id="rId297" Type="http://schemas.openxmlformats.org/officeDocument/2006/relationships/customXml" Target="../ink/ink148.xml"/><Relationship Id="rId40" Type="http://schemas.openxmlformats.org/officeDocument/2006/relationships/image" Target="../media/image22.png"/><Relationship Id="rId115" Type="http://schemas.openxmlformats.org/officeDocument/2006/relationships/customXml" Target="../ink/ink57.xml"/><Relationship Id="rId136" Type="http://schemas.openxmlformats.org/officeDocument/2006/relationships/image" Target="../media/image70.png"/><Relationship Id="rId157" Type="http://schemas.openxmlformats.org/officeDocument/2006/relationships/customXml" Target="../ink/ink78.xml"/><Relationship Id="rId178" Type="http://schemas.openxmlformats.org/officeDocument/2006/relationships/image" Target="../media/image91.png"/><Relationship Id="rId301" Type="http://schemas.openxmlformats.org/officeDocument/2006/relationships/customXml" Target="../ink/ink150.xml"/><Relationship Id="rId322" Type="http://schemas.openxmlformats.org/officeDocument/2006/relationships/image" Target="../media/image163.png"/><Relationship Id="rId343" Type="http://schemas.openxmlformats.org/officeDocument/2006/relationships/customXml" Target="../ink/ink171.xml"/><Relationship Id="rId61" Type="http://schemas.openxmlformats.org/officeDocument/2006/relationships/customXml" Target="../ink/ink30.xml"/><Relationship Id="rId82" Type="http://schemas.openxmlformats.org/officeDocument/2006/relationships/image" Target="../media/image43.png"/><Relationship Id="rId199" Type="http://schemas.openxmlformats.org/officeDocument/2006/relationships/customXml" Target="../ink/ink99.xml"/><Relationship Id="rId203" Type="http://schemas.openxmlformats.org/officeDocument/2006/relationships/customXml" Target="../ink/ink101.xml"/><Relationship Id="rId19" Type="http://schemas.openxmlformats.org/officeDocument/2006/relationships/customXml" Target="../ink/ink9.xml"/><Relationship Id="rId224" Type="http://schemas.openxmlformats.org/officeDocument/2006/relationships/image" Target="../media/image114.png"/><Relationship Id="rId245" Type="http://schemas.openxmlformats.org/officeDocument/2006/relationships/customXml" Target="../ink/ink122.xml"/><Relationship Id="rId266" Type="http://schemas.openxmlformats.org/officeDocument/2006/relationships/image" Target="../media/image135.png"/><Relationship Id="rId287" Type="http://schemas.openxmlformats.org/officeDocument/2006/relationships/customXml" Target="../ink/ink143.xml"/><Relationship Id="rId30" Type="http://schemas.openxmlformats.org/officeDocument/2006/relationships/image" Target="../media/image17.png"/><Relationship Id="rId105" Type="http://schemas.openxmlformats.org/officeDocument/2006/relationships/customXml" Target="../ink/ink52.xml"/><Relationship Id="rId126" Type="http://schemas.openxmlformats.org/officeDocument/2006/relationships/image" Target="../media/image65.png"/><Relationship Id="rId147" Type="http://schemas.openxmlformats.org/officeDocument/2006/relationships/customXml" Target="../ink/ink73.xml"/><Relationship Id="rId168" Type="http://schemas.openxmlformats.org/officeDocument/2006/relationships/image" Target="../media/image86.png"/><Relationship Id="rId312" Type="http://schemas.openxmlformats.org/officeDocument/2006/relationships/image" Target="../media/image158.png"/><Relationship Id="rId333" Type="http://schemas.openxmlformats.org/officeDocument/2006/relationships/customXml" Target="../ink/ink166.xml"/><Relationship Id="rId51" Type="http://schemas.openxmlformats.org/officeDocument/2006/relationships/customXml" Target="../ink/ink25.xml"/><Relationship Id="rId72" Type="http://schemas.openxmlformats.org/officeDocument/2006/relationships/image" Target="../media/image38.png"/><Relationship Id="rId93" Type="http://schemas.openxmlformats.org/officeDocument/2006/relationships/customXml" Target="../ink/ink46.xml"/><Relationship Id="rId189" Type="http://schemas.openxmlformats.org/officeDocument/2006/relationships/customXml" Target="../ink/ink94.xml"/><Relationship Id="rId3" Type="http://schemas.openxmlformats.org/officeDocument/2006/relationships/customXml" Target="../ink/ink1.xml"/><Relationship Id="rId214" Type="http://schemas.openxmlformats.org/officeDocument/2006/relationships/image" Target="../media/image109.png"/><Relationship Id="rId235" Type="http://schemas.openxmlformats.org/officeDocument/2006/relationships/customXml" Target="../ink/ink117.xml"/><Relationship Id="rId256" Type="http://schemas.openxmlformats.org/officeDocument/2006/relationships/image" Target="../media/image130.png"/><Relationship Id="rId277" Type="http://schemas.openxmlformats.org/officeDocument/2006/relationships/customXml" Target="../ink/ink138.xml"/><Relationship Id="rId298" Type="http://schemas.openxmlformats.org/officeDocument/2006/relationships/image" Target="../media/image151.png"/><Relationship Id="rId116" Type="http://schemas.openxmlformats.org/officeDocument/2006/relationships/image" Target="../media/image60.png"/><Relationship Id="rId137" Type="http://schemas.openxmlformats.org/officeDocument/2006/relationships/customXml" Target="../ink/ink68.xml"/><Relationship Id="rId158" Type="http://schemas.openxmlformats.org/officeDocument/2006/relationships/image" Target="../media/image81.png"/><Relationship Id="rId302" Type="http://schemas.openxmlformats.org/officeDocument/2006/relationships/image" Target="../media/image153.png"/><Relationship Id="rId323" Type="http://schemas.openxmlformats.org/officeDocument/2006/relationships/customXml" Target="../ink/ink161.xml"/><Relationship Id="rId344" Type="http://schemas.openxmlformats.org/officeDocument/2006/relationships/image" Target="../media/image174.png"/><Relationship Id="rId20" Type="http://schemas.openxmlformats.org/officeDocument/2006/relationships/image" Target="../media/image12.png"/><Relationship Id="rId41" Type="http://schemas.openxmlformats.org/officeDocument/2006/relationships/customXml" Target="../ink/ink20.xml"/><Relationship Id="rId62" Type="http://schemas.openxmlformats.org/officeDocument/2006/relationships/image" Target="../media/image33.png"/><Relationship Id="rId83" Type="http://schemas.openxmlformats.org/officeDocument/2006/relationships/customXml" Target="../ink/ink41.xml"/><Relationship Id="rId179" Type="http://schemas.openxmlformats.org/officeDocument/2006/relationships/customXml" Target="../ink/ink89.xml"/><Relationship Id="rId190" Type="http://schemas.openxmlformats.org/officeDocument/2006/relationships/image" Target="../media/image97.png"/><Relationship Id="rId204" Type="http://schemas.openxmlformats.org/officeDocument/2006/relationships/image" Target="../media/image104.png"/><Relationship Id="rId225" Type="http://schemas.openxmlformats.org/officeDocument/2006/relationships/customXml" Target="../ink/ink112.xml"/><Relationship Id="rId246" Type="http://schemas.openxmlformats.org/officeDocument/2006/relationships/image" Target="../media/image125.png"/><Relationship Id="rId267" Type="http://schemas.openxmlformats.org/officeDocument/2006/relationships/customXml" Target="../ink/ink133.xml"/><Relationship Id="rId288" Type="http://schemas.openxmlformats.org/officeDocument/2006/relationships/image" Target="../media/image146.png"/><Relationship Id="rId106" Type="http://schemas.openxmlformats.org/officeDocument/2006/relationships/image" Target="../media/image55.png"/><Relationship Id="rId127" Type="http://schemas.openxmlformats.org/officeDocument/2006/relationships/customXml" Target="../ink/ink63.xml"/><Relationship Id="rId313" Type="http://schemas.openxmlformats.org/officeDocument/2006/relationships/customXml" Target="../ink/ink156.xml"/><Relationship Id="rId10" Type="http://schemas.openxmlformats.org/officeDocument/2006/relationships/image" Target="../media/image7.png"/><Relationship Id="rId31" Type="http://schemas.openxmlformats.org/officeDocument/2006/relationships/customXml" Target="../ink/ink15.xml"/><Relationship Id="rId52" Type="http://schemas.openxmlformats.org/officeDocument/2006/relationships/image" Target="../media/image28.png"/><Relationship Id="rId73" Type="http://schemas.openxmlformats.org/officeDocument/2006/relationships/customXml" Target="../ink/ink36.xml"/><Relationship Id="rId94" Type="http://schemas.openxmlformats.org/officeDocument/2006/relationships/image" Target="../media/image49.png"/><Relationship Id="rId148" Type="http://schemas.openxmlformats.org/officeDocument/2006/relationships/image" Target="../media/image76.png"/><Relationship Id="rId169" Type="http://schemas.openxmlformats.org/officeDocument/2006/relationships/customXml" Target="../ink/ink84.xml"/><Relationship Id="rId334" Type="http://schemas.openxmlformats.org/officeDocument/2006/relationships/image" Target="../media/image169.png"/><Relationship Id="rId4" Type="http://schemas.openxmlformats.org/officeDocument/2006/relationships/image" Target="../media/image4.png"/><Relationship Id="rId180" Type="http://schemas.openxmlformats.org/officeDocument/2006/relationships/image" Target="../media/image92.png"/><Relationship Id="rId215" Type="http://schemas.openxmlformats.org/officeDocument/2006/relationships/customXml" Target="../ink/ink107.xml"/><Relationship Id="rId236" Type="http://schemas.openxmlformats.org/officeDocument/2006/relationships/image" Target="../media/image120.png"/><Relationship Id="rId257" Type="http://schemas.openxmlformats.org/officeDocument/2006/relationships/customXml" Target="../ink/ink128.xml"/><Relationship Id="rId278" Type="http://schemas.openxmlformats.org/officeDocument/2006/relationships/image" Target="../media/image141.png"/><Relationship Id="rId303" Type="http://schemas.openxmlformats.org/officeDocument/2006/relationships/customXml" Target="../ink/ink151.xml"/><Relationship Id="rId42" Type="http://schemas.openxmlformats.org/officeDocument/2006/relationships/image" Target="../media/image23.png"/><Relationship Id="rId84" Type="http://schemas.openxmlformats.org/officeDocument/2006/relationships/image" Target="../media/image44.png"/><Relationship Id="rId138" Type="http://schemas.openxmlformats.org/officeDocument/2006/relationships/image" Target="../media/image71.png"/><Relationship Id="rId345" Type="http://schemas.openxmlformats.org/officeDocument/2006/relationships/customXml" Target="../ink/ink172.xml"/><Relationship Id="rId191" Type="http://schemas.openxmlformats.org/officeDocument/2006/relationships/customXml" Target="../ink/ink95.xml"/><Relationship Id="rId205" Type="http://schemas.openxmlformats.org/officeDocument/2006/relationships/customXml" Target="../ink/ink102.xml"/><Relationship Id="rId247" Type="http://schemas.openxmlformats.org/officeDocument/2006/relationships/customXml" Target="../ink/ink123.xml"/><Relationship Id="rId107" Type="http://schemas.openxmlformats.org/officeDocument/2006/relationships/customXml" Target="../ink/ink53.xml"/><Relationship Id="rId289" Type="http://schemas.openxmlformats.org/officeDocument/2006/relationships/customXml" Target="../ink/ink144.xml"/><Relationship Id="rId11" Type="http://schemas.openxmlformats.org/officeDocument/2006/relationships/customXml" Target="../ink/ink5.xml"/><Relationship Id="rId53" Type="http://schemas.openxmlformats.org/officeDocument/2006/relationships/customXml" Target="../ink/ink26.xml"/><Relationship Id="rId149" Type="http://schemas.openxmlformats.org/officeDocument/2006/relationships/customXml" Target="../ink/ink74.xml"/><Relationship Id="rId314" Type="http://schemas.openxmlformats.org/officeDocument/2006/relationships/image" Target="../media/image159.png"/><Relationship Id="rId95" Type="http://schemas.openxmlformats.org/officeDocument/2006/relationships/customXml" Target="../ink/ink47.xml"/><Relationship Id="rId160" Type="http://schemas.openxmlformats.org/officeDocument/2006/relationships/image" Target="../media/image82.png"/><Relationship Id="rId216" Type="http://schemas.openxmlformats.org/officeDocument/2006/relationships/image" Target="../media/image110.png"/><Relationship Id="rId258" Type="http://schemas.openxmlformats.org/officeDocument/2006/relationships/image" Target="../media/image131.png"/><Relationship Id="rId22" Type="http://schemas.openxmlformats.org/officeDocument/2006/relationships/image" Target="../media/image13.png"/><Relationship Id="rId64" Type="http://schemas.openxmlformats.org/officeDocument/2006/relationships/image" Target="../media/image34.png"/><Relationship Id="rId118" Type="http://schemas.openxmlformats.org/officeDocument/2006/relationships/image" Target="../media/image61.png"/><Relationship Id="rId325" Type="http://schemas.openxmlformats.org/officeDocument/2006/relationships/customXml" Target="../ink/ink162.xml"/><Relationship Id="rId171" Type="http://schemas.openxmlformats.org/officeDocument/2006/relationships/customXml" Target="../ink/ink85.xml"/><Relationship Id="rId227" Type="http://schemas.openxmlformats.org/officeDocument/2006/relationships/customXml" Target="../ink/ink113.xml"/><Relationship Id="rId269" Type="http://schemas.openxmlformats.org/officeDocument/2006/relationships/customXml" Target="../ink/ink134.xml"/><Relationship Id="rId33" Type="http://schemas.openxmlformats.org/officeDocument/2006/relationships/customXml" Target="../ink/ink16.xml"/><Relationship Id="rId129" Type="http://schemas.openxmlformats.org/officeDocument/2006/relationships/customXml" Target="../ink/ink64.xml"/><Relationship Id="rId280" Type="http://schemas.openxmlformats.org/officeDocument/2006/relationships/image" Target="../media/image142.png"/><Relationship Id="rId336" Type="http://schemas.openxmlformats.org/officeDocument/2006/relationships/image" Target="../media/image170.png"/><Relationship Id="rId75" Type="http://schemas.openxmlformats.org/officeDocument/2006/relationships/customXml" Target="../ink/ink37.xml"/><Relationship Id="rId140" Type="http://schemas.openxmlformats.org/officeDocument/2006/relationships/image" Target="../media/image72.png"/><Relationship Id="rId182" Type="http://schemas.openxmlformats.org/officeDocument/2006/relationships/image" Target="../media/image93.png"/><Relationship Id="rId6" Type="http://schemas.openxmlformats.org/officeDocument/2006/relationships/image" Target="../media/image5.png"/><Relationship Id="rId238" Type="http://schemas.openxmlformats.org/officeDocument/2006/relationships/image" Target="../media/image121.png"/><Relationship Id="rId291" Type="http://schemas.openxmlformats.org/officeDocument/2006/relationships/customXml" Target="../ink/ink145.xml"/><Relationship Id="rId305" Type="http://schemas.openxmlformats.org/officeDocument/2006/relationships/customXml" Target="../ink/ink152.xml"/><Relationship Id="rId347" Type="http://schemas.openxmlformats.org/officeDocument/2006/relationships/customXml" Target="../ink/ink173.xml"/><Relationship Id="rId44" Type="http://schemas.openxmlformats.org/officeDocument/2006/relationships/image" Target="../media/image24.png"/><Relationship Id="rId86" Type="http://schemas.openxmlformats.org/officeDocument/2006/relationships/image" Target="../media/image45.png"/><Relationship Id="rId151" Type="http://schemas.openxmlformats.org/officeDocument/2006/relationships/customXml" Target="../ink/ink75.xml"/><Relationship Id="rId193" Type="http://schemas.openxmlformats.org/officeDocument/2006/relationships/customXml" Target="../ink/ink96.xml"/><Relationship Id="rId207" Type="http://schemas.openxmlformats.org/officeDocument/2006/relationships/customXml" Target="../ink/ink103.xml"/><Relationship Id="rId249" Type="http://schemas.openxmlformats.org/officeDocument/2006/relationships/customXml" Target="../ink/ink124.xml"/><Relationship Id="rId13" Type="http://schemas.openxmlformats.org/officeDocument/2006/relationships/customXml" Target="../ink/ink6.xml"/><Relationship Id="rId109" Type="http://schemas.openxmlformats.org/officeDocument/2006/relationships/customXml" Target="../ink/ink54.xml"/><Relationship Id="rId260" Type="http://schemas.openxmlformats.org/officeDocument/2006/relationships/image" Target="../media/image132.png"/><Relationship Id="rId316" Type="http://schemas.openxmlformats.org/officeDocument/2006/relationships/image" Target="../media/image160.png"/><Relationship Id="rId55" Type="http://schemas.openxmlformats.org/officeDocument/2006/relationships/customXml" Target="../ink/ink27.xml"/><Relationship Id="rId97" Type="http://schemas.openxmlformats.org/officeDocument/2006/relationships/customXml" Target="../ink/ink48.xml"/><Relationship Id="rId120" Type="http://schemas.openxmlformats.org/officeDocument/2006/relationships/image" Target="../media/image62.png"/><Relationship Id="rId162" Type="http://schemas.openxmlformats.org/officeDocument/2006/relationships/image" Target="../media/image83.png"/><Relationship Id="rId218" Type="http://schemas.openxmlformats.org/officeDocument/2006/relationships/image" Target="../media/image111.png"/><Relationship Id="rId271" Type="http://schemas.openxmlformats.org/officeDocument/2006/relationships/customXml" Target="../ink/ink135.xml"/><Relationship Id="rId24" Type="http://schemas.openxmlformats.org/officeDocument/2006/relationships/image" Target="../media/image14.png"/><Relationship Id="rId66" Type="http://schemas.openxmlformats.org/officeDocument/2006/relationships/image" Target="../media/image35.png"/><Relationship Id="rId131" Type="http://schemas.openxmlformats.org/officeDocument/2006/relationships/customXml" Target="../ink/ink65.xml"/><Relationship Id="rId327" Type="http://schemas.openxmlformats.org/officeDocument/2006/relationships/customXml" Target="../ink/ink163.xml"/><Relationship Id="rId173" Type="http://schemas.openxmlformats.org/officeDocument/2006/relationships/customXml" Target="../ink/ink86.xml"/><Relationship Id="rId229" Type="http://schemas.openxmlformats.org/officeDocument/2006/relationships/customXml" Target="../ink/ink114.xml"/><Relationship Id="rId240" Type="http://schemas.openxmlformats.org/officeDocument/2006/relationships/image" Target="../media/image122.png"/><Relationship Id="rId35" Type="http://schemas.openxmlformats.org/officeDocument/2006/relationships/customXml" Target="../ink/ink17.xml"/><Relationship Id="rId77" Type="http://schemas.openxmlformats.org/officeDocument/2006/relationships/customXml" Target="../ink/ink38.xml"/><Relationship Id="rId100" Type="http://schemas.openxmlformats.org/officeDocument/2006/relationships/image" Target="../media/image52.png"/><Relationship Id="rId282" Type="http://schemas.openxmlformats.org/officeDocument/2006/relationships/image" Target="../media/image143.png"/><Relationship Id="rId338" Type="http://schemas.openxmlformats.org/officeDocument/2006/relationships/image" Target="../media/image171.png"/></Relationships>
</file>

<file path=ppt/slides/_rels/slide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9010.png"/><Relationship Id="rId21" Type="http://schemas.openxmlformats.org/officeDocument/2006/relationships/image" Target="../media/image4210.png"/><Relationship Id="rId42" Type="http://schemas.openxmlformats.org/officeDocument/2006/relationships/customXml" Target="../ink/ink194.xml"/><Relationship Id="rId63" Type="http://schemas.openxmlformats.org/officeDocument/2006/relationships/image" Target="../media/image6310.png"/><Relationship Id="rId84" Type="http://schemas.openxmlformats.org/officeDocument/2006/relationships/customXml" Target="../ink/ink215.xml"/><Relationship Id="rId138" Type="http://schemas.openxmlformats.org/officeDocument/2006/relationships/customXml" Target="../ink/ink242.xml"/><Relationship Id="rId159" Type="http://schemas.openxmlformats.org/officeDocument/2006/relationships/image" Target="../media/image11111.png"/><Relationship Id="rId170" Type="http://schemas.openxmlformats.org/officeDocument/2006/relationships/customXml" Target="../ink/ink258.xml"/><Relationship Id="rId191" Type="http://schemas.openxmlformats.org/officeDocument/2006/relationships/image" Target="../media/image12710.png"/><Relationship Id="rId205" Type="http://schemas.openxmlformats.org/officeDocument/2006/relationships/image" Target="../media/image13410.png"/><Relationship Id="rId107" Type="http://schemas.openxmlformats.org/officeDocument/2006/relationships/image" Target="../media/image8511.png"/><Relationship Id="rId11" Type="http://schemas.openxmlformats.org/officeDocument/2006/relationships/image" Target="../media/image3710.png"/><Relationship Id="rId32" Type="http://schemas.openxmlformats.org/officeDocument/2006/relationships/customXml" Target="../ink/ink189.xml"/><Relationship Id="rId53" Type="http://schemas.openxmlformats.org/officeDocument/2006/relationships/image" Target="../media/image5810.png"/><Relationship Id="rId74" Type="http://schemas.openxmlformats.org/officeDocument/2006/relationships/customXml" Target="../ink/ink210.xml"/><Relationship Id="rId128" Type="http://schemas.openxmlformats.org/officeDocument/2006/relationships/customXml" Target="../ink/ink237.xml"/><Relationship Id="rId149" Type="http://schemas.openxmlformats.org/officeDocument/2006/relationships/image" Target="../media/image10610.png"/><Relationship Id="rId5" Type="http://schemas.openxmlformats.org/officeDocument/2006/relationships/image" Target="../media/image3410.png"/><Relationship Id="rId95" Type="http://schemas.openxmlformats.org/officeDocument/2006/relationships/image" Target="../media/image7911.png"/><Relationship Id="rId160" Type="http://schemas.openxmlformats.org/officeDocument/2006/relationships/customXml" Target="../ink/ink253.xml"/><Relationship Id="rId181" Type="http://schemas.openxmlformats.org/officeDocument/2006/relationships/image" Target="../media/image12210.png"/><Relationship Id="rId22" Type="http://schemas.openxmlformats.org/officeDocument/2006/relationships/customXml" Target="../ink/ink184.xml"/><Relationship Id="rId43" Type="http://schemas.openxmlformats.org/officeDocument/2006/relationships/image" Target="../media/image5310.png"/><Relationship Id="rId64" Type="http://schemas.openxmlformats.org/officeDocument/2006/relationships/customXml" Target="../ink/ink205.xml"/><Relationship Id="rId118" Type="http://schemas.openxmlformats.org/officeDocument/2006/relationships/customXml" Target="../ink/ink232.xml"/><Relationship Id="rId139" Type="http://schemas.openxmlformats.org/officeDocument/2006/relationships/image" Target="../media/image10111.png"/><Relationship Id="rId85" Type="http://schemas.openxmlformats.org/officeDocument/2006/relationships/image" Target="../media/image7411.png"/><Relationship Id="rId150" Type="http://schemas.openxmlformats.org/officeDocument/2006/relationships/customXml" Target="../ink/ink248.xml"/><Relationship Id="rId171" Type="http://schemas.openxmlformats.org/officeDocument/2006/relationships/image" Target="../media/image11710.png"/><Relationship Id="rId192" Type="http://schemas.openxmlformats.org/officeDocument/2006/relationships/customXml" Target="../ink/ink269.xml"/><Relationship Id="rId206" Type="http://schemas.openxmlformats.org/officeDocument/2006/relationships/customXml" Target="../ink/ink276.xml"/><Relationship Id="rId12" Type="http://schemas.openxmlformats.org/officeDocument/2006/relationships/customXml" Target="../ink/ink179.xml"/><Relationship Id="rId33" Type="http://schemas.openxmlformats.org/officeDocument/2006/relationships/image" Target="../media/image4812.png"/><Relationship Id="rId108" Type="http://schemas.openxmlformats.org/officeDocument/2006/relationships/customXml" Target="../ink/ink227.xml"/><Relationship Id="rId129" Type="http://schemas.openxmlformats.org/officeDocument/2006/relationships/image" Target="../media/image9610.png"/><Relationship Id="rId54" Type="http://schemas.openxmlformats.org/officeDocument/2006/relationships/customXml" Target="../ink/ink200.xml"/><Relationship Id="rId75" Type="http://schemas.openxmlformats.org/officeDocument/2006/relationships/image" Target="../media/image6911.png"/><Relationship Id="rId96" Type="http://schemas.openxmlformats.org/officeDocument/2006/relationships/customXml" Target="../ink/ink221.xml"/><Relationship Id="rId140" Type="http://schemas.openxmlformats.org/officeDocument/2006/relationships/customXml" Target="../ink/ink243.xml"/><Relationship Id="rId161" Type="http://schemas.openxmlformats.org/officeDocument/2006/relationships/image" Target="../media/image11210.png"/><Relationship Id="rId182" Type="http://schemas.openxmlformats.org/officeDocument/2006/relationships/customXml" Target="../ink/ink264.xml"/><Relationship Id="rId6" Type="http://schemas.openxmlformats.org/officeDocument/2006/relationships/customXml" Target="../ink/ink176.xml"/><Relationship Id="rId23" Type="http://schemas.openxmlformats.org/officeDocument/2006/relationships/image" Target="../media/image4312.png"/><Relationship Id="rId119" Type="http://schemas.openxmlformats.org/officeDocument/2006/relationships/image" Target="../media/image9110.png"/><Relationship Id="rId44" Type="http://schemas.openxmlformats.org/officeDocument/2006/relationships/customXml" Target="../ink/ink195.xml"/><Relationship Id="rId65" Type="http://schemas.openxmlformats.org/officeDocument/2006/relationships/image" Target="../media/image6410.png"/><Relationship Id="rId86" Type="http://schemas.openxmlformats.org/officeDocument/2006/relationships/customXml" Target="../ink/ink216.xml"/><Relationship Id="rId130" Type="http://schemas.openxmlformats.org/officeDocument/2006/relationships/customXml" Target="../ink/ink238.xml"/><Relationship Id="rId151" Type="http://schemas.openxmlformats.org/officeDocument/2006/relationships/image" Target="../media/image10710.png"/><Relationship Id="rId172" Type="http://schemas.openxmlformats.org/officeDocument/2006/relationships/customXml" Target="../ink/ink259.xml"/><Relationship Id="rId193" Type="http://schemas.openxmlformats.org/officeDocument/2006/relationships/image" Target="../media/image12810.png"/><Relationship Id="rId207" Type="http://schemas.openxmlformats.org/officeDocument/2006/relationships/image" Target="../media/image13510.png"/><Relationship Id="rId13" Type="http://schemas.openxmlformats.org/officeDocument/2006/relationships/image" Target="../media/image3810.png"/><Relationship Id="rId109" Type="http://schemas.openxmlformats.org/officeDocument/2006/relationships/image" Target="../media/image8611.png"/><Relationship Id="rId34" Type="http://schemas.openxmlformats.org/officeDocument/2006/relationships/customXml" Target="../ink/ink190.xml"/><Relationship Id="rId55" Type="http://schemas.openxmlformats.org/officeDocument/2006/relationships/image" Target="../media/image5910.png"/><Relationship Id="rId76" Type="http://schemas.openxmlformats.org/officeDocument/2006/relationships/customXml" Target="../ink/ink211.xml"/><Relationship Id="rId97" Type="http://schemas.openxmlformats.org/officeDocument/2006/relationships/image" Target="../media/image8011.png"/><Relationship Id="rId120" Type="http://schemas.openxmlformats.org/officeDocument/2006/relationships/customXml" Target="../ink/ink233.xml"/><Relationship Id="rId141" Type="http://schemas.openxmlformats.org/officeDocument/2006/relationships/image" Target="../media/image10210.png"/><Relationship Id="rId7" Type="http://schemas.openxmlformats.org/officeDocument/2006/relationships/image" Target="../media/image3510.png"/><Relationship Id="rId162" Type="http://schemas.openxmlformats.org/officeDocument/2006/relationships/customXml" Target="../ink/ink254.xml"/><Relationship Id="rId183" Type="http://schemas.openxmlformats.org/officeDocument/2006/relationships/image" Target="../media/image12310.png"/><Relationship Id="rId24" Type="http://schemas.openxmlformats.org/officeDocument/2006/relationships/customXml" Target="../ink/ink185.xml"/><Relationship Id="rId40" Type="http://schemas.openxmlformats.org/officeDocument/2006/relationships/customXml" Target="../ink/ink193.xml"/><Relationship Id="rId45" Type="http://schemas.openxmlformats.org/officeDocument/2006/relationships/image" Target="../media/image5410.png"/><Relationship Id="rId66" Type="http://schemas.openxmlformats.org/officeDocument/2006/relationships/customXml" Target="../ink/ink206.xml"/><Relationship Id="rId87" Type="http://schemas.openxmlformats.org/officeDocument/2006/relationships/image" Target="../media/image7511.png"/><Relationship Id="rId110" Type="http://schemas.openxmlformats.org/officeDocument/2006/relationships/customXml" Target="../ink/ink228.xml"/><Relationship Id="rId115" Type="http://schemas.openxmlformats.org/officeDocument/2006/relationships/image" Target="../media/image8911.png"/><Relationship Id="rId131" Type="http://schemas.openxmlformats.org/officeDocument/2006/relationships/image" Target="../media/image9710.png"/><Relationship Id="rId136" Type="http://schemas.openxmlformats.org/officeDocument/2006/relationships/customXml" Target="../ink/ink241.xml"/><Relationship Id="rId157" Type="http://schemas.openxmlformats.org/officeDocument/2006/relationships/image" Target="../media/image11010.png"/><Relationship Id="rId178" Type="http://schemas.openxmlformats.org/officeDocument/2006/relationships/customXml" Target="../ink/ink262.xml"/><Relationship Id="rId61" Type="http://schemas.openxmlformats.org/officeDocument/2006/relationships/image" Target="../media/image6211.png"/><Relationship Id="rId82" Type="http://schemas.openxmlformats.org/officeDocument/2006/relationships/customXml" Target="../ink/ink214.xml"/><Relationship Id="rId152" Type="http://schemas.openxmlformats.org/officeDocument/2006/relationships/customXml" Target="../ink/ink249.xml"/><Relationship Id="rId173" Type="http://schemas.openxmlformats.org/officeDocument/2006/relationships/image" Target="../media/image11810.png"/><Relationship Id="rId194" Type="http://schemas.openxmlformats.org/officeDocument/2006/relationships/customXml" Target="../ink/ink270.xml"/><Relationship Id="rId199" Type="http://schemas.openxmlformats.org/officeDocument/2006/relationships/image" Target="../media/image13110.png"/><Relationship Id="rId203" Type="http://schemas.openxmlformats.org/officeDocument/2006/relationships/image" Target="../media/image13310.png"/><Relationship Id="rId19" Type="http://schemas.openxmlformats.org/officeDocument/2006/relationships/image" Target="../media/image4110.png"/><Relationship Id="rId14" Type="http://schemas.openxmlformats.org/officeDocument/2006/relationships/customXml" Target="../ink/ink180.xml"/><Relationship Id="rId30" Type="http://schemas.openxmlformats.org/officeDocument/2006/relationships/customXml" Target="../ink/ink188.xml"/><Relationship Id="rId35" Type="http://schemas.openxmlformats.org/officeDocument/2006/relationships/image" Target="../media/image4910.png"/><Relationship Id="rId56" Type="http://schemas.openxmlformats.org/officeDocument/2006/relationships/customXml" Target="../ink/ink201.xml"/><Relationship Id="rId77" Type="http://schemas.openxmlformats.org/officeDocument/2006/relationships/image" Target="../media/image7011.png"/><Relationship Id="rId100" Type="http://schemas.openxmlformats.org/officeDocument/2006/relationships/customXml" Target="../ink/ink223.xml"/><Relationship Id="rId105" Type="http://schemas.openxmlformats.org/officeDocument/2006/relationships/image" Target="../media/image8411.png"/><Relationship Id="rId126" Type="http://schemas.openxmlformats.org/officeDocument/2006/relationships/customXml" Target="../ink/ink236.xml"/><Relationship Id="rId147" Type="http://schemas.openxmlformats.org/officeDocument/2006/relationships/image" Target="../media/image10510.png"/><Relationship Id="rId168" Type="http://schemas.openxmlformats.org/officeDocument/2006/relationships/customXml" Target="../ink/ink257.xml"/><Relationship Id="rId8" Type="http://schemas.openxmlformats.org/officeDocument/2006/relationships/customXml" Target="../ink/ink177.xml"/><Relationship Id="rId51" Type="http://schemas.openxmlformats.org/officeDocument/2006/relationships/image" Target="../media/image5710.png"/><Relationship Id="rId72" Type="http://schemas.openxmlformats.org/officeDocument/2006/relationships/customXml" Target="../ink/ink209.xml"/><Relationship Id="rId93" Type="http://schemas.openxmlformats.org/officeDocument/2006/relationships/image" Target="../media/image7811.png"/><Relationship Id="rId98" Type="http://schemas.openxmlformats.org/officeDocument/2006/relationships/customXml" Target="../ink/ink222.xml"/><Relationship Id="rId121" Type="http://schemas.openxmlformats.org/officeDocument/2006/relationships/image" Target="../media/image9210.png"/><Relationship Id="rId142" Type="http://schemas.openxmlformats.org/officeDocument/2006/relationships/customXml" Target="../ink/ink244.xml"/><Relationship Id="rId163" Type="http://schemas.openxmlformats.org/officeDocument/2006/relationships/image" Target="../media/image11310.png"/><Relationship Id="rId184" Type="http://schemas.openxmlformats.org/officeDocument/2006/relationships/customXml" Target="../ink/ink265.xml"/><Relationship Id="rId189" Type="http://schemas.openxmlformats.org/officeDocument/2006/relationships/image" Target="../media/image12610.png"/><Relationship Id="rId3" Type="http://schemas.openxmlformats.org/officeDocument/2006/relationships/image" Target="../media/image179.gif"/><Relationship Id="rId25" Type="http://schemas.openxmlformats.org/officeDocument/2006/relationships/image" Target="../media/image4410.png"/><Relationship Id="rId46" Type="http://schemas.openxmlformats.org/officeDocument/2006/relationships/customXml" Target="../ink/ink196.xml"/><Relationship Id="rId67" Type="http://schemas.openxmlformats.org/officeDocument/2006/relationships/image" Target="../media/image6510.png"/><Relationship Id="rId116" Type="http://schemas.openxmlformats.org/officeDocument/2006/relationships/customXml" Target="../ink/ink231.xml"/><Relationship Id="rId137" Type="http://schemas.openxmlformats.org/officeDocument/2006/relationships/image" Target="../media/image10010.png"/><Relationship Id="rId158" Type="http://schemas.openxmlformats.org/officeDocument/2006/relationships/customXml" Target="../ink/ink252.xml"/><Relationship Id="rId20" Type="http://schemas.openxmlformats.org/officeDocument/2006/relationships/customXml" Target="../ink/ink183.xml"/><Relationship Id="rId41" Type="http://schemas.openxmlformats.org/officeDocument/2006/relationships/image" Target="../media/image5210.png"/><Relationship Id="rId62" Type="http://schemas.openxmlformats.org/officeDocument/2006/relationships/customXml" Target="../ink/ink204.xml"/><Relationship Id="rId83" Type="http://schemas.openxmlformats.org/officeDocument/2006/relationships/image" Target="../media/image7311.png"/><Relationship Id="rId88" Type="http://schemas.openxmlformats.org/officeDocument/2006/relationships/customXml" Target="../ink/ink217.xml"/><Relationship Id="rId111" Type="http://schemas.openxmlformats.org/officeDocument/2006/relationships/image" Target="../media/image8711.png"/><Relationship Id="rId132" Type="http://schemas.openxmlformats.org/officeDocument/2006/relationships/customXml" Target="../ink/ink239.xml"/><Relationship Id="rId153" Type="http://schemas.openxmlformats.org/officeDocument/2006/relationships/image" Target="../media/image10810.png"/><Relationship Id="rId174" Type="http://schemas.openxmlformats.org/officeDocument/2006/relationships/customXml" Target="../ink/ink260.xml"/><Relationship Id="rId179" Type="http://schemas.openxmlformats.org/officeDocument/2006/relationships/image" Target="../media/image12111.png"/><Relationship Id="rId195" Type="http://schemas.openxmlformats.org/officeDocument/2006/relationships/image" Target="../media/image12910.png"/><Relationship Id="rId190" Type="http://schemas.openxmlformats.org/officeDocument/2006/relationships/customXml" Target="../ink/ink268.xml"/><Relationship Id="rId204" Type="http://schemas.openxmlformats.org/officeDocument/2006/relationships/customXml" Target="../ink/ink275.xml"/><Relationship Id="rId15" Type="http://schemas.openxmlformats.org/officeDocument/2006/relationships/image" Target="../media/image3910.png"/><Relationship Id="rId36" Type="http://schemas.openxmlformats.org/officeDocument/2006/relationships/customXml" Target="../ink/ink191.xml"/><Relationship Id="rId57" Type="http://schemas.openxmlformats.org/officeDocument/2006/relationships/image" Target="../media/image6010.png"/><Relationship Id="rId106" Type="http://schemas.openxmlformats.org/officeDocument/2006/relationships/customXml" Target="../ink/ink226.xml"/><Relationship Id="rId127" Type="http://schemas.openxmlformats.org/officeDocument/2006/relationships/image" Target="../media/image9510.png"/><Relationship Id="rId10" Type="http://schemas.openxmlformats.org/officeDocument/2006/relationships/customXml" Target="../ink/ink178.xml"/><Relationship Id="rId31" Type="http://schemas.openxmlformats.org/officeDocument/2006/relationships/image" Target="../media/image4710.png"/><Relationship Id="rId52" Type="http://schemas.openxmlformats.org/officeDocument/2006/relationships/customXml" Target="../ink/ink199.xml"/><Relationship Id="rId73" Type="http://schemas.openxmlformats.org/officeDocument/2006/relationships/image" Target="../media/image6811.png"/><Relationship Id="rId78" Type="http://schemas.openxmlformats.org/officeDocument/2006/relationships/customXml" Target="../ink/ink212.xml"/><Relationship Id="rId94" Type="http://schemas.openxmlformats.org/officeDocument/2006/relationships/customXml" Target="../ink/ink220.xml"/><Relationship Id="rId99" Type="http://schemas.openxmlformats.org/officeDocument/2006/relationships/image" Target="../media/image8111.png"/><Relationship Id="rId101" Type="http://schemas.openxmlformats.org/officeDocument/2006/relationships/image" Target="../media/image8211.png"/><Relationship Id="rId122" Type="http://schemas.openxmlformats.org/officeDocument/2006/relationships/customXml" Target="../ink/ink234.xml"/><Relationship Id="rId143" Type="http://schemas.openxmlformats.org/officeDocument/2006/relationships/image" Target="../media/image10310.png"/><Relationship Id="rId148" Type="http://schemas.openxmlformats.org/officeDocument/2006/relationships/customXml" Target="../ink/ink247.xml"/><Relationship Id="rId164" Type="http://schemas.openxmlformats.org/officeDocument/2006/relationships/customXml" Target="../ink/ink255.xml"/><Relationship Id="rId169" Type="http://schemas.openxmlformats.org/officeDocument/2006/relationships/image" Target="../media/image11610.png"/><Relationship Id="rId185" Type="http://schemas.openxmlformats.org/officeDocument/2006/relationships/image" Target="../media/image12410.png"/><Relationship Id="rId4" Type="http://schemas.openxmlformats.org/officeDocument/2006/relationships/customXml" Target="../ink/ink175.xml"/><Relationship Id="rId9" Type="http://schemas.openxmlformats.org/officeDocument/2006/relationships/image" Target="../media/image3610.png"/><Relationship Id="rId180" Type="http://schemas.openxmlformats.org/officeDocument/2006/relationships/customXml" Target="../ink/ink263.xml"/><Relationship Id="rId26" Type="http://schemas.openxmlformats.org/officeDocument/2006/relationships/customXml" Target="../ink/ink186.xml"/><Relationship Id="rId47" Type="http://schemas.openxmlformats.org/officeDocument/2006/relationships/image" Target="../media/image5510.png"/><Relationship Id="rId68" Type="http://schemas.openxmlformats.org/officeDocument/2006/relationships/customXml" Target="../ink/ink207.xml"/><Relationship Id="rId89" Type="http://schemas.openxmlformats.org/officeDocument/2006/relationships/image" Target="../media/image7611.png"/><Relationship Id="rId112" Type="http://schemas.openxmlformats.org/officeDocument/2006/relationships/customXml" Target="../ink/ink229.xml"/><Relationship Id="rId133" Type="http://schemas.openxmlformats.org/officeDocument/2006/relationships/image" Target="../media/image9810.png"/><Relationship Id="rId154" Type="http://schemas.openxmlformats.org/officeDocument/2006/relationships/customXml" Target="../ink/ink250.xml"/><Relationship Id="rId175" Type="http://schemas.openxmlformats.org/officeDocument/2006/relationships/image" Target="../media/image11910.png"/><Relationship Id="rId196" Type="http://schemas.openxmlformats.org/officeDocument/2006/relationships/customXml" Target="../ink/ink271.xml"/><Relationship Id="rId200" Type="http://schemas.openxmlformats.org/officeDocument/2006/relationships/customXml" Target="../ink/ink273.xml"/><Relationship Id="rId16" Type="http://schemas.openxmlformats.org/officeDocument/2006/relationships/customXml" Target="../ink/ink181.xml"/><Relationship Id="rId37" Type="http://schemas.openxmlformats.org/officeDocument/2006/relationships/image" Target="../media/image5010.png"/><Relationship Id="rId58" Type="http://schemas.openxmlformats.org/officeDocument/2006/relationships/customXml" Target="../ink/ink202.xml"/><Relationship Id="rId79" Type="http://schemas.openxmlformats.org/officeDocument/2006/relationships/image" Target="../media/image7110.png"/><Relationship Id="rId102" Type="http://schemas.openxmlformats.org/officeDocument/2006/relationships/customXml" Target="../ink/ink224.xml"/><Relationship Id="rId123" Type="http://schemas.openxmlformats.org/officeDocument/2006/relationships/image" Target="../media/image9310.png"/><Relationship Id="rId144" Type="http://schemas.openxmlformats.org/officeDocument/2006/relationships/customXml" Target="../ink/ink245.xml"/><Relationship Id="rId90" Type="http://schemas.openxmlformats.org/officeDocument/2006/relationships/customXml" Target="../ink/ink218.xml"/><Relationship Id="rId165" Type="http://schemas.openxmlformats.org/officeDocument/2006/relationships/image" Target="../media/image11410.png"/><Relationship Id="rId186" Type="http://schemas.openxmlformats.org/officeDocument/2006/relationships/customXml" Target="../ink/ink266.xml"/><Relationship Id="rId27" Type="http://schemas.openxmlformats.org/officeDocument/2006/relationships/image" Target="../media/image4510.png"/><Relationship Id="rId48" Type="http://schemas.openxmlformats.org/officeDocument/2006/relationships/customXml" Target="../ink/ink197.xml"/><Relationship Id="rId69" Type="http://schemas.openxmlformats.org/officeDocument/2006/relationships/image" Target="../media/image6610.png"/><Relationship Id="rId113" Type="http://schemas.openxmlformats.org/officeDocument/2006/relationships/image" Target="../media/image8811.png"/><Relationship Id="rId134" Type="http://schemas.openxmlformats.org/officeDocument/2006/relationships/customXml" Target="../ink/ink240.xml"/><Relationship Id="rId80" Type="http://schemas.openxmlformats.org/officeDocument/2006/relationships/customXml" Target="../ink/ink213.xml"/><Relationship Id="rId155" Type="http://schemas.openxmlformats.org/officeDocument/2006/relationships/image" Target="../media/image10910.png"/><Relationship Id="rId176" Type="http://schemas.openxmlformats.org/officeDocument/2006/relationships/customXml" Target="../ink/ink261.xml"/><Relationship Id="rId197" Type="http://schemas.openxmlformats.org/officeDocument/2006/relationships/image" Target="../media/image13010.png"/><Relationship Id="rId201" Type="http://schemas.openxmlformats.org/officeDocument/2006/relationships/image" Target="../media/image13210.png"/><Relationship Id="rId17" Type="http://schemas.openxmlformats.org/officeDocument/2006/relationships/image" Target="../media/image4010.png"/><Relationship Id="rId38" Type="http://schemas.openxmlformats.org/officeDocument/2006/relationships/customXml" Target="../ink/ink192.xml"/><Relationship Id="rId59" Type="http://schemas.openxmlformats.org/officeDocument/2006/relationships/image" Target="../media/image6110.png"/><Relationship Id="rId103" Type="http://schemas.openxmlformats.org/officeDocument/2006/relationships/image" Target="../media/image8311.png"/><Relationship Id="rId124" Type="http://schemas.openxmlformats.org/officeDocument/2006/relationships/customXml" Target="../ink/ink235.xml"/><Relationship Id="rId70" Type="http://schemas.openxmlformats.org/officeDocument/2006/relationships/customXml" Target="../ink/ink208.xml"/><Relationship Id="rId91" Type="http://schemas.openxmlformats.org/officeDocument/2006/relationships/image" Target="../media/image7711.png"/><Relationship Id="rId145" Type="http://schemas.openxmlformats.org/officeDocument/2006/relationships/image" Target="../media/image10410.png"/><Relationship Id="rId166" Type="http://schemas.openxmlformats.org/officeDocument/2006/relationships/customXml" Target="../ink/ink256.xml"/><Relationship Id="rId187" Type="http://schemas.openxmlformats.org/officeDocument/2006/relationships/image" Target="../media/image12510.png"/><Relationship Id="rId1" Type="http://schemas.openxmlformats.org/officeDocument/2006/relationships/slideLayout" Target="../slideLayouts/slideLayout2.xml"/><Relationship Id="rId28" Type="http://schemas.openxmlformats.org/officeDocument/2006/relationships/customXml" Target="../ink/ink187.xml"/><Relationship Id="rId49" Type="http://schemas.openxmlformats.org/officeDocument/2006/relationships/image" Target="../media/image5610.png"/><Relationship Id="rId114" Type="http://schemas.openxmlformats.org/officeDocument/2006/relationships/customXml" Target="../ink/ink230.xml"/><Relationship Id="rId60" Type="http://schemas.openxmlformats.org/officeDocument/2006/relationships/customXml" Target="../ink/ink203.xml"/><Relationship Id="rId81" Type="http://schemas.openxmlformats.org/officeDocument/2006/relationships/image" Target="../media/image7211.png"/><Relationship Id="rId135" Type="http://schemas.openxmlformats.org/officeDocument/2006/relationships/image" Target="../media/image9910.png"/><Relationship Id="rId156" Type="http://schemas.openxmlformats.org/officeDocument/2006/relationships/customXml" Target="../ink/ink251.xml"/><Relationship Id="rId177" Type="http://schemas.openxmlformats.org/officeDocument/2006/relationships/image" Target="../media/image12010.png"/><Relationship Id="rId198" Type="http://schemas.openxmlformats.org/officeDocument/2006/relationships/customXml" Target="../ink/ink272.xml"/><Relationship Id="rId202" Type="http://schemas.openxmlformats.org/officeDocument/2006/relationships/customXml" Target="../ink/ink274.xml"/><Relationship Id="rId18" Type="http://schemas.openxmlformats.org/officeDocument/2006/relationships/customXml" Target="../ink/ink182.xml"/><Relationship Id="rId39" Type="http://schemas.openxmlformats.org/officeDocument/2006/relationships/image" Target="../media/image5110.png"/><Relationship Id="rId50" Type="http://schemas.openxmlformats.org/officeDocument/2006/relationships/customXml" Target="../ink/ink198.xml"/><Relationship Id="rId104" Type="http://schemas.openxmlformats.org/officeDocument/2006/relationships/customXml" Target="../ink/ink225.xml"/><Relationship Id="rId125" Type="http://schemas.openxmlformats.org/officeDocument/2006/relationships/image" Target="../media/image9410.png"/><Relationship Id="rId146" Type="http://schemas.openxmlformats.org/officeDocument/2006/relationships/customXml" Target="../ink/ink246.xml"/><Relationship Id="rId167" Type="http://schemas.openxmlformats.org/officeDocument/2006/relationships/image" Target="../media/image11510.png"/><Relationship Id="rId188" Type="http://schemas.openxmlformats.org/officeDocument/2006/relationships/customXml" Target="../ink/ink267.xml"/><Relationship Id="rId71" Type="http://schemas.openxmlformats.org/officeDocument/2006/relationships/image" Target="../media/image6710.png"/><Relationship Id="rId92" Type="http://schemas.openxmlformats.org/officeDocument/2006/relationships/customXml" Target="../ink/ink219.xml"/><Relationship Id="rId2" Type="http://schemas.openxmlformats.org/officeDocument/2006/relationships/image" Target="../media/image178.png"/><Relationship Id="rId29" Type="http://schemas.openxmlformats.org/officeDocument/2006/relationships/image" Target="../media/image4610.png"/></Relationships>
</file>

<file path=ppt/slides/_rels/slide5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236.png"/><Relationship Id="rId299" Type="http://schemas.openxmlformats.org/officeDocument/2006/relationships/image" Target="../media/image327.png"/><Relationship Id="rId21" Type="http://schemas.openxmlformats.org/officeDocument/2006/relationships/image" Target="../media/image188.png"/><Relationship Id="rId63" Type="http://schemas.openxmlformats.org/officeDocument/2006/relationships/image" Target="../media/image209.png"/><Relationship Id="rId159" Type="http://schemas.openxmlformats.org/officeDocument/2006/relationships/image" Target="../media/image257.png"/><Relationship Id="rId324" Type="http://schemas.openxmlformats.org/officeDocument/2006/relationships/customXml" Target="../ink/ink437.xml"/><Relationship Id="rId366" Type="http://schemas.openxmlformats.org/officeDocument/2006/relationships/customXml" Target="../ink/ink458.xml"/><Relationship Id="rId170" Type="http://schemas.openxmlformats.org/officeDocument/2006/relationships/customXml" Target="../ink/ink360.xml"/><Relationship Id="rId226" Type="http://schemas.openxmlformats.org/officeDocument/2006/relationships/customXml" Target="../ink/ink388.xml"/><Relationship Id="rId268" Type="http://schemas.openxmlformats.org/officeDocument/2006/relationships/customXml" Target="../ink/ink409.xml"/><Relationship Id="rId32" Type="http://schemas.openxmlformats.org/officeDocument/2006/relationships/customXml" Target="../ink/ink291.xml"/><Relationship Id="rId74" Type="http://schemas.openxmlformats.org/officeDocument/2006/relationships/customXml" Target="../ink/ink312.xml"/><Relationship Id="rId128" Type="http://schemas.openxmlformats.org/officeDocument/2006/relationships/customXml" Target="../ink/ink339.xml"/><Relationship Id="rId335" Type="http://schemas.openxmlformats.org/officeDocument/2006/relationships/image" Target="../media/image345.png"/><Relationship Id="rId377" Type="http://schemas.openxmlformats.org/officeDocument/2006/relationships/image" Target="../media/image366.png"/><Relationship Id="rId5" Type="http://schemas.openxmlformats.org/officeDocument/2006/relationships/image" Target="../media/image180.png"/><Relationship Id="rId181" Type="http://schemas.openxmlformats.org/officeDocument/2006/relationships/image" Target="../media/image268.png"/><Relationship Id="rId237" Type="http://schemas.openxmlformats.org/officeDocument/2006/relationships/image" Target="../media/image296.png"/><Relationship Id="rId279" Type="http://schemas.openxmlformats.org/officeDocument/2006/relationships/image" Target="../media/image317.png"/><Relationship Id="rId43" Type="http://schemas.openxmlformats.org/officeDocument/2006/relationships/image" Target="../media/image199.png"/><Relationship Id="rId139" Type="http://schemas.openxmlformats.org/officeDocument/2006/relationships/image" Target="../media/image247.png"/><Relationship Id="rId290" Type="http://schemas.openxmlformats.org/officeDocument/2006/relationships/customXml" Target="../ink/ink420.xml"/><Relationship Id="rId304" Type="http://schemas.openxmlformats.org/officeDocument/2006/relationships/customXml" Target="../ink/ink427.xml"/><Relationship Id="rId346" Type="http://schemas.openxmlformats.org/officeDocument/2006/relationships/customXml" Target="../ink/ink448.xml"/><Relationship Id="rId85" Type="http://schemas.openxmlformats.org/officeDocument/2006/relationships/image" Target="../media/image220.png"/><Relationship Id="rId150" Type="http://schemas.openxmlformats.org/officeDocument/2006/relationships/customXml" Target="../ink/ink350.xml"/><Relationship Id="rId192" Type="http://schemas.openxmlformats.org/officeDocument/2006/relationships/customXml" Target="../ink/ink371.xml"/><Relationship Id="rId206" Type="http://schemas.openxmlformats.org/officeDocument/2006/relationships/customXml" Target="../ink/ink378.xml"/><Relationship Id="rId248" Type="http://schemas.openxmlformats.org/officeDocument/2006/relationships/customXml" Target="../ink/ink399.xml"/><Relationship Id="rId12" Type="http://schemas.openxmlformats.org/officeDocument/2006/relationships/customXml" Target="../ink/ink281.xml"/><Relationship Id="rId108" Type="http://schemas.openxmlformats.org/officeDocument/2006/relationships/customXml" Target="../ink/ink329.xml"/><Relationship Id="rId315" Type="http://schemas.openxmlformats.org/officeDocument/2006/relationships/image" Target="../media/image335.png"/><Relationship Id="rId357" Type="http://schemas.openxmlformats.org/officeDocument/2006/relationships/image" Target="../media/image356.png"/><Relationship Id="rId54" Type="http://schemas.openxmlformats.org/officeDocument/2006/relationships/customXml" Target="../ink/ink302.xml"/><Relationship Id="rId96" Type="http://schemas.openxmlformats.org/officeDocument/2006/relationships/customXml" Target="../ink/ink323.xml"/><Relationship Id="rId161" Type="http://schemas.openxmlformats.org/officeDocument/2006/relationships/image" Target="../media/image258.png"/><Relationship Id="rId217" Type="http://schemas.openxmlformats.org/officeDocument/2006/relationships/image" Target="../media/image286.png"/><Relationship Id="rId259" Type="http://schemas.openxmlformats.org/officeDocument/2006/relationships/image" Target="../media/image307.png"/><Relationship Id="rId23" Type="http://schemas.openxmlformats.org/officeDocument/2006/relationships/image" Target="../media/image189.png"/><Relationship Id="rId119" Type="http://schemas.openxmlformats.org/officeDocument/2006/relationships/image" Target="../media/image237.png"/><Relationship Id="rId270" Type="http://schemas.openxmlformats.org/officeDocument/2006/relationships/customXml" Target="../ink/ink410.xml"/><Relationship Id="rId326" Type="http://schemas.openxmlformats.org/officeDocument/2006/relationships/customXml" Target="../ink/ink438.xml"/><Relationship Id="rId65" Type="http://schemas.openxmlformats.org/officeDocument/2006/relationships/image" Target="../media/image210.png"/><Relationship Id="rId130" Type="http://schemas.openxmlformats.org/officeDocument/2006/relationships/customXml" Target="../ink/ink340.xml"/><Relationship Id="rId368" Type="http://schemas.openxmlformats.org/officeDocument/2006/relationships/customXml" Target="../ink/ink459.xml"/><Relationship Id="rId172" Type="http://schemas.openxmlformats.org/officeDocument/2006/relationships/customXml" Target="../ink/ink361.xml"/><Relationship Id="rId228" Type="http://schemas.openxmlformats.org/officeDocument/2006/relationships/customXml" Target="../ink/ink389.xml"/><Relationship Id="rId281" Type="http://schemas.openxmlformats.org/officeDocument/2006/relationships/image" Target="../media/image318.png"/><Relationship Id="rId337" Type="http://schemas.openxmlformats.org/officeDocument/2006/relationships/image" Target="../media/image346.png"/><Relationship Id="rId34" Type="http://schemas.openxmlformats.org/officeDocument/2006/relationships/customXml" Target="../ink/ink292.xml"/><Relationship Id="rId76" Type="http://schemas.openxmlformats.org/officeDocument/2006/relationships/customXml" Target="../ink/ink313.xml"/><Relationship Id="rId141" Type="http://schemas.openxmlformats.org/officeDocument/2006/relationships/image" Target="../media/image248.png"/><Relationship Id="rId379" Type="http://schemas.openxmlformats.org/officeDocument/2006/relationships/image" Target="../media/image367.png"/><Relationship Id="rId7" Type="http://schemas.openxmlformats.org/officeDocument/2006/relationships/image" Target="../media/image181.png"/><Relationship Id="rId183" Type="http://schemas.openxmlformats.org/officeDocument/2006/relationships/image" Target="../media/image269.png"/><Relationship Id="rId239" Type="http://schemas.openxmlformats.org/officeDocument/2006/relationships/image" Target="../media/image297.png"/><Relationship Id="rId250" Type="http://schemas.openxmlformats.org/officeDocument/2006/relationships/customXml" Target="../ink/ink400.xml"/><Relationship Id="rId292" Type="http://schemas.openxmlformats.org/officeDocument/2006/relationships/customXml" Target="../ink/ink421.xml"/><Relationship Id="rId306" Type="http://schemas.openxmlformats.org/officeDocument/2006/relationships/customXml" Target="../ink/ink428.xml"/><Relationship Id="rId45" Type="http://schemas.openxmlformats.org/officeDocument/2006/relationships/image" Target="../media/image200.png"/><Relationship Id="rId87" Type="http://schemas.openxmlformats.org/officeDocument/2006/relationships/image" Target="../media/image221.png"/><Relationship Id="rId110" Type="http://schemas.openxmlformats.org/officeDocument/2006/relationships/customXml" Target="../ink/ink330.xml"/><Relationship Id="rId348" Type="http://schemas.openxmlformats.org/officeDocument/2006/relationships/customXml" Target="../ink/ink449.xml"/><Relationship Id="rId152" Type="http://schemas.openxmlformats.org/officeDocument/2006/relationships/customXml" Target="../ink/ink351.xml"/><Relationship Id="rId194" Type="http://schemas.openxmlformats.org/officeDocument/2006/relationships/customXml" Target="../ink/ink372.xml"/><Relationship Id="rId208" Type="http://schemas.openxmlformats.org/officeDocument/2006/relationships/customXml" Target="../ink/ink379.xml"/><Relationship Id="rId261" Type="http://schemas.openxmlformats.org/officeDocument/2006/relationships/image" Target="../media/image308.png"/><Relationship Id="rId14" Type="http://schemas.openxmlformats.org/officeDocument/2006/relationships/customXml" Target="../ink/ink282.xml"/><Relationship Id="rId56" Type="http://schemas.openxmlformats.org/officeDocument/2006/relationships/customXml" Target="../ink/ink303.xml"/><Relationship Id="rId317" Type="http://schemas.openxmlformats.org/officeDocument/2006/relationships/image" Target="../media/image336.png"/><Relationship Id="rId359" Type="http://schemas.openxmlformats.org/officeDocument/2006/relationships/image" Target="../media/image357.png"/><Relationship Id="rId98" Type="http://schemas.openxmlformats.org/officeDocument/2006/relationships/customXml" Target="../ink/ink324.xml"/><Relationship Id="rId121" Type="http://schemas.openxmlformats.org/officeDocument/2006/relationships/image" Target="../media/image238.png"/><Relationship Id="rId163" Type="http://schemas.openxmlformats.org/officeDocument/2006/relationships/image" Target="../media/image259.png"/><Relationship Id="rId219" Type="http://schemas.openxmlformats.org/officeDocument/2006/relationships/image" Target="../media/image287.png"/><Relationship Id="rId370" Type="http://schemas.openxmlformats.org/officeDocument/2006/relationships/customXml" Target="../ink/ink460.xml"/><Relationship Id="rId230" Type="http://schemas.openxmlformats.org/officeDocument/2006/relationships/customXml" Target="../ink/ink390.xml"/><Relationship Id="rId25" Type="http://schemas.openxmlformats.org/officeDocument/2006/relationships/image" Target="../media/image190.png"/><Relationship Id="rId67" Type="http://schemas.openxmlformats.org/officeDocument/2006/relationships/image" Target="../media/image211.png"/><Relationship Id="rId272" Type="http://schemas.openxmlformats.org/officeDocument/2006/relationships/customXml" Target="../ink/ink411.xml"/><Relationship Id="rId328" Type="http://schemas.openxmlformats.org/officeDocument/2006/relationships/customXml" Target="../ink/ink439.xml"/><Relationship Id="rId132" Type="http://schemas.openxmlformats.org/officeDocument/2006/relationships/customXml" Target="../ink/ink341.xml"/><Relationship Id="rId174" Type="http://schemas.openxmlformats.org/officeDocument/2006/relationships/customXml" Target="../ink/ink362.xml"/><Relationship Id="rId381" Type="http://schemas.openxmlformats.org/officeDocument/2006/relationships/image" Target="../media/image368.png"/><Relationship Id="rId241" Type="http://schemas.openxmlformats.org/officeDocument/2006/relationships/image" Target="../media/image298.png"/><Relationship Id="rId36" Type="http://schemas.openxmlformats.org/officeDocument/2006/relationships/customXml" Target="../ink/ink293.xml"/><Relationship Id="rId283" Type="http://schemas.openxmlformats.org/officeDocument/2006/relationships/image" Target="../media/image319.png"/><Relationship Id="rId339" Type="http://schemas.openxmlformats.org/officeDocument/2006/relationships/image" Target="../media/image347.png"/><Relationship Id="rId78" Type="http://schemas.openxmlformats.org/officeDocument/2006/relationships/customXml" Target="../ink/ink314.xml"/><Relationship Id="rId101" Type="http://schemas.openxmlformats.org/officeDocument/2006/relationships/image" Target="../media/image228.png"/><Relationship Id="rId143" Type="http://schemas.openxmlformats.org/officeDocument/2006/relationships/image" Target="../media/image249.png"/><Relationship Id="rId185" Type="http://schemas.openxmlformats.org/officeDocument/2006/relationships/image" Target="../media/image270.png"/><Relationship Id="rId350" Type="http://schemas.openxmlformats.org/officeDocument/2006/relationships/customXml" Target="../ink/ink450.xml"/><Relationship Id="rId9" Type="http://schemas.openxmlformats.org/officeDocument/2006/relationships/image" Target="../media/image182.png"/><Relationship Id="rId210" Type="http://schemas.openxmlformats.org/officeDocument/2006/relationships/customXml" Target="../ink/ink380.xml"/><Relationship Id="rId26" Type="http://schemas.openxmlformats.org/officeDocument/2006/relationships/customXml" Target="../ink/ink288.xml"/><Relationship Id="rId231" Type="http://schemas.openxmlformats.org/officeDocument/2006/relationships/image" Target="../media/image293.png"/><Relationship Id="rId252" Type="http://schemas.openxmlformats.org/officeDocument/2006/relationships/customXml" Target="../ink/ink401.xml"/><Relationship Id="rId273" Type="http://schemas.openxmlformats.org/officeDocument/2006/relationships/image" Target="../media/image314.png"/><Relationship Id="rId294" Type="http://schemas.openxmlformats.org/officeDocument/2006/relationships/customXml" Target="../ink/ink422.xml"/><Relationship Id="rId308" Type="http://schemas.openxmlformats.org/officeDocument/2006/relationships/customXml" Target="../ink/ink429.xml"/><Relationship Id="rId329" Type="http://schemas.openxmlformats.org/officeDocument/2006/relationships/image" Target="../media/image342.png"/><Relationship Id="rId47" Type="http://schemas.openxmlformats.org/officeDocument/2006/relationships/image" Target="../media/image201.png"/><Relationship Id="rId68" Type="http://schemas.openxmlformats.org/officeDocument/2006/relationships/customXml" Target="../ink/ink309.xml"/><Relationship Id="rId89" Type="http://schemas.openxmlformats.org/officeDocument/2006/relationships/image" Target="../media/image222.png"/><Relationship Id="rId112" Type="http://schemas.openxmlformats.org/officeDocument/2006/relationships/customXml" Target="../ink/ink331.xml"/><Relationship Id="rId133" Type="http://schemas.openxmlformats.org/officeDocument/2006/relationships/image" Target="../media/image244.png"/><Relationship Id="rId154" Type="http://schemas.openxmlformats.org/officeDocument/2006/relationships/customXml" Target="../ink/ink352.xml"/><Relationship Id="rId175" Type="http://schemas.openxmlformats.org/officeDocument/2006/relationships/image" Target="../media/image265.png"/><Relationship Id="rId340" Type="http://schemas.openxmlformats.org/officeDocument/2006/relationships/customXml" Target="../ink/ink445.xml"/><Relationship Id="rId361" Type="http://schemas.openxmlformats.org/officeDocument/2006/relationships/image" Target="../media/image358.png"/><Relationship Id="rId196" Type="http://schemas.openxmlformats.org/officeDocument/2006/relationships/customXml" Target="../ink/ink373.xml"/><Relationship Id="rId200" Type="http://schemas.openxmlformats.org/officeDocument/2006/relationships/customXml" Target="../ink/ink375.xml"/><Relationship Id="rId382" Type="http://schemas.openxmlformats.org/officeDocument/2006/relationships/customXml" Target="../ink/ink466.xml"/><Relationship Id="rId16" Type="http://schemas.openxmlformats.org/officeDocument/2006/relationships/customXml" Target="../ink/ink283.xml"/><Relationship Id="rId221" Type="http://schemas.openxmlformats.org/officeDocument/2006/relationships/image" Target="../media/image288.png"/><Relationship Id="rId242" Type="http://schemas.openxmlformats.org/officeDocument/2006/relationships/customXml" Target="../ink/ink396.xml"/><Relationship Id="rId263" Type="http://schemas.openxmlformats.org/officeDocument/2006/relationships/image" Target="../media/image309.png"/><Relationship Id="rId284" Type="http://schemas.openxmlformats.org/officeDocument/2006/relationships/customXml" Target="../ink/ink417.xml"/><Relationship Id="rId319" Type="http://schemas.openxmlformats.org/officeDocument/2006/relationships/image" Target="../media/image337.png"/><Relationship Id="rId37" Type="http://schemas.openxmlformats.org/officeDocument/2006/relationships/image" Target="../media/image196.png"/><Relationship Id="rId58" Type="http://schemas.openxmlformats.org/officeDocument/2006/relationships/customXml" Target="../ink/ink304.xml"/><Relationship Id="rId79" Type="http://schemas.openxmlformats.org/officeDocument/2006/relationships/image" Target="../media/image217.png"/><Relationship Id="rId102" Type="http://schemas.openxmlformats.org/officeDocument/2006/relationships/customXml" Target="../ink/ink326.xml"/><Relationship Id="rId123" Type="http://schemas.openxmlformats.org/officeDocument/2006/relationships/image" Target="../media/image239.png"/><Relationship Id="rId144" Type="http://schemas.openxmlformats.org/officeDocument/2006/relationships/customXml" Target="../ink/ink347.xml"/><Relationship Id="rId330" Type="http://schemas.openxmlformats.org/officeDocument/2006/relationships/customXml" Target="../ink/ink440.xml"/><Relationship Id="rId90" Type="http://schemas.openxmlformats.org/officeDocument/2006/relationships/customXml" Target="../ink/ink320.xml"/><Relationship Id="rId165" Type="http://schemas.openxmlformats.org/officeDocument/2006/relationships/image" Target="../media/image260.png"/><Relationship Id="rId186" Type="http://schemas.openxmlformats.org/officeDocument/2006/relationships/customXml" Target="../ink/ink368.xml"/><Relationship Id="rId351" Type="http://schemas.openxmlformats.org/officeDocument/2006/relationships/image" Target="../media/image353.png"/><Relationship Id="rId372" Type="http://schemas.openxmlformats.org/officeDocument/2006/relationships/customXml" Target="../ink/ink461.xml"/><Relationship Id="rId211" Type="http://schemas.openxmlformats.org/officeDocument/2006/relationships/image" Target="../media/image283.png"/><Relationship Id="rId232" Type="http://schemas.openxmlformats.org/officeDocument/2006/relationships/customXml" Target="../ink/ink391.xml"/><Relationship Id="rId253" Type="http://schemas.openxmlformats.org/officeDocument/2006/relationships/image" Target="../media/image304.png"/><Relationship Id="rId274" Type="http://schemas.openxmlformats.org/officeDocument/2006/relationships/customXml" Target="../ink/ink412.xml"/><Relationship Id="rId295" Type="http://schemas.openxmlformats.org/officeDocument/2006/relationships/image" Target="../media/image325.png"/><Relationship Id="rId309" Type="http://schemas.openxmlformats.org/officeDocument/2006/relationships/image" Target="../media/image332.png"/><Relationship Id="rId27" Type="http://schemas.openxmlformats.org/officeDocument/2006/relationships/image" Target="../media/image191.png"/><Relationship Id="rId48" Type="http://schemas.openxmlformats.org/officeDocument/2006/relationships/customXml" Target="../ink/ink299.xml"/><Relationship Id="rId69" Type="http://schemas.openxmlformats.org/officeDocument/2006/relationships/image" Target="../media/image212.png"/><Relationship Id="rId113" Type="http://schemas.openxmlformats.org/officeDocument/2006/relationships/image" Target="../media/image234.png"/><Relationship Id="rId134" Type="http://schemas.openxmlformats.org/officeDocument/2006/relationships/customXml" Target="../ink/ink342.xml"/><Relationship Id="rId320" Type="http://schemas.openxmlformats.org/officeDocument/2006/relationships/customXml" Target="../ink/ink435.xml"/><Relationship Id="rId80" Type="http://schemas.openxmlformats.org/officeDocument/2006/relationships/customXml" Target="../ink/ink315.xml"/><Relationship Id="rId155" Type="http://schemas.openxmlformats.org/officeDocument/2006/relationships/image" Target="../media/image255.png"/><Relationship Id="rId176" Type="http://schemas.openxmlformats.org/officeDocument/2006/relationships/customXml" Target="../ink/ink363.xml"/><Relationship Id="rId197" Type="http://schemas.openxmlformats.org/officeDocument/2006/relationships/image" Target="../media/image276.png"/><Relationship Id="rId341" Type="http://schemas.openxmlformats.org/officeDocument/2006/relationships/image" Target="../media/image348.png"/><Relationship Id="rId362" Type="http://schemas.openxmlformats.org/officeDocument/2006/relationships/customXml" Target="../ink/ink456.xml"/><Relationship Id="rId383" Type="http://schemas.openxmlformats.org/officeDocument/2006/relationships/image" Target="../media/image369.png"/><Relationship Id="rId201" Type="http://schemas.openxmlformats.org/officeDocument/2006/relationships/image" Target="../media/image278.png"/><Relationship Id="rId222" Type="http://schemas.openxmlformats.org/officeDocument/2006/relationships/customXml" Target="../ink/ink386.xml"/><Relationship Id="rId243" Type="http://schemas.openxmlformats.org/officeDocument/2006/relationships/image" Target="../media/image299.png"/><Relationship Id="rId264" Type="http://schemas.openxmlformats.org/officeDocument/2006/relationships/customXml" Target="../ink/ink407.xml"/><Relationship Id="rId285" Type="http://schemas.openxmlformats.org/officeDocument/2006/relationships/image" Target="../media/image320.png"/><Relationship Id="rId17" Type="http://schemas.openxmlformats.org/officeDocument/2006/relationships/image" Target="../media/image186.png"/><Relationship Id="rId38" Type="http://schemas.openxmlformats.org/officeDocument/2006/relationships/customXml" Target="../ink/ink294.xml"/><Relationship Id="rId59" Type="http://schemas.openxmlformats.org/officeDocument/2006/relationships/image" Target="../media/image207.png"/><Relationship Id="rId103" Type="http://schemas.openxmlformats.org/officeDocument/2006/relationships/image" Target="../media/image229.png"/><Relationship Id="rId124" Type="http://schemas.openxmlformats.org/officeDocument/2006/relationships/customXml" Target="../ink/ink337.xml"/><Relationship Id="rId310" Type="http://schemas.openxmlformats.org/officeDocument/2006/relationships/customXml" Target="../ink/ink430.xml"/><Relationship Id="rId70" Type="http://schemas.openxmlformats.org/officeDocument/2006/relationships/customXml" Target="../ink/ink310.xml"/><Relationship Id="rId91" Type="http://schemas.openxmlformats.org/officeDocument/2006/relationships/image" Target="../media/image223.png"/><Relationship Id="rId145" Type="http://schemas.openxmlformats.org/officeDocument/2006/relationships/image" Target="../media/image250.png"/><Relationship Id="rId166" Type="http://schemas.openxmlformats.org/officeDocument/2006/relationships/customXml" Target="../ink/ink358.xml"/><Relationship Id="rId187" Type="http://schemas.openxmlformats.org/officeDocument/2006/relationships/image" Target="../media/image271.png"/><Relationship Id="rId331" Type="http://schemas.openxmlformats.org/officeDocument/2006/relationships/image" Target="../media/image343.png"/><Relationship Id="rId352" Type="http://schemas.openxmlformats.org/officeDocument/2006/relationships/customXml" Target="../ink/ink451.xml"/><Relationship Id="rId373" Type="http://schemas.openxmlformats.org/officeDocument/2006/relationships/image" Target="../media/image364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381.xml"/><Relationship Id="rId233" Type="http://schemas.openxmlformats.org/officeDocument/2006/relationships/image" Target="../media/image294.png"/><Relationship Id="rId254" Type="http://schemas.openxmlformats.org/officeDocument/2006/relationships/customXml" Target="../ink/ink402.xml"/><Relationship Id="rId28" Type="http://schemas.openxmlformats.org/officeDocument/2006/relationships/customXml" Target="../ink/ink289.xml"/><Relationship Id="rId49" Type="http://schemas.openxmlformats.org/officeDocument/2006/relationships/image" Target="../media/image202.png"/><Relationship Id="rId114" Type="http://schemas.openxmlformats.org/officeDocument/2006/relationships/customXml" Target="../ink/ink332.xml"/><Relationship Id="rId275" Type="http://schemas.openxmlformats.org/officeDocument/2006/relationships/image" Target="../media/image315.png"/><Relationship Id="rId296" Type="http://schemas.openxmlformats.org/officeDocument/2006/relationships/customXml" Target="../ink/ink423.xml"/><Relationship Id="rId300" Type="http://schemas.openxmlformats.org/officeDocument/2006/relationships/customXml" Target="../ink/ink425.xml"/><Relationship Id="rId60" Type="http://schemas.openxmlformats.org/officeDocument/2006/relationships/customXml" Target="../ink/ink305.xml"/><Relationship Id="rId81" Type="http://schemas.openxmlformats.org/officeDocument/2006/relationships/image" Target="../media/image218.png"/><Relationship Id="rId135" Type="http://schemas.openxmlformats.org/officeDocument/2006/relationships/image" Target="../media/image245.png"/><Relationship Id="rId156" Type="http://schemas.openxmlformats.org/officeDocument/2006/relationships/customXml" Target="../ink/ink353.xml"/><Relationship Id="rId177" Type="http://schemas.openxmlformats.org/officeDocument/2006/relationships/image" Target="../media/image266.png"/><Relationship Id="rId198" Type="http://schemas.openxmlformats.org/officeDocument/2006/relationships/customXml" Target="../ink/ink374.xml"/><Relationship Id="rId321" Type="http://schemas.openxmlformats.org/officeDocument/2006/relationships/image" Target="../media/image338.png"/><Relationship Id="rId342" Type="http://schemas.openxmlformats.org/officeDocument/2006/relationships/customXml" Target="../ink/ink446.xml"/><Relationship Id="rId363" Type="http://schemas.openxmlformats.org/officeDocument/2006/relationships/image" Target="../media/image359.png"/><Relationship Id="rId202" Type="http://schemas.openxmlformats.org/officeDocument/2006/relationships/customXml" Target="../ink/ink376.xml"/><Relationship Id="rId223" Type="http://schemas.openxmlformats.org/officeDocument/2006/relationships/image" Target="../media/image289.png"/><Relationship Id="rId244" Type="http://schemas.openxmlformats.org/officeDocument/2006/relationships/customXml" Target="../ink/ink397.xml"/><Relationship Id="rId18" Type="http://schemas.openxmlformats.org/officeDocument/2006/relationships/customXml" Target="../ink/ink284.xml"/><Relationship Id="rId39" Type="http://schemas.openxmlformats.org/officeDocument/2006/relationships/image" Target="../media/image197.png"/><Relationship Id="rId265" Type="http://schemas.openxmlformats.org/officeDocument/2006/relationships/image" Target="../media/image310.png"/><Relationship Id="rId286" Type="http://schemas.openxmlformats.org/officeDocument/2006/relationships/customXml" Target="../ink/ink418.xml"/><Relationship Id="rId50" Type="http://schemas.openxmlformats.org/officeDocument/2006/relationships/customXml" Target="../ink/ink300.xml"/><Relationship Id="rId104" Type="http://schemas.openxmlformats.org/officeDocument/2006/relationships/customXml" Target="../ink/ink327.xml"/><Relationship Id="rId125" Type="http://schemas.openxmlformats.org/officeDocument/2006/relationships/image" Target="../media/image240.png"/><Relationship Id="rId146" Type="http://schemas.openxmlformats.org/officeDocument/2006/relationships/customXml" Target="../ink/ink348.xml"/><Relationship Id="rId167" Type="http://schemas.openxmlformats.org/officeDocument/2006/relationships/image" Target="../media/image261.png"/><Relationship Id="rId188" Type="http://schemas.openxmlformats.org/officeDocument/2006/relationships/customXml" Target="../ink/ink369.xml"/><Relationship Id="rId311" Type="http://schemas.openxmlformats.org/officeDocument/2006/relationships/image" Target="../media/image333.png"/><Relationship Id="rId332" Type="http://schemas.openxmlformats.org/officeDocument/2006/relationships/customXml" Target="../ink/ink441.xml"/><Relationship Id="rId353" Type="http://schemas.openxmlformats.org/officeDocument/2006/relationships/image" Target="../media/image354.png"/><Relationship Id="rId374" Type="http://schemas.openxmlformats.org/officeDocument/2006/relationships/customXml" Target="../ink/ink462.xml"/><Relationship Id="rId71" Type="http://schemas.openxmlformats.org/officeDocument/2006/relationships/image" Target="../media/image213.png"/><Relationship Id="rId92" Type="http://schemas.openxmlformats.org/officeDocument/2006/relationships/customXml" Target="../ink/ink321.xml"/><Relationship Id="rId213" Type="http://schemas.openxmlformats.org/officeDocument/2006/relationships/image" Target="../media/image284.png"/><Relationship Id="rId234" Type="http://schemas.openxmlformats.org/officeDocument/2006/relationships/customXml" Target="../ink/ink392.xml"/><Relationship Id="rId2" Type="http://schemas.openxmlformats.org/officeDocument/2006/relationships/image" Target="../media/image178.png"/><Relationship Id="rId29" Type="http://schemas.openxmlformats.org/officeDocument/2006/relationships/image" Target="../media/image192.png"/><Relationship Id="rId255" Type="http://schemas.openxmlformats.org/officeDocument/2006/relationships/image" Target="../media/image305.png"/><Relationship Id="rId276" Type="http://schemas.openxmlformats.org/officeDocument/2006/relationships/customXml" Target="../ink/ink413.xml"/><Relationship Id="rId297" Type="http://schemas.openxmlformats.org/officeDocument/2006/relationships/image" Target="../media/image326.png"/><Relationship Id="rId40" Type="http://schemas.openxmlformats.org/officeDocument/2006/relationships/customXml" Target="../ink/ink295.xml"/><Relationship Id="rId115" Type="http://schemas.openxmlformats.org/officeDocument/2006/relationships/image" Target="../media/image235.png"/><Relationship Id="rId136" Type="http://schemas.openxmlformats.org/officeDocument/2006/relationships/customXml" Target="../ink/ink343.xml"/><Relationship Id="rId157" Type="http://schemas.openxmlformats.org/officeDocument/2006/relationships/image" Target="../media/image256.png"/><Relationship Id="rId178" Type="http://schemas.openxmlformats.org/officeDocument/2006/relationships/customXml" Target="../ink/ink364.xml"/><Relationship Id="rId301" Type="http://schemas.openxmlformats.org/officeDocument/2006/relationships/image" Target="../media/image328.png"/><Relationship Id="rId322" Type="http://schemas.openxmlformats.org/officeDocument/2006/relationships/customXml" Target="../ink/ink436.xml"/><Relationship Id="rId343" Type="http://schemas.openxmlformats.org/officeDocument/2006/relationships/image" Target="../media/image349.png"/><Relationship Id="rId364" Type="http://schemas.openxmlformats.org/officeDocument/2006/relationships/customXml" Target="../ink/ink457.xml"/><Relationship Id="rId61" Type="http://schemas.openxmlformats.org/officeDocument/2006/relationships/image" Target="../media/image208.png"/><Relationship Id="rId82" Type="http://schemas.openxmlformats.org/officeDocument/2006/relationships/customXml" Target="../ink/ink316.xml"/><Relationship Id="rId199" Type="http://schemas.openxmlformats.org/officeDocument/2006/relationships/image" Target="../media/image277.png"/><Relationship Id="rId203" Type="http://schemas.openxmlformats.org/officeDocument/2006/relationships/image" Target="../media/image279.png"/><Relationship Id="rId19" Type="http://schemas.openxmlformats.org/officeDocument/2006/relationships/image" Target="../media/image187.png"/><Relationship Id="rId224" Type="http://schemas.openxmlformats.org/officeDocument/2006/relationships/customXml" Target="../ink/ink387.xml"/><Relationship Id="rId245" Type="http://schemas.openxmlformats.org/officeDocument/2006/relationships/image" Target="../media/image300.png"/><Relationship Id="rId266" Type="http://schemas.openxmlformats.org/officeDocument/2006/relationships/customXml" Target="../ink/ink408.xml"/><Relationship Id="rId287" Type="http://schemas.openxmlformats.org/officeDocument/2006/relationships/image" Target="../media/image321.png"/><Relationship Id="rId30" Type="http://schemas.openxmlformats.org/officeDocument/2006/relationships/customXml" Target="../ink/ink290.xml"/><Relationship Id="rId105" Type="http://schemas.openxmlformats.org/officeDocument/2006/relationships/image" Target="../media/image230.png"/><Relationship Id="rId126" Type="http://schemas.openxmlformats.org/officeDocument/2006/relationships/customXml" Target="../ink/ink338.xml"/><Relationship Id="rId147" Type="http://schemas.openxmlformats.org/officeDocument/2006/relationships/image" Target="../media/image251.png"/><Relationship Id="rId168" Type="http://schemas.openxmlformats.org/officeDocument/2006/relationships/customXml" Target="../ink/ink359.xml"/><Relationship Id="rId312" Type="http://schemas.openxmlformats.org/officeDocument/2006/relationships/customXml" Target="../ink/ink431.xml"/><Relationship Id="rId333" Type="http://schemas.openxmlformats.org/officeDocument/2006/relationships/image" Target="../media/image344.png"/><Relationship Id="rId354" Type="http://schemas.openxmlformats.org/officeDocument/2006/relationships/customXml" Target="../ink/ink452.xml"/><Relationship Id="rId51" Type="http://schemas.openxmlformats.org/officeDocument/2006/relationships/image" Target="../media/image203.png"/><Relationship Id="rId72" Type="http://schemas.openxmlformats.org/officeDocument/2006/relationships/customXml" Target="../ink/ink311.xml"/><Relationship Id="rId93" Type="http://schemas.openxmlformats.org/officeDocument/2006/relationships/image" Target="../media/image224.png"/><Relationship Id="rId189" Type="http://schemas.openxmlformats.org/officeDocument/2006/relationships/image" Target="../media/image272.png"/><Relationship Id="rId375" Type="http://schemas.openxmlformats.org/officeDocument/2006/relationships/image" Target="../media/image365.png"/><Relationship Id="rId3" Type="http://schemas.openxmlformats.org/officeDocument/2006/relationships/image" Target="../media/image179.gif"/><Relationship Id="rId214" Type="http://schemas.openxmlformats.org/officeDocument/2006/relationships/customXml" Target="../ink/ink382.xml"/><Relationship Id="rId235" Type="http://schemas.openxmlformats.org/officeDocument/2006/relationships/image" Target="../media/image295.png"/><Relationship Id="rId256" Type="http://schemas.openxmlformats.org/officeDocument/2006/relationships/customXml" Target="../ink/ink403.xml"/><Relationship Id="rId277" Type="http://schemas.openxmlformats.org/officeDocument/2006/relationships/image" Target="../media/image316.png"/><Relationship Id="rId298" Type="http://schemas.openxmlformats.org/officeDocument/2006/relationships/customXml" Target="../ink/ink424.xml"/><Relationship Id="rId116" Type="http://schemas.openxmlformats.org/officeDocument/2006/relationships/customXml" Target="../ink/ink333.xml"/><Relationship Id="rId137" Type="http://schemas.openxmlformats.org/officeDocument/2006/relationships/image" Target="../media/image246.png"/><Relationship Id="rId158" Type="http://schemas.openxmlformats.org/officeDocument/2006/relationships/customXml" Target="../ink/ink354.xml"/><Relationship Id="rId302" Type="http://schemas.openxmlformats.org/officeDocument/2006/relationships/customXml" Target="../ink/ink426.xml"/><Relationship Id="rId323" Type="http://schemas.openxmlformats.org/officeDocument/2006/relationships/image" Target="../media/image339.png"/><Relationship Id="rId344" Type="http://schemas.openxmlformats.org/officeDocument/2006/relationships/customXml" Target="../ink/ink447.xml"/><Relationship Id="rId20" Type="http://schemas.openxmlformats.org/officeDocument/2006/relationships/customXml" Target="../ink/ink285.xml"/><Relationship Id="rId41" Type="http://schemas.openxmlformats.org/officeDocument/2006/relationships/image" Target="../media/image198.png"/><Relationship Id="rId62" Type="http://schemas.openxmlformats.org/officeDocument/2006/relationships/customXml" Target="../ink/ink306.xml"/><Relationship Id="rId83" Type="http://schemas.openxmlformats.org/officeDocument/2006/relationships/image" Target="../media/image219.png"/><Relationship Id="rId179" Type="http://schemas.openxmlformats.org/officeDocument/2006/relationships/image" Target="../media/image267.png"/><Relationship Id="rId365" Type="http://schemas.openxmlformats.org/officeDocument/2006/relationships/image" Target="../media/image360.png"/><Relationship Id="rId190" Type="http://schemas.openxmlformats.org/officeDocument/2006/relationships/customXml" Target="../ink/ink370.xml"/><Relationship Id="rId204" Type="http://schemas.openxmlformats.org/officeDocument/2006/relationships/customXml" Target="../ink/ink377.xml"/><Relationship Id="rId225" Type="http://schemas.openxmlformats.org/officeDocument/2006/relationships/image" Target="../media/image290.png"/><Relationship Id="rId246" Type="http://schemas.openxmlformats.org/officeDocument/2006/relationships/customXml" Target="../ink/ink398.xml"/><Relationship Id="rId267" Type="http://schemas.openxmlformats.org/officeDocument/2006/relationships/image" Target="../media/image311.png"/><Relationship Id="rId288" Type="http://schemas.openxmlformats.org/officeDocument/2006/relationships/customXml" Target="../ink/ink419.xml"/><Relationship Id="rId106" Type="http://schemas.openxmlformats.org/officeDocument/2006/relationships/customXml" Target="../ink/ink328.xml"/><Relationship Id="rId127" Type="http://schemas.openxmlformats.org/officeDocument/2006/relationships/image" Target="../media/image241.png"/><Relationship Id="rId313" Type="http://schemas.openxmlformats.org/officeDocument/2006/relationships/image" Target="../media/image334.png"/><Relationship Id="rId10" Type="http://schemas.openxmlformats.org/officeDocument/2006/relationships/customXml" Target="../ink/ink280.xml"/><Relationship Id="rId31" Type="http://schemas.openxmlformats.org/officeDocument/2006/relationships/image" Target="../media/image193.png"/><Relationship Id="rId52" Type="http://schemas.openxmlformats.org/officeDocument/2006/relationships/customXml" Target="../ink/ink301.xml"/><Relationship Id="rId73" Type="http://schemas.openxmlformats.org/officeDocument/2006/relationships/image" Target="../media/image214.png"/><Relationship Id="rId94" Type="http://schemas.openxmlformats.org/officeDocument/2006/relationships/customXml" Target="../ink/ink322.xml"/><Relationship Id="rId148" Type="http://schemas.openxmlformats.org/officeDocument/2006/relationships/customXml" Target="../ink/ink349.xml"/><Relationship Id="rId169" Type="http://schemas.openxmlformats.org/officeDocument/2006/relationships/image" Target="../media/image262.png"/><Relationship Id="rId334" Type="http://schemas.openxmlformats.org/officeDocument/2006/relationships/customXml" Target="../ink/ink442.xml"/><Relationship Id="rId355" Type="http://schemas.openxmlformats.org/officeDocument/2006/relationships/image" Target="../media/image355.png"/><Relationship Id="rId376" Type="http://schemas.openxmlformats.org/officeDocument/2006/relationships/customXml" Target="../ink/ink463.xml"/><Relationship Id="rId4" Type="http://schemas.openxmlformats.org/officeDocument/2006/relationships/customXml" Target="../ink/ink277.xml"/><Relationship Id="rId180" Type="http://schemas.openxmlformats.org/officeDocument/2006/relationships/customXml" Target="../ink/ink365.xml"/><Relationship Id="rId215" Type="http://schemas.openxmlformats.org/officeDocument/2006/relationships/image" Target="../media/image285.png"/><Relationship Id="rId236" Type="http://schemas.openxmlformats.org/officeDocument/2006/relationships/customXml" Target="../ink/ink393.xml"/><Relationship Id="rId257" Type="http://schemas.openxmlformats.org/officeDocument/2006/relationships/image" Target="../media/image306.png"/><Relationship Id="rId278" Type="http://schemas.openxmlformats.org/officeDocument/2006/relationships/customXml" Target="../ink/ink414.xml"/><Relationship Id="rId303" Type="http://schemas.openxmlformats.org/officeDocument/2006/relationships/image" Target="../media/image329.png"/><Relationship Id="rId42" Type="http://schemas.openxmlformats.org/officeDocument/2006/relationships/customXml" Target="../ink/ink296.xml"/><Relationship Id="rId84" Type="http://schemas.openxmlformats.org/officeDocument/2006/relationships/customXml" Target="../ink/ink317.xml"/><Relationship Id="rId138" Type="http://schemas.openxmlformats.org/officeDocument/2006/relationships/customXml" Target="../ink/ink344.xml"/><Relationship Id="rId345" Type="http://schemas.openxmlformats.org/officeDocument/2006/relationships/image" Target="../media/image350.png"/><Relationship Id="rId191" Type="http://schemas.openxmlformats.org/officeDocument/2006/relationships/image" Target="../media/image273.png"/><Relationship Id="rId205" Type="http://schemas.openxmlformats.org/officeDocument/2006/relationships/image" Target="../media/image280.png"/><Relationship Id="rId247" Type="http://schemas.openxmlformats.org/officeDocument/2006/relationships/image" Target="../media/image301.png"/><Relationship Id="rId107" Type="http://schemas.openxmlformats.org/officeDocument/2006/relationships/image" Target="../media/image231.png"/><Relationship Id="rId289" Type="http://schemas.openxmlformats.org/officeDocument/2006/relationships/image" Target="../media/image322.png"/><Relationship Id="rId11" Type="http://schemas.openxmlformats.org/officeDocument/2006/relationships/image" Target="../media/image183.png"/><Relationship Id="rId53" Type="http://schemas.openxmlformats.org/officeDocument/2006/relationships/image" Target="../media/image204.png"/><Relationship Id="rId149" Type="http://schemas.openxmlformats.org/officeDocument/2006/relationships/image" Target="../media/image252.png"/><Relationship Id="rId314" Type="http://schemas.openxmlformats.org/officeDocument/2006/relationships/customXml" Target="../ink/ink432.xml"/><Relationship Id="rId356" Type="http://schemas.openxmlformats.org/officeDocument/2006/relationships/customXml" Target="../ink/ink453.xml"/><Relationship Id="rId95" Type="http://schemas.openxmlformats.org/officeDocument/2006/relationships/image" Target="../media/image225.png"/><Relationship Id="rId160" Type="http://schemas.openxmlformats.org/officeDocument/2006/relationships/customXml" Target="../ink/ink355.xml"/><Relationship Id="rId216" Type="http://schemas.openxmlformats.org/officeDocument/2006/relationships/customXml" Target="../ink/ink383.xml"/><Relationship Id="rId258" Type="http://schemas.openxmlformats.org/officeDocument/2006/relationships/customXml" Target="../ink/ink404.xml"/><Relationship Id="rId22" Type="http://schemas.openxmlformats.org/officeDocument/2006/relationships/customXml" Target="../ink/ink286.xml"/><Relationship Id="rId64" Type="http://schemas.openxmlformats.org/officeDocument/2006/relationships/customXml" Target="../ink/ink307.xml"/><Relationship Id="rId118" Type="http://schemas.openxmlformats.org/officeDocument/2006/relationships/customXml" Target="../ink/ink334.xml"/><Relationship Id="rId325" Type="http://schemas.openxmlformats.org/officeDocument/2006/relationships/image" Target="../media/image340.png"/><Relationship Id="rId367" Type="http://schemas.openxmlformats.org/officeDocument/2006/relationships/image" Target="../media/image361.png"/><Relationship Id="rId171" Type="http://schemas.openxmlformats.org/officeDocument/2006/relationships/image" Target="../media/image263.png"/><Relationship Id="rId227" Type="http://schemas.openxmlformats.org/officeDocument/2006/relationships/image" Target="../media/image291.png"/><Relationship Id="rId269" Type="http://schemas.openxmlformats.org/officeDocument/2006/relationships/image" Target="../media/image312.png"/><Relationship Id="rId33" Type="http://schemas.openxmlformats.org/officeDocument/2006/relationships/image" Target="../media/image194.png"/><Relationship Id="rId129" Type="http://schemas.openxmlformats.org/officeDocument/2006/relationships/image" Target="../media/image242.png"/><Relationship Id="rId280" Type="http://schemas.openxmlformats.org/officeDocument/2006/relationships/customXml" Target="../ink/ink415.xml"/><Relationship Id="rId336" Type="http://schemas.openxmlformats.org/officeDocument/2006/relationships/customXml" Target="../ink/ink443.xml"/><Relationship Id="rId75" Type="http://schemas.openxmlformats.org/officeDocument/2006/relationships/image" Target="../media/image215.png"/><Relationship Id="rId140" Type="http://schemas.openxmlformats.org/officeDocument/2006/relationships/customXml" Target="../ink/ink345.xml"/><Relationship Id="rId182" Type="http://schemas.openxmlformats.org/officeDocument/2006/relationships/customXml" Target="../ink/ink366.xml"/><Relationship Id="rId378" Type="http://schemas.openxmlformats.org/officeDocument/2006/relationships/customXml" Target="../ink/ink464.xml"/><Relationship Id="rId6" Type="http://schemas.openxmlformats.org/officeDocument/2006/relationships/customXml" Target="../ink/ink278.xml"/><Relationship Id="rId238" Type="http://schemas.openxmlformats.org/officeDocument/2006/relationships/customXml" Target="../ink/ink394.xml"/><Relationship Id="rId291" Type="http://schemas.openxmlformats.org/officeDocument/2006/relationships/image" Target="../media/image323.png"/><Relationship Id="rId305" Type="http://schemas.openxmlformats.org/officeDocument/2006/relationships/image" Target="../media/image330.png"/><Relationship Id="rId347" Type="http://schemas.openxmlformats.org/officeDocument/2006/relationships/image" Target="../media/image351.png"/><Relationship Id="rId44" Type="http://schemas.openxmlformats.org/officeDocument/2006/relationships/customXml" Target="../ink/ink297.xml"/><Relationship Id="rId86" Type="http://schemas.openxmlformats.org/officeDocument/2006/relationships/customXml" Target="../ink/ink318.xml"/><Relationship Id="rId151" Type="http://schemas.openxmlformats.org/officeDocument/2006/relationships/image" Target="../media/image253.png"/><Relationship Id="rId193" Type="http://schemas.openxmlformats.org/officeDocument/2006/relationships/image" Target="../media/image274.png"/><Relationship Id="rId207" Type="http://schemas.openxmlformats.org/officeDocument/2006/relationships/image" Target="../media/image281.png"/><Relationship Id="rId249" Type="http://schemas.openxmlformats.org/officeDocument/2006/relationships/image" Target="../media/image302.png"/><Relationship Id="rId13" Type="http://schemas.openxmlformats.org/officeDocument/2006/relationships/image" Target="../media/image184.png"/><Relationship Id="rId109" Type="http://schemas.openxmlformats.org/officeDocument/2006/relationships/image" Target="../media/image232.png"/><Relationship Id="rId260" Type="http://schemas.openxmlformats.org/officeDocument/2006/relationships/customXml" Target="../ink/ink405.xml"/><Relationship Id="rId316" Type="http://schemas.openxmlformats.org/officeDocument/2006/relationships/customXml" Target="../ink/ink433.xml"/><Relationship Id="rId55" Type="http://schemas.openxmlformats.org/officeDocument/2006/relationships/image" Target="../media/image205.png"/><Relationship Id="rId97" Type="http://schemas.openxmlformats.org/officeDocument/2006/relationships/image" Target="../media/image226.png"/><Relationship Id="rId120" Type="http://schemas.openxmlformats.org/officeDocument/2006/relationships/customXml" Target="../ink/ink335.xml"/><Relationship Id="rId358" Type="http://schemas.openxmlformats.org/officeDocument/2006/relationships/customXml" Target="../ink/ink454.xml"/><Relationship Id="rId162" Type="http://schemas.openxmlformats.org/officeDocument/2006/relationships/customXml" Target="../ink/ink356.xml"/><Relationship Id="rId218" Type="http://schemas.openxmlformats.org/officeDocument/2006/relationships/customXml" Target="../ink/ink384.xml"/><Relationship Id="rId271" Type="http://schemas.openxmlformats.org/officeDocument/2006/relationships/image" Target="../media/image313.png"/><Relationship Id="rId24" Type="http://schemas.openxmlformats.org/officeDocument/2006/relationships/customXml" Target="../ink/ink287.xml"/><Relationship Id="rId66" Type="http://schemas.openxmlformats.org/officeDocument/2006/relationships/customXml" Target="../ink/ink308.xml"/><Relationship Id="rId131" Type="http://schemas.openxmlformats.org/officeDocument/2006/relationships/image" Target="../media/image243.png"/><Relationship Id="rId327" Type="http://schemas.openxmlformats.org/officeDocument/2006/relationships/image" Target="../media/image341.png"/><Relationship Id="rId369" Type="http://schemas.openxmlformats.org/officeDocument/2006/relationships/image" Target="../media/image362.png"/><Relationship Id="rId173" Type="http://schemas.openxmlformats.org/officeDocument/2006/relationships/image" Target="../media/image264.png"/><Relationship Id="rId229" Type="http://schemas.openxmlformats.org/officeDocument/2006/relationships/image" Target="../media/image292.png"/><Relationship Id="rId380" Type="http://schemas.openxmlformats.org/officeDocument/2006/relationships/customXml" Target="../ink/ink465.xml"/><Relationship Id="rId240" Type="http://schemas.openxmlformats.org/officeDocument/2006/relationships/customXml" Target="../ink/ink395.xml"/><Relationship Id="rId35" Type="http://schemas.openxmlformats.org/officeDocument/2006/relationships/image" Target="../media/image195.png"/><Relationship Id="rId77" Type="http://schemas.openxmlformats.org/officeDocument/2006/relationships/image" Target="../media/image216.png"/><Relationship Id="rId100" Type="http://schemas.openxmlformats.org/officeDocument/2006/relationships/customXml" Target="../ink/ink325.xml"/><Relationship Id="rId282" Type="http://schemas.openxmlformats.org/officeDocument/2006/relationships/customXml" Target="../ink/ink416.xml"/><Relationship Id="rId338" Type="http://schemas.openxmlformats.org/officeDocument/2006/relationships/customXml" Target="../ink/ink444.xml"/><Relationship Id="rId8" Type="http://schemas.openxmlformats.org/officeDocument/2006/relationships/customXml" Target="../ink/ink279.xml"/><Relationship Id="rId142" Type="http://schemas.openxmlformats.org/officeDocument/2006/relationships/customXml" Target="../ink/ink346.xml"/><Relationship Id="rId184" Type="http://schemas.openxmlformats.org/officeDocument/2006/relationships/customXml" Target="../ink/ink367.xml"/><Relationship Id="rId251" Type="http://schemas.openxmlformats.org/officeDocument/2006/relationships/image" Target="../media/image303.png"/><Relationship Id="rId46" Type="http://schemas.openxmlformats.org/officeDocument/2006/relationships/customXml" Target="../ink/ink298.xml"/><Relationship Id="rId293" Type="http://schemas.openxmlformats.org/officeDocument/2006/relationships/image" Target="../media/image324.png"/><Relationship Id="rId307" Type="http://schemas.openxmlformats.org/officeDocument/2006/relationships/image" Target="../media/image331.png"/><Relationship Id="rId349" Type="http://schemas.openxmlformats.org/officeDocument/2006/relationships/image" Target="../media/image352.png"/><Relationship Id="rId88" Type="http://schemas.openxmlformats.org/officeDocument/2006/relationships/customXml" Target="../ink/ink319.xml"/><Relationship Id="rId111" Type="http://schemas.openxmlformats.org/officeDocument/2006/relationships/image" Target="../media/image233.png"/><Relationship Id="rId153" Type="http://schemas.openxmlformats.org/officeDocument/2006/relationships/image" Target="../media/image254.png"/><Relationship Id="rId195" Type="http://schemas.openxmlformats.org/officeDocument/2006/relationships/image" Target="../media/image275.png"/><Relationship Id="rId209" Type="http://schemas.openxmlformats.org/officeDocument/2006/relationships/image" Target="../media/image282.png"/><Relationship Id="rId360" Type="http://schemas.openxmlformats.org/officeDocument/2006/relationships/customXml" Target="../ink/ink455.xml"/><Relationship Id="rId220" Type="http://schemas.openxmlformats.org/officeDocument/2006/relationships/customXml" Target="../ink/ink385.xml"/><Relationship Id="rId15" Type="http://schemas.openxmlformats.org/officeDocument/2006/relationships/image" Target="../media/image185.png"/><Relationship Id="rId57" Type="http://schemas.openxmlformats.org/officeDocument/2006/relationships/image" Target="../media/image206.png"/><Relationship Id="rId262" Type="http://schemas.openxmlformats.org/officeDocument/2006/relationships/customXml" Target="../ink/ink406.xml"/><Relationship Id="rId318" Type="http://schemas.openxmlformats.org/officeDocument/2006/relationships/customXml" Target="../ink/ink434.xml"/><Relationship Id="rId99" Type="http://schemas.openxmlformats.org/officeDocument/2006/relationships/image" Target="../media/image227.png"/><Relationship Id="rId122" Type="http://schemas.openxmlformats.org/officeDocument/2006/relationships/customXml" Target="../ink/ink336.xml"/><Relationship Id="rId164" Type="http://schemas.openxmlformats.org/officeDocument/2006/relationships/customXml" Target="../ink/ink357.xml"/><Relationship Id="rId371" Type="http://schemas.openxmlformats.org/officeDocument/2006/relationships/image" Target="../media/image363.png"/></Relationships>
</file>

<file path=ppt/slides/_rels/slide6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524.xml"/><Relationship Id="rId21" Type="http://schemas.openxmlformats.org/officeDocument/2006/relationships/customXml" Target="../ink/ink476.xml"/><Relationship Id="rId63" Type="http://schemas.openxmlformats.org/officeDocument/2006/relationships/customXml" Target="../ink/ink497.xml"/><Relationship Id="rId159" Type="http://schemas.openxmlformats.org/officeDocument/2006/relationships/customXml" Target="../ink/ink545.xml"/><Relationship Id="rId170" Type="http://schemas.openxmlformats.org/officeDocument/2006/relationships/image" Target="../media/image22010.png"/><Relationship Id="rId226" Type="http://schemas.openxmlformats.org/officeDocument/2006/relationships/image" Target="../media/image24810.png"/><Relationship Id="rId268" Type="http://schemas.openxmlformats.org/officeDocument/2006/relationships/image" Target="../media/image26910.png"/><Relationship Id="rId32" Type="http://schemas.openxmlformats.org/officeDocument/2006/relationships/image" Target="../media/image15110.png"/><Relationship Id="rId74" Type="http://schemas.openxmlformats.org/officeDocument/2006/relationships/image" Target="../media/image17210.png"/><Relationship Id="rId128" Type="http://schemas.openxmlformats.org/officeDocument/2006/relationships/image" Target="../media/image19910.png"/><Relationship Id="rId5" Type="http://schemas.openxmlformats.org/officeDocument/2006/relationships/customXml" Target="../ink/ink468.xml"/><Relationship Id="rId95" Type="http://schemas.openxmlformats.org/officeDocument/2006/relationships/customXml" Target="../ink/ink513.xml"/><Relationship Id="rId160" Type="http://schemas.openxmlformats.org/officeDocument/2006/relationships/image" Target="../media/image21510.png"/><Relationship Id="rId181" Type="http://schemas.openxmlformats.org/officeDocument/2006/relationships/customXml" Target="../ink/ink556.xml"/><Relationship Id="rId216" Type="http://schemas.openxmlformats.org/officeDocument/2006/relationships/image" Target="../media/image24310.png"/><Relationship Id="rId237" Type="http://schemas.openxmlformats.org/officeDocument/2006/relationships/customXml" Target="../ink/ink584.xml"/><Relationship Id="rId258" Type="http://schemas.openxmlformats.org/officeDocument/2006/relationships/image" Target="../media/image26410.png"/><Relationship Id="rId22" Type="http://schemas.openxmlformats.org/officeDocument/2006/relationships/image" Target="../media/image14610.png"/><Relationship Id="rId43" Type="http://schemas.openxmlformats.org/officeDocument/2006/relationships/customXml" Target="../ink/ink487.xml"/><Relationship Id="rId64" Type="http://schemas.openxmlformats.org/officeDocument/2006/relationships/image" Target="../media/image16710.png"/><Relationship Id="rId118" Type="http://schemas.openxmlformats.org/officeDocument/2006/relationships/image" Target="../media/image19410.png"/><Relationship Id="rId139" Type="http://schemas.openxmlformats.org/officeDocument/2006/relationships/customXml" Target="../ink/ink535.xml"/><Relationship Id="rId85" Type="http://schemas.openxmlformats.org/officeDocument/2006/relationships/customXml" Target="../ink/ink508.xml"/><Relationship Id="rId150" Type="http://schemas.openxmlformats.org/officeDocument/2006/relationships/image" Target="../media/image21010.png"/><Relationship Id="rId171" Type="http://schemas.openxmlformats.org/officeDocument/2006/relationships/customXml" Target="../ink/ink551.xml"/><Relationship Id="rId192" Type="http://schemas.openxmlformats.org/officeDocument/2006/relationships/image" Target="../media/image23110.png"/><Relationship Id="rId206" Type="http://schemas.openxmlformats.org/officeDocument/2006/relationships/image" Target="../media/image23810.png"/><Relationship Id="rId227" Type="http://schemas.openxmlformats.org/officeDocument/2006/relationships/customXml" Target="../ink/ink579.xml"/><Relationship Id="rId248" Type="http://schemas.openxmlformats.org/officeDocument/2006/relationships/image" Target="../media/image25910.png"/><Relationship Id="rId269" Type="http://schemas.openxmlformats.org/officeDocument/2006/relationships/customXml" Target="../ink/ink600.xml"/><Relationship Id="rId12" Type="http://schemas.openxmlformats.org/officeDocument/2006/relationships/image" Target="../media/image14110.png"/><Relationship Id="rId33" Type="http://schemas.openxmlformats.org/officeDocument/2006/relationships/customXml" Target="../ink/ink482.xml"/><Relationship Id="rId108" Type="http://schemas.openxmlformats.org/officeDocument/2006/relationships/image" Target="../media/image18910.png"/><Relationship Id="rId129" Type="http://schemas.openxmlformats.org/officeDocument/2006/relationships/customXml" Target="../ink/ink530.xml"/><Relationship Id="rId54" Type="http://schemas.openxmlformats.org/officeDocument/2006/relationships/image" Target="../media/image16210.png"/><Relationship Id="rId75" Type="http://schemas.openxmlformats.org/officeDocument/2006/relationships/customXml" Target="../ink/ink503.xml"/><Relationship Id="rId96" Type="http://schemas.openxmlformats.org/officeDocument/2006/relationships/image" Target="../media/image1833.png"/><Relationship Id="rId140" Type="http://schemas.openxmlformats.org/officeDocument/2006/relationships/image" Target="../media/image20510.png"/><Relationship Id="rId161" Type="http://schemas.openxmlformats.org/officeDocument/2006/relationships/customXml" Target="../ink/ink546.xml"/><Relationship Id="rId182" Type="http://schemas.openxmlformats.org/officeDocument/2006/relationships/image" Target="../media/image22610.png"/><Relationship Id="rId217" Type="http://schemas.openxmlformats.org/officeDocument/2006/relationships/customXml" Target="../ink/ink574.xml"/><Relationship Id="rId6" Type="http://schemas.openxmlformats.org/officeDocument/2006/relationships/image" Target="../media/image13810.png"/><Relationship Id="rId238" Type="http://schemas.openxmlformats.org/officeDocument/2006/relationships/image" Target="../media/image25410.png"/><Relationship Id="rId259" Type="http://schemas.openxmlformats.org/officeDocument/2006/relationships/customXml" Target="../ink/ink595.xml"/><Relationship Id="rId23" Type="http://schemas.openxmlformats.org/officeDocument/2006/relationships/customXml" Target="../ink/ink477.xml"/><Relationship Id="rId119" Type="http://schemas.openxmlformats.org/officeDocument/2006/relationships/customXml" Target="../ink/ink525.xml"/><Relationship Id="rId270" Type="http://schemas.openxmlformats.org/officeDocument/2006/relationships/image" Target="../media/image2705.png"/><Relationship Id="rId44" Type="http://schemas.openxmlformats.org/officeDocument/2006/relationships/image" Target="../media/image15710.png"/><Relationship Id="rId65" Type="http://schemas.openxmlformats.org/officeDocument/2006/relationships/customXml" Target="../ink/ink498.xml"/><Relationship Id="rId86" Type="http://schemas.openxmlformats.org/officeDocument/2006/relationships/image" Target="../media/image17810.png"/><Relationship Id="rId130" Type="http://schemas.openxmlformats.org/officeDocument/2006/relationships/image" Target="../media/image20010.png"/><Relationship Id="rId151" Type="http://schemas.openxmlformats.org/officeDocument/2006/relationships/customXml" Target="../ink/ink541.xml"/><Relationship Id="rId172" Type="http://schemas.openxmlformats.org/officeDocument/2006/relationships/image" Target="../media/image22110.png"/><Relationship Id="rId193" Type="http://schemas.openxmlformats.org/officeDocument/2006/relationships/customXml" Target="../ink/ink562.xml"/><Relationship Id="rId207" Type="http://schemas.openxmlformats.org/officeDocument/2006/relationships/customXml" Target="../ink/ink569.xml"/><Relationship Id="rId228" Type="http://schemas.openxmlformats.org/officeDocument/2006/relationships/image" Target="../media/image24910.png"/><Relationship Id="rId249" Type="http://schemas.openxmlformats.org/officeDocument/2006/relationships/customXml" Target="../ink/ink590.xml"/><Relationship Id="rId13" Type="http://schemas.openxmlformats.org/officeDocument/2006/relationships/customXml" Target="../ink/ink472.xml"/><Relationship Id="rId109" Type="http://schemas.openxmlformats.org/officeDocument/2006/relationships/customXml" Target="../ink/ink520.xml"/><Relationship Id="rId260" Type="http://schemas.openxmlformats.org/officeDocument/2006/relationships/image" Target="../media/image26510.png"/><Relationship Id="rId34" Type="http://schemas.openxmlformats.org/officeDocument/2006/relationships/image" Target="../media/image15210.png"/><Relationship Id="rId55" Type="http://schemas.openxmlformats.org/officeDocument/2006/relationships/customXml" Target="../ink/ink493.xml"/><Relationship Id="rId76" Type="http://schemas.openxmlformats.org/officeDocument/2006/relationships/image" Target="../media/image17310.png"/><Relationship Id="rId97" Type="http://schemas.openxmlformats.org/officeDocument/2006/relationships/customXml" Target="../ink/ink514.xml"/><Relationship Id="rId120" Type="http://schemas.openxmlformats.org/officeDocument/2006/relationships/image" Target="../media/image19510.png"/><Relationship Id="rId141" Type="http://schemas.openxmlformats.org/officeDocument/2006/relationships/customXml" Target="../ink/ink536.xml"/><Relationship Id="rId7" Type="http://schemas.openxmlformats.org/officeDocument/2006/relationships/customXml" Target="../ink/ink469.xml"/><Relationship Id="rId162" Type="http://schemas.openxmlformats.org/officeDocument/2006/relationships/image" Target="../media/image21610.png"/><Relationship Id="rId183" Type="http://schemas.openxmlformats.org/officeDocument/2006/relationships/customXml" Target="../ink/ink557.xml"/><Relationship Id="rId218" Type="http://schemas.openxmlformats.org/officeDocument/2006/relationships/image" Target="../media/image2446.png"/><Relationship Id="rId239" Type="http://schemas.openxmlformats.org/officeDocument/2006/relationships/customXml" Target="../ink/ink585.xml"/><Relationship Id="rId250" Type="http://schemas.openxmlformats.org/officeDocument/2006/relationships/image" Target="../media/image26010.png"/><Relationship Id="rId271" Type="http://schemas.openxmlformats.org/officeDocument/2006/relationships/customXml" Target="../ink/ink601.xml"/><Relationship Id="rId24" Type="http://schemas.openxmlformats.org/officeDocument/2006/relationships/image" Target="../media/image14710.png"/><Relationship Id="rId45" Type="http://schemas.openxmlformats.org/officeDocument/2006/relationships/customXml" Target="../ink/ink488.xml"/><Relationship Id="rId66" Type="http://schemas.openxmlformats.org/officeDocument/2006/relationships/image" Target="../media/image16810.png"/><Relationship Id="rId87" Type="http://schemas.openxmlformats.org/officeDocument/2006/relationships/customXml" Target="../ink/ink509.xml"/><Relationship Id="rId110" Type="http://schemas.openxmlformats.org/officeDocument/2006/relationships/image" Target="../media/image19010.png"/><Relationship Id="rId131" Type="http://schemas.openxmlformats.org/officeDocument/2006/relationships/customXml" Target="../ink/ink531.xml"/><Relationship Id="rId152" Type="http://schemas.openxmlformats.org/officeDocument/2006/relationships/image" Target="../media/image21110.png"/><Relationship Id="rId173" Type="http://schemas.openxmlformats.org/officeDocument/2006/relationships/customXml" Target="../ink/ink552.xml"/><Relationship Id="rId194" Type="http://schemas.openxmlformats.org/officeDocument/2006/relationships/image" Target="../media/image23210.png"/><Relationship Id="rId208" Type="http://schemas.openxmlformats.org/officeDocument/2006/relationships/image" Target="../media/image23910.png"/><Relationship Id="rId229" Type="http://schemas.openxmlformats.org/officeDocument/2006/relationships/customXml" Target="../ink/ink580.xml"/><Relationship Id="rId240" Type="http://schemas.openxmlformats.org/officeDocument/2006/relationships/image" Target="../media/image25510.png"/><Relationship Id="rId261" Type="http://schemas.openxmlformats.org/officeDocument/2006/relationships/customXml" Target="../ink/ink596.xml"/><Relationship Id="rId14" Type="http://schemas.openxmlformats.org/officeDocument/2006/relationships/image" Target="../media/image14210.png"/><Relationship Id="rId35" Type="http://schemas.openxmlformats.org/officeDocument/2006/relationships/customXml" Target="../ink/ink483.xml"/><Relationship Id="rId56" Type="http://schemas.openxmlformats.org/officeDocument/2006/relationships/image" Target="../media/image16310.png"/><Relationship Id="rId77" Type="http://schemas.openxmlformats.org/officeDocument/2006/relationships/customXml" Target="../ink/ink504.xml"/><Relationship Id="rId100" Type="http://schemas.openxmlformats.org/officeDocument/2006/relationships/image" Target="../media/image18510.png"/><Relationship Id="rId8" Type="http://schemas.openxmlformats.org/officeDocument/2006/relationships/image" Target="../media/image13910.png"/><Relationship Id="rId98" Type="http://schemas.openxmlformats.org/officeDocument/2006/relationships/image" Target="../media/image18410.png"/><Relationship Id="rId121" Type="http://schemas.openxmlformats.org/officeDocument/2006/relationships/customXml" Target="../ink/ink526.xml"/><Relationship Id="rId142" Type="http://schemas.openxmlformats.org/officeDocument/2006/relationships/image" Target="../media/image20610.png"/><Relationship Id="rId163" Type="http://schemas.openxmlformats.org/officeDocument/2006/relationships/customXml" Target="../ink/ink547.xml"/><Relationship Id="rId184" Type="http://schemas.openxmlformats.org/officeDocument/2006/relationships/image" Target="../media/image22710.png"/><Relationship Id="rId219" Type="http://schemas.openxmlformats.org/officeDocument/2006/relationships/customXml" Target="../ink/ink575.xml"/><Relationship Id="rId230" Type="http://schemas.openxmlformats.org/officeDocument/2006/relationships/image" Target="../media/image25010.png"/><Relationship Id="rId251" Type="http://schemas.openxmlformats.org/officeDocument/2006/relationships/customXml" Target="../ink/ink591.xml"/><Relationship Id="rId25" Type="http://schemas.openxmlformats.org/officeDocument/2006/relationships/customXml" Target="../ink/ink478.xml"/><Relationship Id="rId46" Type="http://schemas.openxmlformats.org/officeDocument/2006/relationships/image" Target="../media/image15810.png"/><Relationship Id="rId67" Type="http://schemas.openxmlformats.org/officeDocument/2006/relationships/customXml" Target="../ink/ink499.xml"/><Relationship Id="rId272" Type="http://schemas.openxmlformats.org/officeDocument/2006/relationships/image" Target="../media/image2710.png"/><Relationship Id="rId88" Type="http://schemas.openxmlformats.org/officeDocument/2006/relationships/image" Target="../media/image179.png"/><Relationship Id="rId111" Type="http://schemas.openxmlformats.org/officeDocument/2006/relationships/customXml" Target="../ink/ink521.xml"/><Relationship Id="rId132" Type="http://schemas.openxmlformats.org/officeDocument/2006/relationships/image" Target="../media/image20110.png"/><Relationship Id="rId153" Type="http://schemas.openxmlformats.org/officeDocument/2006/relationships/customXml" Target="../ink/ink542.xml"/><Relationship Id="rId174" Type="http://schemas.openxmlformats.org/officeDocument/2006/relationships/image" Target="../media/image22210.png"/><Relationship Id="rId195" Type="http://schemas.openxmlformats.org/officeDocument/2006/relationships/customXml" Target="../ink/ink563.xml"/><Relationship Id="rId209" Type="http://schemas.openxmlformats.org/officeDocument/2006/relationships/customXml" Target="../ink/ink570.xml"/><Relationship Id="rId220" Type="http://schemas.openxmlformats.org/officeDocument/2006/relationships/image" Target="../media/image24510.png"/><Relationship Id="rId241" Type="http://schemas.openxmlformats.org/officeDocument/2006/relationships/customXml" Target="../ink/ink586.xml"/><Relationship Id="rId15" Type="http://schemas.openxmlformats.org/officeDocument/2006/relationships/customXml" Target="../ink/ink473.xml"/><Relationship Id="rId36" Type="http://schemas.openxmlformats.org/officeDocument/2006/relationships/image" Target="../media/image15310.png"/><Relationship Id="rId57" Type="http://schemas.openxmlformats.org/officeDocument/2006/relationships/customXml" Target="../ink/ink494.xml"/><Relationship Id="rId262" Type="http://schemas.openxmlformats.org/officeDocument/2006/relationships/image" Target="../media/image26610.png"/><Relationship Id="rId78" Type="http://schemas.openxmlformats.org/officeDocument/2006/relationships/image" Target="../media/image17410.png"/><Relationship Id="rId99" Type="http://schemas.openxmlformats.org/officeDocument/2006/relationships/customXml" Target="../ink/ink515.xml"/><Relationship Id="rId101" Type="http://schemas.openxmlformats.org/officeDocument/2006/relationships/customXml" Target="../ink/ink516.xml"/><Relationship Id="rId122" Type="http://schemas.openxmlformats.org/officeDocument/2006/relationships/image" Target="../media/image19610.png"/><Relationship Id="rId143" Type="http://schemas.openxmlformats.org/officeDocument/2006/relationships/customXml" Target="../ink/ink537.xml"/><Relationship Id="rId164" Type="http://schemas.openxmlformats.org/officeDocument/2006/relationships/image" Target="../media/image21710.png"/><Relationship Id="rId185" Type="http://schemas.openxmlformats.org/officeDocument/2006/relationships/customXml" Target="../ink/ink558.xml"/><Relationship Id="rId9" Type="http://schemas.openxmlformats.org/officeDocument/2006/relationships/customXml" Target="../ink/ink470.xml"/><Relationship Id="rId210" Type="http://schemas.openxmlformats.org/officeDocument/2006/relationships/image" Target="../media/image24010.png"/><Relationship Id="rId26" Type="http://schemas.openxmlformats.org/officeDocument/2006/relationships/image" Target="../media/image14810.png"/><Relationship Id="rId231" Type="http://schemas.openxmlformats.org/officeDocument/2006/relationships/customXml" Target="../ink/ink581.xml"/><Relationship Id="rId252" Type="http://schemas.openxmlformats.org/officeDocument/2006/relationships/image" Target="../media/image26110.png"/><Relationship Id="rId273" Type="http://schemas.openxmlformats.org/officeDocument/2006/relationships/customXml" Target="../ink/ink602.xml"/><Relationship Id="rId47" Type="http://schemas.openxmlformats.org/officeDocument/2006/relationships/customXml" Target="../ink/ink489.xml"/><Relationship Id="rId68" Type="http://schemas.openxmlformats.org/officeDocument/2006/relationships/image" Target="../media/image16910.png"/><Relationship Id="rId89" Type="http://schemas.openxmlformats.org/officeDocument/2006/relationships/customXml" Target="../ink/ink510.xml"/><Relationship Id="rId112" Type="http://schemas.openxmlformats.org/officeDocument/2006/relationships/image" Target="../media/image19110.png"/><Relationship Id="rId133" Type="http://schemas.openxmlformats.org/officeDocument/2006/relationships/customXml" Target="../ink/ink532.xml"/><Relationship Id="rId154" Type="http://schemas.openxmlformats.org/officeDocument/2006/relationships/image" Target="../media/image21210.png"/><Relationship Id="rId175" Type="http://schemas.openxmlformats.org/officeDocument/2006/relationships/customXml" Target="../ink/ink553.xml"/><Relationship Id="rId196" Type="http://schemas.openxmlformats.org/officeDocument/2006/relationships/image" Target="../media/image23310.png"/><Relationship Id="rId200" Type="http://schemas.openxmlformats.org/officeDocument/2006/relationships/image" Target="../media/image23510.png"/><Relationship Id="rId16" Type="http://schemas.openxmlformats.org/officeDocument/2006/relationships/image" Target="../media/image14310.png"/><Relationship Id="rId221" Type="http://schemas.openxmlformats.org/officeDocument/2006/relationships/customXml" Target="../ink/ink576.xml"/><Relationship Id="rId242" Type="http://schemas.openxmlformats.org/officeDocument/2006/relationships/image" Target="../media/image25610.png"/><Relationship Id="rId263" Type="http://schemas.openxmlformats.org/officeDocument/2006/relationships/customXml" Target="../ink/ink597.xml"/><Relationship Id="rId37" Type="http://schemas.openxmlformats.org/officeDocument/2006/relationships/customXml" Target="../ink/ink484.xml"/><Relationship Id="rId58" Type="http://schemas.openxmlformats.org/officeDocument/2006/relationships/image" Target="../media/image16410.png"/><Relationship Id="rId79" Type="http://schemas.openxmlformats.org/officeDocument/2006/relationships/customXml" Target="../ink/ink505.xml"/><Relationship Id="rId102" Type="http://schemas.openxmlformats.org/officeDocument/2006/relationships/image" Target="../media/image18610.png"/><Relationship Id="rId123" Type="http://schemas.openxmlformats.org/officeDocument/2006/relationships/customXml" Target="../ink/ink527.xml"/><Relationship Id="rId144" Type="http://schemas.openxmlformats.org/officeDocument/2006/relationships/image" Target="../media/image20710.png"/><Relationship Id="rId90" Type="http://schemas.openxmlformats.org/officeDocument/2006/relationships/image" Target="../media/image18010.png"/><Relationship Id="rId165" Type="http://schemas.openxmlformats.org/officeDocument/2006/relationships/customXml" Target="../ink/ink548.xml"/><Relationship Id="rId186" Type="http://schemas.openxmlformats.org/officeDocument/2006/relationships/image" Target="../media/image22810.png"/><Relationship Id="rId211" Type="http://schemas.openxmlformats.org/officeDocument/2006/relationships/customXml" Target="../ink/ink571.xml"/><Relationship Id="rId232" Type="http://schemas.openxmlformats.org/officeDocument/2006/relationships/image" Target="../media/image25110.png"/><Relationship Id="rId253" Type="http://schemas.openxmlformats.org/officeDocument/2006/relationships/customXml" Target="../ink/ink592.xml"/><Relationship Id="rId274" Type="http://schemas.openxmlformats.org/officeDocument/2006/relationships/image" Target="../media/image2721.png"/><Relationship Id="rId27" Type="http://schemas.openxmlformats.org/officeDocument/2006/relationships/customXml" Target="../ink/ink479.xml"/><Relationship Id="rId48" Type="http://schemas.openxmlformats.org/officeDocument/2006/relationships/image" Target="../media/image15910.png"/><Relationship Id="rId69" Type="http://schemas.openxmlformats.org/officeDocument/2006/relationships/customXml" Target="../ink/ink500.xml"/><Relationship Id="rId113" Type="http://schemas.openxmlformats.org/officeDocument/2006/relationships/customXml" Target="../ink/ink522.xml"/><Relationship Id="rId134" Type="http://schemas.openxmlformats.org/officeDocument/2006/relationships/image" Target="../media/image20210.png"/><Relationship Id="rId80" Type="http://schemas.openxmlformats.org/officeDocument/2006/relationships/image" Target="../media/image17510.png"/><Relationship Id="rId155" Type="http://schemas.openxmlformats.org/officeDocument/2006/relationships/customXml" Target="../ink/ink543.xml"/><Relationship Id="rId176" Type="http://schemas.openxmlformats.org/officeDocument/2006/relationships/image" Target="../media/image22310.png"/><Relationship Id="rId197" Type="http://schemas.openxmlformats.org/officeDocument/2006/relationships/customXml" Target="../ink/ink564.xml"/><Relationship Id="rId201" Type="http://schemas.openxmlformats.org/officeDocument/2006/relationships/customXml" Target="../ink/ink566.xml"/><Relationship Id="rId222" Type="http://schemas.openxmlformats.org/officeDocument/2006/relationships/image" Target="../media/image24610.png"/><Relationship Id="rId243" Type="http://schemas.openxmlformats.org/officeDocument/2006/relationships/customXml" Target="../ink/ink587.xml"/><Relationship Id="rId264" Type="http://schemas.openxmlformats.org/officeDocument/2006/relationships/image" Target="../media/image26710.png"/><Relationship Id="rId17" Type="http://schemas.openxmlformats.org/officeDocument/2006/relationships/customXml" Target="../ink/ink474.xml"/><Relationship Id="rId38" Type="http://schemas.openxmlformats.org/officeDocument/2006/relationships/image" Target="../media/image15410.png"/><Relationship Id="rId59" Type="http://schemas.openxmlformats.org/officeDocument/2006/relationships/customXml" Target="../ink/ink495.xml"/><Relationship Id="rId103" Type="http://schemas.openxmlformats.org/officeDocument/2006/relationships/customXml" Target="../ink/ink517.xml"/><Relationship Id="rId124" Type="http://schemas.openxmlformats.org/officeDocument/2006/relationships/image" Target="../media/image19710.png"/><Relationship Id="rId70" Type="http://schemas.openxmlformats.org/officeDocument/2006/relationships/image" Target="../media/image17010.png"/><Relationship Id="rId91" Type="http://schemas.openxmlformats.org/officeDocument/2006/relationships/customXml" Target="../ink/ink511.xml"/><Relationship Id="rId145" Type="http://schemas.openxmlformats.org/officeDocument/2006/relationships/customXml" Target="../ink/ink538.xml"/><Relationship Id="rId166" Type="http://schemas.openxmlformats.org/officeDocument/2006/relationships/image" Target="../media/image21810.png"/><Relationship Id="rId187" Type="http://schemas.openxmlformats.org/officeDocument/2006/relationships/customXml" Target="../ink/ink559.xml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24110.png"/><Relationship Id="rId233" Type="http://schemas.openxmlformats.org/officeDocument/2006/relationships/customXml" Target="../ink/ink582.xml"/><Relationship Id="rId254" Type="http://schemas.openxmlformats.org/officeDocument/2006/relationships/image" Target="../media/image26210.png"/><Relationship Id="rId28" Type="http://schemas.openxmlformats.org/officeDocument/2006/relationships/image" Target="../media/image14910.png"/><Relationship Id="rId49" Type="http://schemas.openxmlformats.org/officeDocument/2006/relationships/customXml" Target="../ink/ink490.xml"/><Relationship Id="rId114" Type="http://schemas.openxmlformats.org/officeDocument/2006/relationships/image" Target="../media/image19210.png"/><Relationship Id="rId60" Type="http://schemas.openxmlformats.org/officeDocument/2006/relationships/image" Target="../media/image16510.png"/><Relationship Id="rId81" Type="http://schemas.openxmlformats.org/officeDocument/2006/relationships/customXml" Target="../ink/ink506.xml"/><Relationship Id="rId135" Type="http://schemas.openxmlformats.org/officeDocument/2006/relationships/customXml" Target="../ink/ink533.xml"/><Relationship Id="rId156" Type="http://schemas.openxmlformats.org/officeDocument/2006/relationships/image" Target="../media/image21310.png"/><Relationship Id="rId177" Type="http://schemas.openxmlformats.org/officeDocument/2006/relationships/customXml" Target="../ink/ink554.xml"/><Relationship Id="rId198" Type="http://schemas.openxmlformats.org/officeDocument/2006/relationships/image" Target="../media/image23410.png"/><Relationship Id="rId202" Type="http://schemas.openxmlformats.org/officeDocument/2006/relationships/image" Target="../media/image23610.png"/><Relationship Id="rId223" Type="http://schemas.openxmlformats.org/officeDocument/2006/relationships/customXml" Target="../ink/ink577.xml"/><Relationship Id="rId244" Type="http://schemas.openxmlformats.org/officeDocument/2006/relationships/image" Target="../media/image25710.png"/><Relationship Id="rId18" Type="http://schemas.openxmlformats.org/officeDocument/2006/relationships/image" Target="../media/image14410.png"/><Relationship Id="rId39" Type="http://schemas.openxmlformats.org/officeDocument/2006/relationships/customXml" Target="../ink/ink485.xml"/><Relationship Id="rId265" Type="http://schemas.openxmlformats.org/officeDocument/2006/relationships/customXml" Target="../ink/ink598.xml"/><Relationship Id="rId50" Type="http://schemas.openxmlformats.org/officeDocument/2006/relationships/image" Target="../media/image16010.png"/><Relationship Id="rId104" Type="http://schemas.openxmlformats.org/officeDocument/2006/relationships/image" Target="../media/image18710.png"/><Relationship Id="rId125" Type="http://schemas.openxmlformats.org/officeDocument/2006/relationships/customXml" Target="../ink/ink528.xml"/><Relationship Id="rId146" Type="http://schemas.openxmlformats.org/officeDocument/2006/relationships/image" Target="../media/image20810.png"/><Relationship Id="rId167" Type="http://schemas.openxmlformats.org/officeDocument/2006/relationships/customXml" Target="../ink/ink549.xml"/><Relationship Id="rId188" Type="http://schemas.openxmlformats.org/officeDocument/2006/relationships/image" Target="../media/image22910.png"/><Relationship Id="rId71" Type="http://schemas.openxmlformats.org/officeDocument/2006/relationships/customXml" Target="../ink/ink501.xml"/><Relationship Id="rId92" Type="http://schemas.openxmlformats.org/officeDocument/2006/relationships/image" Target="../media/image18110.png"/><Relationship Id="rId213" Type="http://schemas.openxmlformats.org/officeDocument/2006/relationships/customXml" Target="../ink/ink572.xml"/><Relationship Id="rId234" Type="http://schemas.openxmlformats.org/officeDocument/2006/relationships/image" Target="../media/image25210.png"/><Relationship Id="rId2" Type="http://schemas.openxmlformats.org/officeDocument/2006/relationships/image" Target="../media/image370.png"/><Relationship Id="rId29" Type="http://schemas.openxmlformats.org/officeDocument/2006/relationships/customXml" Target="../ink/ink480.xml"/><Relationship Id="rId255" Type="http://schemas.openxmlformats.org/officeDocument/2006/relationships/customXml" Target="../ink/ink593.xml"/><Relationship Id="rId40" Type="http://schemas.openxmlformats.org/officeDocument/2006/relationships/image" Target="../media/image15510.png"/><Relationship Id="rId115" Type="http://schemas.openxmlformats.org/officeDocument/2006/relationships/customXml" Target="../ink/ink523.xml"/><Relationship Id="rId136" Type="http://schemas.openxmlformats.org/officeDocument/2006/relationships/image" Target="../media/image20310.png"/><Relationship Id="rId157" Type="http://schemas.openxmlformats.org/officeDocument/2006/relationships/customXml" Target="../ink/ink544.xml"/><Relationship Id="rId178" Type="http://schemas.openxmlformats.org/officeDocument/2006/relationships/image" Target="../media/image22410.png"/><Relationship Id="rId61" Type="http://schemas.openxmlformats.org/officeDocument/2006/relationships/customXml" Target="../ink/ink496.xml"/><Relationship Id="rId82" Type="http://schemas.openxmlformats.org/officeDocument/2006/relationships/image" Target="../media/image17610.png"/><Relationship Id="rId199" Type="http://schemas.openxmlformats.org/officeDocument/2006/relationships/customXml" Target="../ink/ink565.xml"/><Relationship Id="rId203" Type="http://schemas.openxmlformats.org/officeDocument/2006/relationships/customXml" Target="../ink/ink567.xml"/><Relationship Id="rId19" Type="http://schemas.openxmlformats.org/officeDocument/2006/relationships/customXml" Target="../ink/ink475.xml"/><Relationship Id="rId224" Type="http://schemas.openxmlformats.org/officeDocument/2006/relationships/image" Target="../media/image24710.png"/><Relationship Id="rId245" Type="http://schemas.openxmlformats.org/officeDocument/2006/relationships/customXml" Target="../ink/ink588.xml"/><Relationship Id="rId266" Type="http://schemas.openxmlformats.org/officeDocument/2006/relationships/image" Target="../media/image26810.png"/><Relationship Id="rId30" Type="http://schemas.openxmlformats.org/officeDocument/2006/relationships/image" Target="../media/image15010.png"/><Relationship Id="rId105" Type="http://schemas.openxmlformats.org/officeDocument/2006/relationships/customXml" Target="../ink/ink518.xml"/><Relationship Id="rId126" Type="http://schemas.openxmlformats.org/officeDocument/2006/relationships/image" Target="../media/image19810.png"/><Relationship Id="rId147" Type="http://schemas.openxmlformats.org/officeDocument/2006/relationships/customXml" Target="../ink/ink539.xml"/><Relationship Id="rId168" Type="http://schemas.openxmlformats.org/officeDocument/2006/relationships/image" Target="../media/image21910.png"/><Relationship Id="rId51" Type="http://schemas.openxmlformats.org/officeDocument/2006/relationships/customXml" Target="../ink/ink491.xml"/><Relationship Id="rId72" Type="http://schemas.openxmlformats.org/officeDocument/2006/relationships/image" Target="../media/image17110.png"/><Relationship Id="rId93" Type="http://schemas.openxmlformats.org/officeDocument/2006/relationships/customXml" Target="../ink/ink512.xml"/><Relationship Id="rId189" Type="http://schemas.openxmlformats.org/officeDocument/2006/relationships/customXml" Target="../ink/ink560.xml"/><Relationship Id="rId3" Type="http://schemas.openxmlformats.org/officeDocument/2006/relationships/customXml" Target="../ink/ink467.xml"/><Relationship Id="rId214" Type="http://schemas.openxmlformats.org/officeDocument/2006/relationships/image" Target="../media/image24210.png"/><Relationship Id="rId235" Type="http://schemas.openxmlformats.org/officeDocument/2006/relationships/customXml" Target="../ink/ink583.xml"/><Relationship Id="rId256" Type="http://schemas.openxmlformats.org/officeDocument/2006/relationships/image" Target="../media/image26310.png"/><Relationship Id="rId116" Type="http://schemas.openxmlformats.org/officeDocument/2006/relationships/image" Target="../media/image1939.png"/><Relationship Id="rId137" Type="http://schemas.openxmlformats.org/officeDocument/2006/relationships/customXml" Target="../ink/ink534.xml"/><Relationship Id="rId158" Type="http://schemas.openxmlformats.org/officeDocument/2006/relationships/image" Target="../media/image21410.png"/><Relationship Id="rId20" Type="http://schemas.openxmlformats.org/officeDocument/2006/relationships/image" Target="../media/image14510.png"/><Relationship Id="rId41" Type="http://schemas.openxmlformats.org/officeDocument/2006/relationships/customXml" Target="../ink/ink486.xml"/><Relationship Id="rId62" Type="http://schemas.openxmlformats.org/officeDocument/2006/relationships/image" Target="../media/image16610.png"/><Relationship Id="rId83" Type="http://schemas.openxmlformats.org/officeDocument/2006/relationships/customXml" Target="../ink/ink507.xml"/><Relationship Id="rId179" Type="http://schemas.openxmlformats.org/officeDocument/2006/relationships/customXml" Target="../ink/ink555.xml"/><Relationship Id="rId190" Type="http://schemas.openxmlformats.org/officeDocument/2006/relationships/image" Target="../media/image23010.png"/><Relationship Id="rId204" Type="http://schemas.openxmlformats.org/officeDocument/2006/relationships/image" Target="../media/image23710.png"/><Relationship Id="rId225" Type="http://schemas.openxmlformats.org/officeDocument/2006/relationships/customXml" Target="../ink/ink578.xml"/><Relationship Id="rId246" Type="http://schemas.openxmlformats.org/officeDocument/2006/relationships/image" Target="../media/image25810.png"/><Relationship Id="rId267" Type="http://schemas.openxmlformats.org/officeDocument/2006/relationships/customXml" Target="../ink/ink599.xml"/><Relationship Id="rId106" Type="http://schemas.openxmlformats.org/officeDocument/2006/relationships/image" Target="../media/image18810.png"/><Relationship Id="rId127" Type="http://schemas.openxmlformats.org/officeDocument/2006/relationships/customXml" Target="../ink/ink529.xml"/><Relationship Id="rId10" Type="http://schemas.openxmlformats.org/officeDocument/2006/relationships/image" Target="../media/image14010.png"/><Relationship Id="rId31" Type="http://schemas.openxmlformats.org/officeDocument/2006/relationships/customXml" Target="../ink/ink481.xml"/><Relationship Id="rId52" Type="http://schemas.openxmlformats.org/officeDocument/2006/relationships/image" Target="../media/image16110.png"/><Relationship Id="rId73" Type="http://schemas.openxmlformats.org/officeDocument/2006/relationships/customXml" Target="../ink/ink502.xml"/><Relationship Id="rId94" Type="http://schemas.openxmlformats.org/officeDocument/2006/relationships/image" Target="../media/image18210.png"/><Relationship Id="rId148" Type="http://schemas.openxmlformats.org/officeDocument/2006/relationships/image" Target="../media/image20910.png"/><Relationship Id="rId169" Type="http://schemas.openxmlformats.org/officeDocument/2006/relationships/customXml" Target="../ink/ink550.xml"/><Relationship Id="rId4" Type="http://schemas.openxmlformats.org/officeDocument/2006/relationships/image" Target="../media/image13710.png"/><Relationship Id="rId180" Type="http://schemas.openxmlformats.org/officeDocument/2006/relationships/image" Target="../media/image22510.png"/><Relationship Id="rId215" Type="http://schemas.openxmlformats.org/officeDocument/2006/relationships/customXml" Target="../ink/ink573.xml"/><Relationship Id="rId236" Type="http://schemas.openxmlformats.org/officeDocument/2006/relationships/image" Target="../media/image25310.png"/><Relationship Id="rId257" Type="http://schemas.openxmlformats.org/officeDocument/2006/relationships/customXml" Target="../ink/ink594.xml"/><Relationship Id="rId42" Type="http://schemas.openxmlformats.org/officeDocument/2006/relationships/image" Target="../media/image15610.png"/><Relationship Id="rId84" Type="http://schemas.openxmlformats.org/officeDocument/2006/relationships/image" Target="../media/image17710.png"/><Relationship Id="rId138" Type="http://schemas.openxmlformats.org/officeDocument/2006/relationships/image" Target="../media/image20410.png"/><Relationship Id="rId191" Type="http://schemas.openxmlformats.org/officeDocument/2006/relationships/customXml" Target="../ink/ink561.xml"/><Relationship Id="rId205" Type="http://schemas.openxmlformats.org/officeDocument/2006/relationships/customXml" Target="../ink/ink568.xml"/><Relationship Id="rId247" Type="http://schemas.openxmlformats.org/officeDocument/2006/relationships/customXml" Target="../ink/ink589.xml"/><Relationship Id="rId107" Type="http://schemas.openxmlformats.org/officeDocument/2006/relationships/customXml" Target="../ink/ink519.xml"/><Relationship Id="rId11" Type="http://schemas.openxmlformats.org/officeDocument/2006/relationships/customXml" Target="../ink/ink471.xml"/><Relationship Id="rId53" Type="http://schemas.openxmlformats.org/officeDocument/2006/relationships/customXml" Target="../ink/ink492.xml"/><Relationship Id="rId149" Type="http://schemas.openxmlformats.org/officeDocument/2006/relationships/customXml" Target="../ink/ink540.xml"/></Relationships>
</file>

<file path=ppt/slides/_rels/slide7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660.xml"/><Relationship Id="rId299" Type="http://schemas.openxmlformats.org/officeDocument/2006/relationships/customXml" Target="../ink/ink751.xml"/><Relationship Id="rId21" Type="http://schemas.openxmlformats.org/officeDocument/2006/relationships/customXml" Target="../ink/ink612.xml"/><Relationship Id="rId63" Type="http://schemas.openxmlformats.org/officeDocument/2006/relationships/customXml" Target="../ink/ink633.xml"/><Relationship Id="rId159" Type="http://schemas.openxmlformats.org/officeDocument/2006/relationships/customXml" Target="../ink/ink681.xml"/><Relationship Id="rId324" Type="http://schemas.openxmlformats.org/officeDocument/2006/relationships/image" Target="../media/image531.png"/><Relationship Id="rId366" Type="http://schemas.openxmlformats.org/officeDocument/2006/relationships/image" Target="../media/image552.png"/><Relationship Id="rId170" Type="http://schemas.openxmlformats.org/officeDocument/2006/relationships/image" Target="../media/image454.png"/><Relationship Id="rId226" Type="http://schemas.openxmlformats.org/officeDocument/2006/relationships/image" Target="../media/image482.png"/><Relationship Id="rId433" Type="http://schemas.openxmlformats.org/officeDocument/2006/relationships/customXml" Target="../ink/ink818.xml"/><Relationship Id="rId268" Type="http://schemas.openxmlformats.org/officeDocument/2006/relationships/image" Target="../media/image503.png"/><Relationship Id="rId475" Type="http://schemas.openxmlformats.org/officeDocument/2006/relationships/customXml" Target="../ink/ink839.xml"/><Relationship Id="rId32" Type="http://schemas.openxmlformats.org/officeDocument/2006/relationships/image" Target="../media/image385.png"/><Relationship Id="rId74" Type="http://schemas.openxmlformats.org/officeDocument/2006/relationships/image" Target="../media/image406.png"/><Relationship Id="rId128" Type="http://schemas.openxmlformats.org/officeDocument/2006/relationships/image" Target="../media/image433.png"/><Relationship Id="rId335" Type="http://schemas.openxmlformats.org/officeDocument/2006/relationships/customXml" Target="../ink/ink769.xml"/><Relationship Id="rId377" Type="http://schemas.openxmlformats.org/officeDocument/2006/relationships/customXml" Target="../ink/ink790.xml"/><Relationship Id="rId5" Type="http://schemas.openxmlformats.org/officeDocument/2006/relationships/customXml" Target="../ink/ink604.xml"/><Relationship Id="rId181" Type="http://schemas.openxmlformats.org/officeDocument/2006/relationships/customXml" Target="../ink/ink692.xml"/><Relationship Id="rId237" Type="http://schemas.openxmlformats.org/officeDocument/2006/relationships/customXml" Target="../ink/ink720.xml"/><Relationship Id="rId402" Type="http://schemas.openxmlformats.org/officeDocument/2006/relationships/image" Target="../media/image570.png"/><Relationship Id="rId279" Type="http://schemas.openxmlformats.org/officeDocument/2006/relationships/customXml" Target="../ink/ink741.xml"/><Relationship Id="rId444" Type="http://schemas.openxmlformats.org/officeDocument/2006/relationships/image" Target="../media/image591.png"/><Relationship Id="rId43" Type="http://schemas.openxmlformats.org/officeDocument/2006/relationships/customXml" Target="../ink/ink623.xml"/><Relationship Id="rId139" Type="http://schemas.openxmlformats.org/officeDocument/2006/relationships/customXml" Target="../ink/ink671.xml"/><Relationship Id="rId290" Type="http://schemas.openxmlformats.org/officeDocument/2006/relationships/image" Target="../media/image514.png"/><Relationship Id="rId304" Type="http://schemas.openxmlformats.org/officeDocument/2006/relationships/image" Target="../media/image521.png"/><Relationship Id="rId346" Type="http://schemas.openxmlformats.org/officeDocument/2006/relationships/image" Target="../media/image542.png"/><Relationship Id="rId388" Type="http://schemas.openxmlformats.org/officeDocument/2006/relationships/image" Target="../media/image563.png"/><Relationship Id="rId85" Type="http://schemas.openxmlformats.org/officeDocument/2006/relationships/customXml" Target="../ink/ink644.xml"/><Relationship Id="rId150" Type="http://schemas.openxmlformats.org/officeDocument/2006/relationships/image" Target="../media/image444.png"/><Relationship Id="rId192" Type="http://schemas.openxmlformats.org/officeDocument/2006/relationships/image" Target="../media/image465.png"/><Relationship Id="rId206" Type="http://schemas.openxmlformats.org/officeDocument/2006/relationships/image" Target="../media/image472.png"/><Relationship Id="rId413" Type="http://schemas.openxmlformats.org/officeDocument/2006/relationships/customXml" Target="../ink/ink808.xml"/><Relationship Id="rId248" Type="http://schemas.openxmlformats.org/officeDocument/2006/relationships/image" Target="../media/image493.png"/><Relationship Id="rId455" Type="http://schemas.openxmlformats.org/officeDocument/2006/relationships/customXml" Target="../ink/ink829.xml"/><Relationship Id="rId12" Type="http://schemas.openxmlformats.org/officeDocument/2006/relationships/image" Target="../media/image375.png"/><Relationship Id="rId108" Type="http://schemas.openxmlformats.org/officeDocument/2006/relationships/image" Target="../media/image423.png"/><Relationship Id="rId315" Type="http://schemas.openxmlformats.org/officeDocument/2006/relationships/customXml" Target="../ink/ink759.xml"/><Relationship Id="rId357" Type="http://schemas.openxmlformats.org/officeDocument/2006/relationships/customXml" Target="../ink/ink780.xml"/><Relationship Id="rId54" Type="http://schemas.openxmlformats.org/officeDocument/2006/relationships/image" Target="../media/image396.png"/><Relationship Id="rId96" Type="http://schemas.openxmlformats.org/officeDocument/2006/relationships/image" Target="../media/image417.png"/><Relationship Id="rId161" Type="http://schemas.openxmlformats.org/officeDocument/2006/relationships/customXml" Target="../ink/ink682.xml"/><Relationship Id="rId217" Type="http://schemas.openxmlformats.org/officeDocument/2006/relationships/customXml" Target="../ink/ink710.xml"/><Relationship Id="rId399" Type="http://schemas.openxmlformats.org/officeDocument/2006/relationships/customXml" Target="../ink/ink801.xml"/><Relationship Id="rId259" Type="http://schemas.openxmlformats.org/officeDocument/2006/relationships/customXml" Target="../ink/ink731.xml"/><Relationship Id="rId424" Type="http://schemas.openxmlformats.org/officeDocument/2006/relationships/image" Target="../media/image581.png"/><Relationship Id="rId466" Type="http://schemas.openxmlformats.org/officeDocument/2006/relationships/image" Target="../media/image602.png"/><Relationship Id="rId23" Type="http://schemas.openxmlformats.org/officeDocument/2006/relationships/customXml" Target="../ink/ink613.xml"/><Relationship Id="rId119" Type="http://schemas.openxmlformats.org/officeDocument/2006/relationships/customXml" Target="../ink/ink661.xml"/><Relationship Id="rId270" Type="http://schemas.openxmlformats.org/officeDocument/2006/relationships/image" Target="../media/image504.png"/><Relationship Id="rId326" Type="http://schemas.openxmlformats.org/officeDocument/2006/relationships/image" Target="../media/image532.png"/><Relationship Id="rId65" Type="http://schemas.openxmlformats.org/officeDocument/2006/relationships/customXml" Target="../ink/ink634.xml"/><Relationship Id="rId130" Type="http://schemas.openxmlformats.org/officeDocument/2006/relationships/image" Target="../media/image434.png"/><Relationship Id="rId368" Type="http://schemas.openxmlformats.org/officeDocument/2006/relationships/image" Target="../media/image553.png"/><Relationship Id="rId172" Type="http://schemas.openxmlformats.org/officeDocument/2006/relationships/image" Target="../media/image455.png"/><Relationship Id="rId228" Type="http://schemas.openxmlformats.org/officeDocument/2006/relationships/image" Target="../media/image483.png"/><Relationship Id="rId435" Type="http://schemas.openxmlformats.org/officeDocument/2006/relationships/customXml" Target="../ink/ink819.xml"/><Relationship Id="rId477" Type="http://schemas.openxmlformats.org/officeDocument/2006/relationships/customXml" Target="../ink/ink840.xml"/><Relationship Id="rId281" Type="http://schemas.openxmlformats.org/officeDocument/2006/relationships/customXml" Target="../ink/ink742.xml"/><Relationship Id="rId337" Type="http://schemas.openxmlformats.org/officeDocument/2006/relationships/customXml" Target="../ink/ink770.xml"/><Relationship Id="rId34" Type="http://schemas.openxmlformats.org/officeDocument/2006/relationships/image" Target="../media/image386.png"/><Relationship Id="rId76" Type="http://schemas.openxmlformats.org/officeDocument/2006/relationships/image" Target="../media/image407.png"/><Relationship Id="rId141" Type="http://schemas.openxmlformats.org/officeDocument/2006/relationships/customXml" Target="../ink/ink672.xml"/><Relationship Id="rId379" Type="http://schemas.openxmlformats.org/officeDocument/2006/relationships/customXml" Target="../ink/ink791.xml"/><Relationship Id="rId7" Type="http://schemas.openxmlformats.org/officeDocument/2006/relationships/customXml" Target="../ink/ink605.xml"/><Relationship Id="rId183" Type="http://schemas.openxmlformats.org/officeDocument/2006/relationships/customXml" Target="../ink/ink693.xml"/><Relationship Id="rId239" Type="http://schemas.openxmlformats.org/officeDocument/2006/relationships/customXml" Target="../ink/ink721.xml"/><Relationship Id="rId390" Type="http://schemas.openxmlformats.org/officeDocument/2006/relationships/image" Target="../media/image564.png"/><Relationship Id="rId404" Type="http://schemas.openxmlformats.org/officeDocument/2006/relationships/image" Target="../media/image571.png"/><Relationship Id="rId446" Type="http://schemas.openxmlformats.org/officeDocument/2006/relationships/image" Target="../media/image592.png"/><Relationship Id="rId250" Type="http://schemas.openxmlformats.org/officeDocument/2006/relationships/image" Target="../media/image494.png"/><Relationship Id="rId292" Type="http://schemas.openxmlformats.org/officeDocument/2006/relationships/image" Target="../media/image515.png"/><Relationship Id="rId306" Type="http://schemas.openxmlformats.org/officeDocument/2006/relationships/image" Target="../media/image522.png"/><Relationship Id="rId45" Type="http://schemas.openxmlformats.org/officeDocument/2006/relationships/customXml" Target="../ink/ink624.xml"/><Relationship Id="rId87" Type="http://schemas.openxmlformats.org/officeDocument/2006/relationships/customXml" Target="../ink/ink645.xml"/><Relationship Id="rId110" Type="http://schemas.openxmlformats.org/officeDocument/2006/relationships/image" Target="../media/image424.png"/><Relationship Id="rId348" Type="http://schemas.openxmlformats.org/officeDocument/2006/relationships/image" Target="../media/image543.png"/><Relationship Id="rId152" Type="http://schemas.openxmlformats.org/officeDocument/2006/relationships/image" Target="../media/image445.png"/><Relationship Id="rId194" Type="http://schemas.openxmlformats.org/officeDocument/2006/relationships/image" Target="../media/image466.png"/><Relationship Id="rId208" Type="http://schemas.openxmlformats.org/officeDocument/2006/relationships/image" Target="../media/image473.png"/><Relationship Id="rId415" Type="http://schemas.openxmlformats.org/officeDocument/2006/relationships/customXml" Target="../ink/ink809.xml"/><Relationship Id="rId457" Type="http://schemas.openxmlformats.org/officeDocument/2006/relationships/customXml" Target="../ink/ink830.xml"/><Relationship Id="rId261" Type="http://schemas.openxmlformats.org/officeDocument/2006/relationships/customXml" Target="../ink/ink732.xml"/><Relationship Id="rId14" Type="http://schemas.openxmlformats.org/officeDocument/2006/relationships/image" Target="../media/image376.png"/><Relationship Id="rId56" Type="http://schemas.openxmlformats.org/officeDocument/2006/relationships/image" Target="../media/image397.png"/><Relationship Id="rId317" Type="http://schemas.openxmlformats.org/officeDocument/2006/relationships/customXml" Target="../ink/ink760.xml"/><Relationship Id="rId359" Type="http://schemas.openxmlformats.org/officeDocument/2006/relationships/customXml" Target="../ink/ink781.xml"/><Relationship Id="rId98" Type="http://schemas.openxmlformats.org/officeDocument/2006/relationships/image" Target="../media/image418.png"/><Relationship Id="rId121" Type="http://schemas.openxmlformats.org/officeDocument/2006/relationships/customXml" Target="../ink/ink662.xml"/><Relationship Id="rId163" Type="http://schemas.openxmlformats.org/officeDocument/2006/relationships/customXml" Target="../ink/ink683.xml"/><Relationship Id="rId219" Type="http://schemas.openxmlformats.org/officeDocument/2006/relationships/customXml" Target="../ink/ink711.xml"/><Relationship Id="rId370" Type="http://schemas.openxmlformats.org/officeDocument/2006/relationships/image" Target="../media/image554.png"/><Relationship Id="rId426" Type="http://schemas.openxmlformats.org/officeDocument/2006/relationships/image" Target="../media/image582.png"/><Relationship Id="rId230" Type="http://schemas.openxmlformats.org/officeDocument/2006/relationships/image" Target="../media/image484.png"/><Relationship Id="rId468" Type="http://schemas.openxmlformats.org/officeDocument/2006/relationships/image" Target="../media/image603.png"/><Relationship Id="rId25" Type="http://schemas.openxmlformats.org/officeDocument/2006/relationships/customXml" Target="../ink/ink614.xml"/><Relationship Id="rId67" Type="http://schemas.openxmlformats.org/officeDocument/2006/relationships/customXml" Target="../ink/ink635.xml"/><Relationship Id="rId272" Type="http://schemas.openxmlformats.org/officeDocument/2006/relationships/image" Target="../media/image505.png"/><Relationship Id="rId328" Type="http://schemas.openxmlformats.org/officeDocument/2006/relationships/image" Target="../media/image533.png"/><Relationship Id="rId132" Type="http://schemas.openxmlformats.org/officeDocument/2006/relationships/image" Target="../media/image435.png"/><Relationship Id="rId174" Type="http://schemas.openxmlformats.org/officeDocument/2006/relationships/image" Target="../media/image456.png"/><Relationship Id="rId381" Type="http://schemas.openxmlformats.org/officeDocument/2006/relationships/customXml" Target="../ink/ink792.xml"/><Relationship Id="rId241" Type="http://schemas.openxmlformats.org/officeDocument/2006/relationships/customXml" Target="../ink/ink722.xml"/><Relationship Id="rId437" Type="http://schemas.openxmlformats.org/officeDocument/2006/relationships/customXml" Target="../ink/ink820.xml"/><Relationship Id="rId36" Type="http://schemas.openxmlformats.org/officeDocument/2006/relationships/image" Target="../media/image387.png"/><Relationship Id="rId283" Type="http://schemas.openxmlformats.org/officeDocument/2006/relationships/customXml" Target="../ink/ink743.xml"/><Relationship Id="rId339" Type="http://schemas.openxmlformats.org/officeDocument/2006/relationships/customXml" Target="../ink/ink771.xml"/><Relationship Id="rId78" Type="http://schemas.openxmlformats.org/officeDocument/2006/relationships/image" Target="../media/image408.png"/><Relationship Id="rId101" Type="http://schemas.openxmlformats.org/officeDocument/2006/relationships/customXml" Target="../ink/ink652.xml"/><Relationship Id="rId143" Type="http://schemas.openxmlformats.org/officeDocument/2006/relationships/customXml" Target="../ink/ink673.xml"/><Relationship Id="rId185" Type="http://schemas.openxmlformats.org/officeDocument/2006/relationships/customXml" Target="../ink/ink694.xml"/><Relationship Id="rId350" Type="http://schemas.openxmlformats.org/officeDocument/2006/relationships/image" Target="../media/image544.png"/><Relationship Id="rId406" Type="http://schemas.openxmlformats.org/officeDocument/2006/relationships/image" Target="../media/image572.png"/><Relationship Id="rId9" Type="http://schemas.openxmlformats.org/officeDocument/2006/relationships/customXml" Target="../ink/ink606.xml"/><Relationship Id="rId210" Type="http://schemas.openxmlformats.org/officeDocument/2006/relationships/image" Target="../media/image474.png"/><Relationship Id="rId392" Type="http://schemas.openxmlformats.org/officeDocument/2006/relationships/image" Target="../media/image565.png"/><Relationship Id="rId448" Type="http://schemas.openxmlformats.org/officeDocument/2006/relationships/image" Target="../media/image593.png"/><Relationship Id="rId252" Type="http://schemas.openxmlformats.org/officeDocument/2006/relationships/image" Target="../media/image495.png"/><Relationship Id="rId294" Type="http://schemas.openxmlformats.org/officeDocument/2006/relationships/image" Target="../media/image516.png"/><Relationship Id="rId308" Type="http://schemas.openxmlformats.org/officeDocument/2006/relationships/image" Target="../media/image523.png"/><Relationship Id="rId47" Type="http://schemas.openxmlformats.org/officeDocument/2006/relationships/customXml" Target="../ink/ink625.xml"/><Relationship Id="rId89" Type="http://schemas.openxmlformats.org/officeDocument/2006/relationships/customXml" Target="../ink/ink646.xml"/><Relationship Id="rId112" Type="http://schemas.openxmlformats.org/officeDocument/2006/relationships/image" Target="../media/image425.png"/><Relationship Id="rId154" Type="http://schemas.openxmlformats.org/officeDocument/2006/relationships/image" Target="../media/image446.png"/><Relationship Id="rId361" Type="http://schemas.openxmlformats.org/officeDocument/2006/relationships/customXml" Target="../ink/ink782.xml"/><Relationship Id="rId196" Type="http://schemas.openxmlformats.org/officeDocument/2006/relationships/image" Target="../media/image467.png"/><Relationship Id="rId417" Type="http://schemas.openxmlformats.org/officeDocument/2006/relationships/customXml" Target="../ink/ink810.xml"/><Relationship Id="rId459" Type="http://schemas.openxmlformats.org/officeDocument/2006/relationships/customXml" Target="../ink/ink831.xml"/><Relationship Id="rId16" Type="http://schemas.openxmlformats.org/officeDocument/2006/relationships/image" Target="../media/image377.png"/><Relationship Id="rId221" Type="http://schemas.openxmlformats.org/officeDocument/2006/relationships/customXml" Target="../ink/ink712.xml"/><Relationship Id="rId263" Type="http://schemas.openxmlformats.org/officeDocument/2006/relationships/customXml" Target="../ink/ink733.xml"/><Relationship Id="rId319" Type="http://schemas.openxmlformats.org/officeDocument/2006/relationships/customXml" Target="../ink/ink761.xml"/><Relationship Id="rId470" Type="http://schemas.openxmlformats.org/officeDocument/2006/relationships/image" Target="../media/image604.png"/><Relationship Id="rId58" Type="http://schemas.openxmlformats.org/officeDocument/2006/relationships/image" Target="../media/image398.png"/><Relationship Id="rId123" Type="http://schemas.openxmlformats.org/officeDocument/2006/relationships/customXml" Target="../ink/ink663.xml"/><Relationship Id="rId330" Type="http://schemas.openxmlformats.org/officeDocument/2006/relationships/image" Target="../media/image534.png"/><Relationship Id="rId165" Type="http://schemas.openxmlformats.org/officeDocument/2006/relationships/customXml" Target="../ink/ink684.xml"/><Relationship Id="rId372" Type="http://schemas.openxmlformats.org/officeDocument/2006/relationships/image" Target="../media/image555.png"/><Relationship Id="rId428" Type="http://schemas.openxmlformats.org/officeDocument/2006/relationships/image" Target="../media/image583.png"/><Relationship Id="rId232" Type="http://schemas.openxmlformats.org/officeDocument/2006/relationships/image" Target="../media/image485.png"/><Relationship Id="rId274" Type="http://schemas.openxmlformats.org/officeDocument/2006/relationships/image" Target="../media/image506.png"/><Relationship Id="rId27" Type="http://schemas.openxmlformats.org/officeDocument/2006/relationships/customXml" Target="../ink/ink615.xml"/><Relationship Id="rId69" Type="http://schemas.openxmlformats.org/officeDocument/2006/relationships/customXml" Target="../ink/ink636.xml"/><Relationship Id="rId134" Type="http://schemas.openxmlformats.org/officeDocument/2006/relationships/image" Target="../media/image436.png"/><Relationship Id="rId80" Type="http://schemas.openxmlformats.org/officeDocument/2006/relationships/image" Target="../media/image409.png"/><Relationship Id="rId176" Type="http://schemas.openxmlformats.org/officeDocument/2006/relationships/image" Target="../media/image457.png"/><Relationship Id="rId341" Type="http://schemas.openxmlformats.org/officeDocument/2006/relationships/customXml" Target="../ink/ink772.xml"/><Relationship Id="rId383" Type="http://schemas.openxmlformats.org/officeDocument/2006/relationships/customXml" Target="../ink/ink793.xml"/><Relationship Id="rId439" Type="http://schemas.openxmlformats.org/officeDocument/2006/relationships/customXml" Target="../ink/ink821.xml"/><Relationship Id="rId201" Type="http://schemas.openxmlformats.org/officeDocument/2006/relationships/customXml" Target="../ink/ink702.xml"/><Relationship Id="rId243" Type="http://schemas.openxmlformats.org/officeDocument/2006/relationships/customXml" Target="../ink/ink723.xml"/><Relationship Id="rId285" Type="http://schemas.openxmlformats.org/officeDocument/2006/relationships/customXml" Target="../ink/ink744.xml"/><Relationship Id="rId450" Type="http://schemas.openxmlformats.org/officeDocument/2006/relationships/image" Target="../media/image594.png"/><Relationship Id="rId38" Type="http://schemas.openxmlformats.org/officeDocument/2006/relationships/image" Target="../media/image388.png"/><Relationship Id="rId103" Type="http://schemas.openxmlformats.org/officeDocument/2006/relationships/customXml" Target="../ink/ink653.xml"/><Relationship Id="rId310" Type="http://schemas.openxmlformats.org/officeDocument/2006/relationships/image" Target="../media/image524.png"/><Relationship Id="rId91" Type="http://schemas.openxmlformats.org/officeDocument/2006/relationships/customXml" Target="../ink/ink647.xml"/><Relationship Id="rId145" Type="http://schemas.openxmlformats.org/officeDocument/2006/relationships/customXml" Target="../ink/ink674.xml"/><Relationship Id="rId187" Type="http://schemas.openxmlformats.org/officeDocument/2006/relationships/customXml" Target="../ink/ink695.xml"/><Relationship Id="rId352" Type="http://schemas.openxmlformats.org/officeDocument/2006/relationships/image" Target="../media/image545.png"/><Relationship Id="rId394" Type="http://schemas.openxmlformats.org/officeDocument/2006/relationships/image" Target="../media/image566.png"/><Relationship Id="rId408" Type="http://schemas.openxmlformats.org/officeDocument/2006/relationships/image" Target="../media/image573.png"/><Relationship Id="rId212" Type="http://schemas.openxmlformats.org/officeDocument/2006/relationships/image" Target="../media/image475.png"/><Relationship Id="rId254" Type="http://schemas.openxmlformats.org/officeDocument/2006/relationships/image" Target="../media/image496.png"/><Relationship Id="rId49" Type="http://schemas.openxmlformats.org/officeDocument/2006/relationships/customXml" Target="../ink/ink626.xml"/><Relationship Id="rId114" Type="http://schemas.openxmlformats.org/officeDocument/2006/relationships/image" Target="../media/image426.png"/><Relationship Id="rId296" Type="http://schemas.openxmlformats.org/officeDocument/2006/relationships/image" Target="../media/image517.png"/><Relationship Id="rId461" Type="http://schemas.openxmlformats.org/officeDocument/2006/relationships/customXml" Target="../ink/ink832.xml"/><Relationship Id="rId60" Type="http://schemas.openxmlformats.org/officeDocument/2006/relationships/image" Target="../media/image399.png"/><Relationship Id="rId156" Type="http://schemas.openxmlformats.org/officeDocument/2006/relationships/image" Target="../media/image447.png"/><Relationship Id="rId198" Type="http://schemas.openxmlformats.org/officeDocument/2006/relationships/image" Target="../media/image468.png"/><Relationship Id="rId321" Type="http://schemas.openxmlformats.org/officeDocument/2006/relationships/customXml" Target="../ink/ink762.xml"/><Relationship Id="rId363" Type="http://schemas.openxmlformats.org/officeDocument/2006/relationships/customXml" Target="../ink/ink783.xml"/><Relationship Id="rId419" Type="http://schemas.openxmlformats.org/officeDocument/2006/relationships/customXml" Target="../ink/ink811.xml"/><Relationship Id="rId223" Type="http://schemas.openxmlformats.org/officeDocument/2006/relationships/customXml" Target="../ink/ink713.xml"/><Relationship Id="rId430" Type="http://schemas.openxmlformats.org/officeDocument/2006/relationships/image" Target="../media/image584.png"/><Relationship Id="rId18" Type="http://schemas.openxmlformats.org/officeDocument/2006/relationships/image" Target="../media/image378.png"/><Relationship Id="rId265" Type="http://schemas.openxmlformats.org/officeDocument/2006/relationships/customXml" Target="../ink/ink734.xml"/><Relationship Id="rId472" Type="http://schemas.openxmlformats.org/officeDocument/2006/relationships/image" Target="../media/image605.png"/><Relationship Id="rId125" Type="http://schemas.openxmlformats.org/officeDocument/2006/relationships/customXml" Target="../ink/ink664.xml"/><Relationship Id="rId167" Type="http://schemas.openxmlformats.org/officeDocument/2006/relationships/customXml" Target="../ink/ink685.xml"/><Relationship Id="rId332" Type="http://schemas.openxmlformats.org/officeDocument/2006/relationships/image" Target="../media/image535.png"/><Relationship Id="rId374" Type="http://schemas.openxmlformats.org/officeDocument/2006/relationships/image" Target="../media/image556.png"/><Relationship Id="rId71" Type="http://schemas.openxmlformats.org/officeDocument/2006/relationships/customXml" Target="../ink/ink637.xml"/><Relationship Id="rId234" Type="http://schemas.openxmlformats.org/officeDocument/2006/relationships/image" Target="../media/image486.png"/><Relationship Id="rId2" Type="http://schemas.openxmlformats.org/officeDocument/2006/relationships/image" Target="../media/image370.png"/><Relationship Id="rId29" Type="http://schemas.openxmlformats.org/officeDocument/2006/relationships/customXml" Target="../ink/ink616.xml"/><Relationship Id="rId276" Type="http://schemas.openxmlformats.org/officeDocument/2006/relationships/image" Target="../media/image507.png"/><Relationship Id="rId441" Type="http://schemas.openxmlformats.org/officeDocument/2006/relationships/customXml" Target="../ink/ink822.xml"/><Relationship Id="rId40" Type="http://schemas.openxmlformats.org/officeDocument/2006/relationships/image" Target="../media/image389.png"/><Relationship Id="rId136" Type="http://schemas.openxmlformats.org/officeDocument/2006/relationships/image" Target="../media/image437.png"/><Relationship Id="rId178" Type="http://schemas.openxmlformats.org/officeDocument/2006/relationships/image" Target="../media/image458.png"/><Relationship Id="rId301" Type="http://schemas.openxmlformats.org/officeDocument/2006/relationships/customXml" Target="../ink/ink752.xml"/><Relationship Id="rId343" Type="http://schemas.openxmlformats.org/officeDocument/2006/relationships/customXml" Target="../ink/ink773.xml"/><Relationship Id="rId82" Type="http://schemas.openxmlformats.org/officeDocument/2006/relationships/image" Target="../media/image410.png"/><Relationship Id="rId203" Type="http://schemas.openxmlformats.org/officeDocument/2006/relationships/customXml" Target="../ink/ink703.xml"/><Relationship Id="rId385" Type="http://schemas.openxmlformats.org/officeDocument/2006/relationships/customXml" Target="../ink/ink794.xml"/><Relationship Id="rId245" Type="http://schemas.openxmlformats.org/officeDocument/2006/relationships/customXml" Target="../ink/ink724.xml"/><Relationship Id="rId287" Type="http://schemas.openxmlformats.org/officeDocument/2006/relationships/customXml" Target="../ink/ink745.xml"/><Relationship Id="rId410" Type="http://schemas.openxmlformats.org/officeDocument/2006/relationships/image" Target="../media/image574.png"/><Relationship Id="rId452" Type="http://schemas.openxmlformats.org/officeDocument/2006/relationships/image" Target="../media/image595.png"/><Relationship Id="rId105" Type="http://schemas.openxmlformats.org/officeDocument/2006/relationships/customXml" Target="../ink/ink654.xml"/><Relationship Id="rId147" Type="http://schemas.openxmlformats.org/officeDocument/2006/relationships/customXml" Target="../ink/ink675.xml"/><Relationship Id="rId312" Type="http://schemas.openxmlformats.org/officeDocument/2006/relationships/image" Target="../media/image525.png"/><Relationship Id="rId354" Type="http://schemas.openxmlformats.org/officeDocument/2006/relationships/image" Target="../media/image546.png"/><Relationship Id="rId51" Type="http://schemas.openxmlformats.org/officeDocument/2006/relationships/customXml" Target="../ink/ink627.xml"/><Relationship Id="rId72" Type="http://schemas.openxmlformats.org/officeDocument/2006/relationships/image" Target="../media/image405.png"/><Relationship Id="rId93" Type="http://schemas.openxmlformats.org/officeDocument/2006/relationships/customXml" Target="../ink/ink648.xml"/><Relationship Id="rId189" Type="http://schemas.openxmlformats.org/officeDocument/2006/relationships/customXml" Target="../ink/ink696.xml"/><Relationship Id="rId375" Type="http://schemas.openxmlformats.org/officeDocument/2006/relationships/customXml" Target="../ink/ink789.xml"/><Relationship Id="rId396" Type="http://schemas.openxmlformats.org/officeDocument/2006/relationships/image" Target="../media/image567.png"/><Relationship Id="rId3" Type="http://schemas.openxmlformats.org/officeDocument/2006/relationships/customXml" Target="../ink/ink603.xml"/><Relationship Id="rId214" Type="http://schemas.openxmlformats.org/officeDocument/2006/relationships/image" Target="../media/image476.png"/><Relationship Id="rId235" Type="http://schemas.openxmlformats.org/officeDocument/2006/relationships/customXml" Target="../ink/ink719.xml"/><Relationship Id="rId256" Type="http://schemas.openxmlformats.org/officeDocument/2006/relationships/image" Target="../media/image497.png"/><Relationship Id="rId277" Type="http://schemas.openxmlformats.org/officeDocument/2006/relationships/customXml" Target="../ink/ink740.xml"/><Relationship Id="rId298" Type="http://schemas.openxmlformats.org/officeDocument/2006/relationships/image" Target="../media/image518.png"/><Relationship Id="rId400" Type="http://schemas.openxmlformats.org/officeDocument/2006/relationships/image" Target="../media/image569.png"/><Relationship Id="rId421" Type="http://schemas.openxmlformats.org/officeDocument/2006/relationships/customXml" Target="../ink/ink812.xml"/><Relationship Id="rId442" Type="http://schemas.openxmlformats.org/officeDocument/2006/relationships/image" Target="../media/image590.png"/><Relationship Id="rId463" Type="http://schemas.openxmlformats.org/officeDocument/2006/relationships/customXml" Target="../ink/ink833.xml"/><Relationship Id="rId116" Type="http://schemas.openxmlformats.org/officeDocument/2006/relationships/image" Target="../media/image427.png"/><Relationship Id="rId137" Type="http://schemas.openxmlformats.org/officeDocument/2006/relationships/customXml" Target="../ink/ink670.xml"/><Relationship Id="rId158" Type="http://schemas.openxmlformats.org/officeDocument/2006/relationships/image" Target="../media/image448.png"/><Relationship Id="rId302" Type="http://schemas.openxmlformats.org/officeDocument/2006/relationships/image" Target="../media/image520.png"/><Relationship Id="rId323" Type="http://schemas.openxmlformats.org/officeDocument/2006/relationships/customXml" Target="../ink/ink763.xml"/><Relationship Id="rId344" Type="http://schemas.openxmlformats.org/officeDocument/2006/relationships/image" Target="../media/image541.png"/><Relationship Id="rId20" Type="http://schemas.openxmlformats.org/officeDocument/2006/relationships/image" Target="../media/image379.png"/><Relationship Id="rId41" Type="http://schemas.openxmlformats.org/officeDocument/2006/relationships/customXml" Target="../ink/ink622.xml"/><Relationship Id="rId62" Type="http://schemas.openxmlformats.org/officeDocument/2006/relationships/image" Target="../media/image400.png"/><Relationship Id="rId83" Type="http://schemas.openxmlformats.org/officeDocument/2006/relationships/customXml" Target="../ink/ink643.xml"/><Relationship Id="rId179" Type="http://schemas.openxmlformats.org/officeDocument/2006/relationships/customXml" Target="../ink/ink691.xml"/><Relationship Id="rId365" Type="http://schemas.openxmlformats.org/officeDocument/2006/relationships/customXml" Target="../ink/ink784.xml"/><Relationship Id="rId386" Type="http://schemas.openxmlformats.org/officeDocument/2006/relationships/image" Target="../media/image562.png"/><Relationship Id="rId190" Type="http://schemas.openxmlformats.org/officeDocument/2006/relationships/image" Target="../media/image464.png"/><Relationship Id="rId204" Type="http://schemas.openxmlformats.org/officeDocument/2006/relationships/image" Target="../media/image471.png"/><Relationship Id="rId225" Type="http://schemas.openxmlformats.org/officeDocument/2006/relationships/customXml" Target="../ink/ink714.xml"/><Relationship Id="rId246" Type="http://schemas.openxmlformats.org/officeDocument/2006/relationships/image" Target="../media/image492.png"/><Relationship Id="rId267" Type="http://schemas.openxmlformats.org/officeDocument/2006/relationships/customXml" Target="../ink/ink735.xml"/><Relationship Id="rId288" Type="http://schemas.openxmlformats.org/officeDocument/2006/relationships/image" Target="../media/image513.png"/><Relationship Id="rId411" Type="http://schemas.openxmlformats.org/officeDocument/2006/relationships/customXml" Target="../ink/ink807.xml"/><Relationship Id="rId432" Type="http://schemas.openxmlformats.org/officeDocument/2006/relationships/image" Target="../media/image585.png"/><Relationship Id="rId453" Type="http://schemas.openxmlformats.org/officeDocument/2006/relationships/customXml" Target="../ink/ink828.xml"/><Relationship Id="rId474" Type="http://schemas.openxmlformats.org/officeDocument/2006/relationships/image" Target="../media/image606.png"/><Relationship Id="rId106" Type="http://schemas.openxmlformats.org/officeDocument/2006/relationships/image" Target="../media/image422.png"/><Relationship Id="rId127" Type="http://schemas.openxmlformats.org/officeDocument/2006/relationships/customXml" Target="../ink/ink665.xml"/><Relationship Id="rId313" Type="http://schemas.openxmlformats.org/officeDocument/2006/relationships/customXml" Target="../ink/ink758.xml"/><Relationship Id="rId10" Type="http://schemas.openxmlformats.org/officeDocument/2006/relationships/image" Target="../media/image374.png"/><Relationship Id="rId31" Type="http://schemas.openxmlformats.org/officeDocument/2006/relationships/customXml" Target="../ink/ink617.xml"/><Relationship Id="rId52" Type="http://schemas.openxmlformats.org/officeDocument/2006/relationships/image" Target="../media/image395.png"/><Relationship Id="rId73" Type="http://schemas.openxmlformats.org/officeDocument/2006/relationships/customXml" Target="../ink/ink638.xml"/><Relationship Id="rId94" Type="http://schemas.openxmlformats.org/officeDocument/2006/relationships/image" Target="../media/image416.png"/><Relationship Id="rId148" Type="http://schemas.openxmlformats.org/officeDocument/2006/relationships/image" Target="../media/image443.png"/><Relationship Id="rId169" Type="http://schemas.openxmlformats.org/officeDocument/2006/relationships/customXml" Target="../ink/ink686.xml"/><Relationship Id="rId334" Type="http://schemas.openxmlformats.org/officeDocument/2006/relationships/image" Target="../media/image536.png"/><Relationship Id="rId355" Type="http://schemas.openxmlformats.org/officeDocument/2006/relationships/customXml" Target="../ink/ink779.xml"/><Relationship Id="rId376" Type="http://schemas.openxmlformats.org/officeDocument/2006/relationships/image" Target="../media/image557.png"/><Relationship Id="rId397" Type="http://schemas.openxmlformats.org/officeDocument/2006/relationships/customXml" Target="../ink/ink800.xml"/><Relationship Id="rId4" Type="http://schemas.openxmlformats.org/officeDocument/2006/relationships/image" Target="../media/image371.png"/><Relationship Id="rId180" Type="http://schemas.openxmlformats.org/officeDocument/2006/relationships/image" Target="../media/image459.png"/><Relationship Id="rId215" Type="http://schemas.openxmlformats.org/officeDocument/2006/relationships/customXml" Target="../ink/ink709.xml"/><Relationship Id="rId236" Type="http://schemas.openxmlformats.org/officeDocument/2006/relationships/image" Target="../media/image487.png"/><Relationship Id="rId257" Type="http://schemas.openxmlformats.org/officeDocument/2006/relationships/customXml" Target="../ink/ink730.xml"/><Relationship Id="rId278" Type="http://schemas.openxmlformats.org/officeDocument/2006/relationships/image" Target="../media/image508.png"/><Relationship Id="rId401" Type="http://schemas.openxmlformats.org/officeDocument/2006/relationships/customXml" Target="../ink/ink802.xml"/><Relationship Id="rId422" Type="http://schemas.openxmlformats.org/officeDocument/2006/relationships/image" Target="../media/image580.png"/><Relationship Id="rId443" Type="http://schemas.openxmlformats.org/officeDocument/2006/relationships/customXml" Target="../ink/ink823.xml"/><Relationship Id="rId464" Type="http://schemas.openxmlformats.org/officeDocument/2006/relationships/image" Target="../media/image601.png"/><Relationship Id="rId303" Type="http://schemas.openxmlformats.org/officeDocument/2006/relationships/customXml" Target="../ink/ink753.xml"/><Relationship Id="rId42" Type="http://schemas.openxmlformats.org/officeDocument/2006/relationships/image" Target="../media/image390.png"/><Relationship Id="rId84" Type="http://schemas.openxmlformats.org/officeDocument/2006/relationships/image" Target="../media/image411.png"/><Relationship Id="rId138" Type="http://schemas.openxmlformats.org/officeDocument/2006/relationships/image" Target="../media/image438.png"/><Relationship Id="rId345" Type="http://schemas.openxmlformats.org/officeDocument/2006/relationships/customXml" Target="../ink/ink774.xml"/><Relationship Id="rId387" Type="http://schemas.openxmlformats.org/officeDocument/2006/relationships/customXml" Target="../ink/ink795.xml"/><Relationship Id="rId191" Type="http://schemas.openxmlformats.org/officeDocument/2006/relationships/customXml" Target="../ink/ink697.xml"/><Relationship Id="rId205" Type="http://schemas.openxmlformats.org/officeDocument/2006/relationships/customXml" Target="../ink/ink704.xml"/><Relationship Id="rId247" Type="http://schemas.openxmlformats.org/officeDocument/2006/relationships/customXml" Target="../ink/ink725.xml"/><Relationship Id="rId412" Type="http://schemas.openxmlformats.org/officeDocument/2006/relationships/image" Target="../media/image575.png"/><Relationship Id="rId107" Type="http://schemas.openxmlformats.org/officeDocument/2006/relationships/customXml" Target="../ink/ink655.xml"/><Relationship Id="rId289" Type="http://schemas.openxmlformats.org/officeDocument/2006/relationships/customXml" Target="../ink/ink746.xml"/><Relationship Id="rId454" Type="http://schemas.openxmlformats.org/officeDocument/2006/relationships/image" Target="../media/image596.png"/><Relationship Id="rId11" Type="http://schemas.openxmlformats.org/officeDocument/2006/relationships/customXml" Target="../ink/ink607.xml"/><Relationship Id="rId53" Type="http://schemas.openxmlformats.org/officeDocument/2006/relationships/customXml" Target="../ink/ink628.xml"/><Relationship Id="rId149" Type="http://schemas.openxmlformats.org/officeDocument/2006/relationships/customXml" Target="../ink/ink676.xml"/><Relationship Id="rId314" Type="http://schemas.openxmlformats.org/officeDocument/2006/relationships/image" Target="../media/image526.png"/><Relationship Id="rId356" Type="http://schemas.openxmlformats.org/officeDocument/2006/relationships/image" Target="../media/image547.png"/><Relationship Id="rId398" Type="http://schemas.openxmlformats.org/officeDocument/2006/relationships/image" Target="../media/image568.png"/><Relationship Id="rId95" Type="http://schemas.openxmlformats.org/officeDocument/2006/relationships/customXml" Target="../ink/ink649.xml"/><Relationship Id="rId160" Type="http://schemas.openxmlformats.org/officeDocument/2006/relationships/image" Target="../media/image449.png"/><Relationship Id="rId216" Type="http://schemas.openxmlformats.org/officeDocument/2006/relationships/image" Target="../media/image477.png"/><Relationship Id="rId423" Type="http://schemas.openxmlformats.org/officeDocument/2006/relationships/customXml" Target="../ink/ink813.xml"/><Relationship Id="rId258" Type="http://schemas.openxmlformats.org/officeDocument/2006/relationships/image" Target="../media/image498.png"/><Relationship Id="rId465" Type="http://schemas.openxmlformats.org/officeDocument/2006/relationships/customXml" Target="../ink/ink834.xml"/><Relationship Id="rId22" Type="http://schemas.openxmlformats.org/officeDocument/2006/relationships/image" Target="../media/image380.png"/><Relationship Id="rId64" Type="http://schemas.openxmlformats.org/officeDocument/2006/relationships/image" Target="../media/image401.png"/><Relationship Id="rId118" Type="http://schemas.openxmlformats.org/officeDocument/2006/relationships/image" Target="../media/image428.png"/><Relationship Id="rId325" Type="http://schemas.openxmlformats.org/officeDocument/2006/relationships/customXml" Target="../ink/ink764.xml"/><Relationship Id="rId367" Type="http://schemas.openxmlformats.org/officeDocument/2006/relationships/customXml" Target="../ink/ink785.xml"/><Relationship Id="rId171" Type="http://schemas.openxmlformats.org/officeDocument/2006/relationships/customXml" Target="../ink/ink687.xml"/><Relationship Id="rId227" Type="http://schemas.openxmlformats.org/officeDocument/2006/relationships/customXml" Target="../ink/ink715.xml"/><Relationship Id="rId269" Type="http://schemas.openxmlformats.org/officeDocument/2006/relationships/customXml" Target="../ink/ink736.xml"/><Relationship Id="rId434" Type="http://schemas.openxmlformats.org/officeDocument/2006/relationships/image" Target="../media/image586.png"/><Relationship Id="rId476" Type="http://schemas.openxmlformats.org/officeDocument/2006/relationships/image" Target="../media/image607.png"/><Relationship Id="rId33" Type="http://schemas.openxmlformats.org/officeDocument/2006/relationships/customXml" Target="../ink/ink618.xml"/><Relationship Id="rId129" Type="http://schemas.openxmlformats.org/officeDocument/2006/relationships/customXml" Target="../ink/ink666.xml"/><Relationship Id="rId280" Type="http://schemas.openxmlformats.org/officeDocument/2006/relationships/image" Target="../media/image509.png"/><Relationship Id="rId336" Type="http://schemas.openxmlformats.org/officeDocument/2006/relationships/image" Target="../media/image537.png"/><Relationship Id="rId75" Type="http://schemas.openxmlformats.org/officeDocument/2006/relationships/customXml" Target="../ink/ink639.xml"/><Relationship Id="rId140" Type="http://schemas.openxmlformats.org/officeDocument/2006/relationships/image" Target="../media/image439.png"/><Relationship Id="rId182" Type="http://schemas.openxmlformats.org/officeDocument/2006/relationships/image" Target="../media/image460.png"/><Relationship Id="rId378" Type="http://schemas.openxmlformats.org/officeDocument/2006/relationships/image" Target="../media/image558.png"/><Relationship Id="rId403" Type="http://schemas.openxmlformats.org/officeDocument/2006/relationships/customXml" Target="../ink/ink803.xml"/><Relationship Id="rId6" Type="http://schemas.openxmlformats.org/officeDocument/2006/relationships/image" Target="../media/image372.png"/><Relationship Id="rId238" Type="http://schemas.openxmlformats.org/officeDocument/2006/relationships/image" Target="../media/image488.png"/><Relationship Id="rId445" Type="http://schemas.openxmlformats.org/officeDocument/2006/relationships/customXml" Target="../ink/ink824.xml"/><Relationship Id="rId291" Type="http://schemas.openxmlformats.org/officeDocument/2006/relationships/customXml" Target="../ink/ink747.xml"/><Relationship Id="rId305" Type="http://schemas.openxmlformats.org/officeDocument/2006/relationships/customXml" Target="../ink/ink754.xml"/><Relationship Id="rId347" Type="http://schemas.openxmlformats.org/officeDocument/2006/relationships/customXml" Target="../ink/ink775.xml"/><Relationship Id="rId44" Type="http://schemas.openxmlformats.org/officeDocument/2006/relationships/image" Target="../media/image391.png"/><Relationship Id="rId86" Type="http://schemas.openxmlformats.org/officeDocument/2006/relationships/image" Target="../media/image412.png"/><Relationship Id="rId151" Type="http://schemas.openxmlformats.org/officeDocument/2006/relationships/customXml" Target="../ink/ink677.xml"/><Relationship Id="rId389" Type="http://schemas.openxmlformats.org/officeDocument/2006/relationships/customXml" Target="../ink/ink796.xml"/><Relationship Id="rId193" Type="http://schemas.openxmlformats.org/officeDocument/2006/relationships/customXml" Target="../ink/ink698.xml"/><Relationship Id="rId207" Type="http://schemas.openxmlformats.org/officeDocument/2006/relationships/customXml" Target="../ink/ink705.xml"/><Relationship Id="rId249" Type="http://schemas.openxmlformats.org/officeDocument/2006/relationships/customXml" Target="../ink/ink726.xml"/><Relationship Id="rId414" Type="http://schemas.openxmlformats.org/officeDocument/2006/relationships/image" Target="../media/image576.png"/><Relationship Id="rId456" Type="http://schemas.openxmlformats.org/officeDocument/2006/relationships/image" Target="../media/image597.png"/><Relationship Id="rId13" Type="http://schemas.openxmlformats.org/officeDocument/2006/relationships/customXml" Target="../ink/ink608.xml"/><Relationship Id="rId109" Type="http://schemas.openxmlformats.org/officeDocument/2006/relationships/customXml" Target="../ink/ink656.xml"/><Relationship Id="rId260" Type="http://schemas.openxmlformats.org/officeDocument/2006/relationships/image" Target="../media/image499.png"/><Relationship Id="rId316" Type="http://schemas.openxmlformats.org/officeDocument/2006/relationships/image" Target="../media/image527.png"/><Relationship Id="rId55" Type="http://schemas.openxmlformats.org/officeDocument/2006/relationships/customXml" Target="../ink/ink629.xml"/><Relationship Id="rId97" Type="http://schemas.openxmlformats.org/officeDocument/2006/relationships/customXml" Target="../ink/ink650.xml"/><Relationship Id="rId120" Type="http://schemas.openxmlformats.org/officeDocument/2006/relationships/image" Target="../media/image429.png"/><Relationship Id="rId358" Type="http://schemas.openxmlformats.org/officeDocument/2006/relationships/image" Target="../media/image548.png"/><Relationship Id="rId162" Type="http://schemas.openxmlformats.org/officeDocument/2006/relationships/image" Target="../media/image450.png"/><Relationship Id="rId218" Type="http://schemas.openxmlformats.org/officeDocument/2006/relationships/image" Target="../media/image478.png"/><Relationship Id="rId425" Type="http://schemas.openxmlformats.org/officeDocument/2006/relationships/customXml" Target="../ink/ink814.xml"/><Relationship Id="rId467" Type="http://schemas.openxmlformats.org/officeDocument/2006/relationships/customXml" Target="../ink/ink835.xml"/><Relationship Id="rId271" Type="http://schemas.openxmlformats.org/officeDocument/2006/relationships/customXml" Target="../ink/ink737.xml"/><Relationship Id="rId24" Type="http://schemas.openxmlformats.org/officeDocument/2006/relationships/image" Target="../media/image381.png"/><Relationship Id="rId66" Type="http://schemas.openxmlformats.org/officeDocument/2006/relationships/image" Target="../media/image402.png"/><Relationship Id="rId131" Type="http://schemas.openxmlformats.org/officeDocument/2006/relationships/customXml" Target="../ink/ink667.xml"/><Relationship Id="rId327" Type="http://schemas.openxmlformats.org/officeDocument/2006/relationships/customXml" Target="../ink/ink765.xml"/><Relationship Id="rId369" Type="http://schemas.openxmlformats.org/officeDocument/2006/relationships/customXml" Target="../ink/ink786.xml"/><Relationship Id="rId173" Type="http://schemas.openxmlformats.org/officeDocument/2006/relationships/customXml" Target="../ink/ink688.xml"/><Relationship Id="rId229" Type="http://schemas.openxmlformats.org/officeDocument/2006/relationships/customXml" Target="../ink/ink716.xml"/><Relationship Id="rId380" Type="http://schemas.openxmlformats.org/officeDocument/2006/relationships/image" Target="../media/image559.png"/><Relationship Id="rId436" Type="http://schemas.openxmlformats.org/officeDocument/2006/relationships/image" Target="../media/image587.png"/><Relationship Id="rId240" Type="http://schemas.openxmlformats.org/officeDocument/2006/relationships/image" Target="../media/image489.png"/><Relationship Id="rId478" Type="http://schemas.openxmlformats.org/officeDocument/2006/relationships/image" Target="../media/image608.png"/><Relationship Id="rId35" Type="http://schemas.openxmlformats.org/officeDocument/2006/relationships/customXml" Target="../ink/ink619.xml"/><Relationship Id="rId77" Type="http://schemas.openxmlformats.org/officeDocument/2006/relationships/customXml" Target="../ink/ink640.xml"/><Relationship Id="rId100" Type="http://schemas.openxmlformats.org/officeDocument/2006/relationships/image" Target="../media/image419.png"/><Relationship Id="rId282" Type="http://schemas.openxmlformats.org/officeDocument/2006/relationships/image" Target="../media/image510.png"/><Relationship Id="rId338" Type="http://schemas.openxmlformats.org/officeDocument/2006/relationships/image" Target="../media/image538.png"/><Relationship Id="rId8" Type="http://schemas.openxmlformats.org/officeDocument/2006/relationships/image" Target="../media/image373.png"/><Relationship Id="rId142" Type="http://schemas.openxmlformats.org/officeDocument/2006/relationships/image" Target="../media/image440.png"/><Relationship Id="rId184" Type="http://schemas.openxmlformats.org/officeDocument/2006/relationships/image" Target="../media/image461.png"/><Relationship Id="rId391" Type="http://schemas.openxmlformats.org/officeDocument/2006/relationships/customXml" Target="../ink/ink797.xml"/><Relationship Id="rId405" Type="http://schemas.openxmlformats.org/officeDocument/2006/relationships/customXml" Target="../ink/ink804.xml"/><Relationship Id="rId447" Type="http://schemas.openxmlformats.org/officeDocument/2006/relationships/customXml" Target="../ink/ink825.xml"/><Relationship Id="rId251" Type="http://schemas.openxmlformats.org/officeDocument/2006/relationships/customXml" Target="../ink/ink727.xml"/><Relationship Id="rId46" Type="http://schemas.openxmlformats.org/officeDocument/2006/relationships/image" Target="../media/image392.png"/><Relationship Id="rId293" Type="http://schemas.openxmlformats.org/officeDocument/2006/relationships/customXml" Target="../ink/ink748.xml"/><Relationship Id="rId307" Type="http://schemas.openxmlformats.org/officeDocument/2006/relationships/customXml" Target="../ink/ink755.xml"/><Relationship Id="rId349" Type="http://schemas.openxmlformats.org/officeDocument/2006/relationships/customXml" Target="../ink/ink776.xml"/><Relationship Id="rId88" Type="http://schemas.openxmlformats.org/officeDocument/2006/relationships/image" Target="../media/image413.png"/><Relationship Id="rId111" Type="http://schemas.openxmlformats.org/officeDocument/2006/relationships/customXml" Target="../ink/ink657.xml"/><Relationship Id="rId153" Type="http://schemas.openxmlformats.org/officeDocument/2006/relationships/customXml" Target="../ink/ink678.xml"/><Relationship Id="rId195" Type="http://schemas.openxmlformats.org/officeDocument/2006/relationships/customXml" Target="../ink/ink699.xml"/><Relationship Id="rId209" Type="http://schemas.openxmlformats.org/officeDocument/2006/relationships/customXml" Target="../ink/ink706.xml"/><Relationship Id="rId360" Type="http://schemas.openxmlformats.org/officeDocument/2006/relationships/image" Target="../media/image549.png"/><Relationship Id="rId416" Type="http://schemas.openxmlformats.org/officeDocument/2006/relationships/image" Target="../media/image577.png"/><Relationship Id="rId220" Type="http://schemas.openxmlformats.org/officeDocument/2006/relationships/image" Target="../media/image479.png"/><Relationship Id="rId458" Type="http://schemas.openxmlformats.org/officeDocument/2006/relationships/image" Target="../media/image598.png"/><Relationship Id="rId15" Type="http://schemas.openxmlformats.org/officeDocument/2006/relationships/customXml" Target="../ink/ink609.xml"/><Relationship Id="rId57" Type="http://schemas.openxmlformats.org/officeDocument/2006/relationships/customXml" Target="../ink/ink630.xml"/><Relationship Id="rId262" Type="http://schemas.openxmlformats.org/officeDocument/2006/relationships/image" Target="../media/image500.png"/><Relationship Id="rId318" Type="http://schemas.openxmlformats.org/officeDocument/2006/relationships/image" Target="../media/image528.png"/><Relationship Id="rId99" Type="http://schemas.openxmlformats.org/officeDocument/2006/relationships/customXml" Target="../ink/ink651.xml"/><Relationship Id="rId122" Type="http://schemas.openxmlformats.org/officeDocument/2006/relationships/image" Target="../media/image430.png"/><Relationship Id="rId164" Type="http://schemas.openxmlformats.org/officeDocument/2006/relationships/image" Target="../media/image451.png"/><Relationship Id="rId371" Type="http://schemas.openxmlformats.org/officeDocument/2006/relationships/customXml" Target="../ink/ink787.xml"/><Relationship Id="rId427" Type="http://schemas.openxmlformats.org/officeDocument/2006/relationships/customXml" Target="../ink/ink815.xml"/><Relationship Id="rId469" Type="http://schemas.openxmlformats.org/officeDocument/2006/relationships/customXml" Target="../ink/ink836.xml"/><Relationship Id="rId26" Type="http://schemas.openxmlformats.org/officeDocument/2006/relationships/image" Target="../media/image382.png"/><Relationship Id="rId231" Type="http://schemas.openxmlformats.org/officeDocument/2006/relationships/customXml" Target="../ink/ink717.xml"/><Relationship Id="rId273" Type="http://schemas.openxmlformats.org/officeDocument/2006/relationships/customXml" Target="../ink/ink738.xml"/><Relationship Id="rId329" Type="http://schemas.openxmlformats.org/officeDocument/2006/relationships/customXml" Target="../ink/ink766.xml"/><Relationship Id="rId68" Type="http://schemas.openxmlformats.org/officeDocument/2006/relationships/image" Target="../media/image403.png"/><Relationship Id="rId133" Type="http://schemas.openxmlformats.org/officeDocument/2006/relationships/customXml" Target="../ink/ink668.xml"/><Relationship Id="rId175" Type="http://schemas.openxmlformats.org/officeDocument/2006/relationships/customXml" Target="../ink/ink689.xml"/><Relationship Id="rId340" Type="http://schemas.openxmlformats.org/officeDocument/2006/relationships/image" Target="../media/image539.png"/><Relationship Id="rId200" Type="http://schemas.openxmlformats.org/officeDocument/2006/relationships/image" Target="../media/image469.png"/><Relationship Id="rId382" Type="http://schemas.openxmlformats.org/officeDocument/2006/relationships/image" Target="../media/image560.png"/><Relationship Id="rId438" Type="http://schemas.openxmlformats.org/officeDocument/2006/relationships/image" Target="../media/image588.png"/><Relationship Id="rId242" Type="http://schemas.openxmlformats.org/officeDocument/2006/relationships/image" Target="../media/image490.png"/><Relationship Id="rId284" Type="http://schemas.openxmlformats.org/officeDocument/2006/relationships/image" Target="../media/image511.png"/><Relationship Id="rId37" Type="http://schemas.openxmlformats.org/officeDocument/2006/relationships/customXml" Target="../ink/ink620.xml"/><Relationship Id="rId79" Type="http://schemas.openxmlformats.org/officeDocument/2006/relationships/customXml" Target="../ink/ink641.xml"/><Relationship Id="rId102" Type="http://schemas.openxmlformats.org/officeDocument/2006/relationships/image" Target="../media/image420.png"/><Relationship Id="rId144" Type="http://schemas.openxmlformats.org/officeDocument/2006/relationships/image" Target="../media/image441.png"/><Relationship Id="rId90" Type="http://schemas.openxmlformats.org/officeDocument/2006/relationships/image" Target="../media/image414.png"/><Relationship Id="rId186" Type="http://schemas.openxmlformats.org/officeDocument/2006/relationships/image" Target="../media/image462.png"/><Relationship Id="rId351" Type="http://schemas.openxmlformats.org/officeDocument/2006/relationships/customXml" Target="../ink/ink777.xml"/><Relationship Id="rId393" Type="http://schemas.openxmlformats.org/officeDocument/2006/relationships/customXml" Target="../ink/ink798.xml"/><Relationship Id="rId407" Type="http://schemas.openxmlformats.org/officeDocument/2006/relationships/customXml" Target="../ink/ink805.xml"/><Relationship Id="rId449" Type="http://schemas.openxmlformats.org/officeDocument/2006/relationships/customXml" Target="../ink/ink826.xml"/><Relationship Id="rId211" Type="http://schemas.openxmlformats.org/officeDocument/2006/relationships/customXml" Target="../ink/ink707.xml"/><Relationship Id="rId253" Type="http://schemas.openxmlformats.org/officeDocument/2006/relationships/customXml" Target="../ink/ink728.xml"/><Relationship Id="rId295" Type="http://schemas.openxmlformats.org/officeDocument/2006/relationships/customXml" Target="../ink/ink749.xml"/><Relationship Id="rId309" Type="http://schemas.openxmlformats.org/officeDocument/2006/relationships/customXml" Target="../ink/ink756.xml"/><Relationship Id="rId460" Type="http://schemas.openxmlformats.org/officeDocument/2006/relationships/image" Target="../media/image599.png"/><Relationship Id="rId48" Type="http://schemas.openxmlformats.org/officeDocument/2006/relationships/image" Target="../media/image393.png"/><Relationship Id="rId113" Type="http://schemas.openxmlformats.org/officeDocument/2006/relationships/customXml" Target="../ink/ink658.xml"/><Relationship Id="rId320" Type="http://schemas.openxmlformats.org/officeDocument/2006/relationships/image" Target="../media/image529.png"/><Relationship Id="rId155" Type="http://schemas.openxmlformats.org/officeDocument/2006/relationships/customXml" Target="../ink/ink679.xml"/><Relationship Id="rId197" Type="http://schemas.openxmlformats.org/officeDocument/2006/relationships/customXml" Target="../ink/ink700.xml"/><Relationship Id="rId362" Type="http://schemas.openxmlformats.org/officeDocument/2006/relationships/image" Target="../media/image550.png"/><Relationship Id="rId418" Type="http://schemas.openxmlformats.org/officeDocument/2006/relationships/image" Target="../media/image578.png"/><Relationship Id="rId222" Type="http://schemas.openxmlformats.org/officeDocument/2006/relationships/image" Target="../media/image480.png"/><Relationship Id="rId264" Type="http://schemas.openxmlformats.org/officeDocument/2006/relationships/image" Target="../media/image501.png"/><Relationship Id="rId471" Type="http://schemas.openxmlformats.org/officeDocument/2006/relationships/customXml" Target="../ink/ink837.xml"/><Relationship Id="rId17" Type="http://schemas.openxmlformats.org/officeDocument/2006/relationships/customXml" Target="../ink/ink610.xml"/><Relationship Id="rId59" Type="http://schemas.openxmlformats.org/officeDocument/2006/relationships/customXml" Target="../ink/ink631.xml"/><Relationship Id="rId124" Type="http://schemas.openxmlformats.org/officeDocument/2006/relationships/image" Target="../media/image431.png"/><Relationship Id="rId70" Type="http://schemas.openxmlformats.org/officeDocument/2006/relationships/image" Target="../media/image404.png"/><Relationship Id="rId166" Type="http://schemas.openxmlformats.org/officeDocument/2006/relationships/image" Target="../media/image452.png"/><Relationship Id="rId331" Type="http://schemas.openxmlformats.org/officeDocument/2006/relationships/customXml" Target="../ink/ink767.xml"/><Relationship Id="rId373" Type="http://schemas.openxmlformats.org/officeDocument/2006/relationships/customXml" Target="../ink/ink788.xml"/><Relationship Id="rId429" Type="http://schemas.openxmlformats.org/officeDocument/2006/relationships/customXml" Target="../ink/ink816.xml"/><Relationship Id="rId1" Type="http://schemas.openxmlformats.org/officeDocument/2006/relationships/slideLayout" Target="../slideLayouts/slideLayout2.xml"/><Relationship Id="rId233" Type="http://schemas.openxmlformats.org/officeDocument/2006/relationships/customXml" Target="../ink/ink718.xml"/><Relationship Id="rId440" Type="http://schemas.openxmlformats.org/officeDocument/2006/relationships/image" Target="../media/image589.png"/><Relationship Id="rId28" Type="http://schemas.openxmlformats.org/officeDocument/2006/relationships/image" Target="../media/image383.png"/><Relationship Id="rId275" Type="http://schemas.openxmlformats.org/officeDocument/2006/relationships/customXml" Target="../ink/ink739.xml"/><Relationship Id="rId300" Type="http://schemas.openxmlformats.org/officeDocument/2006/relationships/image" Target="../media/image519.png"/><Relationship Id="rId81" Type="http://schemas.openxmlformats.org/officeDocument/2006/relationships/customXml" Target="../ink/ink642.xml"/><Relationship Id="rId135" Type="http://schemas.openxmlformats.org/officeDocument/2006/relationships/customXml" Target="../ink/ink669.xml"/><Relationship Id="rId177" Type="http://schemas.openxmlformats.org/officeDocument/2006/relationships/customXml" Target="../ink/ink690.xml"/><Relationship Id="rId342" Type="http://schemas.openxmlformats.org/officeDocument/2006/relationships/image" Target="../media/image540.png"/><Relationship Id="rId384" Type="http://schemas.openxmlformats.org/officeDocument/2006/relationships/image" Target="../media/image561.png"/><Relationship Id="rId202" Type="http://schemas.openxmlformats.org/officeDocument/2006/relationships/image" Target="../media/image470.png"/><Relationship Id="rId244" Type="http://schemas.openxmlformats.org/officeDocument/2006/relationships/image" Target="../media/image491.png"/><Relationship Id="rId39" Type="http://schemas.openxmlformats.org/officeDocument/2006/relationships/customXml" Target="../ink/ink621.xml"/><Relationship Id="rId286" Type="http://schemas.openxmlformats.org/officeDocument/2006/relationships/image" Target="../media/image512.png"/><Relationship Id="rId451" Type="http://schemas.openxmlformats.org/officeDocument/2006/relationships/customXml" Target="../ink/ink827.xml"/><Relationship Id="rId50" Type="http://schemas.openxmlformats.org/officeDocument/2006/relationships/image" Target="../media/image394.png"/><Relationship Id="rId104" Type="http://schemas.openxmlformats.org/officeDocument/2006/relationships/image" Target="../media/image421.png"/><Relationship Id="rId146" Type="http://schemas.openxmlformats.org/officeDocument/2006/relationships/image" Target="../media/image442.png"/><Relationship Id="rId188" Type="http://schemas.openxmlformats.org/officeDocument/2006/relationships/image" Target="../media/image463.png"/><Relationship Id="rId311" Type="http://schemas.openxmlformats.org/officeDocument/2006/relationships/customXml" Target="../ink/ink757.xml"/><Relationship Id="rId353" Type="http://schemas.openxmlformats.org/officeDocument/2006/relationships/customXml" Target="../ink/ink778.xml"/><Relationship Id="rId395" Type="http://schemas.openxmlformats.org/officeDocument/2006/relationships/customXml" Target="../ink/ink799.xml"/><Relationship Id="rId409" Type="http://schemas.openxmlformats.org/officeDocument/2006/relationships/customXml" Target="../ink/ink806.xml"/><Relationship Id="rId92" Type="http://schemas.openxmlformats.org/officeDocument/2006/relationships/image" Target="../media/image415.png"/><Relationship Id="rId213" Type="http://schemas.openxmlformats.org/officeDocument/2006/relationships/customXml" Target="../ink/ink708.xml"/><Relationship Id="rId420" Type="http://schemas.openxmlformats.org/officeDocument/2006/relationships/image" Target="../media/image579.png"/><Relationship Id="rId255" Type="http://schemas.openxmlformats.org/officeDocument/2006/relationships/customXml" Target="../ink/ink729.xml"/><Relationship Id="rId297" Type="http://schemas.openxmlformats.org/officeDocument/2006/relationships/customXml" Target="../ink/ink750.xml"/><Relationship Id="rId462" Type="http://schemas.openxmlformats.org/officeDocument/2006/relationships/image" Target="../media/image600.png"/><Relationship Id="rId115" Type="http://schemas.openxmlformats.org/officeDocument/2006/relationships/customXml" Target="../ink/ink659.xml"/><Relationship Id="rId157" Type="http://schemas.openxmlformats.org/officeDocument/2006/relationships/customXml" Target="../ink/ink680.xml"/><Relationship Id="rId322" Type="http://schemas.openxmlformats.org/officeDocument/2006/relationships/image" Target="../media/image530.png"/><Relationship Id="rId364" Type="http://schemas.openxmlformats.org/officeDocument/2006/relationships/image" Target="../media/image551.png"/><Relationship Id="rId61" Type="http://schemas.openxmlformats.org/officeDocument/2006/relationships/customXml" Target="../ink/ink632.xml"/><Relationship Id="rId199" Type="http://schemas.openxmlformats.org/officeDocument/2006/relationships/customXml" Target="../ink/ink701.xml"/><Relationship Id="rId19" Type="http://schemas.openxmlformats.org/officeDocument/2006/relationships/customXml" Target="../ink/ink611.xml"/><Relationship Id="rId224" Type="http://schemas.openxmlformats.org/officeDocument/2006/relationships/image" Target="../media/image481.png"/><Relationship Id="rId266" Type="http://schemas.openxmlformats.org/officeDocument/2006/relationships/image" Target="../media/image502.png"/><Relationship Id="rId431" Type="http://schemas.openxmlformats.org/officeDocument/2006/relationships/customXml" Target="../ink/ink817.xml"/><Relationship Id="rId473" Type="http://schemas.openxmlformats.org/officeDocument/2006/relationships/customXml" Target="../ink/ink838.xml"/><Relationship Id="rId30" Type="http://schemas.openxmlformats.org/officeDocument/2006/relationships/image" Target="../media/image384.png"/><Relationship Id="rId126" Type="http://schemas.openxmlformats.org/officeDocument/2006/relationships/image" Target="../media/image432.png"/><Relationship Id="rId168" Type="http://schemas.openxmlformats.org/officeDocument/2006/relationships/image" Target="../media/image453.png"/><Relationship Id="rId333" Type="http://schemas.openxmlformats.org/officeDocument/2006/relationships/customXml" Target="../ink/ink768.xml"/></Relationships>
</file>

<file path=ppt/slides/_rels/slide8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666.png"/><Relationship Id="rId21" Type="http://schemas.openxmlformats.org/officeDocument/2006/relationships/image" Target="../media/image618.png"/><Relationship Id="rId42" Type="http://schemas.openxmlformats.org/officeDocument/2006/relationships/customXml" Target="../ink/ink861.xml"/><Relationship Id="rId63" Type="http://schemas.openxmlformats.org/officeDocument/2006/relationships/image" Target="../media/image639.png"/><Relationship Id="rId84" Type="http://schemas.openxmlformats.org/officeDocument/2006/relationships/customXml" Target="../ink/ink882.xml"/><Relationship Id="rId138" Type="http://schemas.openxmlformats.org/officeDocument/2006/relationships/customXml" Target="../ink/ink909.xml"/><Relationship Id="rId159" Type="http://schemas.openxmlformats.org/officeDocument/2006/relationships/image" Target="../media/image687.png"/><Relationship Id="rId170" Type="http://schemas.openxmlformats.org/officeDocument/2006/relationships/customXml" Target="../ink/ink925.xml"/><Relationship Id="rId191" Type="http://schemas.openxmlformats.org/officeDocument/2006/relationships/image" Target="../media/image703.png"/><Relationship Id="rId205" Type="http://schemas.openxmlformats.org/officeDocument/2006/relationships/image" Target="../media/image710.png"/><Relationship Id="rId107" Type="http://schemas.openxmlformats.org/officeDocument/2006/relationships/image" Target="../media/image661.png"/><Relationship Id="rId11" Type="http://schemas.openxmlformats.org/officeDocument/2006/relationships/image" Target="../media/image613.png"/><Relationship Id="rId32" Type="http://schemas.openxmlformats.org/officeDocument/2006/relationships/customXml" Target="../ink/ink856.xml"/><Relationship Id="rId53" Type="http://schemas.openxmlformats.org/officeDocument/2006/relationships/image" Target="../media/image634.png"/><Relationship Id="rId74" Type="http://schemas.openxmlformats.org/officeDocument/2006/relationships/customXml" Target="../ink/ink877.xml"/><Relationship Id="rId128" Type="http://schemas.openxmlformats.org/officeDocument/2006/relationships/customXml" Target="../ink/ink904.xml"/><Relationship Id="rId149" Type="http://schemas.openxmlformats.org/officeDocument/2006/relationships/image" Target="../media/image682.png"/><Relationship Id="rId5" Type="http://schemas.openxmlformats.org/officeDocument/2006/relationships/image" Target="../media/image610.png"/><Relationship Id="rId95" Type="http://schemas.openxmlformats.org/officeDocument/2006/relationships/image" Target="../media/image655.png"/><Relationship Id="rId160" Type="http://schemas.openxmlformats.org/officeDocument/2006/relationships/customXml" Target="../ink/ink920.xml"/><Relationship Id="rId181" Type="http://schemas.openxmlformats.org/officeDocument/2006/relationships/image" Target="../media/image698.png"/><Relationship Id="rId216" Type="http://schemas.openxmlformats.org/officeDocument/2006/relationships/customXml" Target="../ink/ink948.xml"/><Relationship Id="rId22" Type="http://schemas.openxmlformats.org/officeDocument/2006/relationships/customXml" Target="../ink/ink851.xml"/><Relationship Id="rId43" Type="http://schemas.openxmlformats.org/officeDocument/2006/relationships/image" Target="../media/image629.png"/><Relationship Id="rId64" Type="http://schemas.openxmlformats.org/officeDocument/2006/relationships/customXml" Target="../ink/ink872.xml"/><Relationship Id="rId118" Type="http://schemas.openxmlformats.org/officeDocument/2006/relationships/customXml" Target="../ink/ink899.xml"/><Relationship Id="rId139" Type="http://schemas.openxmlformats.org/officeDocument/2006/relationships/image" Target="../media/image677.png"/><Relationship Id="rId85" Type="http://schemas.openxmlformats.org/officeDocument/2006/relationships/image" Target="../media/image650.png"/><Relationship Id="rId150" Type="http://schemas.openxmlformats.org/officeDocument/2006/relationships/customXml" Target="../ink/ink915.xml"/><Relationship Id="rId171" Type="http://schemas.openxmlformats.org/officeDocument/2006/relationships/image" Target="../media/image693.png"/><Relationship Id="rId192" Type="http://schemas.openxmlformats.org/officeDocument/2006/relationships/customXml" Target="../ink/ink936.xml"/><Relationship Id="rId206" Type="http://schemas.openxmlformats.org/officeDocument/2006/relationships/customXml" Target="../ink/ink943.xml"/><Relationship Id="rId12" Type="http://schemas.openxmlformats.org/officeDocument/2006/relationships/customXml" Target="../ink/ink846.xml"/><Relationship Id="rId33" Type="http://schemas.openxmlformats.org/officeDocument/2006/relationships/image" Target="../media/image624.png"/><Relationship Id="rId108" Type="http://schemas.openxmlformats.org/officeDocument/2006/relationships/customXml" Target="../ink/ink894.xml"/><Relationship Id="rId129" Type="http://schemas.openxmlformats.org/officeDocument/2006/relationships/image" Target="../media/image672.png"/><Relationship Id="rId54" Type="http://schemas.openxmlformats.org/officeDocument/2006/relationships/customXml" Target="../ink/ink867.xml"/><Relationship Id="rId75" Type="http://schemas.openxmlformats.org/officeDocument/2006/relationships/image" Target="../media/image645.png"/><Relationship Id="rId96" Type="http://schemas.openxmlformats.org/officeDocument/2006/relationships/customXml" Target="../ink/ink888.xml"/><Relationship Id="rId140" Type="http://schemas.openxmlformats.org/officeDocument/2006/relationships/customXml" Target="../ink/ink910.xml"/><Relationship Id="rId161" Type="http://schemas.openxmlformats.org/officeDocument/2006/relationships/image" Target="../media/image688.png"/><Relationship Id="rId182" Type="http://schemas.openxmlformats.org/officeDocument/2006/relationships/customXml" Target="../ink/ink931.xml"/><Relationship Id="rId217" Type="http://schemas.openxmlformats.org/officeDocument/2006/relationships/image" Target="../media/image716.png"/><Relationship Id="rId6" Type="http://schemas.openxmlformats.org/officeDocument/2006/relationships/customXml" Target="../ink/ink843.xml"/><Relationship Id="rId23" Type="http://schemas.openxmlformats.org/officeDocument/2006/relationships/image" Target="../media/image619.png"/><Relationship Id="rId119" Type="http://schemas.openxmlformats.org/officeDocument/2006/relationships/image" Target="../media/image667.png"/><Relationship Id="rId44" Type="http://schemas.openxmlformats.org/officeDocument/2006/relationships/customXml" Target="../ink/ink862.xml"/><Relationship Id="rId65" Type="http://schemas.openxmlformats.org/officeDocument/2006/relationships/image" Target="../media/image640.png"/><Relationship Id="rId86" Type="http://schemas.openxmlformats.org/officeDocument/2006/relationships/customXml" Target="../ink/ink883.xml"/><Relationship Id="rId130" Type="http://schemas.openxmlformats.org/officeDocument/2006/relationships/customXml" Target="../ink/ink905.xml"/><Relationship Id="rId151" Type="http://schemas.openxmlformats.org/officeDocument/2006/relationships/image" Target="../media/image683.png"/><Relationship Id="rId172" Type="http://schemas.openxmlformats.org/officeDocument/2006/relationships/customXml" Target="../ink/ink926.xml"/><Relationship Id="rId193" Type="http://schemas.openxmlformats.org/officeDocument/2006/relationships/image" Target="../media/image704.png"/><Relationship Id="rId207" Type="http://schemas.openxmlformats.org/officeDocument/2006/relationships/image" Target="../media/image711.png"/><Relationship Id="rId13" Type="http://schemas.openxmlformats.org/officeDocument/2006/relationships/image" Target="../media/image614.png"/><Relationship Id="rId109" Type="http://schemas.openxmlformats.org/officeDocument/2006/relationships/image" Target="../media/image662.png"/><Relationship Id="rId34" Type="http://schemas.openxmlformats.org/officeDocument/2006/relationships/customXml" Target="../ink/ink857.xml"/><Relationship Id="rId55" Type="http://schemas.openxmlformats.org/officeDocument/2006/relationships/image" Target="../media/image635.png"/><Relationship Id="rId76" Type="http://schemas.openxmlformats.org/officeDocument/2006/relationships/customXml" Target="../ink/ink878.xml"/><Relationship Id="rId97" Type="http://schemas.openxmlformats.org/officeDocument/2006/relationships/image" Target="../media/image656.png"/><Relationship Id="rId120" Type="http://schemas.openxmlformats.org/officeDocument/2006/relationships/customXml" Target="../ink/ink900.xml"/><Relationship Id="rId141" Type="http://schemas.openxmlformats.org/officeDocument/2006/relationships/image" Target="../media/image678.png"/><Relationship Id="rId7" Type="http://schemas.openxmlformats.org/officeDocument/2006/relationships/image" Target="../media/image611.png"/><Relationship Id="rId162" Type="http://schemas.openxmlformats.org/officeDocument/2006/relationships/customXml" Target="../ink/ink921.xml"/><Relationship Id="rId183" Type="http://schemas.openxmlformats.org/officeDocument/2006/relationships/image" Target="../media/image699.png"/><Relationship Id="rId218" Type="http://schemas.openxmlformats.org/officeDocument/2006/relationships/customXml" Target="../ink/ink949.xml"/><Relationship Id="rId24" Type="http://schemas.openxmlformats.org/officeDocument/2006/relationships/customXml" Target="../ink/ink852.xml"/><Relationship Id="rId45" Type="http://schemas.openxmlformats.org/officeDocument/2006/relationships/image" Target="../media/image630.png"/><Relationship Id="rId66" Type="http://schemas.openxmlformats.org/officeDocument/2006/relationships/customXml" Target="../ink/ink873.xml"/><Relationship Id="rId87" Type="http://schemas.openxmlformats.org/officeDocument/2006/relationships/image" Target="../media/image651.png"/><Relationship Id="rId110" Type="http://schemas.openxmlformats.org/officeDocument/2006/relationships/customXml" Target="../ink/ink895.xml"/><Relationship Id="rId131" Type="http://schemas.openxmlformats.org/officeDocument/2006/relationships/image" Target="../media/image673.png"/><Relationship Id="rId152" Type="http://schemas.openxmlformats.org/officeDocument/2006/relationships/customXml" Target="../ink/ink916.xml"/><Relationship Id="rId173" Type="http://schemas.openxmlformats.org/officeDocument/2006/relationships/image" Target="../media/image694.png"/><Relationship Id="rId194" Type="http://schemas.openxmlformats.org/officeDocument/2006/relationships/customXml" Target="../ink/ink937.xml"/><Relationship Id="rId208" Type="http://schemas.openxmlformats.org/officeDocument/2006/relationships/customXml" Target="../ink/ink944.xml"/><Relationship Id="rId14" Type="http://schemas.openxmlformats.org/officeDocument/2006/relationships/customXml" Target="../ink/ink847.xml"/><Relationship Id="rId35" Type="http://schemas.openxmlformats.org/officeDocument/2006/relationships/image" Target="../media/image625.png"/><Relationship Id="rId56" Type="http://schemas.openxmlformats.org/officeDocument/2006/relationships/customXml" Target="../ink/ink868.xml"/><Relationship Id="rId77" Type="http://schemas.openxmlformats.org/officeDocument/2006/relationships/image" Target="../media/image646.png"/><Relationship Id="rId100" Type="http://schemas.openxmlformats.org/officeDocument/2006/relationships/customXml" Target="../ink/ink890.xml"/><Relationship Id="rId8" Type="http://schemas.openxmlformats.org/officeDocument/2006/relationships/customXml" Target="../ink/ink844.xml"/><Relationship Id="rId98" Type="http://schemas.openxmlformats.org/officeDocument/2006/relationships/customXml" Target="../ink/ink889.xml"/><Relationship Id="rId121" Type="http://schemas.openxmlformats.org/officeDocument/2006/relationships/image" Target="../media/image668.png"/><Relationship Id="rId142" Type="http://schemas.openxmlformats.org/officeDocument/2006/relationships/customXml" Target="../ink/ink911.xml"/><Relationship Id="rId163" Type="http://schemas.openxmlformats.org/officeDocument/2006/relationships/image" Target="../media/image689.png"/><Relationship Id="rId184" Type="http://schemas.openxmlformats.org/officeDocument/2006/relationships/customXml" Target="../ink/ink932.xml"/><Relationship Id="rId219" Type="http://schemas.openxmlformats.org/officeDocument/2006/relationships/image" Target="../media/image717.png"/><Relationship Id="rId3" Type="http://schemas.openxmlformats.org/officeDocument/2006/relationships/image" Target="../media/image609.png"/><Relationship Id="rId214" Type="http://schemas.openxmlformats.org/officeDocument/2006/relationships/customXml" Target="../ink/ink947.xml"/><Relationship Id="rId25" Type="http://schemas.openxmlformats.org/officeDocument/2006/relationships/image" Target="../media/image620.png"/><Relationship Id="rId46" Type="http://schemas.openxmlformats.org/officeDocument/2006/relationships/customXml" Target="../ink/ink863.xml"/><Relationship Id="rId67" Type="http://schemas.openxmlformats.org/officeDocument/2006/relationships/image" Target="../media/image641.png"/><Relationship Id="rId116" Type="http://schemas.openxmlformats.org/officeDocument/2006/relationships/customXml" Target="../ink/ink898.xml"/><Relationship Id="rId137" Type="http://schemas.openxmlformats.org/officeDocument/2006/relationships/image" Target="../media/image676.png"/><Relationship Id="rId158" Type="http://schemas.openxmlformats.org/officeDocument/2006/relationships/customXml" Target="../ink/ink919.xml"/><Relationship Id="rId20" Type="http://schemas.openxmlformats.org/officeDocument/2006/relationships/customXml" Target="../ink/ink850.xml"/><Relationship Id="rId41" Type="http://schemas.openxmlformats.org/officeDocument/2006/relationships/image" Target="../media/image628.png"/><Relationship Id="rId62" Type="http://schemas.openxmlformats.org/officeDocument/2006/relationships/customXml" Target="../ink/ink871.xml"/><Relationship Id="rId83" Type="http://schemas.openxmlformats.org/officeDocument/2006/relationships/image" Target="../media/image649.png"/><Relationship Id="rId88" Type="http://schemas.openxmlformats.org/officeDocument/2006/relationships/customXml" Target="../ink/ink884.xml"/><Relationship Id="rId111" Type="http://schemas.openxmlformats.org/officeDocument/2006/relationships/image" Target="../media/image663.png"/><Relationship Id="rId132" Type="http://schemas.openxmlformats.org/officeDocument/2006/relationships/customXml" Target="../ink/ink906.xml"/><Relationship Id="rId153" Type="http://schemas.openxmlformats.org/officeDocument/2006/relationships/image" Target="../media/image684.png"/><Relationship Id="rId174" Type="http://schemas.openxmlformats.org/officeDocument/2006/relationships/customXml" Target="../ink/ink927.xml"/><Relationship Id="rId179" Type="http://schemas.openxmlformats.org/officeDocument/2006/relationships/image" Target="../media/image697.png"/><Relationship Id="rId195" Type="http://schemas.openxmlformats.org/officeDocument/2006/relationships/image" Target="../media/image705.png"/><Relationship Id="rId209" Type="http://schemas.openxmlformats.org/officeDocument/2006/relationships/image" Target="../media/image712.png"/><Relationship Id="rId190" Type="http://schemas.openxmlformats.org/officeDocument/2006/relationships/customXml" Target="../ink/ink935.xml"/><Relationship Id="rId204" Type="http://schemas.openxmlformats.org/officeDocument/2006/relationships/customXml" Target="../ink/ink942.xml"/><Relationship Id="rId220" Type="http://schemas.openxmlformats.org/officeDocument/2006/relationships/customXml" Target="../ink/ink950.xml"/><Relationship Id="rId225" Type="http://schemas.openxmlformats.org/officeDocument/2006/relationships/image" Target="../media/image720.png"/><Relationship Id="rId15" Type="http://schemas.openxmlformats.org/officeDocument/2006/relationships/image" Target="../media/image615.png"/><Relationship Id="rId36" Type="http://schemas.openxmlformats.org/officeDocument/2006/relationships/customXml" Target="../ink/ink858.xml"/><Relationship Id="rId57" Type="http://schemas.openxmlformats.org/officeDocument/2006/relationships/image" Target="../media/image636.png"/><Relationship Id="rId106" Type="http://schemas.openxmlformats.org/officeDocument/2006/relationships/customXml" Target="../ink/ink893.xml"/><Relationship Id="rId127" Type="http://schemas.openxmlformats.org/officeDocument/2006/relationships/image" Target="../media/image671.png"/><Relationship Id="rId10" Type="http://schemas.openxmlformats.org/officeDocument/2006/relationships/customXml" Target="../ink/ink845.xml"/><Relationship Id="rId31" Type="http://schemas.openxmlformats.org/officeDocument/2006/relationships/image" Target="../media/image623.png"/><Relationship Id="rId52" Type="http://schemas.openxmlformats.org/officeDocument/2006/relationships/customXml" Target="../ink/ink866.xml"/><Relationship Id="rId73" Type="http://schemas.openxmlformats.org/officeDocument/2006/relationships/image" Target="../media/image644.png"/><Relationship Id="rId78" Type="http://schemas.openxmlformats.org/officeDocument/2006/relationships/customXml" Target="../ink/ink879.xml"/><Relationship Id="rId94" Type="http://schemas.openxmlformats.org/officeDocument/2006/relationships/customXml" Target="../ink/ink887.xml"/><Relationship Id="rId99" Type="http://schemas.openxmlformats.org/officeDocument/2006/relationships/image" Target="../media/image657.png"/><Relationship Id="rId101" Type="http://schemas.openxmlformats.org/officeDocument/2006/relationships/image" Target="../media/image658.png"/><Relationship Id="rId122" Type="http://schemas.openxmlformats.org/officeDocument/2006/relationships/customXml" Target="../ink/ink901.xml"/><Relationship Id="rId143" Type="http://schemas.openxmlformats.org/officeDocument/2006/relationships/image" Target="../media/image679.png"/><Relationship Id="rId148" Type="http://schemas.openxmlformats.org/officeDocument/2006/relationships/customXml" Target="../ink/ink914.xml"/><Relationship Id="rId164" Type="http://schemas.openxmlformats.org/officeDocument/2006/relationships/customXml" Target="../ink/ink922.xml"/><Relationship Id="rId169" Type="http://schemas.openxmlformats.org/officeDocument/2006/relationships/image" Target="../media/image692.png"/><Relationship Id="rId185" Type="http://schemas.openxmlformats.org/officeDocument/2006/relationships/image" Target="../media/image700.png"/><Relationship Id="rId4" Type="http://schemas.openxmlformats.org/officeDocument/2006/relationships/customXml" Target="../ink/ink842.xml"/><Relationship Id="rId9" Type="http://schemas.openxmlformats.org/officeDocument/2006/relationships/image" Target="../media/image612.png"/><Relationship Id="rId180" Type="http://schemas.openxmlformats.org/officeDocument/2006/relationships/customXml" Target="../ink/ink930.xml"/><Relationship Id="rId210" Type="http://schemas.openxmlformats.org/officeDocument/2006/relationships/customXml" Target="../ink/ink945.xml"/><Relationship Id="rId215" Type="http://schemas.openxmlformats.org/officeDocument/2006/relationships/image" Target="../media/image715.png"/><Relationship Id="rId26" Type="http://schemas.openxmlformats.org/officeDocument/2006/relationships/customXml" Target="../ink/ink853.xml"/><Relationship Id="rId47" Type="http://schemas.openxmlformats.org/officeDocument/2006/relationships/image" Target="../media/image631.png"/><Relationship Id="rId68" Type="http://schemas.openxmlformats.org/officeDocument/2006/relationships/customXml" Target="../ink/ink874.xml"/><Relationship Id="rId89" Type="http://schemas.openxmlformats.org/officeDocument/2006/relationships/image" Target="../media/image652.png"/><Relationship Id="rId112" Type="http://schemas.openxmlformats.org/officeDocument/2006/relationships/customXml" Target="../ink/ink896.xml"/><Relationship Id="rId133" Type="http://schemas.openxmlformats.org/officeDocument/2006/relationships/image" Target="../media/image674.png"/><Relationship Id="rId154" Type="http://schemas.openxmlformats.org/officeDocument/2006/relationships/customXml" Target="../ink/ink917.xml"/><Relationship Id="rId175" Type="http://schemas.openxmlformats.org/officeDocument/2006/relationships/image" Target="../media/image695.png"/><Relationship Id="rId196" Type="http://schemas.openxmlformats.org/officeDocument/2006/relationships/customXml" Target="../ink/ink938.xml"/><Relationship Id="rId200" Type="http://schemas.openxmlformats.org/officeDocument/2006/relationships/customXml" Target="../ink/ink940.xml"/><Relationship Id="rId16" Type="http://schemas.openxmlformats.org/officeDocument/2006/relationships/customXml" Target="../ink/ink848.xml"/><Relationship Id="rId221" Type="http://schemas.openxmlformats.org/officeDocument/2006/relationships/image" Target="../media/image718.png"/><Relationship Id="rId37" Type="http://schemas.openxmlformats.org/officeDocument/2006/relationships/image" Target="../media/image626.png"/><Relationship Id="rId58" Type="http://schemas.openxmlformats.org/officeDocument/2006/relationships/customXml" Target="../ink/ink869.xml"/><Relationship Id="rId79" Type="http://schemas.openxmlformats.org/officeDocument/2006/relationships/image" Target="../media/image647.png"/><Relationship Id="rId102" Type="http://schemas.openxmlformats.org/officeDocument/2006/relationships/customXml" Target="../ink/ink891.xml"/><Relationship Id="rId123" Type="http://schemas.openxmlformats.org/officeDocument/2006/relationships/image" Target="../media/image669.png"/><Relationship Id="rId144" Type="http://schemas.openxmlformats.org/officeDocument/2006/relationships/customXml" Target="../ink/ink912.xml"/><Relationship Id="rId90" Type="http://schemas.openxmlformats.org/officeDocument/2006/relationships/customXml" Target="../ink/ink885.xml"/><Relationship Id="rId165" Type="http://schemas.openxmlformats.org/officeDocument/2006/relationships/image" Target="../media/image690.png"/><Relationship Id="rId186" Type="http://schemas.openxmlformats.org/officeDocument/2006/relationships/customXml" Target="../ink/ink933.xml"/><Relationship Id="rId211" Type="http://schemas.openxmlformats.org/officeDocument/2006/relationships/image" Target="../media/image713.png"/><Relationship Id="rId27" Type="http://schemas.openxmlformats.org/officeDocument/2006/relationships/image" Target="../media/image621.png"/><Relationship Id="rId48" Type="http://schemas.openxmlformats.org/officeDocument/2006/relationships/customXml" Target="../ink/ink864.xml"/><Relationship Id="rId69" Type="http://schemas.openxmlformats.org/officeDocument/2006/relationships/image" Target="../media/image642.png"/><Relationship Id="rId113" Type="http://schemas.openxmlformats.org/officeDocument/2006/relationships/image" Target="../media/image664.png"/><Relationship Id="rId134" Type="http://schemas.openxmlformats.org/officeDocument/2006/relationships/customXml" Target="../ink/ink907.xml"/><Relationship Id="rId80" Type="http://schemas.openxmlformats.org/officeDocument/2006/relationships/customXml" Target="../ink/ink880.xml"/><Relationship Id="rId155" Type="http://schemas.openxmlformats.org/officeDocument/2006/relationships/image" Target="../media/image685.png"/><Relationship Id="rId176" Type="http://schemas.openxmlformats.org/officeDocument/2006/relationships/customXml" Target="../ink/ink928.xml"/><Relationship Id="rId197" Type="http://schemas.openxmlformats.org/officeDocument/2006/relationships/image" Target="../media/image706.png"/><Relationship Id="rId201" Type="http://schemas.openxmlformats.org/officeDocument/2006/relationships/image" Target="../media/image708.png"/><Relationship Id="rId222" Type="http://schemas.openxmlformats.org/officeDocument/2006/relationships/customXml" Target="../ink/ink951.xml"/><Relationship Id="rId17" Type="http://schemas.openxmlformats.org/officeDocument/2006/relationships/image" Target="../media/image616.png"/><Relationship Id="rId38" Type="http://schemas.openxmlformats.org/officeDocument/2006/relationships/customXml" Target="../ink/ink859.xml"/><Relationship Id="rId59" Type="http://schemas.openxmlformats.org/officeDocument/2006/relationships/image" Target="../media/image637.png"/><Relationship Id="rId103" Type="http://schemas.openxmlformats.org/officeDocument/2006/relationships/image" Target="../media/image659.png"/><Relationship Id="rId124" Type="http://schemas.openxmlformats.org/officeDocument/2006/relationships/customXml" Target="../ink/ink902.xml"/><Relationship Id="rId70" Type="http://schemas.openxmlformats.org/officeDocument/2006/relationships/customXml" Target="../ink/ink875.xml"/><Relationship Id="rId91" Type="http://schemas.openxmlformats.org/officeDocument/2006/relationships/image" Target="../media/image653.png"/><Relationship Id="rId145" Type="http://schemas.openxmlformats.org/officeDocument/2006/relationships/image" Target="../media/image680.png"/><Relationship Id="rId166" Type="http://schemas.openxmlformats.org/officeDocument/2006/relationships/customXml" Target="../ink/ink923.xml"/><Relationship Id="rId187" Type="http://schemas.openxmlformats.org/officeDocument/2006/relationships/image" Target="../media/image701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946.xml"/><Relationship Id="rId28" Type="http://schemas.openxmlformats.org/officeDocument/2006/relationships/customXml" Target="../ink/ink854.xml"/><Relationship Id="rId49" Type="http://schemas.openxmlformats.org/officeDocument/2006/relationships/image" Target="../media/image632.png"/><Relationship Id="rId114" Type="http://schemas.openxmlformats.org/officeDocument/2006/relationships/customXml" Target="../ink/ink897.xml"/><Relationship Id="rId60" Type="http://schemas.openxmlformats.org/officeDocument/2006/relationships/customXml" Target="../ink/ink870.xml"/><Relationship Id="rId81" Type="http://schemas.openxmlformats.org/officeDocument/2006/relationships/image" Target="../media/image648.png"/><Relationship Id="rId135" Type="http://schemas.openxmlformats.org/officeDocument/2006/relationships/image" Target="../media/image675.png"/><Relationship Id="rId156" Type="http://schemas.openxmlformats.org/officeDocument/2006/relationships/customXml" Target="../ink/ink918.xml"/><Relationship Id="rId177" Type="http://schemas.openxmlformats.org/officeDocument/2006/relationships/image" Target="../media/image696.png"/><Relationship Id="rId198" Type="http://schemas.openxmlformats.org/officeDocument/2006/relationships/customXml" Target="../ink/ink939.xml"/><Relationship Id="rId202" Type="http://schemas.openxmlformats.org/officeDocument/2006/relationships/customXml" Target="../ink/ink941.xml"/><Relationship Id="rId223" Type="http://schemas.openxmlformats.org/officeDocument/2006/relationships/image" Target="../media/image719.png"/><Relationship Id="rId18" Type="http://schemas.openxmlformats.org/officeDocument/2006/relationships/customXml" Target="../ink/ink849.xml"/><Relationship Id="rId39" Type="http://schemas.openxmlformats.org/officeDocument/2006/relationships/image" Target="../media/image627.png"/><Relationship Id="rId50" Type="http://schemas.openxmlformats.org/officeDocument/2006/relationships/customXml" Target="../ink/ink865.xml"/><Relationship Id="rId104" Type="http://schemas.openxmlformats.org/officeDocument/2006/relationships/customXml" Target="../ink/ink892.xml"/><Relationship Id="rId125" Type="http://schemas.openxmlformats.org/officeDocument/2006/relationships/image" Target="../media/image670.png"/><Relationship Id="rId146" Type="http://schemas.openxmlformats.org/officeDocument/2006/relationships/customXml" Target="../ink/ink913.xml"/><Relationship Id="rId167" Type="http://schemas.openxmlformats.org/officeDocument/2006/relationships/image" Target="../media/image691.png"/><Relationship Id="rId188" Type="http://schemas.openxmlformats.org/officeDocument/2006/relationships/customXml" Target="../ink/ink934.xml"/><Relationship Id="rId71" Type="http://schemas.openxmlformats.org/officeDocument/2006/relationships/image" Target="../media/image643.png"/><Relationship Id="rId92" Type="http://schemas.openxmlformats.org/officeDocument/2006/relationships/customXml" Target="../ink/ink886.xml"/><Relationship Id="rId213" Type="http://schemas.openxmlformats.org/officeDocument/2006/relationships/image" Target="../media/image714.png"/><Relationship Id="rId2" Type="http://schemas.openxmlformats.org/officeDocument/2006/relationships/customXml" Target="../ink/ink841.xml"/><Relationship Id="rId29" Type="http://schemas.openxmlformats.org/officeDocument/2006/relationships/image" Target="../media/image622.png"/><Relationship Id="rId40" Type="http://schemas.openxmlformats.org/officeDocument/2006/relationships/customXml" Target="../ink/ink860.xml"/><Relationship Id="rId115" Type="http://schemas.openxmlformats.org/officeDocument/2006/relationships/image" Target="../media/image665.png"/><Relationship Id="rId136" Type="http://schemas.openxmlformats.org/officeDocument/2006/relationships/customXml" Target="../ink/ink908.xml"/><Relationship Id="rId157" Type="http://schemas.openxmlformats.org/officeDocument/2006/relationships/image" Target="../media/image686.png"/><Relationship Id="rId178" Type="http://schemas.openxmlformats.org/officeDocument/2006/relationships/customXml" Target="../ink/ink929.xml"/><Relationship Id="rId61" Type="http://schemas.openxmlformats.org/officeDocument/2006/relationships/image" Target="../media/image638.png"/><Relationship Id="rId82" Type="http://schemas.openxmlformats.org/officeDocument/2006/relationships/customXml" Target="../ink/ink881.xml"/><Relationship Id="rId199" Type="http://schemas.openxmlformats.org/officeDocument/2006/relationships/image" Target="../media/image707.png"/><Relationship Id="rId203" Type="http://schemas.openxmlformats.org/officeDocument/2006/relationships/image" Target="../media/image709.png"/><Relationship Id="rId19" Type="http://schemas.openxmlformats.org/officeDocument/2006/relationships/image" Target="../media/image617.png"/><Relationship Id="rId224" Type="http://schemas.openxmlformats.org/officeDocument/2006/relationships/customXml" Target="../ink/ink952.xml"/><Relationship Id="rId30" Type="http://schemas.openxmlformats.org/officeDocument/2006/relationships/customXml" Target="../ink/ink855.xml"/><Relationship Id="rId105" Type="http://schemas.openxmlformats.org/officeDocument/2006/relationships/image" Target="../media/image660.png"/><Relationship Id="rId126" Type="http://schemas.openxmlformats.org/officeDocument/2006/relationships/customXml" Target="../ink/ink903.xml"/><Relationship Id="rId147" Type="http://schemas.openxmlformats.org/officeDocument/2006/relationships/image" Target="../media/image681.png"/><Relationship Id="rId168" Type="http://schemas.openxmlformats.org/officeDocument/2006/relationships/customXml" Target="../ink/ink924.xml"/><Relationship Id="rId51" Type="http://schemas.openxmlformats.org/officeDocument/2006/relationships/image" Target="../media/image633.png"/><Relationship Id="rId72" Type="http://schemas.openxmlformats.org/officeDocument/2006/relationships/customXml" Target="../ink/ink876.xml"/><Relationship Id="rId93" Type="http://schemas.openxmlformats.org/officeDocument/2006/relationships/image" Target="../media/image654.png"/><Relationship Id="rId189" Type="http://schemas.openxmlformats.org/officeDocument/2006/relationships/image" Target="../media/image702.png"/></Relationships>
</file>

<file path=ppt/slides/_rels/slide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791.png"/><Relationship Id="rId18" Type="http://schemas.openxmlformats.org/officeDocument/2006/relationships/customXml" Target="../ink/ink960.xml"/><Relationship Id="rId26" Type="http://schemas.openxmlformats.org/officeDocument/2006/relationships/customXml" Target="../ink/ink964.xml"/><Relationship Id="rId39" Type="http://schemas.openxmlformats.org/officeDocument/2006/relationships/image" Target="../media/image2921.png"/><Relationship Id="rId21" Type="http://schemas.openxmlformats.org/officeDocument/2006/relationships/image" Target="../media/image2831.png"/><Relationship Id="rId34" Type="http://schemas.openxmlformats.org/officeDocument/2006/relationships/customXml" Target="../ink/ink968.xml"/><Relationship Id="rId42" Type="http://schemas.openxmlformats.org/officeDocument/2006/relationships/customXml" Target="../ink/ink972.xml"/><Relationship Id="rId47" Type="http://schemas.openxmlformats.org/officeDocument/2006/relationships/image" Target="../media/image2961.png"/><Relationship Id="rId50" Type="http://schemas.openxmlformats.org/officeDocument/2006/relationships/customXml" Target="../ink/ink976.xml"/><Relationship Id="rId55" Type="http://schemas.openxmlformats.org/officeDocument/2006/relationships/image" Target="../media/image3001.png"/><Relationship Id="rId7" Type="http://schemas.openxmlformats.org/officeDocument/2006/relationships/image" Target="../media/image2761.png"/><Relationship Id="rId2" Type="http://schemas.openxmlformats.org/officeDocument/2006/relationships/image" Target="../media/image721.png"/><Relationship Id="rId16" Type="http://schemas.openxmlformats.org/officeDocument/2006/relationships/customXml" Target="../ink/ink959.xml"/><Relationship Id="rId29" Type="http://schemas.openxmlformats.org/officeDocument/2006/relationships/image" Target="../media/image2871.png"/><Relationship Id="rId11" Type="http://schemas.openxmlformats.org/officeDocument/2006/relationships/image" Target="../media/image2781.png"/><Relationship Id="rId24" Type="http://schemas.openxmlformats.org/officeDocument/2006/relationships/customXml" Target="../ink/ink963.xml"/><Relationship Id="rId32" Type="http://schemas.openxmlformats.org/officeDocument/2006/relationships/customXml" Target="../ink/ink967.xml"/><Relationship Id="rId37" Type="http://schemas.openxmlformats.org/officeDocument/2006/relationships/image" Target="../media/image2910.png"/><Relationship Id="rId40" Type="http://schemas.openxmlformats.org/officeDocument/2006/relationships/customXml" Target="../ink/ink971.xml"/><Relationship Id="rId45" Type="http://schemas.openxmlformats.org/officeDocument/2006/relationships/image" Target="../media/image2951.png"/><Relationship Id="rId53" Type="http://schemas.openxmlformats.org/officeDocument/2006/relationships/image" Target="../media/image2991.png"/><Relationship Id="rId58" Type="http://schemas.openxmlformats.org/officeDocument/2006/relationships/customXml" Target="../ink/ink980.xml"/><Relationship Id="rId5" Type="http://schemas.openxmlformats.org/officeDocument/2006/relationships/image" Target="../media/image2751.png"/><Relationship Id="rId19" Type="http://schemas.openxmlformats.org/officeDocument/2006/relationships/image" Target="../media/image2821.png"/><Relationship Id="rId4" Type="http://schemas.openxmlformats.org/officeDocument/2006/relationships/customXml" Target="../ink/ink953.xml"/><Relationship Id="rId9" Type="http://schemas.openxmlformats.org/officeDocument/2006/relationships/image" Target="../media/image2771.png"/><Relationship Id="rId14" Type="http://schemas.openxmlformats.org/officeDocument/2006/relationships/customXml" Target="../ink/ink958.xml"/><Relationship Id="rId22" Type="http://schemas.openxmlformats.org/officeDocument/2006/relationships/customXml" Target="../ink/ink962.xml"/><Relationship Id="rId27" Type="http://schemas.openxmlformats.org/officeDocument/2006/relationships/image" Target="../media/image2861.png"/><Relationship Id="rId30" Type="http://schemas.openxmlformats.org/officeDocument/2006/relationships/customXml" Target="../ink/ink966.xml"/><Relationship Id="rId35" Type="http://schemas.openxmlformats.org/officeDocument/2006/relationships/image" Target="../media/image2901.png"/><Relationship Id="rId43" Type="http://schemas.openxmlformats.org/officeDocument/2006/relationships/image" Target="../media/image2941.png"/><Relationship Id="rId48" Type="http://schemas.openxmlformats.org/officeDocument/2006/relationships/customXml" Target="../ink/ink975.xml"/><Relationship Id="rId56" Type="http://schemas.openxmlformats.org/officeDocument/2006/relationships/customXml" Target="../ink/ink979.xml"/><Relationship Id="rId8" Type="http://schemas.openxmlformats.org/officeDocument/2006/relationships/customXml" Target="../ink/ink955.xml"/><Relationship Id="rId51" Type="http://schemas.openxmlformats.org/officeDocument/2006/relationships/image" Target="../media/image2981.png"/><Relationship Id="rId3" Type="http://schemas.openxmlformats.org/officeDocument/2006/relationships/image" Target="../media/image722.png"/><Relationship Id="rId12" Type="http://schemas.openxmlformats.org/officeDocument/2006/relationships/customXml" Target="../ink/ink957.xml"/><Relationship Id="rId17" Type="http://schemas.openxmlformats.org/officeDocument/2006/relationships/image" Target="../media/image2810.png"/><Relationship Id="rId25" Type="http://schemas.openxmlformats.org/officeDocument/2006/relationships/image" Target="../media/image2851.png"/><Relationship Id="rId33" Type="http://schemas.openxmlformats.org/officeDocument/2006/relationships/image" Target="../media/image2891.png"/><Relationship Id="rId38" Type="http://schemas.openxmlformats.org/officeDocument/2006/relationships/customXml" Target="../ink/ink970.xml"/><Relationship Id="rId46" Type="http://schemas.openxmlformats.org/officeDocument/2006/relationships/customXml" Target="../ink/ink974.xml"/><Relationship Id="rId59" Type="http://schemas.openxmlformats.org/officeDocument/2006/relationships/image" Target="../media/image3021.png"/><Relationship Id="rId20" Type="http://schemas.openxmlformats.org/officeDocument/2006/relationships/customXml" Target="../ink/ink961.xml"/><Relationship Id="rId41" Type="http://schemas.openxmlformats.org/officeDocument/2006/relationships/image" Target="../media/image2931.png"/><Relationship Id="rId54" Type="http://schemas.openxmlformats.org/officeDocument/2006/relationships/customXml" Target="../ink/ink978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954.xml"/><Relationship Id="rId15" Type="http://schemas.openxmlformats.org/officeDocument/2006/relationships/image" Target="../media/image2801.png"/><Relationship Id="rId23" Type="http://schemas.openxmlformats.org/officeDocument/2006/relationships/image" Target="../media/image2841.png"/><Relationship Id="rId28" Type="http://schemas.openxmlformats.org/officeDocument/2006/relationships/customXml" Target="../ink/ink965.xml"/><Relationship Id="rId36" Type="http://schemas.openxmlformats.org/officeDocument/2006/relationships/customXml" Target="../ink/ink969.xml"/><Relationship Id="rId49" Type="http://schemas.openxmlformats.org/officeDocument/2006/relationships/image" Target="../media/image2971.png"/><Relationship Id="rId57" Type="http://schemas.openxmlformats.org/officeDocument/2006/relationships/image" Target="../media/image3010.png"/><Relationship Id="rId10" Type="http://schemas.openxmlformats.org/officeDocument/2006/relationships/customXml" Target="../ink/ink956.xml"/><Relationship Id="rId31" Type="http://schemas.openxmlformats.org/officeDocument/2006/relationships/image" Target="../media/image2881.png"/><Relationship Id="rId44" Type="http://schemas.openxmlformats.org/officeDocument/2006/relationships/customXml" Target="../ink/ink973.xml"/><Relationship Id="rId52" Type="http://schemas.openxmlformats.org/officeDocument/2006/relationships/customXml" Target="../ink/ink977.xml"/></Relationships>
</file>

<file path=ppt/slides/_rels/slide10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3141.png"/><Relationship Id="rId21" Type="http://schemas.openxmlformats.org/officeDocument/2006/relationships/image" Target="../media/image1810.png"/><Relationship Id="rId42" Type="http://schemas.openxmlformats.org/officeDocument/2006/relationships/customXml" Target="../ink/ink1001.xml"/><Relationship Id="rId63" Type="http://schemas.openxmlformats.org/officeDocument/2006/relationships/image" Target="../media/image3911.png"/><Relationship Id="rId84" Type="http://schemas.openxmlformats.org/officeDocument/2006/relationships/customXml" Target="../ink/ink1022.xml"/><Relationship Id="rId138" Type="http://schemas.openxmlformats.org/officeDocument/2006/relationships/customXml" Target="../ink/ink1049.xml"/><Relationship Id="rId159" Type="http://schemas.openxmlformats.org/officeDocument/2006/relationships/image" Target="../media/image3351.png"/><Relationship Id="rId170" Type="http://schemas.openxmlformats.org/officeDocument/2006/relationships/customXml" Target="../ink/ink1065.xml"/><Relationship Id="rId191" Type="http://schemas.openxmlformats.org/officeDocument/2006/relationships/image" Target="../media/image3513.png"/><Relationship Id="rId205" Type="http://schemas.openxmlformats.org/officeDocument/2006/relationships/image" Target="../media/image3581.png"/><Relationship Id="rId226" Type="http://schemas.openxmlformats.org/officeDocument/2006/relationships/customXml" Target="../ink/ink1093.xml"/><Relationship Id="rId247" Type="http://schemas.openxmlformats.org/officeDocument/2006/relationships/image" Target="../media/image3791.png"/><Relationship Id="rId107" Type="http://schemas.openxmlformats.org/officeDocument/2006/relationships/image" Target="../media/image3091.png"/><Relationship Id="rId11" Type="http://schemas.openxmlformats.org/officeDocument/2006/relationships/image" Target="../media/image1310.png"/><Relationship Id="rId32" Type="http://schemas.openxmlformats.org/officeDocument/2006/relationships/customXml" Target="../ink/ink996.xml"/><Relationship Id="rId53" Type="http://schemas.openxmlformats.org/officeDocument/2006/relationships/image" Target="../media/image3411.png"/><Relationship Id="rId74" Type="http://schemas.openxmlformats.org/officeDocument/2006/relationships/customXml" Target="../ink/ink1017.xml"/><Relationship Id="rId128" Type="http://schemas.openxmlformats.org/officeDocument/2006/relationships/customXml" Target="../ink/ink1044.xml"/><Relationship Id="rId149" Type="http://schemas.openxmlformats.org/officeDocument/2006/relationships/image" Target="../media/image3301.png"/><Relationship Id="rId5" Type="http://schemas.openxmlformats.org/officeDocument/2006/relationships/image" Target="../media/image1010.png"/><Relationship Id="rId95" Type="http://schemas.openxmlformats.org/officeDocument/2006/relationships/image" Target="../media/image3031.png"/><Relationship Id="rId160" Type="http://schemas.openxmlformats.org/officeDocument/2006/relationships/customXml" Target="../ink/ink1060.xml"/><Relationship Id="rId181" Type="http://schemas.openxmlformats.org/officeDocument/2006/relationships/image" Target="../media/image3461.png"/><Relationship Id="rId216" Type="http://schemas.openxmlformats.org/officeDocument/2006/relationships/customXml" Target="../ink/ink1088.xml"/><Relationship Id="rId237" Type="http://schemas.openxmlformats.org/officeDocument/2006/relationships/image" Target="../media/image3741.png"/><Relationship Id="rId258" Type="http://schemas.openxmlformats.org/officeDocument/2006/relationships/customXml" Target="../ink/ink1109.xml"/><Relationship Id="rId22" Type="http://schemas.openxmlformats.org/officeDocument/2006/relationships/customXml" Target="../ink/ink991.xml"/><Relationship Id="rId43" Type="http://schemas.openxmlformats.org/officeDocument/2006/relationships/image" Target="../media/image2911.png"/><Relationship Id="rId64" Type="http://schemas.openxmlformats.org/officeDocument/2006/relationships/customXml" Target="../ink/ink1012.xml"/><Relationship Id="rId118" Type="http://schemas.openxmlformats.org/officeDocument/2006/relationships/customXml" Target="../ink/ink1039.xml"/><Relationship Id="rId139" Type="http://schemas.openxmlformats.org/officeDocument/2006/relationships/image" Target="../media/image3251.png"/><Relationship Id="rId85" Type="http://schemas.openxmlformats.org/officeDocument/2006/relationships/image" Target="../media/image5011.png"/><Relationship Id="rId150" Type="http://schemas.openxmlformats.org/officeDocument/2006/relationships/customXml" Target="../ink/ink1055.xml"/><Relationship Id="rId171" Type="http://schemas.openxmlformats.org/officeDocument/2006/relationships/image" Target="../media/image3413.png"/><Relationship Id="rId192" Type="http://schemas.openxmlformats.org/officeDocument/2006/relationships/customXml" Target="../ink/ink1076.xml"/><Relationship Id="rId206" Type="http://schemas.openxmlformats.org/officeDocument/2006/relationships/customXml" Target="../ink/ink1083.xml"/><Relationship Id="rId227" Type="http://schemas.openxmlformats.org/officeDocument/2006/relationships/image" Target="../media/image3691.png"/><Relationship Id="rId248" Type="http://schemas.openxmlformats.org/officeDocument/2006/relationships/customXml" Target="../ink/ink1104.xml"/><Relationship Id="rId12" Type="http://schemas.openxmlformats.org/officeDocument/2006/relationships/customXml" Target="../ink/ink986.xml"/><Relationship Id="rId33" Type="http://schemas.openxmlformats.org/officeDocument/2006/relationships/image" Target="../media/image2411.png"/><Relationship Id="rId108" Type="http://schemas.openxmlformats.org/officeDocument/2006/relationships/customXml" Target="../ink/ink1034.xml"/><Relationship Id="rId129" Type="http://schemas.openxmlformats.org/officeDocument/2006/relationships/image" Target="../media/image3201.png"/><Relationship Id="rId54" Type="http://schemas.openxmlformats.org/officeDocument/2006/relationships/customXml" Target="../ink/ink1007.xml"/><Relationship Id="rId75" Type="http://schemas.openxmlformats.org/officeDocument/2006/relationships/image" Target="../media/image4511.png"/><Relationship Id="rId96" Type="http://schemas.openxmlformats.org/officeDocument/2006/relationships/customXml" Target="../ink/ink1028.xml"/><Relationship Id="rId140" Type="http://schemas.openxmlformats.org/officeDocument/2006/relationships/customXml" Target="../ink/ink1050.xml"/><Relationship Id="rId161" Type="http://schemas.openxmlformats.org/officeDocument/2006/relationships/image" Target="../media/image3361.png"/><Relationship Id="rId182" Type="http://schemas.openxmlformats.org/officeDocument/2006/relationships/customXml" Target="../ink/ink1071.xml"/><Relationship Id="rId217" Type="http://schemas.openxmlformats.org/officeDocument/2006/relationships/image" Target="../media/image3641.png"/><Relationship Id="rId6" Type="http://schemas.openxmlformats.org/officeDocument/2006/relationships/customXml" Target="../ink/ink983.xml"/><Relationship Id="rId238" Type="http://schemas.openxmlformats.org/officeDocument/2006/relationships/customXml" Target="../ink/ink1099.xml"/><Relationship Id="rId259" Type="http://schemas.openxmlformats.org/officeDocument/2006/relationships/image" Target="../media/image3851.png"/><Relationship Id="rId23" Type="http://schemas.openxmlformats.org/officeDocument/2006/relationships/image" Target="../media/image1910.png"/><Relationship Id="rId119" Type="http://schemas.openxmlformats.org/officeDocument/2006/relationships/image" Target="../media/image3151.png"/><Relationship Id="rId44" Type="http://schemas.openxmlformats.org/officeDocument/2006/relationships/customXml" Target="../ink/ink1002.xml"/><Relationship Id="rId65" Type="http://schemas.openxmlformats.org/officeDocument/2006/relationships/image" Target="../media/image4011.png"/><Relationship Id="rId86" Type="http://schemas.openxmlformats.org/officeDocument/2006/relationships/customXml" Target="../ink/ink1023.xml"/><Relationship Id="rId130" Type="http://schemas.openxmlformats.org/officeDocument/2006/relationships/customXml" Target="../ink/ink1045.xml"/><Relationship Id="rId151" Type="http://schemas.openxmlformats.org/officeDocument/2006/relationships/image" Target="../media/image3312.png"/><Relationship Id="rId172" Type="http://schemas.openxmlformats.org/officeDocument/2006/relationships/customXml" Target="../ink/ink1066.xml"/><Relationship Id="rId193" Type="http://schemas.openxmlformats.org/officeDocument/2006/relationships/image" Target="../media/image3521.png"/><Relationship Id="rId207" Type="http://schemas.openxmlformats.org/officeDocument/2006/relationships/image" Target="../media/image3591.png"/><Relationship Id="rId228" Type="http://schemas.openxmlformats.org/officeDocument/2006/relationships/customXml" Target="../ink/ink1094.xml"/><Relationship Id="rId249" Type="http://schemas.openxmlformats.org/officeDocument/2006/relationships/image" Target="../media/image3801.png"/><Relationship Id="rId13" Type="http://schemas.openxmlformats.org/officeDocument/2006/relationships/image" Target="../media/image1410.png"/><Relationship Id="rId109" Type="http://schemas.openxmlformats.org/officeDocument/2006/relationships/image" Target="../media/image3101.png"/><Relationship Id="rId34" Type="http://schemas.openxmlformats.org/officeDocument/2006/relationships/customXml" Target="../ink/ink997.xml"/><Relationship Id="rId55" Type="http://schemas.openxmlformats.org/officeDocument/2006/relationships/image" Target="../media/image3511.png"/><Relationship Id="rId76" Type="http://schemas.openxmlformats.org/officeDocument/2006/relationships/customXml" Target="../ink/ink1018.xml"/><Relationship Id="rId97" Type="http://schemas.openxmlformats.org/officeDocument/2006/relationships/image" Target="../media/image3041.png"/><Relationship Id="rId120" Type="http://schemas.openxmlformats.org/officeDocument/2006/relationships/customXml" Target="../ink/ink1040.xml"/><Relationship Id="rId141" Type="http://schemas.openxmlformats.org/officeDocument/2006/relationships/image" Target="../media/image3261.png"/><Relationship Id="rId7" Type="http://schemas.openxmlformats.org/officeDocument/2006/relationships/image" Target="../media/image1110.png"/><Relationship Id="rId162" Type="http://schemas.openxmlformats.org/officeDocument/2006/relationships/customXml" Target="../ink/ink1061.xml"/><Relationship Id="rId183" Type="http://schemas.openxmlformats.org/officeDocument/2006/relationships/image" Target="../media/image3471.png"/><Relationship Id="rId218" Type="http://schemas.openxmlformats.org/officeDocument/2006/relationships/customXml" Target="../ink/ink1089.xml"/><Relationship Id="rId239" Type="http://schemas.openxmlformats.org/officeDocument/2006/relationships/image" Target="../media/image3751.png"/><Relationship Id="rId250" Type="http://schemas.openxmlformats.org/officeDocument/2006/relationships/customXml" Target="../ink/ink1105.xml"/><Relationship Id="rId24" Type="http://schemas.openxmlformats.org/officeDocument/2006/relationships/customXml" Target="../ink/ink992.xml"/><Relationship Id="rId45" Type="http://schemas.openxmlformats.org/officeDocument/2006/relationships/image" Target="../media/image3011.png"/><Relationship Id="rId66" Type="http://schemas.openxmlformats.org/officeDocument/2006/relationships/customXml" Target="../ink/ink1013.xml"/><Relationship Id="rId87" Type="http://schemas.openxmlformats.org/officeDocument/2006/relationships/image" Target="../media/image5111.png"/><Relationship Id="rId110" Type="http://schemas.openxmlformats.org/officeDocument/2006/relationships/customXml" Target="../ink/ink1035.xml"/><Relationship Id="rId131" Type="http://schemas.openxmlformats.org/officeDocument/2006/relationships/image" Target="../media/image3210.png"/><Relationship Id="rId152" Type="http://schemas.openxmlformats.org/officeDocument/2006/relationships/customXml" Target="../ink/ink1056.xml"/><Relationship Id="rId173" Type="http://schemas.openxmlformats.org/officeDocument/2006/relationships/image" Target="../media/image3421.png"/><Relationship Id="rId194" Type="http://schemas.openxmlformats.org/officeDocument/2006/relationships/customXml" Target="../ink/ink1077.xml"/><Relationship Id="rId208" Type="http://schemas.openxmlformats.org/officeDocument/2006/relationships/customXml" Target="../ink/ink1084.xml"/><Relationship Id="rId229" Type="http://schemas.openxmlformats.org/officeDocument/2006/relationships/image" Target="../media/image3701.png"/><Relationship Id="rId240" Type="http://schemas.openxmlformats.org/officeDocument/2006/relationships/customXml" Target="../ink/ink1100.xml"/><Relationship Id="rId14" Type="http://schemas.openxmlformats.org/officeDocument/2006/relationships/customXml" Target="../ink/ink987.xml"/><Relationship Id="rId35" Type="http://schemas.openxmlformats.org/officeDocument/2006/relationships/image" Target="../media/image2511.png"/><Relationship Id="rId56" Type="http://schemas.openxmlformats.org/officeDocument/2006/relationships/customXml" Target="../ink/ink1008.xml"/><Relationship Id="rId77" Type="http://schemas.openxmlformats.org/officeDocument/2006/relationships/image" Target="../media/image4611.png"/><Relationship Id="rId100" Type="http://schemas.openxmlformats.org/officeDocument/2006/relationships/customXml" Target="../ink/ink1030.xml"/><Relationship Id="rId8" Type="http://schemas.openxmlformats.org/officeDocument/2006/relationships/customXml" Target="../ink/ink984.xml"/><Relationship Id="rId98" Type="http://schemas.openxmlformats.org/officeDocument/2006/relationships/customXml" Target="../ink/ink1029.xml"/><Relationship Id="rId121" Type="http://schemas.openxmlformats.org/officeDocument/2006/relationships/image" Target="../media/image3161.png"/><Relationship Id="rId142" Type="http://schemas.openxmlformats.org/officeDocument/2006/relationships/customXml" Target="../ink/ink1051.xml"/><Relationship Id="rId163" Type="http://schemas.openxmlformats.org/officeDocument/2006/relationships/image" Target="../media/image3371.png"/><Relationship Id="rId184" Type="http://schemas.openxmlformats.org/officeDocument/2006/relationships/customXml" Target="../ink/ink1072.xml"/><Relationship Id="rId219" Type="http://schemas.openxmlformats.org/officeDocument/2006/relationships/image" Target="../media/image3651.png"/><Relationship Id="rId230" Type="http://schemas.openxmlformats.org/officeDocument/2006/relationships/customXml" Target="../ink/ink1095.xml"/><Relationship Id="rId251" Type="http://schemas.openxmlformats.org/officeDocument/2006/relationships/image" Target="../media/image3813.png"/><Relationship Id="rId25" Type="http://schemas.openxmlformats.org/officeDocument/2006/relationships/image" Target="../media/image2010.png"/><Relationship Id="rId46" Type="http://schemas.openxmlformats.org/officeDocument/2006/relationships/customXml" Target="../ink/ink1003.xml"/><Relationship Id="rId67" Type="http://schemas.openxmlformats.org/officeDocument/2006/relationships/image" Target="../media/image4111.png"/><Relationship Id="rId88" Type="http://schemas.openxmlformats.org/officeDocument/2006/relationships/customXml" Target="../ink/ink1024.xml"/><Relationship Id="rId111" Type="http://schemas.openxmlformats.org/officeDocument/2006/relationships/image" Target="../media/image3110.png"/><Relationship Id="rId132" Type="http://schemas.openxmlformats.org/officeDocument/2006/relationships/customXml" Target="../ink/ink1046.xml"/><Relationship Id="rId153" Type="http://schemas.openxmlformats.org/officeDocument/2006/relationships/image" Target="../media/image3321.png"/><Relationship Id="rId174" Type="http://schemas.openxmlformats.org/officeDocument/2006/relationships/customXml" Target="../ink/ink1067.xml"/><Relationship Id="rId195" Type="http://schemas.openxmlformats.org/officeDocument/2006/relationships/image" Target="../media/image3531.png"/><Relationship Id="rId209" Type="http://schemas.openxmlformats.org/officeDocument/2006/relationships/image" Target="../media/image3601.png"/><Relationship Id="rId220" Type="http://schemas.openxmlformats.org/officeDocument/2006/relationships/customXml" Target="../ink/ink1090.xml"/><Relationship Id="rId241" Type="http://schemas.openxmlformats.org/officeDocument/2006/relationships/image" Target="../media/image3761.png"/><Relationship Id="rId15" Type="http://schemas.openxmlformats.org/officeDocument/2006/relationships/image" Target="../media/image1510.png"/><Relationship Id="rId36" Type="http://schemas.openxmlformats.org/officeDocument/2006/relationships/customXml" Target="../ink/ink998.xml"/><Relationship Id="rId57" Type="http://schemas.openxmlformats.org/officeDocument/2006/relationships/image" Target="../media/image3611.png"/><Relationship Id="rId78" Type="http://schemas.openxmlformats.org/officeDocument/2006/relationships/customXml" Target="../ink/ink1019.xml"/><Relationship Id="rId99" Type="http://schemas.openxmlformats.org/officeDocument/2006/relationships/image" Target="../media/image3051.png"/><Relationship Id="rId101" Type="http://schemas.openxmlformats.org/officeDocument/2006/relationships/image" Target="../media/image3061.png"/><Relationship Id="rId122" Type="http://schemas.openxmlformats.org/officeDocument/2006/relationships/customXml" Target="../ink/ink1041.xml"/><Relationship Id="rId143" Type="http://schemas.openxmlformats.org/officeDocument/2006/relationships/image" Target="../media/image3271.png"/><Relationship Id="rId164" Type="http://schemas.openxmlformats.org/officeDocument/2006/relationships/customXml" Target="../ink/ink1062.xml"/><Relationship Id="rId185" Type="http://schemas.openxmlformats.org/officeDocument/2006/relationships/image" Target="../media/image3481.png"/><Relationship Id="rId9" Type="http://schemas.openxmlformats.org/officeDocument/2006/relationships/image" Target="../media/image1210.png"/><Relationship Id="rId210" Type="http://schemas.openxmlformats.org/officeDocument/2006/relationships/customXml" Target="../ink/ink1085.xml"/><Relationship Id="rId26" Type="http://schemas.openxmlformats.org/officeDocument/2006/relationships/customXml" Target="../ink/ink993.xml"/><Relationship Id="rId231" Type="http://schemas.openxmlformats.org/officeDocument/2006/relationships/image" Target="../media/image3713.png"/><Relationship Id="rId252" Type="http://schemas.openxmlformats.org/officeDocument/2006/relationships/customXml" Target="../ink/ink1106.xml"/><Relationship Id="rId47" Type="http://schemas.openxmlformats.org/officeDocument/2006/relationships/image" Target="../media/image3111.png"/><Relationship Id="rId68" Type="http://schemas.openxmlformats.org/officeDocument/2006/relationships/customXml" Target="../ink/ink1014.xml"/><Relationship Id="rId89" Type="http://schemas.openxmlformats.org/officeDocument/2006/relationships/image" Target="../media/image5211.png"/><Relationship Id="rId112" Type="http://schemas.openxmlformats.org/officeDocument/2006/relationships/customXml" Target="../ink/ink1036.xml"/><Relationship Id="rId133" Type="http://schemas.openxmlformats.org/officeDocument/2006/relationships/image" Target="../media/image3221.png"/><Relationship Id="rId154" Type="http://schemas.openxmlformats.org/officeDocument/2006/relationships/customXml" Target="../ink/ink1057.xml"/><Relationship Id="rId175" Type="http://schemas.openxmlformats.org/officeDocument/2006/relationships/image" Target="../media/image3431.png"/><Relationship Id="rId196" Type="http://schemas.openxmlformats.org/officeDocument/2006/relationships/customXml" Target="../ink/ink1078.xml"/><Relationship Id="rId200" Type="http://schemas.openxmlformats.org/officeDocument/2006/relationships/customXml" Target="../ink/ink1080.xml"/><Relationship Id="rId16" Type="http://schemas.openxmlformats.org/officeDocument/2006/relationships/customXml" Target="../ink/ink988.xml"/><Relationship Id="rId221" Type="http://schemas.openxmlformats.org/officeDocument/2006/relationships/image" Target="../media/image3661.png"/><Relationship Id="rId242" Type="http://schemas.openxmlformats.org/officeDocument/2006/relationships/customXml" Target="../ink/ink1101.xml"/><Relationship Id="rId37" Type="http://schemas.openxmlformats.org/officeDocument/2006/relationships/image" Target="../media/image2611.png"/><Relationship Id="rId58" Type="http://schemas.openxmlformats.org/officeDocument/2006/relationships/customXml" Target="../ink/ink1009.xml"/><Relationship Id="rId79" Type="http://schemas.openxmlformats.org/officeDocument/2006/relationships/image" Target="../media/image4711.png"/><Relationship Id="rId102" Type="http://schemas.openxmlformats.org/officeDocument/2006/relationships/customXml" Target="../ink/ink1031.xml"/><Relationship Id="rId123" Type="http://schemas.openxmlformats.org/officeDocument/2006/relationships/image" Target="../media/image3171.png"/><Relationship Id="rId144" Type="http://schemas.openxmlformats.org/officeDocument/2006/relationships/customXml" Target="../ink/ink1052.xml"/><Relationship Id="rId90" Type="http://schemas.openxmlformats.org/officeDocument/2006/relationships/customXml" Target="../ink/ink1025.xml"/><Relationship Id="rId165" Type="http://schemas.openxmlformats.org/officeDocument/2006/relationships/image" Target="../media/image3381.png"/><Relationship Id="rId186" Type="http://schemas.openxmlformats.org/officeDocument/2006/relationships/customXml" Target="../ink/ink1073.xml"/><Relationship Id="rId211" Type="http://schemas.openxmlformats.org/officeDocument/2006/relationships/image" Target="../media/image3613.png"/><Relationship Id="rId232" Type="http://schemas.openxmlformats.org/officeDocument/2006/relationships/customXml" Target="../ink/ink1096.xml"/><Relationship Id="rId253" Type="http://schemas.openxmlformats.org/officeDocument/2006/relationships/image" Target="../media/image3821.png"/><Relationship Id="rId27" Type="http://schemas.openxmlformats.org/officeDocument/2006/relationships/image" Target="../media/image2111.png"/><Relationship Id="rId48" Type="http://schemas.openxmlformats.org/officeDocument/2006/relationships/customXml" Target="../ink/ink1004.xml"/><Relationship Id="rId69" Type="http://schemas.openxmlformats.org/officeDocument/2006/relationships/image" Target="../media/image4211.png"/><Relationship Id="rId113" Type="http://schemas.openxmlformats.org/officeDocument/2006/relationships/image" Target="../media/image3121.png"/><Relationship Id="rId134" Type="http://schemas.openxmlformats.org/officeDocument/2006/relationships/customXml" Target="../ink/ink1047.xml"/><Relationship Id="rId80" Type="http://schemas.openxmlformats.org/officeDocument/2006/relationships/customXml" Target="../ink/ink1020.xml"/><Relationship Id="rId155" Type="http://schemas.openxmlformats.org/officeDocument/2006/relationships/image" Target="../media/image3331.png"/><Relationship Id="rId176" Type="http://schemas.openxmlformats.org/officeDocument/2006/relationships/customXml" Target="../ink/ink1068.xml"/><Relationship Id="rId197" Type="http://schemas.openxmlformats.org/officeDocument/2006/relationships/image" Target="../media/image3541.png"/><Relationship Id="rId201" Type="http://schemas.openxmlformats.org/officeDocument/2006/relationships/image" Target="../media/image3561.png"/><Relationship Id="rId222" Type="http://schemas.openxmlformats.org/officeDocument/2006/relationships/customXml" Target="../ink/ink1091.xml"/><Relationship Id="rId243" Type="http://schemas.openxmlformats.org/officeDocument/2006/relationships/image" Target="../media/image3771.png"/><Relationship Id="rId17" Type="http://schemas.openxmlformats.org/officeDocument/2006/relationships/image" Target="../media/image1610.png"/><Relationship Id="rId38" Type="http://schemas.openxmlformats.org/officeDocument/2006/relationships/customXml" Target="../ink/ink999.xml"/><Relationship Id="rId59" Type="http://schemas.openxmlformats.org/officeDocument/2006/relationships/image" Target="../media/image3711.png"/><Relationship Id="rId103" Type="http://schemas.openxmlformats.org/officeDocument/2006/relationships/image" Target="../media/image3071.png"/><Relationship Id="rId124" Type="http://schemas.openxmlformats.org/officeDocument/2006/relationships/customXml" Target="../ink/ink1042.xml"/><Relationship Id="rId70" Type="http://schemas.openxmlformats.org/officeDocument/2006/relationships/customXml" Target="../ink/ink1015.xml"/><Relationship Id="rId91" Type="http://schemas.openxmlformats.org/officeDocument/2006/relationships/image" Target="../media/image5311.png"/><Relationship Id="rId145" Type="http://schemas.openxmlformats.org/officeDocument/2006/relationships/image" Target="../media/image3281.png"/><Relationship Id="rId166" Type="http://schemas.openxmlformats.org/officeDocument/2006/relationships/customXml" Target="../ink/ink1063.xml"/><Relationship Id="rId187" Type="http://schemas.openxmlformats.org/officeDocument/2006/relationships/image" Target="../media/image3491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1086.xml"/><Relationship Id="rId233" Type="http://schemas.openxmlformats.org/officeDocument/2006/relationships/image" Target="../media/image3721.png"/><Relationship Id="rId254" Type="http://schemas.openxmlformats.org/officeDocument/2006/relationships/customXml" Target="../ink/ink1107.xml"/><Relationship Id="rId28" Type="http://schemas.openxmlformats.org/officeDocument/2006/relationships/customXml" Target="../ink/ink994.xml"/><Relationship Id="rId49" Type="http://schemas.openxmlformats.org/officeDocument/2006/relationships/image" Target="../media/image3211.png"/><Relationship Id="rId114" Type="http://schemas.openxmlformats.org/officeDocument/2006/relationships/customXml" Target="../ink/ink1037.xml"/><Relationship Id="rId60" Type="http://schemas.openxmlformats.org/officeDocument/2006/relationships/customXml" Target="../ink/ink1010.xml"/><Relationship Id="rId81" Type="http://schemas.openxmlformats.org/officeDocument/2006/relationships/image" Target="../media/image4810.png"/><Relationship Id="rId135" Type="http://schemas.openxmlformats.org/officeDocument/2006/relationships/image" Target="../media/image3231.png"/><Relationship Id="rId156" Type="http://schemas.openxmlformats.org/officeDocument/2006/relationships/customXml" Target="../ink/ink1058.xml"/><Relationship Id="rId177" Type="http://schemas.openxmlformats.org/officeDocument/2006/relationships/image" Target="../media/image3441.png"/><Relationship Id="rId198" Type="http://schemas.openxmlformats.org/officeDocument/2006/relationships/customXml" Target="../ink/ink1079.xml"/><Relationship Id="rId202" Type="http://schemas.openxmlformats.org/officeDocument/2006/relationships/customXml" Target="../ink/ink1081.xml"/><Relationship Id="rId223" Type="http://schemas.openxmlformats.org/officeDocument/2006/relationships/image" Target="../media/image3671.png"/><Relationship Id="rId244" Type="http://schemas.openxmlformats.org/officeDocument/2006/relationships/customXml" Target="../ink/ink1102.xml"/><Relationship Id="rId18" Type="http://schemas.openxmlformats.org/officeDocument/2006/relationships/customXml" Target="../ink/ink989.xml"/><Relationship Id="rId39" Type="http://schemas.openxmlformats.org/officeDocument/2006/relationships/image" Target="../media/image2711.png"/><Relationship Id="rId50" Type="http://schemas.openxmlformats.org/officeDocument/2006/relationships/customXml" Target="../ink/ink1005.xml"/><Relationship Id="rId104" Type="http://schemas.openxmlformats.org/officeDocument/2006/relationships/customXml" Target="../ink/ink1032.xml"/><Relationship Id="rId125" Type="http://schemas.openxmlformats.org/officeDocument/2006/relationships/image" Target="../media/image3181.png"/><Relationship Id="rId146" Type="http://schemas.openxmlformats.org/officeDocument/2006/relationships/customXml" Target="../ink/ink1053.xml"/><Relationship Id="rId167" Type="http://schemas.openxmlformats.org/officeDocument/2006/relationships/image" Target="../media/image3391.png"/><Relationship Id="rId188" Type="http://schemas.openxmlformats.org/officeDocument/2006/relationships/customXml" Target="../ink/ink1074.xml"/><Relationship Id="rId71" Type="http://schemas.openxmlformats.org/officeDocument/2006/relationships/image" Target="../media/image4310.png"/><Relationship Id="rId92" Type="http://schemas.openxmlformats.org/officeDocument/2006/relationships/customXml" Target="../ink/ink1026.xml"/><Relationship Id="rId213" Type="http://schemas.openxmlformats.org/officeDocument/2006/relationships/image" Target="../media/image3621.png"/><Relationship Id="rId234" Type="http://schemas.openxmlformats.org/officeDocument/2006/relationships/customXml" Target="../ink/ink1097.xml"/><Relationship Id="rId2" Type="http://schemas.openxmlformats.org/officeDocument/2006/relationships/customXml" Target="../ink/ink981.xml"/><Relationship Id="rId29" Type="http://schemas.openxmlformats.org/officeDocument/2006/relationships/image" Target="../media/image2211.png"/><Relationship Id="rId255" Type="http://schemas.openxmlformats.org/officeDocument/2006/relationships/image" Target="../media/image3831.png"/><Relationship Id="rId40" Type="http://schemas.openxmlformats.org/officeDocument/2006/relationships/customXml" Target="../ink/ink1000.xml"/><Relationship Id="rId115" Type="http://schemas.openxmlformats.org/officeDocument/2006/relationships/image" Target="../media/image3131.png"/><Relationship Id="rId136" Type="http://schemas.openxmlformats.org/officeDocument/2006/relationships/customXml" Target="../ink/ink1048.xml"/><Relationship Id="rId157" Type="http://schemas.openxmlformats.org/officeDocument/2006/relationships/image" Target="../media/image3341.png"/><Relationship Id="rId178" Type="http://schemas.openxmlformats.org/officeDocument/2006/relationships/customXml" Target="../ink/ink1069.xml"/><Relationship Id="rId61" Type="http://schemas.openxmlformats.org/officeDocument/2006/relationships/image" Target="../media/image3811.png"/><Relationship Id="rId82" Type="http://schemas.openxmlformats.org/officeDocument/2006/relationships/customXml" Target="../ink/ink1021.xml"/><Relationship Id="rId199" Type="http://schemas.openxmlformats.org/officeDocument/2006/relationships/image" Target="../media/image3551.png"/><Relationship Id="rId203" Type="http://schemas.openxmlformats.org/officeDocument/2006/relationships/image" Target="../media/image3571.png"/><Relationship Id="rId19" Type="http://schemas.openxmlformats.org/officeDocument/2006/relationships/image" Target="../media/image1711.png"/><Relationship Id="rId224" Type="http://schemas.openxmlformats.org/officeDocument/2006/relationships/customXml" Target="../ink/ink1092.xml"/><Relationship Id="rId245" Type="http://schemas.openxmlformats.org/officeDocument/2006/relationships/image" Target="../media/image3781.png"/><Relationship Id="rId30" Type="http://schemas.openxmlformats.org/officeDocument/2006/relationships/customXml" Target="../ink/ink995.xml"/><Relationship Id="rId105" Type="http://schemas.openxmlformats.org/officeDocument/2006/relationships/image" Target="../media/image3081.png"/><Relationship Id="rId126" Type="http://schemas.openxmlformats.org/officeDocument/2006/relationships/customXml" Target="../ink/ink1043.xml"/><Relationship Id="rId147" Type="http://schemas.openxmlformats.org/officeDocument/2006/relationships/image" Target="../media/image3291.png"/><Relationship Id="rId168" Type="http://schemas.openxmlformats.org/officeDocument/2006/relationships/customXml" Target="../ink/ink1064.xml"/><Relationship Id="rId51" Type="http://schemas.openxmlformats.org/officeDocument/2006/relationships/image" Target="../media/image3310.png"/><Relationship Id="rId72" Type="http://schemas.openxmlformats.org/officeDocument/2006/relationships/customXml" Target="../ink/ink1016.xml"/><Relationship Id="rId93" Type="http://schemas.openxmlformats.org/officeDocument/2006/relationships/image" Target="../media/image5411.png"/><Relationship Id="rId189" Type="http://schemas.openxmlformats.org/officeDocument/2006/relationships/image" Target="../media/image3501.png"/><Relationship Id="rId3" Type="http://schemas.openxmlformats.org/officeDocument/2006/relationships/image" Target="../media/image910.png"/><Relationship Id="rId214" Type="http://schemas.openxmlformats.org/officeDocument/2006/relationships/customXml" Target="../ink/ink1087.xml"/><Relationship Id="rId235" Type="http://schemas.openxmlformats.org/officeDocument/2006/relationships/image" Target="../media/image3731.png"/><Relationship Id="rId256" Type="http://schemas.openxmlformats.org/officeDocument/2006/relationships/customXml" Target="../ink/ink1108.xml"/><Relationship Id="rId116" Type="http://schemas.openxmlformats.org/officeDocument/2006/relationships/customXml" Target="../ink/ink1038.xml"/><Relationship Id="rId137" Type="http://schemas.openxmlformats.org/officeDocument/2006/relationships/image" Target="../media/image3241.png"/><Relationship Id="rId158" Type="http://schemas.openxmlformats.org/officeDocument/2006/relationships/customXml" Target="../ink/ink1059.xml"/><Relationship Id="rId20" Type="http://schemas.openxmlformats.org/officeDocument/2006/relationships/customXml" Target="../ink/ink990.xml"/><Relationship Id="rId41" Type="http://schemas.openxmlformats.org/officeDocument/2006/relationships/image" Target="../media/image2811.png"/><Relationship Id="rId62" Type="http://schemas.openxmlformats.org/officeDocument/2006/relationships/customXml" Target="../ink/ink1011.xml"/><Relationship Id="rId83" Type="http://schemas.openxmlformats.org/officeDocument/2006/relationships/image" Target="../media/image4911.png"/><Relationship Id="rId179" Type="http://schemas.openxmlformats.org/officeDocument/2006/relationships/image" Target="../media/image3451.png"/><Relationship Id="rId190" Type="http://schemas.openxmlformats.org/officeDocument/2006/relationships/customXml" Target="../ink/ink1075.xml"/><Relationship Id="rId204" Type="http://schemas.openxmlformats.org/officeDocument/2006/relationships/customXml" Target="../ink/ink1082.xml"/><Relationship Id="rId225" Type="http://schemas.openxmlformats.org/officeDocument/2006/relationships/image" Target="../media/image3681.png"/><Relationship Id="rId246" Type="http://schemas.openxmlformats.org/officeDocument/2006/relationships/customXml" Target="../ink/ink1103.xml"/><Relationship Id="rId106" Type="http://schemas.openxmlformats.org/officeDocument/2006/relationships/customXml" Target="../ink/ink1033.xml"/><Relationship Id="rId127" Type="http://schemas.openxmlformats.org/officeDocument/2006/relationships/image" Target="../media/image3191.png"/><Relationship Id="rId10" Type="http://schemas.openxmlformats.org/officeDocument/2006/relationships/customXml" Target="../ink/ink985.xml"/><Relationship Id="rId31" Type="http://schemas.openxmlformats.org/officeDocument/2006/relationships/image" Target="../media/image2311.png"/><Relationship Id="rId52" Type="http://schemas.openxmlformats.org/officeDocument/2006/relationships/customXml" Target="../ink/ink1006.xml"/><Relationship Id="rId73" Type="http://schemas.openxmlformats.org/officeDocument/2006/relationships/image" Target="../media/image4411.png"/><Relationship Id="rId94" Type="http://schemas.openxmlformats.org/officeDocument/2006/relationships/customXml" Target="../ink/ink1027.xml"/><Relationship Id="rId148" Type="http://schemas.openxmlformats.org/officeDocument/2006/relationships/customXml" Target="../ink/ink1054.xml"/><Relationship Id="rId169" Type="http://schemas.openxmlformats.org/officeDocument/2006/relationships/image" Target="../media/image3401.png"/><Relationship Id="rId4" Type="http://schemas.openxmlformats.org/officeDocument/2006/relationships/customXml" Target="../ink/ink982.xml"/><Relationship Id="rId180" Type="http://schemas.openxmlformats.org/officeDocument/2006/relationships/customXml" Target="../ink/ink1070.xml"/><Relationship Id="rId215" Type="http://schemas.openxmlformats.org/officeDocument/2006/relationships/image" Target="../media/image3631.png"/><Relationship Id="rId236" Type="http://schemas.openxmlformats.org/officeDocument/2006/relationships/customXml" Target="../ink/ink1098.xml"/><Relationship Id="rId257" Type="http://schemas.openxmlformats.org/officeDocument/2006/relationships/image" Target="../media/image3841.png"/></Relationships>
</file>

<file path=ppt/slides/_rels/slide11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780.png"/><Relationship Id="rId299" Type="http://schemas.openxmlformats.org/officeDocument/2006/relationships/image" Target="../media/image871.png"/><Relationship Id="rId21" Type="http://schemas.openxmlformats.org/officeDocument/2006/relationships/image" Target="../media/image732.png"/><Relationship Id="rId63" Type="http://schemas.openxmlformats.org/officeDocument/2006/relationships/image" Target="../media/image753.png"/><Relationship Id="rId159" Type="http://schemas.openxmlformats.org/officeDocument/2006/relationships/image" Target="../media/image801.png"/><Relationship Id="rId324" Type="http://schemas.openxmlformats.org/officeDocument/2006/relationships/customXml" Target="../ink/ink1271.xml"/><Relationship Id="rId170" Type="http://schemas.openxmlformats.org/officeDocument/2006/relationships/customXml" Target="../ink/ink1194.xml"/><Relationship Id="rId226" Type="http://schemas.openxmlformats.org/officeDocument/2006/relationships/customXml" Target="../ink/ink1222.xml"/><Relationship Id="rId268" Type="http://schemas.openxmlformats.org/officeDocument/2006/relationships/customXml" Target="../ink/ink1243.xml"/><Relationship Id="rId32" Type="http://schemas.openxmlformats.org/officeDocument/2006/relationships/customXml" Target="../ink/ink1125.xml"/><Relationship Id="rId74" Type="http://schemas.openxmlformats.org/officeDocument/2006/relationships/customXml" Target="../ink/ink1146.xml"/><Relationship Id="rId128" Type="http://schemas.openxmlformats.org/officeDocument/2006/relationships/customXml" Target="../ink/ink1173.xml"/><Relationship Id="rId335" Type="http://schemas.openxmlformats.org/officeDocument/2006/relationships/image" Target="../media/image889.png"/><Relationship Id="rId5" Type="http://schemas.openxmlformats.org/officeDocument/2006/relationships/image" Target="../media/image724.png"/><Relationship Id="rId181" Type="http://schemas.openxmlformats.org/officeDocument/2006/relationships/image" Target="../media/image812.png"/><Relationship Id="rId237" Type="http://schemas.openxmlformats.org/officeDocument/2006/relationships/image" Target="../media/image840.png"/><Relationship Id="rId279" Type="http://schemas.openxmlformats.org/officeDocument/2006/relationships/image" Target="../media/image861.png"/><Relationship Id="rId43" Type="http://schemas.openxmlformats.org/officeDocument/2006/relationships/image" Target="../media/image743.png"/><Relationship Id="rId139" Type="http://schemas.openxmlformats.org/officeDocument/2006/relationships/image" Target="../media/image791.png"/><Relationship Id="rId290" Type="http://schemas.openxmlformats.org/officeDocument/2006/relationships/customXml" Target="../ink/ink1254.xml"/><Relationship Id="rId304" Type="http://schemas.openxmlformats.org/officeDocument/2006/relationships/customXml" Target="../ink/ink1261.xml"/><Relationship Id="rId85" Type="http://schemas.openxmlformats.org/officeDocument/2006/relationships/image" Target="../media/image764.png"/><Relationship Id="rId150" Type="http://schemas.openxmlformats.org/officeDocument/2006/relationships/customXml" Target="../ink/ink1184.xml"/><Relationship Id="rId192" Type="http://schemas.openxmlformats.org/officeDocument/2006/relationships/customXml" Target="../ink/ink1205.xml"/><Relationship Id="rId206" Type="http://schemas.openxmlformats.org/officeDocument/2006/relationships/customXml" Target="../ink/ink1212.xml"/><Relationship Id="rId248" Type="http://schemas.openxmlformats.org/officeDocument/2006/relationships/customXml" Target="../ink/ink1233.xml"/><Relationship Id="rId12" Type="http://schemas.openxmlformats.org/officeDocument/2006/relationships/customXml" Target="../ink/ink1115.xml"/><Relationship Id="rId108" Type="http://schemas.openxmlformats.org/officeDocument/2006/relationships/customXml" Target="../ink/ink1163.xml"/><Relationship Id="rId315" Type="http://schemas.openxmlformats.org/officeDocument/2006/relationships/image" Target="../media/image879.png"/><Relationship Id="rId54" Type="http://schemas.openxmlformats.org/officeDocument/2006/relationships/customXml" Target="../ink/ink1136.xml"/><Relationship Id="rId96" Type="http://schemas.openxmlformats.org/officeDocument/2006/relationships/customXml" Target="../ink/ink1157.xml"/><Relationship Id="rId161" Type="http://schemas.openxmlformats.org/officeDocument/2006/relationships/image" Target="../media/image802.png"/><Relationship Id="rId217" Type="http://schemas.openxmlformats.org/officeDocument/2006/relationships/image" Target="../media/image830.png"/><Relationship Id="rId259" Type="http://schemas.openxmlformats.org/officeDocument/2006/relationships/image" Target="../media/image851.png"/><Relationship Id="rId23" Type="http://schemas.openxmlformats.org/officeDocument/2006/relationships/image" Target="../media/image733.png"/><Relationship Id="rId119" Type="http://schemas.openxmlformats.org/officeDocument/2006/relationships/image" Target="../media/image781.png"/><Relationship Id="rId270" Type="http://schemas.openxmlformats.org/officeDocument/2006/relationships/customXml" Target="../ink/ink1244.xml"/><Relationship Id="rId326" Type="http://schemas.openxmlformats.org/officeDocument/2006/relationships/customXml" Target="../ink/ink1272.xml"/><Relationship Id="rId65" Type="http://schemas.openxmlformats.org/officeDocument/2006/relationships/image" Target="../media/image754.png"/><Relationship Id="rId130" Type="http://schemas.openxmlformats.org/officeDocument/2006/relationships/customXml" Target="../ink/ink1174.xml"/><Relationship Id="rId172" Type="http://schemas.openxmlformats.org/officeDocument/2006/relationships/customXml" Target="../ink/ink1195.xml"/><Relationship Id="rId228" Type="http://schemas.openxmlformats.org/officeDocument/2006/relationships/customXml" Target="../ink/ink1223.xml"/><Relationship Id="rId281" Type="http://schemas.openxmlformats.org/officeDocument/2006/relationships/image" Target="../media/image862.png"/><Relationship Id="rId337" Type="http://schemas.openxmlformats.org/officeDocument/2006/relationships/image" Target="../media/image890.png"/><Relationship Id="rId34" Type="http://schemas.openxmlformats.org/officeDocument/2006/relationships/customXml" Target="../ink/ink1126.xml"/><Relationship Id="rId76" Type="http://schemas.openxmlformats.org/officeDocument/2006/relationships/customXml" Target="../ink/ink1147.xml"/><Relationship Id="rId141" Type="http://schemas.openxmlformats.org/officeDocument/2006/relationships/image" Target="../media/image792.png"/><Relationship Id="rId7" Type="http://schemas.openxmlformats.org/officeDocument/2006/relationships/image" Target="../media/image725.png"/><Relationship Id="rId183" Type="http://schemas.openxmlformats.org/officeDocument/2006/relationships/image" Target="../media/image813.png"/><Relationship Id="rId239" Type="http://schemas.openxmlformats.org/officeDocument/2006/relationships/image" Target="../media/image841.png"/><Relationship Id="rId250" Type="http://schemas.openxmlformats.org/officeDocument/2006/relationships/customXml" Target="../ink/ink1234.xml"/><Relationship Id="rId292" Type="http://schemas.openxmlformats.org/officeDocument/2006/relationships/customXml" Target="../ink/ink1255.xml"/><Relationship Id="rId306" Type="http://schemas.openxmlformats.org/officeDocument/2006/relationships/customXml" Target="../ink/ink1262.xml"/><Relationship Id="rId45" Type="http://schemas.openxmlformats.org/officeDocument/2006/relationships/image" Target="../media/image744.png"/><Relationship Id="rId87" Type="http://schemas.openxmlformats.org/officeDocument/2006/relationships/image" Target="../media/image765.png"/><Relationship Id="rId110" Type="http://schemas.openxmlformats.org/officeDocument/2006/relationships/customXml" Target="../ink/ink1164.xml"/><Relationship Id="rId152" Type="http://schemas.openxmlformats.org/officeDocument/2006/relationships/customXml" Target="../ink/ink1185.xml"/><Relationship Id="rId173" Type="http://schemas.openxmlformats.org/officeDocument/2006/relationships/image" Target="../media/image808.png"/><Relationship Id="rId194" Type="http://schemas.openxmlformats.org/officeDocument/2006/relationships/customXml" Target="../ink/ink1206.xml"/><Relationship Id="rId208" Type="http://schemas.openxmlformats.org/officeDocument/2006/relationships/customXml" Target="../ink/ink1213.xml"/><Relationship Id="rId229" Type="http://schemas.openxmlformats.org/officeDocument/2006/relationships/image" Target="../media/image836.png"/><Relationship Id="rId240" Type="http://schemas.openxmlformats.org/officeDocument/2006/relationships/customXml" Target="../ink/ink1229.xml"/><Relationship Id="rId261" Type="http://schemas.openxmlformats.org/officeDocument/2006/relationships/image" Target="../media/image852.png"/><Relationship Id="rId14" Type="http://schemas.openxmlformats.org/officeDocument/2006/relationships/customXml" Target="../ink/ink1116.xml"/><Relationship Id="rId35" Type="http://schemas.openxmlformats.org/officeDocument/2006/relationships/image" Target="../media/image739.png"/><Relationship Id="rId56" Type="http://schemas.openxmlformats.org/officeDocument/2006/relationships/customXml" Target="../ink/ink1137.xml"/><Relationship Id="rId77" Type="http://schemas.openxmlformats.org/officeDocument/2006/relationships/image" Target="../media/image760.png"/><Relationship Id="rId100" Type="http://schemas.openxmlformats.org/officeDocument/2006/relationships/customXml" Target="../ink/ink1159.xml"/><Relationship Id="rId282" Type="http://schemas.openxmlformats.org/officeDocument/2006/relationships/customXml" Target="../ink/ink1250.xml"/><Relationship Id="rId317" Type="http://schemas.openxmlformats.org/officeDocument/2006/relationships/image" Target="../media/image880.png"/><Relationship Id="rId338" Type="http://schemas.openxmlformats.org/officeDocument/2006/relationships/customXml" Target="../ink/ink1278.xml"/><Relationship Id="rId8" Type="http://schemas.openxmlformats.org/officeDocument/2006/relationships/customXml" Target="../ink/ink1113.xml"/><Relationship Id="rId98" Type="http://schemas.openxmlformats.org/officeDocument/2006/relationships/customXml" Target="../ink/ink1158.xml"/><Relationship Id="rId121" Type="http://schemas.openxmlformats.org/officeDocument/2006/relationships/image" Target="../media/image782.png"/><Relationship Id="rId142" Type="http://schemas.openxmlformats.org/officeDocument/2006/relationships/customXml" Target="../ink/ink1180.xml"/><Relationship Id="rId163" Type="http://schemas.openxmlformats.org/officeDocument/2006/relationships/image" Target="../media/image803.png"/><Relationship Id="rId184" Type="http://schemas.openxmlformats.org/officeDocument/2006/relationships/customXml" Target="../ink/ink1201.xml"/><Relationship Id="rId219" Type="http://schemas.openxmlformats.org/officeDocument/2006/relationships/image" Target="../media/image831.png"/><Relationship Id="rId230" Type="http://schemas.openxmlformats.org/officeDocument/2006/relationships/customXml" Target="../ink/ink1224.xml"/><Relationship Id="rId251" Type="http://schemas.openxmlformats.org/officeDocument/2006/relationships/image" Target="../media/image847.png"/><Relationship Id="rId25" Type="http://schemas.openxmlformats.org/officeDocument/2006/relationships/image" Target="../media/image734.png"/><Relationship Id="rId46" Type="http://schemas.openxmlformats.org/officeDocument/2006/relationships/customXml" Target="../ink/ink1132.xml"/><Relationship Id="rId67" Type="http://schemas.openxmlformats.org/officeDocument/2006/relationships/image" Target="../media/image755.png"/><Relationship Id="rId272" Type="http://schemas.openxmlformats.org/officeDocument/2006/relationships/customXml" Target="../ink/ink1245.xml"/><Relationship Id="rId293" Type="http://schemas.openxmlformats.org/officeDocument/2006/relationships/image" Target="../media/image868.png"/><Relationship Id="rId307" Type="http://schemas.openxmlformats.org/officeDocument/2006/relationships/image" Target="../media/image875.png"/><Relationship Id="rId328" Type="http://schemas.openxmlformats.org/officeDocument/2006/relationships/customXml" Target="../ink/ink1273.xml"/><Relationship Id="rId88" Type="http://schemas.openxmlformats.org/officeDocument/2006/relationships/customXml" Target="../ink/ink1153.xml"/><Relationship Id="rId111" Type="http://schemas.openxmlformats.org/officeDocument/2006/relationships/image" Target="../media/image777.png"/><Relationship Id="rId132" Type="http://schemas.openxmlformats.org/officeDocument/2006/relationships/customXml" Target="../ink/ink1175.xml"/><Relationship Id="rId153" Type="http://schemas.openxmlformats.org/officeDocument/2006/relationships/image" Target="../media/image798.png"/><Relationship Id="rId174" Type="http://schemas.openxmlformats.org/officeDocument/2006/relationships/customXml" Target="../ink/ink1196.xml"/><Relationship Id="rId195" Type="http://schemas.openxmlformats.org/officeDocument/2006/relationships/image" Target="../media/image819.png"/><Relationship Id="rId209" Type="http://schemas.openxmlformats.org/officeDocument/2006/relationships/image" Target="../media/image826.png"/><Relationship Id="rId220" Type="http://schemas.openxmlformats.org/officeDocument/2006/relationships/customXml" Target="../ink/ink1219.xml"/><Relationship Id="rId241" Type="http://schemas.openxmlformats.org/officeDocument/2006/relationships/image" Target="../media/image842.png"/><Relationship Id="rId15" Type="http://schemas.openxmlformats.org/officeDocument/2006/relationships/image" Target="../media/image729.png"/><Relationship Id="rId36" Type="http://schemas.openxmlformats.org/officeDocument/2006/relationships/customXml" Target="../ink/ink1127.xml"/><Relationship Id="rId57" Type="http://schemas.openxmlformats.org/officeDocument/2006/relationships/image" Target="../media/image750.png"/><Relationship Id="rId262" Type="http://schemas.openxmlformats.org/officeDocument/2006/relationships/customXml" Target="../ink/ink1240.xml"/><Relationship Id="rId283" Type="http://schemas.openxmlformats.org/officeDocument/2006/relationships/image" Target="../media/image863.png"/><Relationship Id="rId318" Type="http://schemas.openxmlformats.org/officeDocument/2006/relationships/customXml" Target="../ink/ink1268.xml"/><Relationship Id="rId339" Type="http://schemas.openxmlformats.org/officeDocument/2006/relationships/image" Target="../media/image891.png"/><Relationship Id="rId78" Type="http://schemas.openxmlformats.org/officeDocument/2006/relationships/customXml" Target="../ink/ink1148.xml"/><Relationship Id="rId99" Type="http://schemas.openxmlformats.org/officeDocument/2006/relationships/image" Target="../media/image771.png"/><Relationship Id="rId101" Type="http://schemas.openxmlformats.org/officeDocument/2006/relationships/image" Target="../media/image772.png"/><Relationship Id="rId122" Type="http://schemas.openxmlformats.org/officeDocument/2006/relationships/customXml" Target="../ink/ink1170.xml"/><Relationship Id="rId143" Type="http://schemas.openxmlformats.org/officeDocument/2006/relationships/image" Target="../media/image793.png"/><Relationship Id="rId164" Type="http://schemas.openxmlformats.org/officeDocument/2006/relationships/customXml" Target="../ink/ink1191.xml"/><Relationship Id="rId185" Type="http://schemas.openxmlformats.org/officeDocument/2006/relationships/image" Target="../media/image814.png"/><Relationship Id="rId9" Type="http://schemas.openxmlformats.org/officeDocument/2006/relationships/image" Target="../media/image726.png"/><Relationship Id="rId210" Type="http://schemas.openxmlformats.org/officeDocument/2006/relationships/customXml" Target="../ink/ink1214.xml"/><Relationship Id="rId26" Type="http://schemas.openxmlformats.org/officeDocument/2006/relationships/customXml" Target="../ink/ink1122.xml"/><Relationship Id="rId231" Type="http://schemas.openxmlformats.org/officeDocument/2006/relationships/image" Target="../media/image837.png"/><Relationship Id="rId252" Type="http://schemas.openxmlformats.org/officeDocument/2006/relationships/customXml" Target="../ink/ink1235.xml"/><Relationship Id="rId273" Type="http://schemas.openxmlformats.org/officeDocument/2006/relationships/image" Target="../media/image858.png"/><Relationship Id="rId294" Type="http://schemas.openxmlformats.org/officeDocument/2006/relationships/customXml" Target="../ink/ink1256.xml"/><Relationship Id="rId308" Type="http://schemas.openxmlformats.org/officeDocument/2006/relationships/customXml" Target="../ink/ink1263.xml"/><Relationship Id="rId329" Type="http://schemas.openxmlformats.org/officeDocument/2006/relationships/image" Target="../media/image886.png"/><Relationship Id="rId47" Type="http://schemas.openxmlformats.org/officeDocument/2006/relationships/image" Target="../media/image745.png"/><Relationship Id="rId68" Type="http://schemas.openxmlformats.org/officeDocument/2006/relationships/customXml" Target="../ink/ink1143.xml"/><Relationship Id="rId89" Type="http://schemas.openxmlformats.org/officeDocument/2006/relationships/image" Target="../media/image766.png"/><Relationship Id="rId112" Type="http://schemas.openxmlformats.org/officeDocument/2006/relationships/customXml" Target="../ink/ink1165.xml"/><Relationship Id="rId133" Type="http://schemas.openxmlformats.org/officeDocument/2006/relationships/image" Target="../media/image788.png"/><Relationship Id="rId154" Type="http://schemas.openxmlformats.org/officeDocument/2006/relationships/customXml" Target="../ink/ink1186.xml"/><Relationship Id="rId175" Type="http://schemas.openxmlformats.org/officeDocument/2006/relationships/image" Target="../media/image809.png"/><Relationship Id="rId196" Type="http://schemas.openxmlformats.org/officeDocument/2006/relationships/customXml" Target="../ink/ink1207.xml"/><Relationship Id="rId200" Type="http://schemas.openxmlformats.org/officeDocument/2006/relationships/customXml" Target="../ink/ink1209.xml"/><Relationship Id="rId16" Type="http://schemas.openxmlformats.org/officeDocument/2006/relationships/customXml" Target="../ink/ink1117.xml"/><Relationship Id="rId221" Type="http://schemas.openxmlformats.org/officeDocument/2006/relationships/image" Target="../media/image832.png"/><Relationship Id="rId242" Type="http://schemas.openxmlformats.org/officeDocument/2006/relationships/customXml" Target="../ink/ink1230.xml"/><Relationship Id="rId263" Type="http://schemas.openxmlformats.org/officeDocument/2006/relationships/image" Target="../media/image853.png"/><Relationship Id="rId284" Type="http://schemas.openxmlformats.org/officeDocument/2006/relationships/customXml" Target="../ink/ink1251.xml"/><Relationship Id="rId319" Type="http://schemas.openxmlformats.org/officeDocument/2006/relationships/image" Target="../media/image881.png"/><Relationship Id="rId37" Type="http://schemas.openxmlformats.org/officeDocument/2006/relationships/image" Target="../media/image740.png"/><Relationship Id="rId58" Type="http://schemas.openxmlformats.org/officeDocument/2006/relationships/customXml" Target="../ink/ink1138.xml"/><Relationship Id="rId79" Type="http://schemas.openxmlformats.org/officeDocument/2006/relationships/image" Target="../media/image761.png"/><Relationship Id="rId102" Type="http://schemas.openxmlformats.org/officeDocument/2006/relationships/customXml" Target="../ink/ink1160.xml"/><Relationship Id="rId123" Type="http://schemas.openxmlformats.org/officeDocument/2006/relationships/image" Target="../media/image783.png"/><Relationship Id="rId144" Type="http://schemas.openxmlformats.org/officeDocument/2006/relationships/customXml" Target="../ink/ink1181.xml"/><Relationship Id="rId330" Type="http://schemas.openxmlformats.org/officeDocument/2006/relationships/customXml" Target="../ink/ink1274.xml"/><Relationship Id="rId90" Type="http://schemas.openxmlformats.org/officeDocument/2006/relationships/customXml" Target="../ink/ink1154.xml"/><Relationship Id="rId165" Type="http://schemas.openxmlformats.org/officeDocument/2006/relationships/image" Target="../media/image804.png"/><Relationship Id="rId186" Type="http://schemas.openxmlformats.org/officeDocument/2006/relationships/customXml" Target="../ink/ink1202.xml"/><Relationship Id="rId211" Type="http://schemas.openxmlformats.org/officeDocument/2006/relationships/image" Target="../media/image827.png"/><Relationship Id="rId232" Type="http://schemas.openxmlformats.org/officeDocument/2006/relationships/customXml" Target="../ink/ink1225.xml"/><Relationship Id="rId253" Type="http://schemas.openxmlformats.org/officeDocument/2006/relationships/image" Target="../media/image848.png"/><Relationship Id="rId274" Type="http://schemas.openxmlformats.org/officeDocument/2006/relationships/customXml" Target="../ink/ink1246.xml"/><Relationship Id="rId295" Type="http://schemas.openxmlformats.org/officeDocument/2006/relationships/image" Target="../media/image869.png"/><Relationship Id="rId309" Type="http://schemas.openxmlformats.org/officeDocument/2006/relationships/image" Target="../media/image876.png"/><Relationship Id="rId27" Type="http://schemas.openxmlformats.org/officeDocument/2006/relationships/image" Target="../media/image735.png"/><Relationship Id="rId48" Type="http://schemas.openxmlformats.org/officeDocument/2006/relationships/customXml" Target="../ink/ink1133.xml"/><Relationship Id="rId69" Type="http://schemas.openxmlformats.org/officeDocument/2006/relationships/image" Target="../media/image756.png"/><Relationship Id="rId113" Type="http://schemas.openxmlformats.org/officeDocument/2006/relationships/image" Target="../media/image778.png"/><Relationship Id="rId134" Type="http://schemas.openxmlformats.org/officeDocument/2006/relationships/customXml" Target="../ink/ink1176.xml"/><Relationship Id="rId320" Type="http://schemas.openxmlformats.org/officeDocument/2006/relationships/customXml" Target="../ink/ink1269.xml"/><Relationship Id="rId80" Type="http://schemas.openxmlformats.org/officeDocument/2006/relationships/customXml" Target="../ink/ink1149.xml"/><Relationship Id="rId155" Type="http://schemas.openxmlformats.org/officeDocument/2006/relationships/image" Target="../media/image799.png"/><Relationship Id="rId176" Type="http://schemas.openxmlformats.org/officeDocument/2006/relationships/customXml" Target="../ink/ink1197.xml"/><Relationship Id="rId197" Type="http://schemas.openxmlformats.org/officeDocument/2006/relationships/image" Target="../media/image820.png"/><Relationship Id="rId201" Type="http://schemas.openxmlformats.org/officeDocument/2006/relationships/image" Target="../media/image822.png"/><Relationship Id="rId222" Type="http://schemas.openxmlformats.org/officeDocument/2006/relationships/customXml" Target="../ink/ink1220.xml"/><Relationship Id="rId243" Type="http://schemas.openxmlformats.org/officeDocument/2006/relationships/image" Target="../media/image843.png"/><Relationship Id="rId264" Type="http://schemas.openxmlformats.org/officeDocument/2006/relationships/customXml" Target="../ink/ink1241.xml"/><Relationship Id="rId285" Type="http://schemas.openxmlformats.org/officeDocument/2006/relationships/image" Target="../media/image864.png"/><Relationship Id="rId17" Type="http://schemas.openxmlformats.org/officeDocument/2006/relationships/image" Target="../media/image730.png"/><Relationship Id="rId38" Type="http://schemas.openxmlformats.org/officeDocument/2006/relationships/customXml" Target="../ink/ink1128.xml"/><Relationship Id="rId59" Type="http://schemas.openxmlformats.org/officeDocument/2006/relationships/image" Target="../media/image751.png"/><Relationship Id="rId103" Type="http://schemas.openxmlformats.org/officeDocument/2006/relationships/image" Target="../media/image773.png"/><Relationship Id="rId124" Type="http://schemas.openxmlformats.org/officeDocument/2006/relationships/customXml" Target="../ink/ink1171.xml"/><Relationship Id="rId310" Type="http://schemas.openxmlformats.org/officeDocument/2006/relationships/customXml" Target="../ink/ink1264.xml"/><Relationship Id="rId70" Type="http://schemas.openxmlformats.org/officeDocument/2006/relationships/customXml" Target="../ink/ink1144.xml"/><Relationship Id="rId91" Type="http://schemas.openxmlformats.org/officeDocument/2006/relationships/image" Target="../media/image767.png"/><Relationship Id="rId145" Type="http://schemas.openxmlformats.org/officeDocument/2006/relationships/image" Target="../media/image794.png"/><Relationship Id="rId166" Type="http://schemas.openxmlformats.org/officeDocument/2006/relationships/customXml" Target="../ink/ink1192.xml"/><Relationship Id="rId187" Type="http://schemas.openxmlformats.org/officeDocument/2006/relationships/image" Target="../media/image815.png"/><Relationship Id="rId331" Type="http://schemas.openxmlformats.org/officeDocument/2006/relationships/image" Target="../media/image887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1215.xml"/><Relationship Id="rId233" Type="http://schemas.openxmlformats.org/officeDocument/2006/relationships/image" Target="../media/image838.png"/><Relationship Id="rId254" Type="http://schemas.openxmlformats.org/officeDocument/2006/relationships/customXml" Target="../ink/ink1236.xml"/><Relationship Id="rId28" Type="http://schemas.openxmlformats.org/officeDocument/2006/relationships/customXml" Target="../ink/ink1123.xml"/><Relationship Id="rId49" Type="http://schemas.openxmlformats.org/officeDocument/2006/relationships/image" Target="../media/image746.png"/><Relationship Id="rId114" Type="http://schemas.openxmlformats.org/officeDocument/2006/relationships/customXml" Target="../ink/ink1166.xml"/><Relationship Id="rId275" Type="http://schemas.openxmlformats.org/officeDocument/2006/relationships/image" Target="../media/image859.png"/><Relationship Id="rId296" Type="http://schemas.openxmlformats.org/officeDocument/2006/relationships/customXml" Target="../ink/ink1257.xml"/><Relationship Id="rId300" Type="http://schemas.openxmlformats.org/officeDocument/2006/relationships/customXml" Target="../ink/ink1259.xml"/><Relationship Id="rId60" Type="http://schemas.openxmlformats.org/officeDocument/2006/relationships/customXml" Target="../ink/ink1139.xml"/><Relationship Id="rId81" Type="http://schemas.openxmlformats.org/officeDocument/2006/relationships/image" Target="../media/image762.png"/><Relationship Id="rId135" Type="http://schemas.openxmlformats.org/officeDocument/2006/relationships/image" Target="../media/image789.png"/><Relationship Id="rId156" Type="http://schemas.openxmlformats.org/officeDocument/2006/relationships/customXml" Target="../ink/ink1187.xml"/><Relationship Id="rId177" Type="http://schemas.openxmlformats.org/officeDocument/2006/relationships/image" Target="../media/image810.png"/><Relationship Id="rId198" Type="http://schemas.openxmlformats.org/officeDocument/2006/relationships/customXml" Target="../ink/ink1208.xml"/><Relationship Id="rId321" Type="http://schemas.openxmlformats.org/officeDocument/2006/relationships/image" Target="../media/image882.png"/><Relationship Id="rId202" Type="http://schemas.openxmlformats.org/officeDocument/2006/relationships/customXml" Target="../ink/ink1210.xml"/><Relationship Id="rId223" Type="http://schemas.openxmlformats.org/officeDocument/2006/relationships/image" Target="../media/image833.png"/><Relationship Id="rId244" Type="http://schemas.openxmlformats.org/officeDocument/2006/relationships/customXml" Target="../ink/ink1231.xml"/><Relationship Id="rId18" Type="http://schemas.openxmlformats.org/officeDocument/2006/relationships/customXml" Target="../ink/ink1118.xml"/><Relationship Id="rId39" Type="http://schemas.openxmlformats.org/officeDocument/2006/relationships/image" Target="../media/image741.png"/><Relationship Id="rId265" Type="http://schemas.openxmlformats.org/officeDocument/2006/relationships/image" Target="../media/image854.png"/><Relationship Id="rId286" Type="http://schemas.openxmlformats.org/officeDocument/2006/relationships/customXml" Target="../ink/ink1252.xml"/><Relationship Id="rId50" Type="http://schemas.openxmlformats.org/officeDocument/2006/relationships/customXml" Target="../ink/ink1134.xml"/><Relationship Id="rId104" Type="http://schemas.openxmlformats.org/officeDocument/2006/relationships/customXml" Target="../ink/ink1161.xml"/><Relationship Id="rId125" Type="http://schemas.openxmlformats.org/officeDocument/2006/relationships/image" Target="../media/image784.png"/><Relationship Id="rId146" Type="http://schemas.openxmlformats.org/officeDocument/2006/relationships/customXml" Target="../ink/ink1182.xml"/><Relationship Id="rId167" Type="http://schemas.openxmlformats.org/officeDocument/2006/relationships/image" Target="../media/image805.png"/><Relationship Id="rId188" Type="http://schemas.openxmlformats.org/officeDocument/2006/relationships/customXml" Target="../ink/ink1203.xml"/><Relationship Id="rId311" Type="http://schemas.openxmlformats.org/officeDocument/2006/relationships/image" Target="../media/image877.png"/><Relationship Id="rId332" Type="http://schemas.openxmlformats.org/officeDocument/2006/relationships/customXml" Target="../ink/ink1275.xml"/><Relationship Id="rId71" Type="http://schemas.openxmlformats.org/officeDocument/2006/relationships/image" Target="../media/image757.png"/><Relationship Id="rId92" Type="http://schemas.openxmlformats.org/officeDocument/2006/relationships/customXml" Target="../ink/ink1155.xml"/><Relationship Id="rId213" Type="http://schemas.openxmlformats.org/officeDocument/2006/relationships/image" Target="../media/image828.png"/><Relationship Id="rId234" Type="http://schemas.openxmlformats.org/officeDocument/2006/relationships/customXml" Target="../ink/ink1226.xml"/><Relationship Id="rId2" Type="http://schemas.openxmlformats.org/officeDocument/2006/relationships/customXml" Target="../ink/ink1110.xml"/><Relationship Id="rId29" Type="http://schemas.openxmlformats.org/officeDocument/2006/relationships/image" Target="../media/image736.png"/><Relationship Id="rId255" Type="http://schemas.openxmlformats.org/officeDocument/2006/relationships/image" Target="../media/image849.png"/><Relationship Id="rId276" Type="http://schemas.openxmlformats.org/officeDocument/2006/relationships/customXml" Target="../ink/ink1247.xml"/><Relationship Id="rId297" Type="http://schemas.openxmlformats.org/officeDocument/2006/relationships/image" Target="../media/image870.png"/><Relationship Id="rId40" Type="http://schemas.openxmlformats.org/officeDocument/2006/relationships/customXml" Target="../ink/ink1129.xml"/><Relationship Id="rId115" Type="http://schemas.openxmlformats.org/officeDocument/2006/relationships/image" Target="../media/image779.png"/><Relationship Id="rId136" Type="http://schemas.openxmlformats.org/officeDocument/2006/relationships/customXml" Target="../ink/ink1177.xml"/><Relationship Id="rId157" Type="http://schemas.openxmlformats.org/officeDocument/2006/relationships/image" Target="../media/image800.png"/><Relationship Id="rId178" Type="http://schemas.openxmlformats.org/officeDocument/2006/relationships/customXml" Target="../ink/ink1198.xml"/><Relationship Id="rId301" Type="http://schemas.openxmlformats.org/officeDocument/2006/relationships/image" Target="../media/image872.png"/><Relationship Id="rId322" Type="http://schemas.openxmlformats.org/officeDocument/2006/relationships/customXml" Target="../ink/ink1270.xml"/><Relationship Id="rId61" Type="http://schemas.openxmlformats.org/officeDocument/2006/relationships/image" Target="../media/image752.png"/><Relationship Id="rId82" Type="http://schemas.openxmlformats.org/officeDocument/2006/relationships/customXml" Target="../ink/ink1150.xml"/><Relationship Id="rId199" Type="http://schemas.openxmlformats.org/officeDocument/2006/relationships/image" Target="../media/image821.png"/><Relationship Id="rId203" Type="http://schemas.openxmlformats.org/officeDocument/2006/relationships/image" Target="../media/image823.png"/><Relationship Id="rId19" Type="http://schemas.openxmlformats.org/officeDocument/2006/relationships/image" Target="../media/image731.png"/><Relationship Id="rId224" Type="http://schemas.openxmlformats.org/officeDocument/2006/relationships/customXml" Target="../ink/ink1221.xml"/><Relationship Id="rId245" Type="http://schemas.openxmlformats.org/officeDocument/2006/relationships/image" Target="../media/image844.png"/><Relationship Id="rId266" Type="http://schemas.openxmlformats.org/officeDocument/2006/relationships/customXml" Target="../ink/ink1242.xml"/><Relationship Id="rId287" Type="http://schemas.openxmlformats.org/officeDocument/2006/relationships/image" Target="../media/image865.png"/><Relationship Id="rId30" Type="http://schemas.openxmlformats.org/officeDocument/2006/relationships/customXml" Target="../ink/ink1124.xml"/><Relationship Id="rId105" Type="http://schemas.openxmlformats.org/officeDocument/2006/relationships/image" Target="../media/image774.png"/><Relationship Id="rId126" Type="http://schemas.openxmlformats.org/officeDocument/2006/relationships/customXml" Target="../ink/ink1172.xml"/><Relationship Id="rId147" Type="http://schemas.openxmlformats.org/officeDocument/2006/relationships/image" Target="../media/image795.png"/><Relationship Id="rId168" Type="http://schemas.openxmlformats.org/officeDocument/2006/relationships/customXml" Target="../ink/ink1193.xml"/><Relationship Id="rId312" Type="http://schemas.openxmlformats.org/officeDocument/2006/relationships/customXml" Target="../ink/ink1265.xml"/><Relationship Id="rId333" Type="http://schemas.openxmlformats.org/officeDocument/2006/relationships/image" Target="../media/image888.png"/><Relationship Id="rId51" Type="http://schemas.openxmlformats.org/officeDocument/2006/relationships/image" Target="../media/image747.png"/><Relationship Id="rId72" Type="http://schemas.openxmlformats.org/officeDocument/2006/relationships/customXml" Target="../ink/ink1145.xml"/><Relationship Id="rId93" Type="http://schemas.openxmlformats.org/officeDocument/2006/relationships/image" Target="../media/image768.png"/><Relationship Id="rId189" Type="http://schemas.openxmlformats.org/officeDocument/2006/relationships/image" Target="../media/image816.png"/><Relationship Id="rId3" Type="http://schemas.openxmlformats.org/officeDocument/2006/relationships/image" Target="../media/image723.png"/><Relationship Id="rId214" Type="http://schemas.openxmlformats.org/officeDocument/2006/relationships/customXml" Target="../ink/ink1216.xml"/><Relationship Id="rId235" Type="http://schemas.openxmlformats.org/officeDocument/2006/relationships/image" Target="../media/image839.png"/><Relationship Id="rId256" Type="http://schemas.openxmlformats.org/officeDocument/2006/relationships/customXml" Target="../ink/ink1237.xml"/><Relationship Id="rId277" Type="http://schemas.openxmlformats.org/officeDocument/2006/relationships/image" Target="../media/image860.png"/><Relationship Id="rId298" Type="http://schemas.openxmlformats.org/officeDocument/2006/relationships/customXml" Target="../ink/ink1258.xml"/><Relationship Id="rId116" Type="http://schemas.openxmlformats.org/officeDocument/2006/relationships/customXml" Target="../ink/ink1167.xml"/><Relationship Id="rId137" Type="http://schemas.openxmlformats.org/officeDocument/2006/relationships/image" Target="../media/image790.png"/><Relationship Id="rId158" Type="http://schemas.openxmlformats.org/officeDocument/2006/relationships/customXml" Target="../ink/ink1188.xml"/><Relationship Id="rId302" Type="http://schemas.openxmlformats.org/officeDocument/2006/relationships/customXml" Target="../ink/ink1260.xml"/><Relationship Id="rId323" Type="http://schemas.openxmlformats.org/officeDocument/2006/relationships/image" Target="../media/image883.png"/><Relationship Id="rId20" Type="http://schemas.openxmlformats.org/officeDocument/2006/relationships/customXml" Target="../ink/ink1119.xml"/><Relationship Id="rId41" Type="http://schemas.openxmlformats.org/officeDocument/2006/relationships/image" Target="../media/image742.png"/><Relationship Id="rId62" Type="http://schemas.openxmlformats.org/officeDocument/2006/relationships/customXml" Target="../ink/ink1140.xml"/><Relationship Id="rId83" Type="http://schemas.openxmlformats.org/officeDocument/2006/relationships/image" Target="../media/image763.png"/><Relationship Id="rId179" Type="http://schemas.openxmlformats.org/officeDocument/2006/relationships/image" Target="../media/image811.png"/><Relationship Id="rId190" Type="http://schemas.openxmlformats.org/officeDocument/2006/relationships/customXml" Target="../ink/ink1204.xml"/><Relationship Id="rId204" Type="http://schemas.openxmlformats.org/officeDocument/2006/relationships/customXml" Target="../ink/ink1211.xml"/><Relationship Id="rId225" Type="http://schemas.openxmlformats.org/officeDocument/2006/relationships/image" Target="../media/image834.png"/><Relationship Id="rId246" Type="http://schemas.openxmlformats.org/officeDocument/2006/relationships/customXml" Target="../ink/ink1232.xml"/><Relationship Id="rId267" Type="http://schemas.openxmlformats.org/officeDocument/2006/relationships/image" Target="../media/image855.png"/><Relationship Id="rId288" Type="http://schemas.openxmlformats.org/officeDocument/2006/relationships/customXml" Target="../ink/ink1253.xml"/><Relationship Id="rId106" Type="http://schemas.openxmlformats.org/officeDocument/2006/relationships/customXml" Target="../ink/ink1162.xml"/><Relationship Id="rId127" Type="http://schemas.openxmlformats.org/officeDocument/2006/relationships/image" Target="../media/image785.png"/><Relationship Id="rId313" Type="http://schemas.openxmlformats.org/officeDocument/2006/relationships/image" Target="../media/image878.png"/><Relationship Id="rId10" Type="http://schemas.openxmlformats.org/officeDocument/2006/relationships/customXml" Target="../ink/ink1114.xml"/><Relationship Id="rId31" Type="http://schemas.openxmlformats.org/officeDocument/2006/relationships/image" Target="../media/image737.png"/><Relationship Id="rId52" Type="http://schemas.openxmlformats.org/officeDocument/2006/relationships/customXml" Target="../ink/ink1135.xml"/><Relationship Id="rId73" Type="http://schemas.openxmlformats.org/officeDocument/2006/relationships/image" Target="../media/image758.png"/><Relationship Id="rId94" Type="http://schemas.openxmlformats.org/officeDocument/2006/relationships/customXml" Target="../ink/ink1156.xml"/><Relationship Id="rId148" Type="http://schemas.openxmlformats.org/officeDocument/2006/relationships/customXml" Target="../ink/ink1183.xml"/><Relationship Id="rId169" Type="http://schemas.openxmlformats.org/officeDocument/2006/relationships/image" Target="../media/image806.png"/><Relationship Id="rId334" Type="http://schemas.openxmlformats.org/officeDocument/2006/relationships/customXml" Target="../ink/ink1276.xml"/><Relationship Id="rId4" Type="http://schemas.openxmlformats.org/officeDocument/2006/relationships/customXml" Target="../ink/ink1111.xml"/><Relationship Id="rId180" Type="http://schemas.openxmlformats.org/officeDocument/2006/relationships/customXml" Target="../ink/ink1199.xml"/><Relationship Id="rId215" Type="http://schemas.openxmlformats.org/officeDocument/2006/relationships/image" Target="../media/image829.png"/><Relationship Id="rId236" Type="http://schemas.openxmlformats.org/officeDocument/2006/relationships/customXml" Target="../ink/ink1227.xml"/><Relationship Id="rId257" Type="http://schemas.openxmlformats.org/officeDocument/2006/relationships/image" Target="../media/image850.png"/><Relationship Id="rId278" Type="http://schemas.openxmlformats.org/officeDocument/2006/relationships/customXml" Target="../ink/ink1248.xml"/><Relationship Id="rId303" Type="http://schemas.openxmlformats.org/officeDocument/2006/relationships/image" Target="../media/image873.png"/><Relationship Id="rId42" Type="http://schemas.openxmlformats.org/officeDocument/2006/relationships/customXml" Target="../ink/ink1130.xml"/><Relationship Id="rId84" Type="http://schemas.openxmlformats.org/officeDocument/2006/relationships/customXml" Target="../ink/ink1151.xml"/><Relationship Id="rId138" Type="http://schemas.openxmlformats.org/officeDocument/2006/relationships/customXml" Target="../ink/ink1178.xml"/><Relationship Id="rId191" Type="http://schemas.openxmlformats.org/officeDocument/2006/relationships/image" Target="../media/image817.png"/><Relationship Id="rId205" Type="http://schemas.openxmlformats.org/officeDocument/2006/relationships/image" Target="../media/image824.png"/><Relationship Id="rId247" Type="http://schemas.openxmlformats.org/officeDocument/2006/relationships/image" Target="../media/image845.png"/><Relationship Id="rId107" Type="http://schemas.openxmlformats.org/officeDocument/2006/relationships/image" Target="../media/image775.png"/><Relationship Id="rId289" Type="http://schemas.openxmlformats.org/officeDocument/2006/relationships/image" Target="../media/image866.png"/><Relationship Id="rId11" Type="http://schemas.openxmlformats.org/officeDocument/2006/relationships/image" Target="../media/image727.png"/><Relationship Id="rId53" Type="http://schemas.openxmlformats.org/officeDocument/2006/relationships/image" Target="../media/image748.png"/><Relationship Id="rId149" Type="http://schemas.openxmlformats.org/officeDocument/2006/relationships/image" Target="../media/image796.png"/><Relationship Id="rId314" Type="http://schemas.openxmlformats.org/officeDocument/2006/relationships/customXml" Target="../ink/ink1266.xml"/><Relationship Id="rId95" Type="http://schemas.openxmlformats.org/officeDocument/2006/relationships/image" Target="../media/image769.png"/><Relationship Id="rId160" Type="http://schemas.openxmlformats.org/officeDocument/2006/relationships/customXml" Target="../ink/ink1189.xml"/><Relationship Id="rId216" Type="http://schemas.openxmlformats.org/officeDocument/2006/relationships/customXml" Target="../ink/ink1217.xml"/><Relationship Id="rId258" Type="http://schemas.openxmlformats.org/officeDocument/2006/relationships/customXml" Target="../ink/ink1238.xml"/><Relationship Id="rId22" Type="http://schemas.openxmlformats.org/officeDocument/2006/relationships/customXml" Target="../ink/ink1120.xml"/><Relationship Id="rId64" Type="http://schemas.openxmlformats.org/officeDocument/2006/relationships/customXml" Target="../ink/ink1141.xml"/><Relationship Id="rId118" Type="http://schemas.openxmlformats.org/officeDocument/2006/relationships/customXml" Target="../ink/ink1168.xml"/><Relationship Id="rId325" Type="http://schemas.openxmlformats.org/officeDocument/2006/relationships/image" Target="../media/image884.png"/><Relationship Id="rId171" Type="http://schemas.openxmlformats.org/officeDocument/2006/relationships/image" Target="../media/image807.png"/><Relationship Id="rId227" Type="http://schemas.openxmlformats.org/officeDocument/2006/relationships/image" Target="../media/image835.png"/><Relationship Id="rId269" Type="http://schemas.openxmlformats.org/officeDocument/2006/relationships/image" Target="../media/image856.png"/><Relationship Id="rId33" Type="http://schemas.openxmlformats.org/officeDocument/2006/relationships/image" Target="../media/image738.png"/><Relationship Id="rId129" Type="http://schemas.openxmlformats.org/officeDocument/2006/relationships/image" Target="../media/image786.png"/><Relationship Id="rId280" Type="http://schemas.openxmlformats.org/officeDocument/2006/relationships/customXml" Target="../ink/ink1249.xml"/><Relationship Id="rId336" Type="http://schemas.openxmlformats.org/officeDocument/2006/relationships/customXml" Target="../ink/ink1277.xml"/><Relationship Id="rId75" Type="http://schemas.openxmlformats.org/officeDocument/2006/relationships/image" Target="../media/image759.png"/><Relationship Id="rId140" Type="http://schemas.openxmlformats.org/officeDocument/2006/relationships/customXml" Target="../ink/ink1179.xml"/><Relationship Id="rId182" Type="http://schemas.openxmlformats.org/officeDocument/2006/relationships/customXml" Target="../ink/ink1200.xml"/><Relationship Id="rId6" Type="http://schemas.openxmlformats.org/officeDocument/2006/relationships/customXml" Target="../ink/ink1112.xml"/><Relationship Id="rId238" Type="http://schemas.openxmlformats.org/officeDocument/2006/relationships/customXml" Target="../ink/ink1228.xml"/><Relationship Id="rId291" Type="http://schemas.openxmlformats.org/officeDocument/2006/relationships/image" Target="../media/image867.png"/><Relationship Id="rId305" Type="http://schemas.openxmlformats.org/officeDocument/2006/relationships/image" Target="../media/image874.png"/><Relationship Id="rId44" Type="http://schemas.openxmlformats.org/officeDocument/2006/relationships/customXml" Target="../ink/ink1131.xml"/><Relationship Id="rId86" Type="http://schemas.openxmlformats.org/officeDocument/2006/relationships/customXml" Target="../ink/ink1152.xml"/><Relationship Id="rId151" Type="http://schemas.openxmlformats.org/officeDocument/2006/relationships/image" Target="../media/image797.png"/><Relationship Id="rId193" Type="http://schemas.openxmlformats.org/officeDocument/2006/relationships/image" Target="../media/image818.png"/><Relationship Id="rId207" Type="http://schemas.openxmlformats.org/officeDocument/2006/relationships/image" Target="../media/image825.png"/><Relationship Id="rId249" Type="http://schemas.openxmlformats.org/officeDocument/2006/relationships/image" Target="../media/image846.png"/><Relationship Id="rId13" Type="http://schemas.openxmlformats.org/officeDocument/2006/relationships/image" Target="../media/image728.png"/><Relationship Id="rId109" Type="http://schemas.openxmlformats.org/officeDocument/2006/relationships/image" Target="../media/image776.png"/><Relationship Id="rId260" Type="http://schemas.openxmlformats.org/officeDocument/2006/relationships/customXml" Target="../ink/ink1239.xml"/><Relationship Id="rId316" Type="http://schemas.openxmlformats.org/officeDocument/2006/relationships/customXml" Target="../ink/ink1267.xml"/><Relationship Id="rId55" Type="http://schemas.openxmlformats.org/officeDocument/2006/relationships/image" Target="../media/image749.png"/><Relationship Id="rId97" Type="http://schemas.openxmlformats.org/officeDocument/2006/relationships/image" Target="../media/image770.png"/><Relationship Id="rId120" Type="http://schemas.openxmlformats.org/officeDocument/2006/relationships/customXml" Target="../ink/ink1169.xml"/><Relationship Id="rId162" Type="http://schemas.openxmlformats.org/officeDocument/2006/relationships/customXml" Target="../ink/ink1190.xml"/><Relationship Id="rId218" Type="http://schemas.openxmlformats.org/officeDocument/2006/relationships/customXml" Target="../ink/ink1218.xml"/><Relationship Id="rId271" Type="http://schemas.openxmlformats.org/officeDocument/2006/relationships/image" Target="../media/image857.png"/><Relationship Id="rId24" Type="http://schemas.openxmlformats.org/officeDocument/2006/relationships/customXml" Target="../ink/ink1121.xml"/><Relationship Id="rId66" Type="http://schemas.openxmlformats.org/officeDocument/2006/relationships/customXml" Target="../ink/ink1142.xml"/><Relationship Id="rId131" Type="http://schemas.openxmlformats.org/officeDocument/2006/relationships/image" Target="../media/image787.png"/><Relationship Id="rId327" Type="http://schemas.openxmlformats.org/officeDocument/2006/relationships/image" Target="../media/image885.png"/></Relationships>
</file>

<file path=ppt/slides/_rels/slide12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950.png"/><Relationship Id="rId299" Type="http://schemas.openxmlformats.org/officeDocument/2006/relationships/image" Target="../media/image1042.png"/><Relationship Id="rId21" Type="http://schemas.openxmlformats.org/officeDocument/2006/relationships/image" Target="../media/image901.png"/><Relationship Id="rId63" Type="http://schemas.openxmlformats.org/officeDocument/2006/relationships/image" Target="../media/image923.png"/><Relationship Id="rId159" Type="http://schemas.openxmlformats.org/officeDocument/2006/relationships/image" Target="../media/image971.png"/><Relationship Id="rId324" Type="http://schemas.openxmlformats.org/officeDocument/2006/relationships/customXml" Target="../ink/ink1440.xml"/><Relationship Id="rId366" Type="http://schemas.openxmlformats.org/officeDocument/2006/relationships/customXml" Target="../ink/ink1461.xml"/><Relationship Id="rId170" Type="http://schemas.openxmlformats.org/officeDocument/2006/relationships/customXml" Target="../ink/ink1363.xml"/><Relationship Id="rId226" Type="http://schemas.openxmlformats.org/officeDocument/2006/relationships/customXml" Target="../ink/ink1391.xml"/><Relationship Id="rId268" Type="http://schemas.openxmlformats.org/officeDocument/2006/relationships/customXml" Target="../ink/ink1412.xml"/><Relationship Id="rId32" Type="http://schemas.openxmlformats.org/officeDocument/2006/relationships/customXml" Target="../ink/ink1294.xml"/><Relationship Id="rId74" Type="http://schemas.openxmlformats.org/officeDocument/2006/relationships/customXml" Target="../ink/ink1315.xml"/><Relationship Id="rId128" Type="http://schemas.openxmlformats.org/officeDocument/2006/relationships/customXml" Target="../ink/ink1342.xml"/><Relationship Id="rId335" Type="http://schemas.openxmlformats.org/officeDocument/2006/relationships/image" Target="../media/image1060.png"/><Relationship Id="rId377" Type="http://schemas.openxmlformats.org/officeDocument/2006/relationships/image" Target="../media/image1081.png"/><Relationship Id="rId5" Type="http://schemas.openxmlformats.org/officeDocument/2006/relationships/image" Target="../media/image893.png"/><Relationship Id="rId181" Type="http://schemas.openxmlformats.org/officeDocument/2006/relationships/image" Target="../media/image982.png"/><Relationship Id="rId237" Type="http://schemas.openxmlformats.org/officeDocument/2006/relationships/image" Target="../media/image1011.png"/><Relationship Id="rId402" Type="http://schemas.openxmlformats.org/officeDocument/2006/relationships/customXml" Target="../ink/ink1479.xml"/><Relationship Id="rId279" Type="http://schemas.openxmlformats.org/officeDocument/2006/relationships/image" Target="../media/image1032.png"/><Relationship Id="rId43" Type="http://schemas.openxmlformats.org/officeDocument/2006/relationships/image" Target="../media/image913.png"/><Relationship Id="rId139" Type="http://schemas.openxmlformats.org/officeDocument/2006/relationships/image" Target="../media/image961.png"/><Relationship Id="rId290" Type="http://schemas.openxmlformats.org/officeDocument/2006/relationships/customXml" Target="../ink/ink1423.xml"/><Relationship Id="rId304" Type="http://schemas.openxmlformats.org/officeDocument/2006/relationships/customXml" Target="../ink/ink1430.xml"/><Relationship Id="rId346" Type="http://schemas.openxmlformats.org/officeDocument/2006/relationships/customXml" Target="../ink/ink1451.xml"/><Relationship Id="rId388" Type="http://schemas.openxmlformats.org/officeDocument/2006/relationships/customXml" Target="../ink/ink1472.xml"/><Relationship Id="rId85" Type="http://schemas.openxmlformats.org/officeDocument/2006/relationships/image" Target="../media/image934.png"/><Relationship Id="rId150" Type="http://schemas.openxmlformats.org/officeDocument/2006/relationships/customXml" Target="../ink/ink1353.xml"/><Relationship Id="rId192" Type="http://schemas.openxmlformats.org/officeDocument/2006/relationships/customXml" Target="../ink/ink1374.xml"/><Relationship Id="rId206" Type="http://schemas.openxmlformats.org/officeDocument/2006/relationships/customXml" Target="../ink/ink1381.xml"/><Relationship Id="rId413" Type="http://schemas.openxmlformats.org/officeDocument/2006/relationships/image" Target="../media/image1099.png"/><Relationship Id="rId248" Type="http://schemas.openxmlformats.org/officeDocument/2006/relationships/customXml" Target="../ink/ink1402.xml"/><Relationship Id="rId12" Type="http://schemas.openxmlformats.org/officeDocument/2006/relationships/customXml" Target="../ink/ink1284.xml"/><Relationship Id="rId108" Type="http://schemas.openxmlformats.org/officeDocument/2006/relationships/customXml" Target="../ink/ink1332.xml"/><Relationship Id="rId315" Type="http://schemas.openxmlformats.org/officeDocument/2006/relationships/image" Target="../media/image1050.png"/><Relationship Id="rId357" Type="http://schemas.openxmlformats.org/officeDocument/2006/relationships/image" Target="../media/image1071.png"/><Relationship Id="rId54" Type="http://schemas.openxmlformats.org/officeDocument/2006/relationships/customXml" Target="../ink/ink1305.xml"/><Relationship Id="rId96" Type="http://schemas.openxmlformats.org/officeDocument/2006/relationships/customXml" Target="../ink/ink1326.xml"/><Relationship Id="rId161" Type="http://schemas.openxmlformats.org/officeDocument/2006/relationships/image" Target="../media/image972.png"/><Relationship Id="rId217" Type="http://schemas.openxmlformats.org/officeDocument/2006/relationships/image" Target="../media/image1000.png"/><Relationship Id="rId399" Type="http://schemas.openxmlformats.org/officeDocument/2006/relationships/image" Target="../media/image1092.png"/><Relationship Id="rId259" Type="http://schemas.openxmlformats.org/officeDocument/2006/relationships/image" Target="../media/image1022.png"/><Relationship Id="rId23" Type="http://schemas.openxmlformats.org/officeDocument/2006/relationships/image" Target="../media/image902.png"/><Relationship Id="rId119" Type="http://schemas.openxmlformats.org/officeDocument/2006/relationships/image" Target="../media/image951.png"/><Relationship Id="rId270" Type="http://schemas.openxmlformats.org/officeDocument/2006/relationships/customXml" Target="../ink/ink1413.xml"/><Relationship Id="rId326" Type="http://schemas.openxmlformats.org/officeDocument/2006/relationships/customXml" Target="../ink/ink1441.xml"/><Relationship Id="rId65" Type="http://schemas.openxmlformats.org/officeDocument/2006/relationships/image" Target="../media/image924.png"/><Relationship Id="rId130" Type="http://schemas.openxmlformats.org/officeDocument/2006/relationships/customXml" Target="../ink/ink1343.xml"/><Relationship Id="rId368" Type="http://schemas.openxmlformats.org/officeDocument/2006/relationships/customXml" Target="../ink/ink1462.xml"/><Relationship Id="rId172" Type="http://schemas.openxmlformats.org/officeDocument/2006/relationships/customXml" Target="../ink/ink1364.xml"/><Relationship Id="rId228" Type="http://schemas.openxmlformats.org/officeDocument/2006/relationships/customXml" Target="../ink/ink1392.xml"/><Relationship Id="rId281" Type="http://schemas.openxmlformats.org/officeDocument/2006/relationships/image" Target="../media/image1033.png"/><Relationship Id="rId337" Type="http://schemas.openxmlformats.org/officeDocument/2006/relationships/image" Target="../media/image1061.png"/><Relationship Id="rId34" Type="http://schemas.openxmlformats.org/officeDocument/2006/relationships/customXml" Target="../ink/ink1295.xml"/><Relationship Id="rId76" Type="http://schemas.openxmlformats.org/officeDocument/2006/relationships/customXml" Target="../ink/ink1316.xml"/><Relationship Id="rId141" Type="http://schemas.openxmlformats.org/officeDocument/2006/relationships/image" Target="../media/image962.png"/><Relationship Id="rId379" Type="http://schemas.openxmlformats.org/officeDocument/2006/relationships/image" Target="../media/image1082.png"/><Relationship Id="rId7" Type="http://schemas.openxmlformats.org/officeDocument/2006/relationships/image" Target="../media/image894.png"/><Relationship Id="rId183" Type="http://schemas.openxmlformats.org/officeDocument/2006/relationships/image" Target="../media/image983.png"/><Relationship Id="rId239" Type="http://schemas.openxmlformats.org/officeDocument/2006/relationships/image" Target="../media/image1012.png"/><Relationship Id="rId390" Type="http://schemas.openxmlformats.org/officeDocument/2006/relationships/customXml" Target="../ink/ink1473.xml"/><Relationship Id="rId404" Type="http://schemas.openxmlformats.org/officeDocument/2006/relationships/customXml" Target="../ink/ink1480.xml"/><Relationship Id="rId250" Type="http://schemas.openxmlformats.org/officeDocument/2006/relationships/customXml" Target="../ink/ink1403.xml"/><Relationship Id="rId292" Type="http://schemas.openxmlformats.org/officeDocument/2006/relationships/customXml" Target="../ink/ink1424.xml"/><Relationship Id="rId306" Type="http://schemas.openxmlformats.org/officeDocument/2006/relationships/customXml" Target="../ink/ink1431.xml"/><Relationship Id="rId45" Type="http://schemas.openxmlformats.org/officeDocument/2006/relationships/image" Target="../media/image914.png"/><Relationship Id="rId87" Type="http://schemas.openxmlformats.org/officeDocument/2006/relationships/image" Target="../media/image935.png"/><Relationship Id="rId110" Type="http://schemas.openxmlformats.org/officeDocument/2006/relationships/customXml" Target="../ink/ink1333.xml"/><Relationship Id="rId348" Type="http://schemas.openxmlformats.org/officeDocument/2006/relationships/customXml" Target="../ink/ink1452.xml"/><Relationship Id="rId152" Type="http://schemas.openxmlformats.org/officeDocument/2006/relationships/customXml" Target="../ink/ink1354.xml"/><Relationship Id="rId194" Type="http://schemas.openxmlformats.org/officeDocument/2006/relationships/customXml" Target="../ink/ink1375.xml"/><Relationship Id="rId208" Type="http://schemas.openxmlformats.org/officeDocument/2006/relationships/customXml" Target="../ink/ink1382.xml"/><Relationship Id="rId261" Type="http://schemas.openxmlformats.org/officeDocument/2006/relationships/image" Target="../media/image1023.png"/><Relationship Id="rId14" Type="http://schemas.openxmlformats.org/officeDocument/2006/relationships/customXml" Target="../ink/ink1285.xml"/><Relationship Id="rId56" Type="http://schemas.openxmlformats.org/officeDocument/2006/relationships/customXml" Target="../ink/ink1306.xml"/><Relationship Id="rId317" Type="http://schemas.openxmlformats.org/officeDocument/2006/relationships/image" Target="../media/image1051.png"/><Relationship Id="rId359" Type="http://schemas.openxmlformats.org/officeDocument/2006/relationships/image" Target="../media/image1072.png"/><Relationship Id="rId98" Type="http://schemas.openxmlformats.org/officeDocument/2006/relationships/customXml" Target="../ink/ink1327.xml"/><Relationship Id="rId121" Type="http://schemas.openxmlformats.org/officeDocument/2006/relationships/image" Target="../media/image952.png"/><Relationship Id="rId163" Type="http://schemas.openxmlformats.org/officeDocument/2006/relationships/image" Target="../media/image973.png"/><Relationship Id="rId219" Type="http://schemas.openxmlformats.org/officeDocument/2006/relationships/image" Target="../media/image1001.png"/><Relationship Id="rId370" Type="http://schemas.openxmlformats.org/officeDocument/2006/relationships/customXml" Target="../ink/ink1463.xml"/><Relationship Id="rId230" Type="http://schemas.openxmlformats.org/officeDocument/2006/relationships/customXml" Target="../ink/ink1393.xml"/><Relationship Id="rId25" Type="http://schemas.openxmlformats.org/officeDocument/2006/relationships/image" Target="../media/image903.png"/><Relationship Id="rId67" Type="http://schemas.openxmlformats.org/officeDocument/2006/relationships/image" Target="../media/image925.png"/><Relationship Id="rId272" Type="http://schemas.openxmlformats.org/officeDocument/2006/relationships/customXml" Target="../ink/ink1414.xml"/><Relationship Id="rId328" Type="http://schemas.openxmlformats.org/officeDocument/2006/relationships/customXml" Target="../ink/ink1442.xml"/><Relationship Id="rId132" Type="http://schemas.openxmlformats.org/officeDocument/2006/relationships/customXml" Target="../ink/ink1344.xml"/><Relationship Id="rId174" Type="http://schemas.openxmlformats.org/officeDocument/2006/relationships/customXml" Target="../ink/ink1365.xml"/><Relationship Id="rId381" Type="http://schemas.openxmlformats.org/officeDocument/2006/relationships/image" Target="../media/image1083.png"/><Relationship Id="rId241" Type="http://schemas.openxmlformats.org/officeDocument/2006/relationships/image" Target="../media/image1013.png"/><Relationship Id="rId36" Type="http://schemas.openxmlformats.org/officeDocument/2006/relationships/customXml" Target="../ink/ink1296.xml"/><Relationship Id="rId283" Type="http://schemas.openxmlformats.org/officeDocument/2006/relationships/image" Target="../media/image1034.png"/><Relationship Id="rId339" Type="http://schemas.openxmlformats.org/officeDocument/2006/relationships/image" Target="../media/image1062.png"/><Relationship Id="rId78" Type="http://schemas.openxmlformats.org/officeDocument/2006/relationships/customXml" Target="../ink/ink1317.xml"/><Relationship Id="rId101" Type="http://schemas.openxmlformats.org/officeDocument/2006/relationships/image" Target="../media/image942.png"/><Relationship Id="rId143" Type="http://schemas.openxmlformats.org/officeDocument/2006/relationships/image" Target="../media/image963.png"/><Relationship Id="rId185" Type="http://schemas.openxmlformats.org/officeDocument/2006/relationships/image" Target="../media/image984.png"/><Relationship Id="rId350" Type="http://schemas.openxmlformats.org/officeDocument/2006/relationships/customXml" Target="../ink/ink1453.xml"/><Relationship Id="rId406" Type="http://schemas.openxmlformats.org/officeDocument/2006/relationships/customXml" Target="../ink/ink1481.xml"/><Relationship Id="rId9" Type="http://schemas.openxmlformats.org/officeDocument/2006/relationships/image" Target="../media/image895.png"/><Relationship Id="rId210" Type="http://schemas.openxmlformats.org/officeDocument/2006/relationships/customXml" Target="../ink/ink1383.xml"/><Relationship Id="rId392" Type="http://schemas.openxmlformats.org/officeDocument/2006/relationships/customXml" Target="../ink/ink1474.xml"/><Relationship Id="rId252" Type="http://schemas.openxmlformats.org/officeDocument/2006/relationships/customXml" Target="../ink/ink1404.xml"/><Relationship Id="rId294" Type="http://schemas.openxmlformats.org/officeDocument/2006/relationships/customXml" Target="../ink/ink1425.xml"/><Relationship Id="rId308" Type="http://schemas.openxmlformats.org/officeDocument/2006/relationships/customXml" Target="../ink/ink1432.xml"/><Relationship Id="rId47" Type="http://schemas.openxmlformats.org/officeDocument/2006/relationships/image" Target="../media/image915.png"/><Relationship Id="rId89" Type="http://schemas.openxmlformats.org/officeDocument/2006/relationships/image" Target="../media/image936.png"/><Relationship Id="rId112" Type="http://schemas.openxmlformats.org/officeDocument/2006/relationships/customXml" Target="../ink/ink1334.xml"/><Relationship Id="rId154" Type="http://schemas.openxmlformats.org/officeDocument/2006/relationships/customXml" Target="../ink/ink1355.xml"/><Relationship Id="rId361" Type="http://schemas.openxmlformats.org/officeDocument/2006/relationships/image" Target="../media/image1073.png"/><Relationship Id="rId196" Type="http://schemas.openxmlformats.org/officeDocument/2006/relationships/customXml" Target="../ink/ink1376.xml"/><Relationship Id="rId16" Type="http://schemas.openxmlformats.org/officeDocument/2006/relationships/customXml" Target="../ink/ink1286.xml"/><Relationship Id="rId221" Type="http://schemas.openxmlformats.org/officeDocument/2006/relationships/image" Target="../media/image1002.png"/><Relationship Id="rId263" Type="http://schemas.openxmlformats.org/officeDocument/2006/relationships/image" Target="../media/image1024.png"/><Relationship Id="rId319" Type="http://schemas.openxmlformats.org/officeDocument/2006/relationships/image" Target="../media/image1052.png"/><Relationship Id="rId58" Type="http://schemas.openxmlformats.org/officeDocument/2006/relationships/customXml" Target="../ink/ink1307.xml"/><Relationship Id="rId123" Type="http://schemas.openxmlformats.org/officeDocument/2006/relationships/image" Target="../media/image953.png"/><Relationship Id="rId330" Type="http://schemas.openxmlformats.org/officeDocument/2006/relationships/customXml" Target="../ink/ink1443.xml"/><Relationship Id="rId165" Type="http://schemas.openxmlformats.org/officeDocument/2006/relationships/image" Target="../media/image974.png"/><Relationship Id="rId372" Type="http://schemas.openxmlformats.org/officeDocument/2006/relationships/customXml" Target="../ink/ink1464.xml"/><Relationship Id="rId232" Type="http://schemas.openxmlformats.org/officeDocument/2006/relationships/customXml" Target="../ink/ink1394.xml"/><Relationship Id="rId274" Type="http://schemas.openxmlformats.org/officeDocument/2006/relationships/customXml" Target="../ink/ink1415.xml"/><Relationship Id="rId27" Type="http://schemas.openxmlformats.org/officeDocument/2006/relationships/image" Target="../media/image904.png"/><Relationship Id="rId69" Type="http://schemas.openxmlformats.org/officeDocument/2006/relationships/image" Target="../media/image926.png"/><Relationship Id="rId134" Type="http://schemas.openxmlformats.org/officeDocument/2006/relationships/customXml" Target="../ink/ink1345.xml"/><Relationship Id="rId80" Type="http://schemas.openxmlformats.org/officeDocument/2006/relationships/customXml" Target="../ink/ink1318.xml"/><Relationship Id="rId155" Type="http://schemas.openxmlformats.org/officeDocument/2006/relationships/image" Target="../media/image969.png"/><Relationship Id="rId176" Type="http://schemas.openxmlformats.org/officeDocument/2006/relationships/customXml" Target="../ink/ink1366.xml"/><Relationship Id="rId197" Type="http://schemas.openxmlformats.org/officeDocument/2006/relationships/image" Target="../media/image990.png"/><Relationship Id="rId341" Type="http://schemas.openxmlformats.org/officeDocument/2006/relationships/image" Target="../media/image1063.png"/><Relationship Id="rId362" Type="http://schemas.openxmlformats.org/officeDocument/2006/relationships/customXml" Target="../ink/ink1459.xml"/><Relationship Id="rId383" Type="http://schemas.openxmlformats.org/officeDocument/2006/relationships/image" Target="../media/image1084.png"/><Relationship Id="rId201" Type="http://schemas.openxmlformats.org/officeDocument/2006/relationships/image" Target="../media/image992.png"/><Relationship Id="rId222" Type="http://schemas.openxmlformats.org/officeDocument/2006/relationships/customXml" Target="../ink/ink1389.xml"/><Relationship Id="rId243" Type="http://schemas.openxmlformats.org/officeDocument/2006/relationships/image" Target="../media/image1014.png"/><Relationship Id="rId264" Type="http://schemas.openxmlformats.org/officeDocument/2006/relationships/customXml" Target="../ink/ink1410.xml"/><Relationship Id="rId285" Type="http://schemas.openxmlformats.org/officeDocument/2006/relationships/image" Target="../media/image1035.png"/><Relationship Id="rId17" Type="http://schemas.openxmlformats.org/officeDocument/2006/relationships/image" Target="../media/image899.png"/><Relationship Id="rId38" Type="http://schemas.openxmlformats.org/officeDocument/2006/relationships/customXml" Target="../ink/ink1297.xml"/><Relationship Id="rId59" Type="http://schemas.openxmlformats.org/officeDocument/2006/relationships/image" Target="../media/image921.png"/><Relationship Id="rId103" Type="http://schemas.openxmlformats.org/officeDocument/2006/relationships/image" Target="../media/image943.png"/><Relationship Id="rId124" Type="http://schemas.openxmlformats.org/officeDocument/2006/relationships/customXml" Target="../ink/ink1340.xml"/><Relationship Id="rId310" Type="http://schemas.openxmlformats.org/officeDocument/2006/relationships/customXml" Target="../ink/ink1433.xml"/><Relationship Id="rId70" Type="http://schemas.openxmlformats.org/officeDocument/2006/relationships/customXml" Target="../ink/ink1313.xml"/><Relationship Id="rId91" Type="http://schemas.openxmlformats.org/officeDocument/2006/relationships/image" Target="../media/image937.png"/><Relationship Id="rId145" Type="http://schemas.openxmlformats.org/officeDocument/2006/relationships/image" Target="../media/image964.png"/><Relationship Id="rId166" Type="http://schemas.openxmlformats.org/officeDocument/2006/relationships/customXml" Target="../ink/ink1361.xml"/><Relationship Id="rId187" Type="http://schemas.openxmlformats.org/officeDocument/2006/relationships/image" Target="../media/image985.png"/><Relationship Id="rId331" Type="http://schemas.openxmlformats.org/officeDocument/2006/relationships/image" Target="../media/image1058.png"/><Relationship Id="rId352" Type="http://schemas.openxmlformats.org/officeDocument/2006/relationships/customXml" Target="../ink/ink1454.xml"/><Relationship Id="rId373" Type="http://schemas.openxmlformats.org/officeDocument/2006/relationships/image" Target="../media/image1079.png"/><Relationship Id="rId394" Type="http://schemas.openxmlformats.org/officeDocument/2006/relationships/customXml" Target="../ink/ink1475.xml"/><Relationship Id="rId408" Type="http://schemas.openxmlformats.org/officeDocument/2006/relationships/customXml" Target="../ink/ink1482.xml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1384.xml"/><Relationship Id="rId233" Type="http://schemas.openxmlformats.org/officeDocument/2006/relationships/image" Target="../media/image1008.png"/><Relationship Id="rId254" Type="http://schemas.openxmlformats.org/officeDocument/2006/relationships/customXml" Target="../ink/ink1405.xml"/><Relationship Id="rId28" Type="http://schemas.openxmlformats.org/officeDocument/2006/relationships/customXml" Target="../ink/ink1292.xml"/><Relationship Id="rId49" Type="http://schemas.openxmlformats.org/officeDocument/2006/relationships/image" Target="../media/image916.png"/><Relationship Id="rId114" Type="http://schemas.openxmlformats.org/officeDocument/2006/relationships/customXml" Target="../ink/ink1335.xml"/><Relationship Id="rId275" Type="http://schemas.openxmlformats.org/officeDocument/2006/relationships/image" Target="../media/image1030.png"/><Relationship Id="rId296" Type="http://schemas.openxmlformats.org/officeDocument/2006/relationships/customXml" Target="../ink/ink1426.xml"/><Relationship Id="rId300" Type="http://schemas.openxmlformats.org/officeDocument/2006/relationships/customXml" Target="../ink/ink1428.xml"/><Relationship Id="rId60" Type="http://schemas.openxmlformats.org/officeDocument/2006/relationships/customXml" Target="../ink/ink1308.xml"/><Relationship Id="rId81" Type="http://schemas.openxmlformats.org/officeDocument/2006/relationships/image" Target="../media/image932.png"/><Relationship Id="rId135" Type="http://schemas.openxmlformats.org/officeDocument/2006/relationships/image" Target="../media/image959.png"/><Relationship Id="rId156" Type="http://schemas.openxmlformats.org/officeDocument/2006/relationships/customXml" Target="../ink/ink1356.xml"/><Relationship Id="rId177" Type="http://schemas.openxmlformats.org/officeDocument/2006/relationships/image" Target="../media/image980.png"/><Relationship Id="rId198" Type="http://schemas.openxmlformats.org/officeDocument/2006/relationships/customXml" Target="../ink/ink1377.xml"/><Relationship Id="rId321" Type="http://schemas.openxmlformats.org/officeDocument/2006/relationships/image" Target="../media/image1053.png"/><Relationship Id="rId342" Type="http://schemas.openxmlformats.org/officeDocument/2006/relationships/customXml" Target="../ink/ink1449.xml"/><Relationship Id="rId363" Type="http://schemas.openxmlformats.org/officeDocument/2006/relationships/image" Target="../media/image1074.png"/><Relationship Id="rId384" Type="http://schemas.openxmlformats.org/officeDocument/2006/relationships/customXml" Target="../ink/ink1470.xml"/><Relationship Id="rId202" Type="http://schemas.openxmlformats.org/officeDocument/2006/relationships/customXml" Target="../ink/ink1379.xml"/><Relationship Id="rId223" Type="http://schemas.openxmlformats.org/officeDocument/2006/relationships/image" Target="../media/image1003.png"/><Relationship Id="rId244" Type="http://schemas.openxmlformats.org/officeDocument/2006/relationships/customXml" Target="../ink/ink1400.xml"/><Relationship Id="rId18" Type="http://schemas.openxmlformats.org/officeDocument/2006/relationships/customXml" Target="../ink/ink1287.xml"/><Relationship Id="rId39" Type="http://schemas.openxmlformats.org/officeDocument/2006/relationships/image" Target="../media/image911.png"/><Relationship Id="rId265" Type="http://schemas.openxmlformats.org/officeDocument/2006/relationships/image" Target="../media/image1025.png"/><Relationship Id="rId286" Type="http://schemas.openxmlformats.org/officeDocument/2006/relationships/customXml" Target="../ink/ink1421.xml"/><Relationship Id="rId50" Type="http://schemas.openxmlformats.org/officeDocument/2006/relationships/customXml" Target="../ink/ink1303.xml"/><Relationship Id="rId104" Type="http://schemas.openxmlformats.org/officeDocument/2006/relationships/customXml" Target="../ink/ink1330.xml"/><Relationship Id="rId125" Type="http://schemas.openxmlformats.org/officeDocument/2006/relationships/image" Target="../media/image954.png"/><Relationship Id="rId146" Type="http://schemas.openxmlformats.org/officeDocument/2006/relationships/customXml" Target="../ink/ink1351.xml"/><Relationship Id="rId167" Type="http://schemas.openxmlformats.org/officeDocument/2006/relationships/image" Target="../media/image975.png"/><Relationship Id="rId188" Type="http://schemas.openxmlformats.org/officeDocument/2006/relationships/customXml" Target="../ink/ink1372.xml"/><Relationship Id="rId311" Type="http://schemas.openxmlformats.org/officeDocument/2006/relationships/image" Target="../media/image1048.png"/><Relationship Id="rId332" Type="http://schemas.openxmlformats.org/officeDocument/2006/relationships/customXml" Target="../ink/ink1444.xml"/><Relationship Id="rId353" Type="http://schemas.openxmlformats.org/officeDocument/2006/relationships/image" Target="../media/image1069.png"/><Relationship Id="rId374" Type="http://schemas.openxmlformats.org/officeDocument/2006/relationships/customXml" Target="../ink/ink1465.xml"/><Relationship Id="rId395" Type="http://schemas.openxmlformats.org/officeDocument/2006/relationships/image" Target="../media/image1090.png"/><Relationship Id="rId409" Type="http://schemas.openxmlformats.org/officeDocument/2006/relationships/image" Target="../media/image1097.png"/><Relationship Id="rId71" Type="http://schemas.openxmlformats.org/officeDocument/2006/relationships/image" Target="../media/image927.png"/><Relationship Id="rId92" Type="http://schemas.openxmlformats.org/officeDocument/2006/relationships/customXml" Target="../ink/ink1324.xml"/><Relationship Id="rId213" Type="http://schemas.openxmlformats.org/officeDocument/2006/relationships/image" Target="../media/image998.png"/><Relationship Id="rId234" Type="http://schemas.openxmlformats.org/officeDocument/2006/relationships/customXml" Target="../ink/ink1395.xml"/><Relationship Id="rId2" Type="http://schemas.openxmlformats.org/officeDocument/2006/relationships/customXml" Target="../ink/ink1279.xml"/><Relationship Id="rId29" Type="http://schemas.openxmlformats.org/officeDocument/2006/relationships/image" Target="../media/image905.png"/><Relationship Id="rId255" Type="http://schemas.openxmlformats.org/officeDocument/2006/relationships/image" Target="../media/image1020.png"/><Relationship Id="rId276" Type="http://schemas.openxmlformats.org/officeDocument/2006/relationships/customXml" Target="../ink/ink1416.xml"/><Relationship Id="rId297" Type="http://schemas.openxmlformats.org/officeDocument/2006/relationships/image" Target="../media/image1041.png"/><Relationship Id="rId40" Type="http://schemas.openxmlformats.org/officeDocument/2006/relationships/customXml" Target="../ink/ink1298.xml"/><Relationship Id="rId115" Type="http://schemas.openxmlformats.org/officeDocument/2006/relationships/image" Target="../media/image949.png"/><Relationship Id="rId136" Type="http://schemas.openxmlformats.org/officeDocument/2006/relationships/customXml" Target="../ink/ink1346.xml"/><Relationship Id="rId157" Type="http://schemas.openxmlformats.org/officeDocument/2006/relationships/image" Target="../media/image970.png"/><Relationship Id="rId178" Type="http://schemas.openxmlformats.org/officeDocument/2006/relationships/customXml" Target="../ink/ink1367.xml"/><Relationship Id="rId301" Type="http://schemas.openxmlformats.org/officeDocument/2006/relationships/image" Target="../media/image1043.png"/><Relationship Id="rId322" Type="http://schemas.openxmlformats.org/officeDocument/2006/relationships/customXml" Target="../ink/ink1439.xml"/><Relationship Id="rId343" Type="http://schemas.openxmlformats.org/officeDocument/2006/relationships/image" Target="../media/image1064.png"/><Relationship Id="rId364" Type="http://schemas.openxmlformats.org/officeDocument/2006/relationships/customXml" Target="../ink/ink1460.xml"/><Relationship Id="rId61" Type="http://schemas.openxmlformats.org/officeDocument/2006/relationships/image" Target="../media/image922.png"/><Relationship Id="rId82" Type="http://schemas.openxmlformats.org/officeDocument/2006/relationships/customXml" Target="../ink/ink1319.xml"/><Relationship Id="rId199" Type="http://schemas.openxmlformats.org/officeDocument/2006/relationships/image" Target="../media/image991.png"/><Relationship Id="rId203" Type="http://schemas.openxmlformats.org/officeDocument/2006/relationships/image" Target="../media/image993.png"/><Relationship Id="rId385" Type="http://schemas.openxmlformats.org/officeDocument/2006/relationships/image" Target="../media/image1085.png"/><Relationship Id="rId19" Type="http://schemas.openxmlformats.org/officeDocument/2006/relationships/image" Target="../media/image900.png"/><Relationship Id="rId224" Type="http://schemas.openxmlformats.org/officeDocument/2006/relationships/customXml" Target="../ink/ink1390.xml"/><Relationship Id="rId245" Type="http://schemas.openxmlformats.org/officeDocument/2006/relationships/image" Target="../media/image1015.png"/><Relationship Id="rId266" Type="http://schemas.openxmlformats.org/officeDocument/2006/relationships/customXml" Target="../ink/ink1411.xml"/><Relationship Id="rId287" Type="http://schemas.openxmlformats.org/officeDocument/2006/relationships/image" Target="../media/image1036.png"/><Relationship Id="rId410" Type="http://schemas.openxmlformats.org/officeDocument/2006/relationships/customXml" Target="../ink/ink1483.xml"/><Relationship Id="rId30" Type="http://schemas.openxmlformats.org/officeDocument/2006/relationships/customXml" Target="../ink/ink1293.xml"/><Relationship Id="rId105" Type="http://schemas.openxmlformats.org/officeDocument/2006/relationships/image" Target="../media/image944.png"/><Relationship Id="rId126" Type="http://schemas.openxmlformats.org/officeDocument/2006/relationships/customXml" Target="../ink/ink1341.xml"/><Relationship Id="rId147" Type="http://schemas.openxmlformats.org/officeDocument/2006/relationships/image" Target="../media/image965.png"/><Relationship Id="rId168" Type="http://schemas.openxmlformats.org/officeDocument/2006/relationships/customXml" Target="../ink/ink1362.xml"/><Relationship Id="rId312" Type="http://schemas.openxmlformats.org/officeDocument/2006/relationships/customXml" Target="../ink/ink1434.xml"/><Relationship Id="rId333" Type="http://schemas.openxmlformats.org/officeDocument/2006/relationships/image" Target="../media/image1059.png"/><Relationship Id="rId354" Type="http://schemas.openxmlformats.org/officeDocument/2006/relationships/customXml" Target="../ink/ink1455.xml"/><Relationship Id="rId51" Type="http://schemas.openxmlformats.org/officeDocument/2006/relationships/image" Target="../media/image917.png"/><Relationship Id="rId72" Type="http://schemas.openxmlformats.org/officeDocument/2006/relationships/customXml" Target="../ink/ink1314.xml"/><Relationship Id="rId93" Type="http://schemas.openxmlformats.org/officeDocument/2006/relationships/image" Target="../media/image938.png"/><Relationship Id="rId189" Type="http://schemas.openxmlformats.org/officeDocument/2006/relationships/image" Target="../media/image986.png"/><Relationship Id="rId375" Type="http://schemas.openxmlformats.org/officeDocument/2006/relationships/image" Target="../media/image1080.png"/><Relationship Id="rId396" Type="http://schemas.openxmlformats.org/officeDocument/2006/relationships/customXml" Target="../ink/ink1476.xml"/><Relationship Id="rId3" Type="http://schemas.openxmlformats.org/officeDocument/2006/relationships/image" Target="../media/image892.png"/><Relationship Id="rId214" Type="http://schemas.openxmlformats.org/officeDocument/2006/relationships/customXml" Target="../ink/ink1385.xml"/><Relationship Id="rId235" Type="http://schemas.openxmlformats.org/officeDocument/2006/relationships/image" Target="../media/image1009.png"/><Relationship Id="rId256" Type="http://schemas.openxmlformats.org/officeDocument/2006/relationships/customXml" Target="../ink/ink1406.xml"/><Relationship Id="rId277" Type="http://schemas.openxmlformats.org/officeDocument/2006/relationships/image" Target="../media/image1031.png"/><Relationship Id="rId298" Type="http://schemas.openxmlformats.org/officeDocument/2006/relationships/customXml" Target="../ink/ink1427.xml"/><Relationship Id="rId400" Type="http://schemas.openxmlformats.org/officeDocument/2006/relationships/customXml" Target="../ink/ink1478.xml"/><Relationship Id="rId116" Type="http://schemas.openxmlformats.org/officeDocument/2006/relationships/customXml" Target="../ink/ink1336.xml"/><Relationship Id="rId137" Type="http://schemas.openxmlformats.org/officeDocument/2006/relationships/image" Target="../media/image960.png"/><Relationship Id="rId158" Type="http://schemas.openxmlformats.org/officeDocument/2006/relationships/customXml" Target="../ink/ink1357.xml"/><Relationship Id="rId302" Type="http://schemas.openxmlformats.org/officeDocument/2006/relationships/customXml" Target="../ink/ink1429.xml"/><Relationship Id="rId323" Type="http://schemas.openxmlformats.org/officeDocument/2006/relationships/image" Target="../media/image1054.png"/><Relationship Id="rId344" Type="http://schemas.openxmlformats.org/officeDocument/2006/relationships/customXml" Target="../ink/ink1450.xml"/><Relationship Id="rId20" Type="http://schemas.openxmlformats.org/officeDocument/2006/relationships/customXml" Target="../ink/ink1288.xml"/><Relationship Id="rId41" Type="http://schemas.openxmlformats.org/officeDocument/2006/relationships/image" Target="../media/image912.png"/><Relationship Id="rId62" Type="http://schemas.openxmlformats.org/officeDocument/2006/relationships/customXml" Target="../ink/ink1309.xml"/><Relationship Id="rId83" Type="http://schemas.openxmlformats.org/officeDocument/2006/relationships/image" Target="../media/image933.png"/><Relationship Id="rId179" Type="http://schemas.openxmlformats.org/officeDocument/2006/relationships/image" Target="../media/image981.png"/><Relationship Id="rId365" Type="http://schemas.openxmlformats.org/officeDocument/2006/relationships/image" Target="../media/image1075.png"/><Relationship Id="rId386" Type="http://schemas.openxmlformats.org/officeDocument/2006/relationships/customXml" Target="../ink/ink1471.xml"/><Relationship Id="rId190" Type="http://schemas.openxmlformats.org/officeDocument/2006/relationships/customXml" Target="../ink/ink1373.xml"/><Relationship Id="rId204" Type="http://schemas.openxmlformats.org/officeDocument/2006/relationships/customXml" Target="../ink/ink1380.xml"/><Relationship Id="rId225" Type="http://schemas.openxmlformats.org/officeDocument/2006/relationships/image" Target="../media/image1004.png"/><Relationship Id="rId246" Type="http://schemas.openxmlformats.org/officeDocument/2006/relationships/customXml" Target="../ink/ink1401.xml"/><Relationship Id="rId267" Type="http://schemas.openxmlformats.org/officeDocument/2006/relationships/image" Target="../media/image1026.png"/><Relationship Id="rId288" Type="http://schemas.openxmlformats.org/officeDocument/2006/relationships/customXml" Target="../ink/ink1422.xml"/><Relationship Id="rId411" Type="http://schemas.openxmlformats.org/officeDocument/2006/relationships/image" Target="../media/image1098.png"/><Relationship Id="rId106" Type="http://schemas.openxmlformats.org/officeDocument/2006/relationships/customXml" Target="../ink/ink1331.xml"/><Relationship Id="rId127" Type="http://schemas.openxmlformats.org/officeDocument/2006/relationships/image" Target="../media/image955.png"/><Relationship Id="rId313" Type="http://schemas.openxmlformats.org/officeDocument/2006/relationships/image" Target="../media/image1049.png"/><Relationship Id="rId10" Type="http://schemas.openxmlformats.org/officeDocument/2006/relationships/customXml" Target="../ink/ink1283.xml"/><Relationship Id="rId31" Type="http://schemas.openxmlformats.org/officeDocument/2006/relationships/image" Target="../media/image906.png"/><Relationship Id="rId52" Type="http://schemas.openxmlformats.org/officeDocument/2006/relationships/customXml" Target="../ink/ink1304.xml"/><Relationship Id="rId73" Type="http://schemas.openxmlformats.org/officeDocument/2006/relationships/image" Target="../media/image928.png"/><Relationship Id="rId94" Type="http://schemas.openxmlformats.org/officeDocument/2006/relationships/customXml" Target="../ink/ink1325.xml"/><Relationship Id="rId148" Type="http://schemas.openxmlformats.org/officeDocument/2006/relationships/customXml" Target="../ink/ink1352.xml"/><Relationship Id="rId169" Type="http://schemas.openxmlformats.org/officeDocument/2006/relationships/image" Target="../media/image976.png"/><Relationship Id="rId334" Type="http://schemas.openxmlformats.org/officeDocument/2006/relationships/customXml" Target="../ink/ink1445.xml"/><Relationship Id="rId355" Type="http://schemas.openxmlformats.org/officeDocument/2006/relationships/image" Target="../media/image1070.png"/><Relationship Id="rId376" Type="http://schemas.openxmlformats.org/officeDocument/2006/relationships/customXml" Target="../ink/ink1466.xml"/><Relationship Id="rId397" Type="http://schemas.openxmlformats.org/officeDocument/2006/relationships/image" Target="../media/image1091.png"/><Relationship Id="rId4" Type="http://schemas.openxmlformats.org/officeDocument/2006/relationships/customXml" Target="../ink/ink1280.xml"/><Relationship Id="rId180" Type="http://schemas.openxmlformats.org/officeDocument/2006/relationships/customXml" Target="../ink/ink1368.xml"/><Relationship Id="rId215" Type="http://schemas.openxmlformats.org/officeDocument/2006/relationships/image" Target="../media/image999.png"/><Relationship Id="rId236" Type="http://schemas.openxmlformats.org/officeDocument/2006/relationships/customXml" Target="../ink/ink1396.xml"/><Relationship Id="rId257" Type="http://schemas.openxmlformats.org/officeDocument/2006/relationships/image" Target="../media/image1021.png"/><Relationship Id="rId278" Type="http://schemas.openxmlformats.org/officeDocument/2006/relationships/customXml" Target="../ink/ink1417.xml"/><Relationship Id="rId401" Type="http://schemas.openxmlformats.org/officeDocument/2006/relationships/image" Target="../media/image1093.png"/><Relationship Id="rId303" Type="http://schemas.openxmlformats.org/officeDocument/2006/relationships/image" Target="../media/image1044.png"/><Relationship Id="rId42" Type="http://schemas.openxmlformats.org/officeDocument/2006/relationships/customXml" Target="../ink/ink1299.xml"/><Relationship Id="rId84" Type="http://schemas.openxmlformats.org/officeDocument/2006/relationships/customXml" Target="../ink/ink1320.xml"/><Relationship Id="rId138" Type="http://schemas.openxmlformats.org/officeDocument/2006/relationships/customXml" Target="../ink/ink1347.xml"/><Relationship Id="rId345" Type="http://schemas.openxmlformats.org/officeDocument/2006/relationships/image" Target="../media/image1065.png"/><Relationship Id="rId387" Type="http://schemas.openxmlformats.org/officeDocument/2006/relationships/image" Target="../media/image1086.png"/><Relationship Id="rId191" Type="http://schemas.openxmlformats.org/officeDocument/2006/relationships/image" Target="../media/image987.png"/><Relationship Id="rId205" Type="http://schemas.openxmlformats.org/officeDocument/2006/relationships/image" Target="../media/image994.png"/><Relationship Id="rId247" Type="http://schemas.openxmlformats.org/officeDocument/2006/relationships/image" Target="../media/image1016.png"/><Relationship Id="rId412" Type="http://schemas.openxmlformats.org/officeDocument/2006/relationships/customXml" Target="../ink/ink1484.xml"/><Relationship Id="rId107" Type="http://schemas.openxmlformats.org/officeDocument/2006/relationships/image" Target="../media/image945.png"/><Relationship Id="rId289" Type="http://schemas.openxmlformats.org/officeDocument/2006/relationships/image" Target="../media/image1037.png"/><Relationship Id="rId11" Type="http://schemas.openxmlformats.org/officeDocument/2006/relationships/image" Target="../media/image896.png"/><Relationship Id="rId53" Type="http://schemas.openxmlformats.org/officeDocument/2006/relationships/image" Target="../media/image918.png"/><Relationship Id="rId149" Type="http://schemas.openxmlformats.org/officeDocument/2006/relationships/image" Target="../media/image966.png"/><Relationship Id="rId314" Type="http://schemas.openxmlformats.org/officeDocument/2006/relationships/customXml" Target="../ink/ink1435.xml"/><Relationship Id="rId356" Type="http://schemas.openxmlformats.org/officeDocument/2006/relationships/customXml" Target="../ink/ink1456.xml"/><Relationship Id="rId398" Type="http://schemas.openxmlformats.org/officeDocument/2006/relationships/customXml" Target="../ink/ink1477.xml"/><Relationship Id="rId95" Type="http://schemas.openxmlformats.org/officeDocument/2006/relationships/image" Target="../media/image939.png"/><Relationship Id="rId160" Type="http://schemas.openxmlformats.org/officeDocument/2006/relationships/customXml" Target="../ink/ink1358.xml"/><Relationship Id="rId216" Type="http://schemas.openxmlformats.org/officeDocument/2006/relationships/customXml" Target="../ink/ink1386.xml"/><Relationship Id="rId258" Type="http://schemas.openxmlformats.org/officeDocument/2006/relationships/customXml" Target="../ink/ink1407.xml"/><Relationship Id="rId22" Type="http://schemas.openxmlformats.org/officeDocument/2006/relationships/customXml" Target="../ink/ink1289.xml"/><Relationship Id="rId64" Type="http://schemas.openxmlformats.org/officeDocument/2006/relationships/customXml" Target="../ink/ink1310.xml"/><Relationship Id="rId118" Type="http://schemas.openxmlformats.org/officeDocument/2006/relationships/customXml" Target="../ink/ink1337.xml"/><Relationship Id="rId325" Type="http://schemas.openxmlformats.org/officeDocument/2006/relationships/image" Target="../media/image1055.png"/><Relationship Id="rId367" Type="http://schemas.openxmlformats.org/officeDocument/2006/relationships/image" Target="../media/image1076.png"/><Relationship Id="rId171" Type="http://schemas.openxmlformats.org/officeDocument/2006/relationships/image" Target="../media/image977.png"/><Relationship Id="rId227" Type="http://schemas.openxmlformats.org/officeDocument/2006/relationships/image" Target="../media/image1005.png"/><Relationship Id="rId269" Type="http://schemas.openxmlformats.org/officeDocument/2006/relationships/image" Target="../media/image1027.png"/><Relationship Id="rId33" Type="http://schemas.openxmlformats.org/officeDocument/2006/relationships/image" Target="../media/image907.png"/><Relationship Id="rId129" Type="http://schemas.openxmlformats.org/officeDocument/2006/relationships/image" Target="../media/image956.png"/><Relationship Id="rId280" Type="http://schemas.openxmlformats.org/officeDocument/2006/relationships/customXml" Target="../ink/ink1418.xml"/><Relationship Id="rId336" Type="http://schemas.openxmlformats.org/officeDocument/2006/relationships/customXml" Target="../ink/ink1446.xml"/><Relationship Id="rId75" Type="http://schemas.openxmlformats.org/officeDocument/2006/relationships/image" Target="../media/image929.png"/><Relationship Id="rId140" Type="http://schemas.openxmlformats.org/officeDocument/2006/relationships/customXml" Target="../ink/ink1348.xml"/><Relationship Id="rId182" Type="http://schemas.openxmlformats.org/officeDocument/2006/relationships/customXml" Target="../ink/ink1369.xml"/><Relationship Id="rId378" Type="http://schemas.openxmlformats.org/officeDocument/2006/relationships/customXml" Target="../ink/ink1467.xml"/><Relationship Id="rId403" Type="http://schemas.openxmlformats.org/officeDocument/2006/relationships/image" Target="../media/image1094.png"/><Relationship Id="rId6" Type="http://schemas.openxmlformats.org/officeDocument/2006/relationships/customXml" Target="../ink/ink1281.xml"/><Relationship Id="rId238" Type="http://schemas.openxmlformats.org/officeDocument/2006/relationships/customXml" Target="../ink/ink1397.xml"/><Relationship Id="rId291" Type="http://schemas.openxmlformats.org/officeDocument/2006/relationships/image" Target="../media/image1038.png"/><Relationship Id="rId305" Type="http://schemas.openxmlformats.org/officeDocument/2006/relationships/image" Target="../media/image1045.png"/><Relationship Id="rId347" Type="http://schemas.openxmlformats.org/officeDocument/2006/relationships/image" Target="../media/image1066.png"/><Relationship Id="rId44" Type="http://schemas.openxmlformats.org/officeDocument/2006/relationships/customXml" Target="../ink/ink1300.xml"/><Relationship Id="rId86" Type="http://schemas.openxmlformats.org/officeDocument/2006/relationships/customXml" Target="../ink/ink1321.xml"/><Relationship Id="rId151" Type="http://schemas.openxmlformats.org/officeDocument/2006/relationships/image" Target="../media/image967.png"/><Relationship Id="rId389" Type="http://schemas.openxmlformats.org/officeDocument/2006/relationships/image" Target="../media/image1087.png"/><Relationship Id="rId193" Type="http://schemas.openxmlformats.org/officeDocument/2006/relationships/image" Target="../media/image988.png"/><Relationship Id="rId207" Type="http://schemas.openxmlformats.org/officeDocument/2006/relationships/image" Target="../media/image995.png"/><Relationship Id="rId249" Type="http://schemas.openxmlformats.org/officeDocument/2006/relationships/image" Target="../media/image1017.png"/><Relationship Id="rId13" Type="http://schemas.openxmlformats.org/officeDocument/2006/relationships/image" Target="../media/image897.png"/><Relationship Id="rId109" Type="http://schemas.openxmlformats.org/officeDocument/2006/relationships/image" Target="../media/image946.png"/><Relationship Id="rId260" Type="http://schemas.openxmlformats.org/officeDocument/2006/relationships/customXml" Target="../ink/ink1408.xml"/><Relationship Id="rId316" Type="http://schemas.openxmlformats.org/officeDocument/2006/relationships/customXml" Target="../ink/ink1436.xml"/><Relationship Id="rId55" Type="http://schemas.openxmlformats.org/officeDocument/2006/relationships/image" Target="../media/image919.png"/><Relationship Id="rId97" Type="http://schemas.openxmlformats.org/officeDocument/2006/relationships/image" Target="../media/image940.png"/><Relationship Id="rId120" Type="http://schemas.openxmlformats.org/officeDocument/2006/relationships/customXml" Target="../ink/ink1338.xml"/><Relationship Id="rId358" Type="http://schemas.openxmlformats.org/officeDocument/2006/relationships/customXml" Target="../ink/ink1457.xml"/><Relationship Id="rId162" Type="http://schemas.openxmlformats.org/officeDocument/2006/relationships/customXml" Target="../ink/ink1359.xml"/><Relationship Id="rId218" Type="http://schemas.openxmlformats.org/officeDocument/2006/relationships/customXml" Target="../ink/ink1387.xml"/><Relationship Id="rId271" Type="http://schemas.openxmlformats.org/officeDocument/2006/relationships/image" Target="../media/image1028.png"/><Relationship Id="rId24" Type="http://schemas.openxmlformats.org/officeDocument/2006/relationships/customXml" Target="../ink/ink1290.xml"/><Relationship Id="rId66" Type="http://schemas.openxmlformats.org/officeDocument/2006/relationships/customXml" Target="../ink/ink1311.xml"/><Relationship Id="rId131" Type="http://schemas.openxmlformats.org/officeDocument/2006/relationships/image" Target="../media/image957.png"/><Relationship Id="rId327" Type="http://schemas.openxmlformats.org/officeDocument/2006/relationships/image" Target="../media/image1056.png"/><Relationship Id="rId369" Type="http://schemas.openxmlformats.org/officeDocument/2006/relationships/image" Target="../media/image1077.png"/><Relationship Id="rId173" Type="http://schemas.openxmlformats.org/officeDocument/2006/relationships/image" Target="../media/image978.png"/><Relationship Id="rId229" Type="http://schemas.openxmlformats.org/officeDocument/2006/relationships/image" Target="../media/image1006.png"/><Relationship Id="rId380" Type="http://schemas.openxmlformats.org/officeDocument/2006/relationships/customXml" Target="../ink/ink1468.xml"/><Relationship Id="rId240" Type="http://schemas.openxmlformats.org/officeDocument/2006/relationships/customXml" Target="../ink/ink1398.xml"/><Relationship Id="rId35" Type="http://schemas.openxmlformats.org/officeDocument/2006/relationships/image" Target="../media/image908.png"/><Relationship Id="rId77" Type="http://schemas.openxmlformats.org/officeDocument/2006/relationships/image" Target="../media/image930.png"/><Relationship Id="rId100" Type="http://schemas.openxmlformats.org/officeDocument/2006/relationships/customXml" Target="../ink/ink1328.xml"/><Relationship Id="rId282" Type="http://schemas.openxmlformats.org/officeDocument/2006/relationships/customXml" Target="../ink/ink1419.xml"/><Relationship Id="rId338" Type="http://schemas.openxmlformats.org/officeDocument/2006/relationships/customXml" Target="../ink/ink1447.xml"/><Relationship Id="rId8" Type="http://schemas.openxmlformats.org/officeDocument/2006/relationships/customXml" Target="../ink/ink1282.xml"/><Relationship Id="rId142" Type="http://schemas.openxmlformats.org/officeDocument/2006/relationships/customXml" Target="../ink/ink1349.xml"/><Relationship Id="rId184" Type="http://schemas.openxmlformats.org/officeDocument/2006/relationships/customXml" Target="../ink/ink1370.xml"/><Relationship Id="rId391" Type="http://schemas.openxmlformats.org/officeDocument/2006/relationships/image" Target="../media/image1088.png"/><Relationship Id="rId405" Type="http://schemas.openxmlformats.org/officeDocument/2006/relationships/image" Target="../media/image1095.png"/><Relationship Id="rId251" Type="http://schemas.openxmlformats.org/officeDocument/2006/relationships/image" Target="../media/image1018.png"/><Relationship Id="rId46" Type="http://schemas.openxmlformats.org/officeDocument/2006/relationships/customXml" Target="../ink/ink1301.xml"/><Relationship Id="rId293" Type="http://schemas.openxmlformats.org/officeDocument/2006/relationships/image" Target="../media/image1039.png"/><Relationship Id="rId307" Type="http://schemas.openxmlformats.org/officeDocument/2006/relationships/image" Target="../media/image1046.png"/><Relationship Id="rId349" Type="http://schemas.openxmlformats.org/officeDocument/2006/relationships/image" Target="../media/image1067.png"/><Relationship Id="rId88" Type="http://schemas.openxmlformats.org/officeDocument/2006/relationships/customXml" Target="../ink/ink1322.xml"/><Relationship Id="rId111" Type="http://schemas.openxmlformats.org/officeDocument/2006/relationships/image" Target="../media/image947.png"/><Relationship Id="rId153" Type="http://schemas.openxmlformats.org/officeDocument/2006/relationships/image" Target="../media/image968.png"/><Relationship Id="rId195" Type="http://schemas.openxmlformats.org/officeDocument/2006/relationships/image" Target="../media/image989.png"/><Relationship Id="rId209" Type="http://schemas.openxmlformats.org/officeDocument/2006/relationships/image" Target="../media/image996.png"/><Relationship Id="rId360" Type="http://schemas.openxmlformats.org/officeDocument/2006/relationships/customXml" Target="../ink/ink1458.xml"/><Relationship Id="rId220" Type="http://schemas.openxmlformats.org/officeDocument/2006/relationships/customXml" Target="../ink/ink1388.xml"/><Relationship Id="rId15" Type="http://schemas.openxmlformats.org/officeDocument/2006/relationships/image" Target="../media/image898.png"/><Relationship Id="rId57" Type="http://schemas.openxmlformats.org/officeDocument/2006/relationships/image" Target="../media/image920.png"/><Relationship Id="rId262" Type="http://schemas.openxmlformats.org/officeDocument/2006/relationships/customXml" Target="../ink/ink1409.xml"/><Relationship Id="rId318" Type="http://schemas.openxmlformats.org/officeDocument/2006/relationships/customXml" Target="../ink/ink1437.xml"/><Relationship Id="rId99" Type="http://schemas.openxmlformats.org/officeDocument/2006/relationships/image" Target="../media/image941.png"/><Relationship Id="rId122" Type="http://schemas.openxmlformats.org/officeDocument/2006/relationships/customXml" Target="../ink/ink1339.xml"/><Relationship Id="rId164" Type="http://schemas.openxmlformats.org/officeDocument/2006/relationships/customXml" Target="../ink/ink1360.xml"/><Relationship Id="rId371" Type="http://schemas.openxmlformats.org/officeDocument/2006/relationships/image" Target="../media/image1078.png"/><Relationship Id="rId26" Type="http://schemas.openxmlformats.org/officeDocument/2006/relationships/customXml" Target="../ink/ink1291.xml"/><Relationship Id="rId231" Type="http://schemas.openxmlformats.org/officeDocument/2006/relationships/image" Target="../media/image1007.png"/><Relationship Id="rId273" Type="http://schemas.openxmlformats.org/officeDocument/2006/relationships/image" Target="../media/image1029.png"/><Relationship Id="rId329" Type="http://schemas.openxmlformats.org/officeDocument/2006/relationships/image" Target="../media/image1057.png"/><Relationship Id="rId68" Type="http://schemas.openxmlformats.org/officeDocument/2006/relationships/customXml" Target="../ink/ink1312.xml"/><Relationship Id="rId133" Type="http://schemas.openxmlformats.org/officeDocument/2006/relationships/image" Target="../media/image958.png"/><Relationship Id="rId175" Type="http://schemas.openxmlformats.org/officeDocument/2006/relationships/image" Target="../media/image979.png"/><Relationship Id="rId340" Type="http://schemas.openxmlformats.org/officeDocument/2006/relationships/customXml" Target="../ink/ink1448.xml"/><Relationship Id="rId200" Type="http://schemas.openxmlformats.org/officeDocument/2006/relationships/customXml" Target="../ink/ink1378.xml"/><Relationship Id="rId382" Type="http://schemas.openxmlformats.org/officeDocument/2006/relationships/customXml" Target="../ink/ink1469.xml"/><Relationship Id="rId242" Type="http://schemas.openxmlformats.org/officeDocument/2006/relationships/customXml" Target="../ink/ink1399.xml"/><Relationship Id="rId284" Type="http://schemas.openxmlformats.org/officeDocument/2006/relationships/customXml" Target="../ink/ink1420.xml"/><Relationship Id="rId37" Type="http://schemas.openxmlformats.org/officeDocument/2006/relationships/image" Target="../media/image909.png"/><Relationship Id="rId79" Type="http://schemas.openxmlformats.org/officeDocument/2006/relationships/image" Target="../media/image931.png"/><Relationship Id="rId102" Type="http://schemas.openxmlformats.org/officeDocument/2006/relationships/customXml" Target="../ink/ink1329.xml"/><Relationship Id="rId144" Type="http://schemas.openxmlformats.org/officeDocument/2006/relationships/customXml" Target="../ink/ink1350.xml"/><Relationship Id="rId90" Type="http://schemas.openxmlformats.org/officeDocument/2006/relationships/customXml" Target="../ink/ink1323.xml"/><Relationship Id="rId186" Type="http://schemas.openxmlformats.org/officeDocument/2006/relationships/customXml" Target="../ink/ink1371.xml"/><Relationship Id="rId351" Type="http://schemas.openxmlformats.org/officeDocument/2006/relationships/image" Target="../media/image1068.png"/><Relationship Id="rId393" Type="http://schemas.openxmlformats.org/officeDocument/2006/relationships/image" Target="../media/image1089.png"/><Relationship Id="rId407" Type="http://schemas.openxmlformats.org/officeDocument/2006/relationships/image" Target="../media/image1096.png"/><Relationship Id="rId211" Type="http://schemas.openxmlformats.org/officeDocument/2006/relationships/image" Target="../media/image997.png"/><Relationship Id="rId253" Type="http://schemas.openxmlformats.org/officeDocument/2006/relationships/image" Target="../media/image1019.png"/><Relationship Id="rId295" Type="http://schemas.openxmlformats.org/officeDocument/2006/relationships/image" Target="../media/image1040.png"/><Relationship Id="rId309" Type="http://schemas.openxmlformats.org/officeDocument/2006/relationships/image" Target="../media/image1047.png"/><Relationship Id="rId48" Type="http://schemas.openxmlformats.org/officeDocument/2006/relationships/customXml" Target="../ink/ink1302.xml"/><Relationship Id="rId113" Type="http://schemas.openxmlformats.org/officeDocument/2006/relationships/image" Target="../media/image948.png"/><Relationship Id="rId320" Type="http://schemas.openxmlformats.org/officeDocument/2006/relationships/customXml" Target="../ink/ink1438.xml"/></Relationships>
</file>

<file path=ppt/slides/_rels/slide13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950.png"/><Relationship Id="rId299" Type="http://schemas.openxmlformats.org/officeDocument/2006/relationships/image" Target="../media/image1145.png"/><Relationship Id="rId21" Type="http://schemas.openxmlformats.org/officeDocument/2006/relationships/image" Target="../media/image901.png"/><Relationship Id="rId63" Type="http://schemas.openxmlformats.org/officeDocument/2006/relationships/image" Target="../media/image923.png"/><Relationship Id="rId159" Type="http://schemas.openxmlformats.org/officeDocument/2006/relationships/image" Target="../media/image971.png"/><Relationship Id="rId324" Type="http://schemas.openxmlformats.org/officeDocument/2006/relationships/customXml" Target="../ink/ink1646.xml"/><Relationship Id="rId366" Type="http://schemas.openxmlformats.org/officeDocument/2006/relationships/customXml" Target="../ink/ink1667.xml"/><Relationship Id="rId170" Type="http://schemas.openxmlformats.org/officeDocument/2006/relationships/customXml" Target="../ink/ink1569.xml"/><Relationship Id="rId226" Type="http://schemas.openxmlformats.org/officeDocument/2006/relationships/customXml" Target="../ink/ink1597.xml"/><Relationship Id="rId433" Type="http://schemas.openxmlformats.org/officeDocument/2006/relationships/image" Target="../media/image1213.png"/><Relationship Id="rId268" Type="http://schemas.openxmlformats.org/officeDocument/2006/relationships/customXml" Target="../ink/ink1618.xml"/><Relationship Id="rId32" Type="http://schemas.openxmlformats.org/officeDocument/2006/relationships/customXml" Target="../ink/ink1500.xml"/><Relationship Id="rId74" Type="http://schemas.openxmlformats.org/officeDocument/2006/relationships/customXml" Target="../ink/ink1521.xml"/><Relationship Id="rId128" Type="http://schemas.openxmlformats.org/officeDocument/2006/relationships/customXml" Target="../ink/ink1548.xml"/><Relationship Id="rId335" Type="http://schemas.openxmlformats.org/officeDocument/2006/relationships/image" Target="../media/image1163.png"/><Relationship Id="rId377" Type="http://schemas.openxmlformats.org/officeDocument/2006/relationships/image" Target="../media/image1184.png"/><Relationship Id="rId5" Type="http://schemas.openxmlformats.org/officeDocument/2006/relationships/image" Target="../media/image893.png"/><Relationship Id="rId181" Type="http://schemas.openxmlformats.org/officeDocument/2006/relationships/image" Target="../media/image982.png"/><Relationship Id="rId237" Type="http://schemas.openxmlformats.org/officeDocument/2006/relationships/image" Target="../media/image1114.png"/><Relationship Id="rId402" Type="http://schemas.openxmlformats.org/officeDocument/2006/relationships/customXml" Target="../ink/ink1685.xml"/><Relationship Id="rId279" Type="http://schemas.openxmlformats.org/officeDocument/2006/relationships/image" Target="../media/image1135.png"/><Relationship Id="rId444" Type="http://schemas.openxmlformats.org/officeDocument/2006/relationships/customXml" Target="../ink/ink1706.xml"/><Relationship Id="rId43" Type="http://schemas.openxmlformats.org/officeDocument/2006/relationships/image" Target="../media/image913.png"/><Relationship Id="rId139" Type="http://schemas.openxmlformats.org/officeDocument/2006/relationships/image" Target="../media/image961.png"/><Relationship Id="rId290" Type="http://schemas.openxmlformats.org/officeDocument/2006/relationships/customXml" Target="../ink/ink1629.xml"/><Relationship Id="rId304" Type="http://schemas.openxmlformats.org/officeDocument/2006/relationships/customXml" Target="../ink/ink1636.xml"/><Relationship Id="rId346" Type="http://schemas.openxmlformats.org/officeDocument/2006/relationships/customXml" Target="../ink/ink1657.xml"/><Relationship Id="rId388" Type="http://schemas.openxmlformats.org/officeDocument/2006/relationships/customXml" Target="../ink/ink1678.xml"/><Relationship Id="rId85" Type="http://schemas.openxmlformats.org/officeDocument/2006/relationships/image" Target="../media/image934.png"/><Relationship Id="rId150" Type="http://schemas.openxmlformats.org/officeDocument/2006/relationships/customXml" Target="../ink/ink1559.xml"/><Relationship Id="rId192" Type="http://schemas.openxmlformats.org/officeDocument/2006/relationships/customXml" Target="../ink/ink1580.xml"/><Relationship Id="rId206" Type="http://schemas.openxmlformats.org/officeDocument/2006/relationships/customXml" Target="../ink/ink1587.xml"/><Relationship Id="rId413" Type="http://schemas.openxmlformats.org/officeDocument/2006/relationships/image" Target="../media/image1202.png"/><Relationship Id="rId248" Type="http://schemas.openxmlformats.org/officeDocument/2006/relationships/customXml" Target="../ink/ink1608.xml"/><Relationship Id="rId455" Type="http://schemas.openxmlformats.org/officeDocument/2006/relationships/image" Target="../media/image1224.png"/><Relationship Id="rId12" Type="http://schemas.openxmlformats.org/officeDocument/2006/relationships/customXml" Target="../ink/ink1490.xml"/><Relationship Id="rId108" Type="http://schemas.openxmlformats.org/officeDocument/2006/relationships/customXml" Target="../ink/ink1538.xml"/><Relationship Id="rId315" Type="http://schemas.openxmlformats.org/officeDocument/2006/relationships/image" Target="../media/image1153.png"/><Relationship Id="rId357" Type="http://schemas.openxmlformats.org/officeDocument/2006/relationships/image" Target="../media/image1174.png"/><Relationship Id="rId54" Type="http://schemas.openxmlformats.org/officeDocument/2006/relationships/customXml" Target="../ink/ink1511.xml"/><Relationship Id="rId96" Type="http://schemas.openxmlformats.org/officeDocument/2006/relationships/customXml" Target="../ink/ink1532.xml"/><Relationship Id="rId161" Type="http://schemas.openxmlformats.org/officeDocument/2006/relationships/image" Target="../media/image972.png"/><Relationship Id="rId217" Type="http://schemas.openxmlformats.org/officeDocument/2006/relationships/image" Target="../media/image1103.png"/><Relationship Id="rId399" Type="http://schemas.openxmlformats.org/officeDocument/2006/relationships/image" Target="../media/image1195.png"/><Relationship Id="rId259" Type="http://schemas.openxmlformats.org/officeDocument/2006/relationships/image" Target="../media/image1125.png"/><Relationship Id="rId424" Type="http://schemas.openxmlformats.org/officeDocument/2006/relationships/customXml" Target="../ink/ink1696.xml"/><Relationship Id="rId23" Type="http://schemas.openxmlformats.org/officeDocument/2006/relationships/image" Target="../media/image902.png"/><Relationship Id="rId119" Type="http://schemas.openxmlformats.org/officeDocument/2006/relationships/image" Target="../media/image951.png"/><Relationship Id="rId270" Type="http://schemas.openxmlformats.org/officeDocument/2006/relationships/customXml" Target="../ink/ink1619.xml"/><Relationship Id="rId326" Type="http://schemas.openxmlformats.org/officeDocument/2006/relationships/customXml" Target="../ink/ink1647.xml"/><Relationship Id="rId65" Type="http://schemas.openxmlformats.org/officeDocument/2006/relationships/image" Target="../media/image924.png"/><Relationship Id="rId130" Type="http://schemas.openxmlformats.org/officeDocument/2006/relationships/customXml" Target="../ink/ink1549.xml"/><Relationship Id="rId368" Type="http://schemas.openxmlformats.org/officeDocument/2006/relationships/customXml" Target="../ink/ink1668.xml"/><Relationship Id="rId172" Type="http://schemas.openxmlformats.org/officeDocument/2006/relationships/customXml" Target="../ink/ink1570.xml"/><Relationship Id="rId228" Type="http://schemas.openxmlformats.org/officeDocument/2006/relationships/customXml" Target="../ink/ink1598.xml"/><Relationship Id="rId435" Type="http://schemas.openxmlformats.org/officeDocument/2006/relationships/image" Target="../media/image1214.png"/><Relationship Id="rId281" Type="http://schemas.openxmlformats.org/officeDocument/2006/relationships/image" Target="../media/image1136.png"/><Relationship Id="rId337" Type="http://schemas.openxmlformats.org/officeDocument/2006/relationships/image" Target="../media/image1164.png"/><Relationship Id="rId34" Type="http://schemas.openxmlformats.org/officeDocument/2006/relationships/customXml" Target="../ink/ink1501.xml"/><Relationship Id="rId76" Type="http://schemas.openxmlformats.org/officeDocument/2006/relationships/customXml" Target="../ink/ink1522.xml"/><Relationship Id="rId141" Type="http://schemas.openxmlformats.org/officeDocument/2006/relationships/image" Target="../media/image962.png"/><Relationship Id="rId379" Type="http://schemas.openxmlformats.org/officeDocument/2006/relationships/image" Target="../media/image1185.png"/><Relationship Id="rId7" Type="http://schemas.openxmlformats.org/officeDocument/2006/relationships/image" Target="../media/image894.png"/><Relationship Id="rId183" Type="http://schemas.openxmlformats.org/officeDocument/2006/relationships/image" Target="../media/image983.png"/><Relationship Id="rId239" Type="http://schemas.openxmlformats.org/officeDocument/2006/relationships/image" Target="../media/image1115.png"/><Relationship Id="rId390" Type="http://schemas.openxmlformats.org/officeDocument/2006/relationships/customXml" Target="../ink/ink1679.xml"/><Relationship Id="rId404" Type="http://schemas.openxmlformats.org/officeDocument/2006/relationships/customXml" Target="../ink/ink1686.xml"/><Relationship Id="rId446" Type="http://schemas.openxmlformats.org/officeDocument/2006/relationships/customXml" Target="../ink/ink1707.xml"/><Relationship Id="rId250" Type="http://schemas.openxmlformats.org/officeDocument/2006/relationships/customXml" Target="../ink/ink1609.xml"/><Relationship Id="rId292" Type="http://schemas.openxmlformats.org/officeDocument/2006/relationships/customXml" Target="../ink/ink1630.xml"/><Relationship Id="rId306" Type="http://schemas.openxmlformats.org/officeDocument/2006/relationships/customXml" Target="../ink/ink1637.xml"/><Relationship Id="rId45" Type="http://schemas.openxmlformats.org/officeDocument/2006/relationships/image" Target="../media/image914.png"/><Relationship Id="rId87" Type="http://schemas.openxmlformats.org/officeDocument/2006/relationships/image" Target="../media/image935.png"/><Relationship Id="rId110" Type="http://schemas.openxmlformats.org/officeDocument/2006/relationships/customXml" Target="../ink/ink1539.xml"/><Relationship Id="rId348" Type="http://schemas.openxmlformats.org/officeDocument/2006/relationships/customXml" Target="../ink/ink1658.xml"/><Relationship Id="rId152" Type="http://schemas.openxmlformats.org/officeDocument/2006/relationships/customXml" Target="../ink/ink1560.xml"/><Relationship Id="rId194" Type="http://schemas.openxmlformats.org/officeDocument/2006/relationships/customXml" Target="../ink/ink1581.xml"/><Relationship Id="rId208" Type="http://schemas.openxmlformats.org/officeDocument/2006/relationships/customXml" Target="../ink/ink1588.xml"/><Relationship Id="rId415" Type="http://schemas.openxmlformats.org/officeDocument/2006/relationships/image" Target="../media/image1203.png"/><Relationship Id="rId457" Type="http://schemas.openxmlformats.org/officeDocument/2006/relationships/image" Target="../media/image1225.png"/><Relationship Id="rId261" Type="http://schemas.openxmlformats.org/officeDocument/2006/relationships/image" Target="../media/image1126.png"/><Relationship Id="rId14" Type="http://schemas.openxmlformats.org/officeDocument/2006/relationships/customXml" Target="../ink/ink1491.xml"/><Relationship Id="rId56" Type="http://schemas.openxmlformats.org/officeDocument/2006/relationships/customXml" Target="../ink/ink1512.xml"/><Relationship Id="rId317" Type="http://schemas.openxmlformats.org/officeDocument/2006/relationships/image" Target="../media/image1154.png"/><Relationship Id="rId359" Type="http://schemas.openxmlformats.org/officeDocument/2006/relationships/image" Target="../media/image1175.png"/><Relationship Id="rId98" Type="http://schemas.openxmlformats.org/officeDocument/2006/relationships/customXml" Target="../ink/ink1533.xml"/><Relationship Id="rId121" Type="http://schemas.openxmlformats.org/officeDocument/2006/relationships/image" Target="../media/image952.png"/><Relationship Id="rId163" Type="http://schemas.openxmlformats.org/officeDocument/2006/relationships/image" Target="../media/image973.png"/><Relationship Id="rId219" Type="http://schemas.openxmlformats.org/officeDocument/2006/relationships/image" Target="../media/image1104.png"/><Relationship Id="rId370" Type="http://schemas.openxmlformats.org/officeDocument/2006/relationships/customXml" Target="../ink/ink1669.xml"/><Relationship Id="rId426" Type="http://schemas.openxmlformats.org/officeDocument/2006/relationships/customXml" Target="../ink/ink1697.xml"/><Relationship Id="rId230" Type="http://schemas.openxmlformats.org/officeDocument/2006/relationships/customXml" Target="../ink/ink1599.xml"/><Relationship Id="rId25" Type="http://schemas.openxmlformats.org/officeDocument/2006/relationships/image" Target="../media/image903.png"/><Relationship Id="rId67" Type="http://schemas.openxmlformats.org/officeDocument/2006/relationships/image" Target="../media/image925.png"/><Relationship Id="rId272" Type="http://schemas.openxmlformats.org/officeDocument/2006/relationships/customXml" Target="../ink/ink1620.xml"/><Relationship Id="rId328" Type="http://schemas.openxmlformats.org/officeDocument/2006/relationships/customXml" Target="../ink/ink1648.xml"/><Relationship Id="rId132" Type="http://schemas.openxmlformats.org/officeDocument/2006/relationships/customXml" Target="../ink/ink1550.xml"/><Relationship Id="rId174" Type="http://schemas.openxmlformats.org/officeDocument/2006/relationships/customXml" Target="../ink/ink1571.xml"/><Relationship Id="rId381" Type="http://schemas.openxmlformats.org/officeDocument/2006/relationships/image" Target="../media/image1186.png"/><Relationship Id="rId241" Type="http://schemas.openxmlformats.org/officeDocument/2006/relationships/image" Target="../media/image1116.png"/><Relationship Id="rId437" Type="http://schemas.openxmlformats.org/officeDocument/2006/relationships/image" Target="../media/image1215.png"/><Relationship Id="rId36" Type="http://schemas.openxmlformats.org/officeDocument/2006/relationships/customXml" Target="../ink/ink1502.xml"/><Relationship Id="rId283" Type="http://schemas.openxmlformats.org/officeDocument/2006/relationships/image" Target="../media/image1137.png"/><Relationship Id="rId339" Type="http://schemas.openxmlformats.org/officeDocument/2006/relationships/image" Target="../media/image1165.png"/><Relationship Id="rId78" Type="http://schemas.openxmlformats.org/officeDocument/2006/relationships/customXml" Target="../ink/ink1523.xml"/><Relationship Id="rId101" Type="http://schemas.openxmlformats.org/officeDocument/2006/relationships/image" Target="../media/image942.png"/><Relationship Id="rId143" Type="http://schemas.openxmlformats.org/officeDocument/2006/relationships/image" Target="../media/image963.png"/><Relationship Id="rId185" Type="http://schemas.openxmlformats.org/officeDocument/2006/relationships/image" Target="../media/image984.png"/><Relationship Id="rId350" Type="http://schemas.openxmlformats.org/officeDocument/2006/relationships/customXml" Target="../ink/ink1659.xml"/><Relationship Id="rId406" Type="http://schemas.openxmlformats.org/officeDocument/2006/relationships/customXml" Target="../ink/ink1687.xml"/><Relationship Id="rId9" Type="http://schemas.openxmlformats.org/officeDocument/2006/relationships/image" Target="../media/image895.png"/><Relationship Id="rId210" Type="http://schemas.openxmlformats.org/officeDocument/2006/relationships/customXml" Target="../ink/ink1589.xml"/><Relationship Id="rId392" Type="http://schemas.openxmlformats.org/officeDocument/2006/relationships/customXml" Target="../ink/ink1680.xml"/><Relationship Id="rId448" Type="http://schemas.openxmlformats.org/officeDocument/2006/relationships/customXml" Target="../ink/ink1708.xml"/><Relationship Id="rId252" Type="http://schemas.openxmlformats.org/officeDocument/2006/relationships/customXml" Target="../ink/ink1610.xml"/><Relationship Id="rId294" Type="http://schemas.openxmlformats.org/officeDocument/2006/relationships/customXml" Target="../ink/ink1631.xml"/><Relationship Id="rId308" Type="http://schemas.openxmlformats.org/officeDocument/2006/relationships/customXml" Target="../ink/ink1638.xml"/><Relationship Id="rId47" Type="http://schemas.openxmlformats.org/officeDocument/2006/relationships/image" Target="../media/image915.png"/><Relationship Id="rId89" Type="http://schemas.openxmlformats.org/officeDocument/2006/relationships/image" Target="../media/image936.png"/><Relationship Id="rId112" Type="http://schemas.openxmlformats.org/officeDocument/2006/relationships/customXml" Target="../ink/ink1540.xml"/><Relationship Id="rId154" Type="http://schemas.openxmlformats.org/officeDocument/2006/relationships/customXml" Target="../ink/ink1561.xml"/><Relationship Id="rId361" Type="http://schemas.openxmlformats.org/officeDocument/2006/relationships/image" Target="../media/image1176.png"/><Relationship Id="rId196" Type="http://schemas.openxmlformats.org/officeDocument/2006/relationships/customXml" Target="../ink/ink1582.xml"/><Relationship Id="rId417" Type="http://schemas.openxmlformats.org/officeDocument/2006/relationships/image" Target="../media/image1204.png"/><Relationship Id="rId16" Type="http://schemas.openxmlformats.org/officeDocument/2006/relationships/customXml" Target="../ink/ink1492.xml"/><Relationship Id="rId221" Type="http://schemas.openxmlformats.org/officeDocument/2006/relationships/image" Target="../media/image1105.png"/><Relationship Id="rId263" Type="http://schemas.openxmlformats.org/officeDocument/2006/relationships/image" Target="../media/image1127.png"/><Relationship Id="rId319" Type="http://schemas.openxmlformats.org/officeDocument/2006/relationships/image" Target="../media/image1155.png"/><Relationship Id="rId58" Type="http://schemas.openxmlformats.org/officeDocument/2006/relationships/customXml" Target="../ink/ink1513.xml"/><Relationship Id="rId123" Type="http://schemas.openxmlformats.org/officeDocument/2006/relationships/image" Target="../media/image953.png"/><Relationship Id="rId330" Type="http://schemas.openxmlformats.org/officeDocument/2006/relationships/customXml" Target="../ink/ink1649.xml"/><Relationship Id="rId165" Type="http://schemas.openxmlformats.org/officeDocument/2006/relationships/image" Target="../media/image974.png"/><Relationship Id="rId372" Type="http://schemas.openxmlformats.org/officeDocument/2006/relationships/customXml" Target="../ink/ink1670.xml"/><Relationship Id="rId428" Type="http://schemas.openxmlformats.org/officeDocument/2006/relationships/customXml" Target="../ink/ink1698.xml"/><Relationship Id="rId232" Type="http://schemas.openxmlformats.org/officeDocument/2006/relationships/customXml" Target="../ink/ink1600.xml"/><Relationship Id="rId274" Type="http://schemas.openxmlformats.org/officeDocument/2006/relationships/customXml" Target="../ink/ink1621.xml"/><Relationship Id="rId27" Type="http://schemas.openxmlformats.org/officeDocument/2006/relationships/image" Target="../media/image904.png"/><Relationship Id="rId69" Type="http://schemas.openxmlformats.org/officeDocument/2006/relationships/image" Target="../media/image926.png"/><Relationship Id="rId134" Type="http://schemas.openxmlformats.org/officeDocument/2006/relationships/customXml" Target="../ink/ink1551.xml"/><Relationship Id="rId80" Type="http://schemas.openxmlformats.org/officeDocument/2006/relationships/customXml" Target="../ink/ink1524.xml"/><Relationship Id="rId176" Type="http://schemas.openxmlformats.org/officeDocument/2006/relationships/customXml" Target="../ink/ink1572.xml"/><Relationship Id="rId341" Type="http://schemas.openxmlformats.org/officeDocument/2006/relationships/image" Target="../media/image1166.png"/><Relationship Id="rId383" Type="http://schemas.openxmlformats.org/officeDocument/2006/relationships/image" Target="../media/image1187.png"/><Relationship Id="rId439" Type="http://schemas.openxmlformats.org/officeDocument/2006/relationships/image" Target="../media/image1216.png"/><Relationship Id="rId201" Type="http://schemas.openxmlformats.org/officeDocument/2006/relationships/image" Target="../media/image992.png"/><Relationship Id="rId243" Type="http://schemas.openxmlformats.org/officeDocument/2006/relationships/image" Target="../media/image1117.png"/><Relationship Id="rId285" Type="http://schemas.openxmlformats.org/officeDocument/2006/relationships/image" Target="../media/image1138.png"/><Relationship Id="rId450" Type="http://schemas.openxmlformats.org/officeDocument/2006/relationships/customXml" Target="../ink/ink1709.xml"/><Relationship Id="rId38" Type="http://schemas.openxmlformats.org/officeDocument/2006/relationships/customXml" Target="../ink/ink1503.xml"/><Relationship Id="rId103" Type="http://schemas.openxmlformats.org/officeDocument/2006/relationships/image" Target="../media/image943.png"/><Relationship Id="rId310" Type="http://schemas.openxmlformats.org/officeDocument/2006/relationships/customXml" Target="../ink/ink1639.xml"/><Relationship Id="rId91" Type="http://schemas.openxmlformats.org/officeDocument/2006/relationships/image" Target="../media/image937.png"/><Relationship Id="rId145" Type="http://schemas.openxmlformats.org/officeDocument/2006/relationships/image" Target="../media/image964.png"/><Relationship Id="rId187" Type="http://schemas.openxmlformats.org/officeDocument/2006/relationships/image" Target="../media/image985.png"/><Relationship Id="rId352" Type="http://schemas.openxmlformats.org/officeDocument/2006/relationships/customXml" Target="../ink/ink1660.xml"/><Relationship Id="rId394" Type="http://schemas.openxmlformats.org/officeDocument/2006/relationships/customXml" Target="../ink/ink1681.xml"/><Relationship Id="rId408" Type="http://schemas.openxmlformats.org/officeDocument/2006/relationships/customXml" Target="../ink/ink1688.xml"/><Relationship Id="rId212" Type="http://schemas.openxmlformats.org/officeDocument/2006/relationships/customXml" Target="../ink/ink1590.xml"/><Relationship Id="rId254" Type="http://schemas.openxmlformats.org/officeDocument/2006/relationships/customXml" Target="../ink/ink1611.xml"/><Relationship Id="rId49" Type="http://schemas.openxmlformats.org/officeDocument/2006/relationships/image" Target="../media/image916.png"/><Relationship Id="rId114" Type="http://schemas.openxmlformats.org/officeDocument/2006/relationships/customXml" Target="../ink/ink1541.xml"/><Relationship Id="rId296" Type="http://schemas.openxmlformats.org/officeDocument/2006/relationships/customXml" Target="../ink/ink1632.xml"/><Relationship Id="rId60" Type="http://schemas.openxmlformats.org/officeDocument/2006/relationships/customXml" Target="../ink/ink1514.xml"/><Relationship Id="rId156" Type="http://schemas.openxmlformats.org/officeDocument/2006/relationships/customXml" Target="../ink/ink1562.xml"/><Relationship Id="rId198" Type="http://schemas.openxmlformats.org/officeDocument/2006/relationships/customXml" Target="../ink/ink1583.xml"/><Relationship Id="rId321" Type="http://schemas.openxmlformats.org/officeDocument/2006/relationships/image" Target="../media/image1156.png"/><Relationship Id="rId363" Type="http://schemas.openxmlformats.org/officeDocument/2006/relationships/image" Target="../media/image1177.png"/><Relationship Id="rId419" Type="http://schemas.openxmlformats.org/officeDocument/2006/relationships/image" Target="../media/image1205.png"/><Relationship Id="rId223" Type="http://schemas.openxmlformats.org/officeDocument/2006/relationships/image" Target="../media/image1106.png"/><Relationship Id="rId430" Type="http://schemas.openxmlformats.org/officeDocument/2006/relationships/customXml" Target="../ink/ink1699.xml"/><Relationship Id="rId18" Type="http://schemas.openxmlformats.org/officeDocument/2006/relationships/customXml" Target="../ink/ink1493.xml"/><Relationship Id="rId265" Type="http://schemas.openxmlformats.org/officeDocument/2006/relationships/image" Target="../media/image1128.png"/><Relationship Id="rId125" Type="http://schemas.openxmlformats.org/officeDocument/2006/relationships/image" Target="../media/image954.png"/><Relationship Id="rId167" Type="http://schemas.openxmlformats.org/officeDocument/2006/relationships/image" Target="../media/image975.png"/><Relationship Id="rId332" Type="http://schemas.openxmlformats.org/officeDocument/2006/relationships/customXml" Target="../ink/ink1650.xml"/><Relationship Id="rId374" Type="http://schemas.openxmlformats.org/officeDocument/2006/relationships/customXml" Target="../ink/ink1671.xml"/><Relationship Id="rId71" Type="http://schemas.openxmlformats.org/officeDocument/2006/relationships/image" Target="../media/image927.png"/><Relationship Id="rId234" Type="http://schemas.openxmlformats.org/officeDocument/2006/relationships/customXml" Target="../ink/ink1601.xml"/><Relationship Id="rId2" Type="http://schemas.openxmlformats.org/officeDocument/2006/relationships/customXml" Target="../ink/ink1485.xml"/><Relationship Id="rId29" Type="http://schemas.openxmlformats.org/officeDocument/2006/relationships/image" Target="../media/image905.png"/><Relationship Id="rId255" Type="http://schemas.openxmlformats.org/officeDocument/2006/relationships/image" Target="../media/image1123.png"/><Relationship Id="rId276" Type="http://schemas.openxmlformats.org/officeDocument/2006/relationships/customXml" Target="../ink/ink1622.xml"/><Relationship Id="rId297" Type="http://schemas.openxmlformats.org/officeDocument/2006/relationships/image" Target="../media/image1144.png"/><Relationship Id="rId441" Type="http://schemas.openxmlformats.org/officeDocument/2006/relationships/image" Target="../media/image1217.png"/><Relationship Id="rId40" Type="http://schemas.openxmlformats.org/officeDocument/2006/relationships/customXml" Target="../ink/ink1504.xml"/><Relationship Id="rId115" Type="http://schemas.openxmlformats.org/officeDocument/2006/relationships/image" Target="../media/image949.png"/><Relationship Id="rId136" Type="http://schemas.openxmlformats.org/officeDocument/2006/relationships/customXml" Target="../ink/ink1552.xml"/><Relationship Id="rId157" Type="http://schemas.openxmlformats.org/officeDocument/2006/relationships/image" Target="../media/image970.png"/><Relationship Id="rId178" Type="http://schemas.openxmlformats.org/officeDocument/2006/relationships/customXml" Target="../ink/ink1573.xml"/><Relationship Id="rId301" Type="http://schemas.openxmlformats.org/officeDocument/2006/relationships/image" Target="../media/image1146.png"/><Relationship Id="rId322" Type="http://schemas.openxmlformats.org/officeDocument/2006/relationships/customXml" Target="../ink/ink1645.xml"/><Relationship Id="rId343" Type="http://schemas.openxmlformats.org/officeDocument/2006/relationships/image" Target="../media/image1167.png"/><Relationship Id="rId364" Type="http://schemas.openxmlformats.org/officeDocument/2006/relationships/customXml" Target="../ink/ink1666.xml"/><Relationship Id="rId61" Type="http://schemas.openxmlformats.org/officeDocument/2006/relationships/image" Target="../media/image922.png"/><Relationship Id="rId82" Type="http://schemas.openxmlformats.org/officeDocument/2006/relationships/customXml" Target="../ink/ink1525.xml"/><Relationship Id="rId199" Type="http://schemas.openxmlformats.org/officeDocument/2006/relationships/image" Target="../media/image991.png"/><Relationship Id="rId203" Type="http://schemas.openxmlformats.org/officeDocument/2006/relationships/image" Target="../media/image993.png"/><Relationship Id="rId385" Type="http://schemas.openxmlformats.org/officeDocument/2006/relationships/image" Target="../media/image1188.png"/><Relationship Id="rId19" Type="http://schemas.openxmlformats.org/officeDocument/2006/relationships/image" Target="../media/image900.png"/><Relationship Id="rId224" Type="http://schemas.openxmlformats.org/officeDocument/2006/relationships/customXml" Target="../ink/ink1596.xml"/><Relationship Id="rId245" Type="http://schemas.openxmlformats.org/officeDocument/2006/relationships/image" Target="../media/image1118.png"/><Relationship Id="rId266" Type="http://schemas.openxmlformats.org/officeDocument/2006/relationships/customXml" Target="../ink/ink1617.xml"/><Relationship Id="rId287" Type="http://schemas.openxmlformats.org/officeDocument/2006/relationships/image" Target="../media/image1139.png"/><Relationship Id="rId410" Type="http://schemas.openxmlformats.org/officeDocument/2006/relationships/customXml" Target="../ink/ink1689.xml"/><Relationship Id="rId431" Type="http://schemas.openxmlformats.org/officeDocument/2006/relationships/image" Target="../media/image1212.png"/><Relationship Id="rId452" Type="http://schemas.openxmlformats.org/officeDocument/2006/relationships/customXml" Target="../ink/ink1710.xml"/><Relationship Id="rId30" Type="http://schemas.openxmlformats.org/officeDocument/2006/relationships/customXml" Target="../ink/ink1499.xml"/><Relationship Id="rId105" Type="http://schemas.openxmlformats.org/officeDocument/2006/relationships/image" Target="../media/image944.png"/><Relationship Id="rId126" Type="http://schemas.openxmlformats.org/officeDocument/2006/relationships/customXml" Target="../ink/ink1547.xml"/><Relationship Id="rId147" Type="http://schemas.openxmlformats.org/officeDocument/2006/relationships/image" Target="../media/image965.png"/><Relationship Id="rId168" Type="http://schemas.openxmlformats.org/officeDocument/2006/relationships/customXml" Target="../ink/ink1568.xml"/><Relationship Id="rId312" Type="http://schemas.openxmlformats.org/officeDocument/2006/relationships/customXml" Target="../ink/ink1640.xml"/><Relationship Id="rId333" Type="http://schemas.openxmlformats.org/officeDocument/2006/relationships/image" Target="../media/image1162.png"/><Relationship Id="rId354" Type="http://schemas.openxmlformats.org/officeDocument/2006/relationships/customXml" Target="../ink/ink1661.xml"/><Relationship Id="rId51" Type="http://schemas.openxmlformats.org/officeDocument/2006/relationships/image" Target="../media/image917.png"/><Relationship Id="rId72" Type="http://schemas.openxmlformats.org/officeDocument/2006/relationships/customXml" Target="../ink/ink1520.xml"/><Relationship Id="rId93" Type="http://schemas.openxmlformats.org/officeDocument/2006/relationships/image" Target="../media/image938.png"/><Relationship Id="rId189" Type="http://schemas.openxmlformats.org/officeDocument/2006/relationships/image" Target="../media/image986.png"/><Relationship Id="rId375" Type="http://schemas.openxmlformats.org/officeDocument/2006/relationships/image" Target="../media/image1183.png"/><Relationship Id="rId396" Type="http://schemas.openxmlformats.org/officeDocument/2006/relationships/customXml" Target="../ink/ink1682.xml"/><Relationship Id="rId3" Type="http://schemas.openxmlformats.org/officeDocument/2006/relationships/image" Target="../media/image892.png"/><Relationship Id="rId214" Type="http://schemas.openxmlformats.org/officeDocument/2006/relationships/customXml" Target="../ink/ink1591.xml"/><Relationship Id="rId235" Type="http://schemas.openxmlformats.org/officeDocument/2006/relationships/image" Target="../media/image1113.png"/><Relationship Id="rId256" Type="http://schemas.openxmlformats.org/officeDocument/2006/relationships/customXml" Target="../ink/ink1612.xml"/><Relationship Id="rId277" Type="http://schemas.openxmlformats.org/officeDocument/2006/relationships/image" Target="../media/image1134.png"/><Relationship Id="rId298" Type="http://schemas.openxmlformats.org/officeDocument/2006/relationships/customXml" Target="../ink/ink1633.xml"/><Relationship Id="rId400" Type="http://schemas.openxmlformats.org/officeDocument/2006/relationships/customXml" Target="../ink/ink1684.xml"/><Relationship Id="rId421" Type="http://schemas.openxmlformats.org/officeDocument/2006/relationships/image" Target="../media/image1206.png"/><Relationship Id="rId442" Type="http://schemas.openxmlformats.org/officeDocument/2006/relationships/customXml" Target="../ink/ink1705.xml"/><Relationship Id="rId116" Type="http://schemas.openxmlformats.org/officeDocument/2006/relationships/customXml" Target="../ink/ink1542.xml"/><Relationship Id="rId137" Type="http://schemas.openxmlformats.org/officeDocument/2006/relationships/image" Target="../media/image960.png"/><Relationship Id="rId158" Type="http://schemas.openxmlformats.org/officeDocument/2006/relationships/customXml" Target="../ink/ink1563.xml"/><Relationship Id="rId302" Type="http://schemas.openxmlformats.org/officeDocument/2006/relationships/customXml" Target="../ink/ink1635.xml"/><Relationship Id="rId323" Type="http://schemas.openxmlformats.org/officeDocument/2006/relationships/image" Target="../media/image1157.png"/><Relationship Id="rId344" Type="http://schemas.openxmlformats.org/officeDocument/2006/relationships/customXml" Target="../ink/ink1656.xml"/><Relationship Id="rId20" Type="http://schemas.openxmlformats.org/officeDocument/2006/relationships/customXml" Target="../ink/ink1494.xml"/><Relationship Id="rId41" Type="http://schemas.openxmlformats.org/officeDocument/2006/relationships/image" Target="../media/image912.png"/><Relationship Id="rId62" Type="http://schemas.openxmlformats.org/officeDocument/2006/relationships/customXml" Target="../ink/ink1515.xml"/><Relationship Id="rId83" Type="http://schemas.openxmlformats.org/officeDocument/2006/relationships/image" Target="../media/image933.png"/><Relationship Id="rId179" Type="http://schemas.openxmlformats.org/officeDocument/2006/relationships/image" Target="../media/image981.png"/><Relationship Id="rId365" Type="http://schemas.openxmlformats.org/officeDocument/2006/relationships/image" Target="../media/image1178.png"/><Relationship Id="rId386" Type="http://schemas.openxmlformats.org/officeDocument/2006/relationships/customXml" Target="../ink/ink1677.xml"/><Relationship Id="rId190" Type="http://schemas.openxmlformats.org/officeDocument/2006/relationships/customXml" Target="../ink/ink1579.xml"/><Relationship Id="rId204" Type="http://schemas.openxmlformats.org/officeDocument/2006/relationships/customXml" Target="../ink/ink1586.xml"/><Relationship Id="rId225" Type="http://schemas.openxmlformats.org/officeDocument/2006/relationships/image" Target="../media/image1107.png"/><Relationship Id="rId246" Type="http://schemas.openxmlformats.org/officeDocument/2006/relationships/customXml" Target="../ink/ink1607.xml"/><Relationship Id="rId267" Type="http://schemas.openxmlformats.org/officeDocument/2006/relationships/image" Target="../media/image1129.png"/><Relationship Id="rId288" Type="http://schemas.openxmlformats.org/officeDocument/2006/relationships/customXml" Target="../ink/ink1628.xml"/><Relationship Id="rId411" Type="http://schemas.openxmlformats.org/officeDocument/2006/relationships/image" Target="../media/image1201.png"/><Relationship Id="rId432" Type="http://schemas.openxmlformats.org/officeDocument/2006/relationships/customXml" Target="../ink/ink1700.xml"/><Relationship Id="rId453" Type="http://schemas.openxmlformats.org/officeDocument/2006/relationships/image" Target="../media/image1223.png"/><Relationship Id="rId106" Type="http://schemas.openxmlformats.org/officeDocument/2006/relationships/customXml" Target="../ink/ink1537.xml"/><Relationship Id="rId127" Type="http://schemas.openxmlformats.org/officeDocument/2006/relationships/image" Target="../media/image955.png"/><Relationship Id="rId313" Type="http://schemas.openxmlformats.org/officeDocument/2006/relationships/image" Target="../media/image1152.png"/><Relationship Id="rId10" Type="http://schemas.openxmlformats.org/officeDocument/2006/relationships/customXml" Target="../ink/ink1489.xml"/><Relationship Id="rId31" Type="http://schemas.openxmlformats.org/officeDocument/2006/relationships/image" Target="../media/image906.png"/><Relationship Id="rId52" Type="http://schemas.openxmlformats.org/officeDocument/2006/relationships/customXml" Target="../ink/ink1510.xml"/><Relationship Id="rId73" Type="http://schemas.openxmlformats.org/officeDocument/2006/relationships/image" Target="../media/image928.png"/><Relationship Id="rId94" Type="http://schemas.openxmlformats.org/officeDocument/2006/relationships/customXml" Target="../ink/ink1531.xml"/><Relationship Id="rId148" Type="http://schemas.openxmlformats.org/officeDocument/2006/relationships/customXml" Target="../ink/ink1558.xml"/><Relationship Id="rId169" Type="http://schemas.openxmlformats.org/officeDocument/2006/relationships/image" Target="../media/image976.png"/><Relationship Id="rId334" Type="http://schemas.openxmlformats.org/officeDocument/2006/relationships/customXml" Target="../ink/ink1651.xml"/><Relationship Id="rId355" Type="http://schemas.openxmlformats.org/officeDocument/2006/relationships/image" Target="../media/image1173.png"/><Relationship Id="rId376" Type="http://schemas.openxmlformats.org/officeDocument/2006/relationships/customXml" Target="../ink/ink1672.xml"/><Relationship Id="rId397" Type="http://schemas.openxmlformats.org/officeDocument/2006/relationships/image" Target="../media/image1194.png"/><Relationship Id="rId4" Type="http://schemas.openxmlformats.org/officeDocument/2006/relationships/customXml" Target="../ink/ink1486.xml"/><Relationship Id="rId180" Type="http://schemas.openxmlformats.org/officeDocument/2006/relationships/customXml" Target="../ink/ink1574.xml"/><Relationship Id="rId215" Type="http://schemas.openxmlformats.org/officeDocument/2006/relationships/image" Target="../media/image1102.png"/><Relationship Id="rId236" Type="http://schemas.openxmlformats.org/officeDocument/2006/relationships/customXml" Target="../ink/ink1602.xml"/><Relationship Id="rId257" Type="http://schemas.openxmlformats.org/officeDocument/2006/relationships/image" Target="../media/image1124.png"/><Relationship Id="rId278" Type="http://schemas.openxmlformats.org/officeDocument/2006/relationships/customXml" Target="../ink/ink1623.xml"/><Relationship Id="rId401" Type="http://schemas.openxmlformats.org/officeDocument/2006/relationships/image" Target="../media/image1196.png"/><Relationship Id="rId422" Type="http://schemas.openxmlformats.org/officeDocument/2006/relationships/customXml" Target="../ink/ink1695.xml"/><Relationship Id="rId443" Type="http://schemas.openxmlformats.org/officeDocument/2006/relationships/image" Target="../media/image1218.png"/><Relationship Id="rId303" Type="http://schemas.openxmlformats.org/officeDocument/2006/relationships/image" Target="../media/image1147.png"/><Relationship Id="rId42" Type="http://schemas.openxmlformats.org/officeDocument/2006/relationships/customXml" Target="../ink/ink1505.xml"/><Relationship Id="rId84" Type="http://schemas.openxmlformats.org/officeDocument/2006/relationships/customXml" Target="../ink/ink1526.xml"/><Relationship Id="rId138" Type="http://schemas.openxmlformats.org/officeDocument/2006/relationships/customXml" Target="../ink/ink1553.xml"/><Relationship Id="rId345" Type="http://schemas.openxmlformats.org/officeDocument/2006/relationships/image" Target="../media/image1168.png"/><Relationship Id="rId387" Type="http://schemas.openxmlformats.org/officeDocument/2006/relationships/image" Target="../media/image1189.png"/><Relationship Id="rId191" Type="http://schemas.openxmlformats.org/officeDocument/2006/relationships/image" Target="../media/image987.png"/><Relationship Id="rId205" Type="http://schemas.openxmlformats.org/officeDocument/2006/relationships/image" Target="../media/image994.png"/><Relationship Id="rId247" Type="http://schemas.openxmlformats.org/officeDocument/2006/relationships/image" Target="../media/image1119.png"/><Relationship Id="rId412" Type="http://schemas.openxmlformats.org/officeDocument/2006/relationships/customXml" Target="../ink/ink1690.xml"/><Relationship Id="rId107" Type="http://schemas.openxmlformats.org/officeDocument/2006/relationships/image" Target="../media/image945.png"/><Relationship Id="rId289" Type="http://schemas.openxmlformats.org/officeDocument/2006/relationships/image" Target="../media/image1140.png"/><Relationship Id="rId454" Type="http://schemas.openxmlformats.org/officeDocument/2006/relationships/customXml" Target="../ink/ink1711.xml"/><Relationship Id="rId11" Type="http://schemas.openxmlformats.org/officeDocument/2006/relationships/image" Target="../media/image896.png"/><Relationship Id="rId53" Type="http://schemas.openxmlformats.org/officeDocument/2006/relationships/image" Target="../media/image918.png"/><Relationship Id="rId149" Type="http://schemas.openxmlformats.org/officeDocument/2006/relationships/image" Target="../media/image966.png"/><Relationship Id="rId314" Type="http://schemas.openxmlformats.org/officeDocument/2006/relationships/customXml" Target="../ink/ink1641.xml"/><Relationship Id="rId356" Type="http://schemas.openxmlformats.org/officeDocument/2006/relationships/customXml" Target="../ink/ink1662.xml"/><Relationship Id="rId398" Type="http://schemas.openxmlformats.org/officeDocument/2006/relationships/customXml" Target="../ink/ink1683.xml"/><Relationship Id="rId95" Type="http://schemas.openxmlformats.org/officeDocument/2006/relationships/image" Target="../media/image939.png"/><Relationship Id="rId160" Type="http://schemas.openxmlformats.org/officeDocument/2006/relationships/customXml" Target="../ink/ink1564.xml"/><Relationship Id="rId216" Type="http://schemas.openxmlformats.org/officeDocument/2006/relationships/customXml" Target="../ink/ink1592.xml"/><Relationship Id="rId423" Type="http://schemas.openxmlformats.org/officeDocument/2006/relationships/image" Target="../media/image1207.png"/><Relationship Id="rId258" Type="http://schemas.openxmlformats.org/officeDocument/2006/relationships/customXml" Target="../ink/ink1613.xml"/><Relationship Id="rId22" Type="http://schemas.openxmlformats.org/officeDocument/2006/relationships/customXml" Target="../ink/ink1495.xml"/><Relationship Id="rId64" Type="http://schemas.openxmlformats.org/officeDocument/2006/relationships/customXml" Target="../ink/ink1516.xml"/><Relationship Id="rId118" Type="http://schemas.openxmlformats.org/officeDocument/2006/relationships/customXml" Target="../ink/ink1543.xml"/><Relationship Id="rId325" Type="http://schemas.openxmlformats.org/officeDocument/2006/relationships/image" Target="../media/image1158.png"/><Relationship Id="rId367" Type="http://schemas.openxmlformats.org/officeDocument/2006/relationships/image" Target="../media/image1179.png"/><Relationship Id="rId171" Type="http://schemas.openxmlformats.org/officeDocument/2006/relationships/image" Target="../media/image977.png"/><Relationship Id="rId227" Type="http://schemas.openxmlformats.org/officeDocument/2006/relationships/image" Target="../media/image1108.png"/><Relationship Id="rId269" Type="http://schemas.openxmlformats.org/officeDocument/2006/relationships/image" Target="../media/image1130.png"/><Relationship Id="rId434" Type="http://schemas.openxmlformats.org/officeDocument/2006/relationships/customXml" Target="../ink/ink1701.xml"/><Relationship Id="rId33" Type="http://schemas.openxmlformats.org/officeDocument/2006/relationships/image" Target="../media/image907.png"/><Relationship Id="rId129" Type="http://schemas.openxmlformats.org/officeDocument/2006/relationships/image" Target="../media/image956.png"/><Relationship Id="rId280" Type="http://schemas.openxmlformats.org/officeDocument/2006/relationships/customXml" Target="../ink/ink1624.xml"/><Relationship Id="rId336" Type="http://schemas.openxmlformats.org/officeDocument/2006/relationships/customXml" Target="../ink/ink1652.xml"/><Relationship Id="rId75" Type="http://schemas.openxmlformats.org/officeDocument/2006/relationships/image" Target="../media/image929.png"/><Relationship Id="rId140" Type="http://schemas.openxmlformats.org/officeDocument/2006/relationships/customXml" Target="../ink/ink1554.xml"/><Relationship Id="rId182" Type="http://schemas.openxmlformats.org/officeDocument/2006/relationships/customXml" Target="../ink/ink1575.xml"/><Relationship Id="rId378" Type="http://schemas.openxmlformats.org/officeDocument/2006/relationships/customXml" Target="../ink/ink1673.xml"/><Relationship Id="rId403" Type="http://schemas.openxmlformats.org/officeDocument/2006/relationships/image" Target="../media/image1197.png"/><Relationship Id="rId6" Type="http://schemas.openxmlformats.org/officeDocument/2006/relationships/customXml" Target="../ink/ink1487.xml"/><Relationship Id="rId238" Type="http://schemas.openxmlformats.org/officeDocument/2006/relationships/customXml" Target="../ink/ink1603.xml"/><Relationship Id="rId445" Type="http://schemas.openxmlformats.org/officeDocument/2006/relationships/image" Target="../media/image1219.png"/><Relationship Id="rId291" Type="http://schemas.openxmlformats.org/officeDocument/2006/relationships/image" Target="../media/image1141.png"/><Relationship Id="rId305" Type="http://schemas.openxmlformats.org/officeDocument/2006/relationships/image" Target="../media/image1148.png"/><Relationship Id="rId347" Type="http://schemas.openxmlformats.org/officeDocument/2006/relationships/image" Target="../media/image1169.png"/><Relationship Id="rId44" Type="http://schemas.openxmlformats.org/officeDocument/2006/relationships/customXml" Target="../ink/ink1506.xml"/><Relationship Id="rId86" Type="http://schemas.openxmlformats.org/officeDocument/2006/relationships/customXml" Target="../ink/ink1527.xml"/><Relationship Id="rId151" Type="http://schemas.openxmlformats.org/officeDocument/2006/relationships/image" Target="../media/image967.png"/><Relationship Id="rId389" Type="http://schemas.openxmlformats.org/officeDocument/2006/relationships/image" Target="../media/image1190.png"/><Relationship Id="rId193" Type="http://schemas.openxmlformats.org/officeDocument/2006/relationships/image" Target="../media/image988.png"/><Relationship Id="rId207" Type="http://schemas.openxmlformats.org/officeDocument/2006/relationships/image" Target="../media/image995.png"/><Relationship Id="rId249" Type="http://schemas.openxmlformats.org/officeDocument/2006/relationships/image" Target="../media/image1120.png"/><Relationship Id="rId414" Type="http://schemas.openxmlformats.org/officeDocument/2006/relationships/customXml" Target="../ink/ink1691.xml"/><Relationship Id="rId456" Type="http://schemas.openxmlformats.org/officeDocument/2006/relationships/customXml" Target="../ink/ink1712.xml"/><Relationship Id="rId13" Type="http://schemas.openxmlformats.org/officeDocument/2006/relationships/image" Target="../media/image897.png"/><Relationship Id="rId109" Type="http://schemas.openxmlformats.org/officeDocument/2006/relationships/image" Target="../media/image946.png"/><Relationship Id="rId260" Type="http://schemas.openxmlformats.org/officeDocument/2006/relationships/customXml" Target="../ink/ink1614.xml"/><Relationship Id="rId316" Type="http://schemas.openxmlformats.org/officeDocument/2006/relationships/customXml" Target="../ink/ink1642.xml"/><Relationship Id="rId55" Type="http://schemas.openxmlformats.org/officeDocument/2006/relationships/image" Target="../media/image919.png"/><Relationship Id="rId97" Type="http://schemas.openxmlformats.org/officeDocument/2006/relationships/image" Target="../media/image940.png"/><Relationship Id="rId120" Type="http://schemas.openxmlformats.org/officeDocument/2006/relationships/customXml" Target="../ink/ink1544.xml"/><Relationship Id="rId358" Type="http://schemas.openxmlformats.org/officeDocument/2006/relationships/customXml" Target="../ink/ink1663.xml"/><Relationship Id="rId162" Type="http://schemas.openxmlformats.org/officeDocument/2006/relationships/customXml" Target="../ink/ink1565.xml"/><Relationship Id="rId218" Type="http://schemas.openxmlformats.org/officeDocument/2006/relationships/customXml" Target="../ink/ink1593.xml"/><Relationship Id="rId425" Type="http://schemas.openxmlformats.org/officeDocument/2006/relationships/image" Target="../media/image1208.png"/><Relationship Id="rId271" Type="http://schemas.openxmlformats.org/officeDocument/2006/relationships/image" Target="../media/image1131.png"/><Relationship Id="rId24" Type="http://schemas.openxmlformats.org/officeDocument/2006/relationships/customXml" Target="../ink/ink1496.xml"/><Relationship Id="rId66" Type="http://schemas.openxmlformats.org/officeDocument/2006/relationships/customXml" Target="../ink/ink1517.xml"/><Relationship Id="rId131" Type="http://schemas.openxmlformats.org/officeDocument/2006/relationships/image" Target="../media/image957.png"/><Relationship Id="rId327" Type="http://schemas.openxmlformats.org/officeDocument/2006/relationships/image" Target="../media/image1159.png"/><Relationship Id="rId369" Type="http://schemas.openxmlformats.org/officeDocument/2006/relationships/image" Target="../media/image1180.png"/><Relationship Id="rId173" Type="http://schemas.openxmlformats.org/officeDocument/2006/relationships/image" Target="../media/image978.png"/><Relationship Id="rId229" Type="http://schemas.openxmlformats.org/officeDocument/2006/relationships/image" Target="../media/image1109.png"/><Relationship Id="rId380" Type="http://schemas.openxmlformats.org/officeDocument/2006/relationships/customXml" Target="../ink/ink1674.xml"/><Relationship Id="rId436" Type="http://schemas.openxmlformats.org/officeDocument/2006/relationships/customXml" Target="../ink/ink1702.xml"/><Relationship Id="rId240" Type="http://schemas.openxmlformats.org/officeDocument/2006/relationships/customXml" Target="../ink/ink1604.xml"/><Relationship Id="rId35" Type="http://schemas.openxmlformats.org/officeDocument/2006/relationships/image" Target="../media/image908.png"/><Relationship Id="rId77" Type="http://schemas.openxmlformats.org/officeDocument/2006/relationships/image" Target="../media/image930.png"/><Relationship Id="rId100" Type="http://schemas.openxmlformats.org/officeDocument/2006/relationships/customXml" Target="../ink/ink1534.xml"/><Relationship Id="rId282" Type="http://schemas.openxmlformats.org/officeDocument/2006/relationships/customXml" Target="../ink/ink1625.xml"/><Relationship Id="rId338" Type="http://schemas.openxmlformats.org/officeDocument/2006/relationships/customXml" Target="../ink/ink1653.xml"/><Relationship Id="rId8" Type="http://schemas.openxmlformats.org/officeDocument/2006/relationships/customXml" Target="../ink/ink1488.xml"/><Relationship Id="rId142" Type="http://schemas.openxmlformats.org/officeDocument/2006/relationships/customXml" Target="../ink/ink1555.xml"/><Relationship Id="rId184" Type="http://schemas.openxmlformats.org/officeDocument/2006/relationships/customXml" Target="../ink/ink1576.xml"/><Relationship Id="rId391" Type="http://schemas.openxmlformats.org/officeDocument/2006/relationships/image" Target="../media/image1191.png"/><Relationship Id="rId405" Type="http://schemas.openxmlformats.org/officeDocument/2006/relationships/image" Target="../media/image1198.png"/><Relationship Id="rId447" Type="http://schemas.openxmlformats.org/officeDocument/2006/relationships/image" Target="../media/image1220.png"/><Relationship Id="rId251" Type="http://schemas.openxmlformats.org/officeDocument/2006/relationships/image" Target="../media/image1121.png"/><Relationship Id="rId46" Type="http://schemas.openxmlformats.org/officeDocument/2006/relationships/customXml" Target="../ink/ink1507.xml"/><Relationship Id="rId293" Type="http://schemas.openxmlformats.org/officeDocument/2006/relationships/image" Target="../media/image1142.png"/><Relationship Id="rId307" Type="http://schemas.openxmlformats.org/officeDocument/2006/relationships/image" Target="../media/image1149.png"/><Relationship Id="rId349" Type="http://schemas.openxmlformats.org/officeDocument/2006/relationships/image" Target="../media/image1170.png"/><Relationship Id="rId88" Type="http://schemas.openxmlformats.org/officeDocument/2006/relationships/customXml" Target="../ink/ink1528.xml"/><Relationship Id="rId111" Type="http://schemas.openxmlformats.org/officeDocument/2006/relationships/image" Target="../media/image947.png"/><Relationship Id="rId153" Type="http://schemas.openxmlformats.org/officeDocument/2006/relationships/image" Target="../media/image968.png"/><Relationship Id="rId195" Type="http://schemas.openxmlformats.org/officeDocument/2006/relationships/image" Target="../media/image989.png"/><Relationship Id="rId209" Type="http://schemas.openxmlformats.org/officeDocument/2006/relationships/image" Target="../media/image996.png"/><Relationship Id="rId360" Type="http://schemas.openxmlformats.org/officeDocument/2006/relationships/customXml" Target="../ink/ink1664.xml"/><Relationship Id="rId416" Type="http://schemas.openxmlformats.org/officeDocument/2006/relationships/customXml" Target="../ink/ink1692.xml"/><Relationship Id="rId220" Type="http://schemas.openxmlformats.org/officeDocument/2006/relationships/customXml" Target="../ink/ink1594.xml"/><Relationship Id="rId15" Type="http://schemas.openxmlformats.org/officeDocument/2006/relationships/image" Target="../media/image898.png"/><Relationship Id="rId57" Type="http://schemas.openxmlformats.org/officeDocument/2006/relationships/image" Target="../media/image920.png"/><Relationship Id="rId262" Type="http://schemas.openxmlformats.org/officeDocument/2006/relationships/customXml" Target="../ink/ink1615.xml"/><Relationship Id="rId318" Type="http://schemas.openxmlformats.org/officeDocument/2006/relationships/customXml" Target="../ink/ink1643.xml"/><Relationship Id="rId99" Type="http://schemas.openxmlformats.org/officeDocument/2006/relationships/image" Target="../media/image941.png"/><Relationship Id="rId122" Type="http://schemas.openxmlformats.org/officeDocument/2006/relationships/customXml" Target="../ink/ink1545.xml"/><Relationship Id="rId164" Type="http://schemas.openxmlformats.org/officeDocument/2006/relationships/customXml" Target="../ink/ink1566.xml"/><Relationship Id="rId371" Type="http://schemas.openxmlformats.org/officeDocument/2006/relationships/image" Target="../media/image1181.png"/><Relationship Id="rId427" Type="http://schemas.openxmlformats.org/officeDocument/2006/relationships/image" Target="../media/image1209.png"/><Relationship Id="rId26" Type="http://schemas.openxmlformats.org/officeDocument/2006/relationships/customXml" Target="../ink/ink1497.xml"/><Relationship Id="rId231" Type="http://schemas.openxmlformats.org/officeDocument/2006/relationships/image" Target="../media/image1111.png"/><Relationship Id="rId273" Type="http://schemas.openxmlformats.org/officeDocument/2006/relationships/image" Target="../media/image1132.png"/><Relationship Id="rId329" Type="http://schemas.openxmlformats.org/officeDocument/2006/relationships/image" Target="../media/image1160.png"/><Relationship Id="rId68" Type="http://schemas.openxmlformats.org/officeDocument/2006/relationships/customXml" Target="../ink/ink1518.xml"/><Relationship Id="rId133" Type="http://schemas.openxmlformats.org/officeDocument/2006/relationships/image" Target="../media/image958.png"/><Relationship Id="rId175" Type="http://schemas.openxmlformats.org/officeDocument/2006/relationships/image" Target="../media/image979.png"/><Relationship Id="rId340" Type="http://schemas.openxmlformats.org/officeDocument/2006/relationships/customXml" Target="../ink/ink1654.xml"/><Relationship Id="rId200" Type="http://schemas.openxmlformats.org/officeDocument/2006/relationships/customXml" Target="../ink/ink1584.xml"/><Relationship Id="rId382" Type="http://schemas.openxmlformats.org/officeDocument/2006/relationships/customXml" Target="../ink/ink1675.xml"/><Relationship Id="rId438" Type="http://schemas.openxmlformats.org/officeDocument/2006/relationships/customXml" Target="../ink/ink1703.xml"/><Relationship Id="rId242" Type="http://schemas.openxmlformats.org/officeDocument/2006/relationships/customXml" Target="../ink/ink1605.xml"/><Relationship Id="rId284" Type="http://schemas.openxmlformats.org/officeDocument/2006/relationships/customXml" Target="../ink/ink1626.xml"/><Relationship Id="rId37" Type="http://schemas.openxmlformats.org/officeDocument/2006/relationships/image" Target="../media/image909.png"/><Relationship Id="rId79" Type="http://schemas.openxmlformats.org/officeDocument/2006/relationships/image" Target="../media/image931.png"/><Relationship Id="rId102" Type="http://schemas.openxmlformats.org/officeDocument/2006/relationships/customXml" Target="../ink/ink1535.xml"/><Relationship Id="rId144" Type="http://schemas.openxmlformats.org/officeDocument/2006/relationships/customXml" Target="../ink/ink1556.xml"/><Relationship Id="rId90" Type="http://schemas.openxmlformats.org/officeDocument/2006/relationships/customXml" Target="../ink/ink1529.xml"/><Relationship Id="rId186" Type="http://schemas.openxmlformats.org/officeDocument/2006/relationships/customXml" Target="../ink/ink1577.xml"/><Relationship Id="rId351" Type="http://schemas.openxmlformats.org/officeDocument/2006/relationships/image" Target="../media/image1171.png"/><Relationship Id="rId393" Type="http://schemas.openxmlformats.org/officeDocument/2006/relationships/image" Target="../media/image1192.png"/><Relationship Id="rId407" Type="http://schemas.openxmlformats.org/officeDocument/2006/relationships/image" Target="../media/image1199.png"/><Relationship Id="rId449" Type="http://schemas.openxmlformats.org/officeDocument/2006/relationships/image" Target="../media/image1221.png"/><Relationship Id="rId211" Type="http://schemas.openxmlformats.org/officeDocument/2006/relationships/image" Target="../media/image1100.png"/><Relationship Id="rId253" Type="http://schemas.openxmlformats.org/officeDocument/2006/relationships/image" Target="../media/image1122.png"/><Relationship Id="rId295" Type="http://schemas.openxmlformats.org/officeDocument/2006/relationships/image" Target="../media/image1143.png"/><Relationship Id="rId309" Type="http://schemas.openxmlformats.org/officeDocument/2006/relationships/image" Target="../media/image1150.png"/><Relationship Id="rId48" Type="http://schemas.openxmlformats.org/officeDocument/2006/relationships/customXml" Target="../ink/ink1508.xml"/><Relationship Id="rId113" Type="http://schemas.openxmlformats.org/officeDocument/2006/relationships/image" Target="../media/image948.png"/><Relationship Id="rId320" Type="http://schemas.openxmlformats.org/officeDocument/2006/relationships/customXml" Target="../ink/ink1644.xml"/><Relationship Id="rId155" Type="http://schemas.openxmlformats.org/officeDocument/2006/relationships/image" Target="../media/image969.png"/><Relationship Id="rId197" Type="http://schemas.openxmlformats.org/officeDocument/2006/relationships/image" Target="../media/image990.png"/><Relationship Id="rId362" Type="http://schemas.openxmlformats.org/officeDocument/2006/relationships/customXml" Target="../ink/ink1665.xml"/><Relationship Id="rId418" Type="http://schemas.openxmlformats.org/officeDocument/2006/relationships/customXml" Target="../ink/ink1693.xml"/><Relationship Id="rId222" Type="http://schemas.openxmlformats.org/officeDocument/2006/relationships/customXml" Target="../ink/ink1595.xml"/><Relationship Id="rId264" Type="http://schemas.openxmlformats.org/officeDocument/2006/relationships/customXml" Target="../ink/ink1616.xml"/><Relationship Id="rId17" Type="http://schemas.openxmlformats.org/officeDocument/2006/relationships/image" Target="../media/image899.png"/><Relationship Id="rId59" Type="http://schemas.openxmlformats.org/officeDocument/2006/relationships/image" Target="../media/image921.png"/><Relationship Id="rId124" Type="http://schemas.openxmlformats.org/officeDocument/2006/relationships/customXml" Target="../ink/ink1546.xml"/><Relationship Id="rId70" Type="http://schemas.openxmlformats.org/officeDocument/2006/relationships/customXml" Target="../ink/ink1519.xml"/><Relationship Id="rId166" Type="http://schemas.openxmlformats.org/officeDocument/2006/relationships/customXml" Target="../ink/ink1567.xml"/><Relationship Id="rId331" Type="http://schemas.openxmlformats.org/officeDocument/2006/relationships/image" Target="../media/image1161.png"/><Relationship Id="rId373" Type="http://schemas.openxmlformats.org/officeDocument/2006/relationships/image" Target="../media/image1182.png"/><Relationship Id="rId429" Type="http://schemas.openxmlformats.org/officeDocument/2006/relationships/image" Target="../media/image1211.png"/><Relationship Id="rId1" Type="http://schemas.openxmlformats.org/officeDocument/2006/relationships/slideLayout" Target="../slideLayouts/slideLayout2.xml"/><Relationship Id="rId233" Type="http://schemas.openxmlformats.org/officeDocument/2006/relationships/image" Target="../media/image1112.png"/><Relationship Id="rId440" Type="http://schemas.openxmlformats.org/officeDocument/2006/relationships/customXml" Target="../ink/ink1704.xml"/><Relationship Id="rId28" Type="http://schemas.openxmlformats.org/officeDocument/2006/relationships/customXml" Target="../ink/ink1498.xml"/><Relationship Id="rId275" Type="http://schemas.openxmlformats.org/officeDocument/2006/relationships/image" Target="../media/image1133.png"/><Relationship Id="rId300" Type="http://schemas.openxmlformats.org/officeDocument/2006/relationships/customXml" Target="../ink/ink1634.xml"/><Relationship Id="rId81" Type="http://schemas.openxmlformats.org/officeDocument/2006/relationships/image" Target="../media/image932.png"/><Relationship Id="rId135" Type="http://schemas.openxmlformats.org/officeDocument/2006/relationships/image" Target="../media/image959.png"/><Relationship Id="rId177" Type="http://schemas.openxmlformats.org/officeDocument/2006/relationships/image" Target="../media/image980.png"/><Relationship Id="rId342" Type="http://schemas.openxmlformats.org/officeDocument/2006/relationships/customXml" Target="../ink/ink1655.xml"/><Relationship Id="rId384" Type="http://schemas.openxmlformats.org/officeDocument/2006/relationships/customXml" Target="../ink/ink1676.xml"/><Relationship Id="rId202" Type="http://schemas.openxmlformats.org/officeDocument/2006/relationships/customXml" Target="../ink/ink1585.xml"/><Relationship Id="rId244" Type="http://schemas.openxmlformats.org/officeDocument/2006/relationships/customXml" Target="../ink/ink1606.xml"/><Relationship Id="rId39" Type="http://schemas.openxmlformats.org/officeDocument/2006/relationships/image" Target="../media/image911.png"/><Relationship Id="rId286" Type="http://schemas.openxmlformats.org/officeDocument/2006/relationships/customXml" Target="../ink/ink1627.xml"/><Relationship Id="rId451" Type="http://schemas.openxmlformats.org/officeDocument/2006/relationships/image" Target="../media/image1222.png"/><Relationship Id="rId50" Type="http://schemas.openxmlformats.org/officeDocument/2006/relationships/customXml" Target="../ink/ink1509.xml"/><Relationship Id="rId104" Type="http://schemas.openxmlformats.org/officeDocument/2006/relationships/customXml" Target="../ink/ink1536.xml"/><Relationship Id="rId146" Type="http://schemas.openxmlformats.org/officeDocument/2006/relationships/customXml" Target="../ink/ink1557.xml"/><Relationship Id="rId188" Type="http://schemas.openxmlformats.org/officeDocument/2006/relationships/customXml" Target="../ink/ink1578.xml"/><Relationship Id="rId311" Type="http://schemas.openxmlformats.org/officeDocument/2006/relationships/image" Target="../media/image1151.png"/><Relationship Id="rId353" Type="http://schemas.openxmlformats.org/officeDocument/2006/relationships/image" Target="../media/image1172.png"/><Relationship Id="rId395" Type="http://schemas.openxmlformats.org/officeDocument/2006/relationships/image" Target="../media/image1193.png"/><Relationship Id="rId409" Type="http://schemas.openxmlformats.org/officeDocument/2006/relationships/image" Target="../media/image1200.png"/><Relationship Id="rId92" Type="http://schemas.openxmlformats.org/officeDocument/2006/relationships/customXml" Target="../ink/ink1530.xml"/><Relationship Id="rId213" Type="http://schemas.openxmlformats.org/officeDocument/2006/relationships/image" Target="../media/image1101.png"/><Relationship Id="rId420" Type="http://schemas.openxmlformats.org/officeDocument/2006/relationships/customXml" Target="../ink/ink1694.xml"/></Relationships>
</file>

<file path=ppt/slides/_rels/slide1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950.png"/><Relationship Id="rId21" Type="http://schemas.openxmlformats.org/officeDocument/2006/relationships/image" Target="../media/image901.png"/><Relationship Id="rId324" Type="http://schemas.openxmlformats.org/officeDocument/2006/relationships/customXml" Target="../ink/ink1874.xml"/><Relationship Id="rId531" Type="http://schemas.openxmlformats.org/officeDocument/2006/relationships/image" Target="../media/image1382.png"/><Relationship Id="rId170" Type="http://schemas.openxmlformats.org/officeDocument/2006/relationships/customXml" Target="../ink/ink1797.xml"/><Relationship Id="rId268" Type="http://schemas.openxmlformats.org/officeDocument/2006/relationships/customXml" Target="../ink/ink1846.xml"/><Relationship Id="rId475" Type="http://schemas.openxmlformats.org/officeDocument/2006/relationships/image" Target="../media/image1354.png"/><Relationship Id="rId32" Type="http://schemas.openxmlformats.org/officeDocument/2006/relationships/customXml" Target="../ink/ink1728.xml"/><Relationship Id="rId128" Type="http://schemas.openxmlformats.org/officeDocument/2006/relationships/customXml" Target="../ink/ink1776.xml"/><Relationship Id="rId335" Type="http://schemas.openxmlformats.org/officeDocument/2006/relationships/image" Target="../media/image1283.png"/><Relationship Id="rId542" Type="http://schemas.openxmlformats.org/officeDocument/2006/relationships/customXml" Target="../ink/ink1983.xml"/><Relationship Id="rId181" Type="http://schemas.openxmlformats.org/officeDocument/2006/relationships/image" Target="../media/image982.png"/><Relationship Id="rId402" Type="http://schemas.openxmlformats.org/officeDocument/2006/relationships/customXml" Target="../ink/ink1913.xml"/><Relationship Id="rId279" Type="http://schemas.openxmlformats.org/officeDocument/2006/relationships/image" Target="../media/image1255.png"/><Relationship Id="rId486" Type="http://schemas.openxmlformats.org/officeDocument/2006/relationships/customXml" Target="../ink/ink1955.xml"/><Relationship Id="rId43" Type="http://schemas.openxmlformats.org/officeDocument/2006/relationships/image" Target="../media/image913.png"/><Relationship Id="rId139" Type="http://schemas.openxmlformats.org/officeDocument/2006/relationships/image" Target="../media/image961.png"/><Relationship Id="rId346" Type="http://schemas.openxmlformats.org/officeDocument/2006/relationships/customXml" Target="../ink/ink1885.xml"/><Relationship Id="rId553" Type="http://schemas.openxmlformats.org/officeDocument/2006/relationships/image" Target="../media/image1393.png"/><Relationship Id="rId192" Type="http://schemas.openxmlformats.org/officeDocument/2006/relationships/customXml" Target="../ink/ink1808.xml"/><Relationship Id="rId206" Type="http://schemas.openxmlformats.org/officeDocument/2006/relationships/customXml" Target="../ink/ink1815.xml"/><Relationship Id="rId413" Type="http://schemas.openxmlformats.org/officeDocument/2006/relationships/image" Target="../media/image1323.png"/><Relationship Id="rId497" Type="http://schemas.openxmlformats.org/officeDocument/2006/relationships/image" Target="../media/image1365.png"/><Relationship Id="rId620" Type="http://schemas.openxmlformats.org/officeDocument/2006/relationships/customXml" Target="../ink/ink2022.xml"/><Relationship Id="rId357" Type="http://schemas.openxmlformats.org/officeDocument/2006/relationships/image" Target="../media/image1294.png"/><Relationship Id="rId54" Type="http://schemas.openxmlformats.org/officeDocument/2006/relationships/customXml" Target="../ink/ink1739.xml"/><Relationship Id="rId217" Type="http://schemas.openxmlformats.org/officeDocument/2006/relationships/image" Target="../media/image1103.png"/><Relationship Id="rId564" Type="http://schemas.openxmlformats.org/officeDocument/2006/relationships/customXml" Target="../ink/ink1994.xml"/><Relationship Id="rId424" Type="http://schemas.openxmlformats.org/officeDocument/2006/relationships/customXml" Target="../ink/ink1924.xml"/><Relationship Id="rId270" Type="http://schemas.openxmlformats.org/officeDocument/2006/relationships/customXml" Target="../ink/ink1847.xml"/><Relationship Id="rId65" Type="http://schemas.openxmlformats.org/officeDocument/2006/relationships/image" Target="../media/image924.png"/><Relationship Id="rId130" Type="http://schemas.openxmlformats.org/officeDocument/2006/relationships/customXml" Target="../ink/ink1777.xml"/><Relationship Id="rId368" Type="http://schemas.openxmlformats.org/officeDocument/2006/relationships/customXml" Target="../ink/ink1896.xml"/><Relationship Id="rId575" Type="http://schemas.openxmlformats.org/officeDocument/2006/relationships/image" Target="../media/image1404.png"/><Relationship Id="rId228" Type="http://schemas.openxmlformats.org/officeDocument/2006/relationships/customXml" Target="../ink/ink1826.xml"/><Relationship Id="rId435" Type="http://schemas.openxmlformats.org/officeDocument/2006/relationships/image" Target="../media/image1334.png"/><Relationship Id="rId281" Type="http://schemas.openxmlformats.org/officeDocument/2006/relationships/image" Target="../media/image1256.png"/><Relationship Id="rId502" Type="http://schemas.openxmlformats.org/officeDocument/2006/relationships/customXml" Target="../ink/ink1963.xml"/><Relationship Id="rId76" Type="http://schemas.openxmlformats.org/officeDocument/2006/relationships/customXml" Target="../ink/ink1750.xml"/><Relationship Id="rId141" Type="http://schemas.openxmlformats.org/officeDocument/2006/relationships/image" Target="../media/image962.png"/><Relationship Id="rId379" Type="http://schemas.openxmlformats.org/officeDocument/2006/relationships/image" Target="../media/image1305.png"/><Relationship Id="rId586" Type="http://schemas.openxmlformats.org/officeDocument/2006/relationships/customXml" Target="../ink/ink2005.xml"/><Relationship Id="rId7" Type="http://schemas.openxmlformats.org/officeDocument/2006/relationships/image" Target="../media/image894.png"/><Relationship Id="rId239" Type="http://schemas.openxmlformats.org/officeDocument/2006/relationships/image" Target="../media/image1235.png"/><Relationship Id="rId446" Type="http://schemas.openxmlformats.org/officeDocument/2006/relationships/customXml" Target="../ink/ink1935.xml"/><Relationship Id="rId292" Type="http://schemas.openxmlformats.org/officeDocument/2006/relationships/customXml" Target="../ink/ink1858.xml"/><Relationship Id="rId306" Type="http://schemas.openxmlformats.org/officeDocument/2006/relationships/customXml" Target="../ink/ink1865.xml"/><Relationship Id="rId87" Type="http://schemas.openxmlformats.org/officeDocument/2006/relationships/image" Target="../media/image935.png"/><Relationship Id="rId513" Type="http://schemas.openxmlformats.org/officeDocument/2006/relationships/image" Target="../media/image1373.png"/><Relationship Id="rId597" Type="http://schemas.openxmlformats.org/officeDocument/2006/relationships/image" Target="../media/image1416.png"/><Relationship Id="rId152" Type="http://schemas.openxmlformats.org/officeDocument/2006/relationships/customXml" Target="../ink/ink1788.xml"/><Relationship Id="rId457" Type="http://schemas.openxmlformats.org/officeDocument/2006/relationships/image" Target="../media/image1345.png"/><Relationship Id="rId14" Type="http://schemas.openxmlformats.org/officeDocument/2006/relationships/customXml" Target="../ink/ink1719.xml"/><Relationship Id="rId317" Type="http://schemas.openxmlformats.org/officeDocument/2006/relationships/image" Target="../media/image1274.png"/><Relationship Id="rId524" Type="http://schemas.openxmlformats.org/officeDocument/2006/relationships/customXml" Target="../ink/ink1974.xml"/><Relationship Id="rId98" Type="http://schemas.openxmlformats.org/officeDocument/2006/relationships/customXml" Target="../ink/ink1761.xml"/><Relationship Id="rId163" Type="http://schemas.openxmlformats.org/officeDocument/2006/relationships/image" Target="../media/image973.png"/><Relationship Id="rId370" Type="http://schemas.openxmlformats.org/officeDocument/2006/relationships/customXml" Target="../ink/ink1897.xml"/><Relationship Id="rId230" Type="http://schemas.openxmlformats.org/officeDocument/2006/relationships/customXml" Target="../ink/ink1827.xml"/><Relationship Id="rId468" Type="http://schemas.openxmlformats.org/officeDocument/2006/relationships/customXml" Target="../ink/ink1946.xml"/><Relationship Id="rId25" Type="http://schemas.openxmlformats.org/officeDocument/2006/relationships/image" Target="../media/image903.png"/><Relationship Id="rId328" Type="http://schemas.openxmlformats.org/officeDocument/2006/relationships/customXml" Target="../ink/ink1876.xml"/><Relationship Id="rId535" Type="http://schemas.openxmlformats.org/officeDocument/2006/relationships/image" Target="../media/image1384.png"/><Relationship Id="rId174" Type="http://schemas.openxmlformats.org/officeDocument/2006/relationships/customXml" Target="../ink/ink1799.xml"/><Relationship Id="rId381" Type="http://schemas.openxmlformats.org/officeDocument/2006/relationships/image" Target="../media/image1306.png"/><Relationship Id="rId602" Type="http://schemas.openxmlformats.org/officeDocument/2006/relationships/customXml" Target="../ink/ink2013.xml"/><Relationship Id="rId241" Type="http://schemas.openxmlformats.org/officeDocument/2006/relationships/image" Target="../media/image1236.png"/><Relationship Id="rId479" Type="http://schemas.openxmlformats.org/officeDocument/2006/relationships/image" Target="../media/image1356.png"/><Relationship Id="rId36" Type="http://schemas.openxmlformats.org/officeDocument/2006/relationships/customXml" Target="../ink/ink1730.xml"/><Relationship Id="rId283" Type="http://schemas.openxmlformats.org/officeDocument/2006/relationships/image" Target="../media/image1257.png"/><Relationship Id="rId339" Type="http://schemas.openxmlformats.org/officeDocument/2006/relationships/image" Target="../media/image1285.png"/><Relationship Id="rId490" Type="http://schemas.openxmlformats.org/officeDocument/2006/relationships/customXml" Target="../ink/ink1957.xml"/><Relationship Id="rId504" Type="http://schemas.openxmlformats.org/officeDocument/2006/relationships/customXml" Target="../ink/ink1964.xml"/><Relationship Id="rId546" Type="http://schemas.openxmlformats.org/officeDocument/2006/relationships/customXml" Target="../ink/ink1985.xml"/><Relationship Id="rId78" Type="http://schemas.openxmlformats.org/officeDocument/2006/relationships/customXml" Target="../ink/ink1751.xml"/><Relationship Id="rId101" Type="http://schemas.openxmlformats.org/officeDocument/2006/relationships/image" Target="../media/image942.png"/><Relationship Id="rId143" Type="http://schemas.openxmlformats.org/officeDocument/2006/relationships/image" Target="../media/image963.png"/><Relationship Id="rId185" Type="http://schemas.openxmlformats.org/officeDocument/2006/relationships/image" Target="../media/image984.png"/><Relationship Id="rId350" Type="http://schemas.openxmlformats.org/officeDocument/2006/relationships/customXml" Target="../ink/ink1887.xml"/><Relationship Id="rId406" Type="http://schemas.openxmlformats.org/officeDocument/2006/relationships/customXml" Target="../ink/ink1915.xml"/><Relationship Id="rId588" Type="http://schemas.openxmlformats.org/officeDocument/2006/relationships/customXml" Target="../ink/ink2006.xml"/><Relationship Id="rId9" Type="http://schemas.openxmlformats.org/officeDocument/2006/relationships/image" Target="../media/image895.png"/><Relationship Id="rId210" Type="http://schemas.openxmlformats.org/officeDocument/2006/relationships/customXml" Target="../ink/ink1817.xml"/><Relationship Id="rId392" Type="http://schemas.openxmlformats.org/officeDocument/2006/relationships/customXml" Target="../ink/ink1908.xml"/><Relationship Id="rId448" Type="http://schemas.openxmlformats.org/officeDocument/2006/relationships/customXml" Target="../ink/ink1936.xml"/><Relationship Id="rId613" Type="http://schemas.openxmlformats.org/officeDocument/2006/relationships/image" Target="../media/image1424.png"/><Relationship Id="rId252" Type="http://schemas.openxmlformats.org/officeDocument/2006/relationships/customXml" Target="../ink/ink1838.xml"/><Relationship Id="rId294" Type="http://schemas.openxmlformats.org/officeDocument/2006/relationships/customXml" Target="../ink/ink1859.xml"/><Relationship Id="rId308" Type="http://schemas.openxmlformats.org/officeDocument/2006/relationships/customXml" Target="../ink/ink1866.xml"/><Relationship Id="rId515" Type="http://schemas.openxmlformats.org/officeDocument/2006/relationships/image" Target="../media/image1374.png"/><Relationship Id="rId47" Type="http://schemas.openxmlformats.org/officeDocument/2006/relationships/image" Target="../media/image915.png"/><Relationship Id="rId89" Type="http://schemas.openxmlformats.org/officeDocument/2006/relationships/image" Target="../media/image936.png"/><Relationship Id="rId112" Type="http://schemas.openxmlformats.org/officeDocument/2006/relationships/customXml" Target="../ink/ink1768.xml"/><Relationship Id="rId154" Type="http://schemas.openxmlformats.org/officeDocument/2006/relationships/customXml" Target="../ink/ink1789.xml"/><Relationship Id="rId361" Type="http://schemas.openxmlformats.org/officeDocument/2006/relationships/image" Target="../media/image1296.png"/><Relationship Id="rId557" Type="http://schemas.openxmlformats.org/officeDocument/2006/relationships/image" Target="../media/image1395.png"/><Relationship Id="rId599" Type="http://schemas.openxmlformats.org/officeDocument/2006/relationships/image" Target="../media/image1417.png"/><Relationship Id="rId196" Type="http://schemas.openxmlformats.org/officeDocument/2006/relationships/customXml" Target="../ink/ink1810.xml"/><Relationship Id="rId417" Type="http://schemas.openxmlformats.org/officeDocument/2006/relationships/image" Target="../media/image1325.png"/><Relationship Id="rId459" Type="http://schemas.openxmlformats.org/officeDocument/2006/relationships/image" Target="../media/image1346.png"/><Relationship Id="rId624" Type="http://schemas.openxmlformats.org/officeDocument/2006/relationships/customXml" Target="../ink/ink2024.xml"/><Relationship Id="rId16" Type="http://schemas.openxmlformats.org/officeDocument/2006/relationships/customXml" Target="../ink/ink1720.xml"/><Relationship Id="rId221" Type="http://schemas.openxmlformats.org/officeDocument/2006/relationships/image" Target="../media/image1226.png"/><Relationship Id="rId263" Type="http://schemas.openxmlformats.org/officeDocument/2006/relationships/image" Target="../media/image1247.png"/><Relationship Id="rId319" Type="http://schemas.openxmlformats.org/officeDocument/2006/relationships/image" Target="../media/image1275.png"/><Relationship Id="rId470" Type="http://schemas.openxmlformats.org/officeDocument/2006/relationships/customXml" Target="../ink/ink1947.xml"/><Relationship Id="rId526" Type="http://schemas.openxmlformats.org/officeDocument/2006/relationships/customXml" Target="../ink/ink1975.xml"/><Relationship Id="rId58" Type="http://schemas.openxmlformats.org/officeDocument/2006/relationships/customXml" Target="../ink/ink1741.xml"/><Relationship Id="rId123" Type="http://schemas.openxmlformats.org/officeDocument/2006/relationships/image" Target="../media/image953.png"/><Relationship Id="rId330" Type="http://schemas.openxmlformats.org/officeDocument/2006/relationships/customXml" Target="../ink/ink1877.xml"/><Relationship Id="rId568" Type="http://schemas.openxmlformats.org/officeDocument/2006/relationships/customXml" Target="../ink/ink1996.xml"/><Relationship Id="rId165" Type="http://schemas.openxmlformats.org/officeDocument/2006/relationships/image" Target="../media/image974.png"/><Relationship Id="rId372" Type="http://schemas.openxmlformats.org/officeDocument/2006/relationships/customXml" Target="../ink/ink1898.xml"/><Relationship Id="rId428" Type="http://schemas.openxmlformats.org/officeDocument/2006/relationships/customXml" Target="../ink/ink1926.xml"/><Relationship Id="rId232" Type="http://schemas.openxmlformats.org/officeDocument/2006/relationships/customXml" Target="../ink/ink1828.xml"/><Relationship Id="rId274" Type="http://schemas.openxmlformats.org/officeDocument/2006/relationships/customXml" Target="../ink/ink1849.xml"/><Relationship Id="rId481" Type="http://schemas.openxmlformats.org/officeDocument/2006/relationships/image" Target="../media/image1357.png"/><Relationship Id="rId27" Type="http://schemas.openxmlformats.org/officeDocument/2006/relationships/image" Target="../media/image904.png"/><Relationship Id="rId69" Type="http://schemas.openxmlformats.org/officeDocument/2006/relationships/image" Target="../media/image926.png"/><Relationship Id="rId134" Type="http://schemas.openxmlformats.org/officeDocument/2006/relationships/customXml" Target="../ink/ink1779.xml"/><Relationship Id="rId537" Type="http://schemas.openxmlformats.org/officeDocument/2006/relationships/image" Target="../media/image1385.png"/><Relationship Id="rId579" Type="http://schemas.openxmlformats.org/officeDocument/2006/relationships/image" Target="../media/image1406.png"/><Relationship Id="rId80" Type="http://schemas.openxmlformats.org/officeDocument/2006/relationships/customXml" Target="../ink/ink1752.xml"/><Relationship Id="rId176" Type="http://schemas.openxmlformats.org/officeDocument/2006/relationships/customXml" Target="../ink/ink1800.xml"/><Relationship Id="rId341" Type="http://schemas.openxmlformats.org/officeDocument/2006/relationships/image" Target="../media/image1286.png"/><Relationship Id="rId383" Type="http://schemas.openxmlformats.org/officeDocument/2006/relationships/image" Target="../media/image1307.png"/><Relationship Id="rId439" Type="http://schemas.openxmlformats.org/officeDocument/2006/relationships/image" Target="../media/image1336.png"/><Relationship Id="rId590" Type="http://schemas.openxmlformats.org/officeDocument/2006/relationships/customXml" Target="../ink/ink2007.xml"/><Relationship Id="rId604" Type="http://schemas.openxmlformats.org/officeDocument/2006/relationships/customXml" Target="../ink/ink2014.xml"/><Relationship Id="rId201" Type="http://schemas.openxmlformats.org/officeDocument/2006/relationships/image" Target="../media/image992.png"/><Relationship Id="rId243" Type="http://schemas.openxmlformats.org/officeDocument/2006/relationships/image" Target="../media/image1237.png"/><Relationship Id="rId285" Type="http://schemas.openxmlformats.org/officeDocument/2006/relationships/image" Target="../media/image1258.png"/><Relationship Id="rId450" Type="http://schemas.openxmlformats.org/officeDocument/2006/relationships/customXml" Target="../ink/ink1937.xml"/><Relationship Id="rId506" Type="http://schemas.openxmlformats.org/officeDocument/2006/relationships/customXml" Target="../ink/ink1965.xml"/><Relationship Id="rId38" Type="http://schemas.openxmlformats.org/officeDocument/2006/relationships/customXml" Target="../ink/ink1731.xml"/><Relationship Id="rId103" Type="http://schemas.openxmlformats.org/officeDocument/2006/relationships/image" Target="../media/image943.png"/><Relationship Id="rId310" Type="http://schemas.openxmlformats.org/officeDocument/2006/relationships/customXml" Target="../ink/ink1867.xml"/><Relationship Id="rId492" Type="http://schemas.openxmlformats.org/officeDocument/2006/relationships/customXml" Target="../ink/ink1958.xml"/><Relationship Id="rId548" Type="http://schemas.openxmlformats.org/officeDocument/2006/relationships/customXml" Target="../ink/ink1986.xml"/><Relationship Id="rId91" Type="http://schemas.openxmlformats.org/officeDocument/2006/relationships/image" Target="../media/image937.png"/><Relationship Id="rId145" Type="http://schemas.openxmlformats.org/officeDocument/2006/relationships/image" Target="../media/image964.png"/><Relationship Id="rId187" Type="http://schemas.openxmlformats.org/officeDocument/2006/relationships/image" Target="../media/image985.png"/><Relationship Id="rId352" Type="http://schemas.openxmlformats.org/officeDocument/2006/relationships/customXml" Target="../ink/ink1888.xml"/><Relationship Id="rId394" Type="http://schemas.openxmlformats.org/officeDocument/2006/relationships/customXml" Target="../ink/ink1909.xml"/><Relationship Id="rId408" Type="http://schemas.openxmlformats.org/officeDocument/2006/relationships/customXml" Target="../ink/ink1916.xml"/><Relationship Id="rId615" Type="http://schemas.openxmlformats.org/officeDocument/2006/relationships/image" Target="../media/image1425.png"/><Relationship Id="rId212" Type="http://schemas.openxmlformats.org/officeDocument/2006/relationships/customXml" Target="../ink/ink1818.xml"/><Relationship Id="rId254" Type="http://schemas.openxmlformats.org/officeDocument/2006/relationships/customXml" Target="../ink/ink1839.xml"/><Relationship Id="rId49" Type="http://schemas.openxmlformats.org/officeDocument/2006/relationships/image" Target="../media/image916.png"/><Relationship Id="rId114" Type="http://schemas.openxmlformats.org/officeDocument/2006/relationships/customXml" Target="../ink/ink1769.xml"/><Relationship Id="rId296" Type="http://schemas.openxmlformats.org/officeDocument/2006/relationships/customXml" Target="../ink/ink1860.xml"/><Relationship Id="rId461" Type="http://schemas.openxmlformats.org/officeDocument/2006/relationships/image" Target="../media/image1347.png"/><Relationship Id="rId517" Type="http://schemas.openxmlformats.org/officeDocument/2006/relationships/image" Target="../media/image1375.png"/><Relationship Id="rId559" Type="http://schemas.openxmlformats.org/officeDocument/2006/relationships/image" Target="../media/image1396.png"/><Relationship Id="rId60" Type="http://schemas.openxmlformats.org/officeDocument/2006/relationships/customXml" Target="../ink/ink1742.xml"/><Relationship Id="rId156" Type="http://schemas.openxmlformats.org/officeDocument/2006/relationships/customXml" Target="../ink/ink1790.xml"/><Relationship Id="rId198" Type="http://schemas.openxmlformats.org/officeDocument/2006/relationships/customXml" Target="../ink/ink1811.xml"/><Relationship Id="rId321" Type="http://schemas.openxmlformats.org/officeDocument/2006/relationships/image" Target="../media/image1276.png"/><Relationship Id="rId363" Type="http://schemas.openxmlformats.org/officeDocument/2006/relationships/image" Target="../media/image1297.png"/><Relationship Id="rId419" Type="http://schemas.openxmlformats.org/officeDocument/2006/relationships/image" Target="../media/image1326.png"/><Relationship Id="rId570" Type="http://schemas.openxmlformats.org/officeDocument/2006/relationships/customXml" Target="../ink/ink1997.xml"/><Relationship Id="rId223" Type="http://schemas.openxmlformats.org/officeDocument/2006/relationships/image" Target="../media/image1227.png"/><Relationship Id="rId430" Type="http://schemas.openxmlformats.org/officeDocument/2006/relationships/customXml" Target="../ink/ink1927.xml"/><Relationship Id="rId18" Type="http://schemas.openxmlformats.org/officeDocument/2006/relationships/customXml" Target="../ink/ink1721.xml"/><Relationship Id="rId265" Type="http://schemas.openxmlformats.org/officeDocument/2006/relationships/image" Target="../media/image1248.png"/><Relationship Id="rId472" Type="http://schemas.openxmlformats.org/officeDocument/2006/relationships/customXml" Target="../ink/ink1948.xml"/><Relationship Id="rId528" Type="http://schemas.openxmlformats.org/officeDocument/2006/relationships/customXml" Target="../ink/ink1976.xml"/><Relationship Id="rId125" Type="http://schemas.openxmlformats.org/officeDocument/2006/relationships/image" Target="../media/image954.png"/><Relationship Id="rId167" Type="http://schemas.openxmlformats.org/officeDocument/2006/relationships/image" Target="../media/image975.png"/><Relationship Id="rId332" Type="http://schemas.openxmlformats.org/officeDocument/2006/relationships/customXml" Target="../ink/ink1878.xml"/><Relationship Id="rId374" Type="http://schemas.openxmlformats.org/officeDocument/2006/relationships/customXml" Target="../ink/ink1899.xml"/><Relationship Id="rId581" Type="http://schemas.openxmlformats.org/officeDocument/2006/relationships/image" Target="../media/image1407.png"/><Relationship Id="rId71" Type="http://schemas.openxmlformats.org/officeDocument/2006/relationships/image" Target="../media/image927.png"/><Relationship Id="rId234" Type="http://schemas.openxmlformats.org/officeDocument/2006/relationships/customXml" Target="../ink/ink1829.xml"/><Relationship Id="rId2" Type="http://schemas.openxmlformats.org/officeDocument/2006/relationships/customXml" Target="../ink/ink1713.xml"/><Relationship Id="rId29" Type="http://schemas.openxmlformats.org/officeDocument/2006/relationships/image" Target="../media/image905.png"/><Relationship Id="rId276" Type="http://schemas.openxmlformats.org/officeDocument/2006/relationships/customXml" Target="../ink/ink1850.xml"/><Relationship Id="rId441" Type="http://schemas.openxmlformats.org/officeDocument/2006/relationships/image" Target="../media/image1337.png"/><Relationship Id="rId483" Type="http://schemas.openxmlformats.org/officeDocument/2006/relationships/image" Target="../media/image1358.png"/><Relationship Id="rId539" Type="http://schemas.openxmlformats.org/officeDocument/2006/relationships/image" Target="../media/image1386.png"/><Relationship Id="rId40" Type="http://schemas.openxmlformats.org/officeDocument/2006/relationships/customXml" Target="../ink/ink1732.xml"/><Relationship Id="rId136" Type="http://schemas.openxmlformats.org/officeDocument/2006/relationships/customXml" Target="../ink/ink1780.xml"/><Relationship Id="rId178" Type="http://schemas.openxmlformats.org/officeDocument/2006/relationships/customXml" Target="../ink/ink1801.xml"/><Relationship Id="rId301" Type="http://schemas.openxmlformats.org/officeDocument/2006/relationships/image" Target="../media/image1266.png"/><Relationship Id="rId343" Type="http://schemas.openxmlformats.org/officeDocument/2006/relationships/image" Target="../media/image1287.png"/><Relationship Id="rId550" Type="http://schemas.openxmlformats.org/officeDocument/2006/relationships/customXml" Target="../ink/ink1987.xml"/><Relationship Id="rId82" Type="http://schemas.openxmlformats.org/officeDocument/2006/relationships/customXml" Target="../ink/ink1753.xml"/><Relationship Id="rId203" Type="http://schemas.openxmlformats.org/officeDocument/2006/relationships/image" Target="../media/image993.png"/><Relationship Id="rId385" Type="http://schemas.openxmlformats.org/officeDocument/2006/relationships/image" Target="../media/image1308.png"/><Relationship Id="rId592" Type="http://schemas.openxmlformats.org/officeDocument/2006/relationships/customXml" Target="../ink/ink2008.xml"/><Relationship Id="rId606" Type="http://schemas.openxmlformats.org/officeDocument/2006/relationships/customXml" Target="../ink/ink2015.xml"/><Relationship Id="rId245" Type="http://schemas.openxmlformats.org/officeDocument/2006/relationships/image" Target="../media/image1238.png"/><Relationship Id="rId287" Type="http://schemas.openxmlformats.org/officeDocument/2006/relationships/image" Target="../media/image1259.png"/><Relationship Id="rId410" Type="http://schemas.openxmlformats.org/officeDocument/2006/relationships/customXml" Target="../ink/ink1917.xml"/><Relationship Id="rId452" Type="http://schemas.openxmlformats.org/officeDocument/2006/relationships/customXml" Target="../ink/ink1938.xml"/><Relationship Id="rId494" Type="http://schemas.openxmlformats.org/officeDocument/2006/relationships/customXml" Target="../ink/ink1959.xml"/><Relationship Id="rId508" Type="http://schemas.openxmlformats.org/officeDocument/2006/relationships/customXml" Target="../ink/ink1966.xml"/><Relationship Id="rId105" Type="http://schemas.openxmlformats.org/officeDocument/2006/relationships/image" Target="../media/image944.png"/><Relationship Id="rId147" Type="http://schemas.openxmlformats.org/officeDocument/2006/relationships/image" Target="../media/image965.png"/><Relationship Id="rId312" Type="http://schemas.openxmlformats.org/officeDocument/2006/relationships/customXml" Target="../ink/ink1868.xml"/><Relationship Id="rId354" Type="http://schemas.openxmlformats.org/officeDocument/2006/relationships/customXml" Target="../ink/ink1889.xml"/><Relationship Id="rId51" Type="http://schemas.openxmlformats.org/officeDocument/2006/relationships/image" Target="../media/image917.png"/><Relationship Id="rId93" Type="http://schemas.openxmlformats.org/officeDocument/2006/relationships/image" Target="../media/image938.png"/><Relationship Id="rId189" Type="http://schemas.openxmlformats.org/officeDocument/2006/relationships/image" Target="../media/image986.png"/><Relationship Id="rId396" Type="http://schemas.openxmlformats.org/officeDocument/2006/relationships/customXml" Target="../ink/ink1910.xml"/><Relationship Id="rId561" Type="http://schemas.openxmlformats.org/officeDocument/2006/relationships/image" Target="../media/image1397.png"/><Relationship Id="rId617" Type="http://schemas.openxmlformats.org/officeDocument/2006/relationships/image" Target="../media/image1426.png"/><Relationship Id="rId214" Type="http://schemas.openxmlformats.org/officeDocument/2006/relationships/customXml" Target="../ink/ink1819.xml"/><Relationship Id="rId256" Type="http://schemas.openxmlformats.org/officeDocument/2006/relationships/customXml" Target="../ink/ink1840.xml"/><Relationship Id="rId298" Type="http://schemas.openxmlformats.org/officeDocument/2006/relationships/customXml" Target="../ink/ink1861.xml"/><Relationship Id="rId421" Type="http://schemas.openxmlformats.org/officeDocument/2006/relationships/image" Target="../media/image1327.png"/><Relationship Id="rId463" Type="http://schemas.openxmlformats.org/officeDocument/2006/relationships/image" Target="../media/image1348.png"/><Relationship Id="rId519" Type="http://schemas.openxmlformats.org/officeDocument/2006/relationships/image" Target="../media/image1376.png"/><Relationship Id="rId116" Type="http://schemas.openxmlformats.org/officeDocument/2006/relationships/customXml" Target="../ink/ink1770.xml"/><Relationship Id="rId158" Type="http://schemas.openxmlformats.org/officeDocument/2006/relationships/customXml" Target="../ink/ink1791.xml"/><Relationship Id="rId323" Type="http://schemas.openxmlformats.org/officeDocument/2006/relationships/image" Target="../media/image1277.png"/><Relationship Id="rId530" Type="http://schemas.openxmlformats.org/officeDocument/2006/relationships/customXml" Target="../ink/ink1977.xml"/><Relationship Id="rId20" Type="http://schemas.openxmlformats.org/officeDocument/2006/relationships/customXml" Target="../ink/ink1722.xml"/><Relationship Id="rId62" Type="http://schemas.openxmlformats.org/officeDocument/2006/relationships/customXml" Target="../ink/ink1743.xml"/><Relationship Id="rId365" Type="http://schemas.openxmlformats.org/officeDocument/2006/relationships/image" Target="../media/image1298.png"/><Relationship Id="rId572" Type="http://schemas.openxmlformats.org/officeDocument/2006/relationships/customXml" Target="../ink/ink1998.xml"/><Relationship Id="rId225" Type="http://schemas.openxmlformats.org/officeDocument/2006/relationships/image" Target="../media/image1228.png"/><Relationship Id="rId267" Type="http://schemas.openxmlformats.org/officeDocument/2006/relationships/image" Target="../media/image1249.png"/><Relationship Id="rId432" Type="http://schemas.openxmlformats.org/officeDocument/2006/relationships/customXml" Target="../ink/ink1928.xml"/><Relationship Id="rId474" Type="http://schemas.openxmlformats.org/officeDocument/2006/relationships/customXml" Target="../ink/ink1949.xml"/><Relationship Id="rId127" Type="http://schemas.openxmlformats.org/officeDocument/2006/relationships/image" Target="../media/image955.png"/><Relationship Id="rId31" Type="http://schemas.openxmlformats.org/officeDocument/2006/relationships/image" Target="../media/image906.png"/><Relationship Id="rId73" Type="http://schemas.openxmlformats.org/officeDocument/2006/relationships/image" Target="../media/image928.png"/><Relationship Id="rId169" Type="http://schemas.openxmlformats.org/officeDocument/2006/relationships/image" Target="../media/image976.png"/><Relationship Id="rId334" Type="http://schemas.openxmlformats.org/officeDocument/2006/relationships/customXml" Target="../ink/ink1879.xml"/><Relationship Id="rId376" Type="http://schemas.openxmlformats.org/officeDocument/2006/relationships/customXml" Target="../ink/ink1900.xml"/><Relationship Id="rId541" Type="http://schemas.openxmlformats.org/officeDocument/2006/relationships/image" Target="../media/image1387.png"/><Relationship Id="rId583" Type="http://schemas.openxmlformats.org/officeDocument/2006/relationships/image" Target="../media/image1408.png"/><Relationship Id="rId4" Type="http://schemas.openxmlformats.org/officeDocument/2006/relationships/customXml" Target="../ink/ink1714.xml"/><Relationship Id="rId180" Type="http://schemas.openxmlformats.org/officeDocument/2006/relationships/customXml" Target="../ink/ink1802.xml"/><Relationship Id="rId236" Type="http://schemas.openxmlformats.org/officeDocument/2006/relationships/customXml" Target="../ink/ink1830.xml"/><Relationship Id="rId278" Type="http://schemas.openxmlformats.org/officeDocument/2006/relationships/customXml" Target="../ink/ink1851.xml"/><Relationship Id="rId401" Type="http://schemas.openxmlformats.org/officeDocument/2006/relationships/image" Target="../media/image1317.png"/><Relationship Id="rId443" Type="http://schemas.openxmlformats.org/officeDocument/2006/relationships/image" Target="../media/image1338.png"/><Relationship Id="rId303" Type="http://schemas.openxmlformats.org/officeDocument/2006/relationships/image" Target="../media/image1267.png"/><Relationship Id="rId485" Type="http://schemas.openxmlformats.org/officeDocument/2006/relationships/image" Target="../media/image1359.png"/><Relationship Id="rId42" Type="http://schemas.openxmlformats.org/officeDocument/2006/relationships/customXml" Target="../ink/ink1733.xml"/><Relationship Id="rId84" Type="http://schemas.openxmlformats.org/officeDocument/2006/relationships/customXml" Target="../ink/ink1754.xml"/><Relationship Id="rId138" Type="http://schemas.openxmlformats.org/officeDocument/2006/relationships/customXml" Target="../ink/ink1781.xml"/><Relationship Id="rId345" Type="http://schemas.openxmlformats.org/officeDocument/2006/relationships/image" Target="../media/image1288.png"/><Relationship Id="rId387" Type="http://schemas.openxmlformats.org/officeDocument/2006/relationships/image" Target="../media/image1309.png"/><Relationship Id="rId510" Type="http://schemas.openxmlformats.org/officeDocument/2006/relationships/customXml" Target="../ink/ink1967.xml"/><Relationship Id="rId552" Type="http://schemas.openxmlformats.org/officeDocument/2006/relationships/customXml" Target="../ink/ink1988.xml"/><Relationship Id="rId594" Type="http://schemas.openxmlformats.org/officeDocument/2006/relationships/customXml" Target="../ink/ink2009.xml"/><Relationship Id="rId608" Type="http://schemas.openxmlformats.org/officeDocument/2006/relationships/customXml" Target="../ink/ink2016.xml"/><Relationship Id="rId191" Type="http://schemas.openxmlformats.org/officeDocument/2006/relationships/image" Target="../media/image987.png"/><Relationship Id="rId205" Type="http://schemas.openxmlformats.org/officeDocument/2006/relationships/image" Target="../media/image994.png"/><Relationship Id="rId247" Type="http://schemas.openxmlformats.org/officeDocument/2006/relationships/image" Target="../media/image1239.png"/><Relationship Id="rId412" Type="http://schemas.openxmlformats.org/officeDocument/2006/relationships/customXml" Target="../ink/ink1918.xml"/><Relationship Id="rId107" Type="http://schemas.openxmlformats.org/officeDocument/2006/relationships/image" Target="../media/image945.png"/><Relationship Id="rId289" Type="http://schemas.openxmlformats.org/officeDocument/2006/relationships/image" Target="../media/image1260.png"/><Relationship Id="rId454" Type="http://schemas.openxmlformats.org/officeDocument/2006/relationships/customXml" Target="../ink/ink1939.xml"/><Relationship Id="rId496" Type="http://schemas.openxmlformats.org/officeDocument/2006/relationships/customXml" Target="../ink/ink1960.xml"/><Relationship Id="rId11" Type="http://schemas.openxmlformats.org/officeDocument/2006/relationships/image" Target="../media/image896.png"/><Relationship Id="rId53" Type="http://schemas.openxmlformats.org/officeDocument/2006/relationships/image" Target="../media/image918.png"/><Relationship Id="rId149" Type="http://schemas.openxmlformats.org/officeDocument/2006/relationships/image" Target="../media/image966.png"/><Relationship Id="rId314" Type="http://schemas.openxmlformats.org/officeDocument/2006/relationships/customXml" Target="../ink/ink1869.xml"/><Relationship Id="rId356" Type="http://schemas.openxmlformats.org/officeDocument/2006/relationships/customXml" Target="../ink/ink1890.xml"/><Relationship Id="rId398" Type="http://schemas.openxmlformats.org/officeDocument/2006/relationships/customXml" Target="../ink/ink1911.xml"/><Relationship Id="rId521" Type="http://schemas.openxmlformats.org/officeDocument/2006/relationships/image" Target="../media/image1377.png"/><Relationship Id="rId563" Type="http://schemas.openxmlformats.org/officeDocument/2006/relationships/image" Target="../media/image1398.png"/><Relationship Id="rId619" Type="http://schemas.openxmlformats.org/officeDocument/2006/relationships/image" Target="../media/image1427.png"/><Relationship Id="rId95" Type="http://schemas.openxmlformats.org/officeDocument/2006/relationships/image" Target="../media/image939.png"/><Relationship Id="rId160" Type="http://schemas.openxmlformats.org/officeDocument/2006/relationships/customXml" Target="../ink/ink1792.xml"/><Relationship Id="rId216" Type="http://schemas.openxmlformats.org/officeDocument/2006/relationships/customXml" Target="../ink/ink1820.xml"/><Relationship Id="rId423" Type="http://schemas.openxmlformats.org/officeDocument/2006/relationships/image" Target="../media/image1328.png"/><Relationship Id="rId258" Type="http://schemas.openxmlformats.org/officeDocument/2006/relationships/customXml" Target="../ink/ink1841.xml"/><Relationship Id="rId465" Type="http://schemas.openxmlformats.org/officeDocument/2006/relationships/image" Target="../media/image1349.png"/><Relationship Id="rId22" Type="http://schemas.openxmlformats.org/officeDocument/2006/relationships/customXml" Target="../ink/ink1723.xml"/><Relationship Id="rId64" Type="http://schemas.openxmlformats.org/officeDocument/2006/relationships/customXml" Target="../ink/ink1744.xml"/><Relationship Id="rId118" Type="http://schemas.openxmlformats.org/officeDocument/2006/relationships/customXml" Target="../ink/ink1771.xml"/><Relationship Id="rId325" Type="http://schemas.openxmlformats.org/officeDocument/2006/relationships/image" Target="../media/image1278.png"/><Relationship Id="rId367" Type="http://schemas.openxmlformats.org/officeDocument/2006/relationships/image" Target="../media/image1299.png"/><Relationship Id="rId532" Type="http://schemas.openxmlformats.org/officeDocument/2006/relationships/customXml" Target="../ink/ink1978.xml"/><Relationship Id="rId574" Type="http://schemas.openxmlformats.org/officeDocument/2006/relationships/customXml" Target="../ink/ink1999.xml"/><Relationship Id="rId171" Type="http://schemas.openxmlformats.org/officeDocument/2006/relationships/image" Target="../media/image977.png"/><Relationship Id="rId227" Type="http://schemas.openxmlformats.org/officeDocument/2006/relationships/image" Target="../media/image1229.png"/><Relationship Id="rId269" Type="http://schemas.openxmlformats.org/officeDocument/2006/relationships/image" Target="../media/image1250.png"/><Relationship Id="rId434" Type="http://schemas.openxmlformats.org/officeDocument/2006/relationships/customXml" Target="../ink/ink1929.xml"/><Relationship Id="rId476" Type="http://schemas.openxmlformats.org/officeDocument/2006/relationships/customXml" Target="../ink/ink1950.xml"/><Relationship Id="rId33" Type="http://schemas.openxmlformats.org/officeDocument/2006/relationships/image" Target="../media/image907.png"/><Relationship Id="rId129" Type="http://schemas.openxmlformats.org/officeDocument/2006/relationships/image" Target="../media/image956.png"/><Relationship Id="rId280" Type="http://schemas.openxmlformats.org/officeDocument/2006/relationships/customXml" Target="../ink/ink1852.xml"/><Relationship Id="rId336" Type="http://schemas.openxmlformats.org/officeDocument/2006/relationships/customXml" Target="../ink/ink1880.xml"/><Relationship Id="rId501" Type="http://schemas.openxmlformats.org/officeDocument/2006/relationships/image" Target="../media/image1367.png"/><Relationship Id="rId543" Type="http://schemas.openxmlformats.org/officeDocument/2006/relationships/image" Target="../media/image1388.png"/><Relationship Id="rId75" Type="http://schemas.openxmlformats.org/officeDocument/2006/relationships/image" Target="../media/image929.png"/><Relationship Id="rId140" Type="http://schemas.openxmlformats.org/officeDocument/2006/relationships/customXml" Target="../ink/ink1782.xml"/><Relationship Id="rId182" Type="http://schemas.openxmlformats.org/officeDocument/2006/relationships/customXml" Target="../ink/ink1803.xml"/><Relationship Id="rId378" Type="http://schemas.openxmlformats.org/officeDocument/2006/relationships/customXml" Target="../ink/ink1901.xml"/><Relationship Id="rId403" Type="http://schemas.openxmlformats.org/officeDocument/2006/relationships/image" Target="../media/image1318.png"/><Relationship Id="rId585" Type="http://schemas.openxmlformats.org/officeDocument/2006/relationships/image" Target="../media/image1409.png"/><Relationship Id="rId6" Type="http://schemas.openxmlformats.org/officeDocument/2006/relationships/customXml" Target="../ink/ink1715.xml"/><Relationship Id="rId238" Type="http://schemas.openxmlformats.org/officeDocument/2006/relationships/customXml" Target="../ink/ink1831.xml"/><Relationship Id="rId445" Type="http://schemas.openxmlformats.org/officeDocument/2006/relationships/image" Target="../media/image1339.png"/><Relationship Id="rId487" Type="http://schemas.openxmlformats.org/officeDocument/2006/relationships/image" Target="../media/image1360.png"/><Relationship Id="rId610" Type="http://schemas.openxmlformats.org/officeDocument/2006/relationships/customXml" Target="../ink/ink2017.xml"/><Relationship Id="rId291" Type="http://schemas.openxmlformats.org/officeDocument/2006/relationships/image" Target="../media/image1261.png"/><Relationship Id="rId305" Type="http://schemas.openxmlformats.org/officeDocument/2006/relationships/image" Target="../media/image1268.png"/><Relationship Id="rId347" Type="http://schemas.openxmlformats.org/officeDocument/2006/relationships/image" Target="../media/image1289.png"/><Relationship Id="rId512" Type="http://schemas.openxmlformats.org/officeDocument/2006/relationships/customXml" Target="../ink/ink1968.xml"/><Relationship Id="rId44" Type="http://schemas.openxmlformats.org/officeDocument/2006/relationships/customXml" Target="../ink/ink1734.xml"/><Relationship Id="rId86" Type="http://schemas.openxmlformats.org/officeDocument/2006/relationships/customXml" Target="../ink/ink1755.xml"/><Relationship Id="rId151" Type="http://schemas.openxmlformats.org/officeDocument/2006/relationships/image" Target="../media/image967.png"/><Relationship Id="rId389" Type="http://schemas.openxmlformats.org/officeDocument/2006/relationships/image" Target="../media/image1311.png"/><Relationship Id="rId554" Type="http://schemas.openxmlformats.org/officeDocument/2006/relationships/customXml" Target="../ink/ink1989.xml"/><Relationship Id="rId596" Type="http://schemas.openxmlformats.org/officeDocument/2006/relationships/customXml" Target="../ink/ink2010.xml"/><Relationship Id="rId193" Type="http://schemas.openxmlformats.org/officeDocument/2006/relationships/image" Target="../media/image988.png"/><Relationship Id="rId207" Type="http://schemas.openxmlformats.org/officeDocument/2006/relationships/image" Target="../media/image995.png"/><Relationship Id="rId249" Type="http://schemas.openxmlformats.org/officeDocument/2006/relationships/image" Target="../media/image1240.png"/><Relationship Id="rId414" Type="http://schemas.openxmlformats.org/officeDocument/2006/relationships/customXml" Target="../ink/ink1919.xml"/><Relationship Id="rId456" Type="http://schemas.openxmlformats.org/officeDocument/2006/relationships/customXml" Target="../ink/ink1940.xml"/><Relationship Id="rId498" Type="http://schemas.openxmlformats.org/officeDocument/2006/relationships/customXml" Target="../ink/ink1961.xml"/><Relationship Id="rId621" Type="http://schemas.openxmlformats.org/officeDocument/2006/relationships/image" Target="../media/image1428.png"/><Relationship Id="rId13" Type="http://schemas.openxmlformats.org/officeDocument/2006/relationships/image" Target="../media/image897.png"/><Relationship Id="rId109" Type="http://schemas.openxmlformats.org/officeDocument/2006/relationships/image" Target="../media/image946.png"/><Relationship Id="rId260" Type="http://schemas.openxmlformats.org/officeDocument/2006/relationships/customXml" Target="../ink/ink1842.xml"/><Relationship Id="rId316" Type="http://schemas.openxmlformats.org/officeDocument/2006/relationships/customXml" Target="../ink/ink1870.xml"/><Relationship Id="rId523" Type="http://schemas.openxmlformats.org/officeDocument/2006/relationships/image" Target="../media/image1378.png"/><Relationship Id="rId55" Type="http://schemas.openxmlformats.org/officeDocument/2006/relationships/image" Target="../media/image919.png"/><Relationship Id="rId97" Type="http://schemas.openxmlformats.org/officeDocument/2006/relationships/image" Target="../media/image940.png"/><Relationship Id="rId120" Type="http://schemas.openxmlformats.org/officeDocument/2006/relationships/customXml" Target="../ink/ink1772.xml"/><Relationship Id="rId358" Type="http://schemas.openxmlformats.org/officeDocument/2006/relationships/customXml" Target="../ink/ink1891.xml"/><Relationship Id="rId565" Type="http://schemas.openxmlformats.org/officeDocument/2006/relationships/image" Target="../media/image1399.png"/><Relationship Id="rId162" Type="http://schemas.openxmlformats.org/officeDocument/2006/relationships/customXml" Target="../ink/ink1793.xml"/><Relationship Id="rId218" Type="http://schemas.openxmlformats.org/officeDocument/2006/relationships/customXml" Target="../ink/ink1821.xml"/><Relationship Id="rId425" Type="http://schemas.openxmlformats.org/officeDocument/2006/relationships/image" Target="../media/image1329.png"/><Relationship Id="rId467" Type="http://schemas.openxmlformats.org/officeDocument/2006/relationships/image" Target="../media/image1350.png"/><Relationship Id="rId271" Type="http://schemas.openxmlformats.org/officeDocument/2006/relationships/image" Target="../media/image1251.png"/><Relationship Id="rId24" Type="http://schemas.openxmlformats.org/officeDocument/2006/relationships/customXml" Target="../ink/ink1724.xml"/><Relationship Id="rId66" Type="http://schemas.openxmlformats.org/officeDocument/2006/relationships/customXml" Target="../ink/ink1745.xml"/><Relationship Id="rId131" Type="http://schemas.openxmlformats.org/officeDocument/2006/relationships/image" Target="../media/image957.png"/><Relationship Id="rId327" Type="http://schemas.openxmlformats.org/officeDocument/2006/relationships/image" Target="../media/image1279.png"/><Relationship Id="rId369" Type="http://schemas.openxmlformats.org/officeDocument/2006/relationships/image" Target="../media/image1300.png"/><Relationship Id="rId534" Type="http://schemas.openxmlformats.org/officeDocument/2006/relationships/customXml" Target="../ink/ink1979.xml"/><Relationship Id="rId576" Type="http://schemas.openxmlformats.org/officeDocument/2006/relationships/customXml" Target="../ink/ink2000.xml"/><Relationship Id="rId173" Type="http://schemas.openxmlformats.org/officeDocument/2006/relationships/image" Target="../media/image978.png"/><Relationship Id="rId229" Type="http://schemas.openxmlformats.org/officeDocument/2006/relationships/image" Target="../media/image1230.png"/><Relationship Id="rId380" Type="http://schemas.openxmlformats.org/officeDocument/2006/relationships/customXml" Target="../ink/ink1902.xml"/><Relationship Id="rId436" Type="http://schemas.openxmlformats.org/officeDocument/2006/relationships/customXml" Target="../ink/ink1930.xml"/><Relationship Id="rId601" Type="http://schemas.openxmlformats.org/officeDocument/2006/relationships/image" Target="../media/image1418.png"/><Relationship Id="rId240" Type="http://schemas.openxmlformats.org/officeDocument/2006/relationships/customXml" Target="../ink/ink1832.xml"/><Relationship Id="rId478" Type="http://schemas.openxmlformats.org/officeDocument/2006/relationships/customXml" Target="../ink/ink1951.xml"/><Relationship Id="rId35" Type="http://schemas.openxmlformats.org/officeDocument/2006/relationships/image" Target="../media/image908.png"/><Relationship Id="rId77" Type="http://schemas.openxmlformats.org/officeDocument/2006/relationships/image" Target="../media/image930.png"/><Relationship Id="rId100" Type="http://schemas.openxmlformats.org/officeDocument/2006/relationships/customXml" Target="../ink/ink1762.xml"/><Relationship Id="rId282" Type="http://schemas.openxmlformats.org/officeDocument/2006/relationships/customXml" Target="../ink/ink1853.xml"/><Relationship Id="rId338" Type="http://schemas.openxmlformats.org/officeDocument/2006/relationships/customXml" Target="../ink/ink1881.xml"/><Relationship Id="rId503" Type="http://schemas.openxmlformats.org/officeDocument/2006/relationships/image" Target="../media/image1368.png"/><Relationship Id="rId545" Type="http://schemas.openxmlformats.org/officeDocument/2006/relationships/image" Target="../media/image1389.png"/><Relationship Id="rId587" Type="http://schemas.openxmlformats.org/officeDocument/2006/relationships/image" Target="../media/image1411.png"/><Relationship Id="rId8" Type="http://schemas.openxmlformats.org/officeDocument/2006/relationships/customXml" Target="../ink/ink1716.xml"/><Relationship Id="rId142" Type="http://schemas.openxmlformats.org/officeDocument/2006/relationships/customXml" Target="../ink/ink1783.xml"/><Relationship Id="rId184" Type="http://schemas.openxmlformats.org/officeDocument/2006/relationships/customXml" Target="../ink/ink1804.xml"/><Relationship Id="rId391" Type="http://schemas.openxmlformats.org/officeDocument/2006/relationships/image" Target="../media/image1312.png"/><Relationship Id="rId405" Type="http://schemas.openxmlformats.org/officeDocument/2006/relationships/image" Target="../media/image1319.png"/><Relationship Id="rId447" Type="http://schemas.openxmlformats.org/officeDocument/2006/relationships/image" Target="../media/image1340.png"/><Relationship Id="rId612" Type="http://schemas.openxmlformats.org/officeDocument/2006/relationships/customXml" Target="../ink/ink2018.xml"/><Relationship Id="rId251" Type="http://schemas.openxmlformats.org/officeDocument/2006/relationships/image" Target="../media/image1241.png"/><Relationship Id="rId489" Type="http://schemas.openxmlformats.org/officeDocument/2006/relationships/image" Target="../media/image1361.png"/><Relationship Id="rId46" Type="http://schemas.openxmlformats.org/officeDocument/2006/relationships/customXml" Target="../ink/ink1735.xml"/><Relationship Id="rId293" Type="http://schemas.openxmlformats.org/officeDocument/2006/relationships/image" Target="../media/image1262.png"/><Relationship Id="rId307" Type="http://schemas.openxmlformats.org/officeDocument/2006/relationships/image" Target="../media/image1269.png"/><Relationship Id="rId349" Type="http://schemas.openxmlformats.org/officeDocument/2006/relationships/image" Target="../media/image1290.png"/><Relationship Id="rId514" Type="http://schemas.openxmlformats.org/officeDocument/2006/relationships/customXml" Target="../ink/ink1969.xml"/><Relationship Id="rId556" Type="http://schemas.openxmlformats.org/officeDocument/2006/relationships/customXml" Target="../ink/ink1990.xml"/><Relationship Id="rId88" Type="http://schemas.openxmlformats.org/officeDocument/2006/relationships/customXml" Target="../ink/ink1756.xml"/><Relationship Id="rId111" Type="http://schemas.openxmlformats.org/officeDocument/2006/relationships/image" Target="../media/image947.png"/><Relationship Id="rId153" Type="http://schemas.openxmlformats.org/officeDocument/2006/relationships/image" Target="../media/image968.png"/><Relationship Id="rId195" Type="http://schemas.openxmlformats.org/officeDocument/2006/relationships/image" Target="../media/image989.png"/><Relationship Id="rId209" Type="http://schemas.openxmlformats.org/officeDocument/2006/relationships/image" Target="../media/image996.png"/><Relationship Id="rId360" Type="http://schemas.openxmlformats.org/officeDocument/2006/relationships/customXml" Target="../ink/ink1892.xml"/><Relationship Id="rId416" Type="http://schemas.openxmlformats.org/officeDocument/2006/relationships/customXml" Target="../ink/ink1920.xml"/><Relationship Id="rId598" Type="http://schemas.openxmlformats.org/officeDocument/2006/relationships/customXml" Target="../ink/ink2011.xml"/><Relationship Id="rId220" Type="http://schemas.openxmlformats.org/officeDocument/2006/relationships/customXml" Target="../ink/ink1822.xml"/><Relationship Id="rId458" Type="http://schemas.openxmlformats.org/officeDocument/2006/relationships/customXml" Target="../ink/ink1941.xml"/><Relationship Id="rId623" Type="http://schemas.openxmlformats.org/officeDocument/2006/relationships/image" Target="../media/image1429.png"/><Relationship Id="rId15" Type="http://schemas.openxmlformats.org/officeDocument/2006/relationships/image" Target="../media/image898.png"/><Relationship Id="rId57" Type="http://schemas.openxmlformats.org/officeDocument/2006/relationships/image" Target="../media/image920.png"/><Relationship Id="rId262" Type="http://schemas.openxmlformats.org/officeDocument/2006/relationships/customXml" Target="../ink/ink1843.xml"/><Relationship Id="rId318" Type="http://schemas.openxmlformats.org/officeDocument/2006/relationships/customXml" Target="../ink/ink1871.xml"/><Relationship Id="rId525" Type="http://schemas.openxmlformats.org/officeDocument/2006/relationships/image" Target="../media/image1379.png"/><Relationship Id="rId567" Type="http://schemas.openxmlformats.org/officeDocument/2006/relationships/image" Target="../media/image1400.png"/><Relationship Id="rId99" Type="http://schemas.openxmlformats.org/officeDocument/2006/relationships/image" Target="../media/image941.png"/><Relationship Id="rId122" Type="http://schemas.openxmlformats.org/officeDocument/2006/relationships/customXml" Target="../ink/ink1773.xml"/><Relationship Id="rId164" Type="http://schemas.openxmlformats.org/officeDocument/2006/relationships/customXml" Target="../ink/ink1794.xml"/><Relationship Id="rId371" Type="http://schemas.openxmlformats.org/officeDocument/2006/relationships/image" Target="../media/image1301.png"/><Relationship Id="rId427" Type="http://schemas.openxmlformats.org/officeDocument/2006/relationships/image" Target="../media/image1330.png"/><Relationship Id="rId469" Type="http://schemas.openxmlformats.org/officeDocument/2006/relationships/image" Target="../media/image1351.png"/><Relationship Id="rId26" Type="http://schemas.openxmlformats.org/officeDocument/2006/relationships/customXml" Target="../ink/ink1725.xml"/><Relationship Id="rId231" Type="http://schemas.openxmlformats.org/officeDocument/2006/relationships/image" Target="../media/image1231.png"/><Relationship Id="rId273" Type="http://schemas.openxmlformats.org/officeDocument/2006/relationships/image" Target="../media/image1252.png"/><Relationship Id="rId329" Type="http://schemas.openxmlformats.org/officeDocument/2006/relationships/image" Target="../media/image1280.png"/><Relationship Id="rId480" Type="http://schemas.openxmlformats.org/officeDocument/2006/relationships/customXml" Target="../ink/ink1952.xml"/><Relationship Id="rId536" Type="http://schemas.openxmlformats.org/officeDocument/2006/relationships/customXml" Target="../ink/ink1980.xml"/><Relationship Id="rId68" Type="http://schemas.openxmlformats.org/officeDocument/2006/relationships/customXml" Target="../ink/ink1746.xml"/><Relationship Id="rId133" Type="http://schemas.openxmlformats.org/officeDocument/2006/relationships/image" Target="../media/image958.png"/><Relationship Id="rId175" Type="http://schemas.openxmlformats.org/officeDocument/2006/relationships/image" Target="../media/image979.png"/><Relationship Id="rId340" Type="http://schemas.openxmlformats.org/officeDocument/2006/relationships/customXml" Target="../ink/ink1882.xml"/><Relationship Id="rId578" Type="http://schemas.openxmlformats.org/officeDocument/2006/relationships/customXml" Target="../ink/ink2001.xml"/><Relationship Id="rId200" Type="http://schemas.openxmlformats.org/officeDocument/2006/relationships/customXml" Target="../ink/ink1812.xml"/><Relationship Id="rId382" Type="http://schemas.openxmlformats.org/officeDocument/2006/relationships/customXml" Target="../ink/ink1903.xml"/><Relationship Id="rId438" Type="http://schemas.openxmlformats.org/officeDocument/2006/relationships/customXml" Target="../ink/ink1931.xml"/><Relationship Id="rId603" Type="http://schemas.openxmlformats.org/officeDocument/2006/relationships/image" Target="../media/image1419.png"/><Relationship Id="rId242" Type="http://schemas.openxmlformats.org/officeDocument/2006/relationships/customXml" Target="../ink/ink1833.xml"/><Relationship Id="rId284" Type="http://schemas.openxmlformats.org/officeDocument/2006/relationships/customXml" Target="../ink/ink1854.xml"/><Relationship Id="rId491" Type="http://schemas.openxmlformats.org/officeDocument/2006/relationships/image" Target="../media/image1362.png"/><Relationship Id="rId505" Type="http://schemas.openxmlformats.org/officeDocument/2006/relationships/image" Target="../media/image1369.png"/><Relationship Id="rId37" Type="http://schemas.openxmlformats.org/officeDocument/2006/relationships/image" Target="../media/image909.png"/><Relationship Id="rId79" Type="http://schemas.openxmlformats.org/officeDocument/2006/relationships/image" Target="../media/image931.png"/><Relationship Id="rId102" Type="http://schemas.openxmlformats.org/officeDocument/2006/relationships/customXml" Target="../ink/ink1763.xml"/><Relationship Id="rId144" Type="http://schemas.openxmlformats.org/officeDocument/2006/relationships/customXml" Target="../ink/ink1784.xml"/><Relationship Id="rId547" Type="http://schemas.openxmlformats.org/officeDocument/2006/relationships/image" Target="../media/image1390.png"/><Relationship Id="rId589" Type="http://schemas.openxmlformats.org/officeDocument/2006/relationships/image" Target="../media/image1412.png"/><Relationship Id="rId90" Type="http://schemas.openxmlformats.org/officeDocument/2006/relationships/customXml" Target="../ink/ink1757.xml"/><Relationship Id="rId186" Type="http://schemas.openxmlformats.org/officeDocument/2006/relationships/customXml" Target="../ink/ink1805.xml"/><Relationship Id="rId351" Type="http://schemas.openxmlformats.org/officeDocument/2006/relationships/image" Target="../media/image1291.png"/><Relationship Id="rId393" Type="http://schemas.openxmlformats.org/officeDocument/2006/relationships/image" Target="../media/image1313.png"/><Relationship Id="rId407" Type="http://schemas.openxmlformats.org/officeDocument/2006/relationships/image" Target="../media/image1320.png"/><Relationship Id="rId449" Type="http://schemas.openxmlformats.org/officeDocument/2006/relationships/image" Target="../media/image1341.png"/><Relationship Id="rId614" Type="http://schemas.openxmlformats.org/officeDocument/2006/relationships/customXml" Target="../ink/ink2019.xml"/><Relationship Id="rId211" Type="http://schemas.openxmlformats.org/officeDocument/2006/relationships/image" Target="../media/image1100.png"/><Relationship Id="rId253" Type="http://schemas.openxmlformats.org/officeDocument/2006/relationships/image" Target="../media/image1242.png"/><Relationship Id="rId295" Type="http://schemas.openxmlformats.org/officeDocument/2006/relationships/image" Target="../media/image1263.png"/><Relationship Id="rId309" Type="http://schemas.openxmlformats.org/officeDocument/2006/relationships/image" Target="../media/image1270.png"/><Relationship Id="rId460" Type="http://schemas.openxmlformats.org/officeDocument/2006/relationships/customXml" Target="../ink/ink1942.xml"/><Relationship Id="rId516" Type="http://schemas.openxmlformats.org/officeDocument/2006/relationships/customXml" Target="../ink/ink1970.xml"/><Relationship Id="rId48" Type="http://schemas.openxmlformats.org/officeDocument/2006/relationships/customXml" Target="../ink/ink1736.xml"/><Relationship Id="rId113" Type="http://schemas.openxmlformats.org/officeDocument/2006/relationships/image" Target="../media/image948.png"/><Relationship Id="rId320" Type="http://schemas.openxmlformats.org/officeDocument/2006/relationships/customXml" Target="../ink/ink1872.xml"/><Relationship Id="rId558" Type="http://schemas.openxmlformats.org/officeDocument/2006/relationships/customXml" Target="../ink/ink1991.xml"/><Relationship Id="rId155" Type="http://schemas.openxmlformats.org/officeDocument/2006/relationships/image" Target="../media/image969.png"/><Relationship Id="rId197" Type="http://schemas.openxmlformats.org/officeDocument/2006/relationships/image" Target="../media/image990.png"/><Relationship Id="rId362" Type="http://schemas.openxmlformats.org/officeDocument/2006/relationships/customXml" Target="../ink/ink1893.xml"/><Relationship Id="rId418" Type="http://schemas.openxmlformats.org/officeDocument/2006/relationships/customXml" Target="../ink/ink1921.xml"/><Relationship Id="rId625" Type="http://schemas.openxmlformats.org/officeDocument/2006/relationships/image" Target="../media/image1430.png"/><Relationship Id="rId222" Type="http://schemas.openxmlformats.org/officeDocument/2006/relationships/customXml" Target="../ink/ink1823.xml"/><Relationship Id="rId264" Type="http://schemas.openxmlformats.org/officeDocument/2006/relationships/customXml" Target="../ink/ink1844.xml"/><Relationship Id="rId471" Type="http://schemas.openxmlformats.org/officeDocument/2006/relationships/image" Target="../media/image1352.png"/><Relationship Id="rId17" Type="http://schemas.openxmlformats.org/officeDocument/2006/relationships/image" Target="../media/image899.png"/><Relationship Id="rId59" Type="http://schemas.openxmlformats.org/officeDocument/2006/relationships/image" Target="../media/image921.png"/><Relationship Id="rId124" Type="http://schemas.openxmlformats.org/officeDocument/2006/relationships/customXml" Target="../ink/ink1774.xml"/><Relationship Id="rId527" Type="http://schemas.openxmlformats.org/officeDocument/2006/relationships/image" Target="../media/image1380.png"/><Relationship Id="rId569" Type="http://schemas.openxmlformats.org/officeDocument/2006/relationships/image" Target="../media/image1401.png"/><Relationship Id="rId70" Type="http://schemas.openxmlformats.org/officeDocument/2006/relationships/customXml" Target="../ink/ink1747.xml"/><Relationship Id="rId166" Type="http://schemas.openxmlformats.org/officeDocument/2006/relationships/customXml" Target="../ink/ink1795.xml"/><Relationship Id="rId331" Type="http://schemas.openxmlformats.org/officeDocument/2006/relationships/image" Target="../media/image1281.png"/><Relationship Id="rId373" Type="http://schemas.openxmlformats.org/officeDocument/2006/relationships/image" Target="../media/image1302.png"/><Relationship Id="rId429" Type="http://schemas.openxmlformats.org/officeDocument/2006/relationships/image" Target="../media/image1331.png"/><Relationship Id="rId580" Type="http://schemas.openxmlformats.org/officeDocument/2006/relationships/customXml" Target="../ink/ink2002.xml"/><Relationship Id="rId1" Type="http://schemas.openxmlformats.org/officeDocument/2006/relationships/slideLayout" Target="../slideLayouts/slideLayout2.xml"/><Relationship Id="rId233" Type="http://schemas.openxmlformats.org/officeDocument/2006/relationships/image" Target="../media/image1232.png"/><Relationship Id="rId440" Type="http://schemas.openxmlformats.org/officeDocument/2006/relationships/customXml" Target="../ink/ink1932.xml"/><Relationship Id="rId28" Type="http://schemas.openxmlformats.org/officeDocument/2006/relationships/customXml" Target="../ink/ink1726.xml"/><Relationship Id="rId275" Type="http://schemas.openxmlformats.org/officeDocument/2006/relationships/image" Target="../media/image1253.png"/><Relationship Id="rId300" Type="http://schemas.openxmlformats.org/officeDocument/2006/relationships/customXml" Target="../ink/ink1862.xml"/><Relationship Id="rId482" Type="http://schemas.openxmlformats.org/officeDocument/2006/relationships/customXml" Target="../ink/ink1953.xml"/><Relationship Id="rId538" Type="http://schemas.openxmlformats.org/officeDocument/2006/relationships/customXml" Target="../ink/ink1981.xml"/><Relationship Id="rId81" Type="http://schemas.openxmlformats.org/officeDocument/2006/relationships/image" Target="../media/image932.png"/><Relationship Id="rId135" Type="http://schemas.openxmlformats.org/officeDocument/2006/relationships/image" Target="../media/image959.png"/><Relationship Id="rId177" Type="http://schemas.openxmlformats.org/officeDocument/2006/relationships/image" Target="../media/image980.png"/><Relationship Id="rId342" Type="http://schemas.openxmlformats.org/officeDocument/2006/relationships/customXml" Target="../ink/ink1883.xml"/><Relationship Id="rId384" Type="http://schemas.openxmlformats.org/officeDocument/2006/relationships/customXml" Target="../ink/ink1904.xml"/><Relationship Id="rId591" Type="http://schemas.openxmlformats.org/officeDocument/2006/relationships/image" Target="../media/image1413.png"/><Relationship Id="rId605" Type="http://schemas.openxmlformats.org/officeDocument/2006/relationships/image" Target="../media/image1420.png"/><Relationship Id="rId202" Type="http://schemas.openxmlformats.org/officeDocument/2006/relationships/customXml" Target="../ink/ink1813.xml"/><Relationship Id="rId244" Type="http://schemas.openxmlformats.org/officeDocument/2006/relationships/customXml" Target="../ink/ink1834.xml"/><Relationship Id="rId39" Type="http://schemas.openxmlformats.org/officeDocument/2006/relationships/image" Target="../media/image911.png"/><Relationship Id="rId286" Type="http://schemas.openxmlformats.org/officeDocument/2006/relationships/customXml" Target="../ink/ink1855.xml"/><Relationship Id="rId451" Type="http://schemas.openxmlformats.org/officeDocument/2006/relationships/image" Target="../media/image1342.png"/><Relationship Id="rId493" Type="http://schemas.openxmlformats.org/officeDocument/2006/relationships/image" Target="../media/image1363.png"/><Relationship Id="rId507" Type="http://schemas.openxmlformats.org/officeDocument/2006/relationships/image" Target="../media/image1370.png"/><Relationship Id="rId549" Type="http://schemas.openxmlformats.org/officeDocument/2006/relationships/image" Target="../media/image1391.png"/><Relationship Id="rId50" Type="http://schemas.openxmlformats.org/officeDocument/2006/relationships/customXml" Target="../ink/ink1737.xml"/><Relationship Id="rId104" Type="http://schemas.openxmlformats.org/officeDocument/2006/relationships/customXml" Target="../ink/ink1764.xml"/><Relationship Id="rId146" Type="http://schemas.openxmlformats.org/officeDocument/2006/relationships/customXml" Target="../ink/ink1785.xml"/><Relationship Id="rId188" Type="http://schemas.openxmlformats.org/officeDocument/2006/relationships/customXml" Target="../ink/ink1806.xml"/><Relationship Id="rId311" Type="http://schemas.openxmlformats.org/officeDocument/2006/relationships/image" Target="../media/image1271.png"/><Relationship Id="rId353" Type="http://schemas.openxmlformats.org/officeDocument/2006/relationships/image" Target="../media/image1292.png"/><Relationship Id="rId395" Type="http://schemas.openxmlformats.org/officeDocument/2006/relationships/image" Target="../media/image1314.png"/><Relationship Id="rId409" Type="http://schemas.openxmlformats.org/officeDocument/2006/relationships/image" Target="../media/image1321.png"/><Relationship Id="rId560" Type="http://schemas.openxmlformats.org/officeDocument/2006/relationships/customXml" Target="../ink/ink1992.xml"/><Relationship Id="rId92" Type="http://schemas.openxmlformats.org/officeDocument/2006/relationships/customXml" Target="../ink/ink1758.xml"/><Relationship Id="rId213" Type="http://schemas.openxmlformats.org/officeDocument/2006/relationships/image" Target="../media/image1101.png"/><Relationship Id="rId420" Type="http://schemas.openxmlformats.org/officeDocument/2006/relationships/customXml" Target="../ink/ink1922.xml"/><Relationship Id="rId616" Type="http://schemas.openxmlformats.org/officeDocument/2006/relationships/customXml" Target="../ink/ink2020.xml"/><Relationship Id="rId255" Type="http://schemas.openxmlformats.org/officeDocument/2006/relationships/image" Target="../media/image1243.png"/><Relationship Id="rId297" Type="http://schemas.openxmlformats.org/officeDocument/2006/relationships/image" Target="../media/image1264.png"/><Relationship Id="rId462" Type="http://schemas.openxmlformats.org/officeDocument/2006/relationships/customXml" Target="../ink/ink1943.xml"/><Relationship Id="rId518" Type="http://schemas.openxmlformats.org/officeDocument/2006/relationships/customXml" Target="../ink/ink1971.xml"/><Relationship Id="rId115" Type="http://schemas.openxmlformats.org/officeDocument/2006/relationships/image" Target="../media/image949.png"/><Relationship Id="rId157" Type="http://schemas.openxmlformats.org/officeDocument/2006/relationships/image" Target="../media/image970.png"/><Relationship Id="rId322" Type="http://schemas.openxmlformats.org/officeDocument/2006/relationships/customXml" Target="../ink/ink1873.xml"/><Relationship Id="rId364" Type="http://schemas.openxmlformats.org/officeDocument/2006/relationships/customXml" Target="../ink/ink1894.xml"/><Relationship Id="rId61" Type="http://schemas.openxmlformats.org/officeDocument/2006/relationships/image" Target="../media/image922.png"/><Relationship Id="rId199" Type="http://schemas.openxmlformats.org/officeDocument/2006/relationships/image" Target="../media/image991.png"/><Relationship Id="rId571" Type="http://schemas.openxmlformats.org/officeDocument/2006/relationships/image" Target="../media/image1402.png"/><Relationship Id="rId19" Type="http://schemas.openxmlformats.org/officeDocument/2006/relationships/image" Target="../media/image900.png"/><Relationship Id="rId224" Type="http://schemas.openxmlformats.org/officeDocument/2006/relationships/customXml" Target="../ink/ink1824.xml"/><Relationship Id="rId266" Type="http://schemas.openxmlformats.org/officeDocument/2006/relationships/customXml" Target="../ink/ink1845.xml"/><Relationship Id="rId431" Type="http://schemas.openxmlformats.org/officeDocument/2006/relationships/image" Target="../media/image1332.png"/><Relationship Id="rId473" Type="http://schemas.openxmlformats.org/officeDocument/2006/relationships/image" Target="../media/image1353.png"/><Relationship Id="rId529" Type="http://schemas.openxmlformats.org/officeDocument/2006/relationships/image" Target="../media/image1381.png"/><Relationship Id="rId30" Type="http://schemas.openxmlformats.org/officeDocument/2006/relationships/customXml" Target="../ink/ink1727.xml"/><Relationship Id="rId126" Type="http://schemas.openxmlformats.org/officeDocument/2006/relationships/customXml" Target="../ink/ink1775.xml"/><Relationship Id="rId168" Type="http://schemas.openxmlformats.org/officeDocument/2006/relationships/customXml" Target="../ink/ink1796.xml"/><Relationship Id="rId333" Type="http://schemas.openxmlformats.org/officeDocument/2006/relationships/image" Target="../media/image1282.png"/><Relationship Id="rId540" Type="http://schemas.openxmlformats.org/officeDocument/2006/relationships/customXml" Target="../ink/ink1982.xml"/><Relationship Id="rId72" Type="http://schemas.openxmlformats.org/officeDocument/2006/relationships/customXml" Target="../ink/ink1748.xml"/><Relationship Id="rId375" Type="http://schemas.openxmlformats.org/officeDocument/2006/relationships/image" Target="../media/image1303.png"/><Relationship Id="rId582" Type="http://schemas.openxmlformats.org/officeDocument/2006/relationships/customXml" Target="../ink/ink2003.xml"/><Relationship Id="rId3" Type="http://schemas.openxmlformats.org/officeDocument/2006/relationships/image" Target="../media/image892.png"/><Relationship Id="rId235" Type="http://schemas.openxmlformats.org/officeDocument/2006/relationships/image" Target="../media/image1233.png"/><Relationship Id="rId277" Type="http://schemas.openxmlformats.org/officeDocument/2006/relationships/image" Target="../media/image1254.png"/><Relationship Id="rId400" Type="http://schemas.openxmlformats.org/officeDocument/2006/relationships/customXml" Target="../ink/ink1912.xml"/><Relationship Id="rId442" Type="http://schemas.openxmlformats.org/officeDocument/2006/relationships/customXml" Target="../ink/ink1933.xml"/><Relationship Id="rId484" Type="http://schemas.openxmlformats.org/officeDocument/2006/relationships/customXml" Target="../ink/ink1954.xml"/><Relationship Id="rId137" Type="http://schemas.openxmlformats.org/officeDocument/2006/relationships/image" Target="../media/image960.png"/><Relationship Id="rId302" Type="http://schemas.openxmlformats.org/officeDocument/2006/relationships/customXml" Target="../ink/ink1863.xml"/><Relationship Id="rId344" Type="http://schemas.openxmlformats.org/officeDocument/2006/relationships/customXml" Target="../ink/ink1884.xml"/><Relationship Id="rId41" Type="http://schemas.openxmlformats.org/officeDocument/2006/relationships/image" Target="../media/image912.png"/><Relationship Id="rId83" Type="http://schemas.openxmlformats.org/officeDocument/2006/relationships/image" Target="../media/image933.png"/><Relationship Id="rId179" Type="http://schemas.openxmlformats.org/officeDocument/2006/relationships/image" Target="../media/image981.png"/><Relationship Id="rId386" Type="http://schemas.openxmlformats.org/officeDocument/2006/relationships/customXml" Target="../ink/ink1905.xml"/><Relationship Id="rId551" Type="http://schemas.openxmlformats.org/officeDocument/2006/relationships/image" Target="../media/image1392.png"/><Relationship Id="rId593" Type="http://schemas.openxmlformats.org/officeDocument/2006/relationships/image" Target="../media/image1414.png"/><Relationship Id="rId607" Type="http://schemas.openxmlformats.org/officeDocument/2006/relationships/image" Target="../media/image1421.png"/><Relationship Id="rId190" Type="http://schemas.openxmlformats.org/officeDocument/2006/relationships/customXml" Target="../ink/ink1807.xml"/><Relationship Id="rId204" Type="http://schemas.openxmlformats.org/officeDocument/2006/relationships/customXml" Target="../ink/ink1814.xml"/><Relationship Id="rId246" Type="http://schemas.openxmlformats.org/officeDocument/2006/relationships/customXml" Target="../ink/ink1835.xml"/><Relationship Id="rId288" Type="http://schemas.openxmlformats.org/officeDocument/2006/relationships/customXml" Target="../ink/ink1856.xml"/><Relationship Id="rId411" Type="http://schemas.openxmlformats.org/officeDocument/2006/relationships/image" Target="../media/image1322.png"/><Relationship Id="rId453" Type="http://schemas.openxmlformats.org/officeDocument/2006/relationships/image" Target="../media/image1343.png"/><Relationship Id="rId509" Type="http://schemas.openxmlformats.org/officeDocument/2006/relationships/image" Target="../media/image1371.png"/><Relationship Id="rId106" Type="http://schemas.openxmlformats.org/officeDocument/2006/relationships/customXml" Target="../ink/ink1765.xml"/><Relationship Id="rId313" Type="http://schemas.openxmlformats.org/officeDocument/2006/relationships/image" Target="../media/image1272.png"/><Relationship Id="rId495" Type="http://schemas.openxmlformats.org/officeDocument/2006/relationships/image" Target="../media/image1364.png"/><Relationship Id="rId10" Type="http://schemas.openxmlformats.org/officeDocument/2006/relationships/customXml" Target="../ink/ink1717.xml"/><Relationship Id="rId52" Type="http://schemas.openxmlformats.org/officeDocument/2006/relationships/customXml" Target="../ink/ink1738.xml"/><Relationship Id="rId94" Type="http://schemas.openxmlformats.org/officeDocument/2006/relationships/customXml" Target="../ink/ink1759.xml"/><Relationship Id="rId148" Type="http://schemas.openxmlformats.org/officeDocument/2006/relationships/customXml" Target="../ink/ink1786.xml"/><Relationship Id="rId355" Type="http://schemas.openxmlformats.org/officeDocument/2006/relationships/image" Target="../media/image1293.png"/><Relationship Id="rId397" Type="http://schemas.openxmlformats.org/officeDocument/2006/relationships/image" Target="../media/image1315.png"/><Relationship Id="rId520" Type="http://schemas.openxmlformats.org/officeDocument/2006/relationships/customXml" Target="../ink/ink1972.xml"/><Relationship Id="rId562" Type="http://schemas.openxmlformats.org/officeDocument/2006/relationships/customXml" Target="../ink/ink1993.xml"/><Relationship Id="rId618" Type="http://schemas.openxmlformats.org/officeDocument/2006/relationships/customXml" Target="../ink/ink2021.xml"/><Relationship Id="rId215" Type="http://schemas.openxmlformats.org/officeDocument/2006/relationships/image" Target="../media/image1102.png"/><Relationship Id="rId257" Type="http://schemas.openxmlformats.org/officeDocument/2006/relationships/image" Target="../media/image1244.png"/><Relationship Id="rId422" Type="http://schemas.openxmlformats.org/officeDocument/2006/relationships/customXml" Target="../ink/ink1923.xml"/><Relationship Id="rId464" Type="http://schemas.openxmlformats.org/officeDocument/2006/relationships/customXml" Target="../ink/ink1944.xml"/><Relationship Id="rId299" Type="http://schemas.openxmlformats.org/officeDocument/2006/relationships/image" Target="../media/image1265.png"/><Relationship Id="rId63" Type="http://schemas.openxmlformats.org/officeDocument/2006/relationships/image" Target="../media/image923.png"/><Relationship Id="rId159" Type="http://schemas.openxmlformats.org/officeDocument/2006/relationships/image" Target="../media/image971.png"/><Relationship Id="rId366" Type="http://schemas.openxmlformats.org/officeDocument/2006/relationships/customXml" Target="../ink/ink1895.xml"/><Relationship Id="rId573" Type="http://schemas.openxmlformats.org/officeDocument/2006/relationships/image" Target="../media/image1403.png"/><Relationship Id="rId226" Type="http://schemas.openxmlformats.org/officeDocument/2006/relationships/customXml" Target="../ink/ink1825.xml"/><Relationship Id="rId433" Type="http://schemas.openxmlformats.org/officeDocument/2006/relationships/image" Target="../media/image1333.png"/><Relationship Id="rId74" Type="http://schemas.openxmlformats.org/officeDocument/2006/relationships/customXml" Target="../ink/ink1749.xml"/><Relationship Id="rId377" Type="http://schemas.openxmlformats.org/officeDocument/2006/relationships/image" Target="../media/image1304.png"/><Relationship Id="rId500" Type="http://schemas.openxmlformats.org/officeDocument/2006/relationships/customXml" Target="../ink/ink1962.xml"/><Relationship Id="rId584" Type="http://schemas.openxmlformats.org/officeDocument/2006/relationships/customXml" Target="../ink/ink2004.xml"/><Relationship Id="rId5" Type="http://schemas.openxmlformats.org/officeDocument/2006/relationships/image" Target="../media/image893.png"/><Relationship Id="rId237" Type="http://schemas.openxmlformats.org/officeDocument/2006/relationships/image" Target="../media/image1234.png"/><Relationship Id="rId444" Type="http://schemas.openxmlformats.org/officeDocument/2006/relationships/customXml" Target="../ink/ink1934.xml"/><Relationship Id="rId290" Type="http://schemas.openxmlformats.org/officeDocument/2006/relationships/customXml" Target="../ink/ink1857.xml"/><Relationship Id="rId304" Type="http://schemas.openxmlformats.org/officeDocument/2006/relationships/customXml" Target="../ink/ink1864.xml"/><Relationship Id="rId388" Type="http://schemas.openxmlformats.org/officeDocument/2006/relationships/customXml" Target="../ink/ink1906.xml"/><Relationship Id="rId511" Type="http://schemas.openxmlformats.org/officeDocument/2006/relationships/image" Target="../media/image1372.png"/><Relationship Id="rId609" Type="http://schemas.openxmlformats.org/officeDocument/2006/relationships/image" Target="../media/image1422.png"/><Relationship Id="rId85" Type="http://schemas.openxmlformats.org/officeDocument/2006/relationships/image" Target="../media/image934.png"/><Relationship Id="rId150" Type="http://schemas.openxmlformats.org/officeDocument/2006/relationships/customXml" Target="../ink/ink1787.xml"/><Relationship Id="rId595" Type="http://schemas.openxmlformats.org/officeDocument/2006/relationships/image" Target="../media/image1415.png"/><Relationship Id="rId248" Type="http://schemas.openxmlformats.org/officeDocument/2006/relationships/customXml" Target="../ink/ink1836.xml"/><Relationship Id="rId455" Type="http://schemas.openxmlformats.org/officeDocument/2006/relationships/image" Target="../media/image1344.png"/><Relationship Id="rId12" Type="http://schemas.openxmlformats.org/officeDocument/2006/relationships/customXml" Target="../ink/ink1718.xml"/><Relationship Id="rId108" Type="http://schemas.openxmlformats.org/officeDocument/2006/relationships/customXml" Target="../ink/ink1766.xml"/><Relationship Id="rId315" Type="http://schemas.openxmlformats.org/officeDocument/2006/relationships/image" Target="../media/image1273.png"/><Relationship Id="rId522" Type="http://schemas.openxmlformats.org/officeDocument/2006/relationships/customXml" Target="../ink/ink1973.xml"/><Relationship Id="rId96" Type="http://schemas.openxmlformats.org/officeDocument/2006/relationships/customXml" Target="../ink/ink1760.xml"/><Relationship Id="rId161" Type="http://schemas.openxmlformats.org/officeDocument/2006/relationships/image" Target="../media/image972.png"/><Relationship Id="rId399" Type="http://schemas.openxmlformats.org/officeDocument/2006/relationships/image" Target="../media/image1316.png"/><Relationship Id="rId259" Type="http://schemas.openxmlformats.org/officeDocument/2006/relationships/image" Target="../media/image1245.png"/><Relationship Id="rId466" Type="http://schemas.openxmlformats.org/officeDocument/2006/relationships/customXml" Target="../ink/ink1945.xml"/><Relationship Id="rId23" Type="http://schemas.openxmlformats.org/officeDocument/2006/relationships/image" Target="../media/image902.png"/><Relationship Id="rId119" Type="http://schemas.openxmlformats.org/officeDocument/2006/relationships/image" Target="../media/image951.png"/><Relationship Id="rId326" Type="http://schemas.openxmlformats.org/officeDocument/2006/relationships/customXml" Target="../ink/ink1875.xml"/><Relationship Id="rId533" Type="http://schemas.openxmlformats.org/officeDocument/2006/relationships/image" Target="../media/image1383.png"/><Relationship Id="rId172" Type="http://schemas.openxmlformats.org/officeDocument/2006/relationships/customXml" Target="../ink/ink1798.xml"/><Relationship Id="rId477" Type="http://schemas.openxmlformats.org/officeDocument/2006/relationships/image" Target="../media/image1355.png"/><Relationship Id="rId600" Type="http://schemas.openxmlformats.org/officeDocument/2006/relationships/customXml" Target="../ink/ink2012.xml"/><Relationship Id="rId337" Type="http://schemas.openxmlformats.org/officeDocument/2006/relationships/image" Target="../media/image1284.png"/><Relationship Id="rId34" Type="http://schemas.openxmlformats.org/officeDocument/2006/relationships/customXml" Target="../ink/ink1729.xml"/><Relationship Id="rId544" Type="http://schemas.openxmlformats.org/officeDocument/2006/relationships/customXml" Target="../ink/ink1984.xml"/><Relationship Id="rId183" Type="http://schemas.openxmlformats.org/officeDocument/2006/relationships/image" Target="../media/image983.png"/><Relationship Id="rId390" Type="http://schemas.openxmlformats.org/officeDocument/2006/relationships/customXml" Target="../ink/ink1907.xml"/><Relationship Id="rId404" Type="http://schemas.openxmlformats.org/officeDocument/2006/relationships/customXml" Target="../ink/ink1914.xml"/><Relationship Id="rId611" Type="http://schemas.openxmlformats.org/officeDocument/2006/relationships/image" Target="../media/image1423.png"/><Relationship Id="rId250" Type="http://schemas.openxmlformats.org/officeDocument/2006/relationships/customXml" Target="../ink/ink1837.xml"/><Relationship Id="rId488" Type="http://schemas.openxmlformats.org/officeDocument/2006/relationships/customXml" Target="../ink/ink1956.xml"/><Relationship Id="rId45" Type="http://schemas.openxmlformats.org/officeDocument/2006/relationships/image" Target="../media/image914.png"/><Relationship Id="rId110" Type="http://schemas.openxmlformats.org/officeDocument/2006/relationships/customXml" Target="../ink/ink1767.xml"/><Relationship Id="rId348" Type="http://schemas.openxmlformats.org/officeDocument/2006/relationships/customXml" Target="../ink/ink1886.xml"/><Relationship Id="rId555" Type="http://schemas.openxmlformats.org/officeDocument/2006/relationships/image" Target="../media/image1394.png"/><Relationship Id="rId194" Type="http://schemas.openxmlformats.org/officeDocument/2006/relationships/customXml" Target="../ink/ink1809.xml"/><Relationship Id="rId208" Type="http://schemas.openxmlformats.org/officeDocument/2006/relationships/customXml" Target="../ink/ink1816.xml"/><Relationship Id="rId415" Type="http://schemas.openxmlformats.org/officeDocument/2006/relationships/image" Target="../media/image1324.png"/><Relationship Id="rId622" Type="http://schemas.openxmlformats.org/officeDocument/2006/relationships/customXml" Target="../ink/ink2023.xml"/><Relationship Id="rId261" Type="http://schemas.openxmlformats.org/officeDocument/2006/relationships/image" Target="../media/image1246.png"/><Relationship Id="rId499" Type="http://schemas.openxmlformats.org/officeDocument/2006/relationships/image" Target="../media/image1366.png"/><Relationship Id="rId56" Type="http://schemas.openxmlformats.org/officeDocument/2006/relationships/customXml" Target="../ink/ink1740.xml"/><Relationship Id="rId359" Type="http://schemas.openxmlformats.org/officeDocument/2006/relationships/image" Target="../media/image1295.png"/><Relationship Id="rId566" Type="http://schemas.openxmlformats.org/officeDocument/2006/relationships/customXml" Target="../ink/ink1995.xml"/><Relationship Id="rId121" Type="http://schemas.openxmlformats.org/officeDocument/2006/relationships/image" Target="../media/image952.png"/><Relationship Id="rId219" Type="http://schemas.openxmlformats.org/officeDocument/2006/relationships/image" Target="../media/image1104.png"/><Relationship Id="rId426" Type="http://schemas.openxmlformats.org/officeDocument/2006/relationships/customXml" Target="../ink/ink1925.xml"/><Relationship Id="rId67" Type="http://schemas.openxmlformats.org/officeDocument/2006/relationships/image" Target="../media/image925.png"/><Relationship Id="rId272" Type="http://schemas.openxmlformats.org/officeDocument/2006/relationships/customXml" Target="../ink/ink1848.xml"/><Relationship Id="rId577" Type="http://schemas.openxmlformats.org/officeDocument/2006/relationships/image" Target="../media/image1405.png"/><Relationship Id="rId132" Type="http://schemas.openxmlformats.org/officeDocument/2006/relationships/customXml" Target="../ink/ink1778.xml"/><Relationship Id="rId437" Type="http://schemas.openxmlformats.org/officeDocument/2006/relationships/image" Target="../media/image1335.png"/></Relationships>
</file>

<file path=ppt/slides/_rels/slide15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950.png"/><Relationship Id="rId21" Type="http://schemas.openxmlformats.org/officeDocument/2006/relationships/image" Target="../media/image901.png"/><Relationship Id="rId324" Type="http://schemas.openxmlformats.org/officeDocument/2006/relationships/customXml" Target="../ink/ink2186.xml"/><Relationship Id="rId531" Type="http://schemas.openxmlformats.org/officeDocument/2006/relationships/image" Target="../media/image1579.png"/><Relationship Id="rId170" Type="http://schemas.openxmlformats.org/officeDocument/2006/relationships/customXml" Target="../ink/ink2109.xml"/><Relationship Id="rId268" Type="http://schemas.openxmlformats.org/officeDocument/2006/relationships/customXml" Target="../ink/ink2158.xml"/><Relationship Id="rId475" Type="http://schemas.openxmlformats.org/officeDocument/2006/relationships/image" Target="../media/image1551.png"/><Relationship Id="rId32" Type="http://schemas.openxmlformats.org/officeDocument/2006/relationships/customXml" Target="../ink/ink2040.xml"/><Relationship Id="rId128" Type="http://schemas.openxmlformats.org/officeDocument/2006/relationships/customXml" Target="../ink/ink2088.xml"/><Relationship Id="rId335" Type="http://schemas.openxmlformats.org/officeDocument/2006/relationships/image" Target="../media/image1480.png"/><Relationship Id="rId542" Type="http://schemas.openxmlformats.org/officeDocument/2006/relationships/customXml" Target="../ink/ink2295.xml"/><Relationship Id="rId181" Type="http://schemas.openxmlformats.org/officeDocument/2006/relationships/image" Target="../media/image982.png"/><Relationship Id="rId402" Type="http://schemas.openxmlformats.org/officeDocument/2006/relationships/customXml" Target="../ink/ink2225.xml"/><Relationship Id="rId279" Type="http://schemas.openxmlformats.org/officeDocument/2006/relationships/image" Target="../media/image1452.png"/><Relationship Id="rId486" Type="http://schemas.openxmlformats.org/officeDocument/2006/relationships/customXml" Target="../ink/ink2267.xml"/><Relationship Id="rId43" Type="http://schemas.openxmlformats.org/officeDocument/2006/relationships/image" Target="../media/image913.png"/><Relationship Id="rId139" Type="http://schemas.openxmlformats.org/officeDocument/2006/relationships/image" Target="../media/image961.png"/><Relationship Id="rId346" Type="http://schemas.openxmlformats.org/officeDocument/2006/relationships/customXml" Target="../ink/ink2197.xml"/><Relationship Id="rId553" Type="http://schemas.openxmlformats.org/officeDocument/2006/relationships/image" Target="../media/image1590.png"/><Relationship Id="rId192" Type="http://schemas.openxmlformats.org/officeDocument/2006/relationships/customXml" Target="../ink/ink2120.xml"/><Relationship Id="rId206" Type="http://schemas.openxmlformats.org/officeDocument/2006/relationships/customXml" Target="../ink/ink2127.xml"/><Relationship Id="rId413" Type="http://schemas.openxmlformats.org/officeDocument/2006/relationships/image" Target="../media/image1520.png"/><Relationship Id="rId497" Type="http://schemas.openxmlformats.org/officeDocument/2006/relationships/image" Target="../media/image1562.png"/><Relationship Id="rId357" Type="http://schemas.openxmlformats.org/officeDocument/2006/relationships/image" Target="../media/image1491.png"/><Relationship Id="rId54" Type="http://schemas.openxmlformats.org/officeDocument/2006/relationships/customXml" Target="../ink/ink2051.xml"/><Relationship Id="rId217" Type="http://schemas.openxmlformats.org/officeDocument/2006/relationships/image" Target="../media/image1103.png"/><Relationship Id="rId564" Type="http://schemas.openxmlformats.org/officeDocument/2006/relationships/customXml" Target="../ink/ink2306.xml"/><Relationship Id="rId424" Type="http://schemas.openxmlformats.org/officeDocument/2006/relationships/customXml" Target="../ink/ink2236.xml"/><Relationship Id="rId270" Type="http://schemas.openxmlformats.org/officeDocument/2006/relationships/customXml" Target="../ink/ink2159.xml"/><Relationship Id="rId65" Type="http://schemas.openxmlformats.org/officeDocument/2006/relationships/image" Target="../media/image924.png"/><Relationship Id="rId130" Type="http://schemas.openxmlformats.org/officeDocument/2006/relationships/customXml" Target="../ink/ink2089.xml"/><Relationship Id="rId368" Type="http://schemas.openxmlformats.org/officeDocument/2006/relationships/customXml" Target="../ink/ink2208.xml"/><Relationship Id="rId172" Type="http://schemas.openxmlformats.org/officeDocument/2006/relationships/customXml" Target="../ink/ink2110.xml"/><Relationship Id="rId228" Type="http://schemas.openxmlformats.org/officeDocument/2006/relationships/customXml" Target="../ink/ink2138.xml"/><Relationship Id="rId435" Type="http://schemas.openxmlformats.org/officeDocument/2006/relationships/image" Target="../media/image1531.png"/><Relationship Id="rId477" Type="http://schemas.openxmlformats.org/officeDocument/2006/relationships/image" Target="../media/image1552.png"/><Relationship Id="rId281" Type="http://schemas.openxmlformats.org/officeDocument/2006/relationships/image" Target="../media/image1453.png"/><Relationship Id="rId337" Type="http://schemas.openxmlformats.org/officeDocument/2006/relationships/image" Target="../media/image1481.png"/><Relationship Id="rId502" Type="http://schemas.openxmlformats.org/officeDocument/2006/relationships/customXml" Target="../ink/ink2275.xml"/><Relationship Id="rId34" Type="http://schemas.openxmlformats.org/officeDocument/2006/relationships/customXml" Target="../ink/ink2041.xml"/><Relationship Id="rId76" Type="http://schemas.openxmlformats.org/officeDocument/2006/relationships/customXml" Target="../ink/ink2062.xml"/><Relationship Id="rId141" Type="http://schemas.openxmlformats.org/officeDocument/2006/relationships/image" Target="../media/image962.png"/><Relationship Id="rId379" Type="http://schemas.openxmlformats.org/officeDocument/2006/relationships/image" Target="../media/image1502.png"/><Relationship Id="rId544" Type="http://schemas.openxmlformats.org/officeDocument/2006/relationships/customXml" Target="../ink/ink2296.xml"/><Relationship Id="rId7" Type="http://schemas.openxmlformats.org/officeDocument/2006/relationships/image" Target="../media/image894.png"/><Relationship Id="rId183" Type="http://schemas.openxmlformats.org/officeDocument/2006/relationships/image" Target="../media/image983.png"/><Relationship Id="rId239" Type="http://schemas.openxmlformats.org/officeDocument/2006/relationships/image" Target="../media/image1432.png"/><Relationship Id="rId390" Type="http://schemas.openxmlformats.org/officeDocument/2006/relationships/customXml" Target="../ink/ink2219.xml"/><Relationship Id="rId404" Type="http://schemas.openxmlformats.org/officeDocument/2006/relationships/customXml" Target="../ink/ink2226.xml"/><Relationship Id="rId446" Type="http://schemas.openxmlformats.org/officeDocument/2006/relationships/customXml" Target="../ink/ink2247.xml"/><Relationship Id="rId250" Type="http://schemas.openxmlformats.org/officeDocument/2006/relationships/customXml" Target="../ink/ink2149.xml"/><Relationship Id="rId292" Type="http://schemas.openxmlformats.org/officeDocument/2006/relationships/customXml" Target="../ink/ink2170.xml"/><Relationship Id="rId306" Type="http://schemas.openxmlformats.org/officeDocument/2006/relationships/customXml" Target="../ink/ink2177.xml"/><Relationship Id="rId488" Type="http://schemas.openxmlformats.org/officeDocument/2006/relationships/customXml" Target="../ink/ink2268.xml"/><Relationship Id="rId45" Type="http://schemas.openxmlformats.org/officeDocument/2006/relationships/image" Target="../media/image914.png"/><Relationship Id="rId87" Type="http://schemas.openxmlformats.org/officeDocument/2006/relationships/image" Target="../media/image935.png"/><Relationship Id="rId110" Type="http://schemas.openxmlformats.org/officeDocument/2006/relationships/customXml" Target="../ink/ink2079.xml"/><Relationship Id="rId348" Type="http://schemas.openxmlformats.org/officeDocument/2006/relationships/customXml" Target="../ink/ink2198.xml"/><Relationship Id="rId513" Type="http://schemas.openxmlformats.org/officeDocument/2006/relationships/image" Target="../media/image1570.png"/><Relationship Id="rId555" Type="http://schemas.openxmlformats.org/officeDocument/2006/relationships/image" Target="../media/image1591.png"/><Relationship Id="rId152" Type="http://schemas.openxmlformats.org/officeDocument/2006/relationships/customXml" Target="../ink/ink2100.xml"/><Relationship Id="rId194" Type="http://schemas.openxmlformats.org/officeDocument/2006/relationships/customXml" Target="../ink/ink2121.xml"/><Relationship Id="rId208" Type="http://schemas.openxmlformats.org/officeDocument/2006/relationships/customXml" Target="../ink/ink2128.xml"/><Relationship Id="rId415" Type="http://schemas.openxmlformats.org/officeDocument/2006/relationships/image" Target="../media/image1521.png"/><Relationship Id="rId457" Type="http://schemas.openxmlformats.org/officeDocument/2006/relationships/image" Target="../media/image1542.png"/><Relationship Id="rId261" Type="http://schemas.openxmlformats.org/officeDocument/2006/relationships/image" Target="../media/image1443.png"/><Relationship Id="rId499" Type="http://schemas.openxmlformats.org/officeDocument/2006/relationships/image" Target="../media/image1563.png"/><Relationship Id="rId14" Type="http://schemas.openxmlformats.org/officeDocument/2006/relationships/customXml" Target="../ink/ink2031.xml"/><Relationship Id="rId56" Type="http://schemas.openxmlformats.org/officeDocument/2006/relationships/customXml" Target="../ink/ink2052.xml"/><Relationship Id="rId317" Type="http://schemas.openxmlformats.org/officeDocument/2006/relationships/image" Target="../media/image1471.png"/><Relationship Id="rId359" Type="http://schemas.openxmlformats.org/officeDocument/2006/relationships/image" Target="../media/image1492.png"/><Relationship Id="rId524" Type="http://schemas.openxmlformats.org/officeDocument/2006/relationships/customXml" Target="../ink/ink2286.xml"/><Relationship Id="rId566" Type="http://schemas.openxmlformats.org/officeDocument/2006/relationships/customXml" Target="../ink/ink2307.xml"/><Relationship Id="rId98" Type="http://schemas.openxmlformats.org/officeDocument/2006/relationships/customXml" Target="../ink/ink2073.xml"/><Relationship Id="rId121" Type="http://schemas.openxmlformats.org/officeDocument/2006/relationships/image" Target="../media/image952.png"/><Relationship Id="rId163" Type="http://schemas.openxmlformats.org/officeDocument/2006/relationships/image" Target="../media/image973.png"/><Relationship Id="rId219" Type="http://schemas.openxmlformats.org/officeDocument/2006/relationships/image" Target="../media/image1104.png"/><Relationship Id="rId370" Type="http://schemas.openxmlformats.org/officeDocument/2006/relationships/customXml" Target="../ink/ink2209.xml"/><Relationship Id="rId426" Type="http://schemas.openxmlformats.org/officeDocument/2006/relationships/customXml" Target="../ink/ink2237.xml"/><Relationship Id="rId230" Type="http://schemas.openxmlformats.org/officeDocument/2006/relationships/customXml" Target="../ink/ink2139.xml"/><Relationship Id="rId468" Type="http://schemas.openxmlformats.org/officeDocument/2006/relationships/customXml" Target="../ink/ink2258.xml"/><Relationship Id="rId25" Type="http://schemas.openxmlformats.org/officeDocument/2006/relationships/image" Target="../media/image903.png"/><Relationship Id="rId67" Type="http://schemas.openxmlformats.org/officeDocument/2006/relationships/image" Target="../media/image925.png"/><Relationship Id="rId272" Type="http://schemas.openxmlformats.org/officeDocument/2006/relationships/customXml" Target="../ink/ink2160.xml"/><Relationship Id="rId328" Type="http://schemas.openxmlformats.org/officeDocument/2006/relationships/customXml" Target="../ink/ink2188.xml"/><Relationship Id="rId535" Type="http://schemas.openxmlformats.org/officeDocument/2006/relationships/image" Target="../media/image1581.png"/><Relationship Id="rId132" Type="http://schemas.openxmlformats.org/officeDocument/2006/relationships/customXml" Target="../ink/ink2090.xml"/><Relationship Id="rId174" Type="http://schemas.openxmlformats.org/officeDocument/2006/relationships/customXml" Target="../ink/ink2111.xml"/><Relationship Id="rId381" Type="http://schemas.openxmlformats.org/officeDocument/2006/relationships/image" Target="../media/image1503.png"/><Relationship Id="rId241" Type="http://schemas.openxmlformats.org/officeDocument/2006/relationships/image" Target="../media/image1433.png"/><Relationship Id="rId437" Type="http://schemas.openxmlformats.org/officeDocument/2006/relationships/image" Target="../media/image1532.png"/><Relationship Id="rId479" Type="http://schemas.openxmlformats.org/officeDocument/2006/relationships/image" Target="../media/image1553.png"/><Relationship Id="rId36" Type="http://schemas.openxmlformats.org/officeDocument/2006/relationships/customXml" Target="../ink/ink2042.xml"/><Relationship Id="rId283" Type="http://schemas.openxmlformats.org/officeDocument/2006/relationships/image" Target="../media/image1454.png"/><Relationship Id="rId339" Type="http://schemas.openxmlformats.org/officeDocument/2006/relationships/image" Target="../media/image1482.png"/><Relationship Id="rId490" Type="http://schemas.openxmlformats.org/officeDocument/2006/relationships/customXml" Target="../ink/ink2269.xml"/><Relationship Id="rId504" Type="http://schemas.openxmlformats.org/officeDocument/2006/relationships/customXml" Target="../ink/ink2276.xml"/><Relationship Id="rId546" Type="http://schemas.openxmlformats.org/officeDocument/2006/relationships/customXml" Target="../ink/ink2297.xml"/><Relationship Id="rId78" Type="http://schemas.openxmlformats.org/officeDocument/2006/relationships/customXml" Target="../ink/ink2063.xml"/><Relationship Id="rId101" Type="http://schemas.openxmlformats.org/officeDocument/2006/relationships/image" Target="../media/image942.png"/><Relationship Id="rId143" Type="http://schemas.openxmlformats.org/officeDocument/2006/relationships/image" Target="../media/image963.png"/><Relationship Id="rId185" Type="http://schemas.openxmlformats.org/officeDocument/2006/relationships/image" Target="../media/image984.png"/><Relationship Id="rId350" Type="http://schemas.openxmlformats.org/officeDocument/2006/relationships/customXml" Target="../ink/ink2199.xml"/><Relationship Id="rId406" Type="http://schemas.openxmlformats.org/officeDocument/2006/relationships/customXml" Target="../ink/ink2227.xml"/><Relationship Id="rId9" Type="http://schemas.openxmlformats.org/officeDocument/2006/relationships/image" Target="../media/image895.png"/><Relationship Id="rId210" Type="http://schemas.openxmlformats.org/officeDocument/2006/relationships/customXml" Target="../ink/ink2129.xml"/><Relationship Id="rId392" Type="http://schemas.openxmlformats.org/officeDocument/2006/relationships/customXml" Target="../ink/ink2220.xml"/><Relationship Id="rId448" Type="http://schemas.openxmlformats.org/officeDocument/2006/relationships/customXml" Target="../ink/ink2248.xml"/><Relationship Id="rId252" Type="http://schemas.openxmlformats.org/officeDocument/2006/relationships/customXml" Target="../ink/ink2150.xml"/><Relationship Id="rId294" Type="http://schemas.openxmlformats.org/officeDocument/2006/relationships/customXml" Target="../ink/ink2171.xml"/><Relationship Id="rId308" Type="http://schemas.openxmlformats.org/officeDocument/2006/relationships/customXml" Target="../ink/ink2178.xml"/><Relationship Id="rId515" Type="http://schemas.openxmlformats.org/officeDocument/2006/relationships/image" Target="../media/image1571.png"/><Relationship Id="rId47" Type="http://schemas.openxmlformats.org/officeDocument/2006/relationships/image" Target="../media/image915.png"/><Relationship Id="rId89" Type="http://schemas.openxmlformats.org/officeDocument/2006/relationships/image" Target="../media/image936.png"/><Relationship Id="rId112" Type="http://schemas.openxmlformats.org/officeDocument/2006/relationships/customXml" Target="../ink/ink2080.xml"/><Relationship Id="rId154" Type="http://schemas.openxmlformats.org/officeDocument/2006/relationships/customXml" Target="../ink/ink2101.xml"/><Relationship Id="rId361" Type="http://schemas.openxmlformats.org/officeDocument/2006/relationships/image" Target="../media/image1493.png"/><Relationship Id="rId557" Type="http://schemas.openxmlformats.org/officeDocument/2006/relationships/image" Target="../media/image1592.png"/><Relationship Id="rId196" Type="http://schemas.openxmlformats.org/officeDocument/2006/relationships/customXml" Target="../ink/ink2122.xml"/><Relationship Id="rId417" Type="http://schemas.openxmlformats.org/officeDocument/2006/relationships/image" Target="../media/image1522.png"/><Relationship Id="rId459" Type="http://schemas.openxmlformats.org/officeDocument/2006/relationships/image" Target="../media/image1543.png"/><Relationship Id="rId16" Type="http://schemas.openxmlformats.org/officeDocument/2006/relationships/customXml" Target="../ink/ink2032.xml"/><Relationship Id="rId221" Type="http://schemas.openxmlformats.org/officeDocument/2006/relationships/image" Target="../media/image1226.png"/><Relationship Id="rId263" Type="http://schemas.openxmlformats.org/officeDocument/2006/relationships/image" Target="../media/image1444.png"/><Relationship Id="rId319" Type="http://schemas.openxmlformats.org/officeDocument/2006/relationships/image" Target="../media/image1472.png"/><Relationship Id="rId470" Type="http://schemas.openxmlformats.org/officeDocument/2006/relationships/customXml" Target="../ink/ink2259.xml"/><Relationship Id="rId526" Type="http://schemas.openxmlformats.org/officeDocument/2006/relationships/customXml" Target="../ink/ink2287.xml"/><Relationship Id="rId58" Type="http://schemas.openxmlformats.org/officeDocument/2006/relationships/customXml" Target="../ink/ink2053.xml"/><Relationship Id="rId123" Type="http://schemas.openxmlformats.org/officeDocument/2006/relationships/image" Target="../media/image953.png"/><Relationship Id="rId330" Type="http://schemas.openxmlformats.org/officeDocument/2006/relationships/customXml" Target="../ink/ink2189.xml"/><Relationship Id="rId568" Type="http://schemas.openxmlformats.org/officeDocument/2006/relationships/customXml" Target="../ink/ink2308.xml"/><Relationship Id="rId165" Type="http://schemas.openxmlformats.org/officeDocument/2006/relationships/image" Target="../media/image974.png"/><Relationship Id="rId372" Type="http://schemas.openxmlformats.org/officeDocument/2006/relationships/customXml" Target="../ink/ink2210.xml"/><Relationship Id="rId428" Type="http://schemas.openxmlformats.org/officeDocument/2006/relationships/customXml" Target="../ink/ink2238.xml"/><Relationship Id="rId232" Type="http://schemas.openxmlformats.org/officeDocument/2006/relationships/customXml" Target="../ink/ink2140.xml"/><Relationship Id="rId274" Type="http://schemas.openxmlformats.org/officeDocument/2006/relationships/customXml" Target="../ink/ink2161.xml"/><Relationship Id="rId481" Type="http://schemas.openxmlformats.org/officeDocument/2006/relationships/image" Target="../media/image1554.png"/><Relationship Id="rId27" Type="http://schemas.openxmlformats.org/officeDocument/2006/relationships/image" Target="../media/image904.png"/><Relationship Id="rId69" Type="http://schemas.openxmlformats.org/officeDocument/2006/relationships/image" Target="../media/image926.png"/><Relationship Id="rId134" Type="http://schemas.openxmlformats.org/officeDocument/2006/relationships/customXml" Target="../ink/ink2091.xml"/><Relationship Id="rId537" Type="http://schemas.openxmlformats.org/officeDocument/2006/relationships/image" Target="../media/image1582.png"/><Relationship Id="rId80" Type="http://schemas.openxmlformats.org/officeDocument/2006/relationships/customXml" Target="../ink/ink2064.xml"/><Relationship Id="rId176" Type="http://schemas.openxmlformats.org/officeDocument/2006/relationships/customXml" Target="../ink/ink2112.xml"/><Relationship Id="rId341" Type="http://schemas.openxmlformats.org/officeDocument/2006/relationships/image" Target="../media/image1483.png"/><Relationship Id="rId383" Type="http://schemas.openxmlformats.org/officeDocument/2006/relationships/image" Target="../media/image1504.png"/><Relationship Id="rId439" Type="http://schemas.openxmlformats.org/officeDocument/2006/relationships/image" Target="../media/image1533.png"/><Relationship Id="rId201" Type="http://schemas.openxmlformats.org/officeDocument/2006/relationships/image" Target="../media/image992.png"/><Relationship Id="rId243" Type="http://schemas.openxmlformats.org/officeDocument/2006/relationships/image" Target="../media/image1434.png"/><Relationship Id="rId285" Type="http://schemas.openxmlformats.org/officeDocument/2006/relationships/image" Target="../media/image1455.png"/><Relationship Id="rId450" Type="http://schemas.openxmlformats.org/officeDocument/2006/relationships/customXml" Target="../ink/ink2249.xml"/><Relationship Id="rId506" Type="http://schemas.openxmlformats.org/officeDocument/2006/relationships/customXml" Target="../ink/ink2277.xml"/><Relationship Id="rId38" Type="http://schemas.openxmlformats.org/officeDocument/2006/relationships/customXml" Target="../ink/ink2043.xml"/><Relationship Id="rId103" Type="http://schemas.openxmlformats.org/officeDocument/2006/relationships/image" Target="../media/image943.png"/><Relationship Id="rId310" Type="http://schemas.openxmlformats.org/officeDocument/2006/relationships/customXml" Target="../ink/ink2179.xml"/><Relationship Id="rId492" Type="http://schemas.openxmlformats.org/officeDocument/2006/relationships/customXml" Target="../ink/ink2270.xml"/><Relationship Id="rId548" Type="http://schemas.openxmlformats.org/officeDocument/2006/relationships/customXml" Target="../ink/ink2298.xml"/><Relationship Id="rId91" Type="http://schemas.openxmlformats.org/officeDocument/2006/relationships/image" Target="../media/image937.png"/><Relationship Id="rId145" Type="http://schemas.openxmlformats.org/officeDocument/2006/relationships/image" Target="../media/image964.png"/><Relationship Id="rId187" Type="http://schemas.openxmlformats.org/officeDocument/2006/relationships/image" Target="../media/image985.png"/><Relationship Id="rId352" Type="http://schemas.openxmlformats.org/officeDocument/2006/relationships/customXml" Target="../ink/ink2200.xml"/><Relationship Id="rId394" Type="http://schemas.openxmlformats.org/officeDocument/2006/relationships/customXml" Target="../ink/ink2221.xml"/><Relationship Id="rId408" Type="http://schemas.openxmlformats.org/officeDocument/2006/relationships/customXml" Target="../ink/ink2228.xml"/><Relationship Id="rId212" Type="http://schemas.openxmlformats.org/officeDocument/2006/relationships/customXml" Target="../ink/ink2130.xml"/><Relationship Id="rId254" Type="http://schemas.openxmlformats.org/officeDocument/2006/relationships/customXml" Target="../ink/ink2151.xml"/><Relationship Id="rId49" Type="http://schemas.openxmlformats.org/officeDocument/2006/relationships/image" Target="../media/image916.png"/><Relationship Id="rId114" Type="http://schemas.openxmlformats.org/officeDocument/2006/relationships/customXml" Target="../ink/ink2081.xml"/><Relationship Id="rId296" Type="http://schemas.openxmlformats.org/officeDocument/2006/relationships/customXml" Target="../ink/ink2172.xml"/><Relationship Id="rId461" Type="http://schemas.openxmlformats.org/officeDocument/2006/relationships/image" Target="../media/image1544.png"/><Relationship Id="rId517" Type="http://schemas.openxmlformats.org/officeDocument/2006/relationships/image" Target="../media/image1572.png"/><Relationship Id="rId559" Type="http://schemas.openxmlformats.org/officeDocument/2006/relationships/image" Target="../media/image1593.png"/><Relationship Id="rId60" Type="http://schemas.openxmlformats.org/officeDocument/2006/relationships/customXml" Target="../ink/ink2054.xml"/><Relationship Id="rId156" Type="http://schemas.openxmlformats.org/officeDocument/2006/relationships/customXml" Target="../ink/ink2102.xml"/><Relationship Id="rId198" Type="http://schemas.openxmlformats.org/officeDocument/2006/relationships/customXml" Target="../ink/ink2123.xml"/><Relationship Id="rId321" Type="http://schemas.openxmlformats.org/officeDocument/2006/relationships/image" Target="../media/image1473.png"/><Relationship Id="rId363" Type="http://schemas.openxmlformats.org/officeDocument/2006/relationships/image" Target="../media/image1494.png"/><Relationship Id="rId419" Type="http://schemas.openxmlformats.org/officeDocument/2006/relationships/image" Target="../media/image1523.png"/><Relationship Id="rId570" Type="http://schemas.openxmlformats.org/officeDocument/2006/relationships/customXml" Target="../ink/ink2309.xml"/><Relationship Id="rId223" Type="http://schemas.openxmlformats.org/officeDocument/2006/relationships/image" Target="../media/image1227.png"/><Relationship Id="rId430" Type="http://schemas.openxmlformats.org/officeDocument/2006/relationships/customXml" Target="../ink/ink2239.xml"/><Relationship Id="rId18" Type="http://schemas.openxmlformats.org/officeDocument/2006/relationships/customXml" Target="../ink/ink2033.xml"/><Relationship Id="rId265" Type="http://schemas.openxmlformats.org/officeDocument/2006/relationships/image" Target="../media/image1445.png"/><Relationship Id="rId472" Type="http://schemas.openxmlformats.org/officeDocument/2006/relationships/customXml" Target="../ink/ink2260.xml"/><Relationship Id="rId528" Type="http://schemas.openxmlformats.org/officeDocument/2006/relationships/customXml" Target="../ink/ink2288.xml"/><Relationship Id="rId125" Type="http://schemas.openxmlformats.org/officeDocument/2006/relationships/image" Target="../media/image954.png"/><Relationship Id="rId167" Type="http://schemas.openxmlformats.org/officeDocument/2006/relationships/image" Target="../media/image975.png"/><Relationship Id="rId332" Type="http://schemas.openxmlformats.org/officeDocument/2006/relationships/customXml" Target="../ink/ink2190.xml"/><Relationship Id="rId374" Type="http://schemas.openxmlformats.org/officeDocument/2006/relationships/customXml" Target="../ink/ink2211.xml"/><Relationship Id="rId71" Type="http://schemas.openxmlformats.org/officeDocument/2006/relationships/image" Target="../media/image927.png"/><Relationship Id="rId234" Type="http://schemas.openxmlformats.org/officeDocument/2006/relationships/customXml" Target="../ink/ink2141.xml"/><Relationship Id="rId2" Type="http://schemas.openxmlformats.org/officeDocument/2006/relationships/customXml" Target="../ink/ink2025.xml"/><Relationship Id="rId29" Type="http://schemas.openxmlformats.org/officeDocument/2006/relationships/image" Target="../media/image905.png"/><Relationship Id="rId276" Type="http://schemas.openxmlformats.org/officeDocument/2006/relationships/customXml" Target="../ink/ink2162.xml"/><Relationship Id="rId441" Type="http://schemas.openxmlformats.org/officeDocument/2006/relationships/image" Target="../media/image1534.png"/><Relationship Id="rId483" Type="http://schemas.openxmlformats.org/officeDocument/2006/relationships/image" Target="../media/image1555.png"/><Relationship Id="rId539" Type="http://schemas.openxmlformats.org/officeDocument/2006/relationships/image" Target="../media/image1583.png"/><Relationship Id="rId40" Type="http://schemas.openxmlformats.org/officeDocument/2006/relationships/customXml" Target="../ink/ink2044.xml"/><Relationship Id="rId136" Type="http://schemas.openxmlformats.org/officeDocument/2006/relationships/customXml" Target="../ink/ink2092.xml"/><Relationship Id="rId178" Type="http://schemas.openxmlformats.org/officeDocument/2006/relationships/customXml" Target="../ink/ink2113.xml"/><Relationship Id="rId301" Type="http://schemas.openxmlformats.org/officeDocument/2006/relationships/image" Target="../media/image1463.png"/><Relationship Id="rId343" Type="http://schemas.openxmlformats.org/officeDocument/2006/relationships/image" Target="../media/image1484.png"/><Relationship Id="rId550" Type="http://schemas.openxmlformats.org/officeDocument/2006/relationships/customXml" Target="../ink/ink2299.xml"/><Relationship Id="rId82" Type="http://schemas.openxmlformats.org/officeDocument/2006/relationships/customXml" Target="../ink/ink2065.xml"/><Relationship Id="rId203" Type="http://schemas.openxmlformats.org/officeDocument/2006/relationships/image" Target="../media/image993.png"/><Relationship Id="rId385" Type="http://schemas.openxmlformats.org/officeDocument/2006/relationships/image" Target="../media/image1505.png"/><Relationship Id="rId245" Type="http://schemas.openxmlformats.org/officeDocument/2006/relationships/image" Target="../media/image1435.png"/><Relationship Id="rId287" Type="http://schemas.openxmlformats.org/officeDocument/2006/relationships/image" Target="../media/image1456.png"/><Relationship Id="rId410" Type="http://schemas.openxmlformats.org/officeDocument/2006/relationships/customXml" Target="../ink/ink2229.xml"/><Relationship Id="rId452" Type="http://schemas.openxmlformats.org/officeDocument/2006/relationships/customXml" Target="../ink/ink2250.xml"/><Relationship Id="rId494" Type="http://schemas.openxmlformats.org/officeDocument/2006/relationships/customXml" Target="../ink/ink2271.xml"/><Relationship Id="rId508" Type="http://schemas.openxmlformats.org/officeDocument/2006/relationships/customXml" Target="../ink/ink2278.xml"/><Relationship Id="rId105" Type="http://schemas.openxmlformats.org/officeDocument/2006/relationships/image" Target="../media/image944.png"/><Relationship Id="rId147" Type="http://schemas.openxmlformats.org/officeDocument/2006/relationships/image" Target="../media/image965.png"/><Relationship Id="rId312" Type="http://schemas.openxmlformats.org/officeDocument/2006/relationships/customXml" Target="../ink/ink2180.xml"/><Relationship Id="rId354" Type="http://schemas.openxmlformats.org/officeDocument/2006/relationships/customXml" Target="../ink/ink2201.xml"/><Relationship Id="rId51" Type="http://schemas.openxmlformats.org/officeDocument/2006/relationships/image" Target="../media/image917.png"/><Relationship Id="rId93" Type="http://schemas.openxmlformats.org/officeDocument/2006/relationships/image" Target="../media/image938.png"/><Relationship Id="rId189" Type="http://schemas.openxmlformats.org/officeDocument/2006/relationships/image" Target="../media/image986.png"/><Relationship Id="rId396" Type="http://schemas.openxmlformats.org/officeDocument/2006/relationships/customXml" Target="../ink/ink2222.xml"/><Relationship Id="rId561" Type="http://schemas.openxmlformats.org/officeDocument/2006/relationships/image" Target="../media/image1594.png"/><Relationship Id="rId214" Type="http://schemas.openxmlformats.org/officeDocument/2006/relationships/customXml" Target="../ink/ink2131.xml"/><Relationship Id="rId256" Type="http://schemas.openxmlformats.org/officeDocument/2006/relationships/customXml" Target="../ink/ink2152.xml"/><Relationship Id="rId298" Type="http://schemas.openxmlformats.org/officeDocument/2006/relationships/customXml" Target="../ink/ink2173.xml"/><Relationship Id="rId421" Type="http://schemas.openxmlformats.org/officeDocument/2006/relationships/image" Target="../media/image1524.png"/><Relationship Id="rId463" Type="http://schemas.openxmlformats.org/officeDocument/2006/relationships/image" Target="../media/image1545.png"/><Relationship Id="rId519" Type="http://schemas.openxmlformats.org/officeDocument/2006/relationships/image" Target="../media/image1573.png"/><Relationship Id="rId116" Type="http://schemas.openxmlformats.org/officeDocument/2006/relationships/customXml" Target="../ink/ink2082.xml"/><Relationship Id="rId158" Type="http://schemas.openxmlformats.org/officeDocument/2006/relationships/customXml" Target="../ink/ink2103.xml"/><Relationship Id="rId323" Type="http://schemas.openxmlformats.org/officeDocument/2006/relationships/image" Target="../media/image1474.png"/><Relationship Id="rId530" Type="http://schemas.openxmlformats.org/officeDocument/2006/relationships/customXml" Target="../ink/ink2289.xml"/><Relationship Id="rId20" Type="http://schemas.openxmlformats.org/officeDocument/2006/relationships/customXml" Target="../ink/ink2034.xml"/><Relationship Id="rId62" Type="http://schemas.openxmlformats.org/officeDocument/2006/relationships/customXml" Target="../ink/ink2055.xml"/><Relationship Id="rId365" Type="http://schemas.openxmlformats.org/officeDocument/2006/relationships/image" Target="../media/image1495.png"/><Relationship Id="rId225" Type="http://schemas.openxmlformats.org/officeDocument/2006/relationships/image" Target="../media/image1228.png"/><Relationship Id="rId267" Type="http://schemas.openxmlformats.org/officeDocument/2006/relationships/image" Target="../media/image1446.png"/><Relationship Id="rId432" Type="http://schemas.openxmlformats.org/officeDocument/2006/relationships/customXml" Target="../ink/ink2240.xml"/><Relationship Id="rId474" Type="http://schemas.openxmlformats.org/officeDocument/2006/relationships/customXml" Target="../ink/ink2261.xml"/><Relationship Id="rId127" Type="http://schemas.openxmlformats.org/officeDocument/2006/relationships/image" Target="../media/image955.png"/><Relationship Id="rId31" Type="http://schemas.openxmlformats.org/officeDocument/2006/relationships/image" Target="../media/image906.png"/><Relationship Id="rId73" Type="http://schemas.openxmlformats.org/officeDocument/2006/relationships/image" Target="../media/image928.png"/><Relationship Id="rId169" Type="http://schemas.openxmlformats.org/officeDocument/2006/relationships/image" Target="../media/image976.png"/><Relationship Id="rId334" Type="http://schemas.openxmlformats.org/officeDocument/2006/relationships/customXml" Target="../ink/ink2191.xml"/><Relationship Id="rId376" Type="http://schemas.openxmlformats.org/officeDocument/2006/relationships/customXml" Target="../ink/ink2212.xml"/><Relationship Id="rId541" Type="http://schemas.openxmlformats.org/officeDocument/2006/relationships/image" Target="../media/image1584.png"/><Relationship Id="rId4" Type="http://schemas.openxmlformats.org/officeDocument/2006/relationships/customXml" Target="../ink/ink2026.xml"/><Relationship Id="rId180" Type="http://schemas.openxmlformats.org/officeDocument/2006/relationships/customXml" Target="../ink/ink2114.xml"/><Relationship Id="rId236" Type="http://schemas.openxmlformats.org/officeDocument/2006/relationships/customXml" Target="../ink/ink2142.xml"/><Relationship Id="rId278" Type="http://schemas.openxmlformats.org/officeDocument/2006/relationships/customXml" Target="../ink/ink2163.xml"/><Relationship Id="rId401" Type="http://schemas.openxmlformats.org/officeDocument/2006/relationships/image" Target="../media/image1514.png"/><Relationship Id="rId443" Type="http://schemas.openxmlformats.org/officeDocument/2006/relationships/image" Target="../media/image1535.png"/><Relationship Id="rId303" Type="http://schemas.openxmlformats.org/officeDocument/2006/relationships/image" Target="../media/image1464.png"/><Relationship Id="rId485" Type="http://schemas.openxmlformats.org/officeDocument/2006/relationships/image" Target="../media/image1556.png"/><Relationship Id="rId42" Type="http://schemas.openxmlformats.org/officeDocument/2006/relationships/customXml" Target="../ink/ink2045.xml"/><Relationship Id="rId84" Type="http://schemas.openxmlformats.org/officeDocument/2006/relationships/customXml" Target="../ink/ink2066.xml"/><Relationship Id="rId138" Type="http://schemas.openxmlformats.org/officeDocument/2006/relationships/customXml" Target="../ink/ink2093.xml"/><Relationship Id="rId345" Type="http://schemas.openxmlformats.org/officeDocument/2006/relationships/image" Target="../media/image1485.png"/><Relationship Id="rId387" Type="http://schemas.openxmlformats.org/officeDocument/2006/relationships/image" Target="../media/image1506.png"/><Relationship Id="rId510" Type="http://schemas.openxmlformats.org/officeDocument/2006/relationships/customXml" Target="../ink/ink2279.xml"/><Relationship Id="rId552" Type="http://schemas.openxmlformats.org/officeDocument/2006/relationships/customXml" Target="../ink/ink2300.xml"/><Relationship Id="rId191" Type="http://schemas.openxmlformats.org/officeDocument/2006/relationships/image" Target="../media/image987.png"/><Relationship Id="rId205" Type="http://schemas.openxmlformats.org/officeDocument/2006/relationships/image" Target="../media/image994.png"/><Relationship Id="rId247" Type="http://schemas.openxmlformats.org/officeDocument/2006/relationships/image" Target="../media/image1436.png"/><Relationship Id="rId412" Type="http://schemas.openxmlformats.org/officeDocument/2006/relationships/customXml" Target="../ink/ink2230.xml"/><Relationship Id="rId107" Type="http://schemas.openxmlformats.org/officeDocument/2006/relationships/image" Target="../media/image945.png"/><Relationship Id="rId289" Type="http://schemas.openxmlformats.org/officeDocument/2006/relationships/image" Target="../media/image1457.png"/><Relationship Id="rId454" Type="http://schemas.openxmlformats.org/officeDocument/2006/relationships/customXml" Target="../ink/ink2251.xml"/><Relationship Id="rId496" Type="http://schemas.openxmlformats.org/officeDocument/2006/relationships/customXml" Target="../ink/ink2272.xml"/><Relationship Id="rId11" Type="http://schemas.openxmlformats.org/officeDocument/2006/relationships/image" Target="../media/image896.png"/><Relationship Id="rId53" Type="http://schemas.openxmlformats.org/officeDocument/2006/relationships/image" Target="../media/image918.png"/><Relationship Id="rId149" Type="http://schemas.openxmlformats.org/officeDocument/2006/relationships/image" Target="../media/image966.png"/><Relationship Id="rId314" Type="http://schemas.openxmlformats.org/officeDocument/2006/relationships/customXml" Target="../ink/ink2181.xml"/><Relationship Id="rId356" Type="http://schemas.openxmlformats.org/officeDocument/2006/relationships/customXml" Target="../ink/ink2202.xml"/><Relationship Id="rId398" Type="http://schemas.openxmlformats.org/officeDocument/2006/relationships/customXml" Target="../ink/ink2223.xml"/><Relationship Id="rId521" Type="http://schemas.openxmlformats.org/officeDocument/2006/relationships/image" Target="../media/image1574.png"/><Relationship Id="rId563" Type="http://schemas.openxmlformats.org/officeDocument/2006/relationships/image" Target="../media/image1595.png"/><Relationship Id="rId95" Type="http://schemas.openxmlformats.org/officeDocument/2006/relationships/image" Target="../media/image939.png"/><Relationship Id="rId160" Type="http://schemas.openxmlformats.org/officeDocument/2006/relationships/customXml" Target="../ink/ink2104.xml"/><Relationship Id="rId216" Type="http://schemas.openxmlformats.org/officeDocument/2006/relationships/customXml" Target="../ink/ink2132.xml"/><Relationship Id="rId423" Type="http://schemas.openxmlformats.org/officeDocument/2006/relationships/image" Target="../media/image1525.png"/><Relationship Id="rId258" Type="http://schemas.openxmlformats.org/officeDocument/2006/relationships/customXml" Target="../ink/ink2153.xml"/><Relationship Id="rId465" Type="http://schemas.openxmlformats.org/officeDocument/2006/relationships/image" Target="../media/image1546.png"/><Relationship Id="rId22" Type="http://schemas.openxmlformats.org/officeDocument/2006/relationships/customXml" Target="../ink/ink2035.xml"/><Relationship Id="rId64" Type="http://schemas.openxmlformats.org/officeDocument/2006/relationships/customXml" Target="../ink/ink2056.xml"/><Relationship Id="rId118" Type="http://schemas.openxmlformats.org/officeDocument/2006/relationships/customXml" Target="../ink/ink2083.xml"/><Relationship Id="rId325" Type="http://schemas.openxmlformats.org/officeDocument/2006/relationships/image" Target="../media/image1475.png"/><Relationship Id="rId367" Type="http://schemas.openxmlformats.org/officeDocument/2006/relationships/image" Target="../media/image1496.png"/><Relationship Id="rId532" Type="http://schemas.openxmlformats.org/officeDocument/2006/relationships/customXml" Target="../ink/ink2290.xml"/><Relationship Id="rId171" Type="http://schemas.openxmlformats.org/officeDocument/2006/relationships/image" Target="../media/image977.png"/><Relationship Id="rId227" Type="http://schemas.openxmlformats.org/officeDocument/2006/relationships/image" Target="../media/image1229.png"/><Relationship Id="rId269" Type="http://schemas.openxmlformats.org/officeDocument/2006/relationships/image" Target="../media/image1447.png"/><Relationship Id="rId434" Type="http://schemas.openxmlformats.org/officeDocument/2006/relationships/customXml" Target="../ink/ink2241.xml"/><Relationship Id="rId476" Type="http://schemas.openxmlformats.org/officeDocument/2006/relationships/customXml" Target="../ink/ink2262.xml"/><Relationship Id="rId33" Type="http://schemas.openxmlformats.org/officeDocument/2006/relationships/image" Target="../media/image907.png"/><Relationship Id="rId129" Type="http://schemas.openxmlformats.org/officeDocument/2006/relationships/image" Target="../media/image956.png"/><Relationship Id="rId280" Type="http://schemas.openxmlformats.org/officeDocument/2006/relationships/customXml" Target="../ink/ink2164.xml"/><Relationship Id="rId336" Type="http://schemas.openxmlformats.org/officeDocument/2006/relationships/customXml" Target="../ink/ink2192.xml"/><Relationship Id="rId501" Type="http://schemas.openxmlformats.org/officeDocument/2006/relationships/image" Target="../media/image1564.png"/><Relationship Id="rId543" Type="http://schemas.openxmlformats.org/officeDocument/2006/relationships/image" Target="../media/image1585.png"/><Relationship Id="rId75" Type="http://schemas.openxmlformats.org/officeDocument/2006/relationships/image" Target="../media/image929.png"/><Relationship Id="rId140" Type="http://schemas.openxmlformats.org/officeDocument/2006/relationships/customXml" Target="../ink/ink2094.xml"/><Relationship Id="rId182" Type="http://schemas.openxmlformats.org/officeDocument/2006/relationships/customXml" Target="../ink/ink2115.xml"/><Relationship Id="rId378" Type="http://schemas.openxmlformats.org/officeDocument/2006/relationships/customXml" Target="../ink/ink2213.xml"/><Relationship Id="rId403" Type="http://schemas.openxmlformats.org/officeDocument/2006/relationships/image" Target="../media/image1515.png"/><Relationship Id="rId6" Type="http://schemas.openxmlformats.org/officeDocument/2006/relationships/customXml" Target="../ink/ink2027.xml"/><Relationship Id="rId238" Type="http://schemas.openxmlformats.org/officeDocument/2006/relationships/customXml" Target="../ink/ink2143.xml"/><Relationship Id="rId445" Type="http://schemas.openxmlformats.org/officeDocument/2006/relationships/image" Target="../media/image1536.png"/><Relationship Id="rId487" Type="http://schemas.openxmlformats.org/officeDocument/2006/relationships/image" Target="../media/image1557.png"/><Relationship Id="rId291" Type="http://schemas.openxmlformats.org/officeDocument/2006/relationships/image" Target="../media/image1458.png"/><Relationship Id="rId305" Type="http://schemas.openxmlformats.org/officeDocument/2006/relationships/image" Target="../media/image1465.png"/><Relationship Id="rId347" Type="http://schemas.openxmlformats.org/officeDocument/2006/relationships/image" Target="../media/image1486.png"/><Relationship Id="rId512" Type="http://schemas.openxmlformats.org/officeDocument/2006/relationships/customXml" Target="../ink/ink2280.xml"/><Relationship Id="rId44" Type="http://schemas.openxmlformats.org/officeDocument/2006/relationships/customXml" Target="../ink/ink2046.xml"/><Relationship Id="rId86" Type="http://schemas.openxmlformats.org/officeDocument/2006/relationships/customXml" Target="../ink/ink2067.xml"/><Relationship Id="rId151" Type="http://schemas.openxmlformats.org/officeDocument/2006/relationships/image" Target="../media/image967.png"/><Relationship Id="rId389" Type="http://schemas.openxmlformats.org/officeDocument/2006/relationships/image" Target="../media/image1507.png"/><Relationship Id="rId554" Type="http://schemas.openxmlformats.org/officeDocument/2006/relationships/customXml" Target="../ink/ink2301.xml"/><Relationship Id="rId193" Type="http://schemas.openxmlformats.org/officeDocument/2006/relationships/image" Target="../media/image988.png"/><Relationship Id="rId207" Type="http://schemas.openxmlformats.org/officeDocument/2006/relationships/image" Target="../media/image995.png"/><Relationship Id="rId249" Type="http://schemas.openxmlformats.org/officeDocument/2006/relationships/image" Target="../media/image1437.png"/><Relationship Id="rId414" Type="http://schemas.openxmlformats.org/officeDocument/2006/relationships/customXml" Target="../ink/ink2231.xml"/><Relationship Id="rId456" Type="http://schemas.openxmlformats.org/officeDocument/2006/relationships/customXml" Target="../ink/ink2252.xml"/><Relationship Id="rId498" Type="http://schemas.openxmlformats.org/officeDocument/2006/relationships/customXml" Target="../ink/ink2273.xml"/><Relationship Id="rId13" Type="http://schemas.openxmlformats.org/officeDocument/2006/relationships/image" Target="../media/image897.png"/><Relationship Id="rId109" Type="http://schemas.openxmlformats.org/officeDocument/2006/relationships/image" Target="../media/image946.png"/><Relationship Id="rId260" Type="http://schemas.openxmlformats.org/officeDocument/2006/relationships/customXml" Target="../ink/ink2154.xml"/><Relationship Id="rId316" Type="http://schemas.openxmlformats.org/officeDocument/2006/relationships/customXml" Target="../ink/ink2182.xml"/><Relationship Id="rId523" Type="http://schemas.openxmlformats.org/officeDocument/2006/relationships/image" Target="../media/image1575.png"/><Relationship Id="rId55" Type="http://schemas.openxmlformats.org/officeDocument/2006/relationships/image" Target="../media/image919.png"/><Relationship Id="rId97" Type="http://schemas.openxmlformats.org/officeDocument/2006/relationships/image" Target="../media/image940.png"/><Relationship Id="rId120" Type="http://schemas.openxmlformats.org/officeDocument/2006/relationships/customXml" Target="../ink/ink2084.xml"/><Relationship Id="rId358" Type="http://schemas.openxmlformats.org/officeDocument/2006/relationships/customXml" Target="../ink/ink2203.xml"/><Relationship Id="rId565" Type="http://schemas.openxmlformats.org/officeDocument/2006/relationships/image" Target="../media/image1596.png"/><Relationship Id="rId162" Type="http://schemas.openxmlformats.org/officeDocument/2006/relationships/customXml" Target="../ink/ink2105.xml"/><Relationship Id="rId218" Type="http://schemas.openxmlformats.org/officeDocument/2006/relationships/customXml" Target="../ink/ink2133.xml"/><Relationship Id="rId425" Type="http://schemas.openxmlformats.org/officeDocument/2006/relationships/image" Target="../media/image1526.png"/><Relationship Id="rId467" Type="http://schemas.openxmlformats.org/officeDocument/2006/relationships/image" Target="../media/image1547.png"/><Relationship Id="rId271" Type="http://schemas.openxmlformats.org/officeDocument/2006/relationships/image" Target="../media/image1448.png"/><Relationship Id="rId24" Type="http://schemas.openxmlformats.org/officeDocument/2006/relationships/customXml" Target="../ink/ink2036.xml"/><Relationship Id="rId66" Type="http://schemas.openxmlformats.org/officeDocument/2006/relationships/customXml" Target="../ink/ink2057.xml"/><Relationship Id="rId131" Type="http://schemas.openxmlformats.org/officeDocument/2006/relationships/image" Target="../media/image957.png"/><Relationship Id="rId327" Type="http://schemas.openxmlformats.org/officeDocument/2006/relationships/image" Target="../media/image1476.png"/><Relationship Id="rId369" Type="http://schemas.openxmlformats.org/officeDocument/2006/relationships/image" Target="../media/image1497.png"/><Relationship Id="rId534" Type="http://schemas.openxmlformats.org/officeDocument/2006/relationships/customXml" Target="../ink/ink2291.xml"/><Relationship Id="rId173" Type="http://schemas.openxmlformats.org/officeDocument/2006/relationships/image" Target="../media/image978.png"/><Relationship Id="rId229" Type="http://schemas.openxmlformats.org/officeDocument/2006/relationships/image" Target="../media/image1230.png"/><Relationship Id="rId380" Type="http://schemas.openxmlformats.org/officeDocument/2006/relationships/customXml" Target="../ink/ink2214.xml"/><Relationship Id="rId436" Type="http://schemas.openxmlformats.org/officeDocument/2006/relationships/customXml" Target="../ink/ink2242.xml"/><Relationship Id="rId240" Type="http://schemas.openxmlformats.org/officeDocument/2006/relationships/customXml" Target="../ink/ink2144.xml"/><Relationship Id="rId478" Type="http://schemas.openxmlformats.org/officeDocument/2006/relationships/customXml" Target="../ink/ink2263.xml"/><Relationship Id="rId35" Type="http://schemas.openxmlformats.org/officeDocument/2006/relationships/image" Target="../media/image908.png"/><Relationship Id="rId77" Type="http://schemas.openxmlformats.org/officeDocument/2006/relationships/image" Target="../media/image930.png"/><Relationship Id="rId100" Type="http://schemas.openxmlformats.org/officeDocument/2006/relationships/customXml" Target="../ink/ink2074.xml"/><Relationship Id="rId282" Type="http://schemas.openxmlformats.org/officeDocument/2006/relationships/customXml" Target="../ink/ink2165.xml"/><Relationship Id="rId338" Type="http://schemas.openxmlformats.org/officeDocument/2006/relationships/customXml" Target="../ink/ink2193.xml"/><Relationship Id="rId503" Type="http://schemas.openxmlformats.org/officeDocument/2006/relationships/image" Target="../media/image1565.png"/><Relationship Id="rId545" Type="http://schemas.openxmlformats.org/officeDocument/2006/relationships/image" Target="../media/image1586.png"/><Relationship Id="rId8" Type="http://schemas.openxmlformats.org/officeDocument/2006/relationships/customXml" Target="../ink/ink2028.xml"/><Relationship Id="rId142" Type="http://schemas.openxmlformats.org/officeDocument/2006/relationships/customXml" Target="../ink/ink2095.xml"/><Relationship Id="rId184" Type="http://schemas.openxmlformats.org/officeDocument/2006/relationships/customXml" Target="../ink/ink2116.xml"/><Relationship Id="rId391" Type="http://schemas.openxmlformats.org/officeDocument/2006/relationships/image" Target="../media/image1508.png"/><Relationship Id="rId405" Type="http://schemas.openxmlformats.org/officeDocument/2006/relationships/image" Target="../media/image1516.png"/><Relationship Id="rId447" Type="http://schemas.openxmlformats.org/officeDocument/2006/relationships/image" Target="../media/image1537.png"/><Relationship Id="rId251" Type="http://schemas.openxmlformats.org/officeDocument/2006/relationships/image" Target="../media/image1438.png"/><Relationship Id="rId489" Type="http://schemas.openxmlformats.org/officeDocument/2006/relationships/image" Target="../media/image1558.png"/><Relationship Id="rId46" Type="http://schemas.openxmlformats.org/officeDocument/2006/relationships/customXml" Target="../ink/ink2047.xml"/><Relationship Id="rId293" Type="http://schemas.openxmlformats.org/officeDocument/2006/relationships/image" Target="../media/image1459.png"/><Relationship Id="rId307" Type="http://schemas.openxmlformats.org/officeDocument/2006/relationships/image" Target="../media/image1466.png"/><Relationship Id="rId349" Type="http://schemas.openxmlformats.org/officeDocument/2006/relationships/image" Target="../media/image1487.png"/><Relationship Id="rId514" Type="http://schemas.openxmlformats.org/officeDocument/2006/relationships/customXml" Target="../ink/ink2281.xml"/><Relationship Id="rId556" Type="http://schemas.openxmlformats.org/officeDocument/2006/relationships/customXml" Target="../ink/ink2302.xml"/><Relationship Id="rId88" Type="http://schemas.openxmlformats.org/officeDocument/2006/relationships/customXml" Target="../ink/ink2068.xml"/><Relationship Id="rId111" Type="http://schemas.openxmlformats.org/officeDocument/2006/relationships/image" Target="../media/image947.png"/><Relationship Id="rId153" Type="http://schemas.openxmlformats.org/officeDocument/2006/relationships/image" Target="../media/image968.png"/><Relationship Id="rId195" Type="http://schemas.openxmlformats.org/officeDocument/2006/relationships/image" Target="../media/image989.png"/><Relationship Id="rId209" Type="http://schemas.openxmlformats.org/officeDocument/2006/relationships/image" Target="../media/image996.png"/><Relationship Id="rId360" Type="http://schemas.openxmlformats.org/officeDocument/2006/relationships/customXml" Target="../ink/ink2204.xml"/><Relationship Id="rId416" Type="http://schemas.openxmlformats.org/officeDocument/2006/relationships/customXml" Target="../ink/ink2232.xml"/><Relationship Id="rId220" Type="http://schemas.openxmlformats.org/officeDocument/2006/relationships/customXml" Target="../ink/ink2134.xml"/><Relationship Id="rId458" Type="http://schemas.openxmlformats.org/officeDocument/2006/relationships/customXml" Target="../ink/ink2253.xml"/><Relationship Id="rId15" Type="http://schemas.openxmlformats.org/officeDocument/2006/relationships/image" Target="../media/image898.png"/><Relationship Id="rId57" Type="http://schemas.openxmlformats.org/officeDocument/2006/relationships/image" Target="../media/image920.png"/><Relationship Id="rId262" Type="http://schemas.openxmlformats.org/officeDocument/2006/relationships/customXml" Target="../ink/ink2155.xml"/><Relationship Id="rId318" Type="http://schemas.openxmlformats.org/officeDocument/2006/relationships/customXml" Target="../ink/ink2183.xml"/><Relationship Id="rId525" Type="http://schemas.openxmlformats.org/officeDocument/2006/relationships/image" Target="../media/image1576.png"/><Relationship Id="rId567" Type="http://schemas.openxmlformats.org/officeDocument/2006/relationships/image" Target="../media/image1597.png"/><Relationship Id="rId99" Type="http://schemas.openxmlformats.org/officeDocument/2006/relationships/image" Target="../media/image941.png"/><Relationship Id="rId122" Type="http://schemas.openxmlformats.org/officeDocument/2006/relationships/customXml" Target="../ink/ink2085.xml"/><Relationship Id="rId164" Type="http://schemas.openxmlformats.org/officeDocument/2006/relationships/customXml" Target="../ink/ink2106.xml"/><Relationship Id="rId371" Type="http://schemas.openxmlformats.org/officeDocument/2006/relationships/image" Target="../media/image1498.png"/><Relationship Id="rId427" Type="http://schemas.openxmlformats.org/officeDocument/2006/relationships/image" Target="../media/image1527.png"/><Relationship Id="rId469" Type="http://schemas.openxmlformats.org/officeDocument/2006/relationships/image" Target="../media/image1548.png"/><Relationship Id="rId26" Type="http://schemas.openxmlformats.org/officeDocument/2006/relationships/customXml" Target="../ink/ink2037.xml"/><Relationship Id="rId231" Type="http://schemas.openxmlformats.org/officeDocument/2006/relationships/image" Target="../media/image1231.png"/><Relationship Id="rId273" Type="http://schemas.openxmlformats.org/officeDocument/2006/relationships/image" Target="../media/image1449.png"/><Relationship Id="rId329" Type="http://schemas.openxmlformats.org/officeDocument/2006/relationships/image" Target="../media/image1477.png"/><Relationship Id="rId480" Type="http://schemas.openxmlformats.org/officeDocument/2006/relationships/customXml" Target="../ink/ink2264.xml"/><Relationship Id="rId536" Type="http://schemas.openxmlformats.org/officeDocument/2006/relationships/customXml" Target="../ink/ink2292.xml"/><Relationship Id="rId68" Type="http://schemas.openxmlformats.org/officeDocument/2006/relationships/customXml" Target="../ink/ink2058.xml"/><Relationship Id="rId133" Type="http://schemas.openxmlformats.org/officeDocument/2006/relationships/image" Target="../media/image958.png"/><Relationship Id="rId175" Type="http://schemas.openxmlformats.org/officeDocument/2006/relationships/image" Target="../media/image979.png"/><Relationship Id="rId340" Type="http://schemas.openxmlformats.org/officeDocument/2006/relationships/customXml" Target="../ink/ink2194.xml"/><Relationship Id="rId200" Type="http://schemas.openxmlformats.org/officeDocument/2006/relationships/customXml" Target="../ink/ink2124.xml"/><Relationship Id="rId382" Type="http://schemas.openxmlformats.org/officeDocument/2006/relationships/customXml" Target="../ink/ink2215.xml"/><Relationship Id="rId438" Type="http://schemas.openxmlformats.org/officeDocument/2006/relationships/customXml" Target="../ink/ink2243.xml"/><Relationship Id="rId242" Type="http://schemas.openxmlformats.org/officeDocument/2006/relationships/customXml" Target="../ink/ink2145.xml"/><Relationship Id="rId284" Type="http://schemas.openxmlformats.org/officeDocument/2006/relationships/customXml" Target="../ink/ink2166.xml"/><Relationship Id="rId491" Type="http://schemas.openxmlformats.org/officeDocument/2006/relationships/image" Target="../media/image1559.png"/><Relationship Id="rId505" Type="http://schemas.openxmlformats.org/officeDocument/2006/relationships/image" Target="../media/image1566.png"/><Relationship Id="rId37" Type="http://schemas.openxmlformats.org/officeDocument/2006/relationships/image" Target="../media/image909.png"/><Relationship Id="rId79" Type="http://schemas.openxmlformats.org/officeDocument/2006/relationships/image" Target="../media/image931.png"/><Relationship Id="rId102" Type="http://schemas.openxmlformats.org/officeDocument/2006/relationships/customXml" Target="../ink/ink2075.xml"/><Relationship Id="rId144" Type="http://schemas.openxmlformats.org/officeDocument/2006/relationships/customXml" Target="../ink/ink2096.xml"/><Relationship Id="rId547" Type="http://schemas.openxmlformats.org/officeDocument/2006/relationships/image" Target="../media/image1587.png"/><Relationship Id="rId90" Type="http://schemas.openxmlformats.org/officeDocument/2006/relationships/customXml" Target="../ink/ink2069.xml"/><Relationship Id="rId186" Type="http://schemas.openxmlformats.org/officeDocument/2006/relationships/customXml" Target="../ink/ink2117.xml"/><Relationship Id="rId351" Type="http://schemas.openxmlformats.org/officeDocument/2006/relationships/image" Target="../media/image1488.png"/><Relationship Id="rId393" Type="http://schemas.openxmlformats.org/officeDocument/2006/relationships/image" Target="../media/image1509.png"/><Relationship Id="rId407" Type="http://schemas.openxmlformats.org/officeDocument/2006/relationships/image" Target="../media/image1517.png"/><Relationship Id="rId449" Type="http://schemas.openxmlformats.org/officeDocument/2006/relationships/image" Target="../media/image1538.png"/><Relationship Id="rId211" Type="http://schemas.openxmlformats.org/officeDocument/2006/relationships/image" Target="../media/image1100.png"/><Relationship Id="rId253" Type="http://schemas.openxmlformats.org/officeDocument/2006/relationships/image" Target="../media/image1439.png"/><Relationship Id="rId295" Type="http://schemas.openxmlformats.org/officeDocument/2006/relationships/image" Target="../media/image1460.png"/><Relationship Id="rId309" Type="http://schemas.openxmlformats.org/officeDocument/2006/relationships/image" Target="../media/image1467.png"/><Relationship Id="rId460" Type="http://schemas.openxmlformats.org/officeDocument/2006/relationships/customXml" Target="../ink/ink2254.xml"/><Relationship Id="rId516" Type="http://schemas.openxmlformats.org/officeDocument/2006/relationships/customXml" Target="../ink/ink2282.xml"/><Relationship Id="rId48" Type="http://schemas.openxmlformats.org/officeDocument/2006/relationships/customXml" Target="../ink/ink2048.xml"/><Relationship Id="rId113" Type="http://schemas.openxmlformats.org/officeDocument/2006/relationships/image" Target="../media/image948.png"/><Relationship Id="rId320" Type="http://schemas.openxmlformats.org/officeDocument/2006/relationships/customXml" Target="../ink/ink2184.xml"/><Relationship Id="rId558" Type="http://schemas.openxmlformats.org/officeDocument/2006/relationships/customXml" Target="../ink/ink2303.xml"/><Relationship Id="rId155" Type="http://schemas.openxmlformats.org/officeDocument/2006/relationships/image" Target="../media/image969.png"/><Relationship Id="rId197" Type="http://schemas.openxmlformats.org/officeDocument/2006/relationships/image" Target="../media/image990.png"/><Relationship Id="rId362" Type="http://schemas.openxmlformats.org/officeDocument/2006/relationships/customXml" Target="../ink/ink2205.xml"/><Relationship Id="rId418" Type="http://schemas.openxmlformats.org/officeDocument/2006/relationships/customXml" Target="../ink/ink2233.xml"/><Relationship Id="rId222" Type="http://schemas.openxmlformats.org/officeDocument/2006/relationships/customXml" Target="../ink/ink2135.xml"/><Relationship Id="rId264" Type="http://schemas.openxmlformats.org/officeDocument/2006/relationships/customXml" Target="../ink/ink2156.xml"/><Relationship Id="rId471" Type="http://schemas.openxmlformats.org/officeDocument/2006/relationships/image" Target="../media/image1549.png"/><Relationship Id="rId17" Type="http://schemas.openxmlformats.org/officeDocument/2006/relationships/image" Target="../media/image899.png"/><Relationship Id="rId59" Type="http://schemas.openxmlformats.org/officeDocument/2006/relationships/image" Target="../media/image921.png"/><Relationship Id="rId124" Type="http://schemas.openxmlformats.org/officeDocument/2006/relationships/customXml" Target="../ink/ink2086.xml"/><Relationship Id="rId527" Type="http://schemas.openxmlformats.org/officeDocument/2006/relationships/image" Target="../media/image1577.png"/><Relationship Id="rId569" Type="http://schemas.openxmlformats.org/officeDocument/2006/relationships/image" Target="../media/image1598.png"/><Relationship Id="rId70" Type="http://schemas.openxmlformats.org/officeDocument/2006/relationships/customXml" Target="../ink/ink2059.xml"/><Relationship Id="rId166" Type="http://schemas.openxmlformats.org/officeDocument/2006/relationships/customXml" Target="../ink/ink2107.xml"/><Relationship Id="rId331" Type="http://schemas.openxmlformats.org/officeDocument/2006/relationships/image" Target="../media/image1478.png"/><Relationship Id="rId373" Type="http://schemas.openxmlformats.org/officeDocument/2006/relationships/image" Target="../media/image1499.png"/><Relationship Id="rId429" Type="http://schemas.openxmlformats.org/officeDocument/2006/relationships/image" Target="../media/image1528.png"/><Relationship Id="rId1" Type="http://schemas.openxmlformats.org/officeDocument/2006/relationships/slideLayout" Target="../slideLayouts/slideLayout2.xml"/><Relationship Id="rId233" Type="http://schemas.openxmlformats.org/officeDocument/2006/relationships/image" Target="../media/image1232.png"/><Relationship Id="rId440" Type="http://schemas.openxmlformats.org/officeDocument/2006/relationships/customXml" Target="../ink/ink2244.xml"/><Relationship Id="rId28" Type="http://schemas.openxmlformats.org/officeDocument/2006/relationships/customXml" Target="../ink/ink2038.xml"/><Relationship Id="rId275" Type="http://schemas.openxmlformats.org/officeDocument/2006/relationships/image" Target="../media/image1450.png"/><Relationship Id="rId300" Type="http://schemas.openxmlformats.org/officeDocument/2006/relationships/customXml" Target="../ink/ink2174.xml"/><Relationship Id="rId482" Type="http://schemas.openxmlformats.org/officeDocument/2006/relationships/customXml" Target="../ink/ink2265.xml"/><Relationship Id="rId538" Type="http://schemas.openxmlformats.org/officeDocument/2006/relationships/customXml" Target="../ink/ink2293.xml"/><Relationship Id="rId81" Type="http://schemas.openxmlformats.org/officeDocument/2006/relationships/image" Target="../media/image932.png"/><Relationship Id="rId135" Type="http://schemas.openxmlformats.org/officeDocument/2006/relationships/image" Target="../media/image959.png"/><Relationship Id="rId177" Type="http://schemas.openxmlformats.org/officeDocument/2006/relationships/image" Target="../media/image980.png"/><Relationship Id="rId342" Type="http://schemas.openxmlformats.org/officeDocument/2006/relationships/customXml" Target="../ink/ink2195.xml"/><Relationship Id="rId384" Type="http://schemas.openxmlformats.org/officeDocument/2006/relationships/customXml" Target="../ink/ink2216.xml"/><Relationship Id="rId202" Type="http://schemas.openxmlformats.org/officeDocument/2006/relationships/customXml" Target="../ink/ink2125.xml"/><Relationship Id="rId244" Type="http://schemas.openxmlformats.org/officeDocument/2006/relationships/customXml" Target="../ink/ink2146.xml"/><Relationship Id="rId39" Type="http://schemas.openxmlformats.org/officeDocument/2006/relationships/image" Target="../media/image911.png"/><Relationship Id="rId286" Type="http://schemas.openxmlformats.org/officeDocument/2006/relationships/customXml" Target="../ink/ink2167.xml"/><Relationship Id="rId451" Type="http://schemas.openxmlformats.org/officeDocument/2006/relationships/image" Target="../media/image1539.png"/><Relationship Id="rId493" Type="http://schemas.openxmlformats.org/officeDocument/2006/relationships/image" Target="../media/image1560.png"/><Relationship Id="rId507" Type="http://schemas.openxmlformats.org/officeDocument/2006/relationships/image" Target="../media/image1567.png"/><Relationship Id="rId549" Type="http://schemas.openxmlformats.org/officeDocument/2006/relationships/image" Target="../media/image1588.png"/><Relationship Id="rId50" Type="http://schemas.openxmlformats.org/officeDocument/2006/relationships/customXml" Target="../ink/ink2049.xml"/><Relationship Id="rId104" Type="http://schemas.openxmlformats.org/officeDocument/2006/relationships/customXml" Target="../ink/ink2076.xml"/><Relationship Id="rId146" Type="http://schemas.openxmlformats.org/officeDocument/2006/relationships/customXml" Target="../ink/ink2097.xml"/><Relationship Id="rId188" Type="http://schemas.openxmlformats.org/officeDocument/2006/relationships/customXml" Target="../ink/ink2118.xml"/><Relationship Id="rId311" Type="http://schemas.openxmlformats.org/officeDocument/2006/relationships/image" Target="../media/image1468.png"/><Relationship Id="rId353" Type="http://schemas.openxmlformats.org/officeDocument/2006/relationships/image" Target="../media/image1489.png"/><Relationship Id="rId395" Type="http://schemas.openxmlformats.org/officeDocument/2006/relationships/image" Target="../media/image1511.png"/><Relationship Id="rId409" Type="http://schemas.openxmlformats.org/officeDocument/2006/relationships/image" Target="../media/image1518.png"/><Relationship Id="rId560" Type="http://schemas.openxmlformats.org/officeDocument/2006/relationships/customXml" Target="../ink/ink2304.xml"/><Relationship Id="rId92" Type="http://schemas.openxmlformats.org/officeDocument/2006/relationships/customXml" Target="../ink/ink2070.xml"/><Relationship Id="rId213" Type="http://schemas.openxmlformats.org/officeDocument/2006/relationships/image" Target="../media/image1101.png"/><Relationship Id="rId420" Type="http://schemas.openxmlformats.org/officeDocument/2006/relationships/customXml" Target="../ink/ink2234.xml"/><Relationship Id="rId255" Type="http://schemas.openxmlformats.org/officeDocument/2006/relationships/image" Target="../media/image1440.png"/><Relationship Id="rId297" Type="http://schemas.openxmlformats.org/officeDocument/2006/relationships/image" Target="../media/image1461.png"/><Relationship Id="rId462" Type="http://schemas.openxmlformats.org/officeDocument/2006/relationships/customXml" Target="../ink/ink2255.xml"/><Relationship Id="rId518" Type="http://schemas.openxmlformats.org/officeDocument/2006/relationships/customXml" Target="../ink/ink2283.xml"/><Relationship Id="rId115" Type="http://schemas.openxmlformats.org/officeDocument/2006/relationships/image" Target="../media/image949.png"/><Relationship Id="rId157" Type="http://schemas.openxmlformats.org/officeDocument/2006/relationships/image" Target="../media/image970.png"/><Relationship Id="rId322" Type="http://schemas.openxmlformats.org/officeDocument/2006/relationships/customXml" Target="../ink/ink2185.xml"/><Relationship Id="rId364" Type="http://schemas.openxmlformats.org/officeDocument/2006/relationships/customXml" Target="../ink/ink2206.xml"/><Relationship Id="rId61" Type="http://schemas.openxmlformats.org/officeDocument/2006/relationships/image" Target="../media/image922.png"/><Relationship Id="rId199" Type="http://schemas.openxmlformats.org/officeDocument/2006/relationships/image" Target="../media/image991.png"/><Relationship Id="rId571" Type="http://schemas.openxmlformats.org/officeDocument/2006/relationships/image" Target="../media/image1599.png"/><Relationship Id="rId19" Type="http://schemas.openxmlformats.org/officeDocument/2006/relationships/image" Target="../media/image900.png"/><Relationship Id="rId224" Type="http://schemas.openxmlformats.org/officeDocument/2006/relationships/customXml" Target="../ink/ink2136.xml"/><Relationship Id="rId266" Type="http://schemas.openxmlformats.org/officeDocument/2006/relationships/customXml" Target="../ink/ink2157.xml"/><Relationship Id="rId431" Type="http://schemas.openxmlformats.org/officeDocument/2006/relationships/image" Target="../media/image1529.png"/><Relationship Id="rId473" Type="http://schemas.openxmlformats.org/officeDocument/2006/relationships/image" Target="../media/image1550.png"/><Relationship Id="rId529" Type="http://schemas.openxmlformats.org/officeDocument/2006/relationships/image" Target="../media/image1578.png"/><Relationship Id="rId30" Type="http://schemas.openxmlformats.org/officeDocument/2006/relationships/customXml" Target="../ink/ink2039.xml"/><Relationship Id="rId126" Type="http://schemas.openxmlformats.org/officeDocument/2006/relationships/customXml" Target="../ink/ink2087.xml"/><Relationship Id="rId168" Type="http://schemas.openxmlformats.org/officeDocument/2006/relationships/customXml" Target="../ink/ink2108.xml"/><Relationship Id="rId333" Type="http://schemas.openxmlformats.org/officeDocument/2006/relationships/image" Target="../media/image1479.png"/><Relationship Id="rId540" Type="http://schemas.openxmlformats.org/officeDocument/2006/relationships/customXml" Target="../ink/ink2294.xml"/><Relationship Id="rId72" Type="http://schemas.openxmlformats.org/officeDocument/2006/relationships/customXml" Target="../ink/ink2060.xml"/><Relationship Id="rId375" Type="http://schemas.openxmlformats.org/officeDocument/2006/relationships/image" Target="../media/image1500.png"/><Relationship Id="rId3" Type="http://schemas.openxmlformats.org/officeDocument/2006/relationships/image" Target="../media/image892.png"/><Relationship Id="rId235" Type="http://schemas.openxmlformats.org/officeDocument/2006/relationships/image" Target="../media/image1233.png"/><Relationship Id="rId277" Type="http://schemas.openxmlformats.org/officeDocument/2006/relationships/image" Target="../media/image1451.png"/><Relationship Id="rId400" Type="http://schemas.openxmlformats.org/officeDocument/2006/relationships/customXml" Target="../ink/ink2224.xml"/><Relationship Id="rId442" Type="http://schemas.openxmlformats.org/officeDocument/2006/relationships/customXml" Target="../ink/ink2245.xml"/><Relationship Id="rId484" Type="http://schemas.openxmlformats.org/officeDocument/2006/relationships/customXml" Target="../ink/ink2266.xml"/><Relationship Id="rId137" Type="http://schemas.openxmlformats.org/officeDocument/2006/relationships/image" Target="../media/image960.png"/><Relationship Id="rId302" Type="http://schemas.openxmlformats.org/officeDocument/2006/relationships/customXml" Target="../ink/ink2175.xml"/><Relationship Id="rId344" Type="http://schemas.openxmlformats.org/officeDocument/2006/relationships/customXml" Target="../ink/ink2196.xml"/><Relationship Id="rId41" Type="http://schemas.openxmlformats.org/officeDocument/2006/relationships/image" Target="../media/image912.png"/><Relationship Id="rId83" Type="http://schemas.openxmlformats.org/officeDocument/2006/relationships/image" Target="../media/image933.png"/><Relationship Id="rId179" Type="http://schemas.openxmlformats.org/officeDocument/2006/relationships/image" Target="../media/image981.png"/><Relationship Id="rId386" Type="http://schemas.openxmlformats.org/officeDocument/2006/relationships/customXml" Target="../ink/ink2217.xml"/><Relationship Id="rId551" Type="http://schemas.openxmlformats.org/officeDocument/2006/relationships/image" Target="../media/image1589.png"/><Relationship Id="rId190" Type="http://schemas.openxmlformats.org/officeDocument/2006/relationships/customXml" Target="../ink/ink2119.xml"/><Relationship Id="rId204" Type="http://schemas.openxmlformats.org/officeDocument/2006/relationships/customXml" Target="../ink/ink2126.xml"/><Relationship Id="rId246" Type="http://schemas.openxmlformats.org/officeDocument/2006/relationships/customXml" Target="../ink/ink2147.xml"/><Relationship Id="rId288" Type="http://schemas.openxmlformats.org/officeDocument/2006/relationships/customXml" Target="../ink/ink2168.xml"/><Relationship Id="rId411" Type="http://schemas.openxmlformats.org/officeDocument/2006/relationships/image" Target="../media/image1519.png"/><Relationship Id="rId453" Type="http://schemas.openxmlformats.org/officeDocument/2006/relationships/image" Target="../media/image1540.png"/><Relationship Id="rId509" Type="http://schemas.openxmlformats.org/officeDocument/2006/relationships/image" Target="../media/image1568.png"/><Relationship Id="rId106" Type="http://schemas.openxmlformats.org/officeDocument/2006/relationships/customXml" Target="../ink/ink2077.xml"/><Relationship Id="rId313" Type="http://schemas.openxmlformats.org/officeDocument/2006/relationships/image" Target="../media/image1469.png"/><Relationship Id="rId495" Type="http://schemas.openxmlformats.org/officeDocument/2006/relationships/image" Target="../media/image1561.png"/><Relationship Id="rId10" Type="http://schemas.openxmlformats.org/officeDocument/2006/relationships/customXml" Target="../ink/ink2029.xml"/><Relationship Id="rId52" Type="http://schemas.openxmlformats.org/officeDocument/2006/relationships/customXml" Target="../ink/ink2050.xml"/><Relationship Id="rId94" Type="http://schemas.openxmlformats.org/officeDocument/2006/relationships/customXml" Target="../ink/ink2071.xml"/><Relationship Id="rId148" Type="http://schemas.openxmlformats.org/officeDocument/2006/relationships/customXml" Target="../ink/ink2098.xml"/><Relationship Id="rId355" Type="http://schemas.openxmlformats.org/officeDocument/2006/relationships/image" Target="../media/image1490.png"/><Relationship Id="rId397" Type="http://schemas.openxmlformats.org/officeDocument/2006/relationships/image" Target="../media/image1512.png"/><Relationship Id="rId520" Type="http://schemas.openxmlformats.org/officeDocument/2006/relationships/customXml" Target="../ink/ink2284.xml"/><Relationship Id="rId562" Type="http://schemas.openxmlformats.org/officeDocument/2006/relationships/customXml" Target="../ink/ink2305.xml"/><Relationship Id="rId215" Type="http://schemas.openxmlformats.org/officeDocument/2006/relationships/image" Target="../media/image1102.png"/><Relationship Id="rId257" Type="http://schemas.openxmlformats.org/officeDocument/2006/relationships/image" Target="../media/image1441.png"/><Relationship Id="rId422" Type="http://schemas.openxmlformats.org/officeDocument/2006/relationships/customXml" Target="../ink/ink2235.xml"/><Relationship Id="rId464" Type="http://schemas.openxmlformats.org/officeDocument/2006/relationships/customXml" Target="../ink/ink2256.xml"/><Relationship Id="rId299" Type="http://schemas.openxmlformats.org/officeDocument/2006/relationships/image" Target="../media/image1462.png"/><Relationship Id="rId63" Type="http://schemas.openxmlformats.org/officeDocument/2006/relationships/image" Target="../media/image923.png"/><Relationship Id="rId159" Type="http://schemas.openxmlformats.org/officeDocument/2006/relationships/image" Target="../media/image971.png"/><Relationship Id="rId366" Type="http://schemas.openxmlformats.org/officeDocument/2006/relationships/customXml" Target="../ink/ink2207.xml"/><Relationship Id="rId226" Type="http://schemas.openxmlformats.org/officeDocument/2006/relationships/customXml" Target="../ink/ink2137.xml"/><Relationship Id="rId433" Type="http://schemas.openxmlformats.org/officeDocument/2006/relationships/image" Target="../media/image1530.png"/><Relationship Id="rId74" Type="http://schemas.openxmlformats.org/officeDocument/2006/relationships/customXml" Target="../ink/ink2061.xml"/><Relationship Id="rId377" Type="http://schemas.openxmlformats.org/officeDocument/2006/relationships/image" Target="../media/image1501.png"/><Relationship Id="rId500" Type="http://schemas.openxmlformats.org/officeDocument/2006/relationships/customXml" Target="../ink/ink2274.xml"/><Relationship Id="rId5" Type="http://schemas.openxmlformats.org/officeDocument/2006/relationships/image" Target="../media/image893.png"/><Relationship Id="rId237" Type="http://schemas.openxmlformats.org/officeDocument/2006/relationships/image" Target="../media/image1431.png"/><Relationship Id="rId444" Type="http://schemas.openxmlformats.org/officeDocument/2006/relationships/customXml" Target="../ink/ink2246.xml"/><Relationship Id="rId290" Type="http://schemas.openxmlformats.org/officeDocument/2006/relationships/customXml" Target="../ink/ink2169.xml"/><Relationship Id="rId304" Type="http://schemas.openxmlformats.org/officeDocument/2006/relationships/customXml" Target="../ink/ink2176.xml"/><Relationship Id="rId388" Type="http://schemas.openxmlformats.org/officeDocument/2006/relationships/customXml" Target="../ink/ink2218.xml"/><Relationship Id="rId511" Type="http://schemas.openxmlformats.org/officeDocument/2006/relationships/image" Target="../media/image1569.png"/><Relationship Id="rId85" Type="http://schemas.openxmlformats.org/officeDocument/2006/relationships/image" Target="../media/image934.png"/><Relationship Id="rId150" Type="http://schemas.openxmlformats.org/officeDocument/2006/relationships/customXml" Target="../ink/ink2099.xml"/><Relationship Id="rId248" Type="http://schemas.openxmlformats.org/officeDocument/2006/relationships/customXml" Target="../ink/ink2148.xml"/><Relationship Id="rId455" Type="http://schemas.openxmlformats.org/officeDocument/2006/relationships/image" Target="../media/image1541.png"/><Relationship Id="rId12" Type="http://schemas.openxmlformats.org/officeDocument/2006/relationships/customXml" Target="../ink/ink2030.xml"/><Relationship Id="rId108" Type="http://schemas.openxmlformats.org/officeDocument/2006/relationships/customXml" Target="../ink/ink2078.xml"/><Relationship Id="rId315" Type="http://schemas.openxmlformats.org/officeDocument/2006/relationships/image" Target="../media/image1470.png"/><Relationship Id="rId522" Type="http://schemas.openxmlformats.org/officeDocument/2006/relationships/customXml" Target="../ink/ink2285.xml"/><Relationship Id="rId96" Type="http://schemas.openxmlformats.org/officeDocument/2006/relationships/customXml" Target="../ink/ink2072.xml"/><Relationship Id="rId161" Type="http://schemas.openxmlformats.org/officeDocument/2006/relationships/image" Target="../media/image972.png"/><Relationship Id="rId399" Type="http://schemas.openxmlformats.org/officeDocument/2006/relationships/image" Target="../media/image1513.png"/><Relationship Id="rId259" Type="http://schemas.openxmlformats.org/officeDocument/2006/relationships/image" Target="../media/image1442.png"/><Relationship Id="rId466" Type="http://schemas.openxmlformats.org/officeDocument/2006/relationships/customXml" Target="../ink/ink2257.xml"/><Relationship Id="rId23" Type="http://schemas.openxmlformats.org/officeDocument/2006/relationships/image" Target="../media/image902.png"/><Relationship Id="rId119" Type="http://schemas.openxmlformats.org/officeDocument/2006/relationships/image" Target="../media/image951.png"/><Relationship Id="rId326" Type="http://schemas.openxmlformats.org/officeDocument/2006/relationships/customXml" Target="../ink/ink2187.xml"/><Relationship Id="rId533" Type="http://schemas.openxmlformats.org/officeDocument/2006/relationships/image" Target="../media/image1580.png"/></Relationships>
</file>

<file path=ppt/slides/_rels/slide16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1112.png"/><Relationship Id="rId299" Type="http://schemas.openxmlformats.org/officeDocument/2006/relationships/image" Target="../media/image2020.png"/><Relationship Id="rId21" Type="http://schemas.openxmlformats.org/officeDocument/2006/relationships/image" Target="../media/image6411.png"/><Relationship Id="rId63" Type="http://schemas.openxmlformats.org/officeDocument/2006/relationships/image" Target="../media/image8510.png"/><Relationship Id="rId159" Type="http://schemas.openxmlformats.org/officeDocument/2006/relationships/image" Target="../media/image13200.png"/><Relationship Id="rId324" Type="http://schemas.openxmlformats.org/officeDocument/2006/relationships/customXml" Target="../ink/ink2471.xml"/><Relationship Id="rId366" Type="http://schemas.openxmlformats.org/officeDocument/2006/relationships/customXml" Target="../ink/ink2492.xml"/><Relationship Id="rId170" Type="http://schemas.openxmlformats.org/officeDocument/2006/relationships/customXml" Target="../ink/ink2394.xml"/><Relationship Id="rId226" Type="http://schemas.openxmlformats.org/officeDocument/2006/relationships/customXml" Target="../ink/ink2422.xml"/><Relationship Id="rId433" Type="http://schemas.openxmlformats.org/officeDocument/2006/relationships/image" Target="../media/image3931.png"/><Relationship Id="rId268" Type="http://schemas.openxmlformats.org/officeDocument/2006/relationships/customXml" Target="../ink/ink2443.xml"/><Relationship Id="rId32" Type="http://schemas.openxmlformats.org/officeDocument/2006/relationships/customXml" Target="../ink/ink2325.xml"/><Relationship Id="rId74" Type="http://schemas.openxmlformats.org/officeDocument/2006/relationships/customXml" Target="../ink/ink2346.xml"/><Relationship Id="rId128" Type="http://schemas.openxmlformats.org/officeDocument/2006/relationships/customXml" Target="../ink/ink2373.xml"/><Relationship Id="rId335" Type="http://schemas.openxmlformats.org/officeDocument/2006/relationships/image" Target="../media/image2200.png"/><Relationship Id="rId377" Type="http://schemas.openxmlformats.org/officeDocument/2006/relationships/image" Target="../media/image2412.png"/><Relationship Id="rId5" Type="http://schemas.openxmlformats.org/officeDocument/2006/relationships/image" Target="../media/image5611.png"/><Relationship Id="rId181" Type="http://schemas.openxmlformats.org/officeDocument/2006/relationships/image" Target="../media/image14300.png"/><Relationship Id="rId237" Type="http://schemas.openxmlformats.org/officeDocument/2006/relationships/image" Target="../media/image1712.png"/><Relationship Id="rId402" Type="http://schemas.openxmlformats.org/officeDocument/2006/relationships/customXml" Target="../ink/ink2510.xml"/><Relationship Id="rId279" Type="http://schemas.openxmlformats.org/officeDocument/2006/relationships/image" Target="../media/image1920.png"/><Relationship Id="rId444" Type="http://schemas.openxmlformats.org/officeDocument/2006/relationships/customXml" Target="../ink/ink2531.xml"/><Relationship Id="rId43" Type="http://schemas.openxmlformats.org/officeDocument/2006/relationships/image" Target="../media/image7510.png"/><Relationship Id="rId139" Type="http://schemas.openxmlformats.org/officeDocument/2006/relationships/image" Target="../media/image12200.png"/><Relationship Id="rId290" Type="http://schemas.openxmlformats.org/officeDocument/2006/relationships/customXml" Target="../ink/ink2454.xml"/><Relationship Id="rId304" Type="http://schemas.openxmlformats.org/officeDocument/2006/relationships/customXml" Target="../ink/ink2461.xml"/><Relationship Id="rId346" Type="http://schemas.openxmlformats.org/officeDocument/2006/relationships/customXml" Target="../ink/ink2482.xml"/><Relationship Id="rId388" Type="http://schemas.openxmlformats.org/officeDocument/2006/relationships/customXml" Target="../ink/ink2503.xml"/><Relationship Id="rId85" Type="http://schemas.openxmlformats.org/officeDocument/2006/relationships/image" Target="../media/image9601.png"/><Relationship Id="rId150" Type="http://schemas.openxmlformats.org/officeDocument/2006/relationships/customXml" Target="../ink/ink2384.xml"/><Relationship Id="rId192" Type="http://schemas.openxmlformats.org/officeDocument/2006/relationships/customXml" Target="../ink/ink2405.xml"/><Relationship Id="rId206" Type="http://schemas.openxmlformats.org/officeDocument/2006/relationships/customXml" Target="../ink/ink2412.xml"/><Relationship Id="rId413" Type="http://schemas.openxmlformats.org/officeDocument/2006/relationships/image" Target="../media/image2590.png"/><Relationship Id="rId248" Type="http://schemas.openxmlformats.org/officeDocument/2006/relationships/customXml" Target="../ink/ink2433.xml"/><Relationship Id="rId455" Type="http://schemas.openxmlformats.org/officeDocument/2006/relationships/image" Target="../media/image4041.png"/><Relationship Id="rId12" Type="http://schemas.openxmlformats.org/officeDocument/2006/relationships/customXml" Target="../ink/ink2315.xml"/><Relationship Id="rId108" Type="http://schemas.openxmlformats.org/officeDocument/2006/relationships/customXml" Target="../ink/ink2363.xml"/><Relationship Id="rId315" Type="http://schemas.openxmlformats.org/officeDocument/2006/relationships/image" Target="../media/image2100.png"/><Relationship Id="rId357" Type="http://schemas.openxmlformats.org/officeDocument/2006/relationships/image" Target="../media/image2312.png"/><Relationship Id="rId54" Type="http://schemas.openxmlformats.org/officeDocument/2006/relationships/customXml" Target="../ink/ink2336.xml"/><Relationship Id="rId96" Type="http://schemas.openxmlformats.org/officeDocument/2006/relationships/customXml" Target="../ink/ink2357.xml"/><Relationship Id="rId161" Type="http://schemas.openxmlformats.org/officeDocument/2006/relationships/image" Target="../media/image13300.png"/><Relationship Id="rId217" Type="http://schemas.openxmlformats.org/officeDocument/2006/relationships/image" Target="../media/image1611.png"/><Relationship Id="rId399" Type="http://schemas.openxmlformats.org/officeDocument/2006/relationships/image" Target="../media/image2520.png"/><Relationship Id="rId259" Type="http://schemas.openxmlformats.org/officeDocument/2006/relationships/image" Target="../media/image1820.png"/><Relationship Id="rId424" Type="http://schemas.openxmlformats.org/officeDocument/2006/relationships/customXml" Target="../ink/ink2521.xml"/><Relationship Id="rId23" Type="http://schemas.openxmlformats.org/officeDocument/2006/relationships/image" Target="../media/image6511.png"/><Relationship Id="rId119" Type="http://schemas.openxmlformats.org/officeDocument/2006/relationships/image" Target="../media/image11200.png"/><Relationship Id="rId270" Type="http://schemas.openxmlformats.org/officeDocument/2006/relationships/customXml" Target="../ink/ink2444.xml"/><Relationship Id="rId326" Type="http://schemas.openxmlformats.org/officeDocument/2006/relationships/customXml" Target="../ink/ink2472.xml"/><Relationship Id="rId65" Type="http://schemas.openxmlformats.org/officeDocument/2006/relationships/image" Target="../media/image8610.png"/><Relationship Id="rId130" Type="http://schemas.openxmlformats.org/officeDocument/2006/relationships/customXml" Target="../ink/ink2374.xml"/><Relationship Id="rId368" Type="http://schemas.openxmlformats.org/officeDocument/2006/relationships/customXml" Target="../ink/ink2493.xml"/><Relationship Id="rId172" Type="http://schemas.openxmlformats.org/officeDocument/2006/relationships/customXml" Target="../ink/ink2395.xml"/><Relationship Id="rId228" Type="http://schemas.openxmlformats.org/officeDocument/2006/relationships/customXml" Target="../ink/ink2423.xml"/><Relationship Id="rId435" Type="http://schemas.openxmlformats.org/officeDocument/2006/relationships/image" Target="../media/image3941.png"/><Relationship Id="rId281" Type="http://schemas.openxmlformats.org/officeDocument/2006/relationships/image" Target="../media/image1930.png"/><Relationship Id="rId337" Type="http://schemas.openxmlformats.org/officeDocument/2006/relationships/image" Target="../media/image2212.png"/><Relationship Id="rId34" Type="http://schemas.openxmlformats.org/officeDocument/2006/relationships/customXml" Target="../ink/ink2326.xml"/><Relationship Id="rId76" Type="http://schemas.openxmlformats.org/officeDocument/2006/relationships/customXml" Target="../ink/ink2347.xml"/><Relationship Id="rId141" Type="http://schemas.openxmlformats.org/officeDocument/2006/relationships/image" Target="../media/image12300.png"/><Relationship Id="rId379" Type="http://schemas.openxmlformats.org/officeDocument/2006/relationships/image" Target="../media/image2420.png"/><Relationship Id="rId7" Type="http://schemas.openxmlformats.org/officeDocument/2006/relationships/image" Target="../media/image5711.png"/><Relationship Id="rId183" Type="http://schemas.openxmlformats.org/officeDocument/2006/relationships/image" Target="../media/image14400.png"/><Relationship Id="rId239" Type="http://schemas.openxmlformats.org/officeDocument/2006/relationships/image" Target="../media/image1720.png"/><Relationship Id="rId390" Type="http://schemas.openxmlformats.org/officeDocument/2006/relationships/customXml" Target="../ink/ink2504.xml"/><Relationship Id="rId404" Type="http://schemas.openxmlformats.org/officeDocument/2006/relationships/customXml" Target="../ink/ink2511.xml"/><Relationship Id="rId446" Type="http://schemas.openxmlformats.org/officeDocument/2006/relationships/customXml" Target="../ink/ink2532.xml"/><Relationship Id="rId250" Type="http://schemas.openxmlformats.org/officeDocument/2006/relationships/customXml" Target="../ink/ink2434.xml"/><Relationship Id="rId292" Type="http://schemas.openxmlformats.org/officeDocument/2006/relationships/customXml" Target="../ink/ink2455.xml"/><Relationship Id="rId306" Type="http://schemas.openxmlformats.org/officeDocument/2006/relationships/customXml" Target="../ink/ink2462.xml"/><Relationship Id="rId45" Type="http://schemas.openxmlformats.org/officeDocument/2006/relationships/image" Target="../media/image7610.png"/><Relationship Id="rId87" Type="http://schemas.openxmlformats.org/officeDocument/2006/relationships/image" Target="../media/image9701.png"/><Relationship Id="rId110" Type="http://schemas.openxmlformats.org/officeDocument/2006/relationships/customXml" Target="../ink/ink2364.xml"/><Relationship Id="rId348" Type="http://schemas.openxmlformats.org/officeDocument/2006/relationships/customXml" Target="../ink/ink2483.xml"/><Relationship Id="rId152" Type="http://schemas.openxmlformats.org/officeDocument/2006/relationships/customXml" Target="../ink/ink2385.xml"/><Relationship Id="rId194" Type="http://schemas.openxmlformats.org/officeDocument/2006/relationships/customXml" Target="../ink/ink2406.xml"/><Relationship Id="rId208" Type="http://schemas.openxmlformats.org/officeDocument/2006/relationships/customXml" Target="../ink/ink2413.xml"/><Relationship Id="rId415" Type="http://schemas.openxmlformats.org/officeDocument/2006/relationships/image" Target="../media/image2600.png"/><Relationship Id="rId457" Type="http://schemas.openxmlformats.org/officeDocument/2006/relationships/image" Target="../media/image4051.png"/><Relationship Id="rId261" Type="http://schemas.openxmlformats.org/officeDocument/2006/relationships/image" Target="../media/image1830.png"/><Relationship Id="rId14" Type="http://schemas.openxmlformats.org/officeDocument/2006/relationships/customXml" Target="../ink/ink2316.xml"/><Relationship Id="rId56" Type="http://schemas.openxmlformats.org/officeDocument/2006/relationships/customXml" Target="../ink/ink2337.xml"/><Relationship Id="rId317" Type="http://schemas.openxmlformats.org/officeDocument/2006/relationships/image" Target="../media/image2112.png"/><Relationship Id="rId359" Type="http://schemas.openxmlformats.org/officeDocument/2006/relationships/image" Target="../media/image2320.png"/><Relationship Id="rId98" Type="http://schemas.openxmlformats.org/officeDocument/2006/relationships/customXml" Target="../ink/ink2358.xml"/><Relationship Id="rId121" Type="http://schemas.openxmlformats.org/officeDocument/2006/relationships/image" Target="../media/image11300.png"/><Relationship Id="rId163" Type="http://schemas.openxmlformats.org/officeDocument/2006/relationships/image" Target="../media/image13400.png"/><Relationship Id="rId219" Type="http://schemas.openxmlformats.org/officeDocument/2006/relationships/image" Target="../media/image1620.png"/><Relationship Id="rId370" Type="http://schemas.openxmlformats.org/officeDocument/2006/relationships/customXml" Target="../ink/ink2494.xml"/><Relationship Id="rId426" Type="http://schemas.openxmlformats.org/officeDocument/2006/relationships/customXml" Target="../ink/ink2522.xml"/><Relationship Id="rId230" Type="http://schemas.openxmlformats.org/officeDocument/2006/relationships/customXml" Target="../ink/ink2424.xml"/><Relationship Id="rId25" Type="http://schemas.openxmlformats.org/officeDocument/2006/relationships/image" Target="../media/image6611.png"/><Relationship Id="rId67" Type="http://schemas.openxmlformats.org/officeDocument/2006/relationships/image" Target="../media/image8710.png"/><Relationship Id="rId272" Type="http://schemas.openxmlformats.org/officeDocument/2006/relationships/customXml" Target="../ink/ink2445.xml"/><Relationship Id="rId328" Type="http://schemas.openxmlformats.org/officeDocument/2006/relationships/customXml" Target="../ink/ink2473.xml"/><Relationship Id="rId132" Type="http://schemas.openxmlformats.org/officeDocument/2006/relationships/customXml" Target="../ink/ink2375.xml"/><Relationship Id="rId174" Type="http://schemas.openxmlformats.org/officeDocument/2006/relationships/customXml" Target="../ink/ink2396.xml"/><Relationship Id="rId381" Type="http://schemas.openxmlformats.org/officeDocument/2006/relationships/image" Target="../media/image2430.png"/><Relationship Id="rId241" Type="http://schemas.openxmlformats.org/officeDocument/2006/relationships/image" Target="../media/image1730.png"/><Relationship Id="rId437" Type="http://schemas.openxmlformats.org/officeDocument/2006/relationships/image" Target="../media/image3951.png"/><Relationship Id="rId36" Type="http://schemas.openxmlformats.org/officeDocument/2006/relationships/customXml" Target="../ink/ink2327.xml"/><Relationship Id="rId283" Type="http://schemas.openxmlformats.org/officeDocument/2006/relationships/image" Target="../media/image1940.png"/><Relationship Id="rId339" Type="http://schemas.openxmlformats.org/officeDocument/2006/relationships/image" Target="../media/image2220.png"/><Relationship Id="rId78" Type="http://schemas.openxmlformats.org/officeDocument/2006/relationships/customXml" Target="../ink/ink2348.xml"/><Relationship Id="rId101" Type="http://schemas.openxmlformats.org/officeDocument/2006/relationships/image" Target="../media/image10301.png"/><Relationship Id="rId143" Type="http://schemas.openxmlformats.org/officeDocument/2006/relationships/image" Target="../media/image12400.png"/><Relationship Id="rId185" Type="http://schemas.openxmlformats.org/officeDocument/2006/relationships/image" Target="../media/image14500.png"/><Relationship Id="rId350" Type="http://schemas.openxmlformats.org/officeDocument/2006/relationships/customXml" Target="../ink/ink2484.xml"/><Relationship Id="rId406" Type="http://schemas.openxmlformats.org/officeDocument/2006/relationships/customXml" Target="../ink/ink2512.xml"/><Relationship Id="rId9" Type="http://schemas.openxmlformats.org/officeDocument/2006/relationships/image" Target="../media/image5811.png"/><Relationship Id="rId210" Type="http://schemas.openxmlformats.org/officeDocument/2006/relationships/customXml" Target="../ink/ink2414.xml"/><Relationship Id="rId392" Type="http://schemas.openxmlformats.org/officeDocument/2006/relationships/customXml" Target="../ink/ink2505.xml"/><Relationship Id="rId448" Type="http://schemas.openxmlformats.org/officeDocument/2006/relationships/customXml" Target="../ink/ink2533.xml"/><Relationship Id="rId252" Type="http://schemas.openxmlformats.org/officeDocument/2006/relationships/customXml" Target="../ink/ink2435.xml"/><Relationship Id="rId294" Type="http://schemas.openxmlformats.org/officeDocument/2006/relationships/customXml" Target="../ink/ink2456.xml"/><Relationship Id="rId308" Type="http://schemas.openxmlformats.org/officeDocument/2006/relationships/customXml" Target="../ink/ink2463.xml"/><Relationship Id="rId47" Type="http://schemas.openxmlformats.org/officeDocument/2006/relationships/image" Target="../media/image7710.png"/><Relationship Id="rId89" Type="http://schemas.openxmlformats.org/officeDocument/2006/relationships/image" Target="../media/image9801.png"/><Relationship Id="rId112" Type="http://schemas.openxmlformats.org/officeDocument/2006/relationships/customXml" Target="../ink/ink2365.xml"/><Relationship Id="rId154" Type="http://schemas.openxmlformats.org/officeDocument/2006/relationships/customXml" Target="../ink/ink2386.xml"/><Relationship Id="rId361" Type="http://schemas.openxmlformats.org/officeDocument/2006/relationships/image" Target="../media/image2330.png"/><Relationship Id="rId196" Type="http://schemas.openxmlformats.org/officeDocument/2006/relationships/customXml" Target="../ink/ink2407.xml"/><Relationship Id="rId417" Type="http://schemas.openxmlformats.org/officeDocument/2006/relationships/image" Target="../media/image2612.png"/><Relationship Id="rId16" Type="http://schemas.openxmlformats.org/officeDocument/2006/relationships/customXml" Target="../ink/ink2317.xml"/><Relationship Id="rId221" Type="http://schemas.openxmlformats.org/officeDocument/2006/relationships/image" Target="../media/image1630.png"/><Relationship Id="rId263" Type="http://schemas.openxmlformats.org/officeDocument/2006/relationships/image" Target="../media/image1840.png"/><Relationship Id="rId319" Type="http://schemas.openxmlformats.org/officeDocument/2006/relationships/image" Target="../media/image2120.png"/><Relationship Id="rId58" Type="http://schemas.openxmlformats.org/officeDocument/2006/relationships/customXml" Target="../ink/ink2338.xml"/><Relationship Id="rId123" Type="http://schemas.openxmlformats.org/officeDocument/2006/relationships/image" Target="../media/image11401.png"/><Relationship Id="rId330" Type="http://schemas.openxmlformats.org/officeDocument/2006/relationships/customXml" Target="../ink/ink2474.xml"/><Relationship Id="rId165" Type="http://schemas.openxmlformats.org/officeDocument/2006/relationships/image" Target="../media/image13500.png"/><Relationship Id="rId372" Type="http://schemas.openxmlformats.org/officeDocument/2006/relationships/customXml" Target="../ink/ink2495.xml"/><Relationship Id="rId428" Type="http://schemas.openxmlformats.org/officeDocument/2006/relationships/customXml" Target="../ink/ink2523.xml"/><Relationship Id="rId232" Type="http://schemas.openxmlformats.org/officeDocument/2006/relationships/customXml" Target="../ink/ink2425.xml"/><Relationship Id="rId274" Type="http://schemas.openxmlformats.org/officeDocument/2006/relationships/customXml" Target="../ink/ink2446.xml"/><Relationship Id="rId27" Type="http://schemas.openxmlformats.org/officeDocument/2006/relationships/image" Target="../media/image6711.png"/><Relationship Id="rId69" Type="http://schemas.openxmlformats.org/officeDocument/2006/relationships/image" Target="../media/image8810.png"/><Relationship Id="rId134" Type="http://schemas.openxmlformats.org/officeDocument/2006/relationships/customXml" Target="../ink/ink2376.xml"/><Relationship Id="rId80" Type="http://schemas.openxmlformats.org/officeDocument/2006/relationships/customXml" Target="../ink/ink2349.xml"/><Relationship Id="rId176" Type="http://schemas.openxmlformats.org/officeDocument/2006/relationships/customXml" Target="../ink/ink2397.xml"/><Relationship Id="rId341" Type="http://schemas.openxmlformats.org/officeDocument/2006/relationships/image" Target="../media/image2230.png"/><Relationship Id="rId383" Type="http://schemas.openxmlformats.org/officeDocument/2006/relationships/image" Target="../media/image2440.png"/><Relationship Id="rId439" Type="http://schemas.openxmlformats.org/officeDocument/2006/relationships/image" Target="../media/image3961.png"/><Relationship Id="rId201" Type="http://schemas.openxmlformats.org/officeDocument/2006/relationships/image" Target="../media/image15300.png"/><Relationship Id="rId243" Type="http://schemas.openxmlformats.org/officeDocument/2006/relationships/image" Target="../media/image1740.png"/><Relationship Id="rId285" Type="http://schemas.openxmlformats.org/officeDocument/2006/relationships/image" Target="../media/image1950.png"/><Relationship Id="rId450" Type="http://schemas.openxmlformats.org/officeDocument/2006/relationships/customXml" Target="../ink/ink2534.xml"/><Relationship Id="rId38" Type="http://schemas.openxmlformats.org/officeDocument/2006/relationships/customXml" Target="../ink/ink2328.xml"/><Relationship Id="rId103" Type="http://schemas.openxmlformats.org/officeDocument/2006/relationships/image" Target="../media/image10401.png"/><Relationship Id="rId310" Type="http://schemas.openxmlformats.org/officeDocument/2006/relationships/customXml" Target="../ink/ink2464.xml"/><Relationship Id="rId91" Type="http://schemas.openxmlformats.org/officeDocument/2006/relationships/image" Target="../media/image5311.png"/><Relationship Id="rId145" Type="http://schemas.openxmlformats.org/officeDocument/2006/relationships/image" Target="../media/image12500.png"/><Relationship Id="rId187" Type="http://schemas.openxmlformats.org/officeDocument/2006/relationships/image" Target="../media/image14600.png"/><Relationship Id="rId352" Type="http://schemas.openxmlformats.org/officeDocument/2006/relationships/customXml" Target="../ink/ink2485.xml"/><Relationship Id="rId394" Type="http://schemas.openxmlformats.org/officeDocument/2006/relationships/customXml" Target="../ink/ink2506.xml"/><Relationship Id="rId408" Type="http://schemas.openxmlformats.org/officeDocument/2006/relationships/customXml" Target="../ink/ink2513.xml"/><Relationship Id="rId212" Type="http://schemas.openxmlformats.org/officeDocument/2006/relationships/customXml" Target="../ink/ink2415.xml"/><Relationship Id="rId254" Type="http://schemas.openxmlformats.org/officeDocument/2006/relationships/customXml" Target="../ink/ink2436.xml"/><Relationship Id="rId49" Type="http://schemas.openxmlformats.org/officeDocument/2006/relationships/image" Target="../media/image7810.png"/><Relationship Id="rId114" Type="http://schemas.openxmlformats.org/officeDocument/2006/relationships/customXml" Target="../ink/ink2366.xml"/><Relationship Id="rId296" Type="http://schemas.openxmlformats.org/officeDocument/2006/relationships/customXml" Target="../ink/ink2457.xml"/><Relationship Id="rId60" Type="http://schemas.openxmlformats.org/officeDocument/2006/relationships/customXml" Target="../ink/ink2339.xml"/><Relationship Id="rId156" Type="http://schemas.openxmlformats.org/officeDocument/2006/relationships/customXml" Target="../ink/ink2387.xml"/><Relationship Id="rId198" Type="http://schemas.openxmlformats.org/officeDocument/2006/relationships/customXml" Target="../ink/ink2408.xml"/><Relationship Id="rId321" Type="http://schemas.openxmlformats.org/officeDocument/2006/relationships/image" Target="../media/image2130.png"/><Relationship Id="rId363" Type="http://schemas.openxmlformats.org/officeDocument/2006/relationships/image" Target="../media/image2340.png"/><Relationship Id="rId419" Type="http://schemas.openxmlformats.org/officeDocument/2006/relationships/image" Target="../media/image3861.png"/><Relationship Id="rId223" Type="http://schemas.openxmlformats.org/officeDocument/2006/relationships/image" Target="../media/image1640.png"/><Relationship Id="rId430" Type="http://schemas.openxmlformats.org/officeDocument/2006/relationships/customXml" Target="../ink/ink2524.xml"/><Relationship Id="rId18" Type="http://schemas.openxmlformats.org/officeDocument/2006/relationships/customXml" Target="../ink/ink2318.xml"/><Relationship Id="rId265" Type="http://schemas.openxmlformats.org/officeDocument/2006/relationships/image" Target="../media/image1850.png"/><Relationship Id="rId125" Type="http://schemas.openxmlformats.org/officeDocument/2006/relationships/image" Target="../media/image11501.png"/><Relationship Id="rId167" Type="http://schemas.openxmlformats.org/officeDocument/2006/relationships/image" Target="../media/image13600.png"/><Relationship Id="rId332" Type="http://schemas.openxmlformats.org/officeDocument/2006/relationships/customXml" Target="../ink/ink2475.xml"/><Relationship Id="rId374" Type="http://schemas.openxmlformats.org/officeDocument/2006/relationships/customXml" Target="../ink/ink2496.xml"/><Relationship Id="rId71" Type="http://schemas.openxmlformats.org/officeDocument/2006/relationships/image" Target="../media/image8910.png"/><Relationship Id="rId234" Type="http://schemas.openxmlformats.org/officeDocument/2006/relationships/customXml" Target="../ink/ink2426.xml"/><Relationship Id="rId2" Type="http://schemas.openxmlformats.org/officeDocument/2006/relationships/customXml" Target="../ink/ink2310.xml"/><Relationship Id="rId29" Type="http://schemas.openxmlformats.org/officeDocument/2006/relationships/image" Target="../media/image6810.png"/><Relationship Id="rId255" Type="http://schemas.openxmlformats.org/officeDocument/2006/relationships/image" Target="../media/image1801.png"/><Relationship Id="rId276" Type="http://schemas.openxmlformats.org/officeDocument/2006/relationships/customXml" Target="../ink/ink2447.xml"/><Relationship Id="rId297" Type="http://schemas.openxmlformats.org/officeDocument/2006/relationships/image" Target="../media/image2011.png"/><Relationship Id="rId441" Type="http://schemas.openxmlformats.org/officeDocument/2006/relationships/image" Target="../media/image3971.png"/><Relationship Id="rId40" Type="http://schemas.openxmlformats.org/officeDocument/2006/relationships/customXml" Target="../ink/ink2329.xml"/><Relationship Id="rId115" Type="http://schemas.openxmlformats.org/officeDocument/2006/relationships/image" Target="../media/image11001.png"/><Relationship Id="rId136" Type="http://schemas.openxmlformats.org/officeDocument/2006/relationships/customXml" Target="../ink/ink2377.xml"/><Relationship Id="rId157" Type="http://schemas.openxmlformats.org/officeDocument/2006/relationships/image" Target="../media/image13111.png"/><Relationship Id="rId178" Type="http://schemas.openxmlformats.org/officeDocument/2006/relationships/customXml" Target="../ink/ink2398.xml"/><Relationship Id="rId301" Type="http://schemas.openxmlformats.org/officeDocument/2006/relationships/image" Target="../media/image2030.png"/><Relationship Id="rId322" Type="http://schemas.openxmlformats.org/officeDocument/2006/relationships/customXml" Target="../ink/ink2470.xml"/><Relationship Id="rId343" Type="http://schemas.openxmlformats.org/officeDocument/2006/relationships/image" Target="../media/image2240.png"/><Relationship Id="rId364" Type="http://schemas.openxmlformats.org/officeDocument/2006/relationships/customXml" Target="../ink/ink2491.xml"/><Relationship Id="rId61" Type="http://schemas.openxmlformats.org/officeDocument/2006/relationships/image" Target="../media/image8410.png"/><Relationship Id="rId82" Type="http://schemas.openxmlformats.org/officeDocument/2006/relationships/customXml" Target="../ink/ink2350.xml"/><Relationship Id="rId199" Type="http://schemas.openxmlformats.org/officeDocument/2006/relationships/image" Target="../media/image15200.png"/><Relationship Id="rId203" Type="http://schemas.openxmlformats.org/officeDocument/2006/relationships/image" Target="../media/image15400.png"/><Relationship Id="rId385" Type="http://schemas.openxmlformats.org/officeDocument/2006/relationships/image" Target="../media/image2450.png"/><Relationship Id="rId19" Type="http://schemas.openxmlformats.org/officeDocument/2006/relationships/image" Target="../media/image6311.png"/><Relationship Id="rId224" Type="http://schemas.openxmlformats.org/officeDocument/2006/relationships/customXml" Target="../ink/ink2421.xml"/><Relationship Id="rId245" Type="http://schemas.openxmlformats.org/officeDocument/2006/relationships/image" Target="../media/image1750.png"/><Relationship Id="rId266" Type="http://schemas.openxmlformats.org/officeDocument/2006/relationships/customXml" Target="../ink/ink2442.xml"/><Relationship Id="rId287" Type="http://schemas.openxmlformats.org/officeDocument/2006/relationships/image" Target="../media/image1960.png"/><Relationship Id="rId410" Type="http://schemas.openxmlformats.org/officeDocument/2006/relationships/customXml" Target="../ink/ink2514.xml"/><Relationship Id="rId431" Type="http://schemas.openxmlformats.org/officeDocument/2006/relationships/image" Target="../media/image3921.png"/><Relationship Id="rId452" Type="http://schemas.openxmlformats.org/officeDocument/2006/relationships/customXml" Target="../ink/ink2535.xml"/><Relationship Id="rId30" Type="http://schemas.openxmlformats.org/officeDocument/2006/relationships/customXml" Target="../ink/ink2324.xml"/><Relationship Id="rId105" Type="http://schemas.openxmlformats.org/officeDocument/2006/relationships/image" Target="../media/image10501.png"/><Relationship Id="rId126" Type="http://schemas.openxmlformats.org/officeDocument/2006/relationships/customXml" Target="../ink/ink2372.xml"/><Relationship Id="rId147" Type="http://schemas.openxmlformats.org/officeDocument/2006/relationships/image" Target="../media/image12600.png"/><Relationship Id="rId168" Type="http://schemas.openxmlformats.org/officeDocument/2006/relationships/customXml" Target="../ink/ink2393.xml"/><Relationship Id="rId312" Type="http://schemas.openxmlformats.org/officeDocument/2006/relationships/customXml" Target="../ink/ink2465.xml"/><Relationship Id="rId333" Type="http://schemas.openxmlformats.org/officeDocument/2006/relationships/image" Target="../media/image2190.png"/><Relationship Id="rId354" Type="http://schemas.openxmlformats.org/officeDocument/2006/relationships/customXml" Target="../ink/ink2486.xml"/><Relationship Id="rId51" Type="http://schemas.openxmlformats.org/officeDocument/2006/relationships/image" Target="../media/image7910.png"/><Relationship Id="rId72" Type="http://schemas.openxmlformats.org/officeDocument/2006/relationships/customXml" Target="../ink/ink2345.xml"/><Relationship Id="rId93" Type="http://schemas.openxmlformats.org/officeDocument/2006/relationships/image" Target="../media/image9901.png"/><Relationship Id="rId189" Type="http://schemas.openxmlformats.org/officeDocument/2006/relationships/image" Target="../media/image14700.png"/><Relationship Id="rId375" Type="http://schemas.openxmlformats.org/officeDocument/2006/relationships/image" Target="../media/image2400.png"/><Relationship Id="rId396" Type="http://schemas.openxmlformats.org/officeDocument/2006/relationships/customXml" Target="../ink/ink2507.xml"/><Relationship Id="rId3" Type="http://schemas.openxmlformats.org/officeDocument/2006/relationships/image" Target="../media/image5511.png"/><Relationship Id="rId214" Type="http://schemas.openxmlformats.org/officeDocument/2006/relationships/customXml" Target="../ink/ink2416.xml"/><Relationship Id="rId235" Type="http://schemas.openxmlformats.org/officeDocument/2006/relationships/image" Target="../media/image1700.png"/><Relationship Id="rId256" Type="http://schemas.openxmlformats.org/officeDocument/2006/relationships/customXml" Target="../ink/ink2437.xml"/><Relationship Id="rId277" Type="http://schemas.openxmlformats.org/officeDocument/2006/relationships/image" Target="../media/image1911.png"/><Relationship Id="rId298" Type="http://schemas.openxmlformats.org/officeDocument/2006/relationships/customXml" Target="../ink/ink2458.xml"/><Relationship Id="rId400" Type="http://schemas.openxmlformats.org/officeDocument/2006/relationships/customXml" Target="../ink/ink2509.xml"/><Relationship Id="rId421" Type="http://schemas.openxmlformats.org/officeDocument/2006/relationships/image" Target="../media/image3871.png"/><Relationship Id="rId442" Type="http://schemas.openxmlformats.org/officeDocument/2006/relationships/customXml" Target="../ink/ink2530.xml"/><Relationship Id="rId116" Type="http://schemas.openxmlformats.org/officeDocument/2006/relationships/customXml" Target="../ink/ink2367.xml"/><Relationship Id="rId137" Type="http://schemas.openxmlformats.org/officeDocument/2006/relationships/image" Target="../media/image12112.png"/><Relationship Id="rId158" Type="http://schemas.openxmlformats.org/officeDocument/2006/relationships/customXml" Target="../ink/ink2388.xml"/><Relationship Id="rId302" Type="http://schemas.openxmlformats.org/officeDocument/2006/relationships/customXml" Target="../ink/ink2460.xml"/><Relationship Id="rId323" Type="http://schemas.openxmlformats.org/officeDocument/2006/relationships/image" Target="../media/image2140.png"/><Relationship Id="rId344" Type="http://schemas.openxmlformats.org/officeDocument/2006/relationships/customXml" Target="../ink/ink2481.xml"/><Relationship Id="rId20" Type="http://schemas.openxmlformats.org/officeDocument/2006/relationships/customXml" Target="../ink/ink2319.xml"/><Relationship Id="rId41" Type="http://schemas.openxmlformats.org/officeDocument/2006/relationships/image" Target="../media/image7410.png"/><Relationship Id="rId62" Type="http://schemas.openxmlformats.org/officeDocument/2006/relationships/customXml" Target="../ink/ink2340.xml"/><Relationship Id="rId83" Type="http://schemas.openxmlformats.org/officeDocument/2006/relationships/image" Target="../media/image9500.png"/><Relationship Id="rId179" Type="http://schemas.openxmlformats.org/officeDocument/2006/relationships/image" Target="../media/image14200.png"/><Relationship Id="rId365" Type="http://schemas.openxmlformats.org/officeDocument/2006/relationships/image" Target="../media/image2350.png"/><Relationship Id="rId386" Type="http://schemas.openxmlformats.org/officeDocument/2006/relationships/customXml" Target="../ink/ink2502.xml"/><Relationship Id="rId190" Type="http://schemas.openxmlformats.org/officeDocument/2006/relationships/customXml" Target="../ink/ink2404.xml"/><Relationship Id="rId204" Type="http://schemas.openxmlformats.org/officeDocument/2006/relationships/customXml" Target="../ink/ink2411.xml"/><Relationship Id="rId225" Type="http://schemas.openxmlformats.org/officeDocument/2006/relationships/image" Target="../media/image1650.png"/><Relationship Id="rId246" Type="http://schemas.openxmlformats.org/officeDocument/2006/relationships/customXml" Target="../ink/ink2432.xml"/><Relationship Id="rId267" Type="http://schemas.openxmlformats.org/officeDocument/2006/relationships/image" Target="../media/image1860.png"/><Relationship Id="rId288" Type="http://schemas.openxmlformats.org/officeDocument/2006/relationships/customXml" Target="../ink/ink2453.xml"/><Relationship Id="rId411" Type="http://schemas.openxmlformats.org/officeDocument/2006/relationships/image" Target="../media/image2580.png"/><Relationship Id="rId432" Type="http://schemas.openxmlformats.org/officeDocument/2006/relationships/customXml" Target="../ink/ink2525.xml"/><Relationship Id="rId453" Type="http://schemas.openxmlformats.org/officeDocument/2006/relationships/image" Target="../media/image4031.png"/><Relationship Id="rId106" Type="http://schemas.openxmlformats.org/officeDocument/2006/relationships/customXml" Target="../ink/ink2362.xml"/><Relationship Id="rId127" Type="http://schemas.openxmlformats.org/officeDocument/2006/relationships/image" Target="../media/image11601.png"/><Relationship Id="rId313" Type="http://schemas.openxmlformats.org/officeDocument/2006/relationships/image" Target="../media/image2090.png"/><Relationship Id="rId10" Type="http://schemas.openxmlformats.org/officeDocument/2006/relationships/customXml" Target="../ink/ink2314.xml"/><Relationship Id="rId31" Type="http://schemas.openxmlformats.org/officeDocument/2006/relationships/image" Target="../media/image6910.png"/><Relationship Id="rId52" Type="http://schemas.openxmlformats.org/officeDocument/2006/relationships/customXml" Target="../ink/ink2335.xml"/><Relationship Id="rId73" Type="http://schemas.openxmlformats.org/officeDocument/2006/relationships/image" Target="../media/image9070.png"/><Relationship Id="rId94" Type="http://schemas.openxmlformats.org/officeDocument/2006/relationships/customXml" Target="../ink/ink2356.xml"/><Relationship Id="rId148" Type="http://schemas.openxmlformats.org/officeDocument/2006/relationships/customXml" Target="../ink/ink2383.xml"/><Relationship Id="rId169" Type="http://schemas.openxmlformats.org/officeDocument/2006/relationships/image" Target="../media/image13700.png"/><Relationship Id="rId334" Type="http://schemas.openxmlformats.org/officeDocument/2006/relationships/customXml" Target="../ink/ink2476.xml"/><Relationship Id="rId355" Type="http://schemas.openxmlformats.org/officeDocument/2006/relationships/image" Target="../media/image2300.png"/><Relationship Id="rId376" Type="http://schemas.openxmlformats.org/officeDocument/2006/relationships/customXml" Target="../ink/ink2497.xml"/><Relationship Id="rId397" Type="http://schemas.openxmlformats.org/officeDocument/2006/relationships/image" Target="../media/image2512.png"/><Relationship Id="rId4" Type="http://schemas.openxmlformats.org/officeDocument/2006/relationships/customXml" Target="../ink/ink2311.xml"/><Relationship Id="rId180" Type="http://schemas.openxmlformats.org/officeDocument/2006/relationships/customXml" Target="../ink/ink2399.xml"/><Relationship Id="rId215" Type="http://schemas.openxmlformats.org/officeDocument/2006/relationships/image" Target="../media/image1601.png"/><Relationship Id="rId236" Type="http://schemas.openxmlformats.org/officeDocument/2006/relationships/customXml" Target="../ink/ink2427.xml"/><Relationship Id="rId257" Type="http://schemas.openxmlformats.org/officeDocument/2006/relationships/image" Target="../media/image1811.png"/><Relationship Id="rId278" Type="http://schemas.openxmlformats.org/officeDocument/2006/relationships/customXml" Target="../ink/ink2448.xml"/><Relationship Id="rId401" Type="http://schemas.openxmlformats.org/officeDocument/2006/relationships/image" Target="../media/image2530.png"/><Relationship Id="rId422" Type="http://schemas.openxmlformats.org/officeDocument/2006/relationships/customXml" Target="../ink/ink2520.xml"/><Relationship Id="rId443" Type="http://schemas.openxmlformats.org/officeDocument/2006/relationships/image" Target="../media/image3981.png"/><Relationship Id="rId303" Type="http://schemas.openxmlformats.org/officeDocument/2006/relationships/image" Target="../media/image2040.png"/><Relationship Id="rId42" Type="http://schemas.openxmlformats.org/officeDocument/2006/relationships/customXml" Target="../ink/ink2330.xml"/><Relationship Id="rId84" Type="http://schemas.openxmlformats.org/officeDocument/2006/relationships/customXml" Target="../ink/ink2351.xml"/><Relationship Id="rId138" Type="http://schemas.openxmlformats.org/officeDocument/2006/relationships/customXml" Target="../ink/ink2378.xml"/><Relationship Id="rId345" Type="http://schemas.openxmlformats.org/officeDocument/2006/relationships/image" Target="../media/image2250.png"/><Relationship Id="rId387" Type="http://schemas.openxmlformats.org/officeDocument/2006/relationships/image" Target="../media/image2460.png"/><Relationship Id="rId191" Type="http://schemas.openxmlformats.org/officeDocument/2006/relationships/image" Target="../media/image14800.png"/><Relationship Id="rId205" Type="http://schemas.openxmlformats.org/officeDocument/2006/relationships/image" Target="../media/image15500.png"/><Relationship Id="rId247" Type="http://schemas.openxmlformats.org/officeDocument/2006/relationships/image" Target="../media/image1760.png"/><Relationship Id="rId412" Type="http://schemas.openxmlformats.org/officeDocument/2006/relationships/customXml" Target="../ink/ink2515.xml"/><Relationship Id="rId107" Type="http://schemas.openxmlformats.org/officeDocument/2006/relationships/image" Target="../media/image10600.png"/><Relationship Id="rId289" Type="http://schemas.openxmlformats.org/officeDocument/2006/relationships/image" Target="../media/image1970.png"/><Relationship Id="rId454" Type="http://schemas.openxmlformats.org/officeDocument/2006/relationships/customXml" Target="../ink/ink2536.xml"/><Relationship Id="rId11" Type="http://schemas.openxmlformats.org/officeDocument/2006/relationships/image" Target="../media/image5911.png"/><Relationship Id="rId53" Type="http://schemas.openxmlformats.org/officeDocument/2006/relationships/image" Target="../media/image8010.png"/><Relationship Id="rId149" Type="http://schemas.openxmlformats.org/officeDocument/2006/relationships/image" Target="../media/image12700.png"/><Relationship Id="rId314" Type="http://schemas.openxmlformats.org/officeDocument/2006/relationships/customXml" Target="../ink/ink2466.xml"/><Relationship Id="rId356" Type="http://schemas.openxmlformats.org/officeDocument/2006/relationships/customXml" Target="../ink/ink2487.xml"/><Relationship Id="rId398" Type="http://schemas.openxmlformats.org/officeDocument/2006/relationships/customXml" Target="../ink/ink2508.xml"/><Relationship Id="rId95" Type="http://schemas.openxmlformats.org/officeDocument/2006/relationships/image" Target="../media/image10001.png"/><Relationship Id="rId160" Type="http://schemas.openxmlformats.org/officeDocument/2006/relationships/customXml" Target="../ink/ink2389.xml"/><Relationship Id="rId216" Type="http://schemas.openxmlformats.org/officeDocument/2006/relationships/customXml" Target="../ink/ink2417.xml"/><Relationship Id="rId423" Type="http://schemas.openxmlformats.org/officeDocument/2006/relationships/image" Target="../media/image3881.png"/><Relationship Id="rId258" Type="http://schemas.openxmlformats.org/officeDocument/2006/relationships/customXml" Target="../ink/ink2438.xml"/><Relationship Id="rId22" Type="http://schemas.openxmlformats.org/officeDocument/2006/relationships/customXml" Target="../ink/ink2320.xml"/><Relationship Id="rId64" Type="http://schemas.openxmlformats.org/officeDocument/2006/relationships/customXml" Target="../ink/ink2341.xml"/><Relationship Id="rId118" Type="http://schemas.openxmlformats.org/officeDocument/2006/relationships/customXml" Target="../ink/ink2368.xml"/><Relationship Id="rId325" Type="http://schemas.openxmlformats.org/officeDocument/2006/relationships/image" Target="../media/image2150.png"/><Relationship Id="rId367" Type="http://schemas.openxmlformats.org/officeDocument/2006/relationships/image" Target="../media/image2360.png"/><Relationship Id="rId171" Type="http://schemas.openxmlformats.org/officeDocument/2006/relationships/image" Target="../media/image13800.png"/><Relationship Id="rId227" Type="http://schemas.openxmlformats.org/officeDocument/2006/relationships/image" Target="../media/image1660.png"/><Relationship Id="rId269" Type="http://schemas.openxmlformats.org/officeDocument/2006/relationships/image" Target="../media/image1870.png"/><Relationship Id="rId434" Type="http://schemas.openxmlformats.org/officeDocument/2006/relationships/customXml" Target="../ink/ink2526.xml"/><Relationship Id="rId33" Type="http://schemas.openxmlformats.org/officeDocument/2006/relationships/image" Target="../media/image7010.png"/><Relationship Id="rId129" Type="http://schemas.openxmlformats.org/officeDocument/2006/relationships/image" Target="../media/image11701.png"/><Relationship Id="rId280" Type="http://schemas.openxmlformats.org/officeDocument/2006/relationships/customXml" Target="../ink/ink2449.xml"/><Relationship Id="rId336" Type="http://schemas.openxmlformats.org/officeDocument/2006/relationships/customXml" Target="../ink/ink2477.xml"/><Relationship Id="rId75" Type="http://schemas.openxmlformats.org/officeDocument/2006/relationships/image" Target="../media/image9111.png"/><Relationship Id="rId140" Type="http://schemas.openxmlformats.org/officeDocument/2006/relationships/customXml" Target="../ink/ink2379.xml"/><Relationship Id="rId182" Type="http://schemas.openxmlformats.org/officeDocument/2006/relationships/customXml" Target="../ink/ink2400.xml"/><Relationship Id="rId378" Type="http://schemas.openxmlformats.org/officeDocument/2006/relationships/customXml" Target="../ink/ink2498.xml"/><Relationship Id="rId403" Type="http://schemas.openxmlformats.org/officeDocument/2006/relationships/image" Target="../media/image2540.png"/><Relationship Id="rId6" Type="http://schemas.openxmlformats.org/officeDocument/2006/relationships/customXml" Target="../ink/ink2312.xml"/><Relationship Id="rId238" Type="http://schemas.openxmlformats.org/officeDocument/2006/relationships/customXml" Target="../ink/ink2428.xml"/><Relationship Id="rId445" Type="http://schemas.openxmlformats.org/officeDocument/2006/relationships/image" Target="../media/image3991.png"/><Relationship Id="rId291" Type="http://schemas.openxmlformats.org/officeDocument/2006/relationships/image" Target="../media/image1980.png"/><Relationship Id="rId305" Type="http://schemas.openxmlformats.org/officeDocument/2006/relationships/image" Target="../media/image2050.png"/><Relationship Id="rId347" Type="http://schemas.openxmlformats.org/officeDocument/2006/relationships/image" Target="../media/image2260.png"/><Relationship Id="rId44" Type="http://schemas.openxmlformats.org/officeDocument/2006/relationships/customXml" Target="../ink/ink2331.xml"/><Relationship Id="rId86" Type="http://schemas.openxmlformats.org/officeDocument/2006/relationships/customXml" Target="../ink/ink2352.xml"/><Relationship Id="rId151" Type="http://schemas.openxmlformats.org/officeDocument/2006/relationships/image" Target="../media/image12800.png"/><Relationship Id="rId389" Type="http://schemas.openxmlformats.org/officeDocument/2006/relationships/image" Target="../media/image2470.png"/><Relationship Id="rId193" Type="http://schemas.openxmlformats.org/officeDocument/2006/relationships/image" Target="../media/image14900.png"/><Relationship Id="rId207" Type="http://schemas.openxmlformats.org/officeDocument/2006/relationships/image" Target="../media/image15600.png"/><Relationship Id="rId249" Type="http://schemas.openxmlformats.org/officeDocument/2006/relationships/image" Target="../media/image1770.png"/><Relationship Id="rId414" Type="http://schemas.openxmlformats.org/officeDocument/2006/relationships/customXml" Target="../ink/ink2516.xml"/><Relationship Id="rId456" Type="http://schemas.openxmlformats.org/officeDocument/2006/relationships/customXml" Target="../ink/ink2537.xml"/><Relationship Id="rId13" Type="http://schemas.openxmlformats.org/officeDocument/2006/relationships/image" Target="../media/image6011.png"/><Relationship Id="rId109" Type="http://schemas.openxmlformats.org/officeDocument/2006/relationships/image" Target="../media/image10700.png"/><Relationship Id="rId260" Type="http://schemas.openxmlformats.org/officeDocument/2006/relationships/customXml" Target="../ink/ink2439.xml"/><Relationship Id="rId316" Type="http://schemas.openxmlformats.org/officeDocument/2006/relationships/customXml" Target="../ink/ink2467.xml"/><Relationship Id="rId55" Type="http://schemas.openxmlformats.org/officeDocument/2006/relationships/image" Target="../media/image8110.png"/><Relationship Id="rId97" Type="http://schemas.openxmlformats.org/officeDocument/2006/relationships/image" Target="../media/image10112.png"/><Relationship Id="rId120" Type="http://schemas.openxmlformats.org/officeDocument/2006/relationships/customXml" Target="../ink/ink2369.xml"/><Relationship Id="rId358" Type="http://schemas.openxmlformats.org/officeDocument/2006/relationships/customXml" Target="../ink/ink2488.xml"/><Relationship Id="rId162" Type="http://schemas.openxmlformats.org/officeDocument/2006/relationships/customXml" Target="../ink/ink2390.xml"/><Relationship Id="rId218" Type="http://schemas.openxmlformats.org/officeDocument/2006/relationships/customXml" Target="../ink/ink2418.xml"/><Relationship Id="rId425" Type="http://schemas.openxmlformats.org/officeDocument/2006/relationships/image" Target="../media/image3891.png"/><Relationship Id="rId271" Type="http://schemas.openxmlformats.org/officeDocument/2006/relationships/image" Target="../media/image1880.png"/><Relationship Id="rId24" Type="http://schemas.openxmlformats.org/officeDocument/2006/relationships/customXml" Target="../ink/ink2321.xml"/><Relationship Id="rId66" Type="http://schemas.openxmlformats.org/officeDocument/2006/relationships/customXml" Target="../ink/ink2342.xml"/><Relationship Id="rId131" Type="http://schemas.openxmlformats.org/officeDocument/2006/relationships/image" Target="../media/image11800.png"/><Relationship Id="rId327" Type="http://schemas.openxmlformats.org/officeDocument/2006/relationships/image" Target="../media/image2160.png"/><Relationship Id="rId369" Type="http://schemas.openxmlformats.org/officeDocument/2006/relationships/image" Target="../media/image2370.png"/><Relationship Id="rId173" Type="http://schemas.openxmlformats.org/officeDocument/2006/relationships/image" Target="../media/image13900.png"/><Relationship Id="rId229" Type="http://schemas.openxmlformats.org/officeDocument/2006/relationships/image" Target="../media/image1670.png"/><Relationship Id="rId380" Type="http://schemas.openxmlformats.org/officeDocument/2006/relationships/customXml" Target="../ink/ink2499.xml"/><Relationship Id="rId436" Type="http://schemas.openxmlformats.org/officeDocument/2006/relationships/customXml" Target="../ink/ink2527.xml"/><Relationship Id="rId240" Type="http://schemas.openxmlformats.org/officeDocument/2006/relationships/customXml" Target="../ink/ink2429.xml"/><Relationship Id="rId35" Type="http://schemas.openxmlformats.org/officeDocument/2006/relationships/image" Target="../media/image7120.png"/><Relationship Id="rId77" Type="http://schemas.openxmlformats.org/officeDocument/2006/relationships/image" Target="../media/image9200.png"/><Relationship Id="rId100" Type="http://schemas.openxmlformats.org/officeDocument/2006/relationships/customXml" Target="../ink/ink2359.xml"/><Relationship Id="rId282" Type="http://schemas.openxmlformats.org/officeDocument/2006/relationships/customXml" Target="../ink/ink2450.xml"/><Relationship Id="rId338" Type="http://schemas.openxmlformats.org/officeDocument/2006/relationships/customXml" Target="../ink/ink2478.xml"/><Relationship Id="rId8" Type="http://schemas.openxmlformats.org/officeDocument/2006/relationships/customXml" Target="../ink/ink2313.xml"/><Relationship Id="rId142" Type="http://schemas.openxmlformats.org/officeDocument/2006/relationships/customXml" Target="../ink/ink2380.xml"/><Relationship Id="rId184" Type="http://schemas.openxmlformats.org/officeDocument/2006/relationships/customXml" Target="../ink/ink2401.xml"/><Relationship Id="rId391" Type="http://schemas.openxmlformats.org/officeDocument/2006/relationships/image" Target="../media/image2480.png"/><Relationship Id="rId405" Type="http://schemas.openxmlformats.org/officeDocument/2006/relationships/image" Target="../media/image2550.png"/><Relationship Id="rId447" Type="http://schemas.openxmlformats.org/officeDocument/2006/relationships/image" Target="../media/image4001.png"/><Relationship Id="rId251" Type="http://schemas.openxmlformats.org/officeDocument/2006/relationships/image" Target="../media/image1780.png"/><Relationship Id="rId46" Type="http://schemas.openxmlformats.org/officeDocument/2006/relationships/customXml" Target="../ink/ink2332.xml"/><Relationship Id="rId293" Type="http://schemas.openxmlformats.org/officeDocument/2006/relationships/image" Target="../media/image1990.png"/><Relationship Id="rId307" Type="http://schemas.openxmlformats.org/officeDocument/2006/relationships/image" Target="../media/image2060.png"/><Relationship Id="rId349" Type="http://schemas.openxmlformats.org/officeDocument/2006/relationships/image" Target="../media/image2270.png"/><Relationship Id="rId88" Type="http://schemas.openxmlformats.org/officeDocument/2006/relationships/customXml" Target="../ink/ink2353.xml"/><Relationship Id="rId111" Type="http://schemas.openxmlformats.org/officeDocument/2006/relationships/image" Target="../media/image10801.png"/><Relationship Id="rId153" Type="http://schemas.openxmlformats.org/officeDocument/2006/relationships/image" Target="../media/image12900.png"/><Relationship Id="rId195" Type="http://schemas.openxmlformats.org/officeDocument/2006/relationships/image" Target="../media/image15000.png"/><Relationship Id="rId209" Type="http://schemas.openxmlformats.org/officeDocument/2006/relationships/image" Target="../media/image15700.png"/><Relationship Id="rId360" Type="http://schemas.openxmlformats.org/officeDocument/2006/relationships/customXml" Target="../ink/ink2489.xml"/><Relationship Id="rId416" Type="http://schemas.openxmlformats.org/officeDocument/2006/relationships/customXml" Target="../ink/ink2517.xml"/><Relationship Id="rId220" Type="http://schemas.openxmlformats.org/officeDocument/2006/relationships/customXml" Target="../ink/ink2419.xml"/><Relationship Id="rId15" Type="http://schemas.openxmlformats.org/officeDocument/2006/relationships/image" Target="../media/image6111.png"/><Relationship Id="rId57" Type="http://schemas.openxmlformats.org/officeDocument/2006/relationships/image" Target="../media/image8210.png"/><Relationship Id="rId262" Type="http://schemas.openxmlformats.org/officeDocument/2006/relationships/customXml" Target="../ink/ink2440.xml"/><Relationship Id="rId318" Type="http://schemas.openxmlformats.org/officeDocument/2006/relationships/customXml" Target="../ink/ink2468.xml"/><Relationship Id="rId99" Type="http://schemas.openxmlformats.org/officeDocument/2006/relationships/image" Target="../media/image10201.png"/><Relationship Id="rId122" Type="http://schemas.openxmlformats.org/officeDocument/2006/relationships/customXml" Target="../ink/ink2370.xml"/><Relationship Id="rId164" Type="http://schemas.openxmlformats.org/officeDocument/2006/relationships/customXml" Target="../ink/ink2391.xml"/><Relationship Id="rId371" Type="http://schemas.openxmlformats.org/officeDocument/2006/relationships/image" Target="../media/image2380.png"/><Relationship Id="rId427" Type="http://schemas.openxmlformats.org/officeDocument/2006/relationships/image" Target="../media/image3901.png"/><Relationship Id="rId26" Type="http://schemas.openxmlformats.org/officeDocument/2006/relationships/customXml" Target="../ink/ink2322.xml"/><Relationship Id="rId231" Type="http://schemas.openxmlformats.org/officeDocument/2006/relationships/image" Target="../media/image1680.png"/><Relationship Id="rId273" Type="http://schemas.openxmlformats.org/officeDocument/2006/relationships/image" Target="../media/image1890.png"/><Relationship Id="rId329" Type="http://schemas.openxmlformats.org/officeDocument/2006/relationships/image" Target="../media/image2170.png"/><Relationship Id="rId68" Type="http://schemas.openxmlformats.org/officeDocument/2006/relationships/customXml" Target="../ink/ink2343.xml"/><Relationship Id="rId133" Type="http://schemas.openxmlformats.org/officeDocument/2006/relationships/image" Target="../media/image11900.png"/><Relationship Id="rId175" Type="http://schemas.openxmlformats.org/officeDocument/2006/relationships/image" Target="../media/image14000.png"/><Relationship Id="rId340" Type="http://schemas.openxmlformats.org/officeDocument/2006/relationships/customXml" Target="../ink/ink2479.xml"/><Relationship Id="rId200" Type="http://schemas.openxmlformats.org/officeDocument/2006/relationships/customXml" Target="../ink/ink2409.xml"/><Relationship Id="rId382" Type="http://schemas.openxmlformats.org/officeDocument/2006/relationships/customXml" Target="../ink/ink2500.xml"/><Relationship Id="rId438" Type="http://schemas.openxmlformats.org/officeDocument/2006/relationships/customXml" Target="../ink/ink2528.xml"/><Relationship Id="rId242" Type="http://schemas.openxmlformats.org/officeDocument/2006/relationships/customXml" Target="../ink/ink2430.xml"/><Relationship Id="rId284" Type="http://schemas.openxmlformats.org/officeDocument/2006/relationships/customXml" Target="../ink/ink2451.xml"/><Relationship Id="rId37" Type="http://schemas.openxmlformats.org/officeDocument/2006/relationships/image" Target="../media/image7210.png"/><Relationship Id="rId79" Type="http://schemas.openxmlformats.org/officeDocument/2006/relationships/image" Target="../media/image9300.png"/><Relationship Id="rId102" Type="http://schemas.openxmlformats.org/officeDocument/2006/relationships/customXml" Target="../ink/ink2360.xml"/><Relationship Id="rId144" Type="http://schemas.openxmlformats.org/officeDocument/2006/relationships/customXml" Target="../ink/ink2381.xml"/><Relationship Id="rId90" Type="http://schemas.openxmlformats.org/officeDocument/2006/relationships/customXml" Target="../ink/ink2354.xml"/><Relationship Id="rId186" Type="http://schemas.openxmlformats.org/officeDocument/2006/relationships/customXml" Target="../ink/ink2402.xml"/><Relationship Id="rId351" Type="http://schemas.openxmlformats.org/officeDocument/2006/relationships/image" Target="../media/image2280.png"/><Relationship Id="rId393" Type="http://schemas.openxmlformats.org/officeDocument/2006/relationships/image" Target="../media/image2490.png"/><Relationship Id="rId407" Type="http://schemas.openxmlformats.org/officeDocument/2006/relationships/image" Target="../media/image2560.png"/><Relationship Id="rId449" Type="http://schemas.openxmlformats.org/officeDocument/2006/relationships/image" Target="../media/image4013.png"/><Relationship Id="rId211" Type="http://schemas.openxmlformats.org/officeDocument/2006/relationships/image" Target="../media/image15800.png"/><Relationship Id="rId253" Type="http://schemas.openxmlformats.org/officeDocument/2006/relationships/image" Target="../media/image1790.png"/><Relationship Id="rId295" Type="http://schemas.openxmlformats.org/officeDocument/2006/relationships/image" Target="../media/image2001.png"/><Relationship Id="rId309" Type="http://schemas.openxmlformats.org/officeDocument/2006/relationships/image" Target="../media/image2070.png"/><Relationship Id="rId48" Type="http://schemas.openxmlformats.org/officeDocument/2006/relationships/customXml" Target="../ink/ink2333.xml"/><Relationship Id="rId113" Type="http://schemas.openxmlformats.org/officeDocument/2006/relationships/image" Target="../media/image10901.png"/><Relationship Id="rId320" Type="http://schemas.openxmlformats.org/officeDocument/2006/relationships/customXml" Target="../ink/ink2469.xml"/><Relationship Id="rId155" Type="http://schemas.openxmlformats.org/officeDocument/2006/relationships/image" Target="../media/image13000.png"/><Relationship Id="rId197" Type="http://schemas.openxmlformats.org/officeDocument/2006/relationships/image" Target="../media/image15111.png"/><Relationship Id="rId362" Type="http://schemas.openxmlformats.org/officeDocument/2006/relationships/customXml" Target="../ink/ink2490.xml"/><Relationship Id="rId418" Type="http://schemas.openxmlformats.org/officeDocument/2006/relationships/customXml" Target="../ink/ink2518.xml"/><Relationship Id="rId222" Type="http://schemas.openxmlformats.org/officeDocument/2006/relationships/customXml" Target="../ink/ink2420.xml"/><Relationship Id="rId264" Type="http://schemas.openxmlformats.org/officeDocument/2006/relationships/customXml" Target="../ink/ink2441.xml"/><Relationship Id="rId17" Type="http://schemas.openxmlformats.org/officeDocument/2006/relationships/image" Target="../media/image6210.png"/><Relationship Id="rId59" Type="http://schemas.openxmlformats.org/officeDocument/2006/relationships/image" Target="../media/image8310.png"/><Relationship Id="rId124" Type="http://schemas.openxmlformats.org/officeDocument/2006/relationships/customXml" Target="../ink/ink2371.xml"/><Relationship Id="rId70" Type="http://schemas.openxmlformats.org/officeDocument/2006/relationships/customXml" Target="../ink/ink2344.xml"/><Relationship Id="rId166" Type="http://schemas.openxmlformats.org/officeDocument/2006/relationships/customXml" Target="../ink/ink2392.xml"/><Relationship Id="rId331" Type="http://schemas.openxmlformats.org/officeDocument/2006/relationships/image" Target="../media/image2180.png"/><Relationship Id="rId373" Type="http://schemas.openxmlformats.org/officeDocument/2006/relationships/image" Target="../media/image2390.png"/><Relationship Id="rId429" Type="http://schemas.openxmlformats.org/officeDocument/2006/relationships/image" Target="../media/image3913.png"/><Relationship Id="rId1" Type="http://schemas.openxmlformats.org/officeDocument/2006/relationships/slideLayout" Target="../slideLayouts/slideLayout2.xml"/><Relationship Id="rId233" Type="http://schemas.openxmlformats.org/officeDocument/2006/relationships/image" Target="../media/image1690.png"/><Relationship Id="rId440" Type="http://schemas.openxmlformats.org/officeDocument/2006/relationships/customXml" Target="../ink/ink2529.xml"/><Relationship Id="rId28" Type="http://schemas.openxmlformats.org/officeDocument/2006/relationships/customXml" Target="../ink/ink2323.xml"/><Relationship Id="rId275" Type="http://schemas.openxmlformats.org/officeDocument/2006/relationships/image" Target="../media/image1901.png"/><Relationship Id="rId300" Type="http://schemas.openxmlformats.org/officeDocument/2006/relationships/customXml" Target="../ink/ink2459.xml"/><Relationship Id="rId81" Type="http://schemas.openxmlformats.org/officeDocument/2006/relationships/image" Target="../media/image9400.png"/><Relationship Id="rId135" Type="http://schemas.openxmlformats.org/officeDocument/2006/relationships/image" Target="../media/image12000.png"/><Relationship Id="rId177" Type="http://schemas.openxmlformats.org/officeDocument/2006/relationships/image" Target="../media/image14111.png"/><Relationship Id="rId342" Type="http://schemas.openxmlformats.org/officeDocument/2006/relationships/customXml" Target="../ink/ink2480.xml"/><Relationship Id="rId384" Type="http://schemas.openxmlformats.org/officeDocument/2006/relationships/customXml" Target="../ink/ink2501.xml"/><Relationship Id="rId202" Type="http://schemas.openxmlformats.org/officeDocument/2006/relationships/customXml" Target="../ink/ink2410.xml"/><Relationship Id="rId244" Type="http://schemas.openxmlformats.org/officeDocument/2006/relationships/customXml" Target="../ink/ink2431.xml"/><Relationship Id="rId39" Type="http://schemas.openxmlformats.org/officeDocument/2006/relationships/image" Target="../media/image7310.png"/><Relationship Id="rId286" Type="http://schemas.openxmlformats.org/officeDocument/2006/relationships/customXml" Target="../ink/ink2452.xml"/><Relationship Id="rId451" Type="http://schemas.openxmlformats.org/officeDocument/2006/relationships/image" Target="../media/image4021.png"/><Relationship Id="rId50" Type="http://schemas.openxmlformats.org/officeDocument/2006/relationships/customXml" Target="../ink/ink2334.xml"/><Relationship Id="rId104" Type="http://schemas.openxmlformats.org/officeDocument/2006/relationships/customXml" Target="../ink/ink2361.xml"/><Relationship Id="rId146" Type="http://schemas.openxmlformats.org/officeDocument/2006/relationships/customXml" Target="../ink/ink2382.xml"/><Relationship Id="rId188" Type="http://schemas.openxmlformats.org/officeDocument/2006/relationships/customXml" Target="../ink/ink2403.xml"/><Relationship Id="rId311" Type="http://schemas.openxmlformats.org/officeDocument/2006/relationships/image" Target="../media/image2080.png"/><Relationship Id="rId353" Type="http://schemas.openxmlformats.org/officeDocument/2006/relationships/image" Target="../media/image2290.png"/><Relationship Id="rId395" Type="http://schemas.openxmlformats.org/officeDocument/2006/relationships/image" Target="../media/image2500.png"/><Relationship Id="rId409" Type="http://schemas.openxmlformats.org/officeDocument/2006/relationships/image" Target="../media/image2570.png"/><Relationship Id="rId92" Type="http://schemas.openxmlformats.org/officeDocument/2006/relationships/customXml" Target="../ink/ink2355.xml"/><Relationship Id="rId213" Type="http://schemas.openxmlformats.org/officeDocument/2006/relationships/image" Target="../media/image15900.png"/><Relationship Id="rId420" Type="http://schemas.openxmlformats.org/officeDocument/2006/relationships/customXml" Target="../ink/ink2519.xml"/></Relationships>
</file>

<file path=ppt/slides/_rels/slide17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4113.png"/><Relationship Id="rId21" Type="http://schemas.openxmlformats.org/officeDocument/2006/relationships/image" Target="../media/image2712.png"/><Relationship Id="rId42" Type="http://schemas.openxmlformats.org/officeDocument/2006/relationships/customXml" Target="../ink/ink2557.xml"/><Relationship Id="rId63" Type="http://schemas.openxmlformats.org/officeDocument/2006/relationships/image" Target="../media/image2920.png"/><Relationship Id="rId84" Type="http://schemas.openxmlformats.org/officeDocument/2006/relationships/customXml" Target="../ink/ink2578.xml"/><Relationship Id="rId138" Type="http://schemas.openxmlformats.org/officeDocument/2006/relationships/customXml" Target="../ink/ink2605.xml"/><Relationship Id="rId159" Type="http://schemas.openxmlformats.org/officeDocument/2006/relationships/image" Target="../media/image4321.png"/><Relationship Id="rId170" Type="http://schemas.openxmlformats.org/officeDocument/2006/relationships/customXml" Target="../ink/ink2621.xml"/><Relationship Id="rId107" Type="http://schemas.openxmlformats.org/officeDocument/2006/relationships/image" Target="../media/image3140.png"/><Relationship Id="rId11" Type="http://schemas.openxmlformats.org/officeDocument/2006/relationships/image" Target="../media/image2660.png"/><Relationship Id="rId32" Type="http://schemas.openxmlformats.org/officeDocument/2006/relationships/customXml" Target="../ink/ink2552.xml"/><Relationship Id="rId53" Type="http://schemas.openxmlformats.org/officeDocument/2006/relationships/image" Target="../media/image2870.png"/><Relationship Id="rId74" Type="http://schemas.openxmlformats.org/officeDocument/2006/relationships/customXml" Target="../ink/ink2573.xml"/><Relationship Id="rId128" Type="http://schemas.openxmlformats.org/officeDocument/2006/relationships/customXml" Target="../ink/ink2600.xml"/><Relationship Id="rId149" Type="http://schemas.openxmlformats.org/officeDocument/2006/relationships/image" Target="../media/image4271.png"/><Relationship Id="rId5" Type="http://schemas.openxmlformats.org/officeDocument/2006/relationships/image" Target="../media/image2630.png"/><Relationship Id="rId95" Type="http://schemas.openxmlformats.org/officeDocument/2006/relationships/image" Target="../media/image3080.png"/><Relationship Id="rId160" Type="http://schemas.openxmlformats.org/officeDocument/2006/relationships/customXml" Target="../ink/ink2616.xml"/><Relationship Id="rId181" Type="http://schemas.openxmlformats.org/officeDocument/2006/relationships/image" Target="../media/image4431.png"/><Relationship Id="rId22" Type="http://schemas.openxmlformats.org/officeDocument/2006/relationships/customXml" Target="../ink/ink2547.xml"/><Relationship Id="rId43" Type="http://schemas.openxmlformats.org/officeDocument/2006/relationships/image" Target="../media/image2820.png"/><Relationship Id="rId64" Type="http://schemas.openxmlformats.org/officeDocument/2006/relationships/customXml" Target="../ink/ink2568.xml"/><Relationship Id="rId118" Type="http://schemas.openxmlformats.org/officeDocument/2006/relationships/customXml" Target="../ink/ink2595.xml"/><Relationship Id="rId139" Type="http://schemas.openxmlformats.org/officeDocument/2006/relationships/image" Target="../media/image4221.png"/><Relationship Id="rId85" Type="http://schemas.openxmlformats.org/officeDocument/2006/relationships/image" Target="../media/image3030.png"/><Relationship Id="rId150" Type="http://schemas.openxmlformats.org/officeDocument/2006/relationships/customXml" Target="../ink/ink2611.xml"/><Relationship Id="rId171" Type="http://schemas.openxmlformats.org/officeDocument/2006/relationships/image" Target="../media/image4381.png"/><Relationship Id="rId12" Type="http://schemas.openxmlformats.org/officeDocument/2006/relationships/customXml" Target="../ink/ink2542.xml"/><Relationship Id="rId33" Type="http://schemas.openxmlformats.org/officeDocument/2006/relationships/image" Target="../media/image2770.png"/><Relationship Id="rId108" Type="http://schemas.openxmlformats.org/officeDocument/2006/relationships/customXml" Target="../ink/ink2590.xml"/><Relationship Id="rId129" Type="http://schemas.openxmlformats.org/officeDocument/2006/relationships/image" Target="../media/image4171.png"/><Relationship Id="rId54" Type="http://schemas.openxmlformats.org/officeDocument/2006/relationships/customXml" Target="../ink/ink2563.xml"/><Relationship Id="rId75" Type="http://schemas.openxmlformats.org/officeDocument/2006/relationships/image" Target="../media/image2980.png"/><Relationship Id="rId96" Type="http://schemas.openxmlformats.org/officeDocument/2006/relationships/customXml" Target="../ink/ink2584.xml"/><Relationship Id="rId140" Type="http://schemas.openxmlformats.org/officeDocument/2006/relationships/customXml" Target="../ink/ink2606.xml"/><Relationship Id="rId161" Type="http://schemas.openxmlformats.org/officeDocument/2006/relationships/image" Target="../media/image4331.png"/><Relationship Id="rId6" Type="http://schemas.openxmlformats.org/officeDocument/2006/relationships/customXml" Target="../ink/ink2539.xml"/><Relationship Id="rId23" Type="http://schemas.openxmlformats.org/officeDocument/2006/relationships/image" Target="../media/image2720.png"/><Relationship Id="rId119" Type="http://schemas.openxmlformats.org/officeDocument/2006/relationships/image" Target="../media/image4121.png"/><Relationship Id="rId44" Type="http://schemas.openxmlformats.org/officeDocument/2006/relationships/customXml" Target="../ink/ink2558.xml"/><Relationship Id="rId60" Type="http://schemas.openxmlformats.org/officeDocument/2006/relationships/customXml" Target="../ink/ink2566.xml"/><Relationship Id="rId65" Type="http://schemas.openxmlformats.org/officeDocument/2006/relationships/image" Target="../media/image2930.png"/><Relationship Id="rId81" Type="http://schemas.openxmlformats.org/officeDocument/2006/relationships/image" Target="../media/image3012.png"/><Relationship Id="rId86" Type="http://schemas.openxmlformats.org/officeDocument/2006/relationships/customXml" Target="../ink/ink2579.xml"/><Relationship Id="rId130" Type="http://schemas.openxmlformats.org/officeDocument/2006/relationships/customXml" Target="../ink/ink2601.xml"/><Relationship Id="rId135" Type="http://schemas.openxmlformats.org/officeDocument/2006/relationships/image" Target="../media/image4201.png"/><Relationship Id="rId151" Type="http://schemas.openxmlformats.org/officeDocument/2006/relationships/image" Target="../media/image4281.png"/><Relationship Id="rId156" Type="http://schemas.openxmlformats.org/officeDocument/2006/relationships/customXml" Target="../ink/ink2614.xml"/><Relationship Id="rId177" Type="http://schemas.openxmlformats.org/officeDocument/2006/relationships/image" Target="../media/image4413.png"/><Relationship Id="rId172" Type="http://schemas.openxmlformats.org/officeDocument/2006/relationships/customXml" Target="../ink/ink2622.xml"/><Relationship Id="rId13" Type="http://schemas.openxmlformats.org/officeDocument/2006/relationships/image" Target="../media/image2670.png"/><Relationship Id="rId18" Type="http://schemas.openxmlformats.org/officeDocument/2006/relationships/customXml" Target="../ink/ink2545.xml"/><Relationship Id="rId39" Type="http://schemas.openxmlformats.org/officeDocument/2006/relationships/image" Target="../media/image2800.png"/><Relationship Id="rId109" Type="http://schemas.openxmlformats.org/officeDocument/2006/relationships/image" Target="../media/image4071.png"/><Relationship Id="rId34" Type="http://schemas.openxmlformats.org/officeDocument/2006/relationships/customXml" Target="../ink/ink2553.xml"/><Relationship Id="rId50" Type="http://schemas.openxmlformats.org/officeDocument/2006/relationships/customXml" Target="../ink/ink2561.xml"/><Relationship Id="rId55" Type="http://schemas.openxmlformats.org/officeDocument/2006/relationships/image" Target="../media/image2880.png"/><Relationship Id="rId76" Type="http://schemas.openxmlformats.org/officeDocument/2006/relationships/customXml" Target="../ink/ink2574.xml"/><Relationship Id="rId97" Type="http://schemas.openxmlformats.org/officeDocument/2006/relationships/image" Target="../media/image3090.png"/><Relationship Id="rId104" Type="http://schemas.openxmlformats.org/officeDocument/2006/relationships/customXml" Target="../ink/ink2588.xml"/><Relationship Id="rId120" Type="http://schemas.openxmlformats.org/officeDocument/2006/relationships/customXml" Target="../ink/ink2596.xml"/><Relationship Id="rId125" Type="http://schemas.openxmlformats.org/officeDocument/2006/relationships/image" Target="../media/image4151.png"/><Relationship Id="rId141" Type="http://schemas.openxmlformats.org/officeDocument/2006/relationships/image" Target="../media/image4231.png"/><Relationship Id="rId146" Type="http://schemas.openxmlformats.org/officeDocument/2006/relationships/customXml" Target="../ink/ink2609.xml"/><Relationship Id="rId167" Type="http://schemas.openxmlformats.org/officeDocument/2006/relationships/image" Target="../media/image4360.png"/><Relationship Id="rId7" Type="http://schemas.openxmlformats.org/officeDocument/2006/relationships/image" Target="../media/image2640.png"/><Relationship Id="rId71" Type="http://schemas.openxmlformats.org/officeDocument/2006/relationships/image" Target="../media/image2960.png"/><Relationship Id="rId92" Type="http://schemas.openxmlformats.org/officeDocument/2006/relationships/customXml" Target="../ink/ink2582.xml"/><Relationship Id="rId162" Type="http://schemas.openxmlformats.org/officeDocument/2006/relationships/customXml" Target="../ink/ink2617.xml"/><Relationship Id="rId2" Type="http://schemas.openxmlformats.org/officeDocument/2006/relationships/image" Target="../media/image1600.png"/><Relationship Id="rId29" Type="http://schemas.openxmlformats.org/officeDocument/2006/relationships/image" Target="../media/image2750.png"/><Relationship Id="rId24" Type="http://schemas.openxmlformats.org/officeDocument/2006/relationships/customXml" Target="../ink/ink2548.xml"/><Relationship Id="rId40" Type="http://schemas.openxmlformats.org/officeDocument/2006/relationships/customXml" Target="../ink/ink2556.xml"/><Relationship Id="rId45" Type="http://schemas.openxmlformats.org/officeDocument/2006/relationships/image" Target="../media/image2830.png"/><Relationship Id="rId66" Type="http://schemas.openxmlformats.org/officeDocument/2006/relationships/customXml" Target="../ink/ink2569.xml"/><Relationship Id="rId87" Type="http://schemas.openxmlformats.org/officeDocument/2006/relationships/image" Target="../media/image3040.png"/><Relationship Id="rId110" Type="http://schemas.openxmlformats.org/officeDocument/2006/relationships/customXml" Target="../ink/ink2591.xml"/><Relationship Id="rId115" Type="http://schemas.openxmlformats.org/officeDocument/2006/relationships/image" Target="../media/image4101.png"/><Relationship Id="rId131" Type="http://schemas.openxmlformats.org/officeDocument/2006/relationships/image" Target="../media/image4181.png"/><Relationship Id="rId136" Type="http://schemas.openxmlformats.org/officeDocument/2006/relationships/customXml" Target="../ink/ink2604.xml"/><Relationship Id="rId157" Type="http://schemas.openxmlformats.org/officeDocument/2006/relationships/image" Target="../media/image4313.png"/><Relationship Id="rId178" Type="http://schemas.openxmlformats.org/officeDocument/2006/relationships/customXml" Target="../ink/ink2625.xml"/><Relationship Id="rId61" Type="http://schemas.openxmlformats.org/officeDocument/2006/relationships/image" Target="../media/image2912.png"/><Relationship Id="rId82" Type="http://schemas.openxmlformats.org/officeDocument/2006/relationships/customXml" Target="../ink/ink2577.xml"/><Relationship Id="rId152" Type="http://schemas.openxmlformats.org/officeDocument/2006/relationships/customXml" Target="../ink/ink2612.xml"/><Relationship Id="rId173" Type="http://schemas.openxmlformats.org/officeDocument/2006/relationships/image" Target="../media/image4391.png"/><Relationship Id="rId19" Type="http://schemas.openxmlformats.org/officeDocument/2006/relationships/image" Target="../media/image2700.png"/><Relationship Id="rId14" Type="http://schemas.openxmlformats.org/officeDocument/2006/relationships/customXml" Target="../ink/ink2543.xml"/><Relationship Id="rId30" Type="http://schemas.openxmlformats.org/officeDocument/2006/relationships/customXml" Target="../ink/ink2551.xml"/><Relationship Id="rId35" Type="http://schemas.openxmlformats.org/officeDocument/2006/relationships/image" Target="../media/image2780.png"/><Relationship Id="rId56" Type="http://schemas.openxmlformats.org/officeDocument/2006/relationships/customXml" Target="../ink/ink2564.xml"/><Relationship Id="rId77" Type="http://schemas.openxmlformats.org/officeDocument/2006/relationships/image" Target="../media/image2990.png"/><Relationship Id="rId100" Type="http://schemas.openxmlformats.org/officeDocument/2006/relationships/customXml" Target="../ink/ink2586.xml"/><Relationship Id="rId105" Type="http://schemas.openxmlformats.org/officeDocument/2006/relationships/image" Target="../media/image3130.png"/><Relationship Id="rId126" Type="http://schemas.openxmlformats.org/officeDocument/2006/relationships/customXml" Target="../ink/ink2599.xml"/><Relationship Id="rId147" Type="http://schemas.openxmlformats.org/officeDocument/2006/relationships/image" Target="../media/image4261.png"/><Relationship Id="rId168" Type="http://schemas.openxmlformats.org/officeDocument/2006/relationships/customXml" Target="../ink/ink2620.xml"/><Relationship Id="rId8" Type="http://schemas.openxmlformats.org/officeDocument/2006/relationships/customXml" Target="../ink/ink2540.xml"/><Relationship Id="rId51" Type="http://schemas.openxmlformats.org/officeDocument/2006/relationships/image" Target="../media/image2860.png"/><Relationship Id="rId72" Type="http://schemas.openxmlformats.org/officeDocument/2006/relationships/customXml" Target="../ink/ink2572.xml"/><Relationship Id="rId93" Type="http://schemas.openxmlformats.org/officeDocument/2006/relationships/image" Target="../media/image3070.png"/><Relationship Id="rId98" Type="http://schemas.openxmlformats.org/officeDocument/2006/relationships/customXml" Target="../ink/ink2585.xml"/><Relationship Id="rId121" Type="http://schemas.openxmlformats.org/officeDocument/2006/relationships/image" Target="../media/image4131.png"/><Relationship Id="rId142" Type="http://schemas.openxmlformats.org/officeDocument/2006/relationships/customXml" Target="../ink/ink2607.xml"/><Relationship Id="rId163" Type="http://schemas.openxmlformats.org/officeDocument/2006/relationships/image" Target="../media/image4341.png"/><Relationship Id="rId3" Type="http://schemas.microsoft.com/office/2007/relationships/hdphoto" Target="../media/hdphoto1.wdp"/><Relationship Id="rId25" Type="http://schemas.openxmlformats.org/officeDocument/2006/relationships/image" Target="../media/image2730.png"/><Relationship Id="rId46" Type="http://schemas.openxmlformats.org/officeDocument/2006/relationships/customXml" Target="../ink/ink2559.xml"/><Relationship Id="rId67" Type="http://schemas.openxmlformats.org/officeDocument/2006/relationships/image" Target="../media/image2940.png"/><Relationship Id="rId116" Type="http://schemas.openxmlformats.org/officeDocument/2006/relationships/customXml" Target="../ink/ink2594.xml"/><Relationship Id="rId137" Type="http://schemas.openxmlformats.org/officeDocument/2006/relationships/image" Target="../media/image4213.png"/><Relationship Id="rId158" Type="http://schemas.openxmlformats.org/officeDocument/2006/relationships/customXml" Target="../ink/ink2615.xml"/><Relationship Id="rId20" Type="http://schemas.openxmlformats.org/officeDocument/2006/relationships/customXml" Target="../ink/ink2546.xml"/><Relationship Id="rId41" Type="http://schemas.openxmlformats.org/officeDocument/2006/relationships/image" Target="../media/image2812.png"/><Relationship Id="rId62" Type="http://schemas.openxmlformats.org/officeDocument/2006/relationships/customXml" Target="../ink/ink2567.xml"/><Relationship Id="rId83" Type="http://schemas.openxmlformats.org/officeDocument/2006/relationships/image" Target="../media/image3020.png"/><Relationship Id="rId88" Type="http://schemas.openxmlformats.org/officeDocument/2006/relationships/customXml" Target="../ink/ink2580.xml"/><Relationship Id="rId111" Type="http://schemas.openxmlformats.org/officeDocument/2006/relationships/image" Target="../media/image4081.png"/><Relationship Id="rId132" Type="http://schemas.openxmlformats.org/officeDocument/2006/relationships/customXml" Target="../ink/ink2602.xml"/><Relationship Id="rId153" Type="http://schemas.openxmlformats.org/officeDocument/2006/relationships/image" Target="../media/image4291.png"/><Relationship Id="rId174" Type="http://schemas.openxmlformats.org/officeDocument/2006/relationships/customXml" Target="../ink/ink2623.xml"/><Relationship Id="rId179" Type="http://schemas.openxmlformats.org/officeDocument/2006/relationships/image" Target="../media/image4421.png"/><Relationship Id="rId15" Type="http://schemas.openxmlformats.org/officeDocument/2006/relationships/image" Target="../media/image2680.png"/><Relationship Id="rId36" Type="http://schemas.openxmlformats.org/officeDocument/2006/relationships/customXml" Target="../ink/ink2554.xml"/><Relationship Id="rId57" Type="http://schemas.openxmlformats.org/officeDocument/2006/relationships/image" Target="../media/image2890.png"/><Relationship Id="rId106" Type="http://schemas.openxmlformats.org/officeDocument/2006/relationships/customXml" Target="../ink/ink2589.xml"/><Relationship Id="rId127" Type="http://schemas.openxmlformats.org/officeDocument/2006/relationships/image" Target="../media/image4161.png"/><Relationship Id="rId10" Type="http://schemas.openxmlformats.org/officeDocument/2006/relationships/customXml" Target="../ink/ink2541.xml"/><Relationship Id="rId31" Type="http://schemas.openxmlformats.org/officeDocument/2006/relationships/image" Target="../media/image2760.png"/><Relationship Id="rId52" Type="http://schemas.openxmlformats.org/officeDocument/2006/relationships/customXml" Target="../ink/ink2562.xml"/><Relationship Id="rId73" Type="http://schemas.openxmlformats.org/officeDocument/2006/relationships/image" Target="../media/image2970.png"/><Relationship Id="rId78" Type="http://schemas.openxmlformats.org/officeDocument/2006/relationships/customXml" Target="../ink/ink2575.xml"/><Relationship Id="rId94" Type="http://schemas.openxmlformats.org/officeDocument/2006/relationships/customXml" Target="../ink/ink2583.xml"/><Relationship Id="rId99" Type="http://schemas.openxmlformats.org/officeDocument/2006/relationships/image" Target="../media/image3100.png"/><Relationship Id="rId101" Type="http://schemas.openxmlformats.org/officeDocument/2006/relationships/image" Target="../media/image3112.png"/><Relationship Id="rId122" Type="http://schemas.openxmlformats.org/officeDocument/2006/relationships/customXml" Target="../ink/ink2597.xml"/><Relationship Id="rId143" Type="http://schemas.openxmlformats.org/officeDocument/2006/relationships/image" Target="../media/image4241.png"/><Relationship Id="rId148" Type="http://schemas.openxmlformats.org/officeDocument/2006/relationships/customXml" Target="../ink/ink2610.xml"/><Relationship Id="rId164" Type="http://schemas.openxmlformats.org/officeDocument/2006/relationships/customXml" Target="../ink/ink2618.xml"/><Relationship Id="rId169" Type="http://schemas.openxmlformats.org/officeDocument/2006/relationships/image" Target="../media/image4371.png"/><Relationship Id="rId4" Type="http://schemas.openxmlformats.org/officeDocument/2006/relationships/customXml" Target="../ink/ink2538.xml"/><Relationship Id="rId9" Type="http://schemas.openxmlformats.org/officeDocument/2006/relationships/image" Target="../media/image2650.png"/><Relationship Id="rId180" Type="http://schemas.openxmlformats.org/officeDocument/2006/relationships/customXml" Target="../ink/ink2626.xml"/><Relationship Id="rId26" Type="http://schemas.openxmlformats.org/officeDocument/2006/relationships/customXml" Target="../ink/ink2549.xml"/><Relationship Id="rId47" Type="http://schemas.openxmlformats.org/officeDocument/2006/relationships/image" Target="../media/image2840.png"/><Relationship Id="rId68" Type="http://schemas.openxmlformats.org/officeDocument/2006/relationships/customXml" Target="../ink/ink2570.xml"/><Relationship Id="rId89" Type="http://schemas.openxmlformats.org/officeDocument/2006/relationships/image" Target="../media/image3050.png"/><Relationship Id="rId112" Type="http://schemas.openxmlformats.org/officeDocument/2006/relationships/customXml" Target="../ink/ink2592.xml"/><Relationship Id="rId133" Type="http://schemas.openxmlformats.org/officeDocument/2006/relationships/image" Target="../media/image4191.png"/><Relationship Id="rId154" Type="http://schemas.openxmlformats.org/officeDocument/2006/relationships/customXml" Target="../ink/ink2613.xml"/><Relationship Id="rId175" Type="http://schemas.openxmlformats.org/officeDocument/2006/relationships/image" Target="../media/image4401.png"/><Relationship Id="rId16" Type="http://schemas.openxmlformats.org/officeDocument/2006/relationships/customXml" Target="../ink/ink2544.xml"/><Relationship Id="rId37" Type="http://schemas.openxmlformats.org/officeDocument/2006/relationships/image" Target="../media/image2790.png"/><Relationship Id="rId58" Type="http://schemas.openxmlformats.org/officeDocument/2006/relationships/customXml" Target="../ink/ink2565.xml"/><Relationship Id="rId79" Type="http://schemas.openxmlformats.org/officeDocument/2006/relationships/image" Target="../media/image3000.png"/><Relationship Id="rId102" Type="http://schemas.openxmlformats.org/officeDocument/2006/relationships/customXml" Target="../ink/ink2587.xml"/><Relationship Id="rId123" Type="http://schemas.openxmlformats.org/officeDocument/2006/relationships/image" Target="../media/image4141.png"/><Relationship Id="rId144" Type="http://schemas.openxmlformats.org/officeDocument/2006/relationships/customXml" Target="../ink/ink2608.xml"/><Relationship Id="rId90" Type="http://schemas.openxmlformats.org/officeDocument/2006/relationships/customXml" Target="../ink/ink2581.xml"/><Relationship Id="rId165" Type="http://schemas.openxmlformats.org/officeDocument/2006/relationships/image" Target="../media/image4351.png"/><Relationship Id="rId27" Type="http://schemas.openxmlformats.org/officeDocument/2006/relationships/image" Target="../media/image2740.png"/><Relationship Id="rId48" Type="http://schemas.openxmlformats.org/officeDocument/2006/relationships/customXml" Target="../ink/ink2560.xml"/><Relationship Id="rId69" Type="http://schemas.openxmlformats.org/officeDocument/2006/relationships/image" Target="../media/image2950.png"/><Relationship Id="rId113" Type="http://schemas.openxmlformats.org/officeDocument/2006/relationships/image" Target="../media/image4091.png"/><Relationship Id="rId134" Type="http://schemas.openxmlformats.org/officeDocument/2006/relationships/customXml" Target="../ink/ink2603.xml"/><Relationship Id="rId80" Type="http://schemas.openxmlformats.org/officeDocument/2006/relationships/customXml" Target="../ink/ink2576.xml"/><Relationship Id="rId155" Type="http://schemas.openxmlformats.org/officeDocument/2006/relationships/image" Target="../media/image4301.png"/><Relationship Id="rId176" Type="http://schemas.openxmlformats.org/officeDocument/2006/relationships/customXml" Target="../ink/ink2624.xml"/><Relationship Id="rId17" Type="http://schemas.openxmlformats.org/officeDocument/2006/relationships/image" Target="../media/image2690.png"/><Relationship Id="rId38" Type="http://schemas.openxmlformats.org/officeDocument/2006/relationships/customXml" Target="../ink/ink2555.xml"/><Relationship Id="rId59" Type="http://schemas.openxmlformats.org/officeDocument/2006/relationships/image" Target="../media/image2900.png"/><Relationship Id="rId103" Type="http://schemas.openxmlformats.org/officeDocument/2006/relationships/image" Target="../media/image3120.png"/><Relationship Id="rId124" Type="http://schemas.openxmlformats.org/officeDocument/2006/relationships/customXml" Target="../ink/ink2598.xml"/><Relationship Id="rId70" Type="http://schemas.openxmlformats.org/officeDocument/2006/relationships/customXml" Target="../ink/ink2571.xml"/><Relationship Id="rId91" Type="http://schemas.openxmlformats.org/officeDocument/2006/relationships/image" Target="../media/image3060.png"/><Relationship Id="rId145" Type="http://schemas.openxmlformats.org/officeDocument/2006/relationships/image" Target="../media/image4251.png"/><Relationship Id="rId166" Type="http://schemas.openxmlformats.org/officeDocument/2006/relationships/customXml" Target="../ink/ink2619.xml"/><Relationship Id="rId1" Type="http://schemas.openxmlformats.org/officeDocument/2006/relationships/slideLayout" Target="../slideLayouts/slideLayout2.xml"/><Relationship Id="rId28" Type="http://schemas.openxmlformats.org/officeDocument/2006/relationships/customXml" Target="../ink/ink2550.xml"/><Relationship Id="rId49" Type="http://schemas.openxmlformats.org/officeDocument/2006/relationships/image" Target="../media/image2850.png"/><Relationship Id="rId114" Type="http://schemas.openxmlformats.org/officeDocument/2006/relationships/customXml" Target="../ink/ink2593.xml"/></Relationships>
</file>

<file path=ppt/slides/_rels/slide18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665.png"/><Relationship Id="rId299" Type="http://schemas.openxmlformats.org/officeDocument/2006/relationships/image" Target="../media/image1767.png"/><Relationship Id="rId21" Type="http://schemas.openxmlformats.org/officeDocument/2006/relationships/image" Target="../media/image1612.png"/><Relationship Id="rId63" Type="http://schemas.openxmlformats.org/officeDocument/2006/relationships/image" Target="../media/image1635.png"/><Relationship Id="rId159" Type="http://schemas.openxmlformats.org/officeDocument/2006/relationships/image" Target="../media/image1688.png"/><Relationship Id="rId324" Type="http://schemas.openxmlformats.org/officeDocument/2006/relationships/customXml" Target="../ink/ink2787.xml"/><Relationship Id="rId366" Type="http://schemas.openxmlformats.org/officeDocument/2006/relationships/customXml" Target="../ink/ink2808.xml"/><Relationship Id="rId170" Type="http://schemas.openxmlformats.org/officeDocument/2006/relationships/customXml" Target="../ink/ink2710.xml"/><Relationship Id="rId226" Type="http://schemas.openxmlformats.org/officeDocument/2006/relationships/customXml" Target="../ink/ink2738.xml"/><Relationship Id="rId268" Type="http://schemas.openxmlformats.org/officeDocument/2006/relationships/customXml" Target="../ink/ink2759.xml"/><Relationship Id="rId32" Type="http://schemas.openxmlformats.org/officeDocument/2006/relationships/customXml" Target="../ink/ink2641.xml"/><Relationship Id="rId74" Type="http://schemas.openxmlformats.org/officeDocument/2006/relationships/customXml" Target="../ink/ink2662.xml"/><Relationship Id="rId128" Type="http://schemas.openxmlformats.org/officeDocument/2006/relationships/customXml" Target="../ink/ink2689.xml"/><Relationship Id="rId335" Type="http://schemas.openxmlformats.org/officeDocument/2006/relationships/image" Target="../media/image1787.png"/><Relationship Id="rId377" Type="http://schemas.openxmlformats.org/officeDocument/2006/relationships/image" Target="../media/image1812.png"/><Relationship Id="rId5" Type="http://schemas.openxmlformats.org/officeDocument/2006/relationships/image" Target="../media/image1602.png"/><Relationship Id="rId181" Type="http://schemas.openxmlformats.org/officeDocument/2006/relationships/image" Target="../media/image1701.png"/><Relationship Id="rId237" Type="http://schemas.openxmlformats.org/officeDocument/2006/relationships/image" Target="../media/image1733.png"/><Relationship Id="rId402" Type="http://schemas.openxmlformats.org/officeDocument/2006/relationships/customXml" Target="../ink/ink2826.xml"/><Relationship Id="rId279" Type="http://schemas.openxmlformats.org/officeDocument/2006/relationships/image" Target="../media/image1756.png"/><Relationship Id="rId43" Type="http://schemas.openxmlformats.org/officeDocument/2006/relationships/image" Target="../media/image1624.png"/><Relationship Id="rId139" Type="http://schemas.openxmlformats.org/officeDocument/2006/relationships/image" Target="../media/image1677.png"/><Relationship Id="rId290" Type="http://schemas.openxmlformats.org/officeDocument/2006/relationships/customXml" Target="../ink/ink2770.xml"/><Relationship Id="rId304" Type="http://schemas.openxmlformats.org/officeDocument/2006/relationships/customXml" Target="../ink/ink2777.xml"/><Relationship Id="rId346" Type="http://schemas.openxmlformats.org/officeDocument/2006/relationships/customXml" Target="../ink/ink2798.xml"/><Relationship Id="rId388" Type="http://schemas.openxmlformats.org/officeDocument/2006/relationships/customXml" Target="../ink/ink2819.xml"/><Relationship Id="rId85" Type="http://schemas.openxmlformats.org/officeDocument/2006/relationships/image" Target="../media/image1647.png"/><Relationship Id="rId150" Type="http://schemas.openxmlformats.org/officeDocument/2006/relationships/customXml" Target="../ink/ink2700.xml"/><Relationship Id="rId192" Type="http://schemas.openxmlformats.org/officeDocument/2006/relationships/customXml" Target="../ink/ink2721.xml"/><Relationship Id="rId206" Type="http://schemas.openxmlformats.org/officeDocument/2006/relationships/customXml" Target="../ink/ink2728.xml"/><Relationship Id="rId413" Type="http://schemas.openxmlformats.org/officeDocument/2006/relationships/image" Target="../media/image1832.png"/><Relationship Id="rId248" Type="http://schemas.openxmlformats.org/officeDocument/2006/relationships/customXml" Target="../ink/ink2749.xml"/><Relationship Id="rId12" Type="http://schemas.openxmlformats.org/officeDocument/2006/relationships/customXml" Target="../ink/ink2631.xml"/><Relationship Id="rId108" Type="http://schemas.openxmlformats.org/officeDocument/2006/relationships/customXml" Target="../ink/ink2679.xml"/><Relationship Id="rId315" Type="http://schemas.openxmlformats.org/officeDocument/2006/relationships/image" Target="../media/image1776.png"/><Relationship Id="rId357" Type="http://schemas.openxmlformats.org/officeDocument/2006/relationships/image" Target="../media/image1799.png"/><Relationship Id="rId54" Type="http://schemas.openxmlformats.org/officeDocument/2006/relationships/customXml" Target="../ink/ink2652.xml"/><Relationship Id="rId96" Type="http://schemas.openxmlformats.org/officeDocument/2006/relationships/customXml" Target="../ink/ink2673.xml"/><Relationship Id="rId161" Type="http://schemas.openxmlformats.org/officeDocument/2006/relationships/image" Target="../media/image1689.png"/><Relationship Id="rId217" Type="http://schemas.openxmlformats.org/officeDocument/2006/relationships/image" Target="../media/image1722.png"/><Relationship Id="rId399" Type="http://schemas.openxmlformats.org/officeDocument/2006/relationships/image" Target="../media/image1824.png"/><Relationship Id="rId259" Type="http://schemas.openxmlformats.org/officeDocument/2006/relationships/image" Target="../media/image1745.png"/><Relationship Id="rId23" Type="http://schemas.openxmlformats.org/officeDocument/2006/relationships/image" Target="../media/image1613.png"/><Relationship Id="rId119" Type="http://schemas.openxmlformats.org/officeDocument/2006/relationships/image" Target="../media/image1666.png"/><Relationship Id="rId270" Type="http://schemas.openxmlformats.org/officeDocument/2006/relationships/customXml" Target="../ink/ink2760.xml"/><Relationship Id="rId326" Type="http://schemas.openxmlformats.org/officeDocument/2006/relationships/customXml" Target="../ink/ink2788.xml"/><Relationship Id="rId65" Type="http://schemas.openxmlformats.org/officeDocument/2006/relationships/image" Target="../media/image1636.png"/><Relationship Id="rId130" Type="http://schemas.openxmlformats.org/officeDocument/2006/relationships/customXml" Target="../ink/ink2690.xml"/><Relationship Id="rId368" Type="http://schemas.openxmlformats.org/officeDocument/2006/relationships/customXml" Target="../ink/ink2809.xml"/><Relationship Id="rId172" Type="http://schemas.openxmlformats.org/officeDocument/2006/relationships/customXml" Target="../ink/ink2711.xml"/><Relationship Id="rId228" Type="http://schemas.openxmlformats.org/officeDocument/2006/relationships/customXml" Target="../ink/ink2739.xml"/><Relationship Id="rId281" Type="http://schemas.openxmlformats.org/officeDocument/2006/relationships/image" Target="../media/image1757.png"/><Relationship Id="rId337" Type="http://schemas.openxmlformats.org/officeDocument/2006/relationships/image" Target="../media/image1788.png"/><Relationship Id="rId34" Type="http://schemas.openxmlformats.org/officeDocument/2006/relationships/customXml" Target="../ink/ink2642.xml"/><Relationship Id="rId76" Type="http://schemas.openxmlformats.org/officeDocument/2006/relationships/customXml" Target="../ink/ink2663.xml"/><Relationship Id="rId141" Type="http://schemas.openxmlformats.org/officeDocument/2006/relationships/image" Target="../media/image1678.png"/><Relationship Id="rId379" Type="http://schemas.openxmlformats.org/officeDocument/2006/relationships/image" Target="../media/image1813.png"/><Relationship Id="rId7" Type="http://schemas.openxmlformats.org/officeDocument/2006/relationships/image" Target="../media/image1603.png"/><Relationship Id="rId183" Type="http://schemas.openxmlformats.org/officeDocument/2006/relationships/image" Target="../media/image1702.png"/><Relationship Id="rId239" Type="http://schemas.openxmlformats.org/officeDocument/2006/relationships/image" Target="../media/image1734.png"/><Relationship Id="rId390" Type="http://schemas.openxmlformats.org/officeDocument/2006/relationships/customXml" Target="../ink/ink2820.xml"/><Relationship Id="rId404" Type="http://schemas.openxmlformats.org/officeDocument/2006/relationships/customXml" Target="../ink/ink2827.xml"/><Relationship Id="rId250" Type="http://schemas.openxmlformats.org/officeDocument/2006/relationships/customXml" Target="../ink/ink2750.xml"/><Relationship Id="rId292" Type="http://schemas.openxmlformats.org/officeDocument/2006/relationships/customXml" Target="../ink/ink2771.xml"/><Relationship Id="rId306" Type="http://schemas.openxmlformats.org/officeDocument/2006/relationships/customXml" Target="../ink/ink2778.xml"/><Relationship Id="rId45" Type="http://schemas.openxmlformats.org/officeDocument/2006/relationships/image" Target="../media/image1625.png"/><Relationship Id="rId87" Type="http://schemas.openxmlformats.org/officeDocument/2006/relationships/image" Target="../media/image1648.png"/><Relationship Id="rId110" Type="http://schemas.openxmlformats.org/officeDocument/2006/relationships/customXml" Target="../ink/ink2680.xml"/><Relationship Id="rId348" Type="http://schemas.openxmlformats.org/officeDocument/2006/relationships/customXml" Target="../ink/ink2799.xml"/><Relationship Id="rId152" Type="http://schemas.openxmlformats.org/officeDocument/2006/relationships/customXml" Target="../ink/ink2701.xml"/><Relationship Id="rId194" Type="http://schemas.openxmlformats.org/officeDocument/2006/relationships/customXml" Target="../ink/ink2722.xml"/><Relationship Id="rId208" Type="http://schemas.openxmlformats.org/officeDocument/2006/relationships/customXml" Target="../ink/ink2729.xml"/><Relationship Id="rId261" Type="http://schemas.openxmlformats.org/officeDocument/2006/relationships/image" Target="../media/image1746.png"/><Relationship Id="rId14" Type="http://schemas.openxmlformats.org/officeDocument/2006/relationships/customXml" Target="../ink/ink2632.xml"/><Relationship Id="rId56" Type="http://schemas.openxmlformats.org/officeDocument/2006/relationships/customXml" Target="../ink/ink2653.xml"/><Relationship Id="rId317" Type="http://schemas.openxmlformats.org/officeDocument/2006/relationships/image" Target="../media/image1777.png"/><Relationship Id="rId359" Type="http://schemas.openxmlformats.org/officeDocument/2006/relationships/image" Target="../media/image1800.png"/><Relationship Id="rId98" Type="http://schemas.openxmlformats.org/officeDocument/2006/relationships/customXml" Target="../ink/ink2674.xml"/><Relationship Id="rId121" Type="http://schemas.openxmlformats.org/officeDocument/2006/relationships/image" Target="../media/image1667.png"/><Relationship Id="rId163" Type="http://schemas.openxmlformats.org/officeDocument/2006/relationships/image" Target="../media/image1691.png"/><Relationship Id="rId219" Type="http://schemas.openxmlformats.org/officeDocument/2006/relationships/image" Target="../media/image1723.png"/><Relationship Id="rId370" Type="http://schemas.openxmlformats.org/officeDocument/2006/relationships/customXml" Target="../ink/ink2810.xml"/><Relationship Id="rId230" Type="http://schemas.openxmlformats.org/officeDocument/2006/relationships/customXml" Target="../ink/ink2740.xml"/><Relationship Id="rId25" Type="http://schemas.openxmlformats.org/officeDocument/2006/relationships/image" Target="../media/image1614.png"/><Relationship Id="rId67" Type="http://schemas.openxmlformats.org/officeDocument/2006/relationships/image" Target="../media/image1637.png"/><Relationship Id="rId272" Type="http://schemas.openxmlformats.org/officeDocument/2006/relationships/customXml" Target="../ink/ink2761.xml"/><Relationship Id="rId328" Type="http://schemas.openxmlformats.org/officeDocument/2006/relationships/customXml" Target="../ink/ink2789.xml"/><Relationship Id="rId132" Type="http://schemas.openxmlformats.org/officeDocument/2006/relationships/customXml" Target="../ink/ink2691.xml"/><Relationship Id="rId174" Type="http://schemas.openxmlformats.org/officeDocument/2006/relationships/customXml" Target="../ink/ink2712.xml"/><Relationship Id="rId381" Type="http://schemas.openxmlformats.org/officeDocument/2006/relationships/image" Target="../media/image1814.png"/><Relationship Id="rId241" Type="http://schemas.openxmlformats.org/officeDocument/2006/relationships/image" Target="../media/image1735.png"/><Relationship Id="rId36" Type="http://schemas.openxmlformats.org/officeDocument/2006/relationships/customXml" Target="../ink/ink2643.xml"/><Relationship Id="rId283" Type="http://schemas.openxmlformats.org/officeDocument/2006/relationships/image" Target="../media/image1758.png"/><Relationship Id="rId339" Type="http://schemas.openxmlformats.org/officeDocument/2006/relationships/image" Target="../media/image1789.png"/><Relationship Id="rId78" Type="http://schemas.openxmlformats.org/officeDocument/2006/relationships/customXml" Target="../ink/ink2664.xml"/><Relationship Id="rId101" Type="http://schemas.openxmlformats.org/officeDocument/2006/relationships/image" Target="../media/image1656.png"/><Relationship Id="rId143" Type="http://schemas.openxmlformats.org/officeDocument/2006/relationships/image" Target="../media/image1679.png"/><Relationship Id="rId185" Type="http://schemas.openxmlformats.org/officeDocument/2006/relationships/image" Target="../media/image1703.png"/><Relationship Id="rId350" Type="http://schemas.openxmlformats.org/officeDocument/2006/relationships/customXml" Target="../ink/ink2800.xml"/><Relationship Id="rId406" Type="http://schemas.openxmlformats.org/officeDocument/2006/relationships/customXml" Target="../ink/ink2828.xml"/><Relationship Id="rId9" Type="http://schemas.openxmlformats.org/officeDocument/2006/relationships/image" Target="../media/image1604.png"/><Relationship Id="rId210" Type="http://schemas.openxmlformats.org/officeDocument/2006/relationships/customXml" Target="../ink/ink2730.xml"/><Relationship Id="rId392" Type="http://schemas.openxmlformats.org/officeDocument/2006/relationships/customXml" Target="../ink/ink2821.xml"/><Relationship Id="rId252" Type="http://schemas.openxmlformats.org/officeDocument/2006/relationships/customXml" Target="../ink/ink2751.xml"/><Relationship Id="rId294" Type="http://schemas.openxmlformats.org/officeDocument/2006/relationships/customXml" Target="../ink/ink2772.xml"/><Relationship Id="rId308" Type="http://schemas.openxmlformats.org/officeDocument/2006/relationships/customXml" Target="../ink/ink2779.xml"/><Relationship Id="rId47" Type="http://schemas.openxmlformats.org/officeDocument/2006/relationships/image" Target="../media/image1626.png"/><Relationship Id="rId89" Type="http://schemas.openxmlformats.org/officeDocument/2006/relationships/image" Target="../media/image1649.png"/><Relationship Id="rId112" Type="http://schemas.openxmlformats.org/officeDocument/2006/relationships/customXml" Target="../ink/ink2681.xml"/><Relationship Id="rId154" Type="http://schemas.openxmlformats.org/officeDocument/2006/relationships/customXml" Target="../ink/ink2702.xml"/><Relationship Id="rId361" Type="http://schemas.openxmlformats.org/officeDocument/2006/relationships/image" Target="../media/image1802.png"/><Relationship Id="rId196" Type="http://schemas.openxmlformats.org/officeDocument/2006/relationships/customXml" Target="../ink/ink2723.xml"/><Relationship Id="rId16" Type="http://schemas.openxmlformats.org/officeDocument/2006/relationships/customXml" Target="../ink/ink2633.xml"/><Relationship Id="rId221" Type="http://schemas.openxmlformats.org/officeDocument/2006/relationships/image" Target="../media/image1724.png"/><Relationship Id="rId263" Type="http://schemas.openxmlformats.org/officeDocument/2006/relationships/image" Target="../media/image1747.png"/><Relationship Id="rId319" Type="http://schemas.openxmlformats.org/officeDocument/2006/relationships/image" Target="../media/image1778.png"/><Relationship Id="rId58" Type="http://schemas.openxmlformats.org/officeDocument/2006/relationships/customXml" Target="../ink/ink2654.xml"/><Relationship Id="rId123" Type="http://schemas.openxmlformats.org/officeDocument/2006/relationships/image" Target="../media/image1668.png"/><Relationship Id="rId330" Type="http://schemas.openxmlformats.org/officeDocument/2006/relationships/customXml" Target="../ink/ink2790.xml"/><Relationship Id="rId165" Type="http://schemas.openxmlformats.org/officeDocument/2006/relationships/image" Target="../media/image1692.png"/><Relationship Id="rId372" Type="http://schemas.openxmlformats.org/officeDocument/2006/relationships/customXml" Target="../ink/ink2811.xml"/><Relationship Id="rId232" Type="http://schemas.openxmlformats.org/officeDocument/2006/relationships/customXml" Target="../ink/ink2741.xml"/><Relationship Id="rId274" Type="http://schemas.openxmlformats.org/officeDocument/2006/relationships/customXml" Target="../ink/ink2762.xml"/><Relationship Id="rId27" Type="http://schemas.openxmlformats.org/officeDocument/2006/relationships/image" Target="../media/image1615.png"/><Relationship Id="rId69" Type="http://schemas.openxmlformats.org/officeDocument/2006/relationships/image" Target="../media/image1638.png"/><Relationship Id="rId134" Type="http://schemas.openxmlformats.org/officeDocument/2006/relationships/customXml" Target="../ink/ink2692.xml"/><Relationship Id="rId80" Type="http://schemas.openxmlformats.org/officeDocument/2006/relationships/customXml" Target="../ink/ink2665.xml"/><Relationship Id="rId155" Type="http://schemas.openxmlformats.org/officeDocument/2006/relationships/image" Target="../media/image1686.png"/><Relationship Id="rId176" Type="http://schemas.openxmlformats.org/officeDocument/2006/relationships/customXml" Target="../ink/ink2713.xml"/><Relationship Id="rId197" Type="http://schemas.openxmlformats.org/officeDocument/2006/relationships/image" Target="../media/image1709.png"/><Relationship Id="rId341" Type="http://schemas.openxmlformats.org/officeDocument/2006/relationships/image" Target="../media/image1791.png"/><Relationship Id="rId362" Type="http://schemas.openxmlformats.org/officeDocument/2006/relationships/customXml" Target="../ink/ink2806.xml"/><Relationship Id="rId383" Type="http://schemas.openxmlformats.org/officeDocument/2006/relationships/image" Target="../media/image1815.png"/><Relationship Id="rId201" Type="http://schemas.openxmlformats.org/officeDocument/2006/relationships/image" Target="../media/image1713.png"/><Relationship Id="rId222" Type="http://schemas.openxmlformats.org/officeDocument/2006/relationships/customXml" Target="../ink/ink2736.xml"/><Relationship Id="rId243" Type="http://schemas.openxmlformats.org/officeDocument/2006/relationships/image" Target="../media/image1736.png"/><Relationship Id="rId264" Type="http://schemas.openxmlformats.org/officeDocument/2006/relationships/customXml" Target="../ink/ink2757.xml"/><Relationship Id="rId285" Type="http://schemas.openxmlformats.org/officeDocument/2006/relationships/image" Target="../media/image1759.png"/><Relationship Id="rId17" Type="http://schemas.openxmlformats.org/officeDocument/2006/relationships/image" Target="../media/image1608.png"/><Relationship Id="rId38" Type="http://schemas.openxmlformats.org/officeDocument/2006/relationships/customXml" Target="../ink/ink2644.xml"/><Relationship Id="rId59" Type="http://schemas.openxmlformats.org/officeDocument/2006/relationships/image" Target="../media/image1633.png"/><Relationship Id="rId103" Type="http://schemas.openxmlformats.org/officeDocument/2006/relationships/image" Target="../media/image1657.png"/><Relationship Id="rId124" Type="http://schemas.openxmlformats.org/officeDocument/2006/relationships/customXml" Target="../ink/ink2687.xml"/><Relationship Id="rId310" Type="http://schemas.openxmlformats.org/officeDocument/2006/relationships/customXml" Target="../ink/ink2780.xml"/><Relationship Id="rId70" Type="http://schemas.openxmlformats.org/officeDocument/2006/relationships/customXml" Target="../ink/ink2660.xml"/><Relationship Id="rId91" Type="http://schemas.openxmlformats.org/officeDocument/2006/relationships/image" Target="../media/image1651.png"/><Relationship Id="rId145" Type="http://schemas.openxmlformats.org/officeDocument/2006/relationships/image" Target="../media/image1681.png"/><Relationship Id="rId166" Type="http://schemas.openxmlformats.org/officeDocument/2006/relationships/customXml" Target="../ink/ink2708.xml"/><Relationship Id="rId187" Type="http://schemas.openxmlformats.org/officeDocument/2006/relationships/image" Target="../media/image1704.png"/><Relationship Id="rId331" Type="http://schemas.openxmlformats.org/officeDocument/2006/relationships/image" Target="../media/image1785.png"/><Relationship Id="rId352" Type="http://schemas.openxmlformats.org/officeDocument/2006/relationships/customXml" Target="../ink/ink2801.xml"/><Relationship Id="rId373" Type="http://schemas.openxmlformats.org/officeDocument/2006/relationships/image" Target="../media/image1808.png"/><Relationship Id="rId394" Type="http://schemas.openxmlformats.org/officeDocument/2006/relationships/customXml" Target="../ink/ink2822.xml"/><Relationship Id="rId408" Type="http://schemas.openxmlformats.org/officeDocument/2006/relationships/customXml" Target="../ink/ink2829.xml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2731.xml"/><Relationship Id="rId233" Type="http://schemas.openxmlformats.org/officeDocument/2006/relationships/image" Target="../media/image1731.png"/><Relationship Id="rId254" Type="http://schemas.openxmlformats.org/officeDocument/2006/relationships/customXml" Target="../ink/ink2752.xml"/><Relationship Id="rId28" Type="http://schemas.openxmlformats.org/officeDocument/2006/relationships/customXml" Target="../ink/ink2639.xml"/><Relationship Id="rId49" Type="http://schemas.openxmlformats.org/officeDocument/2006/relationships/image" Target="../media/image1627.png"/><Relationship Id="rId114" Type="http://schemas.openxmlformats.org/officeDocument/2006/relationships/customXml" Target="../ink/ink2682.xml"/><Relationship Id="rId275" Type="http://schemas.openxmlformats.org/officeDocument/2006/relationships/image" Target="../media/image1754.png"/><Relationship Id="rId296" Type="http://schemas.openxmlformats.org/officeDocument/2006/relationships/customXml" Target="../ink/ink2773.xml"/><Relationship Id="rId300" Type="http://schemas.openxmlformats.org/officeDocument/2006/relationships/customXml" Target="../ink/ink2775.xml"/><Relationship Id="rId60" Type="http://schemas.openxmlformats.org/officeDocument/2006/relationships/customXml" Target="../ink/ink2655.xml"/><Relationship Id="rId81" Type="http://schemas.openxmlformats.org/officeDocument/2006/relationships/image" Target="../media/image1645.png"/><Relationship Id="rId135" Type="http://schemas.openxmlformats.org/officeDocument/2006/relationships/image" Target="../media/image1675.png"/><Relationship Id="rId156" Type="http://schemas.openxmlformats.org/officeDocument/2006/relationships/customXml" Target="../ink/ink2703.xml"/><Relationship Id="rId177" Type="http://schemas.openxmlformats.org/officeDocument/2006/relationships/image" Target="../media/image1698.png"/><Relationship Id="rId198" Type="http://schemas.openxmlformats.org/officeDocument/2006/relationships/customXml" Target="../ink/ink2724.xml"/><Relationship Id="rId321" Type="http://schemas.openxmlformats.org/officeDocument/2006/relationships/image" Target="../media/image1779.png"/><Relationship Id="rId342" Type="http://schemas.openxmlformats.org/officeDocument/2006/relationships/customXml" Target="../ink/ink2796.xml"/><Relationship Id="rId363" Type="http://schemas.openxmlformats.org/officeDocument/2006/relationships/image" Target="../media/image1803.png"/><Relationship Id="rId384" Type="http://schemas.openxmlformats.org/officeDocument/2006/relationships/customXml" Target="../ink/ink2817.xml"/><Relationship Id="rId202" Type="http://schemas.openxmlformats.org/officeDocument/2006/relationships/customXml" Target="../ink/ink2726.xml"/><Relationship Id="rId223" Type="http://schemas.openxmlformats.org/officeDocument/2006/relationships/image" Target="../media/image1725.png"/><Relationship Id="rId244" Type="http://schemas.openxmlformats.org/officeDocument/2006/relationships/customXml" Target="../ink/ink2747.xml"/><Relationship Id="rId18" Type="http://schemas.openxmlformats.org/officeDocument/2006/relationships/customXml" Target="../ink/ink2634.xml"/><Relationship Id="rId39" Type="http://schemas.openxmlformats.org/officeDocument/2006/relationships/image" Target="../media/image1622.png"/><Relationship Id="rId265" Type="http://schemas.openxmlformats.org/officeDocument/2006/relationships/image" Target="../media/image1748.png"/><Relationship Id="rId286" Type="http://schemas.openxmlformats.org/officeDocument/2006/relationships/customXml" Target="../ink/ink2768.xml"/><Relationship Id="rId50" Type="http://schemas.openxmlformats.org/officeDocument/2006/relationships/customXml" Target="../ink/ink2650.xml"/><Relationship Id="rId104" Type="http://schemas.openxmlformats.org/officeDocument/2006/relationships/customXml" Target="../ink/ink2677.xml"/><Relationship Id="rId125" Type="http://schemas.openxmlformats.org/officeDocument/2006/relationships/image" Target="../media/image1669.png"/><Relationship Id="rId146" Type="http://schemas.openxmlformats.org/officeDocument/2006/relationships/customXml" Target="../ink/ink2698.xml"/><Relationship Id="rId167" Type="http://schemas.openxmlformats.org/officeDocument/2006/relationships/image" Target="../media/image1693.png"/><Relationship Id="rId188" Type="http://schemas.openxmlformats.org/officeDocument/2006/relationships/customXml" Target="../ink/ink2719.xml"/><Relationship Id="rId311" Type="http://schemas.openxmlformats.org/officeDocument/2006/relationships/image" Target="../media/image1774.png"/><Relationship Id="rId332" Type="http://schemas.openxmlformats.org/officeDocument/2006/relationships/customXml" Target="../ink/ink2791.xml"/><Relationship Id="rId353" Type="http://schemas.openxmlformats.org/officeDocument/2006/relationships/image" Target="../media/image1797.png"/><Relationship Id="rId374" Type="http://schemas.openxmlformats.org/officeDocument/2006/relationships/customXml" Target="../ink/ink2812.xml"/><Relationship Id="rId395" Type="http://schemas.openxmlformats.org/officeDocument/2006/relationships/image" Target="../media/image1822.png"/><Relationship Id="rId409" Type="http://schemas.openxmlformats.org/officeDocument/2006/relationships/image" Target="../media/image1829.png"/><Relationship Id="rId71" Type="http://schemas.openxmlformats.org/officeDocument/2006/relationships/image" Target="../media/image1639.png"/><Relationship Id="rId92" Type="http://schemas.openxmlformats.org/officeDocument/2006/relationships/customXml" Target="../ink/ink2671.xml"/><Relationship Id="rId213" Type="http://schemas.openxmlformats.org/officeDocument/2006/relationships/image" Target="../media/image1719.png"/><Relationship Id="rId234" Type="http://schemas.openxmlformats.org/officeDocument/2006/relationships/customXml" Target="../ink/ink2742.xml"/><Relationship Id="rId2" Type="http://schemas.openxmlformats.org/officeDocument/2006/relationships/image" Target="../media/image1600.png"/><Relationship Id="rId29" Type="http://schemas.openxmlformats.org/officeDocument/2006/relationships/image" Target="../media/image1616.png"/><Relationship Id="rId255" Type="http://schemas.openxmlformats.org/officeDocument/2006/relationships/image" Target="../media/image1743.png"/><Relationship Id="rId276" Type="http://schemas.openxmlformats.org/officeDocument/2006/relationships/customXml" Target="../ink/ink2763.xml"/><Relationship Id="rId297" Type="http://schemas.openxmlformats.org/officeDocument/2006/relationships/image" Target="../media/image1766.png"/><Relationship Id="rId40" Type="http://schemas.openxmlformats.org/officeDocument/2006/relationships/customXml" Target="../ink/ink2645.xml"/><Relationship Id="rId115" Type="http://schemas.openxmlformats.org/officeDocument/2006/relationships/image" Target="../media/image1664.png"/><Relationship Id="rId136" Type="http://schemas.openxmlformats.org/officeDocument/2006/relationships/customXml" Target="../ink/ink2693.xml"/><Relationship Id="rId157" Type="http://schemas.openxmlformats.org/officeDocument/2006/relationships/image" Target="../media/image1687.png"/><Relationship Id="rId178" Type="http://schemas.openxmlformats.org/officeDocument/2006/relationships/customXml" Target="../ink/ink2714.xml"/><Relationship Id="rId301" Type="http://schemas.openxmlformats.org/officeDocument/2006/relationships/image" Target="../media/image1768.png"/><Relationship Id="rId322" Type="http://schemas.openxmlformats.org/officeDocument/2006/relationships/customXml" Target="../ink/ink2786.xml"/><Relationship Id="rId343" Type="http://schemas.openxmlformats.org/officeDocument/2006/relationships/image" Target="../media/image1792.png"/><Relationship Id="rId364" Type="http://schemas.openxmlformats.org/officeDocument/2006/relationships/customXml" Target="../ink/ink2807.xml"/><Relationship Id="rId61" Type="http://schemas.openxmlformats.org/officeDocument/2006/relationships/image" Target="../media/image1634.png"/><Relationship Id="rId82" Type="http://schemas.openxmlformats.org/officeDocument/2006/relationships/customXml" Target="../ink/ink2666.xml"/><Relationship Id="rId199" Type="http://schemas.openxmlformats.org/officeDocument/2006/relationships/image" Target="../media/image1710.png"/><Relationship Id="rId203" Type="http://schemas.openxmlformats.org/officeDocument/2006/relationships/image" Target="../media/image1714.png"/><Relationship Id="rId385" Type="http://schemas.openxmlformats.org/officeDocument/2006/relationships/image" Target="../media/image1816.png"/><Relationship Id="rId19" Type="http://schemas.openxmlformats.org/officeDocument/2006/relationships/image" Target="../media/image1609.png"/><Relationship Id="rId224" Type="http://schemas.openxmlformats.org/officeDocument/2006/relationships/customXml" Target="../ink/ink2737.xml"/><Relationship Id="rId245" Type="http://schemas.openxmlformats.org/officeDocument/2006/relationships/image" Target="../media/image1737.png"/><Relationship Id="rId266" Type="http://schemas.openxmlformats.org/officeDocument/2006/relationships/customXml" Target="../ink/ink2758.xml"/><Relationship Id="rId287" Type="http://schemas.openxmlformats.org/officeDocument/2006/relationships/image" Target="../media/image1761.png"/><Relationship Id="rId410" Type="http://schemas.openxmlformats.org/officeDocument/2006/relationships/customXml" Target="../ink/ink2830.xml"/><Relationship Id="rId30" Type="http://schemas.openxmlformats.org/officeDocument/2006/relationships/customXml" Target="../ink/ink2640.xml"/><Relationship Id="rId105" Type="http://schemas.openxmlformats.org/officeDocument/2006/relationships/image" Target="../media/image1658.png"/><Relationship Id="rId126" Type="http://schemas.openxmlformats.org/officeDocument/2006/relationships/customXml" Target="../ink/ink2688.xml"/><Relationship Id="rId147" Type="http://schemas.openxmlformats.org/officeDocument/2006/relationships/image" Target="../media/image1682.png"/><Relationship Id="rId168" Type="http://schemas.openxmlformats.org/officeDocument/2006/relationships/customXml" Target="../ink/ink2709.xml"/><Relationship Id="rId312" Type="http://schemas.openxmlformats.org/officeDocument/2006/relationships/customXml" Target="../ink/ink2781.xml"/><Relationship Id="rId333" Type="http://schemas.openxmlformats.org/officeDocument/2006/relationships/image" Target="../media/image1786.png"/><Relationship Id="rId354" Type="http://schemas.openxmlformats.org/officeDocument/2006/relationships/customXml" Target="../ink/ink2802.xml"/><Relationship Id="rId51" Type="http://schemas.openxmlformats.org/officeDocument/2006/relationships/image" Target="../media/image1628.png"/><Relationship Id="rId72" Type="http://schemas.openxmlformats.org/officeDocument/2006/relationships/customXml" Target="../ink/ink2661.xml"/><Relationship Id="rId93" Type="http://schemas.openxmlformats.org/officeDocument/2006/relationships/image" Target="../media/image1652.png"/><Relationship Id="rId189" Type="http://schemas.openxmlformats.org/officeDocument/2006/relationships/image" Target="../media/image1705.png"/><Relationship Id="rId375" Type="http://schemas.openxmlformats.org/officeDocument/2006/relationships/image" Target="../media/image1809.png"/><Relationship Id="rId396" Type="http://schemas.openxmlformats.org/officeDocument/2006/relationships/customXml" Target="../ink/ink2823.xml"/><Relationship Id="rId3" Type="http://schemas.microsoft.com/office/2007/relationships/hdphoto" Target="../media/hdphoto1.wdp"/><Relationship Id="rId214" Type="http://schemas.openxmlformats.org/officeDocument/2006/relationships/customXml" Target="../ink/ink2732.xml"/><Relationship Id="rId235" Type="http://schemas.openxmlformats.org/officeDocument/2006/relationships/image" Target="../media/image1732.png"/><Relationship Id="rId256" Type="http://schemas.openxmlformats.org/officeDocument/2006/relationships/customXml" Target="../ink/ink2753.xml"/><Relationship Id="rId277" Type="http://schemas.openxmlformats.org/officeDocument/2006/relationships/image" Target="../media/image1755.png"/><Relationship Id="rId298" Type="http://schemas.openxmlformats.org/officeDocument/2006/relationships/customXml" Target="../ink/ink2774.xml"/><Relationship Id="rId400" Type="http://schemas.openxmlformats.org/officeDocument/2006/relationships/customXml" Target="../ink/ink2825.xml"/><Relationship Id="rId116" Type="http://schemas.openxmlformats.org/officeDocument/2006/relationships/customXml" Target="../ink/ink2683.xml"/><Relationship Id="rId137" Type="http://schemas.openxmlformats.org/officeDocument/2006/relationships/image" Target="../media/image1676.png"/><Relationship Id="rId158" Type="http://schemas.openxmlformats.org/officeDocument/2006/relationships/customXml" Target="../ink/ink2704.xml"/><Relationship Id="rId302" Type="http://schemas.openxmlformats.org/officeDocument/2006/relationships/customXml" Target="../ink/ink2776.xml"/><Relationship Id="rId323" Type="http://schemas.openxmlformats.org/officeDocument/2006/relationships/image" Target="../media/image1781.png"/><Relationship Id="rId344" Type="http://schemas.openxmlformats.org/officeDocument/2006/relationships/customXml" Target="../ink/ink2797.xml"/><Relationship Id="rId20" Type="http://schemas.openxmlformats.org/officeDocument/2006/relationships/customXml" Target="../ink/ink2635.xml"/><Relationship Id="rId41" Type="http://schemas.openxmlformats.org/officeDocument/2006/relationships/image" Target="../media/image1623.png"/><Relationship Id="rId62" Type="http://schemas.openxmlformats.org/officeDocument/2006/relationships/customXml" Target="../ink/ink2656.xml"/><Relationship Id="rId83" Type="http://schemas.openxmlformats.org/officeDocument/2006/relationships/image" Target="../media/image1646.png"/><Relationship Id="rId179" Type="http://schemas.openxmlformats.org/officeDocument/2006/relationships/image" Target="../media/image1699.png"/><Relationship Id="rId365" Type="http://schemas.openxmlformats.org/officeDocument/2006/relationships/image" Target="../media/image1804.png"/><Relationship Id="rId386" Type="http://schemas.openxmlformats.org/officeDocument/2006/relationships/customXml" Target="../ink/ink2818.xml"/><Relationship Id="rId190" Type="http://schemas.openxmlformats.org/officeDocument/2006/relationships/customXml" Target="../ink/ink2720.xml"/><Relationship Id="rId204" Type="http://schemas.openxmlformats.org/officeDocument/2006/relationships/customXml" Target="../ink/ink2727.xml"/><Relationship Id="rId225" Type="http://schemas.openxmlformats.org/officeDocument/2006/relationships/image" Target="../media/image1726.png"/><Relationship Id="rId246" Type="http://schemas.openxmlformats.org/officeDocument/2006/relationships/customXml" Target="../ink/ink2748.xml"/><Relationship Id="rId267" Type="http://schemas.openxmlformats.org/officeDocument/2006/relationships/image" Target="../media/image1749.png"/><Relationship Id="rId288" Type="http://schemas.openxmlformats.org/officeDocument/2006/relationships/customXml" Target="../ink/ink2769.xml"/><Relationship Id="rId411" Type="http://schemas.openxmlformats.org/officeDocument/2006/relationships/image" Target="../media/image1831.png"/><Relationship Id="rId106" Type="http://schemas.openxmlformats.org/officeDocument/2006/relationships/customXml" Target="../ink/ink2678.xml"/><Relationship Id="rId127" Type="http://schemas.openxmlformats.org/officeDocument/2006/relationships/image" Target="../media/image1671.png"/><Relationship Id="rId313" Type="http://schemas.openxmlformats.org/officeDocument/2006/relationships/image" Target="../media/image1775.png"/><Relationship Id="rId10" Type="http://schemas.openxmlformats.org/officeDocument/2006/relationships/customXml" Target="../ink/ink2630.xml"/><Relationship Id="rId31" Type="http://schemas.openxmlformats.org/officeDocument/2006/relationships/image" Target="../media/image1617.png"/><Relationship Id="rId52" Type="http://schemas.openxmlformats.org/officeDocument/2006/relationships/customXml" Target="../ink/ink2651.xml"/><Relationship Id="rId73" Type="http://schemas.openxmlformats.org/officeDocument/2006/relationships/image" Target="../media/image1641.png"/><Relationship Id="rId94" Type="http://schemas.openxmlformats.org/officeDocument/2006/relationships/customXml" Target="../ink/ink2672.xml"/><Relationship Id="rId148" Type="http://schemas.openxmlformats.org/officeDocument/2006/relationships/customXml" Target="../ink/ink2699.xml"/><Relationship Id="rId169" Type="http://schemas.openxmlformats.org/officeDocument/2006/relationships/image" Target="../media/image1694.png"/><Relationship Id="rId334" Type="http://schemas.openxmlformats.org/officeDocument/2006/relationships/customXml" Target="../ink/ink2792.xml"/><Relationship Id="rId355" Type="http://schemas.openxmlformats.org/officeDocument/2006/relationships/image" Target="../media/image1798.png"/><Relationship Id="rId376" Type="http://schemas.openxmlformats.org/officeDocument/2006/relationships/customXml" Target="../ink/ink2813.xml"/><Relationship Id="rId397" Type="http://schemas.openxmlformats.org/officeDocument/2006/relationships/image" Target="../media/image1823.png"/><Relationship Id="rId4" Type="http://schemas.openxmlformats.org/officeDocument/2006/relationships/customXml" Target="../ink/ink2627.xml"/><Relationship Id="rId180" Type="http://schemas.openxmlformats.org/officeDocument/2006/relationships/customXml" Target="../ink/ink2715.xml"/><Relationship Id="rId215" Type="http://schemas.openxmlformats.org/officeDocument/2006/relationships/image" Target="../media/image1721.png"/><Relationship Id="rId236" Type="http://schemas.openxmlformats.org/officeDocument/2006/relationships/customXml" Target="../ink/ink2743.xml"/><Relationship Id="rId257" Type="http://schemas.openxmlformats.org/officeDocument/2006/relationships/image" Target="../media/image1744.png"/><Relationship Id="rId278" Type="http://schemas.openxmlformats.org/officeDocument/2006/relationships/customXml" Target="../ink/ink2764.xml"/><Relationship Id="rId401" Type="http://schemas.openxmlformats.org/officeDocument/2006/relationships/image" Target="../media/image1825.png"/><Relationship Id="rId303" Type="http://schemas.openxmlformats.org/officeDocument/2006/relationships/image" Target="../media/image1769.png"/><Relationship Id="rId42" Type="http://schemas.openxmlformats.org/officeDocument/2006/relationships/customXml" Target="../ink/ink2646.xml"/><Relationship Id="rId84" Type="http://schemas.openxmlformats.org/officeDocument/2006/relationships/customXml" Target="../ink/ink2667.xml"/><Relationship Id="rId138" Type="http://schemas.openxmlformats.org/officeDocument/2006/relationships/customXml" Target="../ink/ink2694.xml"/><Relationship Id="rId345" Type="http://schemas.openxmlformats.org/officeDocument/2006/relationships/image" Target="../media/image1793.png"/><Relationship Id="rId387" Type="http://schemas.openxmlformats.org/officeDocument/2006/relationships/image" Target="../media/image1817.png"/><Relationship Id="rId191" Type="http://schemas.openxmlformats.org/officeDocument/2006/relationships/image" Target="../media/image1706.png"/><Relationship Id="rId205" Type="http://schemas.openxmlformats.org/officeDocument/2006/relationships/image" Target="../media/image1715.png"/><Relationship Id="rId247" Type="http://schemas.openxmlformats.org/officeDocument/2006/relationships/image" Target="../media/image1738.png"/><Relationship Id="rId412" Type="http://schemas.openxmlformats.org/officeDocument/2006/relationships/customXml" Target="../ink/ink2831.xml"/><Relationship Id="rId107" Type="http://schemas.openxmlformats.org/officeDocument/2006/relationships/image" Target="../media/image1659.png"/><Relationship Id="rId289" Type="http://schemas.openxmlformats.org/officeDocument/2006/relationships/image" Target="../media/image1762.png"/><Relationship Id="rId11" Type="http://schemas.openxmlformats.org/officeDocument/2006/relationships/image" Target="../media/image1605.png"/><Relationship Id="rId53" Type="http://schemas.openxmlformats.org/officeDocument/2006/relationships/image" Target="../media/image1629.png"/><Relationship Id="rId149" Type="http://schemas.openxmlformats.org/officeDocument/2006/relationships/image" Target="../media/image1683.png"/><Relationship Id="rId314" Type="http://schemas.openxmlformats.org/officeDocument/2006/relationships/customXml" Target="../ink/ink2782.xml"/><Relationship Id="rId356" Type="http://schemas.openxmlformats.org/officeDocument/2006/relationships/customXml" Target="../ink/ink2803.xml"/><Relationship Id="rId398" Type="http://schemas.openxmlformats.org/officeDocument/2006/relationships/customXml" Target="../ink/ink2824.xml"/><Relationship Id="rId95" Type="http://schemas.openxmlformats.org/officeDocument/2006/relationships/image" Target="../media/image1653.png"/><Relationship Id="rId160" Type="http://schemas.openxmlformats.org/officeDocument/2006/relationships/customXml" Target="../ink/ink2705.xml"/><Relationship Id="rId216" Type="http://schemas.openxmlformats.org/officeDocument/2006/relationships/customXml" Target="../ink/ink2733.xml"/><Relationship Id="rId258" Type="http://schemas.openxmlformats.org/officeDocument/2006/relationships/customXml" Target="../ink/ink2754.xml"/><Relationship Id="rId22" Type="http://schemas.openxmlformats.org/officeDocument/2006/relationships/customXml" Target="../ink/ink2636.xml"/><Relationship Id="rId64" Type="http://schemas.openxmlformats.org/officeDocument/2006/relationships/customXml" Target="../ink/ink2657.xml"/><Relationship Id="rId118" Type="http://schemas.openxmlformats.org/officeDocument/2006/relationships/customXml" Target="../ink/ink2684.xml"/><Relationship Id="rId325" Type="http://schemas.openxmlformats.org/officeDocument/2006/relationships/image" Target="../media/image1782.png"/><Relationship Id="rId367" Type="http://schemas.openxmlformats.org/officeDocument/2006/relationships/image" Target="../media/image1805.png"/><Relationship Id="rId171" Type="http://schemas.openxmlformats.org/officeDocument/2006/relationships/image" Target="../media/image1695.png"/><Relationship Id="rId227" Type="http://schemas.openxmlformats.org/officeDocument/2006/relationships/image" Target="../media/image1727.png"/><Relationship Id="rId269" Type="http://schemas.openxmlformats.org/officeDocument/2006/relationships/image" Target="../media/image1751.png"/><Relationship Id="rId33" Type="http://schemas.openxmlformats.org/officeDocument/2006/relationships/image" Target="../media/image1618.png"/><Relationship Id="rId129" Type="http://schemas.openxmlformats.org/officeDocument/2006/relationships/image" Target="../media/image1672.png"/><Relationship Id="rId280" Type="http://schemas.openxmlformats.org/officeDocument/2006/relationships/customXml" Target="../ink/ink2765.xml"/><Relationship Id="rId336" Type="http://schemas.openxmlformats.org/officeDocument/2006/relationships/customXml" Target="../ink/ink2793.xml"/><Relationship Id="rId75" Type="http://schemas.openxmlformats.org/officeDocument/2006/relationships/image" Target="../media/image1642.png"/><Relationship Id="rId140" Type="http://schemas.openxmlformats.org/officeDocument/2006/relationships/customXml" Target="../ink/ink2695.xml"/><Relationship Id="rId182" Type="http://schemas.openxmlformats.org/officeDocument/2006/relationships/customXml" Target="../ink/ink2716.xml"/><Relationship Id="rId378" Type="http://schemas.openxmlformats.org/officeDocument/2006/relationships/customXml" Target="../ink/ink2814.xml"/><Relationship Id="rId403" Type="http://schemas.openxmlformats.org/officeDocument/2006/relationships/image" Target="../media/image1826.png"/><Relationship Id="rId6" Type="http://schemas.openxmlformats.org/officeDocument/2006/relationships/customXml" Target="../ink/ink2628.xml"/><Relationship Id="rId238" Type="http://schemas.openxmlformats.org/officeDocument/2006/relationships/customXml" Target="../ink/ink2744.xml"/><Relationship Id="rId291" Type="http://schemas.openxmlformats.org/officeDocument/2006/relationships/image" Target="../media/image1763.png"/><Relationship Id="rId305" Type="http://schemas.openxmlformats.org/officeDocument/2006/relationships/image" Target="../media/image1771.png"/><Relationship Id="rId347" Type="http://schemas.openxmlformats.org/officeDocument/2006/relationships/image" Target="../media/image1794.png"/><Relationship Id="rId44" Type="http://schemas.openxmlformats.org/officeDocument/2006/relationships/customXml" Target="../ink/ink2647.xml"/><Relationship Id="rId86" Type="http://schemas.openxmlformats.org/officeDocument/2006/relationships/customXml" Target="../ink/ink2668.xml"/><Relationship Id="rId151" Type="http://schemas.openxmlformats.org/officeDocument/2006/relationships/image" Target="../media/image1684.png"/><Relationship Id="rId389" Type="http://schemas.openxmlformats.org/officeDocument/2006/relationships/image" Target="../media/image1818.png"/><Relationship Id="rId193" Type="http://schemas.openxmlformats.org/officeDocument/2006/relationships/image" Target="../media/image1707.png"/><Relationship Id="rId207" Type="http://schemas.openxmlformats.org/officeDocument/2006/relationships/image" Target="../media/image1716.png"/><Relationship Id="rId249" Type="http://schemas.openxmlformats.org/officeDocument/2006/relationships/image" Target="../media/image1739.png"/><Relationship Id="rId13" Type="http://schemas.openxmlformats.org/officeDocument/2006/relationships/image" Target="../media/image1606.png"/><Relationship Id="rId109" Type="http://schemas.openxmlformats.org/officeDocument/2006/relationships/image" Target="../media/image1661.png"/><Relationship Id="rId260" Type="http://schemas.openxmlformats.org/officeDocument/2006/relationships/customXml" Target="../ink/ink2755.xml"/><Relationship Id="rId316" Type="http://schemas.openxmlformats.org/officeDocument/2006/relationships/customXml" Target="../ink/ink2783.xml"/><Relationship Id="rId55" Type="http://schemas.openxmlformats.org/officeDocument/2006/relationships/image" Target="../media/image1631.png"/><Relationship Id="rId97" Type="http://schemas.openxmlformats.org/officeDocument/2006/relationships/image" Target="../media/image1654.png"/><Relationship Id="rId120" Type="http://schemas.openxmlformats.org/officeDocument/2006/relationships/customXml" Target="../ink/ink2685.xml"/><Relationship Id="rId358" Type="http://schemas.openxmlformats.org/officeDocument/2006/relationships/customXml" Target="../ink/ink2804.xml"/><Relationship Id="rId162" Type="http://schemas.openxmlformats.org/officeDocument/2006/relationships/customXml" Target="../ink/ink2706.xml"/><Relationship Id="rId218" Type="http://schemas.openxmlformats.org/officeDocument/2006/relationships/customXml" Target="../ink/ink2734.xml"/><Relationship Id="rId271" Type="http://schemas.openxmlformats.org/officeDocument/2006/relationships/image" Target="../media/image1752.png"/><Relationship Id="rId24" Type="http://schemas.openxmlformats.org/officeDocument/2006/relationships/customXml" Target="../ink/ink2637.xml"/><Relationship Id="rId66" Type="http://schemas.openxmlformats.org/officeDocument/2006/relationships/customXml" Target="../ink/ink2658.xml"/><Relationship Id="rId131" Type="http://schemas.openxmlformats.org/officeDocument/2006/relationships/image" Target="../media/image1673.png"/><Relationship Id="rId327" Type="http://schemas.openxmlformats.org/officeDocument/2006/relationships/image" Target="../media/image1783.png"/><Relationship Id="rId369" Type="http://schemas.openxmlformats.org/officeDocument/2006/relationships/image" Target="../media/image1806.png"/><Relationship Id="rId173" Type="http://schemas.openxmlformats.org/officeDocument/2006/relationships/image" Target="../media/image1696.png"/><Relationship Id="rId229" Type="http://schemas.openxmlformats.org/officeDocument/2006/relationships/image" Target="../media/image1728.png"/><Relationship Id="rId380" Type="http://schemas.openxmlformats.org/officeDocument/2006/relationships/customXml" Target="../ink/ink2815.xml"/><Relationship Id="rId240" Type="http://schemas.openxmlformats.org/officeDocument/2006/relationships/customXml" Target="../ink/ink2745.xml"/><Relationship Id="rId35" Type="http://schemas.openxmlformats.org/officeDocument/2006/relationships/image" Target="../media/image1619.png"/><Relationship Id="rId77" Type="http://schemas.openxmlformats.org/officeDocument/2006/relationships/image" Target="../media/image1643.png"/><Relationship Id="rId100" Type="http://schemas.openxmlformats.org/officeDocument/2006/relationships/customXml" Target="../ink/ink2675.xml"/><Relationship Id="rId282" Type="http://schemas.openxmlformats.org/officeDocument/2006/relationships/customXml" Target="../ink/ink2766.xml"/><Relationship Id="rId338" Type="http://schemas.openxmlformats.org/officeDocument/2006/relationships/customXml" Target="../ink/ink2794.xml"/><Relationship Id="rId8" Type="http://schemas.openxmlformats.org/officeDocument/2006/relationships/customXml" Target="../ink/ink2629.xml"/><Relationship Id="rId142" Type="http://schemas.openxmlformats.org/officeDocument/2006/relationships/customXml" Target="../ink/ink2696.xml"/><Relationship Id="rId184" Type="http://schemas.openxmlformats.org/officeDocument/2006/relationships/customXml" Target="../ink/ink2717.xml"/><Relationship Id="rId391" Type="http://schemas.openxmlformats.org/officeDocument/2006/relationships/image" Target="../media/image1819.png"/><Relationship Id="rId405" Type="http://schemas.openxmlformats.org/officeDocument/2006/relationships/image" Target="../media/image1827.png"/><Relationship Id="rId251" Type="http://schemas.openxmlformats.org/officeDocument/2006/relationships/image" Target="../media/image1741.png"/><Relationship Id="rId46" Type="http://schemas.openxmlformats.org/officeDocument/2006/relationships/customXml" Target="../ink/ink2648.xml"/><Relationship Id="rId293" Type="http://schemas.openxmlformats.org/officeDocument/2006/relationships/image" Target="../media/image1764.png"/><Relationship Id="rId307" Type="http://schemas.openxmlformats.org/officeDocument/2006/relationships/image" Target="../media/image1772.png"/><Relationship Id="rId349" Type="http://schemas.openxmlformats.org/officeDocument/2006/relationships/image" Target="../media/image1795.png"/><Relationship Id="rId88" Type="http://schemas.openxmlformats.org/officeDocument/2006/relationships/customXml" Target="../ink/ink2669.xml"/><Relationship Id="rId111" Type="http://schemas.openxmlformats.org/officeDocument/2006/relationships/image" Target="../media/image1662.png"/><Relationship Id="rId153" Type="http://schemas.openxmlformats.org/officeDocument/2006/relationships/image" Target="../media/image1685.png"/><Relationship Id="rId195" Type="http://schemas.openxmlformats.org/officeDocument/2006/relationships/image" Target="../media/image1708.png"/><Relationship Id="rId209" Type="http://schemas.openxmlformats.org/officeDocument/2006/relationships/image" Target="../media/image1717.png"/><Relationship Id="rId360" Type="http://schemas.openxmlformats.org/officeDocument/2006/relationships/customXml" Target="../ink/ink2805.xml"/><Relationship Id="rId220" Type="http://schemas.openxmlformats.org/officeDocument/2006/relationships/customXml" Target="../ink/ink2735.xml"/><Relationship Id="rId15" Type="http://schemas.openxmlformats.org/officeDocument/2006/relationships/image" Target="../media/image1607.png"/><Relationship Id="rId57" Type="http://schemas.openxmlformats.org/officeDocument/2006/relationships/image" Target="../media/image1632.png"/><Relationship Id="rId262" Type="http://schemas.openxmlformats.org/officeDocument/2006/relationships/customXml" Target="../ink/ink2756.xml"/><Relationship Id="rId318" Type="http://schemas.openxmlformats.org/officeDocument/2006/relationships/customXml" Target="../ink/ink2784.xml"/><Relationship Id="rId99" Type="http://schemas.openxmlformats.org/officeDocument/2006/relationships/image" Target="../media/image1655.png"/><Relationship Id="rId122" Type="http://schemas.openxmlformats.org/officeDocument/2006/relationships/customXml" Target="../ink/ink2686.xml"/><Relationship Id="rId164" Type="http://schemas.openxmlformats.org/officeDocument/2006/relationships/customXml" Target="../ink/ink2707.xml"/><Relationship Id="rId371" Type="http://schemas.openxmlformats.org/officeDocument/2006/relationships/image" Target="../media/image1807.png"/><Relationship Id="rId26" Type="http://schemas.openxmlformats.org/officeDocument/2006/relationships/customXml" Target="../ink/ink2638.xml"/><Relationship Id="rId231" Type="http://schemas.openxmlformats.org/officeDocument/2006/relationships/image" Target="../media/image1729.png"/><Relationship Id="rId273" Type="http://schemas.openxmlformats.org/officeDocument/2006/relationships/image" Target="../media/image1753.png"/><Relationship Id="rId329" Type="http://schemas.openxmlformats.org/officeDocument/2006/relationships/image" Target="../media/image1784.png"/><Relationship Id="rId68" Type="http://schemas.openxmlformats.org/officeDocument/2006/relationships/customXml" Target="../ink/ink2659.xml"/><Relationship Id="rId133" Type="http://schemas.openxmlformats.org/officeDocument/2006/relationships/image" Target="../media/image1674.png"/><Relationship Id="rId175" Type="http://schemas.openxmlformats.org/officeDocument/2006/relationships/image" Target="../media/image1697.png"/><Relationship Id="rId340" Type="http://schemas.openxmlformats.org/officeDocument/2006/relationships/customXml" Target="../ink/ink2795.xml"/><Relationship Id="rId200" Type="http://schemas.openxmlformats.org/officeDocument/2006/relationships/customXml" Target="../ink/ink2725.xml"/><Relationship Id="rId382" Type="http://schemas.openxmlformats.org/officeDocument/2006/relationships/customXml" Target="../ink/ink2816.xml"/><Relationship Id="rId242" Type="http://schemas.openxmlformats.org/officeDocument/2006/relationships/customXml" Target="../ink/ink2746.xml"/><Relationship Id="rId284" Type="http://schemas.openxmlformats.org/officeDocument/2006/relationships/customXml" Target="../ink/ink2767.xml"/><Relationship Id="rId37" Type="http://schemas.openxmlformats.org/officeDocument/2006/relationships/image" Target="../media/image1621.png"/><Relationship Id="rId79" Type="http://schemas.openxmlformats.org/officeDocument/2006/relationships/image" Target="../media/image1644.png"/><Relationship Id="rId102" Type="http://schemas.openxmlformats.org/officeDocument/2006/relationships/customXml" Target="../ink/ink2676.xml"/><Relationship Id="rId144" Type="http://schemas.openxmlformats.org/officeDocument/2006/relationships/customXml" Target="../ink/ink2697.xml"/><Relationship Id="rId90" Type="http://schemas.openxmlformats.org/officeDocument/2006/relationships/customXml" Target="../ink/ink2670.xml"/><Relationship Id="rId186" Type="http://schemas.openxmlformats.org/officeDocument/2006/relationships/customXml" Target="../ink/ink2718.xml"/><Relationship Id="rId351" Type="http://schemas.openxmlformats.org/officeDocument/2006/relationships/image" Target="../media/image1796.png"/><Relationship Id="rId393" Type="http://schemas.openxmlformats.org/officeDocument/2006/relationships/image" Target="../media/image1821.png"/><Relationship Id="rId407" Type="http://schemas.openxmlformats.org/officeDocument/2006/relationships/image" Target="../media/image1828.png"/><Relationship Id="rId211" Type="http://schemas.openxmlformats.org/officeDocument/2006/relationships/image" Target="../media/image1718.png"/><Relationship Id="rId253" Type="http://schemas.openxmlformats.org/officeDocument/2006/relationships/image" Target="../media/image1742.png"/><Relationship Id="rId295" Type="http://schemas.openxmlformats.org/officeDocument/2006/relationships/image" Target="../media/image1765.png"/><Relationship Id="rId309" Type="http://schemas.openxmlformats.org/officeDocument/2006/relationships/image" Target="../media/image1773.png"/><Relationship Id="rId48" Type="http://schemas.openxmlformats.org/officeDocument/2006/relationships/customXml" Target="../ink/ink2649.xml"/><Relationship Id="rId113" Type="http://schemas.openxmlformats.org/officeDocument/2006/relationships/image" Target="../media/image1663.png"/><Relationship Id="rId320" Type="http://schemas.openxmlformats.org/officeDocument/2006/relationships/customXml" Target="../ink/ink2785.xml"/></Relationships>
</file>

<file path=ppt/slides/_rels/slide19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3690.png"/><Relationship Id="rId299" Type="http://schemas.openxmlformats.org/officeDocument/2006/relationships/image" Target="../media/image4671.png"/><Relationship Id="rId21" Type="http://schemas.openxmlformats.org/officeDocument/2006/relationships/image" Target="../media/image3230.png"/><Relationship Id="rId63" Type="http://schemas.openxmlformats.org/officeDocument/2006/relationships/image" Target="../media/image3440.png"/><Relationship Id="rId159" Type="http://schemas.openxmlformats.org/officeDocument/2006/relationships/image" Target="../media/image3890.png"/><Relationship Id="rId324" Type="http://schemas.openxmlformats.org/officeDocument/2006/relationships/customXml" Target="../ink/ink2992.xml"/><Relationship Id="rId170" Type="http://schemas.openxmlformats.org/officeDocument/2006/relationships/customXml" Target="../ink/ink2915.xml"/><Relationship Id="rId226" Type="http://schemas.openxmlformats.org/officeDocument/2006/relationships/customXml" Target="../ink/ink2943.xml"/><Relationship Id="rId268" Type="http://schemas.openxmlformats.org/officeDocument/2006/relationships/customXml" Target="../ink/ink2964.xml"/><Relationship Id="rId32" Type="http://schemas.openxmlformats.org/officeDocument/2006/relationships/customXml" Target="../ink/ink2846.xml"/><Relationship Id="rId74" Type="http://schemas.openxmlformats.org/officeDocument/2006/relationships/customXml" Target="../ink/ink2867.xml"/><Relationship Id="rId128" Type="http://schemas.openxmlformats.org/officeDocument/2006/relationships/customXml" Target="../ink/ink2894.xml"/><Relationship Id="rId335" Type="http://schemas.openxmlformats.org/officeDocument/2006/relationships/image" Target="../media/image4851.png"/><Relationship Id="rId5" Type="http://schemas.openxmlformats.org/officeDocument/2006/relationships/image" Target="../media/image3150.png"/><Relationship Id="rId181" Type="http://schemas.openxmlformats.org/officeDocument/2006/relationships/image" Target="../media/image4000.png"/><Relationship Id="rId237" Type="http://schemas.openxmlformats.org/officeDocument/2006/relationships/image" Target="../media/image4280.png"/><Relationship Id="rId279" Type="http://schemas.openxmlformats.org/officeDocument/2006/relationships/image" Target="../media/image4571.png"/><Relationship Id="rId43" Type="http://schemas.openxmlformats.org/officeDocument/2006/relationships/image" Target="../media/image3340.png"/><Relationship Id="rId139" Type="http://schemas.openxmlformats.org/officeDocument/2006/relationships/image" Target="../media/image3800.png"/><Relationship Id="rId290" Type="http://schemas.openxmlformats.org/officeDocument/2006/relationships/customXml" Target="../ink/ink2975.xml"/><Relationship Id="rId304" Type="http://schemas.openxmlformats.org/officeDocument/2006/relationships/customXml" Target="../ink/ink2982.xml"/><Relationship Id="rId346" Type="http://schemas.openxmlformats.org/officeDocument/2006/relationships/customXml" Target="../ink/ink3003.xml"/><Relationship Id="rId85" Type="http://schemas.openxmlformats.org/officeDocument/2006/relationships/image" Target="../media/image3030.png"/><Relationship Id="rId150" Type="http://schemas.openxmlformats.org/officeDocument/2006/relationships/customXml" Target="../ink/ink2905.xml"/><Relationship Id="rId192" Type="http://schemas.openxmlformats.org/officeDocument/2006/relationships/customXml" Target="../ink/ink2926.xml"/><Relationship Id="rId206" Type="http://schemas.openxmlformats.org/officeDocument/2006/relationships/customXml" Target="../ink/ink2933.xml"/><Relationship Id="rId248" Type="http://schemas.openxmlformats.org/officeDocument/2006/relationships/customXml" Target="../ink/ink2954.xml"/><Relationship Id="rId12" Type="http://schemas.openxmlformats.org/officeDocument/2006/relationships/customXml" Target="../ink/ink2836.xml"/><Relationship Id="rId108" Type="http://schemas.openxmlformats.org/officeDocument/2006/relationships/customXml" Target="../ink/ink2884.xml"/><Relationship Id="rId315" Type="http://schemas.openxmlformats.org/officeDocument/2006/relationships/image" Target="../media/image4751.png"/><Relationship Id="rId54" Type="http://schemas.openxmlformats.org/officeDocument/2006/relationships/customXml" Target="../ink/ink2857.xml"/><Relationship Id="rId96" Type="http://schemas.openxmlformats.org/officeDocument/2006/relationships/customXml" Target="../ink/ink2878.xml"/><Relationship Id="rId161" Type="http://schemas.openxmlformats.org/officeDocument/2006/relationships/image" Target="../media/image3900.png"/><Relationship Id="rId217" Type="http://schemas.openxmlformats.org/officeDocument/2006/relationships/image" Target="../media/image4180.png"/><Relationship Id="rId259" Type="http://schemas.openxmlformats.org/officeDocument/2006/relationships/image" Target="../media/image4471.png"/><Relationship Id="rId23" Type="http://schemas.openxmlformats.org/officeDocument/2006/relationships/image" Target="../media/image3240.png"/><Relationship Id="rId119" Type="http://schemas.openxmlformats.org/officeDocument/2006/relationships/image" Target="../media/image3700.png"/><Relationship Id="rId270" Type="http://schemas.openxmlformats.org/officeDocument/2006/relationships/customXml" Target="../ink/ink2965.xml"/><Relationship Id="rId326" Type="http://schemas.openxmlformats.org/officeDocument/2006/relationships/customXml" Target="../ink/ink2993.xml"/><Relationship Id="rId65" Type="http://schemas.openxmlformats.org/officeDocument/2006/relationships/image" Target="../media/image3450.png"/><Relationship Id="rId130" Type="http://schemas.openxmlformats.org/officeDocument/2006/relationships/customXml" Target="../ink/ink2895.xml"/><Relationship Id="rId172" Type="http://schemas.openxmlformats.org/officeDocument/2006/relationships/customXml" Target="../ink/ink2916.xml"/><Relationship Id="rId228" Type="http://schemas.openxmlformats.org/officeDocument/2006/relationships/customXml" Target="../ink/ink2944.xml"/><Relationship Id="rId281" Type="http://schemas.openxmlformats.org/officeDocument/2006/relationships/image" Target="../media/image4581.png"/><Relationship Id="rId337" Type="http://schemas.openxmlformats.org/officeDocument/2006/relationships/image" Target="../media/image4861.png"/><Relationship Id="rId34" Type="http://schemas.openxmlformats.org/officeDocument/2006/relationships/customXml" Target="../ink/ink2847.xml"/><Relationship Id="rId76" Type="http://schemas.openxmlformats.org/officeDocument/2006/relationships/customXml" Target="../ink/ink2868.xml"/><Relationship Id="rId141" Type="http://schemas.openxmlformats.org/officeDocument/2006/relationships/image" Target="../media/image3812.png"/><Relationship Id="rId7" Type="http://schemas.openxmlformats.org/officeDocument/2006/relationships/image" Target="../media/image3160.png"/><Relationship Id="rId183" Type="http://schemas.openxmlformats.org/officeDocument/2006/relationships/image" Target="../media/image4012.png"/><Relationship Id="rId239" Type="http://schemas.openxmlformats.org/officeDocument/2006/relationships/image" Target="../media/image4290.png"/><Relationship Id="rId250" Type="http://schemas.openxmlformats.org/officeDocument/2006/relationships/customXml" Target="../ink/ink2955.xml"/><Relationship Id="rId292" Type="http://schemas.openxmlformats.org/officeDocument/2006/relationships/customXml" Target="../ink/ink2976.xml"/><Relationship Id="rId306" Type="http://schemas.openxmlformats.org/officeDocument/2006/relationships/customXml" Target="../ink/ink2983.xml"/><Relationship Id="rId45" Type="http://schemas.openxmlformats.org/officeDocument/2006/relationships/image" Target="../media/image3350.png"/><Relationship Id="rId87" Type="http://schemas.openxmlformats.org/officeDocument/2006/relationships/image" Target="../media/image3550.png"/><Relationship Id="rId110" Type="http://schemas.openxmlformats.org/officeDocument/2006/relationships/customXml" Target="../ink/ink2885.xml"/><Relationship Id="rId348" Type="http://schemas.openxmlformats.org/officeDocument/2006/relationships/customXml" Target="../ink/ink3004.xml"/><Relationship Id="rId152" Type="http://schemas.openxmlformats.org/officeDocument/2006/relationships/customXml" Target="../ink/ink2906.xml"/><Relationship Id="rId194" Type="http://schemas.openxmlformats.org/officeDocument/2006/relationships/customXml" Target="../ink/ink2927.xml"/><Relationship Id="rId208" Type="http://schemas.openxmlformats.org/officeDocument/2006/relationships/customXml" Target="../ink/ink2934.xml"/><Relationship Id="rId261" Type="http://schemas.openxmlformats.org/officeDocument/2006/relationships/image" Target="../media/image4481.png"/><Relationship Id="rId14" Type="http://schemas.openxmlformats.org/officeDocument/2006/relationships/customXml" Target="../ink/ink2837.xml"/><Relationship Id="rId56" Type="http://schemas.openxmlformats.org/officeDocument/2006/relationships/customXml" Target="../ink/ink2858.xml"/><Relationship Id="rId317" Type="http://schemas.openxmlformats.org/officeDocument/2006/relationships/image" Target="../media/image4761.png"/><Relationship Id="rId8" Type="http://schemas.openxmlformats.org/officeDocument/2006/relationships/customXml" Target="../ink/ink2834.xml"/><Relationship Id="rId98" Type="http://schemas.openxmlformats.org/officeDocument/2006/relationships/customXml" Target="../ink/ink2879.xml"/><Relationship Id="rId121" Type="http://schemas.openxmlformats.org/officeDocument/2006/relationships/image" Target="../media/image3712.png"/><Relationship Id="rId142" Type="http://schemas.openxmlformats.org/officeDocument/2006/relationships/customXml" Target="../ink/ink2901.xml"/><Relationship Id="rId163" Type="http://schemas.openxmlformats.org/officeDocument/2006/relationships/image" Target="../media/image3912.png"/><Relationship Id="rId184" Type="http://schemas.openxmlformats.org/officeDocument/2006/relationships/customXml" Target="../ink/ink2922.xml"/><Relationship Id="rId219" Type="http://schemas.openxmlformats.org/officeDocument/2006/relationships/image" Target="../media/image4190.png"/><Relationship Id="rId230" Type="http://schemas.openxmlformats.org/officeDocument/2006/relationships/customXml" Target="../ink/ink2945.xml"/><Relationship Id="rId251" Type="http://schemas.openxmlformats.org/officeDocument/2006/relationships/image" Target="../media/image4350.png"/><Relationship Id="rId25" Type="http://schemas.openxmlformats.org/officeDocument/2006/relationships/image" Target="../media/image3250.png"/><Relationship Id="rId46" Type="http://schemas.openxmlformats.org/officeDocument/2006/relationships/customXml" Target="../ink/ink2853.xml"/><Relationship Id="rId67" Type="http://schemas.openxmlformats.org/officeDocument/2006/relationships/image" Target="../media/image3460.png"/><Relationship Id="rId272" Type="http://schemas.openxmlformats.org/officeDocument/2006/relationships/customXml" Target="../ink/ink2966.xml"/><Relationship Id="rId293" Type="http://schemas.openxmlformats.org/officeDocument/2006/relationships/image" Target="../media/image4641.png"/><Relationship Id="rId307" Type="http://schemas.openxmlformats.org/officeDocument/2006/relationships/image" Target="../media/image4713.png"/><Relationship Id="rId328" Type="http://schemas.openxmlformats.org/officeDocument/2006/relationships/customXml" Target="../ink/ink2994.xml"/><Relationship Id="rId349" Type="http://schemas.openxmlformats.org/officeDocument/2006/relationships/image" Target="../media/image4921.png"/><Relationship Id="rId88" Type="http://schemas.openxmlformats.org/officeDocument/2006/relationships/customXml" Target="../ink/ink2874.xml"/><Relationship Id="rId111" Type="http://schemas.openxmlformats.org/officeDocument/2006/relationships/image" Target="../media/image3660.png"/><Relationship Id="rId132" Type="http://schemas.openxmlformats.org/officeDocument/2006/relationships/customXml" Target="../ink/ink2896.xml"/><Relationship Id="rId153" Type="http://schemas.openxmlformats.org/officeDocument/2006/relationships/image" Target="../media/image3112.png"/><Relationship Id="rId174" Type="http://schemas.openxmlformats.org/officeDocument/2006/relationships/customXml" Target="../ink/ink2917.xml"/><Relationship Id="rId195" Type="http://schemas.openxmlformats.org/officeDocument/2006/relationships/image" Target="../media/image4070.png"/><Relationship Id="rId209" Type="http://schemas.openxmlformats.org/officeDocument/2006/relationships/image" Target="../media/image4140.png"/><Relationship Id="rId220" Type="http://schemas.openxmlformats.org/officeDocument/2006/relationships/customXml" Target="../ink/ink2940.xml"/><Relationship Id="rId241" Type="http://schemas.openxmlformats.org/officeDocument/2006/relationships/image" Target="../media/image4300.png"/><Relationship Id="rId15" Type="http://schemas.openxmlformats.org/officeDocument/2006/relationships/image" Target="../media/image3200.png"/><Relationship Id="rId36" Type="http://schemas.openxmlformats.org/officeDocument/2006/relationships/customXml" Target="../ink/ink2848.xml"/><Relationship Id="rId57" Type="http://schemas.openxmlformats.org/officeDocument/2006/relationships/image" Target="../media/image3412.png"/><Relationship Id="rId262" Type="http://schemas.openxmlformats.org/officeDocument/2006/relationships/customXml" Target="../ink/ink2961.xml"/><Relationship Id="rId283" Type="http://schemas.openxmlformats.org/officeDocument/2006/relationships/image" Target="../media/image4591.png"/><Relationship Id="rId318" Type="http://schemas.openxmlformats.org/officeDocument/2006/relationships/customXml" Target="../ink/ink2989.xml"/><Relationship Id="rId339" Type="http://schemas.openxmlformats.org/officeDocument/2006/relationships/image" Target="../media/image4871.png"/><Relationship Id="rId78" Type="http://schemas.openxmlformats.org/officeDocument/2006/relationships/customXml" Target="../ink/ink2869.xml"/><Relationship Id="rId99" Type="http://schemas.openxmlformats.org/officeDocument/2006/relationships/image" Target="../media/image3600.png"/><Relationship Id="rId101" Type="http://schemas.openxmlformats.org/officeDocument/2006/relationships/image" Target="../media/image3612.png"/><Relationship Id="rId122" Type="http://schemas.openxmlformats.org/officeDocument/2006/relationships/customXml" Target="../ink/ink2891.xml"/><Relationship Id="rId143" Type="http://schemas.openxmlformats.org/officeDocument/2006/relationships/image" Target="../media/image3820.png"/><Relationship Id="rId164" Type="http://schemas.openxmlformats.org/officeDocument/2006/relationships/customXml" Target="../ink/ink2912.xml"/><Relationship Id="rId185" Type="http://schemas.openxmlformats.org/officeDocument/2006/relationships/image" Target="../media/image4020.png"/><Relationship Id="rId9" Type="http://schemas.openxmlformats.org/officeDocument/2006/relationships/image" Target="../media/image3170.png"/><Relationship Id="rId210" Type="http://schemas.openxmlformats.org/officeDocument/2006/relationships/customXml" Target="../ink/ink2935.xml"/><Relationship Id="rId26" Type="http://schemas.openxmlformats.org/officeDocument/2006/relationships/customXml" Target="../ink/ink2843.xml"/><Relationship Id="rId231" Type="http://schemas.openxmlformats.org/officeDocument/2006/relationships/image" Target="../media/image4250.png"/><Relationship Id="rId252" Type="http://schemas.openxmlformats.org/officeDocument/2006/relationships/customXml" Target="../ink/ink2956.xml"/><Relationship Id="rId273" Type="http://schemas.openxmlformats.org/officeDocument/2006/relationships/image" Target="../media/image4541.png"/><Relationship Id="rId294" Type="http://schemas.openxmlformats.org/officeDocument/2006/relationships/customXml" Target="../ink/ink2977.xml"/><Relationship Id="rId308" Type="http://schemas.openxmlformats.org/officeDocument/2006/relationships/customXml" Target="../ink/ink2984.xml"/><Relationship Id="rId329" Type="http://schemas.openxmlformats.org/officeDocument/2006/relationships/image" Target="../media/image4821.png"/><Relationship Id="rId47" Type="http://schemas.openxmlformats.org/officeDocument/2006/relationships/image" Target="../media/image3360.png"/><Relationship Id="rId68" Type="http://schemas.openxmlformats.org/officeDocument/2006/relationships/customXml" Target="../ink/ink2864.xml"/><Relationship Id="rId89" Type="http://schemas.openxmlformats.org/officeDocument/2006/relationships/image" Target="../media/image3050.png"/><Relationship Id="rId112" Type="http://schemas.openxmlformats.org/officeDocument/2006/relationships/customXml" Target="../ink/ink2886.xml"/><Relationship Id="rId133" Type="http://schemas.openxmlformats.org/officeDocument/2006/relationships/image" Target="../media/image3770.png"/><Relationship Id="rId154" Type="http://schemas.openxmlformats.org/officeDocument/2006/relationships/customXml" Target="../ink/ink2907.xml"/><Relationship Id="rId175" Type="http://schemas.openxmlformats.org/officeDocument/2006/relationships/image" Target="../media/image3970.png"/><Relationship Id="rId340" Type="http://schemas.openxmlformats.org/officeDocument/2006/relationships/customXml" Target="../ink/ink3000.xml"/><Relationship Id="rId196" Type="http://schemas.openxmlformats.org/officeDocument/2006/relationships/customXml" Target="../ink/ink2928.xml"/><Relationship Id="rId200" Type="http://schemas.openxmlformats.org/officeDocument/2006/relationships/customXml" Target="../ink/ink2930.xml"/><Relationship Id="rId16" Type="http://schemas.openxmlformats.org/officeDocument/2006/relationships/customXml" Target="../ink/ink2838.xml"/><Relationship Id="rId221" Type="http://schemas.openxmlformats.org/officeDocument/2006/relationships/image" Target="../media/image4200.png"/><Relationship Id="rId242" Type="http://schemas.openxmlformats.org/officeDocument/2006/relationships/customXml" Target="../ink/ink2951.xml"/><Relationship Id="rId263" Type="http://schemas.openxmlformats.org/officeDocument/2006/relationships/image" Target="../media/image4491.png"/><Relationship Id="rId284" Type="http://schemas.openxmlformats.org/officeDocument/2006/relationships/customXml" Target="../ink/ink2972.xml"/><Relationship Id="rId319" Type="http://schemas.openxmlformats.org/officeDocument/2006/relationships/image" Target="../media/image4771.png"/><Relationship Id="rId37" Type="http://schemas.openxmlformats.org/officeDocument/2006/relationships/image" Target="../media/image3311.png"/><Relationship Id="rId58" Type="http://schemas.openxmlformats.org/officeDocument/2006/relationships/customXml" Target="../ink/ink2859.xml"/><Relationship Id="rId79" Type="http://schemas.openxmlformats.org/officeDocument/2006/relationships/image" Target="../media/image3520.png"/><Relationship Id="rId102" Type="http://schemas.openxmlformats.org/officeDocument/2006/relationships/customXml" Target="../ink/ink2881.xml"/><Relationship Id="rId123" Type="http://schemas.openxmlformats.org/officeDocument/2006/relationships/image" Target="../media/image3720.png"/><Relationship Id="rId144" Type="http://schemas.openxmlformats.org/officeDocument/2006/relationships/customXml" Target="../ink/ink2902.xml"/><Relationship Id="rId330" Type="http://schemas.openxmlformats.org/officeDocument/2006/relationships/customXml" Target="../ink/ink2995.xml"/><Relationship Id="rId90" Type="http://schemas.openxmlformats.org/officeDocument/2006/relationships/customXml" Target="../ink/ink2875.xml"/><Relationship Id="rId165" Type="http://schemas.openxmlformats.org/officeDocument/2006/relationships/image" Target="../media/image3920.png"/><Relationship Id="rId186" Type="http://schemas.openxmlformats.org/officeDocument/2006/relationships/customXml" Target="../ink/ink2923.xml"/><Relationship Id="rId211" Type="http://schemas.openxmlformats.org/officeDocument/2006/relationships/image" Target="../media/image4150.png"/><Relationship Id="rId232" Type="http://schemas.openxmlformats.org/officeDocument/2006/relationships/customXml" Target="../ink/ink2946.xml"/><Relationship Id="rId253" Type="http://schemas.openxmlformats.org/officeDocument/2006/relationships/image" Target="../media/image4441.png"/><Relationship Id="rId274" Type="http://schemas.openxmlformats.org/officeDocument/2006/relationships/customXml" Target="../ink/ink2967.xml"/><Relationship Id="rId295" Type="http://schemas.openxmlformats.org/officeDocument/2006/relationships/image" Target="../media/image4651.png"/><Relationship Id="rId309" Type="http://schemas.openxmlformats.org/officeDocument/2006/relationships/image" Target="../media/image4721.png"/><Relationship Id="rId27" Type="http://schemas.openxmlformats.org/officeDocument/2006/relationships/image" Target="../media/image3260.png"/><Relationship Id="rId48" Type="http://schemas.openxmlformats.org/officeDocument/2006/relationships/customXml" Target="../ink/ink2854.xml"/><Relationship Id="rId69" Type="http://schemas.openxmlformats.org/officeDocument/2006/relationships/image" Target="../media/image3470.png"/><Relationship Id="rId113" Type="http://schemas.openxmlformats.org/officeDocument/2006/relationships/image" Target="../media/image3670.png"/><Relationship Id="rId134" Type="http://schemas.openxmlformats.org/officeDocument/2006/relationships/customXml" Target="../ink/ink2897.xml"/><Relationship Id="rId320" Type="http://schemas.openxmlformats.org/officeDocument/2006/relationships/customXml" Target="../ink/ink2990.xml"/><Relationship Id="rId80" Type="http://schemas.openxmlformats.org/officeDocument/2006/relationships/customXml" Target="../ink/ink2870.xml"/><Relationship Id="rId155" Type="http://schemas.openxmlformats.org/officeDocument/2006/relationships/image" Target="../media/image3870.png"/><Relationship Id="rId176" Type="http://schemas.openxmlformats.org/officeDocument/2006/relationships/customXml" Target="../ink/ink2918.xml"/><Relationship Id="rId197" Type="http://schemas.openxmlformats.org/officeDocument/2006/relationships/image" Target="../media/image4080.png"/><Relationship Id="rId341" Type="http://schemas.openxmlformats.org/officeDocument/2006/relationships/image" Target="../media/image4880.png"/><Relationship Id="rId201" Type="http://schemas.openxmlformats.org/officeDocument/2006/relationships/image" Target="../media/image4100.png"/><Relationship Id="rId222" Type="http://schemas.openxmlformats.org/officeDocument/2006/relationships/customXml" Target="../ink/ink2941.xml"/><Relationship Id="rId243" Type="http://schemas.openxmlformats.org/officeDocument/2006/relationships/image" Target="../media/image4311.png"/><Relationship Id="rId264" Type="http://schemas.openxmlformats.org/officeDocument/2006/relationships/customXml" Target="../ink/ink2962.xml"/><Relationship Id="rId285" Type="http://schemas.openxmlformats.org/officeDocument/2006/relationships/image" Target="../media/image4601.png"/><Relationship Id="rId17" Type="http://schemas.openxmlformats.org/officeDocument/2006/relationships/image" Target="../media/image3212.png"/><Relationship Id="rId38" Type="http://schemas.openxmlformats.org/officeDocument/2006/relationships/customXml" Target="../ink/ink2849.xml"/><Relationship Id="rId59" Type="http://schemas.openxmlformats.org/officeDocument/2006/relationships/image" Target="../media/image3420.png"/><Relationship Id="rId103" Type="http://schemas.openxmlformats.org/officeDocument/2006/relationships/image" Target="../media/image3620.png"/><Relationship Id="rId124" Type="http://schemas.openxmlformats.org/officeDocument/2006/relationships/customXml" Target="../ink/ink2892.xml"/><Relationship Id="rId310" Type="http://schemas.openxmlformats.org/officeDocument/2006/relationships/customXml" Target="../ink/ink2985.xml"/><Relationship Id="rId70" Type="http://schemas.openxmlformats.org/officeDocument/2006/relationships/customXml" Target="../ink/ink2865.xml"/><Relationship Id="rId91" Type="http://schemas.openxmlformats.org/officeDocument/2006/relationships/image" Target="../media/image3560.png"/><Relationship Id="rId145" Type="http://schemas.openxmlformats.org/officeDocument/2006/relationships/image" Target="../media/image3830.png"/><Relationship Id="rId166" Type="http://schemas.openxmlformats.org/officeDocument/2006/relationships/customXml" Target="../ink/ink2913.xml"/><Relationship Id="rId187" Type="http://schemas.openxmlformats.org/officeDocument/2006/relationships/image" Target="../media/image4030.png"/><Relationship Id="rId331" Type="http://schemas.openxmlformats.org/officeDocument/2006/relationships/image" Target="../media/image4831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2936.xml"/><Relationship Id="rId233" Type="http://schemas.openxmlformats.org/officeDocument/2006/relationships/image" Target="../media/image4260.png"/><Relationship Id="rId254" Type="http://schemas.openxmlformats.org/officeDocument/2006/relationships/customXml" Target="../ink/ink2957.xml"/><Relationship Id="rId28" Type="http://schemas.openxmlformats.org/officeDocument/2006/relationships/customXml" Target="../ink/ink2844.xml"/><Relationship Id="rId49" Type="http://schemas.openxmlformats.org/officeDocument/2006/relationships/image" Target="../media/image3370.png"/><Relationship Id="rId114" Type="http://schemas.openxmlformats.org/officeDocument/2006/relationships/customXml" Target="../ink/ink2887.xml"/><Relationship Id="rId275" Type="http://schemas.openxmlformats.org/officeDocument/2006/relationships/image" Target="../media/image4551.png"/><Relationship Id="rId296" Type="http://schemas.openxmlformats.org/officeDocument/2006/relationships/customXml" Target="../ink/ink2978.xml"/><Relationship Id="rId300" Type="http://schemas.openxmlformats.org/officeDocument/2006/relationships/customXml" Target="../ink/ink2980.xml"/><Relationship Id="rId60" Type="http://schemas.openxmlformats.org/officeDocument/2006/relationships/customXml" Target="../ink/ink2860.xml"/><Relationship Id="rId81" Type="http://schemas.openxmlformats.org/officeDocument/2006/relationships/image" Target="../media/image3530.png"/><Relationship Id="rId135" Type="http://schemas.openxmlformats.org/officeDocument/2006/relationships/image" Target="../media/image3780.png"/><Relationship Id="rId156" Type="http://schemas.openxmlformats.org/officeDocument/2006/relationships/customXml" Target="../ink/ink2908.xml"/><Relationship Id="rId177" Type="http://schemas.openxmlformats.org/officeDocument/2006/relationships/image" Target="../media/image3980.png"/><Relationship Id="rId198" Type="http://schemas.openxmlformats.org/officeDocument/2006/relationships/customXml" Target="../ink/ink2929.xml"/><Relationship Id="rId321" Type="http://schemas.openxmlformats.org/officeDocument/2006/relationships/image" Target="../media/image4781.png"/><Relationship Id="rId342" Type="http://schemas.openxmlformats.org/officeDocument/2006/relationships/customXml" Target="../ink/ink3001.xml"/><Relationship Id="rId202" Type="http://schemas.openxmlformats.org/officeDocument/2006/relationships/customXml" Target="../ink/ink2931.xml"/><Relationship Id="rId223" Type="http://schemas.openxmlformats.org/officeDocument/2006/relationships/image" Target="../media/image4212.png"/><Relationship Id="rId244" Type="http://schemas.openxmlformats.org/officeDocument/2006/relationships/customXml" Target="../ink/ink2952.xml"/><Relationship Id="rId18" Type="http://schemas.openxmlformats.org/officeDocument/2006/relationships/customXml" Target="../ink/ink2839.xml"/><Relationship Id="rId39" Type="http://schemas.openxmlformats.org/officeDocument/2006/relationships/image" Target="../media/image3320.png"/><Relationship Id="rId265" Type="http://schemas.openxmlformats.org/officeDocument/2006/relationships/image" Target="../media/image4501.png"/><Relationship Id="rId286" Type="http://schemas.openxmlformats.org/officeDocument/2006/relationships/customXml" Target="../ink/ink2973.xml"/><Relationship Id="rId50" Type="http://schemas.openxmlformats.org/officeDocument/2006/relationships/customXml" Target="../ink/ink2855.xml"/><Relationship Id="rId104" Type="http://schemas.openxmlformats.org/officeDocument/2006/relationships/customXml" Target="../ink/ink2882.xml"/><Relationship Id="rId125" Type="http://schemas.openxmlformats.org/officeDocument/2006/relationships/image" Target="../media/image3730.png"/><Relationship Id="rId146" Type="http://schemas.openxmlformats.org/officeDocument/2006/relationships/customXml" Target="../ink/ink2903.xml"/><Relationship Id="rId167" Type="http://schemas.openxmlformats.org/officeDocument/2006/relationships/image" Target="../media/image3930.png"/><Relationship Id="rId188" Type="http://schemas.openxmlformats.org/officeDocument/2006/relationships/customXml" Target="../ink/ink2924.xml"/><Relationship Id="rId311" Type="http://schemas.openxmlformats.org/officeDocument/2006/relationships/image" Target="../media/image4731.png"/><Relationship Id="rId332" Type="http://schemas.openxmlformats.org/officeDocument/2006/relationships/customXml" Target="../ink/ink2996.xml"/><Relationship Id="rId71" Type="http://schemas.openxmlformats.org/officeDocument/2006/relationships/image" Target="../media/image3480.png"/><Relationship Id="rId92" Type="http://schemas.openxmlformats.org/officeDocument/2006/relationships/customXml" Target="../ink/ink2876.xml"/><Relationship Id="rId213" Type="http://schemas.openxmlformats.org/officeDocument/2006/relationships/image" Target="../media/image4160.png"/><Relationship Id="rId234" Type="http://schemas.openxmlformats.org/officeDocument/2006/relationships/customXml" Target="../ink/ink2947.xml"/><Relationship Id="rId2" Type="http://schemas.openxmlformats.org/officeDocument/2006/relationships/image" Target="../media/image1600.png"/><Relationship Id="rId29" Type="http://schemas.openxmlformats.org/officeDocument/2006/relationships/image" Target="../media/image3270.png"/><Relationship Id="rId255" Type="http://schemas.openxmlformats.org/officeDocument/2006/relationships/image" Target="../media/image4451.png"/><Relationship Id="rId276" Type="http://schemas.openxmlformats.org/officeDocument/2006/relationships/customXml" Target="../ink/ink2968.xml"/><Relationship Id="rId297" Type="http://schemas.openxmlformats.org/officeDocument/2006/relationships/image" Target="../media/image4661.png"/><Relationship Id="rId40" Type="http://schemas.openxmlformats.org/officeDocument/2006/relationships/customXml" Target="../ink/ink2850.xml"/><Relationship Id="rId115" Type="http://schemas.openxmlformats.org/officeDocument/2006/relationships/image" Target="../media/image3680.png"/><Relationship Id="rId136" Type="http://schemas.openxmlformats.org/officeDocument/2006/relationships/customXml" Target="../ink/ink2898.xml"/><Relationship Id="rId157" Type="http://schemas.openxmlformats.org/officeDocument/2006/relationships/image" Target="../media/image3880.png"/><Relationship Id="rId178" Type="http://schemas.openxmlformats.org/officeDocument/2006/relationships/customXml" Target="../ink/ink2919.xml"/><Relationship Id="rId301" Type="http://schemas.openxmlformats.org/officeDocument/2006/relationships/image" Target="../media/image4681.png"/><Relationship Id="rId322" Type="http://schemas.openxmlformats.org/officeDocument/2006/relationships/customXml" Target="../ink/ink2991.xml"/><Relationship Id="rId343" Type="http://schemas.openxmlformats.org/officeDocument/2006/relationships/image" Target="../media/image4891.png"/><Relationship Id="rId61" Type="http://schemas.openxmlformats.org/officeDocument/2006/relationships/image" Target="../media/image3430.png"/><Relationship Id="rId82" Type="http://schemas.openxmlformats.org/officeDocument/2006/relationships/customXml" Target="../ink/ink2871.xml"/><Relationship Id="rId199" Type="http://schemas.openxmlformats.org/officeDocument/2006/relationships/image" Target="../media/image4090.png"/><Relationship Id="rId203" Type="http://schemas.openxmlformats.org/officeDocument/2006/relationships/image" Target="../media/image4112.png"/><Relationship Id="rId19" Type="http://schemas.openxmlformats.org/officeDocument/2006/relationships/image" Target="../media/image3220.png"/><Relationship Id="rId224" Type="http://schemas.openxmlformats.org/officeDocument/2006/relationships/customXml" Target="../ink/ink2942.xml"/><Relationship Id="rId245" Type="http://schemas.openxmlformats.org/officeDocument/2006/relationships/image" Target="../media/image4320.png"/><Relationship Id="rId266" Type="http://schemas.openxmlformats.org/officeDocument/2006/relationships/customXml" Target="../ink/ink2963.xml"/><Relationship Id="rId287" Type="http://schemas.openxmlformats.org/officeDocument/2006/relationships/image" Target="../media/image4613.png"/><Relationship Id="rId30" Type="http://schemas.openxmlformats.org/officeDocument/2006/relationships/customXml" Target="../ink/ink2845.xml"/><Relationship Id="rId105" Type="http://schemas.openxmlformats.org/officeDocument/2006/relationships/image" Target="../media/image3630.png"/><Relationship Id="rId126" Type="http://schemas.openxmlformats.org/officeDocument/2006/relationships/customXml" Target="../ink/ink2893.xml"/><Relationship Id="rId147" Type="http://schemas.openxmlformats.org/officeDocument/2006/relationships/image" Target="../media/image3840.png"/><Relationship Id="rId168" Type="http://schemas.openxmlformats.org/officeDocument/2006/relationships/customXml" Target="../ink/ink2914.xml"/><Relationship Id="rId312" Type="http://schemas.openxmlformats.org/officeDocument/2006/relationships/customXml" Target="../ink/ink2986.xml"/><Relationship Id="rId333" Type="http://schemas.openxmlformats.org/officeDocument/2006/relationships/image" Target="../media/image4841.png"/><Relationship Id="rId51" Type="http://schemas.openxmlformats.org/officeDocument/2006/relationships/image" Target="../media/image3380.png"/><Relationship Id="rId72" Type="http://schemas.openxmlformats.org/officeDocument/2006/relationships/customXml" Target="../ink/ink2866.xml"/><Relationship Id="rId93" Type="http://schemas.openxmlformats.org/officeDocument/2006/relationships/image" Target="../media/image3570.png"/><Relationship Id="rId189" Type="http://schemas.openxmlformats.org/officeDocument/2006/relationships/image" Target="../media/image4040.png"/><Relationship Id="rId3" Type="http://schemas.microsoft.com/office/2007/relationships/hdphoto" Target="../media/hdphoto1.wdp"/><Relationship Id="rId214" Type="http://schemas.openxmlformats.org/officeDocument/2006/relationships/customXml" Target="../ink/ink2937.xml"/><Relationship Id="rId235" Type="http://schemas.openxmlformats.org/officeDocument/2006/relationships/image" Target="../media/image4270.png"/><Relationship Id="rId256" Type="http://schemas.openxmlformats.org/officeDocument/2006/relationships/customXml" Target="../ink/ink2958.xml"/><Relationship Id="rId277" Type="http://schemas.openxmlformats.org/officeDocument/2006/relationships/image" Target="../media/image4561.png"/><Relationship Id="rId298" Type="http://schemas.openxmlformats.org/officeDocument/2006/relationships/customXml" Target="../ink/ink2979.xml"/><Relationship Id="rId116" Type="http://schemas.openxmlformats.org/officeDocument/2006/relationships/customXml" Target="../ink/ink2888.xml"/><Relationship Id="rId137" Type="http://schemas.openxmlformats.org/officeDocument/2006/relationships/image" Target="../media/image3790.png"/><Relationship Id="rId158" Type="http://schemas.openxmlformats.org/officeDocument/2006/relationships/customXml" Target="../ink/ink2909.xml"/><Relationship Id="rId302" Type="http://schemas.openxmlformats.org/officeDocument/2006/relationships/customXml" Target="../ink/ink2981.xml"/><Relationship Id="rId323" Type="http://schemas.openxmlformats.org/officeDocument/2006/relationships/image" Target="../media/image4791.png"/><Relationship Id="rId344" Type="http://schemas.openxmlformats.org/officeDocument/2006/relationships/customXml" Target="../ink/ink3002.xml"/><Relationship Id="rId20" Type="http://schemas.openxmlformats.org/officeDocument/2006/relationships/customXml" Target="../ink/ink2840.xml"/><Relationship Id="rId41" Type="http://schemas.openxmlformats.org/officeDocument/2006/relationships/image" Target="../media/image3330.png"/><Relationship Id="rId62" Type="http://schemas.openxmlformats.org/officeDocument/2006/relationships/customXml" Target="../ink/ink2861.xml"/><Relationship Id="rId83" Type="http://schemas.openxmlformats.org/officeDocument/2006/relationships/image" Target="../media/image3540.png"/><Relationship Id="rId179" Type="http://schemas.openxmlformats.org/officeDocument/2006/relationships/image" Target="../media/image3990.png"/><Relationship Id="rId190" Type="http://schemas.openxmlformats.org/officeDocument/2006/relationships/customXml" Target="../ink/ink2925.xml"/><Relationship Id="rId204" Type="http://schemas.openxmlformats.org/officeDocument/2006/relationships/customXml" Target="../ink/ink2932.xml"/><Relationship Id="rId225" Type="http://schemas.openxmlformats.org/officeDocument/2006/relationships/image" Target="../media/image4220.png"/><Relationship Id="rId246" Type="http://schemas.openxmlformats.org/officeDocument/2006/relationships/customXml" Target="../ink/ink2953.xml"/><Relationship Id="rId267" Type="http://schemas.openxmlformats.org/officeDocument/2006/relationships/image" Target="../media/image4513.png"/><Relationship Id="rId288" Type="http://schemas.openxmlformats.org/officeDocument/2006/relationships/customXml" Target="../ink/ink2974.xml"/><Relationship Id="rId106" Type="http://schemas.openxmlformats.org/officeDocument/2006/relationships/customXml" Target="../ink/ink2883.xml"/><Relationship Id="rId127" Type="http://schemas.openxmlformats.org/officeDocument/2006/relationships/image" Target="../media/image3740.png"/><Relationship Id="rId313" Type="http://schemas.openxmlformats.org/officeDocument/2006/relationships/image" Target="../media/image4741.png"/><Relationship Id="rId10" Type="http://schemas.openxmlformats.org/officeDocument/2006/relationships/customXml" Target="../ink/ink2835.xml"/><Relationship Id="rId31" Type="http://schemas.openxmlformats.org/officeDocument/2006/relationships/image" Target="../media/image3280.png"/><Relationship Id="rId52" Type="http://schemas.openxmlformats.org/officeDocument/2006/relationships/customXml" Target="../ink/ink2856.xml"/><Relationship Id="rId73" Type="http://schemas.openxmlformats.org/officeDocument/2006/relationships/image" Target="../media/image3490.png"/><Relationship Id="rId94" Type="http://schemas.openxmlformats.org/officeDocument/2006/relationships/customXml" Target="../ink/ink2877.xml"/><Relationship Id="rId148" Type="http://schemas.openxmlformats.org/officeDocument/2006/relationships/customXml" Target="../ink/ink2904.xml"/><Relationship Id="rId169" Type="http://schemas.openxmlformats.org/officeDocument/2006/relationships/image" Target="../media/image3940.png"/><Relationship Id="rId334" Type="http://schemas.openxmlformats.org/officeDocument/2006/relationships/customXml" Target="../ink/ink2997.xml"/><Relationship Id="rId4" Type="http://schemas.openxmlformats.org/officeDocument/2006/relationships/customXml" Target="../ink/ink2832.xml"/><Relationship Id="rId180" Type="http://schemas.openxmlformats.org/officeDocument/2006/relationships/customXml" Target="../ink/ink2920.xml"/><Relationship Id="rId215" Type="http://schemas.openxmlformats.org/officeDocument/2006/relationships/image" Target="../media/image4170.png"/><Relationship Id="rId236" Type="http://schemas.openxmlformats.org/officeDocument/2006/relationships/customXml" Target="../ink/ink2948.xml"/><Relationship Id="rId257" Type="http://schemas.openxmlformats.org/officeDocument/2006/relationships/image" Target="../media/image4461.png"/><Relationship Id="rId278" Type="http://schemas.openxmlformats.org/officeDocument/2006/relationships/customXml" Target="../ink/ink2969.xml"/><Relationship Id="rId303" Type="http://schemas.openxmlformats.org/officeDocument/2006/relationships/image" Target="../media/image4691.png"/><Relationship Id="rId42" Type="http://schemas.openxmlformats.org/officeDocument/2006/relationships/customXml" Target="../ink/ink2851.xml"/><Relationship Id="rId84" Type="http://schemas.openxmlformats.org/officeDocument/2006/relationships/customXml" Target="../ink/ink2872.xml"/><Relationship Id="rId138" Type="http://schemas.openxmlformats.org/officeDocument/2006/relationships/customXml" Target="../ink/ink2899.xml"/><Relationship Id="rId345" Type="http://schemas.openxmlformats.org/officeDocument/2006/relationships/image" Target="../media/image4901.png"/><Relationship Id="rId191" Type="http://schemas.openxmlformats.org/officeDocument/2006/relationships/image" Target="../media/image4050.png"/><Relationship Id="rId205" Type="http://schemas.openxmlformats.org/officeDocument/2006/relationships/image" Target="../media/image4120.png"/><Relationship Id="rId247" Type="http://schemas.openxmlformats.org/officeDocument/2006/relationships/image" Target="../media/image4330.png"/><Relationship Id="rId107" Type="http://schemas.openxmlformats.org/officeDocument/2006/relationships/image" Target="../media/image3640.png"/><Relationship Id="rId289" Type="http://schemas.openxmlformats.org/officeDocument/2006/relationships/image" Target="../media/image4621.png"/><Relationship Id="rId11" Type="http://schemas.openxmlformats.org/officeDocument/2006/relationships/image" Target="../media/image3180.png"/><Relationship Id="rId53" Type="http://schemas.openxmlformats.org/officeDocument/2006/relationships/image" Target="../media/image3390.png"/><Relationship Id="rId149" Type="http://schemas.openxmlformats.org/officeDocument/2006/relationships/image" Target="../media/image3850.png"/><Relationship Id="rId314" Type="http://schemas.openxmlformats.org/officeDocument/2006/relationships/customXml" Target="../ink/ink2987.xml"/><Relationship Id="rId95" Type="http://schemas.openxmlformats.org/officeDocument/2006/relationships/image" Target="../media/image3580.png"/><Relationship Id="rId160" Type="http://schemas.openxmlformats.org/officeDocument/2006/relationships/customXml" Target="../ink/ink2910.xml"/><Relationship Id="rId216" Type="http://schemas.openxmlformats.org/officeDocument/2006/relationships/customXml" Target="../ink/ink2938.xml"/><Relationship Id="rId258" Type="http://schemas.openxmlformats.org/officeDocument/2006/relationships/customXml" Target="../ink/ink2959.xml"/><Relationship Id="rId22" Type="http://schemas.openxmlformats.org/officeDocument/2006/relationships/customXml" Target="../ink/ink2841.xml"/><Relationship Id="rId64" Type="http://schemas.openxmlformats.org/officeDocument/2006/relationships/customXml" Target="../ink/ink2862.xml"/><Relationship Id="rId118" Type="http://schemas.openxmlformats.org/officeDocument/2006/relationships/customXml" Target="../ink/ink2889.xml"/><Relationship Id="rId325" Type="http://schemas.openxmlformats.org/officeDocument/2006/relationships/image" Target="../media/image4801.png"/><Relationship Id="rId171" Type="http://schemas.openxmlformats.org/officeDocument/2006/relationships/image" Target="../media/image3950.png"/><Relationship Id="rId227" Type="http://schemas.openxmlformats.org/officeDocument/2006/relationships/image" Target="../media/image4230.png"/><Relationship Id="rId269" Type="http://schemas.openxmlformats.org/officeDocument/2006/relationships/image" Target="../media/image4521.png"/><Relationship Id="rId33" Type="http://schemas.openxmlformats.org/officeDocument/2006/relationships/image" Target="../media/image3290.png"/><Relationship Id="rId129" Type="http://schemas.openxmlformats.org/officeDocument/2006/relationships/image" Target="../media/image3750.png"/><Relationship Id="rId280" Type="http://schemas.openxmlformats.org/officeDocument/2006/relationships/customXml" Target="../ink/ink2970.xml"/><Relationship Id="rId336" Type="http://schemas.openxmlformats.org/officeDocument/2006/relationships/customXml" Target="../ink/ink2998.xml"/><Relationship Id="rId75" Type="http://schemas.openxmlformats.org/officeDocument/2006/relationships/image" Target="../media/image3500.png"/><Relationship Id="rId140" Type="http://schemas.openxmlformats.org/officeDocument/2006/relationships/customXml" Target="../ink/ink2900.xml"/><Relationship Id="rId182" Type="http://schemas.openxmlformats.org/officeDocument/2006/relationships/customXml" Target="../ink/ink2921.xml"/><Relationship Id="rId6" Type="http://schemas.openxmlformats.org/officeDocument/2006/relationships/customXml" Target="../ink/ink2833.xml"/><Relationship Id="rId238" Type="http://schemas.openxmlformats.org/officeDocument/2006/relationships/customXml" Target="../ink/ink2949.xml"/><Relationship Id="rId291" Type="http://schemas.openxmlformats.org/officeDocument/2006/relationships/image" Target="../media/image4631.png"/><Relationship Id="rId305" Type="http://schemas.openxmlformats.org/officeDocument/2006/relationships/image" Target="../media/image4701.png"/><Relationship Id="rId347" Type="http://schemas.openxmlformats.org/officeDocument/2006/relationships/image" Target="../media/image4913.png"/><Relationship Id="rId44" Type="http://schemas.openxmlformats.org/officeDocument/2006/relationships/customXml" Target="../ink/ink2852.xml"/><Relationship Id="rId86" Type="http://schemas.openxmlformats.org/officeDocument/2006/relationships/customXml" Target="../ink/ink2873.xml"/><Relationship Id="rId151" Type="http://schemas.openxmlformats.org/officeDocument/2006/relationships/image" Target="../media/image3860.png"/><Relationship Id="rId193" Type="http://schemas.openxmlformats.org/officeDocument/2006/relationships/image" Target="../media/image4060.png"/><Relationship Id="rId207" Type="http://schemas.openxmlformats.org/officeDocument/2006/relationships/image" Target="../media/image4130.png"/><Relationship Id="rId249" Type="http://schemas.openxmlformats.org/officeDocument/2006/relationships/image" Target="../media/image4340.png"/><Relationship Id="rId13" Type="http://schemas.openxmlformats.org/officeDocument/2006/relationships/image" Target="../media/image3190.png"/><Relationship Id="rId109" Type="http://schemas.openxmlformats.org/officeDocument/2006/relationships/image" Target="../media/image3650.png"/><Relationship Id="rId260" Type="http://schemas.openxmlformats.org/officeDocument/2006/relationships/customXml" Target="../ink/ink2960.xml"/><Relationship Id="rId316" Type="http://schemas.openxmlformats.org/officeDocument/2006/relationships/customXml" Target="../ink/ink2988.xml"/><Relationship Id="rId55" Type="http://schemas.openxmlformats.org/officeDocument/2006/relationships/image" Target="../media/image3400.png"/><Relationship Id="rId97" Type="http://schemas.openxmlformats.org/officeDocument/2006/relationships/image" Target="../media/image3590.png"/><Relationship Id="rId120" Type="http://schemas.openxmlformats.org/officeDocument/2006/relationships/customXml" Target="../ink/ink2890.xml"/><Relationship Id="rId162" Type="http://schemas.openxmlformats.org/officeDocument/2006/relationships/customXml" Target="../ink/ink2911.xml"/><Relationship Id="rId218" Type="http://schemas.openxmlformats.org/officeDocument/2006/relationships/customXml" Target="../ink/ink2939.xml"/><Relationship Id="rId271" Type="http://schemas.openxmlformats.org/officeDocument/2006/relationships/image" Target="../media/image4531.png"/><Relationship Id="rId24" Type="http://schemas.openxmlformats.org/officeDocument/2006/relationships/customXml" Target="../ink/ink2842.xml"/><Relationship Id="rId66" Type="http://schemas.openxmlformats.org/officeDocument/2006/relationships/customXml" Target="../ink/ink2863.xml"/><Relationship Id="rId131" Type="http://schemas.openxmlformats.org/officeDocument/2006/relationships/image" Target="../media/image3760.png"/><Relationship Id="rId327" Type="http://schemas.openxmlformats.org/officeDocument/2006/relationships/image" Target="../media/image4813.png"/><Relationship Id="rId173" Type="http://schemas.openxmlformats.org/officeDocument/2006/relationships/image" Target="../media/image3960.png"/><Relationship Id="rId229" Type="http://schemas.openxmlformats.org/officeDocument/2006/relationships/image" Target="../media/image4240.png"/><Relationship Id="rId240" Type="http://schemas.openxmlformats.org/officeDocument/2006/relationships/customXml" Target="../ink/ink2950.xml"/><Relationship Id="rId35" Type="http://schemas.openxmlformats.org/officeDocument/2006/relationships/image" Target="../media/image3300.png"/><Relationship Id="rId77" Type="http://schemas.openxmlformats.org/officeDocument/2006/relationships/image" Target="../media/image3512.png"/><Relationship Id="rId100" Type="http://schemas.openxmlformats.org/officeDocument/2006/relationships/customXml" Target="../ink/ink2880.xml"/><Relationship Id="rId282" Type="http://schemas.openxmlformats.org/officeDocument/2006/relationships/customXml" Target="../ink/ink2971.xml"/><Relationship Id="rId338" Type="http://schemas.openxmlformats.org/officeDocument/2006/relationships/customXml" Target="../ink/ink2999.xml"/></Relationships>
</file>

<file path=ppt/slides/_rels/slide20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501.png"/><Relationship Id="rId21" Type="http://schemas.openxmlformats.org/officeDocument/2006/relationships/image" Target="../media/image5021.png"/><Relationship Id="rId42" Type="http://schemas.openxmlformats.org/officeDocument/2006/relationships/customXml" Target="../ink/ink3025.xml"/><Relationship Id="rId63" Type="http://schemas.openxmlformats.org/officeDocument/2006/relationships/image" Target="../media/image5231.png"/><Relationship Id="rId84" Type="http://schemas.openxmlformats.org/officeDocument/2006/relationships/customXml" Target="../ink/ink3046.xml"/><Relationship Id="rId16" Type="http://schemas.openxmlformats.org/officeDocument/2006/relationships/customXml" Target="../ink/ink3012.xml"/><Relationship Id="rId107" Type="http://schemas.openxmlformats.org/officeDocument/2006/relationships/image" Target="../media/image5451.png"/><Relationship Id="rId11" Type="http://schemas.openxmlformats.org/officeDocument/2006/relationships/image" Target="../media/image4971.png"/><Relationship Id="rId32" Type="http://schemas.openxmlformats.org/officeDocument/2006/relationships/customXml" Target="../ink/ink3020.xml"/><Relationship Id="rId37" Type="http://schemas.openxmlformats.org/officeDocument/2006/relationships/image" Target="../media/image5101.png"/><Relationship Id="rId53" Type="http://schemas.openxmlformats.org/officeDocument/2006/relationships/image" Target="../media/image5181.png"/><Relationship Id="rId58" Type="http://schemas.openxmlformats.org/officeDocument/2006/relationships/customXml" Target="../ink/ink3033.xml"/><Relationship Id="rId74" Type="http://schemas.openxmlformats.org/officeDocument/2006/relationships/customXml" Target="../ink/ink3041.xml"/><Relationship Id="rId79" Type="http://schemas.openxmlformats.org/officeDocument/2006/relationships/image" Target="../media/image5313.png"/><Relationship Id="rId102" Type="http://schemas.openxmlformats.org/officeDocument/2006/relationships/customXml" Target="../ink/ink3055.xml"/><Relationship Id="rId123" Type="http://schemas.openxmlformats.org/officeDocument/2006/relationships/image" Target="../media/image5531.png"/><Relationship Id="rId128" Type="http://schemas.openxmlformats.org/officeDocument/2006/relationships/customXml" Target="../ink/ink3068.xml"/><Relationship Id="rId5" Type="http://schemas.openxmlformats.org/officeDocument/2006/relationships/image" Target="../media/image4941.png"/><Relationship Id="rId90" Type="http://schemas.openxmlformats.org/officeDocument/2006/relationships/customXml" Target="../ink/ink3049.xml"/><Relationship Id="rId95" Type="http://schemas.openxmlformats.org/officeDocument/2006/relationships/image" Target="../media/image5391.png"/><Relationship Id="rId22" Type="http://schemas.openxmlformats.org/officeDocument/2006/relationships/customXml" Target="../ink/ink3015.xml"/><Relationship Id="rId27" Type="http://schemas.openxmlformats.org/officeDocument/2006/relationships/image" Target="../media/image5051.png"/><Relationship Id="rId43" Type="http://schemas.openxmlformats.org/officeDocument/2006/relationships/image" Target="../media/image5131.png"/><Relationship Id="rId48" Type="http://schemas.openxmlformats.org/officeDocument/2006/relationships/customXml" Target="../ink/ink3028.xml"/><Relationship Id="rId64" Type="http://schemas.openxmlformats.org/officeDocument/2006/relationships/customXml" Target="../ink/ink3036.xml"/><Relationship Id="rId69" Type="http://schemas.openxmlformats.org/officeDocument/2006/relationships/image" Target="../media/image5261.png"/><Relationship Id="rId113" Type="http://schemas.openxmlformats.org/officeDocument/2006/relationships/image" Target="../media/image5481.png"/><Relationship Id="rId118" Type="http://schemas.openxmlformats.org/officeDocument/2006/relationships/customXml" Target="../ink/ink3063.xml"/><Relationship Id="rId134" Type="http://schemas.openxmlformats.org/officeDocument/2006/relationships/customXml" Target="../ink/ink3071.xml"/><Relationship Id="rId80" Type="http://schemas.openxmlformats.org/officeDocument/2006/relationships/customXml" Target="../ink/ink3044.xml"/><Relationship Id="rId85" Type="http://schemas.openxmlformats.org/officeDocument/2006/relationships/image" Target="../media/image5341.png"/><Relationship Id="rId12" Type="http://schemas.openxmlformats.org/officeDocument/2006/relationships/customXml" Target="../ink/ink3010.xml"/><Relationship Id="rId17" Type="http://schemas.openxmlformats.org/officeDocument/2006/relationships/image" Target="../media/image5001.png"/><Relationship Id="rId33" Type="http://schemas.openxmlformats.org/officeDocument/2006/relationships/image" Target="../media/image5081.png"/><Relationship Id="rId38" Type="http://schemas.openxmlformats.org/officeDocument/2006/relationships/customXml" Target="../ink/ink3023.xml"/><Relationship Id="rId59" Type="http://schemas.openxmlformats.org/officeDocument/2006/relationships/image" Target="../media/image5213.png"/><Relationship Id="rId103" Type="http://schemas.openxmlformats.org/officeDocument/2006/relationships/image" Target="../media/image5431.png"/><Relationship Id="rId108" Type="http://schemas.openxmlformats.org/officeDocument/2006/relationships/customXml" Target="../ink/ink3058.xml"/><Relationship Id="rId124" Type="http://schemas.openxmlformats.org/officeDocument/2006/relationships/customXml" Target="../ink/ink3066.xml"/><Relationship Id="rId129" Type="http://schemas.openxmlformats.org/officeDocument/2006/relationships/image" Target="../media/image5561.png"/><Relationship Id="rId54" Type="http://schemas.openxmlformats.org/officeDocument/2006/relationships/customXml" Target="../ink/ink3031.xml"/><Relationship Id="rId70" Type="http://schemas.openxmlformats.org/officeDocument/2006/relationships/customXml" Target="../ink/ink3039.xml"/><Relationship Id="rId75" Type="http://schemas.openxmlformats.org/officeDocument/2006/relationships/image" Target="../media/image5291.png"/><Relationship Id="rId91" Type="http://schemas.openxmlformats.org/officeDocument/2006/relationships/image" Target="../media/image5371.png"/><Relationship Id="rId96" Type="http://schemas.openxmlformats.org/officeDocument/2006/relationships/customXml" Target="../ink/ink3052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007.xml"/><Relationship Id="rId23" Type="http://schemas.openxmlformats.org/officeDocument/2006/relationships/image" Target="../media/image5031.png"/><Relationship Id="rId28" Type="http://schemas.openxmlformats.org/officeDocument/2006/relationships/customXml" Target="../ink/ink3018.xml"/><Relationship Id="rId49" Type="http://schemas.openxmlformats.org/officeDocument/2006/relationships/image" Target="../media/image5161.png"/><Relationship Id="rId114" Type="http://schemas.openxmlformats.org/officeDocument/2006/relationships/customXml" Target="../ink/ink3061.xml"/><Relationship Id="rId119" Type="http://schemas.openxmlformats.org/officeDocument/2006/relationships/image" Target="../media/image5513.png"/><Relationship Id="rId44" Type="http://schemas.openxmlformats.org/officeDocument/2006/relationships/customXml" Target="../ink/ink3026.xml"/><Relationship Id="rId60" Type="http://schemas.openxmlformats.org/officeDocument/2006/relationships/customXml" Target="../ink/ink3034.xml"/><Relationship Id="rId65" Type="http://schemas.openxmlformats.org/officeDocument/2006/relationships/image" Target="../media/image5241.png"/><Relationship Id="rId81" Type="http://schemas.openxmlformats.org/officeDocument/2006/relationships/image" Target="../media/image5321.png"/><Relationship Id="rId86" Type="http://schemas.openxmlformats.org/officeDocument/2006/relationships/customXml" Target="../ink/ink3047.xml"/><Relationship Id="rId130" Type="http://schemas.openxmlformats.org/officeDocument/2006/relationships/customXml" Target="../ink/ink3069.xml"/><Relationship Id="rId135" Type="http://schemas.openxmlformats.org/officeDocument/2006/relationships/image" Target="../media/image5591.png"/><Relationship Id="rId13" Type="http://schemas.openxmlformats.org/officeDocument/2006/relationships/image" Target="../media/image4981.png"/><Relationship Id="rId18" Type="http://schemas.openxmlformats.org/officeDocument/2006/relationships/customXml" Target="../ink/ink3013.xml"/><Relationship Id="rId39" Type="http://schemas.openxmlformats.org/officeDocument/2006/relationships/image" Target="../media/image5113.png"/><Relationship Id="rId109" Type="http://schemas.openxmlformats.org/officeDocument/2006/relationships/image" Target="../media/image5461.png"/><Relationship Id="rId34" Type="http://schemas.openxmlformats.org/officeDocument/2006/relationships/customXml" Target="../ink/ink3021.xml"/><Relationship Id="rId50" Type="http://schemas.openxmlformats.org/officeDocument/2006/relationships/customXml" Target="../ink/ink3029.xml"/><Relationship Id="rId55" Type="http://schemas.openxmlformats.org/officeDocument/2006/relationships/image" Target="../media/image5191.png"/><Relationship Id="rId76" Type="http://schemas.openxmlformats.org/officeDocument/2006/relationships/customXml" Target="../ink/ink3042.xml"/><Relationship Id="rId97" Type="http://schemas.openxmlformats.org/officeDocument/2006/relationships/image" Target="../media/image5401.png"/><Relationship Id="rId104" Type="http://schemas.openxmlformats.org/officeDocument/2006/relationships/customXml" Target="../ink/ink3056.xml"/><Relationship Id="rId120" Type="http://schemas.openxmlformats.org/officeDocument/2006/relationships/customXml" Target="../ink/ink3064.xml"/><Relationship Id="rId125" Type="http://schemas.openxmlformats.org/officeDocument/2006/relationships/image" Target="../media/image5541.png"/><Relationship Id="rId7" Type="http://schemas.openxmlformats.org/officeDocument/2006/relationships/image" Target="../media/image4951.png"/><Relationship Id="rId71" Type="http://schemas.openxmlformats.org/officeDocument/2006/relationships/image" Target="../media/image5271.png"/><Relationship Id="rId92" Type="http://schemas.openxmlformats.org/officeDocument/2006/relationships/customXml" Target="../ink/ink3050.xml"/><Relationship Id="rId2" Type="http://schemas.openxmlformats.org/officeDocument/2006/relationships/customXml" Target="../ink/ink3005.xml"/><Relationship Id="rId29" Type="http://schemas.openxmlformats.org/officeDocument/2006/relationships/image" Target="../media/image5061.png"/><Relationship Id="rId24" Type="http://schemas.openxmlformats.org/officeDocument/2006/relationships/customXml" Target="../ink/ink3016.xml"/><Relationship Id="rId40" Type="http://schemas.openxmlformats.org/officeDocument/2006/relationships/customXml" Target="../ink/ink3024.xml"/><Relationship Id="rId45" Type="http://schemas.openxmlformats.org/officeDocument/2006/relationships/image" Target="../media/image5141.png"/><Relationship Id="rId66" Type="http://schemas.openxmlformats.org/officeDocument/2006/relationships/customXml" Target="../ink/ink3037.xml"/><Relationship Id="rId87" Type="http://schemas.openxmlformats.org/officeDocument/2006/relationships/image" Target="../media/image5351.png"/><Relationship Id="rId110" Type="http://schemas.openxmlformats.org/officeDocument/2006/relationships/customXml" Target="../ink/ink3059.xml"/><Relationship Id="rId115" Type="http://schemas.openxmlformats.org/officeDocument/2006/relationships/image" Target="../media/image5491.png"/><Relationship Id="rId131" Type="http://schemas.openxmlformats.org/officeDocument/2006/relationships/image" Target="../media/image5571.png"/><Relationship Id="rId136" Type="http://schemas.openxmlformats.org/officeDocument/2006/relationships/customXml" Target="../ink/ink3072.xml"/><Relationship Id="rId61" Type="http://schemas.openxmlformats.org/officeDocument/2006/relationships/image" Target="../media/image5221.png"/><Relationship Id="rId82" Type="http://schemas.openxmlformats.org/officeDocument/2006/relationships/customXml" Target="../ink/ink3045.xml"/><Relationship Id="rId19" Type="http://schemas.openxmlformats.org/officeDocument/2006/relationships/image" Target="../media/image5013.png"/><Relationship Id="rId14" Type="http://schemas.openxmlformats.org/officeDocument/2006/relationships/customXml" Target="../ink/ink3011.xml"/><Relationship Id="rId30" Type="http://schemas.openxmlformats.org/officeDocument/2006/relationships/customXml" Target="../ink/ink3019.xml"/><Relationship Id="rId35" Type="http://schemas.openxmlformats.org/officeDocument/2006/relationships/image" Target="../media/image5091.png"/><Relationship Id="rId56" Type="http://schemas.openxmlformats.org/officeDocument/2006/relationships/customXml" Target="../ink/ink3032.xml"/><Relationship Id="rId77" Type="http://schemas.openxmlformats.org/officeDocument/2006/relationships/image" Target="../media/image5301.png"/><Relationship Id="rId100" Type="http://schemas.openxmlformats.org/officeDocument/2006/relationships/customXml" Target="../ink/ink3054.xml"/><Relationship Id="rId105" Type="http://schemas.openxmlformats.org/officeDocument/2006/relationships/image" Target="../media/image5441.png"/><Relationship Id="rId126" Type="http://schemas.openxmlformats.org/officeDocument/2006/relationships/customXml" Target="../ink/ink3067.xml"/><Relationship Id="rId8" Type="http://schemas.openxmlformats.org/officeDocument/2006/relationships/customXml" Target="../ink/ink3008.xml"/><Relationship Id="rId51" Type="http://schemas.openxmlformats.org/officeDocument/2006/relationships/image" Target="../media/image5171.png"/><Relationship Id="rId72" Type="http://schemas.openxmlformats.org/officeDocument/2006/relationships/customXml" Target="../ink/ink3040.xml"/><Relationship Id="rId93" Type="http://schemas.openxmlformats.org/officeDocument/2006/relationships/image" Target="../media/image5381.png"/><Relationship Id="rId98" Type="http://schemas.openxmlformats.org/officeDocument/2006/relationships/customXml" Target="../ink/ink3053.xml"/><Relationship Id="rId121" Type="http://schemas.openxmlformats.org/officeDocument/2006/relationships/image" Target="../media/image5521.png"/><Relationship Id="rId3" Type="http://schemas.openxmlformats.org/officeDocument/2006/relationships/image" Target="../media/image4931.png"/><Relationship Id="rId25" Type="http://schemas.openxmlformats.org/officeDocument/2006/relationships/image" Target="../media/image5041.png"/><Relationship Id="rId46" Type="http://schemas.openxmlformats.org/officeDocument/2006/relationships/customXml" Target="../ink/ink3027.xml"/><Relationship Id="rId67" Type="http://schemas.openxmlformats.org/officeDocument/2006/relationships/image" Target="../media/image5251.png"/><Relationship Id="rId116" Type="http://schemas.openxmlformats.org/officeDocument/2006/relationships/customXml" Target="../ink/ink3062.xml"/><Relationship Id="rId137" Type="http://schemas.openxmlformats.org/officeDocument/2006/relationships/image" Target="../media/image5601.png"/><Relationship Id="rId20" Type="http://schemas.openxmlformats.org/officeDocument/2006/relationships/customXml" Target="../ink/ink3014.xml"/><Relationship Id="rId41" Type="http://schemas.openxmlformats.org/officeDocument/2006/relationships/image" Target="../media/image5121.png"/><Relationship Id="rId62" Type="http://schemas.openxmlformats.org/officeDocument/2006/relationships/customXml" Target="../ink/ink3035.xml"/><Relationship Id="rId83" Type="http://schemas.openxmlformats.org/officeDocument/2006/relationships/image" Target="../media/image5331.png"/><Relationship Id="rId88" Type="http://schemas.openxmlformats.org/officeDocument/2006/relationships/customXml" Target="../ink/ink3048.xml"/><Relationship Id="rId111" Type="http://schemas.openxmlformats.org/officeDocument/2006/relationships/image" Target="../media/image5471.png"/><Relationship Id="rId132" Type="http://schemas.openxmlformats.org/officeDocument/2006/relationships/customXml" Target="../ink/ink3070.xml"/><Relationship Id="rId15" Type="http://schemas.openxmlformats.org/officeDocument/2006/relationships/image" Target="../media/image4991.png"/><Relationship Id="rId36" Type="http://schemas.openxmlformats.org/officeDocument/2006/relationships/customXml" Target="../ink/ink3022.xml"/><Relationship Id="rId57" Type="http://schemas.openxmlformats.org/officeDocument/2006/relationships/image" Target="../media/image5201.png"/><Relationship Id="rId106" Type="http://schemas.openxmlformats.org/officeDocument/2006/relationships/customXml" Target="../ink/ink3057.xml"/><Relationship Id="rId127" Type="http://schemas.openxmlformats.org/officeDocument/2006/relationships/image" Target="../media/image5551.png"/><Relationship Id="rId10" Type="http://schemas.openxmlformats.org/officeDocument/2006/relationships/customXml" Target="../ink/ink3009.xml"/><Relationship Id="rId31" Type="http://schemas.openxmlformats.org/officeDocument/2006/relationships/image" Target="../media/image5071.png"/><Relationship Id="rId52" Type="http://schemas.openxmlformats.org/officeDocument/2006/relationships/customXml" Target="../ink/ink3030.xml"/><Relationship Id="rId73" Type="http://schemas.openxmlformats.org/officeDocument/2006/relationships/image" Target="../media/image5281.png"/><Relationship Id="rId78" Type="http://schemas.openxmlformats.org/officeDocument/2006/relationships/customXml" Target="../ink/ink3043.xml"/><Relationship Id="rId94" Type="http://schemas.openxmlformats.org/officeDocument/2006/relationships/customXml" Target="../ink/ink3051.xml"/><Relationship Id="rId99" Type="http://schemas.openxmlformats.org/officeDocument/2006/relationships/image" Target="../media/image5413.png"/><Relationship Id="rId101" Type="http://schemas.openxmlformats.org/officeDocument/2006/relationships/image" Target="../media/image5421.png"/><Relationship Id="rId122" Type="http://schemas.openxmlformats.org/officeDocument/2006/relationships/customXml" Target="../ink/ink3065.xml"/><Relationship Id="rId4" Type="http://schemas.openxmlformats.org/officeDocument/2006/relationships/customXml" Target="../ink/ink3006.xml"/><Relationship Id="rId9" Type="http://schemas.openxmlformats.org/officeDocument/2006/relationships/image" Target="../media/image4961.png"/><Relationship Id="rId26" Type="http://schemas.openxmlformats.org/officeDocument/2006/relationships/customXml" Target="../ink/ink3017.xml"/><Relationship Id="rId47" Type="http://schemas.openxmlformats.org/officeDocument/2006/relationships/image" Target="../media/image5151.png"/><Relationship Id="rId68" Type="http://schemas.openxmlformats.org/officeDocument/2006/relationships/customXml" Target="../ink/ink3038.xml"/><Relationship Id="rId89" Type="http://schemas.openxmlformats.org/officeDocument/2006/relationships/image" Target="../media/image5361.png"/><Relationship Id="rId112" Type="http://schemas.openxmlformats.org/officeDocument/2006/relationships/customXml" Target="../ink/ink3060.xml"/><Relationship Id="rId133" Type="http://schemas.openxmlformats.org/officeDocument/2006/relationships/image" Target="../media/image5581.png"/></Relationships>
</file>

<file path=ppt/slides/_rels/slide21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3129.xml"/><Relationship Id="rId299" Type="http://schemas.openxmlformats.org/officeDocument/2006/relationships/customXml" Target="../ink/ink3220.xml"/><Relationship Id="rId21" Type="http://schemas.openxmlformats.org/officeDocument/2006/relationships/customXml" Target="../ink/ink3081.xml"/><Relationship Id="rId63" Type="http://schemas.openxmlformats.org/officeDocument/2006/relationships/customXml" Target="../ink/ink3102.xml"/><Relationship Id="rId159" Type="http://schemas.openxmlformats.org/officeDocument/2006/relationships/customXml" Target="../ink/ink3150.xml"/><Relationship Id="rId170" Type="http://schemas.openxmlformats.org/officeDocument/2006/relationships/image" Target="../media/image1858.png"/><Relationship Id="rId226" Type="http://schemas.openxmlformats.org/officeDocument/2006/relationships/image" Target="../media/image1889.png"/><Relationship Id="rId268" Type="http://schemas.openxmlformats.org/officeDocument/2006/relationships/image" Target="../media/image1914.png"/><Relationship Id="rId32" Type="http://schemas.openxmlformats.org/officeDocument/2006/relationships/image" Target="../media/image5751.png"/><Relationship Id="rId74" Type="http://schemas.openxmlformats.org/officeDocument/2006/relationships/image" Target="../media/image5961.png"/><Relationship Id="rId128" Type="http://schemas.openxmlformats.org/officeDocument/2006/relationships/image" Target="../media/image1835.png"/><Relationship Id="rId5" Type="http://schemas.openxmlformats.org/officeDocument/2006/relationships/customXml" Target="../ink/ink3073.xml"/><Relationship Id="rId181" Type="http://schemas.openxmlformats.org/officeDocument/2006/relationships/customXml" Target="../ink/ink3161.xml"/><Relationship Id="rId237" Type="http://schemas.openxmlformats.org/officeDocument/2006/relationships/customXml" Target="../ink/ink3189.xml"/><Relationship Id="rId279" Type="http://schemas.openxmlformats.org/officeDocument/2006/relationships/customXml" Target="../ink/ink3210.xml"/><Relationship Id="rId43" Type="http://schemas.openxmlformats.org/officeDocument/2006/relationships/customXml" Target="../ink/ink3092.xml"/><Relationship Id="rId139" Type="http://schemas.openxmlformats.org/officeDocument/2006/relationships/customXml" Target="../ink/ink3140.xml"/><Relationship Id="rId290" Type="http://schemas.openxmlformats.org/officeDocument/2006/relationships/image" Target="../media/image1926.png"/><Relationship Id="rId304" Type="http://schemas.openxmlformats.org/officeDocument/2006/relationships/image" Target="../media/image1933.png"/><Relationship Id="rId85" Type="http://schemas.openxmlformats.org/officeDocument/2006/relationships/customXml" Target="../ink/ink3113.xml"/><Relationship Id="rId150" Type="http://schemas.openxmlformats.org/officeDocument/2006/relationships/image" Target="../media/image1847.png"/><Relationship Id="rId192" Type="http://schemas.openxmlformats.org/officeDocument/2006/relationships/image" Target="../media/image1871.png"/><Relationship Id="rId206" Type="http://schemas.openxmlformats.org/officeDocument/2006/relationships/image" Target="../media/image1878.png"/><Relationship Id="rId248" Type="http://schemas.openxmlformats.org/officeDocument/2006/relationships/image" Target="../media/image1902.png"/><Relationship Id="rId12" Type="http://schemas.openxmlformats.org/officeDocument/2006/relationships/image" Target="../media/image5651.png"/><Relationship Id="rId108" Type="http://schemas.openxmlformats.org/officeDocument/2006/relationships/image" Target="../media/image6131.png"/><Relationship Id="rId54" Type="http://schemas.openxmlformats.org/officeDocument/2006/relationships/image" Target="../media/image5861.png"/><Relationship Id="rId96" Type="http://schemas.openxmlformats.org/officeDocument/2006/relationships/image" Target="../media/image6071.png"/><Relationship Id="rId161" Type="http://schemas.openxmlformats.org/officeDocument/2006/relationships/customXml" Target="../ink/ink3151.xml"/><Relationship Id="rId217" Type="http://schemas.openxmlformats.org/officeDocument/2006/relationships/customXml" Target="../ink/ink3179.xml"/><Relationship Id="rId259" Type="http://schemas.openxmlformats.org/officeDocument/2006/relationships/customXml" Target="../ink/ink3200.xml"/><Relationship Id="rId23" Type="http://schemas.openxmlformats.org/officeDocument/2006/relationships/customXml" Target="../ink/ink3082.xml"/><Relationship Id="rId119" Type="http://schemas.openxmlformats.org/officeDocument/2006/relationships/customXml" Target="../ink/ink3130.xml"/><Relationship Id="rId270" Type="http://schemas.openxmlformats.org/officeDocument/2006/relationships/image" Target="../media/image1915.png"/><Relationship Id="rId65" Type="http://schemas.openxmlformats.org/officeDocument/2006/relationships/customXml" Target="../ink/ink3103.xml"/><Relationship Id="rId130" Type="http://schemas.openxmlformats.org/officeDocument/2006/relationships/image" Target="../media/image1836.png"/><Relationship Id="rId172" Type="http://schemas.openxmlformats.org/officeDocument/2006/relationships/image" Target="../media/image1859.png"/><Relationship Id="rId193" Type="http://schemas.openxmlformats.org/officeDocument/2006/relationships/customXml" Target="../ink/ink3167.xml"/><Relationship Id="rId207" Type="http://schemas.openxmlformats.org/officeDocument/2006/relationships/customXml" Target="../ink/ink3174.xml"/><Relationship Id="rId228" Type="http://schemas.openxmlformats.org/officeDocument/2006/relationships/image" Target="../media/image1891.png"/><Relationship Id="rId249" Type="http://schemas.openxmlformats.org/officeDocument/2006/relationships/customXml" Target="../ink/ink3195.xml"/><Relationship Id="rId13" Type="http://schemas.openxmlformats.org/officeDocument/2006/relationships/customXml" Target="../ink/ink3077.xml"/><Relationship Id="rId109" Type="http://schemas.openxmlformats.org/officeDocument/2006/relationships/customXml" Target="../ink/ink3125.xml"/><Relationship Id="rId260" Type="http://schemas.openxmlformats.org/officeDocument/2006/relationships/image" Target="../media/image1908.png"/><Relationship Id="rId281" Type="http://schemas.openxmlformats.org/officeDocument/2006/relationships/customXml" Target="../ink/ink3211.xml"/><Relationship Id="rId34" Type="http://schemas.openxmlformats.org/officeDocument/2006/relationships/image" Target="../media/image5761.png"/><Relationship Id="rId55" Type="http://schemas.openxmlformats.org/officeDocument/2006/relationships/customXml" Target="../ink/ink3098.xml"/><Relationship Id="rId76" Type="http://schemas.openxmlformats.org/officeDocument/2006/relationships/image" Target="../media/image5971.png"/><Relationship Id="rId97" Type="http://schemas.openxmlformats.org/officeDocument/2006/relationships/customXml" Target="../ink/ink3119.xml"/><Relationship Id="rId120" Type="http://schemas.openxmlformats.org/officeDocument/2006/relationships/image" Target="../media/image6190.png"/><Relationship Id="rId141" Type="http://schemas.openxmlformats.org/officeDocument/2006/relationships/customXml" Target="../ink/ink3141.xml"/><Relationship Id="rId7" Type="http://schemas.openxmlformats.org/officeDocument/2006/relationships/customXml" Target="../ink/ink3074.xml"/><Relationship Id="rId162" Type="http://schemas.openxmlformats.org/officeDocument/2006/relationships/image" Target="../media/image1854.png"/><Relationship Id="rId183" Type="http://schemas.openxmlformats.org/officeDocument/2006/relationships/customXml" Target="../ink/ink3162.xml"/><Relationship Id="rId218" Type="http://schemas.openxmlformats.org/officeDocument/2006/relationships/image" Target="../media/image1885.png"/><Relationship Id="rId239" Type="http://schemas.openxmlformats.org/officeDocument/2006/relationships/customXml" Target="../ink/ink3190.xml"/><Relationship Id="rId250" Type="http://schemas.openxmlformats.org/officeDocument/2006/relationships/image" Target="../media/image1903.png"/><Relationship Id="rId271" Type="http://schemas.openxmlformats.org/officeDocument/2006/relationships/customXml" Target="../ink/ink3206.xml"/><Relationship Id="rId292" Type="http://schemas.openxmlformats.org/officeDocument/2006/relationships/image" Target="../media/image1136.png"/><Relationship Id="rId306" Type="http://schemas.openxmlformats.org/officeDocument/2006/relationships/image" Target="../media/image1934.png"/><Relationship Id="rId24" Type="http://schemas.openxmlformats.org/officeDocument/2006/relationships/image" Target="../media/image5713.png"/><Relationship Id="rId45" Type="http://schemas.openxmlformats.org/officeDocument/2006/relationships/customXml" Target="../ink/ink3093.xml"/><Relationship Id="rId66" Type="http://schemas.openxmlformats.org/officeDocument/2006/relationships/image" Target="../media/image5921.png"/><Relationship Id="rId87" Type="http://schemas.openxmlformats.org/officeDocument/2006/relationships/customXml" Target="../ink/ink3114.xml"/><Relationship Id="rId110" Type="http://schemas.openxmlformats.org/officeDocument/2006/relationships/image" Target="../media/image6141.png"/><Relationship Id="rId131" Type="http://schemas.openxmlformats.org/officeDocument/2006/relationships/customXml" Target="../ink/ink3136.xml"/><Relationship Id="rId152" Type="http://schemas.openxmlformats.org/officeDocument/2006/relationships/image" Target="../media/image1848.png"/><Relationship Id="rId173" Type="http://schemas.openxmlformats.org/officeDocument/2006/relationships/customXml" Target="../ink/ink3157.xml"/><Relationship Id="rId194" Type="http://schemas.openxmlformats.org/officeDocument/2006/relationships/image" Target="../media/image1872.png"/><Relationship Id="rId208" Type="http://schemas.openxmlformats.org/officeDocument/2006/relationships/image" Target="../media/image1879.png"/><Relationship Id="rId229" Type="http://schemas.openxmlformats.org/officeDocument/2006/relationships/customXml" Target="../ink/ink3185.xml"/><Relationship Id="rId240" Type="http://schemas.openxmlformats.org/officeDocument/2006/relationships/image" Target="../media/image1897.png"/><Relationship Id="rId261" Type="http://schemas.openxmlformats.org/officeDocument/2006/relationships/customXml" Target="../ink/ink3201.xml"/><Relationship Id="rId14" Type="http://schemas.openxmlformats.org/officeDocument/2006/relationships/image" Target="../media/image5661.png"/><Relationship Id="rId35" Type="http://schemas.openxmlformats.org/officeDocument/2006/relationships/customXml" Target="../ink/ink3088.xml"/><Relationship Id="rId56" Type="http://schemas.openxmlformats.org/officeDocument/2006/relationships/image" Target="../media/image5871.png"/><Relationship Id="rId77" Type="http://schemas.openxmlformats.org/officeDocument/2006/relationships/customXml" Target="../ink/ink3109.xml"/><Relationship Id="rId100" Type="http://schemas.openxmlformats.org/officeDocument/2006/relationships/image" Target="../media/image6091.png"/><Relationship Id="rId282" Type="http://schemas.openxmlformats.org/officeDocument/2006/relationships/image" Target="../media/image1922.png"/><Relationship Id="rId8" Type="http://schemas.openxmlformats.org/officeDocument/2006/relationships/image" Target="../media/image5631.png"/><Relationship Id="rId98" Type="http://schemas.openxmlformats.org/officeDocument/2006/relationships/image" Target="../media/image6081.png"/><Relationship Id="rId121" Type="http://schemas.openxmlformats.org/officeDocument/2006/relationships/customXml" Target="../ink/ink3131.xml"/><Relationship Id="rId142" Type="http://schemas.openxmlformats.org/officeDocument/2006/relationships/image" Target="../media/image1843.png"/><Relationship Id="rId163" Type="http://schemas.openxmlformats.org/officeDocument/2006/relationships/customXml" Target="../ink/ink3152.xml"/><Relationship Id="rId184" Type="http://schemas.openxmlformats.org/officeDocument/2006/relationships/image" Target="../media/image1866.png"/><Relationship Id="rId219" Type="http://schemas.openxmlformats.org/officeDocument/2006/relationships/customXml" Target="../ink/ink3180.xml"/><Relationship Id="rId230" Type="http://schemas.openxmlformats.org/officeDocument/2006/relationships/image" Target="../media/image1892.png"/><Relationship Id="rId251" Type="http://schemas.openxmlformats.org/officeDocument/2006/relationships/customXml" Target="../ink/ink3196.xml"/><Relationship Id="rId25" Type="http://schemas.openxmlformats.org/officeDocument/2006/relationships/customXml" Target="../ink/ink3083.xml"/><Relationship Id="rId46" Type="http://schemas.openxmlformats.org/officeDocument/2006/relationships/image" Target="../media/image5821.png"/><Relationship Id="rId67" Type="http://schemas.openxmlformats.org/officeDocument/2006/relationships/customXml" Target="../ink/ink3104.xml"/><Relationship Id="rId272" Type="http://schemas.openxmlformats.org/officeDocument/2006/relationships/image" Target="../media/image1916.png"/><Relationship Id="rId293" Type="http://schemas.openxmlformats.org/officeDocument/2006/relationships/customXml" Target="../ink/ink3217.xml"/><Relationship Id="rId307" Type="http://schemas.openxmlformats.org/officeDocument/2006/relationships/customXml" Target="../ink/ink3224.xml"/><Relationship Id="rId88" Type="http://schemas.openxmlformats.org/officeDocument/2006/relationships/image" Target="../media/image6031.png"/><Relationship Id="rId111" Type="http://schemas.openxmlformats.org/officeDocument/2006/relationships/customXml" Target="../ink/ink3126.xml"/><Relationship Id="rId132" Type="http://schemas.openxmlformats.org/officeDocument/2006/relationships/image" Target="../media/image1837.png"/><Relationship Id="rId153" Type="http://schemas.openxmlformats.org/officeDocument/2006/relationships/customXml" Target="../ink/ink3147.xml"/><Relationship Id="rId174" Type="http://schemas.openxmlformats.org/officeDocument/2006/relationships/image" Target="../media/image1861.png"/><Relationship Id="rId195" Type="http://schemas.openxmlformats.org/officeDocument/2006/relationships/customXml" Target="../ink/ink3168.xml"/><Relationship Id="rId209" Type="http://schemas.openxmlformats.org/officeDocument/2006/relationships/customXml" Target="../ink/ink3175.xml"/><Relationship Id="rId220" Type="http://schemas.openxmlformats.org/officeDocument/2006/relationships/image" Target="../media/image1886.png"/><Relationship Id="rId241" Type="http://schemas.openxmlformats.org/officeDocument/2006/relationships/customXml" Target="../ink/ink3191.xml"/><Relationship Id="rId15" Type="http://schemas.openxmlformats.org/officeDocument/2006/relationships/customXml" Target="../ink/ink3078.xml"/><Relationship Id="rId36" Type="http://schemas.openxmlformats.org/officeDocument/2006/relationships/image" Target="../media/image5771.png"/><Relationship Id="rId57" Type="http://schemas.openxmlformats.org/officeDocument/2006/relationships/customXml" Target="../ink/ink3099.xml"/><Relationship Id="rId262" Type="http://schemas.openxmlformats.org/officeDocument/2006/relationships/image" Target="../media/image1909.png"/><Relationship Id="rId283" Type="http://schemas.openxmlformats.org/officeDocument/2006/relationships/customXml" Target="../ink/ink3212.xml"/><Relationship Id="rId78" Type="http://schemas.openxmlformats.org/officeDocument/2006/relationships/image" Target="../media/image5981.png"/><Relationship Id="rId99" Type="http://schemas.openxmlformats.org/officeDocument/2006/relationships/customXml" Target="../ink/ink3120.xml"/><Relationship Id="rId101" Type="http://schemas.openxmlformats.org/officeDocument/2006/relationships/customXml" Target="../ink/ink3121.xml"/><Relationship Id="rId122" Type="http://schemas.openxmlformats.org/officeDocument/2006/relationships/image" Target="../media/image6200.png"/><Relationship Id="rId143" Type="http://schemas.openxmlformats.org/officeDocument/2006/relationships/customXml" Target="../ink/ink3142.xml"/><Relationship Id="rId164" Type="http://schemas.openxmlformats.org/officeDocument/2006/relationships/image" Target="../media/image1855.png"/><Relationship Id="rId185" Type="http://schemas.openxmlformats.org/officeDocument/2006/relationships/customXml" Target="../ink/ink3163.xml"/><Relationship Id="rId9" Type="http://schemas.openxmlformats.org/officeDocument/2006/relationships/customXml" Target="../ink/ink3075.xml"/><Relationship Id="rId210" Type="http://schemas.openxmlformats.org/officeDocument/2006/relationships/image" Target="../media/image1881.png"/><Relationship Id="rId26" Type="http://schemas.openxmlformats.org/officeDocument/2006/relationships/image" Target="../media/image5721.png"/><Relationship Id="rId231" Type="http://schemas.openxmlformats.org/officeDocument/2006/relationships/customXml" Target="../ink/ink3186.xml"/><Relationship Id="rId252" Type="http://schemas.openxmlformats.org/officeDocument/2006/relationships/image" Target="../media/image1904.png"/><Relationship Id="rId273" Type="http://schemas.openxmlformats.org/officeDocument/2006/relationships/customXml" Target="../ink/ink3207.xml"/><Relationship Id="rId294" Type="http://schemas.openxmlformats.org/officeDocument/2006/relationships/image" Target="../media/image1927.png"/><Relationship Id="rId308" Type="http://schemas.openxmlformats.org/officeDocument/2006/relationships/image" Target="../media/image1935.png"/><Relationship Id="rId47" Type="http://schemas.openxmlformats.org/officeDocument/2006/relationships/customXml" Target="../ink/ink3094.xml"/><Relationship Id="rId68" Type="http://schemas.openxmlformats.org/officeDocument/2006/relationships/image" Target="../media/image5931.png"/><Relationship Id="rId89" Type="http://schemas.openxmlformats.org/officeDocument/2006/relationships/customXml" Target="../ink/ink3115.xml"/><Relationship Id="rId112" Type="http://schemas.openxmlformats.org/officeDocument/2006/relationships/image" Target="../media/image6151.png"/><Relationship Id="rId133" Type="http://schemas.openxmlformats.org/officeDocument/2006/relationships/customXml" Target="../ink/ink3137.xml"/><Relationship Id="rId154" Type="http://schemas.openxmlformats.org/officeDocument/2006/relationships/image" Target="../media/image1849.png"/><Relationship Id="rId175" Type="http://schemas.openxmlformats.org/officeDocument/2006/relationships/customXml" Target="../ink/ink3158.xml"/><Relationship Id="rId196" Type="http://schemas.openxmlformats.org/officeDocument/2006/relationships/image" Target="../media/image1873.png"/><Relationship Id="rId200" Type="http://schemas.openxmlformats.org/officeDocument/2006/relationships/image" Target="../media/image1875.png"/><Relationship Id="rId16" Type="http://schemas.openxmlformats.org/officeDocument/2006/relationships/image" Target="../media/image5671.png"/><Relationship Id="rId221" Type="http://schemas.openxmlformats.org/officeDocument/2006/relationships/customXml" Target="../ink/ink3181.xml"/><Relationship Id="rId242" Type="http://schemas.openxmlformats.org/officeDocument/2006/relationships/image" Target="../media/image1898.png"/><Relationship Id="rId263" Type="http://schemas.openxmlformats.org/officeDocument/2006/relationships/customXml" Target="../ink/ink3202.xml"/><Relationship Id="rId284" Type="http://schemas.openxmlformats.org/officeDocument/2006/relationships/image" Target="../media/image1923.png"/><Relationship Id="rId37" Type="http://schemas.openxmlformats.org/officeDocument/2006/relationships/customXml" Target="../ink/ink3089.xml"/><Relationship Id="rId58" Type="http://schemas.openxmlformats.org/officeDocument/2006/relationships/image" Target="../media/image5881.png"/><Relationship Id="rId79" Type="http://schemas.openxmlformats.org/officeDocument/2006/relationships/customXml" Target="../ink/ink3110.xml"/><Relationship Id="rId102" Type="http://schemas.openxmlformats.org/officeDocument/2006/relationships/image" Target="../media/image6101.png"/><Relationship Id="rId123" Type="http://schemas.openxmlformats.org/officeDocument/2006/relationships/customXml" Target="../ink/ink3132.xml"/><Relationship Id="rId144" Type="http://schemas.openxmlformats.org/officeDocument/2006/relationships/image" Target="../media/image1844.png"/><Relationship Id="rId90" Type="http://schemas.openxmlformats.org/officeDocument/2006/relationships/image" Target="../media/image6041.png"/><Relationship Id="rId165" Type="http://schemas.openxmlformats.org/officeDocument/2006/relationships/customXml" Target="../ink/ink3153.xml"/><Relationship Id="rId186" Type="http://schemas.openxmlformats.org/officeDocument/2006/relationships/image" Target="../media/image1867.png"/><Relationship Id="rId211" Type="http://schemas.openxmlformats.org/officeDocument/2006/relationships/customXml" Target="../ink/ink3176.xml"/><Relationship Id="rId232" Type="http://schemas.openxmlformats.org/officeDocument/2006/relationships/image" Target="../media/image1893.png"/><Relationship Id="rId253" Type="http://schemas.openxmlformats.org/officeDocument/2006/relationships/customXml" Target="../ink/ink3197.xml"/><Relationship Id="rId274" Type="http://schemas.openxmlformats.org/officeDocument/2006/relationships/image" Target="../media/image1917.png"/><Relationship Id="rId295" Type="http://schemas.openxmlformats.org/officeDocument/2006/relationships/customXml" Target="../ink/ink3218.xml"/><Relationship Id="rId309" Type="http://schemas.openxmlformats.org/officeDocument/2006/relationships/customXml" Target="../ink/ink3225.xml"/><Relationship Id="rId27" Type="http://schemas.openxmlformats.org/officeDocument/2006/relationships/customXml" Target="../ink/ink3084.xml"/><Relationship Id="rId48" Type="http://schemas.openxmlformats.org/officeDocument/2006/relationships/image" Target="../media/image5831.png"/><Relationship Id="rId69" Type="http://schemas.openxmlformats.org/officeDocument/2006/relationships/customXml" Target="../ink/ink3105.xml"/><Relationship Id="rId113" Type="http://schemas.openxmlformats.org/officeDocument/2006/relationships/customXml" Target="../ink/ink3127.xml"/><Relationship Id="rId134" Type="http://schemas.openxmlformats.org/officeDocument/2006/relationships/image" Target="../media/image1838.png"/><Relationship Id="rId80" Type="http://schemas.openxmlformats.org/officeDocument/2006/relationships/image" Target="../media/image5991.png"/><Relationship Id="rId155" Type="http://schemas.openxmlformats.org/officeDocument/2006/relationships/customXml" Target="../ink/ink3148.xml"/><Relationship Id="rId176" Type="http://schemas.openxmlformats.org/officeDocument/2006/relationships/image" Target="../media/image1862.png"/><Relationship Id="rId197" Type="http://schemas.openxmlformats.org/officeDocument/2006/relationships/customXml" Target="../ink/ink3169.xml"/><Relationship Id="rId201" Type="http://schemas.openxmlformats.org/officeDocument/2006/relationships/customXml" Target="../ink/ink3171.xml"/><Relationship Id="rId222" Type="http://schemas.openxmlformats.org/officeDocument/2006/relationships/image" Target="../media/image1887.png"/><Relationship Id="rId243" Type="http://schemas.openxmlformats.org/officeDocument/2006/relationships/customXml" Target="../ink/ink3192.xml"/><Relationship Id="rId264" Type="http://schemas.openxmlformats.org/officeDocument/2006/relationships/image" Target="../media/image1912.png"/><Relationship Id="rId285" Type="http://schemas.openxmlformats.org/officeDocument/2006/relationships/customXml" Target="../ink/ink3213.xml"/><Relationship Id="rId17" Type="http://schemas.openxmlformats.org/officeDocument/2006/relationships/customXml" Target="../ink/ink3079.xml"/><Relationship Id="rId38" Type="http://schemas.openxmlformats.org/officeDocument/2006/relationships/image" Target="../media/image5781.png"/><Relationship Id="rId59" Type="http://schemas.openxmlformats.org/officeDocument/2006/relationships/customXml" Target="../ink/ink3100.xml"/><Relationship Id="rId103" Type="http://schemas.openxmlformats.org/officeDocument/2006/relationships/customXml" Target="../ink/ink3122.xml"/><Relationship Id="rId124" Type="http://schemas.openxmlformats.org/officeDocument/2006/relationships/image" Target="../media/image6212.png"/><Relationship Id="rId310" Type="http://schemas.openxmlformats.org/officeDocument/2006/relationships/image" Target="../media/image1936.png"/><Relationship Id="rId70" Type="http://schemas.openxmlformats.org/officeDocument/2006/relationships/image" Target="../media/image5941.png"/><Relationship Id="rId91" Type="http://schemas.openxmlformats.org/officeDocument/2006/relationships/customXml" Target="../ink/ink3116.xml"/><Relationship Id="rId145" Type="http://schemas.openxmlformats.org/officeDocument/2006/relationships/customXml" Target="../ink/ink3143.xml"/><Relationship Id="rId166" Type="http://schemas.openxmlformats.org/officeDocument/2006/relationships/image" Target="../media/image1856.png"/><Relationship Id="rId187" Type="http://schemas.openxmlformats.org/officeDocument/2006/relationships/customXml" Target="../ink/ink3164.xml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1882.png"/><Relationship Id="rId233" Type="http://schemas.openxmlformats.org/officeDocument/2006/relationships/customXml" Target="../ink/ink3187.xml"/><Relationship Id="rId254" Type="http://schemas.openxmlformats.org/officeDocument/2006/relationships/image" Target="../media/image1905.png"/><Relationship Id="rId28" Type="http://schemas.openxmlformats.org/officeDocument/2006/relationships/image" Target="../media/image5731.png"/><Relationship Id="rId49" Type="http://schemas.openxmlformats.org/officeDocument/2006/relationships/customXml" Target="../ink/ink3095.xml"/><Relationship Id="rId114" Type="http://schemas.openxmlformats.org/officeDocument/2006/relationships/image" Target="../media/image6161.png"/><Relationship Id="rId275" Type="http://schemas.openxmlformats.org/officeDocument/2006/relationships/customXml" Target="../ink/ink3208.xml"/><Relationship Id="rId296" Type="http://schemas.openxmlformats.org/officeDocument/2006/relationships/image" Target="../media/image1928.png"/><Relationship Id="rId300" Type="http://schemas.openxmlformats.org/officeDocument/2006/relationships/image" Target="../media/image1931.png"/><Relationship Id="rId60" Type="http://schemas.openxmlformats.org/officeDocument/2006/relationships/image" Target="../media/image5891.png"/><Relationship Id="rId81" Type="http://schemas.openxmlformats.org/officeDocument/2006/relationships/customXml" Target="../ink/ink3111.xml"/><Relationship Id="rId135" Type="http://schemas.openxmlformats.org/officeDocument/2006/relationships/customXml" Target="../ink/ink3138.xml"/><Relationship Id="rId156" Type="http://schemas.openxmlformats.org/officeDocument/2006/relationships/image" Target="../media/image1851.png"/><Relationship Id="rId177" Type="http://schemas.openxmlformats.org/officeDocument/2006/relationships/customXml" Target="../ink/ink3159.xml"/><Relationship Id="rId198" Type="http://schemas.openxmlformats.org/officeDocument/2006/relationships/image" Target="../media/image1874.png"/><Relationship Id="rId202" Type="http://schemas.openxmlformats.org/officeDocument/2006/relationships/image" Target="../media/image1876.png"/><Relationship Id="rId223" Type="http://schemas.openxmlformats.org/officeDocument/2006/relationships/customXml" Target="../ink/ink3182.xml"/><Relationship Id="rId244" Type="http://schemas.openxmlformats.org/officeDocument/2006/relationships/image" Target="../media/image1899.png"/><Relationship Id="rId18" Type="http://schemas.openxmlformats.org/officeDocument/2006/relationships/image" Target="../media/image5681.png"/><Relationship Id="rId39" Type="http://schemas.openxmlformats.org/officeDocument/2006/relationships/customXml" Target="../ink/ink3090.xml"/><Relationship Id="rId265" Type="http://schemas.openxmlformats.org/officeDocument/2006/relationships/customXml" Target="../ink/ink3203.xml"/><Relationship Id="rId286" Type="http://schemas.openxmlformats.org/officeDocument/2006/relationships/image" Target="../media/image1924.png"/><Relationship Id="rId50" Type="http://schemas.openxmlformats.org/officeDocument/2006/relationships/image" Target="../media/image5841.png"/><Relationship Id="rId104" Type="http://schemas.openxmlformats.org/officeDocument/2006/relationships/image" Target="../media/image6113.png"/><Relationship Id="rId125" Type="http://schemas.openxmlformats.org/officeDocument/2006/relationships/customXml" Target="../ink/ink3133.xml"/><Relationship Id="rId146" Type="http://schemas.openxmlformats.org/officeDocument/2006/relationships/image" Target="../media/image1845.png"/><Relationship Id="rId167" Type="http://schemas.openxmlformats.org/officeDocument/2006/relationships/customXml" Target="../ink/ink3154.xml"/><Relationship Id="rId188" Type="http://schemas.openxmlformats.org/officeDocument/2006/relationships/image" Target="../media/image1868.png"/><Relationship Id="rId311" Type="http://schemas.openxmlformats.org/officeDocument/2006/relationships/customXml" Target="../ink/ink3226.xml"/><Relationship Id="rId71" Type="http://schemas.openxmlformats.org/officeDocument/2006/relationships/customXml" Target="../ink/ink3106.xml"/><Relationship Id="rId92" Type="http://schemas.openxmlformats.org/officeDocument/2006/relationships/image" Target="../media/image6051.png"/><Relationship Id="rId213" Type="http://schemas.openxmlformats.org/officeDocument/2006/relationships/customXml" Target="../ink/ink3177.xml"/><Relationship Id="rId234" Type="http://schemas.openxmlformats.org/officeDocument/2006/relationships/image" Target="../media/image1894.png"/><Relationship Id="rId2" Type="http://schemas.openxmlformats.org/officeDocument/2006/relationships/image" Target="../media/image1833.gif"/><Relationship Id="rId29" Type="http://schemas.openxmlformats.org/officeDocument/2006/relationships/customXml" Target="../ink/ink3085.xml"/><Relationship Id="rId255" Type="http://schemas.openxmlformats.org/officeDocument/2006/relationships/customXml" Target="../ink/ink3198.xml"/><Relationship Id="rId276" Type="http://schemas.openxmlformats.org/officeDocument/2006/relationships/image" Target="../media/image1918.png"/><Relationship Id="rId297" Type="http://schemas.openxmlformats.org/officeDocument/2006/relationships/customXml" Target="../ink/ink3219.xml"/><Relationship Id="rId40" Type="http://schemas.openxmlformats.org/officeDocument/2006/relationships/image" Target="../media/image5791.png"/><Relationship Id="rId115" Type="http://schemas.openxmlformats.org/officeDocument/2006/relationships/customXml" Target="../ink/ink3128.xml"/><Relationship Id="rId136" Type="http://schemas.openxmlformats.org/officeDocument/2006/relationships/image" Target="../media/image1839.png"/><Relationship Id="rId157" Type="http://schemas.openxmlformats.org/officeDocument/2006/relationships/customXml" Target="../ink/ink3149.xml"/><Relationship Id="rId178" Type="http://schemas.openxmlformats.org/officeDocument/2006/relationships/image" Target="../media/image1863.png"/><Relationship Id="rId301" Type="http://schemas.openxmlformats.org/officeDocument/2006/relationships/customXml" Target="../ink/ink3221.xml"/><Relationship Id="rId61" Type="http://schemas.openxmlformats.org/officeDocument/2006/relationships/customXml" Target="../ink/ink3101.xml"/><Relationship Id="rId82" Type="http://schemas.openxmlformats.org/officeDocument/2006/relationships/image" Target="../media/image6001.png"/><Relationship Id="rId199" Type="http://schemas.openxmlformats.org/officeDocument/2006/relationships/customXml" Target="../ink/ink3170.xml"/><Relationship Id="rId203" Type="http://schemas.openxmlformats.org/officeDocument/2006/relationships/customXml" Target="../ink/ink3172.xml"/><Relationship Id="rId19" Type="http://schemas.openxmlformats.org/officeDocument/2006/relationships/customXml" Target="../ink/ink3080.xml"/><Relationship Id="rId224" Type="http://schemas.openxmlformats.org/officeDocument/2006/relationships/image" Target="../media/image1888.png"/><Relationship Id="rId245" Type="http://schemas.openxmlformats.org/officeDocument/2006/relationships/customXml" Target="../ink/ink3193.xml"/><Relationship Id="rId266" Type="http://schemas.openxmlformats.org/officeDocument/2006/relationships/image" Target="../media/image1913.png"/><Relationship Id="rId287" Type="http://schemas.openxmlformats.org/officeDocument/2006/relationships/customXml" Target="../ink/ink3214.xml"/><Relationship Id="rId30" Type="http://schemas.openxmlformats.org/officeDocument/2006/relationships/image" Target="../media/image5741.png"/><Relationship Id="rId105" Type="http://schemas.openxmlformats.org/officeDocument/2006/relationships/customXml" Target="../ink/ink3123.xml"/><Relationship Id="rId126" Type="http://schemas.openxmlformats.org/officeDocument/2006/relationships/image" Target="../media/image1834.png"/><Relationship Id="rId147" Type="http://schemas.openxmlformats.org/officeDocument/2006/relationships/customXml" Target="../ink/ink3144.xml"/><Relationship Id="rId168" Type="http://schemas.openxmlformats.org/officeDocument/2006/relationships/image" Target="../media/image1857.png"/><Relationship Id="rId312" Type="http://schemas.openxmlformats.org/officeDocument/2006/relationships/image" Target="../media/image1937.png"/><Relationship Id="rId51" Type="http://schemas.openxmlformats.org/officeDocument/2006/relationships/customXml" Target="../ink/ink3096.xml"/><Relationship Id="rId72" Type="http://schemas.openxmlformats.org/officeDocument/2006/relationships/image" Target="../media/image5951.png"/><Relationship Id="rId93" Type="http://schemas.openxmlformats.org/officeDocument/2006/relationships/customXml" Target="../ink/ink3117.xml"/><Relationship Id="rId189" Type="http://schemas.openxmlformats.org/officeDocument/2006/relationships/customXml" Target="../ink/ink3165.xml"/><Relationship Id="rId3" Type="http://schemas.openxmlformats.org/officeDocument/2006/relationships/image" Target="../media/image1600.png"/><Relationship Id="rId214" Type="http://schemas.openxmlformats.org/officeDocument/2006/relationships/image" Target="../media/image1883.png"/><Relationship Id="rId235" Type="http://schemas.openxmlformats.org/officeDocument/2006/relationships/customXml" Target="../ink/ink3188.xml"/><Relationship Id="rId256" Type="http://schemas.openxmlformats.org/officeDocument/2006/relationships/image" Target="../media/image1906.png"/><Relationship Id="rId277" Type="http://schemas.openxmlformats.org/officeDocument/2006/relationships/customXml" Target="../ink/ink3209.xml"/><Relationship Id="rId298" Type="http://schemas.openxmlformats.org/officeDocument/2006/relationships/image" Target="../media/image1929.png"/><Relationship Id="rId116" Type="http://schemas.openxmlformats.org/officeDocument/2006/relationships/image" Target="../media/image6171.png"/><Relationship Id="rId137" Type="http://schemas.openxmlformats.org/officeDocument/2006/relationships/customXml" Target="../ink/ink3139.xml"/><Relationship Id="rId158" Type="http://schemas.openxmlformats.org/officeDocument/2006/relationships/image" Target="../media/image1852.png"/><Relationship Id="rId302" Type="http://schemas.openxmlformats.org/officeDocument/2006/relationships/image" Target="../media/image1932.png"/><Relationship Id="rId20" Type="http://schemas.openxmlformats.org/officeDocument/2006/relationships/image" Target="../media/image5691.png"/><Relationship Id="rId41" Type="http://schemas.openxmlformats.org/officeDocument/2006/relationships/customXml" Target="../ink/ink3091.xml"/><Relationship Id="rId62" Type="http://schemas.openxmlformats.org/officeDocument/2006/relationships/image" Target="../media/image5901.png"/><Relationship Id="rId83" Type="http://schemas.openxmlformats.org/officeDocument/2006/relationships/customXml" Target="../ink/ink3112.xml"/><Relationship Id="rId179" Type="http://schemas.openxmlformats.org/officeDocument/2006/relationships/customXml" Target="../ink/ink3160.xml"/><Relationship Id="rId190" Type="http://schemas.openxmlformats.org/officeDocument/2006/relationships/image" Target="../media/image1869.png"/><Relationship Id="rId204" Type="http://schemas.openxmlformats.org/officeDocument/2006/relationships/image" Target="../media/image1877.png"/><Relationship Id="rId225" Type="http://schemas.openxmlformats.org/officeDocument/2006/relationships/customXml" Target="../ink/ink3183.xml"/><Relationship Id="rId246" Type="http://schemas.openxmlformats.org/officeDocument/2006/relationships/image" Target="../media/image1900.png"/><Relationship Id="rId267" Type="http://schemas.openxmlformats.org/officeDocument/2006/relationships/customXml" Target="../ink/ink3204.xml"/><Relationship Id="rId288" Type="http://schemas.openxmlformats.org/officeDocument/2006/relationships/image" Target="../media/image1925.png"/><Relationship Id="rId106" Type="http://schemas.openxmlformats.org/officeDocument/2006/relationships/image" Target="../media/image6121.png"/><Relationship Id="rId127" Type="http://schemas.openxmlformats.org/officeDocument/2006/relationships/customXml" Target="../ink/ink3134.xml"/><Relationship Id="rId313" Type="http://schemas.openxmlformats.org/officeDocument/2006/relationships/customXml" Target="../ink/ink3227.xml"/><Relationship Id="rId10" Type="http://schemas.openxmlformats.org/officeDocument/2006/relationships/image" Target="../media/image5641.png"/><Relationship Id="rId31" Type="http://schemas.openxmlformats.org/officeDocument/2006/relationships/customXml" Target="../ink/ink3086.xml"/><Relationship Id="rId52" Type="http://schemas.openxmlformats.org/officeDocument/2006/relationships/image" Target="../media/image5851.png"/><Relationship Id="rId73" Type="http://schemas.openxmlformats.org/officeDocument/2006/relationships/customXml" Target="../ink/ink3107.xml"/><Relationship Id="rId94" Type="http://schemas.openxmlformats.org/officeDocument/2006/relationships/image" Target="../media/image6061.png"/><Relationship Id="rId148" Type="http://schemas.openxmlformats.org/officeDocument/2006/relationships/image" Target="../media/image1846.png"/><Relationship Id="rId169" Type="http://schemas.openxmlformats.org/officeDocument/2006/relationships/customXml" Target="../ink/ink3155.xml"/><Relationship Id="rId4" Type="http://schemas.microsoft.com/office/2007/relationships/hdphoto" Target="../media/hdphoto1.wdp"/><Relationship Id="rId180" Type="http://schemas.openxmlformats.org/officeDocument/2006/relationships/image" Target="../media/image1864.png"/><Relationship Id="rId215" Type="http://schemas.openxmlformats.org/officeDocument/2006/relationships/customXml" Target="../ink/ink3178.xml"/><Relationship Id="rId236" Type="http://schemas.openxmlformats.org/officeDocument/2006/relationships/image" Target="../media/image1895.png"/><Relationship Id="rId257" Type="http://schemas.openxmlformats.org/officeDocument/2006/relationships/customXml" Target="../ink/ink3199.xml"/><Relationship Id="rId278" Type="http://schemas.openxmlformats.org/officeDocument/2006/relationships/image" Target="../media/image1919.png"/><Relationship Id="rId303" Type="http://schemas.openxmlformats.org/officeDocument/2006/relationships/customXml" Target="../ink/ink3222.xml"/><Relationship Id="rId42" Type="http://schemas.openxmlformats.org/officeDocument/2006/relationships/image" Target="../media/image5801.png"/><Relationship Id="rId84" Type="http://schemas.openxmlformats.org/officeDocument/2006/relationships/image" Target="../media/image6013.png"/><Relationship Id="rId138" Type="http://schemas.openxmlformats.org/officeDocument/2006/relationships/image" Target="../media/image1841.png"/><Relationship Id="rId191" Type="http://schemas.openxmlformats.org/officeDocument/2006/relationships/customXml" Target="../ink/ink3166.xml"/><Relationship Id="rId205" Type="http://schemas.openxmlformats.org/officeDocument/2006/relationships/customXml" Target="../ink/ink3173.xml"/><Relationship Id="rId247" Type="http://schemas.openxmlformats.org/officeDocument/2006/relationships/customXml" Target="../ink/ink3194.xml"/><Relationship Id="rId107" Type="http://schemas.openxmlformats.org/officeDocument/2006/relationships/customXml" Target="../ink/ink3124.xml"/><Relationship Id="rId289" Type="http://schemas.openxmlformats.org/officeDocument/2006/relationships/customXml" Target="../ink/ink3215.xml"/><Relationship Id="rId11" Type="http://schemas.openxmlformats.org/officeDocument/2006/relationships/customXml" Target="../ink/ink3076.xml"/><Relationship Id="rId53" Type="http://schemas.openxmlformats.org/officeDocument/2006/relationships/customXml" Target="../ink/ink3097.xml"/><Relationship Id="rId149" Type="http://schemas.openxmlformats.org/officeDocument/2006/relationships/customXml" Target="../ink/ink3145.xml"/><Relationship Id="rId314" Type="http://schemas.openxmlformats.org/officeDocument/2006/relationships/image" Target="../media/image1938.png"/><Relationship Id="rId95" Type="http://schemas.openxmlformats.org/officeDocument/2006/relationships/customXml" Target="../ink/ink3118.xml"/><Relationship Id="rId160" Type="http://schemas.openxmlformats.org/officeDocument/2006/relationships/image" Target="../media/image1853.png"/><Relationship Id="rId216" Type="http://schemas.openxmlformats.org/officeDocument/2006/relationships/image" Target="../media/image1884.png"/><Relationship Id="rId258" Type="http://schemas.openxmlformats.org/officeDocument/2006/relationships/image" Target="../media/image1907.png"/><Relationship Id="rId22" Type="http://schemas.openxmlformats.org/officeDocument/2006/relationships/image" Target="../media/image5701.png"/><Relationship Id="rId64" Type="http://schemas.openxmlformats.org/officeDocument/2006/relationships/image" Target="../media/image5913.png"/><Relationship Id="rId118" Type="http://schemas.openxmlformats.org/officeDocument/2006/relationships/image" Target="../media/image6180.png"/><Relationship Id="rId171" Type="http://schemas.openxmlformats.org/officeDocument/2006/relationships/customXml" Target="../ink/ink3156.xml"/><Relationship Id="rId227" Type="http://schemas.openxmlformats.org/officeDocument/2006/relationships/customXml" Target="../ink/ink3184.xml"/><Relationship Id="rId269" Type="http://schemas.openxmlformats.org/officeDocument/2006/relationships/customXml" Target="../ink/ink3205.xml"/><Relationship Id="rId33" Type="http://schemas.openxmlformats.org/officeDocument/2006/relationships/customXml" Target="../ink/ink3087.xml"/><Relationship Id="rId129" Type="http://schemas.openxmlformats.org/officeDocument/2006/relationships/customXml" Target="../ink/ink3135.xml"/><Relationship Id="rId280" Type="http://schemas.openxmlformats.org/officeDocument/2006/relationships/image" Target="../media/image1921.png"/><Relationship Id="rId75" Type="http://schemas.openxmlformats.org/officeDocument/2006/relationships/customXml" Target="../ink/ink3108.xml"/><Relationship Id="rId140" Type="http://schemas.openxmlformats.org/officeDocument/2006/relationships/image" Target="../media/image1842.png"/><Relationship Id="rId182" Type="http://schemas.openxmlformats.org/officeDocument/2006/relationships/image" Target="../media/image1865.png"/><Relationship Id="rId6" Type="http://schemas.openxmlformats.org/officeDocument/2006/relationships/image" Target="../media/image5621.png"/><Relationship Id="rId238" Type="http://schemas.openxmlformats.org/officeDocument/2006/relationships/image" Target="../media/image1896.png"/><Relationship Id="rId291" Type="http://schemas.openxmlformats.org/officeDocument/2006/relationships/customXml" Target="../ink/ink3216.xml"/><Relationship Id="rId305" Type="http://schemas.openxmlformats.org/officeDocument/2006/relationships/customXml" Target="../ink/ink3223.xml"/><Relationship Id="rId44" Type="http://schemas.openxmlformats.org/officeDocument/2006/relationships/image" Target="../media/image5813.png"/><Relationship Id="rId86" Type="http://schemas.openxmlformats.org/officeDocument/2006/relationships/image" Target="../media/image6021.png"/><Relationship Id="rId151" Type="http://schemas.openxmlformats.org/officeDocument/2006/relationships/customXml" Target="../ink/ink3146.xml"/></Relationships>
</file>

<file path=ppt/slides/_rels/slide22.xml.rels><?xml version="1.0" encoding="UTF-8" standalone="yes"?>
<Relationships xmlns="http://schemas.openxmlformats.org/package/2006/relationships"><Relationship Id="rId26" Type="http://schemas.openxmlformats.org/officeDocument/2006/relationships/image" Target="../media/image4470.png"/><Relationship Id="rId21" Type="http://schemas.openxmlformats.org/officeDocument/2006/relationships/customXml" Target="../ink/ink3236.xml"/><Relationship Id="rId42" Type="http://schemas.openxmlformats.org/officeDocument/2006/relationships/image" Target="../media/image4550.png"/><Relationship Id="rId47" Type="http://schemas.openxmlformats.org/officeDocument/2006/relationships/customXml" Target="../ink/ink3249.xml"/><Relationship Id="rId63" Type="http://schemas.openxmlformats.org/officeDocument/2006/relationships/customXml" Target="../ink/ink3257.xml"/><Relationship Id="rId68" Type="http://schemas.openxmlformats.org/officeDocument/2006/relationships/image" Target="../media/image4680.png"/><Relationship Id="rId84" Type="http://schemas.openxmlformats.org/officeDocument/2006/relationships/image" Target="../media/image4760.png"/><Relationship Id="rId89" Type="http://schemas.openxmlformats.org/officeDocument/2006/relationships/customXml" Target="../ink/ink3270.xml"/><Relationship Id="rId16" Type="http://schemas.openxmlformats.org/officeDocument/2006/relationships/image" Target="../media/image4420.png"/><Relationship Id="rId11" Type="http://schemas.openxmlformats.org/officeDocument/2006/relationships/customXml" Target="../ink/ink3231.xml"/><Relationship Id="rId32" Type="http://schemas.openxmlformats.org/officeDocument/2006/relationships/image" Target="../media/image4500.png"/><Relationship Id="rId37" Type="http://schemas.openxmlformats.org/officeDocument/2006/relationships/customXml" Target="../ink/ink3244.xml"/><Relationship Id="rId53" Type="http://schemas.openxmlformats.org/officeDocument/2006/relationships/customXml" Target="../ink/ink3252.xml"/><Relationship Id="rId58" Type="http://schemas.openxmlformats.org/officeDocument/2006/relationships/image" Target="../media/image4630.png"/><Relationship Id="rId74" Type="http://schemas.openxmlformats.org/officeDocument/2006/relationships/image" Target="../media/image4712.png"/><Relationship Id="rId79" Type="http://schemas.openxmlformats.org/officeDocument/2006/relationships/customXml" Target="../ink/ink3265.xml"/><Relationship Id="rId102" Type="http://schemas.openxmlformats.org/officeDocument/2006/relationships/image" Target="../media/image4850.png"/><Relationship Id="rId5" Type="http://schemas.openxmlformats.org/officeDocument/2006/relationships/customXml" Target="../ink/ink3228.xml"/><Relationship Id="rId90" Type="http://schemas.openxmlformats.org/officeDocument/2006/relationships/image" Target="../media/image4790.png"/><Relationship Id="rId95" Type="http://schemas.openxmlformats.org/officeDocument/2006/relationships/customXml" Target="../ink/ink3273.xml"/><Relationship Id="rId22" Type="http://schemas.openxmlformats.org/officeDocument/2006/relationships/image" Target="../media/image4450.png"/><Relationship Id="rId27" Type="http://schemas.openxmlformats.org/officeDocument/2006/relationships/customXml" Target="../ink/ink3239.xml"/><Relationship Id="rId43" Type="http://schemas.openxmlformats.org/officeDocument/2006/relationships/customXml" Target="../ink/ink3247.xml"/><Relationship Id="rId48" Type="http://schemas.openxmlformats.org/officeDocument/2006/relationships/image" Target="../media/image4580.png"/><Relationship Id="rId64" Type="http://schemas.openxmlformats.org/officeDocument/2006/relationships/image" Target="../media/image4660.png"/><Relationship Id="rId69" Type="http://schemas.openxmlformats.org/officeDocument/2006/relationships/customXml" Target="../ink/ink3260.xml"/><Relationship Id="rId80" Type="http://schemas.openxmlformats.org/officeDocument/2006/relationships/image" Target="../media/image4740.png"/><Relationship Id="rId85" Type="http://schemas.openxmlformats.org/officeDocument/2006/relationships/customXml" Target="../ink/ink3268.xml"/><Relationship Id="rId12" Type="http://schemas.openxmlformats.org/officeDocument/2006/relationships/image" Target="../media/image4400.png"/><Relationship Id="rId17" Type="http://schemas.openxmlformats.org/officeDocument/2006/relationships/customXml" Target="../ink/ink3234.xml"/><Relationship Id="rId33" Type="http://schemas.openxmlformats.org/officeDocument/2006/relationships/customXml" Target="../ink/ink3242.xml"/><Relationship Id="rId38" Type="http://schemas.openxmlformats.org/officeDocument/2006/relationships/image" Target="../media/image4530.png"/><Relationship Id="rId59" Type="http://schemas.openxmlformats.org/officeDocument/2006/relationships/customXml" Target="../ink/ink3255.xml"/><Relationship Id="rId103" Type="http://schemas.openxmlformats.org/officeDocument/2006/relationships/customXml" Target="../ink/ink3277.xml"/><Relationship Id="rId20" Type="http://schemas.openxmlformats.org/officeDocument/2006/relationships/image" Target="../media/image4440.png"/><Relationship Id="rId41" Type="http://schemas.openxmlformats.org/officeDocument/2006/relationships/customXml" Target="../ink/ink3246.xml"/><Relationship Id="rId54" Type="http://schemas.openxmlformats.org/officeDocument/2006/relationships/image" Target="../media/image4612.png"/><Relationship Id="rId62" Type="http://schemas.openxmlformats.org/officeDocument/2006/relationships/image" Target="../media/image4650.png"/><Relationship Id="rId70" Type="http://schemas.openxmlformats.org/officeDocument/2006/relationships/image" Target="../media/image4690.png"/><Relationship Id="rId75" Type="http://schemas.openxmlformats.org/officeDocument/2006/relationships/customXml" Target="../ink/ink3263.xml"/><Relationship Id="rId83" Type="http://schemas.openxmlformats.org/officeDocument/2006/relationships/customXml" Target="../ink/ink3267.xml"/><Relationship Id="rId88" Type="http://schemas.openxmlformats.org/officeDocument/2006/relationships/image" Target="../media/image4780.png"/><Relationship Id="rId91" Type="http://schemas.openxmlformats.org/officeDocument/2006/relationships/customXml" Target="../ink/ink3271.xml"/><Relationship Id="rId96" Type="http://schemas.openxmlformats.org/officeDocument/2006/relationships/image" Target="../media/image48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70.png"/><Relationship Id="rId15" Type="http://schemas.openxmlformats.org/officeDocument/2006/relationships/customXml" Target="../ink/ink3233.xml"/><Relationship Id="rId23" Type="http://schemas.openxmlformats.org/officeDocument/2006/relationships/customXml" Target="../ink/ink3237.xml"/><Relationship Id="rId28" Type="http://schemas.openxmlformats.org/officeDocument/2006/relationships/image" Target="../media/image4480.png"/><Relationship Id="rId36" Type="http://schemas.openxmlformats.org/officeDocument/2006/relationships/image" Target="../media/image4520.png"/><Relationship Id="rId49" Type="http://schemas.openxmlformats.org/officeDocument/2006/relationships/customXml" Target="../ink/ink3250.xml"/><Relationship Id="rId57" Type="http://schemas.openxmlformats.org/officeDocument/2006/relationships/customXml" Target="../ink/ink3254.xml"/><Relationship Id="rId106" Type="http://schemas.openxmlformats.org/officeDocument/2006/relationships/image" Target="../media/image4870.png"/><Relationship Id="rId10" Type="http://schemas.openxmlformats.org/officeDocument/2006/relationships/image" Target="../media/image4390.png"/><Relationship Id="rId31" Type="http://schemas.openxmlformats.org/officeDocument/2006/relationships/customXml" Target="../ink/ink3241.xml"/><Relationship Id="rId44" Type="http://schemas.openxmlformats.org/officeDocument/2006/relationships/image" Target="../media/image4560.png"/><Relationship Id="rId52" Type="http://schemas.openxmlformats.org/officeDocument/2006/relationships/image" Target="../media/image4600.png"/><Relationship Id="rId60" Type="http://schemas.openxmlformats.org/officeDocument/2006/relationships/image" Target="../media/image4640.png"/><Relationship Id="rId65" Type="http://schemas.openxmlformats.org/officeDocument/2006/relationships/customXml" Target="../ink/ink3258.xml"/><Relationship Id="rId73" Type="http://schemas.openxmlformats.org/officeDocument/2006/relationships/customXml" Target="../ink/ink3262.xml"/><Relationship Id="rId78" Type="http://schemas.openxmlformats.org/officeDocument/2006/relationships/image" Target="../media/image4730.png"/><Relationship Id="rId81" Type="http://schemas.openxmlformats.org/officeDocument/2006/relationships/customXml" Target="../ink/ink3266.xml"/><Relationship Id="rId86" Type="http://schemas.openxmlformats.org/officeDocument/2006/relationships/image" Target="../media/image4770.png"/><Relationship Id="rId94" Type="http://schemas.openxmlformats.org/officeDocument/2006/relationships/image" Target="../media/image4811.png"/><Relationship Id="rId99" Type="http://schemas.openxmlformats.org/officeDocument/2006/relationships/customXml" Target="../ink/ink3275.xml"/><Relationship Id="rId101" Type="http://schemas.openxmlformats.org/officeDocument/2006/relationships/customXml" Target="../ink/ink3276.xml"/><Relationship Id="rId4" Type="http://schemas.microsoft.com/office/2007/relationships/hdphoto" Target="../media/hdphoto1.wdp"/><Relationship Id="rId9" Type="http://schemas.openxmlformats.org/officeDocument/2006/relationships/customXml" Target="../ink/ink3230.xml"/><Relationship Id="rId13" Type="http://schemas.openxmlformats.org/officeDocument/2006/relationships/customXml" Target="../ink/ink3232.xml"/><Relationship Id="rId18" Type="http://schemas.openxmlformats.org/officeDocument/2006/relationships/image" Target="../media/image4430.png"/><Relationship Id="rId39" Type="http://schemas.openxmlformats.org/officeDocument/2006/relationships/customXml" Target="../ink/ink3245.xml"/><Relationship Id="rId34" Type="http://schemas.openxmlformats.org/officeDocument/2006/relationships/image" Target="../media/image4512.png"/><Relationship Id="rId50" Type="http://schemas.openxmlformats.org/officeDocument/2006/relationships/image" Target="../media/image4590.png"/><Relationship Id="rId55" Type="http://schemas.openxmlformats.org/officeDocument/2006/relationships/customXml" Target="../ink/ink3253.xml"/><Relationship Id="rId76" Type="http://schemas.openxmlformats.org/officeDocument/2006/relationships/image" Target="../media/image4720.png"/><Relationship Id="rId97" Type="http://schemas.openxmlformats.org/officeDocument/2006/relationships/customXml" Target="../ink/ink3274.xml"/><Relationship Id="rId104" Type="http://schemas.openxmlformats.org/officeDocument/2006/relationships/image" Target="../media/image4860.png"/><Relationship Id="rId7" Type="http://schemas.openxmlformats.org/officeDocument/2006/relationships/customXml" Target="../ink/ink3229.xml"/><Relationship Id="rId71" Type="http://schemas.openxmlformats.org/officeDocument/2006/relationships/customXml" Target="../ink/ink3261.xml"/><Relationship Id="rId92" Type="http://schemas.openxmlformats.org/officeDocument/2006/relationships/image" Target="../media/image4800.png"/><Relationship Id="rId2" Type="http://schemas.openxmlformats.org/officeDocument/2006/relationships/image" Target="../media/image1833.gif"/><Relationship Id="rId29" Type="http://schemas.openxmlformats.org/officeDocument/2006/relationships/customXml" Target="../ink/ink3240.xml"/><Relationship Id="rId24" Type="http://schemas.openxmlformats.org/officeDocument/2006/relationships/image" Target="../media/image4460.png"/><Relationship Id="rId40" Type="http://schemas.openxmlformats.org/officeDocument/2006/relationships/image" Target="../media/image4540.png"/><Relationship Id="rId45" Type="http://schemas.openxmlformats.org/officeDocument/2006/relationships/customXml" Target="../ink/ink3248.xml"/><Relationship Id="rId66" Type="http://schemas.openxmlformats.org/officeDocument/2006/relationships/image" Target="../media/image4670.png"/><Relationship Id="rId87" Type="http://schemas.openxmlformats.org/officeDocument/2006/relationships/customXml" Target="../ink/ink3269.xml"/><Relationship Id="rId61" Type="http://schemas.openxmlformats.org/officeDocument/2006/relationships/customXml" Target="../ink/ink3256.xml"/><Relationship Id="rId82" Type="http://schemas.openxmlformats.org/officeDocument/2006/relationships/image" Target="../media/image4750.png"/><Relationship Id="rId19" Type="http://schemas.openxmlformats.org/officeDocument/2006/relationships/customXml" Target="../ink/ink3235.xml"/><Relationship Id="rId14" Type="http://schemas.openxmlformats.org/officeDocument/2006/relationships/image" Target="../media/image4412.png"/><Relationship Id="rId30" Type="http://schemas.openxmlformats.org/officeDocument/2006/relationships/image" Target="../media/image4490.png"/><Relationship Id="rId35" Type="http://schemas.openxmlformats.org/officeDocument/2006/relationships/customXml" Target="../ink/ink3243.xml"/><Relationship Id="rId56" Type="http://schemas.openxmlformats.org/officeDocument/2006/relationships/image" Target="../media/image4620.png"/><Relationship Id="rId77" Type="http://schemas.openxmlformats.org/officeDocument/2006/relationships/customXml" Target="../ink/ink3264.xml"/><Relationship Id="rId100" Type="http://schemas.openxmlformats.org/officeDocument/2006/relationships/image" Target="../media/image4840.png"/><Relationship Id="rId105" Type="http://schemas.openxmlformats.org/officeDocument/2006/relationships/customXml" Target="../ink/ink3278.xml"/><Relationship Id="rId8" Type="http://schemas.openxmlformats.org/officeDocument/2006/relationships/image" Target="../media/image4380.png"/><Relationship Id="rId51" Type="http://schemas.openxmlformats.org/officeDocument/2006/relationships/customXml" Target="../ink/ink3251.xml"/><Relationship Id="rId72" Type="http://schemas.openxmlformats.org/officeDocument/2006/relationships/image" Target="../media/image4700.png"/><Relationship Id="rId93" Type="http://schemas.openxmlformats.org/officeDocument/2006/relationships/customXml" Target="../ink/ink3272.xml"/><Relationship Id="rId98" Type="http://schemas.openxmlformats.org/officeDocument/2006/relationships/image" Target="../media/image4830.png"/><Relationship Id="rId3" Type="http://schemas.openxmlformats.org/officeDocument/2006/relationships/image" Target="../media/image1600.png"/><Relationship Id="rId25" Type="http://schemas.openxmlformats.org/officeDocument/2006/relationships/customXml" Target="../ink/ink3238.xml"/><Relationship Id="rId46" Type="http://schemas.openxmlformats.org/officeDocument/2006/relationships/image" Target="../media/image4570.png"/><Relationship Id="rId67" Type="http://schemas.openxmlformats.org/officeDocument/2006/relationships/customXml" Target="../ink/ink3259.xml"/></Relationships>
</file>

<file path=ppt/slides/_rels/slide23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3336.xml"/><Relationship Id="rId299" Type="http://schemas.openxmlformats.org/officeDocument/2006/relationships/customXml" Target="../ink/ink3427.xml"/><Relationship Id="rId21" Type="http://schemas.openxmlformats.org/officeDocument/2006/relationships/customXml" Target="../ink/ink3288.xml"/><Relationship Id="rId63" Type="http://schemas.openxmlformats.org/officeDocument/2006/relationships/customXml" Target="../ink/ink3309.xml"/><Relationship Id="rId159" Type="http://schemas.openxmlformats.org/officeDocument/2006/relationships/customXml" Target="../ink/ink3357.xml"/><Relationship Id="rId324" Type="http://schemas.openxmlformats.org/officeDocument/2006/relationships/image" Target="../media/image6540.png"/><Relationship Id="rId366" Type="http://schemas.openxmlformats.org/officeDocument/2006/relationships/image" Target="../media/image6750.png"/><Relationship Id="rId170" Type="http://schemas.openxmlformats.org/officeDocument/2006/relationships/image" Target="../media/image5720.png"/><Relationship Id="rId226" Type="http://schemas.openxmlformats.org/officeDocument/2006/relationships/image" Target="../media/image6000.png"/><Relationship Id="rId268" Type="http://schemas.openxmlformats.org/officeDocument/2006/relationships/image" Target="../media/image6260.png"/><Relationship Id="rId32" Type="http://schemas.openxmlformats.org/officeDocument/2006/relationships/image" Target="../media/image5030.png"/><Relationship Id="rId74" Type="http://schemas.openxmlformats.org/officeDocument/2006/relationships/image" Target="../media/image5240.png"/><Relationship Id="rId128" Type="http://schemas.openxmlformats.org/officeDocument/2006/relationships/image" Target="../media/image5512.png"/><Relationship Id="rId335" Type="http://schemas.openxmlformats.org/officeDocument/2006/relationships/customXml" Target="../ink/ink3445.xml"/><Relationship Id="rId5" Type="http://schemas.openxmlformats.org/officeDocument/2006/relationships/customXml" Target="../ink/ink3280.xml"/><Relationship Id="rId181" Type="http://schemas.openxmlformats.org/officeDocument/2006/relationships/customXml" Target="../ink/ink3368.xml"/><Relationship Id="rId237" Type="http://schemas.openxmlformats.org/officeDocument/2006/relationships/customXml" Target="../ink/ink3396.xml"/><Relationship Id="rId279" Type="http://schemas.openxmlformats.org/officeDocument/2006/relationships/customXml" Target="../ink/ink3417.xml"/><Relationship Id="rId43" Type="http://schemas.openxmlformats.org/officeDocument/2006/relationships/customXml" Target="../ink/ink3299.xml"/><Relationship Id="rId139" Type="http://schemas.openxmlformats.org/officeDocument/2006/relationships/customXml" Target="../ink/ink3347.xml"/><Relationship Id="rId290" Type="http://schemas.openxmlformats.org/officeDocument/2006/relationships/image" Target="../media/image6370.png"/><Relationship Id="rId304" Type="http://schemas.openxmlformats.org/officeDocument/2006/relationships/image" Target="../media/image6440.png"/><Relationship Id="rId346" Type="http://schemas.openxmlformats.org/officeDocument/2006/relationships/image" Target="../media/image6650.png"/><Relationship Id="rId85" Type="http://schemas.openxmlformats.org/officeDocument/2006/relationships/customXml" Target="../ink/ink3320.xml"/><Relationship Id="rId150" Type="http://schemas.openxmlformats.org/officeDocument/2006/relationships/image" Target="../media/image5620.png"/><Relationship Id="rId192" Type="http://schemas.openxmlformats.org/officeDocument/2006/relationships/image" Target="../media/image5830.png"/><Relationship Id="rId206" Type="http://schemas.openxmlformats.org/officeDocument/2006/relationships/image" Target="../media/image5900.png"/><Relationship Id="rId248" Type="http://schemas.openxmlformats.org/officeDocument/2006/relationships/image" Target="../media/image6112.png"/><Relationship Id="rId12" Type="http://schemas.openxmlformats.org/officeDocument/2006/relationships/image" Target="../media/image4930.png"/><Relationship Id="rId108" Type="http://schemas.openxmlformats.org/officeDocument/2006/relationships/image" Target="../media/image5412.png"/><Relationship Id="rId315" Type="http://schemas.openxmlformats.org/officeDocument/2006/relationships/customXml" Target="../ink/ink3435.xml"/><Relationship Id="rId357" Type="http://schemas.openxmlformats.org/officeDocument/2006/relationships/customXml" Target="../ink/ink3456.xml"/><Relationship Id="rId54" Type="http://schemas.openxmlformats.org/officeDocument/2006/relationships/image" Target="../media/image5140.png"/><Relationship Id="rId96" Type="http://schemas.openxmlformats.org/officeDocument/2006/relationships/image" Target="../media/image5350.png"/><Relationship Id="rId161" Type="http://schemas.openxmlformats.org/officeDocument/2006/relationships/customXml" Target="../ink/ink3358.xml"/><Relationship Id="rId217" Type="http://schemas.openxmlformats.org/officeDocument/2006/relationships/customXml" Target="../ink/ink3386.xml"/><Relationship Id="rId259" Type="http://schemas.openxmlformats.org/officeDocument/2006/relationships/customXml" Target="../ink/ink3407.xml"/><Relationship Id="rId23" Type="http://schemas.openxmlformats.org/officeDocument/2006/relationships/customXml" Target="../ink/ink3289.xml"/><Relationship Id="rId119" Type="http://schemas.openxmlformats.org/officeDocument/2006/relationships/customXml" Target="../ink/ink3337.xml"/><Relationship Id="rId270" Type="http://schemas.openxmlformats.org/officeDocument/2006/relationships/image" Target="../media/image6270.png"/><Relationship Id="rId326" Type="http://schemas.openxmlformats.org/officeDocument/2006/relationships/image" Target="../media/image6550.png"/><Relationship Id="rId65" Type="http://schemas.openxmlformats.org/officeDocument/2006/relationships/customXml" Target="../ink/ink3310.xml"/><Relationship Id="rId130" Type="http://schemas.openxmlformats.org/officeDocument/2006/relationships/image" Target="../media/image5520.png"/><Relationship Id="rId368" Type="http://schemas.openxmlformats.org/officeDocument/2006/relationships/image" Target="../media/image6760.png"/><Relationship Id="rId172" Type="http://schemas.openxmlformats.org/officeDocument/2006/relationships/image" Target="../media/image5730.png"/><Relationship Id="rId228" Type="http://schemas.openxmlformats.org/officeDocument/2006/relationships/image" Target="../media/image6012.png"/><Relationship Id="rId281" Type="http://schemas.openxmlformats.org/officeDocument/2006/relationships/customXml" Target="../ink/ink3418.xml"/><Relationship Id="rId337" Type="http://schemas.openxmlformats.org/officeDocument/2006/relationships/customXml" Target="../ink/ink3446.xml"/><Relationship Id="rId34" Type="http://schemas.openxmlformats.org/officeDocument/2006/relationships/image" Target="../media/image5040.png"/><Relationship Id="rId76" Type="http://schemas.openxmlformats.org/officeDocument/2006/relationships/image" Target="../media/image5250.png"/><Relationship Id="rId141" Type="http://schemas.openxmlformats.org/officeDocument/2006/relationships/customXml" Target="../ink/ink3348.xml"/><Relationship Id="rId7" Type="http://schemas.openxmlformats.org/officeDocument/2006/relationships/customXml" Target="../ink/ink3281.xml"/><Relationship Id="rId183" Type="http://schemas.openxmlformats.org/officeDocument/2006/relationships/customXml" Target="../ink/ink3369.xml"/><Relationship Id="rId239" Type="http://schemas.openxmlformats.org/officeDocument/2006/relationships/customXml" Target="../ink/ink3397.xml"/><Relationship Id="rId250" Type="http://schemas.openxmlformats.org/officeDocument/2006/relationships/image" Target="../media/image6120.png"/><Relationship Id="rId292" Type="http://schemas.openxmlformats.org/officeDocument/2006/relationships/image" Target="../media/image6380.png"/><Relationship Id="rId306" Type="http://schemas.openxmlformats.org/officeDocument/2006/relationships/image" Target="../media/image6450.png"/><Relationship Id="rId45" Type="http://schemas.openxmlformats.org/officeDocument/2006/relationships/customXml" Target="../ink/ink3300.xml"/><Relationship Id="rId87" Type="http://schemas.openxmlformats.org/officeDocument/2006/relationships/customXml" Target="../ink/ink3321.xml"/><Relationship Id="rId110" Type="http://schemas.openxmlformats.org/officeDocument/2006/relationships/image" Target="../media/image5420.png"/><Relationship Id="rId348" Type="http://schemas.openxmlformats.org/officeDocument/2006/relationships/image" Target="../media/image6660.png"/><Relationship Id="rId152" Type="http://schemas.openxmlformats.org/officeDocument/2006/relationships/image" Target="../media/image5630.png"/><Relationship Id="rId194" Type="http://schemas.openxmlformats.org/officeDocument/2006/relationships/image" Target="../media/image5840.png"/><Relationship Id="rId208" Type="http://schemas.openxmlformats.org/officeDocument/2006/relationships/image" Target="../media/image5912.png"/><Relationship Id="rId261" Type="http://schemas.openxmlformats.org/officeDocument/2006/relationships/customXml" Target="../ink/ink3408.xml"/><Relationship Id="rId14" Type="http://schemas.openxmlformats.org/officeDocument/2006/relationships/image" Target="../media/image4940.png"/><Relationship Id="rId56" Type="http://schemas.openxmlformats.org/officeDocument/2006/relationships/image" Target="../media/image5150.png"/><Relationship Id="rId317" Type="http://schemas.openxmlformats.org/officeDocument/2006/relationships/customXml" Target="../ink/ink3436.xml"/><Relationship Id="rId359" Type="http://schemas.openxmlformats.org/officeDocument/2006/relationships/customXml" Target="../ink/ink3457.xml"/><Relationship Id="rId98" Type="http://schemas.openxmlformats.org/officeDocument/2006/relationships/image" Target="../media/image5360.png"/><Relationship Id="rId121" Type="http://schemas.openxmlformats.org/officeDocument/2006/relationships/customXml" Target="../ink/ink3338.xml"/><Relationship Id="rId163" Type="http://schemas.openxmlformats.org/officeDocument/2006/relationships/customXml" Target="../ink/ink3359.xml"/><Relationship Id="rId219" Type="http://schemas.openxmlformats.org/officeDocument/2006/relationships/customXml" Target="../ink/ink3387.xml"/><Relationship Id="rId230" Type="http://schemas.openxmlformats.org/officeDocument/2006/relationships/image" Target="../media/image6020.png"/><Relationship Id="rId25" Type="http://schemas.openxmlformats.org/officeDocument/2006/relationships/customXml" Target="../ink/ink3290.xml"/><Relationship Id="rId67" Type="http://schemas.openxmlformats.org/officeDocument/2006/relationships/customXml" Target="../ink/ink3311.xml"/><Relationship Id="rId272" Type="http://schemas.openxmlformats.org/officeDocument/2006/relationships/image" Target="../media/image6280.png"/><Relationship Id="rId328" Type="http://schemas.openxmlformats.org/officeDocument/2006/relationships/image" Target="../media/image6560.png"/><Relationship Id="rId132" Type="http://schemas.openxmlformats.org/officeDocument/2006/relationships/image" Target="../media/image5530.png"/><Relationship Id="rId174" Type="http://schemas.openxmlformats.org/officeDocument/2006/relationships/image" Target="../media/image5740.png"/><Relationship Id="rId220" Type="http://schemas.openxmlformats.org/officeDocument/2006/relationships/image" Target="../media/image5970.png"/><Relationship Id="rId241" Type="http://schemas.openxmlformats.org/officeDocument/2006/relationships/customXml" Target="../ink/ink3398.xml"/><Relationship Id="rId15" Type="http://schemas.openxmlformats.org/officeDocument/2006/relationships/customXml" Target="../ink/ink3285.xml"/><Relationship Id="rId36" Type="http://schemas.openxmlformats.org/officeDocument/2006/relationships/image" Target="../media/image5050.png"/><Relationship Id="rId57" Type="http://schemas.openxmlformats.org/officeDocument/2006/relationships/customXml" Target="../ink/ink3306.xml"/><Relationship Id="rId262" Type="http://schemas.openxmlformats.org/officeDocument/2006/relationships/image" Target="../media/image6230.png"/><Relationship Id="rId283" Type="http://schemas.openxmlformats.org/officeDocument/2006/relationships/customXml" Target="../ink/ink3419.xml"/><Relationship Id="rId318" Type="http://schemas.openxmlformats.org/officeDocument/2006/relationships/image" Target="../media/image6512.png"/><Relationship Id="rId339" Type="http://schemas.openxmlformats.org/officeDocument/2006/relationships/customXml" Target="../ink/ink3447.xml"/><Relationship Id="rId78" Type="http://schemas.openxmlformats.org/officeDocument/2006/relationships/image" Target="../media/image5260.png"/><Relationship Id="rId99" Type="http://schemas.openxmlformats.org/officeDocument/2006/relationships/customXml" Target="../ink/ink3327.xml"/><Relationship Id="rId101" Type="http://schemas.openxmlformats.org/officeDocument/2006/relationships/customXml" Target="../ink/ink3328.xml"/><Relationship Id="rId122" Type="http://schemas.openxmlformats.org/officeDocument/2006/relationships/image" Target="../media/image5480.png"/><Relationship Id="rId143" Type="http://schemas.openxmlformats.org/officeDocument/2006/relationships/customXml" Target="../ink/ink3349.xml"/><Relationship Id="rId164" Type="http://schemas.openxmlformats.org/officeDocument/2006/relationships/image" Target="../media/image5690.png"/><Relationship Id="rId185" Type="http://schemas.openxmlformats.org/officeDocument/2006/relationships/customXml" Target="../ink/ink3370.xml"/><Relationship Id="rId350" Type="http://schemas.openxmlformats.org/officeDocument/2006/relationships/image" Target="../media/image6670.png"/><Relationship Id="rId9" Type="http://schemas.openxmlformats.org/officeDocument/2006/relationships/customXml" Target="../ink/ink3282.xml"/><Relationship Id="rId210" Type="http://schemas.openxmlformats.org/officeDocument/2006/relationships/image" Target="../media/image5920.png"/><Relationship Id="rId26" Type="http://schemas.openxmlformats.org/officeDocument/2006/relationships/image" Target="../media/image5000.png"/><Relationship Id="rId231" Type="http://schemas.openxmlformats.org/officeDocument/2006/relationships/customXml" Target="../ink/ink3393.xml"/><Relationship Id="rId252" Type="http://schemas.openxmlformats.org/officeDocument/2006/relationships/image" Target="../media/image6130.png"/><Relationship Id="rId273" Type="http://schemas.openxmlformats.org/officeDocument/2006/relationships/customXml" Target="../ink/ink3414.xml"/><Relationship Id="rId294" Type="http://schemas.openxmlformats.org/officeDocument/2006/relationships/image" Target="../media/image6390.png"/><Relationship Id="rId308" Type="http://schemas.openxmlformats.org/officeDocument/2006/relationships/image" Target="../media/image6460.png"/><Relationship Id="rId329" Type="http://schemas.openxmlformats.org/officeDocument/2006/relationships/customXml" Target="../ink/ink3442.xml"/><Relationship Id="rId47" Type="http://schemas.openxmlformats.org/officeDocument/2006/relationships/customXml" Target="../ink/ink3301.xml"/><Relationship Id="rId68" Type="http://schemas.openxmlformats.org/officeDocument/2006/relationships/image" Target="../media/image5212.png"/><Relationship Id="rId89" Type="http://schemas.openxmlformats.org/officeDocument/2006/relationships/customXml" Target="../ink/ink3322.xml"/><Relationship Id="rId112" Type="http://schemas.openxmlformats.org/officeDocument/2006/relationships/image" Target="../media/image5430.png"/><Relationship Id="rId133" Type="http://schemas.openxmlformats.org/officeDocument/2006/relationships/customXml" Target="../ink/ink3344.xml"/><Relationship Id="rId154" Type="http://schemas.openxmlformats.org/officeDocument/2006/relationships/image" Target="../media/image5640.png"/><Relationship Id="rId175" Type="http://schemas.openxmlformats.org/officeDocument/2006/relationships/customXml" Target="../ink/ink3365.xml"/><Relationship Id="rId340" Type="http://schemas.openxmlformats.org/officeDocument/2006/relationships/image" Target="../media/image6620.png"/><Relationship Id="rId361" Type="http://schemas.openxmlformats.org/officeDocument/2006/relationships/customXml" Target="../ink/ink3458.xml"/><Relationship Id="rId196" Type="http://schemas.openxmlformats.org/officeDocument/2006/relationships/image" Target="../media/image5850.png"/><Relationship Id="rId200" Type="http://schemas.openxmlformats.org/officeDocument/2006/relationships/image" Target="../media/image5870.png"/><Relationship Id="rId16" Type="http://schemas.openxmlformats.org/officeDocument/2006/relationships/image" Target="../media/image4950.png"/><Relationship Id="rId221" Type="http://schemas.openxmlformats.org/officeDocument/2006/relationships/customXml" Target="../ink/ink3388.xml"/><Relationship Id="rId242" Type="http://schemas.openxmlformats.org/officeDocument/2006/relationships/image" Target="../media/image6080.png"/><Relationship Id="rId263" Type="http://schemas.openxmlformats.org/officeDocument/2006/relationships/customXml" Target="../ink/ink3409.xml"/><Relationship Id="rId284" Type="http://schemas.openxmlformats.org/officeDocument/2006/relationships/image" Target="../media/image6340.png"/><Relationship Id="rId319" Type="http://schemas.openxmlformats.org/officeDocument/2006/relationships/customXml" Target="../ink/ink3437.xml"/><Relationship Id="rId37" Type="http://schemas.openxmlformats.org/officeDocument/2006/relationships/customXml" Target="../ink/ink3296.xml"/><Relationship Id="rId58" Type="http://schemas.openxmlformats.org/officeDocument/2006/relationships/image" Target="../media/image5160.png"/><Relationship Id="rId79" Type="http://schemas.openxmlformats.org/officeDocument/2006/relationships/customXml" Target="../ink/ink3317.xml"/><Relationship Id="rId102" Type="http://schemas.openxmlformats.org/officeDocument/2006/relationships/image" Target="../media/image5380.png"/><Relationship Id="rId123" Type="http://schemas.openxmlformats.org/officeDocument/2006/relationships/customXml" Target="../ink/ink3339.xml"/><Relationship Id="rId144" Type="http://schemas.openxmlformats.org/officeDocument/2006/relationships/image" Target="../media/image5590.png"/><Relationship Id="rId330" Type="http://schemas.openxmlformats.org/officeDocument/2006/relationships/image" Target="../media/image6570.png"/><Relationship Id="rId90" Type="http://schemas.openxmlformats.org/officeDocument/2006/relationships/image" Target="../media/image5320.png"/><Relationship Id="rId165" Type="http://schemas.openxmlformats.org/officeDocument/2006/relationships/customXml" Target="../ink/ink3360.xml"/><Relationship Id="rId186" Type="http://schemas.openxmlformats.org/officeDocument/2006/relationships/image" Target="../media/image5800.png"/><Relationship Id="rId351" Type="http://schemas.openxmlformats.org/officeDocument/2006/relationships/customXml" Target="../ink/ink3453.xml"/><Relationship Id="rId211" Type="http://schemas.openxmlformats.org/officeDocument/2006/relationships/customXml" Target="../ink/ink3383.xml"/><Relationship Id="rId232" Type="http://schemas.openxmlformats.org/officeDocument/2006/relationships/image" Target="../media/image6030.png"/><Relationship Id="rId253" Type="http://schemas.openxmlformats.org/officeDocument/2006/relationships/customXml" Target="../ink/ink3404.xml"/><Relationship Id="rId274" Type="http://schemas.openxmlformats.org/officeDocument/2006/relationships/image" Target="../media/image6290.png"/><Relationship Id="rId295" Type="http://schemas.openxmlformats.org/officeDocument/2006/relationships/customXml" Target="../ink/ink3425.xml"/><Relationship Id="rId309" Type="http://schemas.openxmlformats.org/officeDocument/2006/relationships/customXml" Target="../ink/ink3432.xml"/><Relationship Id="rId27" Type="http://schemas.openxmlformats.org/officeDocument/2006/relationships/customXml" Target="../ink/ink3291.xml"/><Relationship Id="rId48" Type="http://schemas.openxmlformats.org/officeDocument/2006/relationships/image" Target="../media/image5112.png"/><Relationship Id="rId69" Type="http://schemas.openxmlformats.org/officeDocument/2006/relationships/customXml" Target="../ink/ink3312.xml"/><Relationship Id="rId113" Type="http://schemas.openxmlformats.org/officeDocument/2006/relationships/customXml" Target="../ink/ink3334.xml"/><Relationship Id="rId134" Type="http://schemas.openxmlformats.org/officeDocument/2006/relationships/image" Target="../media/image5540.png"/><Relationship Id="rId320" Type="http://schemas.openxmlformats.org/officeDocument/2006/relationships/image" Target="../media/image6520.png"/><Relationship Id="rId80" Type="http://schemas.openxmlformats.org/officeDocument/2006/relationships/image" Target="../media/image5270.png"/><Relationship Id="rId155" Type="http://schemas.openxmlformats.org/officeDocument/2006/relationships/customXml" Target="../ink/ink3355.xml"/><Relationship Id="rId176" Type="http://schemas.openxmlformats.org/officeDocument/2006/relationships/image" Target="../media/image5750.png"/><Relationship Id="rId197" Type="http://schemas.openxmlformats.org/officeDocument/2006/relationships/customXml" Target="../ink/ink3376.xml"/><Relationship Id="rId341" Type="http://schemas.openxmlformats.org/officeDocument/2006/relationships/customXml" Target="../ink/ink3448.xml"/><Relationship Id="rId362" Type="http://schemas.openxmlformats.org/officeDocument/2006/relationships/image" Target="../media/image6730.png"/><Relationship Id="rId201" Type="http://schemas.openxmlformats.org/officeDocument/2006/relationships/customXml" Target="../ink/ink3378.xml"/><Relationship Id="rId222" Type="http://schemas.openxmlformats.org/officeDocument/2006/relationships/image" Target="../media/image5980.png"/><Relationship Id="rId243" Type="http://schemas.openxmlformats.org/officeDocument/2006/relationships/customXml" Target="../ink/ink3399.xml"/><Relationship Id="rId264" Type="http://schemas.openxmlformats.org/officeDocument/2006/relationships/image" Target="../media/image6240.png"/><Relationship Id="rId285" Type="http://schemas.openxmlformats.org/officeDocument/2006/relationships/customXml" Target="../ink/ink3420.xml"/><Relationship Id="rId17" Type="http://schemas.openxmlformats.org/officeDocument/2006/relationships/customXml" Target="../ink/ink3286.xml"/><Relationship Id="rId38" Type="http://schemas.openxmlformats.org/officeDocument/2006/relationships/image" Target="../media/image5060.png"/><Relationship Id="rId59" Type="http://schemas.openxmlformats.org/officeDocument/2006/relationships/customXml" Target="../ink/ink3307.xml"/><Relationship Id="rId103" Type="http://schemas.openxmlformats.org/officeDocument/2006/relationships/customXml" Target="../ink/ink3329.xml"/><Relationship Id="rId124" Type="http://schemas.openxmlformats.org/officeDocument/2006/relationships/image" Target="../media/image5490.png"/><Relationship Id="rId310" Type="http://schemas.openxmlformats.org/officeDocument/2006/relationships/image" Target="../media/image6470.png"/><Relationship Id="rId70" Type="http://schemas.openxmlformats.org/officeDocument/2006/relationships/image" Target="../media/image5220.png"/><Relationship Id="rId91" Type="http://schemas.openxmlformats.org/officeDocument/2006/relationships/customXml" Target="../ink/ink3323.xml"/><Relationship Id="rId145" Type="http://schemas.openxmlformats.org/officeDocument/2006/relationships/customXml" Target="../ink/ink3350.xml"/><Relationship Id="rId166" Type="http://schemas.openxmlformats.org/officeDocument/2006/relationships/image" Target="../media/image5700.png"/><Relationship Id="rId187" Type="http://schemas.openxmlformats.org/officeDocument/2006/relationships/customXml" Target="../ink/ink3371.xml"/><Relationship Id="rId331" Type="http://schemas.openxmlformats.org/officeDocument/2006/relationships/customXml" Target="../ink/ink3443.xml"/><Relationship Id="rId352" Type="http://schemas.openxmlformats.org/officeDocument/2006/relationships/image" Target="../media/image6680.png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5930.png"/><Relationship Id="rId233" Type="http://schemas.openxmlformats.org/officeDocument/2006/relationships/customXml" Target="../ink/ink3394.xml"/><Relationship Id="rId254" Type="http://schemas.openxmlformats.org/officeDocument/2006/relationships/image" Target="../media/image6140.png"/><Relationship Id="rId28" Type="http://schemas.openxmlformats.org/officeDocument/2006/relationships/image" Target="../media/image5012.png"/><Relationship Id="rId49" Type="http://schemas.openxmlformats.org/officeDocument/2006/relationships/customXml" Target="../ink/ink3302.xml"/><Relationship Id="rId114" Type="http://schemas.openxmlformats.org/officeDocument/2006/relationships/image" Target="../media/image5440.png"/><Relationship Id="rId275" Type="http://schemas.openxmlformats.org/officeDocument/2006/relationships/customXml" Target="../ink/ink3415.xml"/><Relationship Id="rId296" Type="http://schemas.openxmlformats.org/officeDocument/2006/relationships/image" Target="../media/image6400.png"/><Relationship Id="rId300" Type="http://schemas.openxmlformats.org/officeDocument/2006/relationships/image" Target="../media/image6420.png"/><Relationship Id="rId60" Type="http://schemas.openxmlformats.org/officeDocument/2006/relationships/image" Target="../media/image5170.png"/><Relationship Id="rId81" Type="http://schemas.openxmlformats.org/officeDocument/2006/relationships/customXml" Target="../ink/ink3318.xml"/><Relationship Id="rId135" Type="http://schemas.openxmlformats.org/officeDocument/2006/relationships/customXml" Target="../ink/ink3345.xml"/><Relationship Id="rId156" Type="http://schemas.openxmlformats.org/officeDocument/2006/relationships/image" Target="../media/image5650.png"/><Relationship Id="rId177" Type="http://schemas.openxmlformats.org/officeDocument/2006/relationships/customXml" Target="../ink/ink3366.xml"/><Relationship Id="rId198" Type="http://schemas.openxmlformats.org/officeDocument/2006/relationships/image" Target="../media/image5860.png"/><Relationship Id="rId321" Type="http://schemas.openxmlformats.org/officeDocument/2006/relationships/customXml" Target="../ink/ink3438.xml"/><Relationship Id="rId342" Type="http://schemas.openxmlformats.org/officeDocument/2006/relationships/image" Target="../media/image6630.png"/><Relationship Id="rId363" Type="http://schemas.openxmlformats.org/officeDocument/2006/relationships/customXml" Target="../ink/ink3459.xml"/><Relationship Id="rId202" Type="http://schemas.openxmlformats.org/officeDocument/2006/relationships/image" Target="../media/image5880.png"/><Relationship Id="rId223" Type="http://schemas.openxmlformats.org/officeDocument/2006/relationships/customXml" Target="../ink/ink3389.xml"/><Relationship Id="rId244" Type="http://schemas.openxmlformats.org/officeDocument/2006/relationships/image" Target="../media/image6090.png"/><Relationship Id="rId18" Type="http://schemas.openxmlformats.org/officeDocument/2006/relationships/image" Target="../media/image4960.png"/><Relationship Id="rId39" Type="http://schemas.openxmlformats.org/officeDocument/2006/relationships/customXml" Target="../ink/ink3297.xml"/><Relationship Id="rId265" Type="http://schemas.openxmlformats.org/officeDocument/2006/relationships/customXml" Target="../ink/ink3410.xml"/><Relationship Id="rId286" Type="http://schemas.openxmlformats.org/officeDocument/2006/relationships/image" Target="../media/image6350.png"/><Relationship Id="rId50" Type="http://schemas.openxmlformats.org/officeDocument/2006/relationships/image" Target="../media/image5120.png"/><Relationship Id="rId104" Type="http://schemas.openxmlformats.org/officeDocument/2006/relationships/image" Target="../media/image5390.png"/><Relationship Id="rId125" Type="http://schemas.openxmlformats.org/officeDocument/2006/relationships/customXml" Target="../ink/ink3340.xml"/><Relationship Id="rId146" Type="http://schemas.openxmlformats.org/officeDocument/2006/relationships/image" Target="../media/image5600.png"/><Relationship Id="rId167" Type="http://schemas.openxmlformats.org/officeDocument/2006/relationships/customXml" Target="../ink/ink3361.xml"/><Relationship Id="rId188" Type="http://schemas.openxmlformats.org/officeDocument/2006/relationships/image" Target="../media/image5812.png"/><Relationship Id="rId311" Type="http://schemas.openxmlformats.org/officeDocument/2006/relationships/customXml" Target="../ink/ink3433.xml"/><Relationship Id="rId332" Type="http://schemas.openxmlformats.org/officeDocument/2006/relationships/image" Target="../media/image6580.png"/><Relationship Id="rId353" Type="http://schemas.openxmlformats.org/officeDocument/2006/relationships/customXml" Target="../ink/ink3454.xml"/><Relationship Id="rId71" Type="http://schemas.openxmlformats.org/officeDocument/2006/relationships/customXml" Target="../ink/ink3313.xml"/><Relationship Id="rId92" Type="http://schemas.openxmlformats.org/officeDocument/2006/relationships/image" Target="../media/image5330.png"/><Relationship Id="rId213" Type="http://schemas.openxmlformats.org/officeDocument/2006/relationships/customXml" Target="../ink/ink3384.xml"/><Relationship Id="rId234" Type="http://schemas.openxmlformats.org/officeDocument/2006/relationships/image" Target="../media/image6040.png"/><Relationship Id="rId2" Type="http://schemas.openxmlformats.org/officeDocument/2006/relationships/image" Target="../media/image1939.gif"/><Relationship Id="rId29" Type="http://schemas.openxmlformats.org/officeDocument/2006/relationships/customXml" Target="../ink/ink3292.xml"/><Relationship Id="rId255" Type="http://schemas.openxmlformats.org/officeDocument/2006/relationships/customXml" Target="../ink/ink3405.xml"/><Relationship Id="rId276" Type="http://schemas.openxmlformats.org/officeDocument/2006/relationships/image" Target="../media/image6300.png"/><Relationship Id="rId297" Type="http://schemas.openxmlformats.org/officeDocument/2006/relationships/customXml" Target="../ink/ink3426.xml"/><Relationship Id="rId40" Type="http://schemas.openxmlformats.org/officeDocument/2006/relationships/image" Target="../media/image5070.png"/><Relationship Id="rId115" Type="http://schemas.openxmlformats.org/officeDocument/2006/relationships/customXml" Target="../ink/ink3335.xml"/><Relationship Id="rId136" Type="http://schemas.openxmlformats.org/officeDocument/2006/relationships/image" Target="../media/image5550.png"/><Relationship Id="rId157" Type="http://schemas.openxmlformats.org/officeDocument/2006/relationships/customXml" Target="../ink/ink3356.xml"/><Relationship Id="rId178" Type="http://schemas.openxmlformats.org/officeDocument/2006/relationships/image" Target="../media/image5760.png"/><Relationship Id="rId301" Type="http://schemas.openxmlformats.org/officeDocument/2006/relationships/customXml" Target="../ink/ink3428.xml"/><Relationship Id="rId322" Type="http://schemas.openxmlformats.org/officeDocument/2006/relationships/image" Target="../media/image6530.png"/><Relationship Id="rId343" Type="http://schemas.openxmlformats.org/officeDocument/2006/relationships/customXml" Target="../ink/ink3449.xml"/><Relationship Id="rId364" Type="http://schemas.openxmlformats.org/officeDocument/2006/relationships/image" Target="../media/image6740.png"/><Relationship Id="rId61" Type="http://schemas.openxmlformats.org/officeDocument/2006/relationships/customXml" Target="../ink/ink3308.xml"/><Relationship Id="rId82" Type="http://schemas.openxmlformats.org/officeDocument/2006/relationships/image" Target="../media/image5280.png"/><Relationship Id="rId199" Type="http://schemas.openxmlformats.org/officeDocument/2006/relationships/customXml" Target="../ink/ink3377.xml"/><Relationship Id="rId203" Type="http://schemas.openxmlformats.org/officeDocument/2006/relationships/customXml" Target="../ink/ink3379.xml"/><Relationship Id="rId19" Type="http://schemas.openxmlformats.org/officeDocument/2006/relationships/customXml" Target="../ink/ink3287.xml"/><Relationship Id="rId224" Type="http://schemas.openxmlformats.org/officeDocument/2006/relationships/image" Target="../media/image5990.png"/><Relationship Id="rId245" Type="http://schemas.openxmlformats.org/officeDocument/2006/relationships/customXml" Target="../ink/ink3400.xml"/><Relationship Id="rId266" Type="http://schemas.openxmlformats.org/officeDocument/2006/relationships/image" Target="../media/image6250.png"/><Relationship Id="rId287" Type="http://schemas.openxmlformats.org/officeDocument/2006/relationships/customXml" Target="../ink/ink3421.xml"/><Relationship Id="rId30" Type="http://schemas.openxmlformats.org/officeDocument/2006/relationships/image" Target="../media/image5020.png"/><Relationship Id="rId105" Type="http://schemas.openxmlformats.org/officeDocument/2006/relationships/customXml" Target="../ink/ink3330.xml"/><Relationship Id="rId126" Type="http://schemas.openxmlformats.org/officeDocument/2006/relationships/image" Target="../media/image5500.png"/><Relationship Id="rId147" Type="http://schemas.openxmlformats.org/officeDocument/2006/relationships/customXml" Target="../ink/ink3351.xml"/><Relationship Id="rId168" Type="http://schemas.openxmlformats.org/officeDocument/2006/relationships/image" Target="../media/image5712.png"/><Relationship Id="rId312" Type="http://schemas.openxmlformats.org/officeDocument/2006/relationships/image" Target="../media/image6480.png"/><Relationship Id="rId333" Type="http://schemas.openxmlformats.org/officeDocument/2006/relationships/customXml" Target="../ink/ink3444.xml"/><Relationship Id="rId354" Type="http://schemas.openxmlformats.org/officeDocument/2006/relationships/image" Target="../media/image6690.png"/><Relationship Id="rId51" Type="http://schemas.openxmlformats.org/officeDocument/2006/relationships/customXml" Target="../ink/ink3303.xml"/><Relationship Id="rId72" Type="http://schemas.openxmlformats.org/officeDocument/2006/relationships/image" Target="../media/image5230.png"/><Relationship Id="rId93" Type="http://schemas.openxmlformats.org/officeDocument/2006/relationships/customXml" Target="../ink/ink3324.xml"/><Relationship Id="rId189" Type="http://schemas.openxmlformats.org/officeDocument/2006/relationships/customXml" Target="../ink/ink3372.xml"/><Relationship Id="rId3" Type="http://schemas.openxmlformats.org/officeDocument/2006/relationships/customXml" Target="../ink/ink3279.xml"/><Relationship Id="rId214" Type="http://schemas.openxmlformats.org/officeDocument/2006/relationships/image" Target="../media/image5940.png"/><Relationship Id="rId235" Type="http://schemas.openxmlformats.org/officeDocument/2006/relationships/customXml" Target="../ink/ink3395.xml"/><Relationship Id="rId256" Type="http://schemas.openxmlformats.org/officeDocument/2006/relationships/image" Target="../media/image6150.png"/><Relationship Id="rId277" Type="http://schemas.openxmlformats.org/officeDocument/2006/relationships/customXml" Target="../ink/ink3416.xml"/><Relationship Id="rId298" Type="http://schemas.openxmlformats.org/officeDocument/2006/relationships/image" Target="../media/image6412.png"/><Relationship Id="rId116" Type="http://schemas.openxmlformats.org/officeDocument/2006/relationships/image" Target="../media/image5450.png"/><Relationship Id="rId137" Type="http://schemas.openxmlformats.org/officeDocument/2006/relationships/customXml" Target="../ink/ink3346.xml"/><Relationship Id="rId158" Type="http://schemas.openxmlformats.org/officeDocument/2006/relationships/image" Target="../media/image5660.png"/><Relationship Id="rId302" Type="http://schemas.openxmlformats.org/officeDocument/2006/relationships/image" Target="../media/image6430.png"/><Relationship Id="rId323" Type="http://schemas.openxmlformats.org/officeDocument/2006/relationships/customXml" Target="../ink/ink3439.xml"/><Relationship Id="rId344" Type="http://schemas.openxmlformats.org/officeDocument/2006/relationships/image" Target="../media/image6640.png"/><Relationship Id="rId20" Type="http://schemas.openxmlformats.org/officeDocument/2006/relationships/image" Target="../media/image4970.png"/><Relationship Id="rId41" Type="http://schemas.openxmlformats.org/officeDocument/2006/relationships/customXml" Target="../ink/ink3298.xml"/><Relationship Id="rId62" Type="http://schemas.openxmlformats.org/officeDocument/2006/relationships/image" Target="../media/image5180.png"/><Relationship Id="rId83" Type="http://schemas.openxmlformats.org/officeDocument/2006/relationships/customXml" Target="../ink/ink3319.xml"/><Relationship Id="rId179" Type="http://schemas.openxmlformats.org/officeDocument/2006/relationships/customXml" Target="../ink/ink3367.xml"/><Relationship Id="rId365" Type="http://schemas.openxmlformats.org/officeDocument/2006/relationships/customXml" Target="../ink/ink3460.xml"/><Relationship Id="rId190" Type="http://schemas.openxmlformats.org/officeDocument/2006/relationships/image" Target="../media/image5820.png"/><Relationship Id="rId204" Type="http://schemas.openxmlformats.org/officeDocument/2006/relationships/image" Target="../media/image5890.png"/><Relationship Id="rId225" Type="http://schemas.openxmlformats.org/officeDocument/2006/relationships/customXml" Target="../ink/ink3390.xml"/><Relationship Id="rId246" Type="http://schemas.openxmlformats.org/officeDocument/2006/relationships/image" Target="../media/image6100.png"/><Relationship Id="rId267" Type="http://schemas.openxmlformats.org/officeDocument/2006/relationships/customXml" Target="../ink/ink3411.xml"/><Relationship Id="rId288" Type="http://schemas.openxmlformats.org/officeDocument/2006/relationships/image" Target="../media/image6360.png"/><Relationship Id="rId106" Type="http://schemas.openxmlformats.org/officeDocument/2006/relationships/image" Target="../media/image5400.png"/><Relationship Id="rId127" Type="http://schemas.openxmlformats.org/officeDocument/2006/relationships/customXml" Target="../ink/ink3341.xml"/><Relationship Id="rId313" Type="http://schemas.openxmlformats.org/officeDocument/2006/relationships/customXml" Target="../ink/ink3434.xml"/><Relationship Id="rId10" Type="http://schemas.openxmlformats.org/officeDocument/2006/relationships/image" Target="../media/image4920.png"/><Relationship Id="rId31" Type="http://schemas.openxmlformats.org/officeDocument/2006/relationships/customXml" Target="../ink/ink3293.xml"/><Relationship Id="rId52" Type="http://schemas.openxmlformats.org/officeDocument/2006/relationships/image" Target="../media/image5130.png"/><Relationship Id="rId73" Type="http://schemas.openxmlformats.org/officeDocument/2006/relationships/customXml" Target="../ink/ink3314.xml"/><Relationship Id="rId94" Type="http://schemas.openxmlformats.org/officeDocument/2006/relationships/image" Target="../media/image5340.png"/><Relationship Id="rId148" Type="http://schemas.openxmlformats.org/officeDocument/2006/relationships/image" Target="../media/image5612.png"/><Relationship Id="rId169" Type="http://schemas.openxmlformats.org/officeDocument/2006/relationships/customXml" Target="../ink/ink3362.xml"/><Relationship Id="rId334" Type="http://schemas.openxmlformats.org/officeDocument/2006/relationships/image" Target="../media/image6590.png"/><Relationship Id="rId355" Type="http://schemas.openxmlformats.org/officeDocument/2006/relationships/customXml" Target="../ink/ink3455.xml"/><Relationship Id="rId4" Type="http://schemas.openxmlformats.org/officeDocument/2006/relationships/image" Target="../media/image4890.png"/><Relationship Id="rId180" Type="http://schemas.openxmlformats.org/officeDocument/2006/relationships/image" Target="../media/image5770.png"/><Relationship Id="rId215" Type="http://schemas.openxmlformats.org/officeDocument/2006/relationships/customXml" Target="../ink/ink3385.xml"/><Relationship Id="rId236" Type="http://schemas.openxmlformats.org/officeDocument/2006/relationships/image" Target="../media/image6050.png"/><Relationship Id="rId257" Type="http://schemas.openxmlformats.org/officeDocument/2006/relationships/customXml" Target="../ink/ink3406.xml"/><Relationship Id="rId278" Type="http://schemas.openxmlformats.org/officeDocument/2006/relationships/image" Target="../media/image6312.png"/><Relationship Id="rId303" Type="http://schemas.openxmlformats.org/officeDocument/2006/relationships/customXml" Target="../ink/ink3429.xml"/><Relationship Id="rId42" Type="http://schemas.openxmlformats.org/officeDocument/2006/relationships/image" Target="../media/image5080.png"/><Relationship Id="rId84" Type="http://schemas.openxmlformats.org/officeDocument/2006/relationships/image" Target="../media/image5290.png"/><Relationship Id="rId138" Type="http://schemas.openxmlformats.org/officeDocument/2006/relationships/image" Target="../media/image5560.png"/><Relationship Id="rId345" Type="http://schemas.openxmlformats.org/officeDocument/2006/relationships/customXml" Target="../ink/ink3450.xml"/><Relationship Id="rId191" Type="http://schemas.openxmlformats.org/officeDocument/2006/relationships/customXml" Target="../ink/ink3373.xml"/><Relationship Id="rId205" Type="http://schemas.openxmlformats.org/officeDocument/2006/relationships/customXml" Target="../ink/ink3380.xml"/><Relationship Id="rId247" Type="http://schemas.openxmlformats.org/officeDocument/2006/relationships/customXml" Target="../ink/ink3401.xml"/><Relationship Id="rId107" Type="http://schemas.openxmlformats.org/officeDocument/2006/relationships/customXml" Target="../ink/ink3331.xml"/><Relationship Id="rId289" Type="http://schemas.openxmlformats.org/officeDocument/2006/relationships/customXml" Target="../ink/ink3422.xml"/><Relationship Id="rId11" Type="http://schemas.openxmlformats.org/officeDocument/2006/relationships/customXml" Target="../ink/ink3283.xml"/><Relationship Id="rId53" Type="http://schemas.openxmlformats.org/officeDocument/2006/relationships/customXml" Target="../ink/ink3304.xml"/><Relationship Id="rId149" Type="http://schemas.openxmlformats.org/officeDocument/2006/relationships/customXml" Target="../ink/ink3352.xml"/><Relationship Id="rId314" Type="http://schemas.openxmlformats.org/officeDocument/2006/relationships/image" Target="../media/image6490.png"/><Relationship Id="rId356" Type="http://schemas.openxmlformats.org/officeDocument/2006/relationships/image" Target="../media/image6700.png"/><Relationship Id="rId95" Type="http://schemas.openxmlformats.org/officeDocument/2006/relationships/customXml" Target="../ink/ink3325.xml"/><Relationship Id="rId160" Type="http://schemas.openxmlformats.org/officeDocument/2006/relationships/image" Target="../media/image5670.png"/><Relationship Id="rId216" Type="http://schemas.openxmlformats.org/officeDocument/2006/relationships/image" Target="../media/image5950.png"/><Relationship Id="rId258" Type="http://schemas.openxmlformats.org/officeDocument/2006/relationships/image" Target="../media/image6160.png"/><Relationship Id="rId22" Type="http://schemas.openxmlformats.org/officeDocument/2006/relationships/image" Target="../media/image4980.png"/><Relationship Id="rId64" Type="http://schemas.openxmlformats.org/officeDocument/2006/relationships/image" Target="../media/image5190.png"/><Relationship Id="rId118" Type="http://schemas.openxmlformats.org/officeDocument/2006/relationships/image" Target="../media/image5460.png"/><Relationship Id="rId325" Type="http://schemas.openxmlformats.org/officeDocument/2006/relationships/customXml" Target="../ink/ink3440.xml"/><Relationship Id="rId367" Type="http://schemas.openxmlformats.org/officeDocument/2006/relationships/customXml" Target="../ink/ink3461.xml"/><Relationship Id="rId171" Type="http://schemas.openxmlformats.org/officeDocument/2006/relationships/customXml" Target="../ink/ink3363.xml"/><Relationship Id="rId227" Type="http://schemas.openxmlformats.org/officeDocument/2006/relationships/customXml" Target="../ink/ink3391.xml"/><Relationship Id="rId269" Type="http://schemas.openxmlformats.org/officeDocument/2006/relationships/customXml" Target="../ink/ink3412.xml"/><Relationship Id="rId33" Type="http://schemas.openxmlformats.org/officeDocument/2006/relationships/customXml" Target="../ink/ink3294.xml"/><Relationship Id="rId129" Type="http://schemas.openxmlformats.org/officeDocument/2006/relationships/customXml" Target="../ink/ink3342.xml"/><Relationship Id="rId280" Type="http://schemas.openxmlformats.org/officeDocument/2006/relationships/image" Target="../media/image6320.png"/><Relationship Id="rId336" Type="http://schemas.openxmlformats.org/officeDocument/2006/relationships/image" Target="../media/image6600.png"/><Relationship Id="rId75" Type="http://schemas.openxmlformats.org/officeDocument/2006/relationships/customXml" Target="../ink/ink3315.xml"/><Relationship Id="rId140" Type="http://schemas.openxmlformats.org/officeDocument/2006/relationships/image" Target="../media/image5570.png"/><Relationship Id="rId182" Type="http://schemas.openxmlformats.org/officeDocument/2006/relationships/image" Target="../media/image5780.png"/><Relationship Id="rId6" Type="http://schemas.openxmlformats.org/officeDocument/2006/relationships/image" Target="../media/image4900.png"/><Relationship Id="rId238" Type="http://schemas.openxmlformats.org/officeDocument/2006/relationships/image" Target="../media/image6060.png"/><Relationship Id="rId291" Type="http://schemas.openxmlformats.org/officeDocument/2006/relationships/customXml" Target="../ink/ink3423.xml"/><Relationship Id="rId305" Type="http://schemas.openxmlformats.org/officeDocument/2006/relationships/customXml" Target="../ink/ink3430.xml"/><Relationship Id="rId347" Type="http://schemas.openxmlformats.org/officeDocument/2006/relationships/customXml" Target="../ink/ink3451.xml"/><Relationship Id="rId44" Type="http://schemas.openxmlformats.org/officeDocument/2006/relationships/image" Target="../media/image5090.png"/><Relationship Id="rId86" Type="http://schemas.openxmlformats.org/officeDocument/2006/relationships/image" Target="../media/image5300.png"/><Relationship Id="rId151" Type="http://schemas.openxmlformats.org/officeDocument/2006/relationships/customXml" Target="../ink/ink3353.xml"/><Relationship Id="rId193" Type="http://schemas.openxmlformats.org/officeDocument/2006/relationships/customXml" Target="../ink/ink3374.xml"/><Relationship Id="rId207" Type="http://schemas.openxmlformats.org/officeDocument/2006/relationships/customXml" Target="../ink/ink3381.xml"/><Relationship Id="rId249" Type="http://schemas.openxmlformats.org/officeDocument/2006/relationships/customXml" Target="../ink/ink3402.xml"/><Relationship Id="rId13" Type="http://schemas.openxmlformats.org/officeDocument/2006/relationships/customXml" Target="../ink/ink3284.xml"/><Relationship Id="rId109" Type="http://schemas.openxmlformats.org/officeDocument/2006/relationships/customXml" Target="../ink/ink3332.xml"/><Relationship Id="rId260" Type="http://schemas.openxmlformats.org/officeDocument/2006/relationships/image" Target="../media/image6170.png"/><Relationship Id="rId316" Type="http://schemas.openxmlformats.org/officeDocument/2006/relationships/image" Target="../media/image6500.png"/><Relationship Id="rId55" Type="http://schemas.openxmlformats.org/officeDocument/2006/relationships/customXml" Target="../ink/ink3305.xml"/><Relationship Id="rId97" Type="http://schemas.openxmlformats.org/officeDocument/2006/relationships/customXml" Target="../ink/ink3326.xml"/><Relationship Id="rId120" Type="http://schemas.openxmlformats.org/officeDocument/2006/relationships/image" Target="../media/image5470.png"/><Relationship Id="rId358" Type="http://schemas.openxmlformats.org/officeDocument/2006/relationships/image" Target="../media/image6712.png"/><Relationship Id="rId162" Type="http://schemas.openxmlformats.org/officeDocument/2006/relationships/image" Target="../media/image5680.png"/><Relationship Id="rId218" Type="http://schemas.openxmlformats.org/officeDocument/2006/relationships/image" Target="../media/image5960.png"/><Relationship Id="rId271" Type="http://schemas.openxmlformats.org/officeDocument/2006/relationships/customXml" Target="../ink/ink3413.xml"/><Relationship Id="rId24" Type="http://schemas.openxmlformats.org/officeDocument/2006/relationships/image" Target="../media/image4990.png"/><Relationship Id="rId66" Type="http://schemas.openxmlformats.org/officeDocument/2006/relationships/image" Target="../media/image5200.png"/><Relationship Id="rId131" Type="http://schemas.openxmlformats.org/officeDocument/2006/relationships/customXml" Target="../ink/ink3343.xml"/><Relationship Id="rId327" Type="http://schemas.openxmlformats.org/officeDocument/2006/relationships/customXml" Target="../ink/ink3441.xml"/><Relationship Id="rId173" Type="http://schemas.openxmlformats.org/officeDocument/2006/relationships/customXml" Target="../ink/ink3364.xml"/><Relationship Id="rId229" Type="http://schemas.openxmlformats.org/officeDocument/2006/relationships/customXml" Target="../ink/ink3392.xml"/><Relationship Id="rId240" Type="http://schemas.openxmlformats.org/officeDocument/2006/relationships/image" Target="../media/image6070.png"/><Relationship Id="rId35" Type="http://schemas.openxmlformats.org/officeDocument/2006/relationships/customXml" Target="../ink/ink3295.xml"/><Relationship Id="rId77" Type="http://schemas.openxmlformats.org/officeDocument/2006/relationships/customXml" Target="../ink/ink3316.xml"/><Relationship Id="rId100" Type="http://schemas.openxmlformats.org/officeDocument/2006/relationships/image" Target="../media/image5370.png"/><Relationship Id="rId282" Type="http://schemas.openxmlformats.org/officeDocument/2006/relationships/image" Target="../media/image6330.png"/><Relationship Id="rId338" Type="http://schemas.openxmlformats.org/officeDocument/2006/relationships/image" Target="../media/image6612.png"/><Relationship Id="rId8" Type="http://schemas.openxmlformats.org/officeDocument/2006/relationships/image" Target="../media/image4912.png"/><Relationship Id="rId142" Type="http://schemas.openxmlformats.org/officeDocument/2006/relationships/image" Target="../media/image5580.png"/><Relationship Id="rId184" Type="http://schemas.openxmlformats.org/officeDocument/2006/relationships/image" Target="../media/image5790.png"/><Relationship Id="rId251" Type="http://schemas.openxmlformats.org/officeDocument/2006/relationships/customXml" Target="../ink/ink3403.xml"/><Relationship Id="rId46" Type="http://schemas.openxmlformats.org/officeDocument/2006/relationships/image" Target="../media/image5100.png"/><Relationship Id="rId293" Type="http://schemas.openxmlformats.org/officeDocument/2006/relationships/customXml" Target="../ink/ink3424.xml"/><Relationship Id="rId307" Type="http://schemas.openxmlformats.org/officeDocument/2006/relationships/customXml" Target="../ink/ink3431.xml"/><Relationship Id="rId349" Type="http://schemas.openxmlformats.org/officeDocument/2006/relationships/customXml" Target="../ink/ink3452.xml"/><Relationship Id="rId88" Type="http://schemas.openxmlformats.org/officeDocument/2006/relationships/image" Target="../media/image5312.png"/><Relationship Id="rId111" Type="http://schemas.openxmlformats.org/officeDocument/2006/relationships/customXml" Target="../ink/ink3333.xml"/><Relationship Id="rId153" Type="http://schemas.openxmlformats.org/officeDocument/2006/relationships/customXml" Target="../ink/ink3354.xml"/><Relationship Id="rId195" Type="http://schemas.openxmlformats.org/officeDocument/2006/relationships/customXml" Target="../ink/ink3375.xml"/><Relationship Id="rId209" Type="http://schemas.openxmlformats.org/officeDocument/2006/relationships/customXml" Target="../ink/ink3382.xml"/><Relationship Id="rId360" Type="http://schemas.openxmlformats.org/officeDocument/2006/relationships/image" Target="../media/image6720.png"/></Relationships>
</file>

<file path=ppt/slides/_rels/slide24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3519.xml"/><Relationship Id="rId299" Type="http://schemas.openxmlformats.org/officeDocument/2006/relationships/customXml" Target="../ink/ink3610.xml"/><Relationship Id="rId21" Type="http://schemas.openxmlformats.org/officeDocument/2006/relationships/customXml" Target="../ink/ink3471.xml"/><Relationship Id="rId63" Type="http://schemas.openxmlformats.org/officeDocument/2006/relationships/customXml" Target="../ink/ink3492.xml"/><Relationship Id="rId159" Type="http://schemas.openxmlformats.org/officeDocument/2006/relationships/customXml" Target="../ink/ink3540.xml"/><Relationship Id="rId324" Type="http://schemas.openxmlformats.org/officeDocument/2006/relationships/image" Target="../media/image2121.png"/><Relationship Id="rId366" Type="http://schemas.openxmlformats.org/officeDocument/2006/relationships/image" Target="../media/image2144.png"/><Relationship Id="rId170" Type="http://schemas.openxmlformats.org/officeDocument/2006/relationships/image" Target="../media/image2034.png"/><Relationship Id="rId226" Type="http://schemas.openxmlformats.org/officeDocument/2006/relationships/image" Target="../media/image2065.png"/><Relationship Id="rId433" Type="http://schemas.openxmlformats.org/officeDocument/2006/relationships/customXml" Target="../ink/ink3677.xml"/><Relationship Id="rId268" Type="http://schemas.openxmlformats.org/officeDocument/2006/relationships/image" Target="../media/image2088.png"/><Relationship Id="rId475" Type="http://schemas.openxmlformats.org/officeDocument/2006/relationships/customXml" Target="../ink/ink3698.xml"/><Relationship Id="rId32" Type="http://schemas.openxmlformats.org/officeDocument/2006/relationships/image" Target="../media/image1956.png"/><Relationship Id="rId74" Type="http://schemas.openxmlformats.org/officeDocument/2006/relationships/image" Target="../media/image1979.png"/><Relationship Id="rId128" Type="http://schemas.openxmlformats.org/officeDocument/2006/relationships/image" Target="../media/image2009.png"/><Relationship Id="rId335" Type="http://schemas.openxmlformats.org/officeDocument/2006/relationships/customXml" Target="../ink/ink3628.xml"/><Relationship Id="rId377" Type="http://schemas.openxmlformats.org/officeDocument/2006/relationships/customXml" Target="../ink/ink3649.xml"/><Relationship Id="rId500" Type="http://schemas.openxmlformats.org/officeDocument/2006/relationships/image" Target="../media/image2219.png"/><Relationship Id="rId5" Type="http://schemas.openxmlformats.org/officeDocument/2006/relationships/customXml" Target="../ink/ink3463.xml"/><Relationship Id="rId181" Type="http://schemas.openxmlformats.org/officeDocument/2006/relationships/customXml" Target="../ink/ink3551.xml"/><Relationship Id="rId237" Type="http://schemas.openxmlformats.org/officeDocument/2006/relationships/customXml" Target="../ink/ink3579.xml"/><Relationship Id="rId402" Type="http://schemas.openxmlformats.org/officeDocument/2006/relationships/image" Target="../media/image2164.png"/><Relationship Id="rId279" Type="http://schemas.openxmlformats.org/officeDocument/2006/relationships/customXml" Target="../ink/ink3600.xml"/><Relationship Id="rId444" Type="http://schemas.openxmlformats.org/officeDocument/2006/relationships/image" Target="../media/image2187.png"/><Relationship Id="rId486" Type="http://schemas.openxmlformats.org/officeDocument/2006/relationships/image" Target="../media/image2210.png"/><Relationship Id="rId43" Type="http://schemas.openxmlformats.org/officeDocument/2006/relationships/customXml" Target="../ink/ink3482.xml"/><Relationship Id="rId139" Type="http://schemas.openxmlformats.org/officeDocument/2006/relationships/customXml" Target="../ink/ink3530.xml"/><Relationship Id="rId290" Type="http://schemas.openxmlformats.org/officeDocument/2006/relationships/image" Target="../media/image2101.png"/><Relationship Id="rId304" Type="http://schemas.openxmlformats.org/officeDocument/2006/relationships/image" Target="../media/image2108.png"/><Relationship Id="rId346" Type="http://schemas.openxmlformats.org/officeDocument/2006/relationships/image" Target="../media/image2133.png"/><Relationship Id="rId388" Type="http://schemas.openxmlformats.org/officeDocument/2006/relationships/image" Target="../media/image2156.png"/><Relationship Id="rId85" Type="http://schemas.openxmlformats.org/officeDocument/2006/relationships/customXml" Target="../ink/ink3503.xml"/><Relationship Id="rId150" Type="http://schemas.openxmlformats.org/officeDocument/2006/relationships/image" Target="../media/image2023.png"/><Relationship Id="rId192" Type="http://schemas.openxmlformats.org/officeDocument/2006/relationships/image" Target="../media/image2046.png"/><Relationship Id="rId206" Type="http://schemas.openxmlformats.org/officeDocument/2006/relationships/image" Target="../media/image2054.png"/><Relationship Id="rId413" Type="http://schemas.openxmlformats.org/officeDocument/2006/relationships/customXml" Target="../ink/ink3667.xml"/><Relationship Id="rId248" Type="http://schemas.openxmlformats.org/officeDocument/2006/relationships/image" Target="../media/image2077.png"/><Relationship Id="rId455" Type="http://schemas.openxmlformats.org/officeDocument/2006/relationships/customXml" Target="../ink/ink3688.xml"/><Relationship Id="rId497" Type="http://schemas.openxmlformats.org/officeDocument/2006/relationships/customXml" Target="../ink/ink3709.xml"/><Relationship Id="rId12" Type="http://schemas.openxmlformats.org/officeDocument/2006/relationships/image" Target="../media/image1945.png"/><Relationship Id="rId108" Type="http://schemas.openxmlformats.org/officeDocument/2006/relationships/image" Target="../media/image1998.png"/><Relationship Id="rId315" Type="http://schemas.openxmlformats.org/officeDocument/2006/relationships/customXml" Target="../ink/ink3618.xml"/><Relationship Id="rId357" Type="http://schemas.openxmlformats.org/officeDocument/2006/relationships/customXml" Target="../ink/ink3639.xml"/><Relationship Id="rId54" Type="http://schemas.openxmlformats.org/officeDocument/2006/relationships/image" Target="../media/image1968.png"/><Relationship Id="rId96" Type="http://schemas.openxmlformats.org/officeDocument/2006/relationships/image" Target="../media/image1992.png"/><Relationship Id="rId161" Type="http://schemas.openxmlformats.org/officeDocument/2006/relationships/customXml" Target="../ink/ink3541.xml"/><Relationship Id="rId217" Type="http://schemas.openxmlformats.org/officeDocument/2006/relationships/customXml" Target="../ink/ink3569.xml"/><Relationship Id="rId399" Type="http://schemas.openxmlformats.org/officeDocument/2006/relationships/customXml" Target="../ink/ink3660.xml"/><Relationship Id="rId259" Type="http://schemas.openxmlformats.org/officeDocument/2006/relationships/customXml" Target="../ink/ink3590.xml"/><Relationship Id="rId424" Type="http://schemas.openxmlformats.org/officeDocument/2006/relationships/image" Target="../media/image2176.png"/><Relationship Id="rId466" Type="http://schemas.openxmlformats.org/officeDocument/2006/relationships/image" Target="../media/image2199.png"/><Relationship Id="rId23" Type="http://schemas.openxmlformats.org/officeDocument/2006/relationships/customXml" Target="../ink/ink3472.xml"/><Relationship Id="rId119" Type="http://schemas.openxmlformats.org/officeDocument/2006/relationships/customXml" Target="../ink/ink3520.xml"/><Relationship Id="rId270" Type="http://schemas.openxmlformats.org/officeDocument/2006/relationships/image" Target="../media/image2089.png"/><Relationship Id="rId326" Type="http://schemas.openxmlformats.org/officeDocument/2006/relationships/image" Target="../media/image2122.png"/><Relationship Id="rId65" Type="http://schemas.openxmlformats.org/officeDocument/2006/relationships/customXml" Target="../ink/ink3493.xml"/><Relationship Id="rId130" Type="http://schemas.openxmlformats.org/officeDocument/2006/relationships/image" Target="../media/image2012.png"/><Relationship Id="rId368" Type="http://schemas.openxmlformats.org/officeDocument/2006/relationships/image" Target="../media/image2145.png"/><Relationship Id="rId172" Type="http://schemas.openxmlformats.org/officeDocument/2006/relationships/image" Target="../media/image2035.png"/><Relationship Id="rId228" Type="http://schemas.openxmlformats.org/officeDocument/2006/relationships/image" Target="../media/image2066.png"/><Relationship Id="rId435" Type="http://schemas.openxmlformats.org/officeDocument/2006/relationships/customXml" Target="../ink/ink3678.xml"/><Relationship Id="rId477" Type="http://schemas.openxmlformats.org/officeDocument/2006/relationships/customXml" Target="../ink/ink3699.xml"/><Relationship Id="rId281" Type="http://schemas.openxmlformats.org/officeDocument/2006/relationships/customXml" Target="../ink/ink3601.xml"/><Relationship Id="rId337" Type="http://schemas.openxmlformats.org/officeDocument/2006/relationships/customXml" Target="../ink/ink3629.xml"/><Relationship Id="rId502" Type="http://schemas.openxmlformats.org/officeDocument/2006/relationships/image" Target="../media/image2221.png"/><Relationship Id="rId34" Type="http://schemas.openxmlformats.org/officeDocument/2006/relationships/image" Target="../media/image1957.png"/><Relationship Id="rId76" Type="http://schemas.openxmlformats.org/officeDocument/2006/relationships/image" Target="../media/image1981.png"/><Relationship Id="rId141" Type="http://schemas.openxmlformats.org/officeDocument/2006/relationships/customXml" Target="../ink/ink3531.xml"/><Relationship Id="rId379" Type="http://schemas.openxmlformats.org/officeDocument/2006/relationships/customXml" Target="../ink/ink3650.xml"/><Relationship Id="rId7" Type="http://schemas.openxmlformats.org/officeDocument/2006/relationships/customXml" Target="../ink/ink3464.xml"/><Relationship Id="rId183" Type="http://schemas.openxmlformats.org/officeDocument/2006/relationships/customXml" Target="../ink/ink3552.xml"/><Relationship Id="rId239" Type="http://schemas.openxmlformats.org/officeDocument/2006/relationships/customXml" Target="../ink/ink3580.xml"/><Relationship Id="rId390" Type="http://schemas.openxmlformats.org/officeDocument/2006/relationships/image" Target="../media/image2157.png"/><Relationship Id="rId404" Type="http://schemas.openxmlformats.org/officeDocument/2006/relationships/image" Target="../media/image2165.png"/><Relationship Id="rId446" Type="http://schemas.openxmlformats.org/officeDocument/2006/relationships/image" Target="../media/image2188.png"/><Relationship Id="rId250" Type="http://schemas.openxmlformats.org/officeDocument/2006/relationships/image" Target="../media/image2078.png"/><Relationship Id="rId292" Type="http://schemas.openxmlformats.org/officeDocument/2006/relationships/image" Target="../media/image2102.png"/><Relationship Id="rId306" Type="http://schemas.openxmlformats.org/officeDocument/2006/relationships/image" Target="../media/image2109.png"/><Relationship Id="rId488" Type="http://schemas.openxmlformats.org/officeDocument/2006/relationships/image" Target="../media/image2213.png"/><Relationship Id="rId45" Type="http://schemas.openxmlformats.org/officeDocument/2006/relationships/customXml" Target="../ink/ink3483.xml"/><Relationship Id="rId87" Type="http://schemas.openxmlformats.org/officeDocument/2006/relationships/customXml" Target="../ink/ink3504.xml"/><Relationship Id="rId110" Type="http://schemas.openxmlformats.org/officeDocument/2006/relationships/image" Target="../media/image1999.png"/><Relationship Id="rId348" Type="http://schemas.openxmlformats.org/officeDocument/2006/relationships/image" Target="../media/image2134.png"/><Relationship Id="rId152" Type="http://schemas.openxmlformats.org/officeDocument/2006/relationships/image" Target="../media/image2024.png"/><Relationship Id="rId194" Type="http://schemas.openxmlformats.org/officeDocument/2006/relationships/image" Target="../media/image2047.png"/><Relationship Id="rId208" Type="http://schemas.openxmlformats.org/officeDocument/2006/relationships/image" Target="../media/image2055.png"/><Relationship Id="rId415" Type="http://schemas.openxmlformats.org/officeDocument/2006/relationships/customXml" Target="../ink/ink3668.xml"/><Relationship Id="rId457" Type="http://schemas.openxmlformats.org/officeDocument/2006/relationships/customXml" Target="../ink/ink3689.xml"/><Relationship Id="rId261" Type="http://schemas.openxmlformats.org/officeDocument/2006/relationships/customXml" Target="../ink/ink3591.xml"/><Relationship Id="rId499" Type="http://schemas.openxmlformats.org/officeDocument/2006/relationships/customXml" Target="../ink/ink3710.xml"/><Relationship Id="rId14" Type="http://schemas.openxmlformats.org/officeDocument/2006/relationships/image" Target="../media/image1946.png"/><Relationship Id="rId56" Type="http://schemas.openxmlformats.org/officeDocument/2006/relationships/image" Target="../media/image1969.png"/><Relationship Id="rId317" Type="http://schemas.openxmlformats.org/officeDocument/2006/relationships/customXml" Target="../ink/ink3619.xml"/><Relationship Id="rId359" Type="http://schemas.openxmlformats.org/officeDocument/2006/relationships/customXml" Target="../ink/ink3640.xml"/><Relationship Id="rId98" Type="http://schemas.openxmlformats.org/officeDocument/2006/relationships/image" Target="../media/image1993.png"/><Relationship Id="rId121" Type="http://schemas.openxmlformats.org/officeDocument/2006/relationships/customXml" Target="../ink/ink3521.xml"/><Relationship Id="rId163" Type="http://schemas.openxmlformats.org/officeDocument/2006/relationships/customXml" Target="../ink/ink3542.xml"/><Relationship Id="rId219" Type="http://schemas.openxmlformats.org/officeDocument/2006/relationships/customXml" Target="../ink/ink3570.xml"/><Relationship Id="rId370" Type="http://schemas.openxmlformats.org/officeDocument/2006/relationships/image" Target="../media/image2146.png"/><Relationship Id="rId426" Type="http://schemas.openxmlformats.org/officeDocument/2006/relationships/image" Target="../media/image2177.png"/><Relationship Id="rId230" Type="http://schemas.openxmlformats.org/officeDocument/2006/relationships/image" Target="../media/image2067.png"/><Relationship Id="rId468" Type="http://schemas.openxmlformats.org/officeDocument/2006/relationships/image" Target="../media/image2201.png"/><Relationship Id="rId25" Type="http://schemas.openxmlformats.org/officeDocument/2006/relationships/customXml" Target="../ink/ink3473.xml"/><Relationship Id="rId67" Type="http://schemas.openxmlformats.org/officeDocument/2006/relationships/customXml" Target="../ink/ink3494.xml"/><Relationship Id="rId272" Type="http://schemas.openxmlformats.org/officeDocument/2006/relationships/image" Target="../media/image2091.png"/><Relationship Id="rId328" Type="http://schemas.openxmlformats.org/officeDocument/2006/relationships/image" Target="../media/image2123.png"/><Relationship Id="rId132" Type="http://schemas.openxmlformats.org/officeDocument/2006/relationships/image" Target="../media/image2013.png"/><Relationship Id="rId174" Type="http://schemas.openxmlformats.org/officeDocument/2006/relationships/image" Target="../media/image2036.png"/><Relationship Id="rId381" Type="http://schemas.openxmlformats.org/officeDocument/2006/relationships/customXml" Target="../ink/ink3651.xml"/><Relationship Id="rId241" Type="http://schemas.openxmlformats.org/officeDocument/2006/relationships/customXml" Target="../ink/ink3581.xml"/><Relationship Id="rId437" Type="http://schemas.openxmlformats.org/officeDocument/2006/relationships/customXml" Target="../ink/ink3679.xml"/><Relationship Id="rId479" Type="http://schemas.openxmlformats.org/officeDocument/2006/relationships/customXml" Target="../ink/ink3700.xml"/><Relationship Id="rId36" Type="http://schemas.openxmlformats.org/officeDocument/2006/relationships/image" Target="../media/image1958.png"/><Relationship Id="rId283" Type="http://schemas.openxmlformats.org/officeDocument/2006/relationships/customXml" Target="../ink/ink3602.xml"/><Relationship Id="rId339" Type="http://schemas.openxmlformats.org/officeDocument/2006/relationships/customXml" Target="../ink/ink3630.xml"/><Relationship Id="rId490" Type="http://schemas.openxmlformats.org/officeDocument/2006/relationships/image" Target="../media/image2214.png"/><Relationship Id="rId504" Type="http://schemas.openxmlformats.org/officeDocument/2006/relationships/image" Target="../media/image2222.png"/><Relationship Id="rId78" Type="http://schemas.openxmlformats.org/officeDocument/2006/relationships/image" Target="../media/image1982.png"/><Relationship Id="rId101" Type="http://schemas.openxmlformats.org/officeDocument/2006/relationships/customXml" Target="../ink/ink3511.xml"/><Relationship Id="rId143" Type="http://schemas.openxmlformats.org/officeDocument/2006/relationships/customXml" Target="../ink/ink3532.xml"/><Relationship Id="rId185" Type="http://schemas.openxmlformats.org/officeDocument/2006/relationships/customXml" Target="../ink/ink3553.xml"/><Relationship Id="rId350" Type="http://schemas.openxmlformats.org/officeDocument/2006/relationships/image" Target="../media/image2135.png"/><Relationship Id="rId406" Type="http://schemas.openxmlformats.org/officeDocument/2006/relationships/image" Target="../media/image2166.png"/><Relationship Id="rId9" Type="http://schemas.openxmlformats.org/officeDocument/2006/relationships/customXml" Target="../ink/ink3465.xml"/><Relationship Id="rId210" Type="http://schemas.openxmlformats.org/officeDocument/2006/relationships/image" Target="../media/image2056.png"/><Relationship Id="rId392" Type="http://schemas.openxmlformats.org/officeDocument/2006/relationships/image" Target="../media/image2158.png"/><Relationship Id="rId448" Type="http://schemas.openxmlformats.org/officeDocument/2006/relationships/image" Target="../media/image2189.png"/><Relationship Id="rId252" Type="http://schemas.openxmlformats.org/officeDocument/2006/relationships/image" Target="../media/image2079.png"/><Relationship Id="rId294" Type="http://schemas.openxmlformats.org/officeDocument/2006/relationships/image" Target="../media/image2103.png"/><Relationship Id="rId308" Type="http://schemas.openxmlformats.org/officeDocument/2006/relationships/image" Target="../media/image2110.png"/><Relationship Id="rId47" Type="http://schemas.openxmlformats.org/officeDocument/2006/relationships/customXml" Target="../ink/ink3484.xml"/><Relationship Id="rId89" Type="http://schemas.openxmlformats.org/officeDocument/2006/relationships/customXml" Target="../ink/ink3505.xml"/><Relationship Id="rId112" Type="http://schemas.openxmlformats.org/officeDocument/2006/relationships/image" Target="../media/image2000.png"/><Relationship Id="rId154" Type="http://schemas.openxmlformats.org/officeDocument/2006/relationships/image" Target="../media/image2025.png"/><Relationship Id="rId361" Type="http://schemas.openxmlformats.org/officeDocument/2006/relationships/customXml" Target="../ink/ink3641.xml"/><Relationship Id="rId196" Type="http://schemas.openxmlformats.org/officeDocument/2006/relationships/image" Target="../media/image2048.png"/><Relationship Id="rId417" Type="http://schemas.openxmlformats.org/officeDocument/2006/relationships/customXml" Target="../ink/ink3669.xml"/><Relationship Id="rId459" Type="http://schemas.openxmlformats.org/officeDocument/2006/relationships/customXml" Target="../ink/ink3690.xml"/><Relationship Id="rId16" Type="http://schemas.openxmlformats.org/officeDocument/2006/relationships/image" Target="../media/image1947.png"/><Relationship Id="rId221" Type="http://schemas.openxmlformats.org/officeDocument/2006/relationships/customXml" Target="../ink/ink3571.xml"/><Relationship Id="rId263" Type="http://schemas.openxmlformats.org/officeDocument/2006/relationships/customXml" Target="../ink/ink3592.xml"/><Relationship Id="rId319" Type="http://schemas.openxmlformats.org/officeDocument/2006/relationships/customXml" Target="../ink/ink3620.xml"/><Relationship Id="rId470" Type="http://schemas.openxmlformats.org/officeDocument/2006/relationships/image" Target="../media/image2202.png"/><Relationship Id="rId58" Type="http://schemas.openxmlformats.org/officeDocument/2006/relationships/image" Target="../media/image1971.png"/><Relationship Id="rId123" Type="http://schemas.openxmlformats.org/officeDocument/2006/relationships/customXml" Target="../ink/ink3522.xml"/><Relationship Id="rId330" Type="http://schemas.openxmlformats.org/officeDocument/2006/relationships/image" Target="../media/image2124.png"/><Relationship Id="rId165" Type="http://schemas.openxmlformats.org/officeDocument/2006/relationships/customXml" Target="../ink/ink3543.xml"/><Relationship Id="rId372" Type="http://schemas.openxmlformats.org/officeDocument/2006/relationships/image" Target="../media/image2147.png"/><Relationship Id="rId428" Type="http://schemas.openxmlformats.org/officeDocument/2006/relationships/image" Target="../media/image2178.png"/><Relationship Id="rId232" Type="http://schemas.openxmlformats.org/officeDocument/2006/relationships/image" Target="../media/image2068.png"/><Relationship Id="rId274" Type="http://schemas.openxmlformats.org/officeDocument/2006/relationships/image" Target="../media/image2092.png"/><Relationship Id="rId481" Type="http://schemas.openxmlformats.org/officeDocument/2006/relationships/customXml" Target="../ink/ink3701.xml"/><Relationship Id="rId27" Type="http://schemas.openxmlformats.org/officeDocument/2006/relationships/customXml" Target="../ink/ink3474.xml"/><Relationship Id="rId69" Type="http://schemas.openxmlformats.org/officeDocument/2006/relationships/customXml" Target="../ink/ink3495.xml"/><Relationship Id="rId134" Type="http://schemas.openxmlformats.org/officeDocument/2006/relationships/image" Target="../media/image2014.png"/><Relationship Id="rId80" Type="http://schemas.openxmlformats.org/officeDocument/2006/relationships/image" Target="../media/image1983.png"/><Relationship Id="rId176" Type="http://schemas.openxmlformats.org/officeDocument/2006/relationships/image" Target="../media/image2037.png"/><Relationship Id="rId341" Type="http://schemas.openxmlformats.org/officeDocument/2006/relationships/customXml" Target="../ink/ink3631.xml"/><Relationship Id="rId383" Type="http://schemas.openxmlformats.org/officeDocument/2006/relationships/customXml" Target="../ink/ink3652.xml"/><Relationship Id="rId439" Type="http://schemas.openxmlformats.org/officeDocument/2006/relationships/customXml" Target="../ink/ink3680.xml"/><Relationship Id="rId201" Type="http://schemas.openxmlformats.org/officeDocument/2006/relationships/customXml" Target="../ink/ink3561.xml"/><Relationship Id="rId243" Type="http://schemas.openxmlformats.org/officeDocument/2006/relationships/customXml" Target="../ink/ink3582.xml"/><Relationship Id="rId285" Type="http://schemas.openxmlformats.org/officeDocument/2006/relationships/customXml" Target="../ink/ink3603.xml"/><Relationship Id="rId450" Type="http://schemas.openxmlformats.org/officeDocument/2006/relationships/image" Target="../media/image2191.png"/><Relationship Id="rId506" Type="http://schemas.openxmlformats.org/officeDocument/2006/relationships/image" Target="../media/image2223.png"/><Relationship Id="rId38" Type="http://schemas.openxmlformats.org/officeDocument/2006/relationships/image" Target="../media/image1959.png"/><Relationship Id="rId103" Type="http://schemas.openxmlformats.org/officeDocument/2006/relationships/customXml" Target="../ink/ink3512.xml"/><Relationship Id="rId310" Type="http://schemas.openxmlformats.org/officeDocument/2006/relationships/image" Target="../media/image2113.png"/><Relationship Id="rId492" Type="http://schemas.openxmlformats.org/officeDocument/2006/relationships/image" Target="../media/image2215.png"/><Relationship Id="rId91" Type="http://schemas.openxmlformats.org/officeDocument/2006/relationships/customXml" Target="../ink/ink3506.xml"/><Relationship Id="rId145" Type="http://schemas.openxmlformats.org/officeDocument/2006/relationships/customXml" Target="../ink/ink3533.xml"/><Relationship Id="rId187" Type="http://schemas.openxmlformats.org/officeDocument/2006/relationships/customXml" Target="../ink/ink3554.xml"/><Relationship Id="rId352" Type="http://schemas.openxmlformats.org/officeDocument/2006/relationships/image" Target="../media/image2136.png"/><Relationship Id="rId394" Type="http://schemas.openxmlformats.org/officeDocument/2006/relationships/image" Target="../media/image2159.png"/><Relationship Id="rId408" Type="http://schemas.openxmlformats.org/officeDocument/2006/relationships/image" Target="../media/image2167.png"/><Relationship Id="rId212" Type="http://schemas.openxmlformats.org/officeDocument/2006/relationships/image" Target="../media/image2057.png"/><Relationship Id="rId254" Type="http://schemas.openxmlformats.org/officeDocument/2006/relationships/image" Target="../media/image2081.png"/><Relationship Id="rId49" Type="http://schemas.openxmlformats.org/officeDocument/2006/relationships/customXml" Target="../ink/ink3485.xml"/><Relationship Id="rId114" Type="http://schemas.openxmlformats.org/officeDocument/2006/relationships/image" Target="../media/image2002.png"/><Relationship Id="rId296" Type="http://schemas.openxmlformats.org/officeDocument/2006/relationships/image" Target="../media/image2104.png"/><Relationship Id="rId461" Type="http://schemas.openxmlformats.org/officeDocument/2006/relationships/customXml" Target="../ink/ink3691.xml"/><Relationship Id="rId60" Type="http://schemas.openxmlformats.org/officeDocument/2006/relationships/image" Target="../media/image1972.png"/><Relationship Id="rId156" Type="http://schemas.openxmlformats.org/officeDocument/2006/relationships/image" Target="../media/image2026.png"/><Relationship Id="rId198" Type="http://schemas.openxmlformats.org/officeDocument/2006/relationships/image" Target="../media/image2049.png"/><Relationship Id="rId321" Type="http://schemas.openxmlformats.org/officeDocument/2006/relationships/customXml" Target="../ink/ink3621.xml"/><Relationship Id="rId363" Type="http://schemas.openxmlformats.org/officeDocument/2006/relationships/customXml" Target="../ink/ink3642.xml"/><Relationship Id="rId419" Type="http://schemas.openxmlformats.org/officeDocument/2006/relationships/customXml" Target="../ink/ink3670.xml"/><Relationship Id="rId223" Type="http://schemas.openxmlformats.org/officeDocument/2006/relationships/customXml" Target="../ink/ink3572.xml"/><Relationship Id="rId430" Type="http://schemas.openxmlformats.org/officeDocument/2006/relationships/image" Target="../media/image2179.png"/><Relationship Id="rId18" Type="http://schemas.openxmlformats.org/officeDocument/2006/relationships/image" Target="../media/image1948.png"/><Relationship Id="rId265" Type="http://schemas.openxmlformats.org/officeDocument/2006/relationships/customXml" Target="../ink/ink3593.xml"/><Relationship Id="rId472" Type="http://schemas.openxmlformats.org/officeDocument/2006/relationships/image" Target="../media/image2203.png"/><Relationship Id="rId125" Type="http://schemas.openxmlformats.org/officeDocument/2006/relationships/customXml" Target="../ink/ink3523.xml"/><Relationship Id="rId167" Type="http://schemas.openxmlformats.org/officeDocument/2006/relationships/customXml" Target="../ink/ink3544.xml"/><Relationship Id="rId332" Type="http://schemas.openxmlformats.org/officeDocument/2006/relationships/image" Target="../media/image2125.png"/><Relationship Id="rId374" Type="http://schemas.openxmlformats.org/officeDocument/2006/relationships/image" Target="../media/image2148.png"/><Relationship Id="rId71" Type="http://schemas.openxmlformats.org/officeDocument/2006/relationships/customXml" Target="../ink/ink3496.xml"/><Relationship Id="rId234" Type="http://schemas.openxmlformats.org/officeDocument/2006/relationships/image" Target="../media/image2069.png"/><Relationship Id="rId2" Type="http://schemas.openxmlformats.org/officeDocument/2006/relationships/image" Target="../media/image1939.gif"/><Relationship Id="rId29" Type="http://schemas.openxmlformats.org/officeDocument/2006/relationships/customXml" Target="../ink/ink3475.xml"/><Relationship Id="rId276" Type="http://schemas.openxmlformats.org/officeDocument/2006/relationships/image" Target="../media/image2093.png"/><Relationship Id="rId441" Type="http://schemas.openxmlformats.org/officeDocument/2006/relationships/customXml" Target="../ink/ink3681.xml"/><Relationship Id="rId483" Type="http://schemas.openxmlformats.org/officeDocument/2006/relationships/customXml" Target="../ink/ink3702.xml"/><Relationship Id="rId40" Type="http://schemas.openxmlformats.org/officeDocument/2006/relationships/image" Target="../media/image1961.png"/><Relationship Id="rId136" Type="http://schemas.openxmlformats.org/officeDocument/2006/relationships/image" Target="../media/image2015.png"/><Relationship Id="rId178" Type="http://schemas.openxmlformats.org/officeDocument/2006/relationships/image" Target="../media/image2038.png"/><Relationship Id="rId301" Type="http://schemas.openxmlformats.org/officeDocument/2006/relationships/customXml" Target="../ink/ink3611.xml"/><Relationship Id="rId343" Type="http://schemas.openxmlformats.org/officeDocument/2006/relationships/customXml" Target="../ink/ink3632.xml"/><Relationship Id="rId82" Type="http://schemas.openxmlformats.org/officeDocument/2006/relationships/image" Target="../media/image1984.png"/><Relationship Id="rId203" Type="http://schemas.openxmlformats.org/officeDocument/2006/relationships/customXml" Target="../ink/ink3562.xml"/><Relationship Id="rId385" Type="http://schemas.openxmlformats.org/officeDocument/2006/relationships/customXml" Target="../ink/ink3653.xml"/><Relationship Id="rId245" Type="http://schemas.openxmlformats.org/officeDocument/2006/relationships/customXml" Target="../ink/ink3583.xml"/><Relationship Id="rId287" Type="http://schemas.openxmlformats.org/officeDocument/2006/relationships/customXml" Target="../ink/ink3604.xml"/><Relationship Id="rId410" Type="http://schemas.openxmlformats.org/officeDocument/2006/relationships/image" Target="../media/image2168.png"/><Relationship Id="rId452" Type="http://schemas.openxmlformats.org/officeDocument/2006/relationships/image" Target="../media/image2192.png"/><Relationship Id="rId494" Type="http://schemas.openxmlformats.org/officeDocument/2006/relationships/image" Target="../media/image2216.png"/><Relationship Id="rId508" Type="http://schemas.openxmlformats.org/officeDocument/2006/relationships/image" Target="../media/image2224.png"/><Relationship Id="rId105" Type="http://schemas.openxmlformats.org/officeDocument/2006/relationships/customXml" Target="../ink/ink3513.xml"/><Relationship Id="rId147" Type="http://schemas.openxmlformats.org/officeDocument/2006/relationships/customXml" Target="../ink/ink3534.xml"/><Relationship Id="rId312" Type="http://schemas.openxmlformats.org/officeDocument/2006/relationships/image" Target="../media/image2114.png"/><Relationship Id="rId354" Type="http://schemas.openxmlformats.org/officeDocument/2006/relationships/image" Target="../media/image2137.png"/><Relationship Id="rId51" Type="http://schemas.openxmlformats.org/officeDocument/2006/relationships/customXml" Target="../ink/ink3486.xml"/><Relationship Id="rId93" Type="http://schemas.openxmlformats.org/officeDocument/2006/relationships/customXml" Target="../ink/ink3507.xml"/><Relationship Id="rId189" Type="http://schemas.openxmlformats.org/officeDocument/2006/relationships/customXml" Target="../ink/ink3555.xml"/><Relationship Id="rId396" Type="http://schemas.openxmlformats.org/officeDocument/2006/relationships/image" Target="../media/image2161.png"/><Relationship Id="rId214" Type="http://schemas.openxmlformats.org/officeDocument/2006/relationships/image" Target="../media/image2058.png"/><Relationship Id="rId256" Type="http://schemas.openxmlformats.org/officeDocument/2006/relationships/image" Target="../media/image2082.png"/><Relationship Id="rId298" Type="http://schemas.openxmlformats.org/officeDocument/2006/relationships/image" Target="../media/image2105.png"/><Relationship Id="rId421" Type="http://schemas.openxmlformats.org/officeDocument/2006/relationships/customXml" Target="../ink/ink3671.xml"/><Relationship Id="rId463" Type="http://schemas.openxmlformats.org/officeDocument/2006/relationships/customXml" Target="../ink/ink3692.xml"/><Relationship Id="rId116" Type="http://schemas.openxmlformats.org/officeDocument/2006/relationships/image" Target="../media/image2003.png"/><Relationship Id="rId158" Type="http://schemas.openxmlformats.org/officeDocument/2006/relationships/image" Target="../media/image2027.png"/><Relationship Id="rId323" Type="http://schemas.openxmlformats.org/officeDocument/2006/relationships/customXml" Target="../ink/ink3622.xml"/><Relationship Id="rId20" Type="http://schemas.openxmlformats.org/officeDocument/2006/relationships/image" Target="../media/image1949.png"/><Relationship Id="rId62" Type="http://schemas.openxmlformats.org/officeDocument/2006/relationships/image" Target="../media/image1973.png"/><Relationship Id="rId365" Type="http://schemas.openxmlformats.org/officeDocument/2006/relationships/customXml" Target="../ink/ink3643.xml"/><Relationship Id="rId225" Type="http://schemas.openxmlformats.org/officeDocument/2006/relationships/customXml" Target="../ink/ink3573.xml"/><Relationship Id="rId267" Type="http://schemas.openxmlformats.org/officeDocument/2006/relationships/customXml" Target="../ink/ink3594.xml"/><Relationship Id="rId432" Type="http://schemas.openxmlformats.org/officeDocument/2006/relationships/image" Target="../media/image2181.png"/><Relationship Id="rId474" Type="http://schemas.openxmlformats.org/officeDocument/2006/relationships/image" Target="../media/image2204.png"/><Relationship Id="rId127" Type="http://schemas.openxmlformats.org/officeDocument/2006/relationships/customXml" Target="../ink/ink3524.xml"/><Relationship Id="rId31" Type="http://schemas.openxmlformats.org/officeDocument/2006/relationships/customXml" Target="../ink/ink3476.xml"/><Relationship Id="rId73" Type="http://schemas.openxmlformats.org/officeDocument/2006/relationships/customXml" Target="../ink/ink3497.xml"/><Relationship Id="rId169" Type="http://schemas.openxmlformats.org/officeDocument/2006/relationships/customXml" Target="../ink/ink3545.xml"/><Relationship Id="rId334" Type="http://schemas.openxmlformats.org/officeDocument/2006/relationships/image" Target="../media/image2126.png"/><Relationship Id="rId376" Type="http://schemas.openxmlformats.org/officeDocument/2006/relationships/image" Target="../media/image2149.png"/><Relationship Id="rId4" Type="http://schemas.openxmlformats.org/officeDocument/2006/relationships/image" Target="../media/image1941.png"/><Relationship Id="rId180" Type="http://schemas.openxmlformats.org/officeDocument/2006/relationships/image" Target="../media/image2039.png"/><Relationship Id="rId236" Type="http://schemas.openxmlformats.org/officeDocument/2006/relationships/image" Target="../media/image2071.png"/><Relationship Id="rId278" Type="http://schemas.openxmlformats.org/officeDocument/2006/relationships/image" Target="../media/image2094.png"/><Relationship Id="rId401" Type="http://schemas.openxmlformats.org/officeDocument/2006/relationships/customXml" Target="../ink/ink3661.xml"/><Relationship Id="rId443" Type="http://schemas.openxmlformats.org/officeDocument/2006/relationships/customXml" Target="../ink/ink3682.xml"/><Relationship Id="rId303" Type="http://schemas.openxmlformats.org/officeDocument/2006/relationships/customXml" Target="../ink/ink3612.xml"/><Relationship Id="rId485" Type="http://schemas.openxmlformats.org/officeDocument/2006/relationships/customXml" Target="../ink/ink3703.xml"/><Relationship Id="rId42" Type="http://schemas.openxmlformats.org/officeDocument/2006/relationships/image" Target="../media/image1962.png"/><Relationship Id="rId84" Type="http://schemas.openxmlformats.org/officeDocument/2006/relationships/image" Target="../media/image1985.png"/><Relationship Id="rId138" Type="http://schemas.openxmlformats.org/officeDocument/2006/relationships/image" Target="../media/image2016.png"/><Relationship Id="rId345" Type="http://schemas.openxmlformats.org/officeDocument/2006/relationships/customXml" Target="../ink/ink3633.xml"/><Relationship Id="rId387" Type="http://schemas.openxmlformats.org/officeDocument/2006/relationships/customXml" Target="../ink/ink3654.xml"/><Relationship Id="rId510" Type="http://schemas.openxmlformats.org/officeDocument/2006/relationships/image" Target="../media/image2225.png"/><Relationship Id="rId191" Type="http://schemas.openxmlformats.org/officeDocument/2006/relationships/customXml" Target="../ink/ink3556.xml"/><Relationship Id="rId205" Type="http://schemas.openxmlformats.org/officeDocument/2006/relationships/customXml" Target="../ink/ink3563.xml"/><Relationship Id="rId247" Type="http://schemas.openxmlformats.org/officeDocument/2006/relationships/customXml" Target="../ink/ink3584.xml"/><Relationship Id="rId412" Type="http://schemas.openxmlformats.org/officeDocument/2006/relationships/image" Target="../media/image2169.png"/><Relationship Id="rId107" Type="http://schemas.openxmlformats.org/officeDocument/2006/relationships/customXml" Target="../ink/ink3514.xml"/><Relationship Id="rId289" Type="http://schemas.openxmlformats.org/officeDocument/2006/relationships/customXml" Target="../ink/ink3605.xml"/><Relationship Id="rId454" Type="http://schemas.openxmlformats.org/officeDocument/2006/relationships/image" Target="../media/image2193.png"/><Relationship Id="rId496" Type="http://schemas.openxmlformats.org/officeDocument/2006/relationships/image" Target="../media/image2217.png"/><Relationship Id="rId11" Type="http://schemas.openxmlformats.org/officeDocument/2006/relationships/customXml" Target="../ink/ink3466.xml"/><Relationship Id="rId53" Type="http://schemas.openxmlformats.org/officeDocument/2006/relationships/customXml" Target="../ink/ink3487.xml"/><Relationship Id="rId149" Type="http://schemas.openxmlformats.org/officeDocument/2006/relationships/customXml" Target="../ink/ink3535.xml"/><Relationship Id="rId314" Type="http://schemas.openxmlformats.org/officeDocument/2006/relationships/image" Target="../media/image2115.png"/><Relationship Id="rId356" Type="http://schemas.openxmlformats.org/officeDocument/2006/relationships/image" Target="../media/image2138.png"/><Relationship Id="rId398" Type="http://schemas.openxmlformats.org/officeDocument/2006/relationships/image" Target="../media/image2162.png"/><Relationship Id="rId95" Type="http://schemas.openxmlformats.org/officeDocument/2006/relationships/customXml" Target="../ink/ink3508.xml"/><Relationship Id="rId160" Type="http://schemas.openxmlformats.org/officeDocument/2006/relationships/image" Target="../media/image2028.png"/><Relationship Id="rId216" Type="http://schemas.openxmlformats.org/officeDocument/2006/relationships/image" Target="../media/image2059.png"/><Relationship Id="rId423" Type="http://schemas.openxmlformats.org/officeDocument/2006/relationships/customXml" Target="../ink/ink3672.xml"/><Relationship Id="rId258" Type="http://schemas.openxmlformats.org/officeDocument/2006/relationships/image" Target="../media/image2083.png"/><Relationship Id="rId465" Type="http://schemas.openxmlformats.org/officeDocument/2006/relationships/customXml" Target="../ink/ink3693.xml"/><Relationship Id="rId22" Type="http://schemas.openxmlformats.org/officeDocument/2006/relationships/image" Target="../media/image1951.png"/><Relationship Id="rId64" Type="http://schemas.openxmlformats.org/officeDocument/2006/relationships/image" Target="../media/image1974.png"/><Relationship Id="rId118" Type="http://schemas.openxmlformats.org/officeDocument/2006/relationships/image" Target="../media/image2004.png"/><Relationship Id="rId325" Type="http://schemas.openxmlformats.org/officeDocument/2006/relationships/customXml" Target="../ink/ink3623.xml"/><Relationship Id="rId367" Type="http://schemas.openxmlformats.org/officeDocument/2006/relationships/customXml" Target="../ink/ink3644.xml"/><Relationship Id="rId171" Type="http://schemas.openxmlformats.org/officeDocument/2006/relationships/customXml" Target="../ink/ink3546.xml"/><Relationship Id="rId227" Type="http://schemas.openxmlformats.org/officeDocument/2006/relationships/customXml" Target="../ink/ink3574.xml"/><Relationship Id="rId269" Type="http://schemas.openxmlformats.org/officeDocument/2006/relationships/customXml" Target="../ink/ink3595.xml"/><Relationship Id="rId434" Type="http://schemas.openxmlformats.org/officeDocument/2006/relationships/image" Target="../media/image2182.png"/><Relationship Id="rId476" Type="http://schemas.openxmlformats.org/officeDocument/2006/relationships/image" Target="../media/image2205.png"/><Relationship Id="rId33" Type="http://schemas.openxmlformats.org/officeDocument/2006/relationships/customXml" Target="../ink/ink3477.xml"/><Relationship Id="rId129" Type="http://schemas.openxmlformats.org/officeDocument/2006/relationships/customXml" Target="../ink/ink3525.xml"/><Relationship Id="rId280" Type="http://schemas.openxmlformats.org/officeDocument/2006/relationships/image" Target="../media/image2095.png"/><Relationship Id="rId336" Type="http://schemas.openxmlformats.org/officeDocument/2006/relationships/image" Target="../media/image2127.png"/><Relationship Id="rId501" Type="http://schemas.openxmlformats.org/officeDocument/2006/relationships/customXml" Target="../ink/ink3711.xml"/><Relationship Id="rId75" Type="http://schemas.openxmlformats.org/officeDocument/2006/relationships/customXml" Target="../ink/ink3498.xml"/><Relationship Id="rId140" Type="http://schemas.openxmlformats.org/officeDocument/2006/relationships/image" Target="../media/image2017.png"/><Relationship Id="rId182" Type="http://schemas.openxmlformats.org/officeDocument/2006/relationships/image" Target="../media/image2041.png"/><Relationship Id="rId378" Type="http://schemas.openxmlformats.org/officeDocument/2006/relationships/image" Target="../media/image2151.png"/><Relationship Id="rId403" Type="http://schemas.openxmlformats.org/officeDocument/2006/relationships/customXml" Target="../ink/ink3662.xml"/><Relationship Id="rId6" Type="http://schemas.openxmlformats.org/officeDocument/2006/relationships/image" Target="../media/image1942.png"/><Relationship Id="rId238" Type="http://schemas.openxmlformats.org/officeDocument/2006/relationships/image" Target="../media/image2072.png"/><Relationship Id="rId445" Type="http://schemas.openxmlformats.org/officeDocument/2006/relationships/customXml" Target="../ink/ink3683.xml"/><Relationship Id="rId487" Type="http://schemas.openxmlformats.org/officeDocument/2006/relationships/customXml" Target="../ink/ink3704.xml"/><Relationship Id="rId291" Type="http://schemas.openxmlformats.org/officeDocument/2006/relationships/customXml" Target="../ink/ink3606.xml"/><Relationship Id="rId305" Type="http://schemas.openxmlformats.org/officeDocument/2006/relationships/customXml" Target="../ink/ink3613.xml"/><Relationship Id="rId347" Type="http://schemas.openxmlformats.org/officeDocument/2006/relationships/customXml" Target="../ink/ink3634.xml"/><Relationship Id="rId44" Type="http://schemas.openxmlformats.org/officeDocument/2006/relationships/image" Target="../media/image1963.png"/><Relationship Id="rId86" Type="http://schemas.openxmlformats.org/officeDocument/2006/relationships/image" Target="../media/image1986.png"/><Relationship Id="rId151" Type="http://schemas.openxmlformats.org/officeDocument/2006/relationships/customXml" Target="../ink/ink3536.xml"/><Relationship Id="rId389" Type="http://schemas.openxmlformats.org/officeDocument/2006/relationships/customXml" Target="../ink/ink3655.xml"/><Relationship Id="rId193" Type="http://schemas.openxmlformats.org/officeDocument/2006/relationships/customXml" Target="../ink/ink3557.xml"/><Relationship Id="rId207" Type="http://schemas.openxmlformats.org/officeDocument/2006/relationships/customXml" Target="../ink/ink3564.xml"/><Relationship Id="rId249" Type="http://schemas.openxmlformats.org/officeDocument/2006/relationships/customXml" Target="../ink/ink3585.xml"/><Relationship Id="rId414" Type="http://schemas.openxmlformats.org/officeDocument/2006/relationships/image" Target="../media/image2171.png"/><Relationship Id="rId456" Type="http://schemas.openxmlformats.org/officeDocument/2006/relationships/image" Target="../media/image2194.png"/><Relationship Id="rId498" Type="http://schemas.openxmlformats.org/officeDocument/2006/relationships/image" Target="../media/image2218.png"/><Relationship Id="rId13" Type="http://schemas.openxmlformats.org/officeDocument/2006/relationships/customXml" Target="../ink/ink3467.xml"/><Relationship Id="rId109" Type="http://schemas.openxmlformats.org/officeDocument/2006/relationships/customXml" Target="../ink/ink3515.xml"/><Relationship Id="rId260" Type="http://schemas.openxmlformats.org/officeDocument/2006/relationships/image" Target="../media/image2084.png"/><Relationship Id="rId316" Type="http://schemas.openxmlformats.org/officeDocument/2006/relationships/image" Target="../media/image2116.png"/><Relationship Id="rId55" Type="http://schemas.openxmlformats.org/officeDocument/2006/relationships/customXml" Target="../ink/ink3488.xml"/><Relationship Id="rId97" Type="http://schemas.openxmlformats.org/officeDocument/2006/relationships/customXml" Target="../ink/ink3509.xml"/><Relationship Id="rId120" Type="http://schemas.openxmlformats.org/officeDocument/2006/relationships/image" Target="../media/image2005.png"/><Relationship Id="rId358" Type="http://schemas.openxmlformats.org/officeDocument/2006/relationships/image" Target="../media/image2139.png"/><Relationship Id="rId162" Type="http://schemas.openxmlformats.org/officeDocument/2006/relationships/image" Target="../media/image2029.png"/><Relationship Id="rId218" Type="http://schemas.openxmlformats.org/officeDocument/2006/relationships/image" Target="../media/image2061.png"/><Relationship Id="rId425" Type="http://schemas.openxmlformats.org/officeDocument/2006/relationships/customXml" Target="../ink/ink3673.xml"/><Relationship Id="rId467" Type="http://schemas.openxmlformats.org/officeDocument/2006/relationships/customXml" Target="../ink/ink3694.xml"/><Relationship Id="rId271" Type="http://schemas.openxmlformats.org/officeDocument/2006/relationships/customXml" Target="../ink/ink3596.xml"/><Relationship Id="rId24" Type="http://schemas.openxmlformats.org/officeDocument/2006/relationships/image" Target="../media/image1952.png"/><Relationship Id="rId66" Type="http://schemas.openxmlformats.org/officeDocument/2006/relationships/image" Target="../media/image1975.png"/><Relationship Id="rId131" Type="http://schemas.openxmlformats.org/officeDocument/2006/relationships/customXml" Target="../ink/ink3526.xml"/><Relationship Id="rId327" Type="http://schemas.openxmlformats.org/officeDocument/2006/relationships/customXml" Target="../ink/ink3624.xml"/><Relationship Id="rId369" Type="http://schemas.openxmlformats.org/officeDocument/2006/relationships/customXml" Target="../ink/ink3645.xml"/><Relationship Id="rId173" Type="http://schemas.openxmlformats.org/officeDocument/2006/relationships/customXml" Target="../ink/ink3547.xml"/><Relationship Id="rId229" Type="http://schemas.openxmlformats.org/officeDocument/2006/relationships/customXml" Target="../ink/ink3575.xml"/><Relationship Id="rId380" Type="http://schemas.openxmlformats.org/officeDocument/2006/relationships/image" Target="../media/image2152.png"/><Relationship Id="rId436" Type="http://schemas.openxmlformats.org/officeDocument/2006/relationships/image" Target="../media/image2183.png"/><Relationship Id="rId240" Type="http://schemas.openxmlformats.org/officeDocument/2006/relationships/image" Target="../media/image2073.png"/><Relationship Id="rId478" Type="http://schemas.openxmlformats.org/officeDocument/2006/relationships/image" Target="../media/image2206.png"/><Relationship Id="rId35" Type="http://schemas.openxmlformats.org/officeDocument/2006/relationships/customXml" Target="../ink/ink3478.xml"/><Relationship Id="rId77" Type="http://schemas.openxmlformats.org/officeDocument/2006/relationships/customXml" Target="../ink/ink3499.xml"/><Relationship Id="rId100" Type="http://schemas.openxmlformats.org/officeDocument/2006/relationships/image" Target="../media/image1994.png"/><Relationship Id="rId282" Type="http://schemas.openxmlformats.org/officeDocument/2006/relationships/image" Target="../media/image2096.png"/><Relationship Id="rId338" Type="http://schemas.openxmlformats.org/officeDocument/2006/relationships/image" Target="../media/image2128.png"/><Relationship Id="rId503" Type="http://schemas.openxmlformats.org/officeDocument/2006/relationships/customXml" Target="../ink/ink3712.xml"/><Relationship Id="rId8" Type="http://schemas.openxmlformats.org/officeDocument/2006/relationships/image" Target="../media/image1943.png"/><Relationship Id="rId142" Type="http://schemas.openxmlformats.org/officeDocument/2006/relationships/image" Target="../media/image2018.png"/><Relationship Id="rId184" Type="http://schemas.openxmlformats.org/officeDocument/2006/relationships/image" Target="../media/image2042.png"/><Relationship Id="rId391" Type="http://schemas.openxmlformats.org/officeDocument/2006/relationships/customXml" Target="../ink/ink3656.xml"/><Relationship Id="rId405" Type="http://schemas.openxmlformats.org/officeDocument/2006/relationships/customXml" Target="../ink/ink3663.xml"/><Relationship Id="rId447" Type="http://schemas.openxmlformats.org/officeDocument/2006/relationships/customXml" Target="../ink/ink3684.xml"/><Relationship Id="rId251" Type="http://schemas.openxmlformats.org/officeDocument/2006/relationships/customXml" Target="../ink/ink3586.xml"/><Relationship Id="rId489" Type="http://schemas.openxmlformats.org/officeDocument/2006/relationships/customXml" Target="../ink/ink3705.xml"/><Relationship Id="rId46" Type="http://schemas.openxmlformats.org/officeDocument/2006/relationships/image" Target="../media/image1964.png"/><Relationship Id="rId293" Type="http://schemas.openxmlformats.org/officeDocument/2006/relationships/customXml" Target="../ink/ink3607.xml"/><Relationship Id="rId307" Type="http://schemas.openxmlformats.org/officeDocument/2006/relationships/customXml" Target="../ink/ink3614.xml"/><Relationship Id="rId349" Type="http://schemas.openxmlformats.org/officeDocument/2006/relationships/customXml" Target="../ink/ink3635.xml"/><Relationship Id="rId88" Type="http://schemas.openxmlformats.org/officeDocument/2006/relationships/image" Target="../media/image1987.png"/><Relationship Id="rId111" Type="http://schemas.openxmlformats.org/officeDocument/2006/relationships/customXml" Target="../ink/ink3516.xml"/><Relationship Id="rId153" Type="http://schemas.openxmlformats.org/officeDocument/2006/relationships/customXml" Target="../ink/ink3537.xml"/><Relationship Id="rId195" Type="http://schemas.openxmlformats.org/officeDocument/2006/relationships/customXml" Target="../ink/ink3558.xml"/><Relationship Id="rId209" Type="http://schemas.openxmlformats.org/officeDocument/2006/relationships/customXml" Target="../ink/ink3565.xml"/><Relationship Id="rId360" Type="http://schemas.openxmlformats.org/officeDocument/2006/relationships/image" Target="../media/image2141.png"/><Relationship Id="rId416" Type="http://schemas.openxmlformats.org/officeDocument/2006/relationships/image" Target="../media/image2172.png"/><Relationship Id="rId220" Type="http://schemas.openxmlformats.org/officeDocument/2006/relationships/image" Target="../media/image2062.png"/><Relationship Id="rId458" Type="http://schemas.openxmlformats.org/officeDocument/2006/relationships/image" Target="../media/image2195.png"/><Relationship Id="rId15" Type="http://schemas.openxmlformats.org/officeDocument/2006/relationships/customXml" Target="../ink/ink3468.xml"/><Relationship Id="rId57" Type="http://schemas.openxmlformats.org/officeDocument/2006/relationships/customXml" Target="../ink/ink3489.xml"/><Relationship Id="rId262" Type="http://schemas.openxmlformats.org/officeDocument/2006/relationships/image" Target="../media/image2085.png"/><Relationship Id="rId318" Type="http://schemas.openxmlformats.org/officeDocument/2006/relationships/image" Target="../media/image2117.png"/><Relationship Id="rId99" Type="http://schemas.openxmlformats.org/officeDocument/2006/relationships/customXml" Target="../ink/ink3510.xml"/><Relationship Id="rId122" Type="http://schemas.openxmlformats.org/officeDocument/2006/relationships/image" Target="../media/image2006.png"/><Relationship Id="rId164" Type="http://schemas.openxmlformats.org/officeDocument/2006/relationships/image" Target="../media/image2031.png"/><Relationship Id="rId371" Type="http://schemas.openxmlformats.org/officeDocument/2006/relationships/customXml" Target="../ink/ink3646.xml"/><Relationship Id="rId427" Type="http://schemas.openxmlformats.org/officeDocument/2006/relationships/customXml" Target="../ink/ink3674.xml"/><Relationship Id="rId469" Type="http://schemas.openxmlformats.org/officeDocument/2006/relationships/customXml" Target="../ink/ink3695.xml"/><Relationship Id="rId26" Type="http://schemas.openxmlformats.org/officeDocument/2006/relationships/image" Target="../media/image1953.png"/><Relationship Id="rId231" Type="http://schemas.openxmlformats.org/officeDocument/2006/relationships/customXml" Target="../ink/ink3576.xml"/><Relationship Id="rId273" Type="http://schemas.openxmlformats.org/officeDocument/2006/relationships/customXml" Target="../ink/ink3597.xml"/><Relationship Id="rId329" Type="http://schemas.openxmlformats.org/officeDocument/2006/relationships/customXml" Target="../ink/ink3625.xml"/><Relationship Id="rId480" Type="http://schemas.openxmlformats.org/officeDocument/2006/relationships/image" Target="../media/image2207.png"/><Relationship Id="rId68" Type="http://schemas.openxmlformats.org/officeDocument/2006/relationships/image" Target="../media/image1976.png"/><Relationship Id="rId133" Type="http://schemas.openxmlformats.org/officeDocument/2006/relationships/customXml" Target="../ink/ink3527.xml"/><Relationship Id="rId175" Type="http://schemas.openxmlformats.org/officeDocument/2006/relationships/customXml" Target="../ink/ink3548.xml"/><Relationship Id="rId340" Type="http://schemas.openxmlformats.org/officeDocument/2006/relationships/image" Target="../media/image2129.png"/><Relationship Id="rId200" Type="http://schemas.openxmlformats.org/officeDocument/2006/relationships/image" Target="../media/image2051.png"/><Relationship Id="rId382" Type="http://schemas.openxmlformats.org/officeDocument/2006/relationships/image" Target="../media/image2153.png"/><Relationship Id="rId438" Type="http://schemas.openxmlformats.org/officeDocument/2006/relationships/image" Target="../media/image2184.png"/><Relationship Id="rId242" Type="http://schemas.openxmlformats.org/officeDocument/2006/relationships/image" Target="../media/image2074.png"/><Relationship Id="rId284" Type="http://schemas.openxmlformats.org/officeDocument/2006/relationships/image" Target="../media/image2097.png"/><Relationship Id="rId491" Type="http://schemas.openxmlformats.org/officeDocument/2006/relationships/customXml" Target="../ink/ink3706.xml"/><Relationship Id="rId505" Type="http://schemas.openxmlformats.org/officeDocument/2006/relationships/customXml" Target="../ink/ink3713.xml"/><Relationship Id="rId37" Type="http://schemas.openxmlformats.org/officeDocument/2006/relationships/customXml" Target="../ink/ink3479.xml"/><Relationship Id="rId79" Type="http://schemas.openxmlformats.org/officeDocument/2006/relationships/customXml" Target="../ink/ink3500.xml"/><Relationship Id="rId102" Type="http://schemas.openxmlformats.org/officeDocument/2006/relationships/image" Target="../media/image1995.png"/><Relationship Id="rId144" Type="http://schemas.openxmlformats.org/officeDocument/2006/relationships/image" Target="../media/image2019.png"/><Relationship Id="rId90" Type="http://schemas.openxmlformats.org/officeDocument/2006/relationships/image" Target="../media/image1988.png"/><Relationship Id="rId186" Type="http://schemas.openxmlformats.org/officeDocument/2006/relationships/image" Target="../media/image2043.png"/><Relationship Id="rId351" Type="http://schemas.openxmlformats.org/officeDocument/2006/relationships/customXml" Target="../ink/ink3636.xml"/><Relationship Id="rId393" Type="http://schemas.openxmlformats.org/officeDocument/2006/relationships/customXml" Target="../ink/ink3657.xml"/><Relationship Id="rId407" Type="http://schemas.openxmlformats.org/officeDocument/2006/relationships/customXml" Target="../ink/ink3664.xml"/><Relationship Id="rId449" Type="http://schemas.openxmlformats.org/officeDocument/2006/relationships/customXml" Target="../ink/ink3685.xml"/><Relationship Id="rId211" Type="http://schemas.openxmlformats.org/officeDocument/2006/relationships/customXml" Target="../ink/ink3566.xml"/><Relationship Id="rId253" Type="http://schemas.openxmlformats.org/officeDocument/2006/relationships/customXml" Target="../ink/ink3587.xml"/><Relationship Id="rId295" Type="http://schemas.openxmlformats.org/officeDocument/2006/relationships/customXml" Target="../ink/ink3608.xml"/><Relationship Id="rId309" Type="http://schemas.openxmlformats.org/officeDocument/2006/relationships/customXml" Target="../ink/ink3615.xml"/><Relationship Id="rId460" Type="http://schemas.openxmlformats.org/officeDocument/2006/relationships/image" Target="../media/image2196.png"/><Relationship Id="rId48" Type="http://schemas.openxmlformats.org/officeDocument/2006/relationships/image" Target="../media/image1965.png"/><Relationship Id="rId113" Type="http://schemas.openxmlformats.org/officeDocument/2006/relationships/customXml" Target="../ink/ink3517.xml"/><Relationship Id="rId320" Type="http://schemas.openxmlformats.org/officeDocument/2006/relationships/image" Target="../media/image2118.png"/><Relationship Id="rId155" Type="http://schemas.openxmlformats.org/officeDocument/2006/relationships/customXml" Target="../ink/ink3538.xml"/><Relationship Id="rId197" Type="http://schemas.openxmlformats.org/officeDocument/2006/relationships/customXml" Target="../ink/ink3559.xml"/><Relationship Id="rId362" Type="http://schemas.openxmlformats.org/officeDocument/2006/relationships/image" Target="../media/image2142.png"/><Relationship Id="rId418" Type="http://schemas.openxmlformats.org/officeDocument/2006/relationships/image" Target="../media/image2173.png"/><Relationship Id="rId222" Type="http://schemas.openxmlformats.org/officeDocument/2006/relationships/image" Target="../media/image2063.png"/><Relationship Id="rId264" Type="http://schemas.openxmlformats.org/officeDocument/2006/relationships/image" Target="../media/image2086.png"/><Relationship Id="rId471" Type="http://schemas.openxmlformats.org/officeDocument/2006/relationships/customXml" Target="../ink/ink3696.xml"/><Relationship Id="rId17" Type="http://schemas.openxmlformats.org/officeDocument/2006/relationships/customXml" Target="../ink/ink3469.xml"/><Relationship Id="rId59" Type="http://schemas.openxmlformats.org/officeDocument/2006/relationships/customXml" Target="../ink/ink3490.xml"/><Relationship Id="rId124" Type="http://schemas.openxmlformats.org/officeDocument/2006/relationships/image" Target="../media/image2007.png"/><Relationship Id="rId70" Type="http://schemas.openxmlformats.org/officeDocument/2006/relationships/image" Target="../media/image1977.png"/><Relationship Id="rId166" Type="http://schemas.openxmlformats.org/officeDocument/2006/relationships/image" Target="../media/image2032.png"/><Relationship Id="rId331" Type="http://schemas.openxmlformats.org/officeDocument/2006/relationships/customXml" Target="../ink/ink3626.xml"/><Relationship Id="rId373" Type="http://schemas.openxmlformats.org/officeDocument/2006/relationships/customXml" Target="../ink/ink3647.xml"/><Relationship Id="rId429" Type="http://schemas.openxmlformats.org/officeDocument/2006/relationships/customXml" Target="../ink/ink3675.xml"/><Relationship Id="rId1" Type="http://schemas.openxmlformats.org/officeDocument/2006/relationships/slideLayout" Target="../slideLayouts/slideLayout2.xml"/><Relationship Id="rId233" Type="http://schemas.openxmlformats.org/officeDocument/2006/relationships/customXml" Target="../ink/ink3577.xml"/><Relationship Id="rId440" Type="http://schemas.openxmlformats.org/officeDocument/2006/relationships/image" Target="../media/image2185.png"/><Relationship Id="rId28" Type="http://schemas.openxmlformats.org/officeDocument/2006/relationships/image" Target="../media/image1954.png"/><Relationship Id="rId275" Type="http://schemas.openxmlformats.org/officeDocument/2006/relationships/customXml" Target="../ink/ink3598.xml"/><Relationship Id="rId300" Type="http://schemas.openxmlformats.org/officeDocument/2006/relationships/image" Target="../media/image2106.png"/><Relationship Id="rId482" Type="http://schemas.openxmlformats.org/officeDocument/2006/relationships/image" Target="../media/image2208.png"/><Relationship Id="rId81" Type="http://schemas.openxmlformats.org/officeDocument/2006/relationships/customXml" Target="../ink/ink3501.xml"/><Relationship Id="rId135" Type="http://schemas.openxmlformats.org/officeDocument/2006/relationships/customXml" Target="../ink/ink3528.xml"/><Relationship Id="rId177" Type="http://schemas.openxmlformats.org/officeDocument/2006/relationships/customXml" Target="../ink/ink3549.xml"/><Relationship Id="rId342" Type="http://schemas.openxmlformats.org/officeDocument/2006/relationships/image" Target="../media/image2131.png"/><Relationship Id="rId384" Type="http://schemas.openxmlformats.org/officeDocument/2006/relationships/image" Target="../media/image2154.png"/><Relationship Id="rId202" Type="http://schemas.openxmlformats.org/officeDocument/2006/relationships/image" Target="../media/image2052.png"/><Relationship Id="rId244" Type="http://schemas.openxmlformats.org/officeDocument/2006/relationships/image" Target="../media/image2075.png"/><Relationship Id="rId39" Type="http://schemas.openxmlformats.org/officeDocument/2006/relationships/customXml" Target="../ink/ink3480.xml"/><Relationship Id="rId286" Type="http://schemas.openxmlformats.org/officeDocument/2006/relationships/image" Target="../media/image2098.png"/><Relationship Id="rId451" Type="http://schemas.openxmlformats.org/officeDocument/2006/relationships/customXml" Target="../ink/ink3686.xml"/><Relationship Id="rId493" Type="http://schemas.openxmlformats.org/officeDocument/2006/relationships/customXml" Target="../ink/ink3707.xml"/><Relationship Id="rId507" Type="http://schemas.openxmlformats.org/officeDocument/2006/relationships/customXml" Target="../ink/ink3714.xml"/><Relationship Id="rId50" Type="http://schemas.openxmlformats.org/officeDocument/2006/relationships/image" Target="../media/image1966.png"/><Relationship Id="rId104" Type="http://schemas.openxmlformats.org/officeDocument/2006/relationships/image" Target="../media/image1996.png"/><Relationship Id="rId146" Type="http://schemas.openxmlformats.org/officeDocument/2006/relationships/image" Target="../media/image2021.png"/><Relationship Id="rId188" Type="http://schemas.openxmlformats.org/officeDocument/2006/relationships/image" Target="../media/image2044.png"/><Relationship Id="rId311" Type="http://schemas.openxmlformats.org/officeDocument/2006/relationships/customXml" Target="../ink/ink3616.xml"/><Relationship Id="rId353" Type="http://schemas.openxmlformats.org/officeDocument/2006/relationships/customXml" Target="../ink/ink3637.xml"/><Relationship Id="rId395" Type="http://schemas.openxmlformats.org/officeDocument/2006/relationships/customXml" Target="../ink/ink3658.xml"/><Relationship Id="rId409" Type="http://schemas.openxmlformats.org/officeDocument/2006/relationships/customXml" Target="../ink/ink3665.xml"/><Relationship Id="rId92" Type="http://schemas.openxmlformats.org/officeDocument/2006/relationships/image" Target="../media/image1989.png"/><Relationship Id="rId213" Type="http://schemas.openxmlformats.org/officeDocument/2006/relationships/customXml" Target="../ink/ink3567.xml"/><Relationship Id="rId420" Type="http://schemas.openxmlformats.org/officeDocument/2006/relationships/image" Target="../media/image2174.png"/><Relationship Id="rId255" Type="http://schemas.openxmlformats.org/officeDocument/2006/relationships/customXml" Target="../ink/ink3588.xml"/><Relationship Id="rId297" Type="http://schemas.openxmlformats.org/officeDocument/2006/relationships/customXml" Target="../ink/ink3609.xml"/><Relationship Id="rId462" Type="http://schemas.openxmlformats.org/officeDocument/2006/relationships/image" Target="../media/image2197.png"/><Relationship Id="rId115" Type="http://schemas.openxmlformats.org/officeDocument/2006/relationships/customXml" Target="../ink/ink3518.xml"/><Relationship Id="rId157" Type="http://schemas.openxmlformats.org/officeDocument/2006/relationships/customXml" Target="../ink/ink3539.xml"/><Relationship Id="rId322" Type="http://schemas.openxmlformats.org/officeDocument/2006/relationships/image" Target="../media/image2119.png"/><Relationship Id="rId364" Type="http://schemas.openxmlformats.org/officeDocument/2006/relationships/image" Target="../media/image2143.png"/><Relationship Id="rId61" Type="http://schemas.openxmlformats.org/officeDocument/2006/relationships/customXml" Target="../ink/ink3491.xml"/><Relationship Id="rId199" Type="http://schemas.openxmlformats.org/officeDocument/2006/relationships/customXml" Target="../ink/ink3560.xml"/><Relationship Id="rId19" Type="http://schemas.openxmlformats.org/officeDocument/2006/relationships/customXml" Target="../ink/ink3470.xml"/><Relationship Id="rId224" Type="http://schemas.openxmlformats.org/officeDocument/2006/relationships/image" Target="../media/image2064.png"/><Relationship Id="rId266" Type="http://schemas.openxmlformats.org/officeDocument/2006/relationships/image" Target="../media/image2087.png"/><Relationship Id="rId431" Type="http://schemas.openxmlformats.org/officeDocument/2006/relationships/customXml" Target="../ink/ink3676.xml"/><Relationship Id="rId473" Type="http://schemas.openxmlformats.org/officeDocument/2006/relationships/customXml" Target="../ink/ink3697.xml"/><Relationship Id="rId30" Type="http://schemas.openxmlformats.org/officeDocument/2006/relationships/image" Target="../media/image1955.png"/><Relationship Id="rId126" Type="http://schemas.openxmlformats.org/officeDocument/2006/relationships/image" Target="../media/image2008.png"/><Relationship Id="rId168" Type="http://schemas.openxmlformats.org/officeDocument/2006/relationships/image" Target="../media/image2033.png"/><Relationship Id="rId333" Type="http://schemas.openxmlformats.org/officeDocument/2006/relationships/customXml" Target="../ink/ink3627.xml"/><Relationship Id="rId72" Type="http://schemas.openxmlformats.org/officeDocument/2006/relationships/image" Target="../media/image1978.png"/><Relationship Id="rId375" Type="http://schemas.openxmlformats.org/officeDocument/2006/relationships/customXml" Target="../ink/ink3648.xml"/><Relationship Id="rId3" Type="http://schemas.openxmlformats.org/officeDocument/2006/relationships/customXml" Target="../ink/ink3462.xml"/><Relationship Id="rId235" Type="http://schemas.openxmlformats.org/officeDocument/2006/relationships/customXml" Target="../ink/ink3578.xml"/><Relationship Id="rId277" Type="http://schemas.openxmlformats.org/officeDocument/2006/relationships/customXml" Target="../ink/ink3599.xml"/><Relationship Id="rId400" Type="http://schemas.openxmlformats.org/officeDocument/2006/relationships/image" Target="../media/image2163.png"/><Relationship Id="rId442" Type="http://schemas.openxmlformats.org/officeDocument/2006/relationships/image" Target="../media/image2186.png"/><Relationship Id="rId484" Type="http://schemas.openxmlformats.org/officeDocument/2006/relationships/image" Target="../media/image2209.png"/><Relationship Id="rId137" Type="http://schemas.openxmlformats.org/officeDocument/2006/relationships/customXml" Target="../ink/ink3529.xml"/><Relationship Id="rId302" Type="http://schemas.openxmlformats.org/officeDocument/2006/relationships/image" Target="../media/image2107.png"/><Relationship Id="rId344" Type="http://schemas.openxmlformats.org/officeDocument/2006/relationships/image" Target="../media/image2132.png"/><Relationship Id="rId41" Type="http://schemas.openxmlformats.org/officeDocument/2006/relationships/customXml" Target="../ink/ink3481.xml"/><Relationship Id="rId83" Type="http://schemas.openxmlformats.org/officeDocument/2006/relationships/customXml" Target="../ink/ink3502.xml"/><Relationship Id="rId179" Type="http://schemas.openxmlformats.org/officeDocument/2006/relationships/customXml" Target="../ink/ink3550.xml"/><Relationship Id="rId386" Type="http://schemas.openxmlformats.org/officeDocument/2006/relationships/image" Target="../media/image2155.png"/><Relationship Id="rId190" Type="http://schemas.openxmlformats.org/officeDocument/2006/relationships/image" Target="../media/image2045.png"/><Relationship Id="rId204" Type="http://schemas.openxmlformats.org/officeDocument/2006/relationships/image" Target="../media/image2053.png"/><Relationship Id="rId246" Type="http://schemas.openxmlformats.org/officeDocument/2006/relationships/image" Target="../media/image2076.png"/><Relationship Id="rId288" Type="http://schemas.openxmlformats.org/officeDocument/2006/relationships/image" Target="../media/image2099.png"/><Relationship Id="rId411" Type="http://schemas.openxmlformats.org/officeDocument/2006/relationships/customXml" Target="../ink/ink3666.xml"/><Relationship Id="rId453" Type="http://schemas.openxmlformats.org/officeDocument/2006/relationships/customXml" Target="../ink/ink3687.xml"/><Relationship Id="rId509" Type="http://schemas.openxmlformats.org/officeDocument/2006/relationships/customXml" Target="../ink/ink3715.xml"/><Relationship Id="rId106" Type="http://schemas.openxmlformats.org/officeDocument/2006/relationships/image" Target="../media/image1997.png"/><Relationship Id="rId313" Type="http://schemas.openxmlformats.org/officeDocument/2006/relationships/customXml" Target="../ink/ink3617.xml"/><Relationship Id="rId495" Type="http://schemas.openxmlformats.org/officeDocument/2006/relationships/customXml" Target="../ink/ink3708.xml"/><Relationship Id="rId10" Type="http://schemas.openxmlformats.org/officeDocument/2006/relationships/image" Target="../media/image1944.png"/><Relationship Id="rId52" Type="http://schemas.openxmlformats.org/officeDocument/2006/relationships/image" Target="../media/image1967.png"/><Relationship Id="rId94" Type="http://schemas.openxmlformats.org/officeDocument/2006/relationships/image" Target="../media/image1991.png"/><Relationship Id="rId148" Type="http://schemas.openxmlformats.org/officeDocument/2006/relationships/image" Target="../media/image2022.png"/><Relationship Id="rId355" Type="http://schemas.openxmlformats.org/officeDocument/2006/relationships/customXml" Target="../ink/ink3638.xml"/><Relationship Id="rId397" Type="http://schemas.openxmlformats.org/officeDocument/2006/relationships/customXml" Target="../ink/ink3659.xml"/><Relationship Id="rId215" Type="http://schemas.openxmlformats.org/officeDocument/2006/relationships/customXml" Target="../ink/ink3568.xml"/><Relationship Id="rId257" Type="http://schemas.openxmlformats.org/officeDocument/2006/relationships/customXml" Target="../ink/ink3589.xml"/><Relationship Id="rId422" Type="http://schemas.openxmlformats.org/officeDocument/2006/relationships/image" Target="../media/image2175.png"/><Relationship Id="rId464" Type="http://schemas.openxmlformats.org/officeDocument/2006/relationships/image" Target="../media/image2198.png"/></Relationships>
</file>

<file path=ppt/slides/_rels/slide25.xml.rels><?xml version="1.0" encoding="UTF-8" standalone="yes"?>
<Relationships xmlns="http://schemas.openxmlformats.org/package/2006/relationships"><Relationship Id="rId26" Type="http://schemas.openxmlformats.org/officeDocument/2006/relationships/image" Target="../media/image9680.png"/><Relationship Id="rId117" Type="http://schemas.openxmlformats.org/officeDocument/2006/relationships/customXml" Target="../ink/ink3773.xml"/><Relationship Id="rId21" Type="http://schemas.openxmlformats.org/officeDocument/2006/relationships/customXml" Target="../ink/ink3725.xml"/><Relationship Id="rId42" Type="http://schemas.openxmlformats.org/officeDocument/2006/relationships/image" Target="../media/image9760.png"/><Relationship Id="rId47" Type="http://schemas.openxmlformats.org/officeDocument/2006/relationships/customXml" Target="../ink/ink3738.xml"/><Relationship Id="rId63" Type="http://schemas.openxmlformats.org/officeDocument/2006/relationships/customXml" Target="../ink/ink3746.xml"/><Relationship Id="rId68" Type="http://schemas.openxmlformats.org/officeDocument/2006/relationships/image" Target="../media/image2229.png"/><Relationship Id="rId84" Type="http://schemas.openxmlformats.org/officeDocument/2006/relationships/image" Target="../media/image2238.png"/><Relationship Id="rId89" Type="http://schemas.openxmlformats.org/officeDocument/2006/relationships/customXml" Target="../ink/ink3759.xml"/><Relationship Id="rId112" Type="http://schemas.openxmlformats.org/officeDocument/2006/relationships/image" Target="../media/image2254.png"/><Relationship Id="rId16" Type="http://schemas.openxmlformats.org/officeDocument/2006/relationships/image" Target="../media/image9630.png"/><Relationship Id="rId107" Type="http://schemas.openxmlformats.org/officeDocument/2006/relationships/customXml" Target="../ink/ink3768.xml"/><Relationship Id="rId11" Type="http://schemas.openxmlformats.org/officeDocument/2006/relationships/customXml" Target="../ink/ink3720.xml"/><Relationship Id="rId32" Type="http://schemas.openxmlformats.org/officeDocument/2006/relationships/image" Target="../media/image9711.png"/><Relationship Id="rId37" Type="http://schemas.openxmlformats.org/officeDocument/2006/relationships/customXml" Target="../ink/ink3733.xml"/><Relationship Id="rId53" Type="http://schemas.openxmlformats.org/officeDocument/2006/relationships/customXml" Target="../ink/ink3741.xml"/><Relationship Id="rId58" Type="http://schemas.openxmlformats.org/officeDocument/2006/relationships/image" Target="../media/image9840.png"/><Relationship Id="rId74" Type="http://schemas.openxmlformats.org/officeDocument/2006/relationships/image" Target="../media/image2233.png"/><Relationship Id="rId79" Type="http://schemas.openxmlformats.org/officeDocument/2006/relationships/customXml" Target="../ink/ink3754.xml"/><Relationship Id="rId102" Type="http://schemas.openxmlformats.org/officeDocument/2006/relationships/image" Target="../media/image2248.png"/><Relationship Id="rId123" Type="http://schemas.openxmlformats.org/officeDocument/2006/relationships/customXml" Target="../ink/ink3776.xml"/><Relationship Id="rId128" Type="http://schemas.openxmlformats.org/officeDocument/2006/relationships/image" Target="../media/image2263.png"/><Relationship Id="rId5" Type="http://schemas.openxmlformats.org/officeDocument/2006/relationships/customXml" Target="../ink/ink3717.xml"/><Relationship Id="rId90" Type="http://schemas.openxmlformats.org/officeDocument/2006/relationships/image" Target="../media/image2242.png"/><Relationship Id="rId95" Type="http://schemas.openxmlformats.org/officeDocument/2006/relationships/customXml" Target="../ink/ink3762.xml"/><Relationship Id="rId22" Type="http://schemas.openxmlformats.org/officeDocument/2006/relationships/image" Target="../media/image9660.png"/><Relationship Id="rId27" Type="http://schemas.openxmlformats.org/officeDocument/2006/relationships/customXml" Target="../ink/ink3728.xml"/><Relationship Id="rId43" Type="http://schemas.openxmlformats.org/officeDocument/2006/relationships/customXml" Target="../ink/ink3736.xml"/><Relationship Id="rId48" Type="http://schemas.openxmlformats.org/officeDocument/2006/relationships/image" Target="../media/image9790.png"/><Relationship Id="rId64" Type="http://schemas.openxmlformats.org/officeDocument/2006/relationships/image" Target="../media/image2227.png"/><Relationship Id="rId69" Type="http://schemas.openxmlformats.org/officeDocument/2006/relationships/customXml" Target="../ink/ink3749.xml"/><Relationship Id="rId113" Type="http://schemas.openxmlformats.org/officeDocument/2006/relationships/customXml" Target="../ink/ink3771.xml"/><Relationship Id="rId118" Type="http://schemas.openxmlformats.org/officeDocument/2006/relationships/image" Target="../media/image2257.png"/><Relationship Id="rId80" Type="http://schemas.openxmlformats.org/officeDocument/2006/relationships/image" Target="../media/image2236.png"/><Relationship Id="rId85" Type="http://schemas.openxmlformats.org/officeDocument/2006/relationships/customXml" Target="../ink/ink3757.xml"/><Relationship Id="rId12" Type="http://schemas.openxmlformats.org/officeDocument/2006/relationships/image" Target="../media/image9611.png"/><Relationship Id="rId17" Type="http://schemas.openxmlformats.org/officeDocument/2006/relationships/customXml" Target="../ink/ink3723.xml"/><Relationship Id="rId33" Type="http://schemas.openxmlformats.org/officeDocument/2006/relationships/customXml" Target="../ink/ink3731.xml"/><Relationship Id="rId38" Type="http://schemas.openxmlformats.org/officeDocument/2006/relationships/image" Target="../media/image9740.png"/><Relationship Id="rId59" Type="http://schemas.openxmlformats.org/officeDocument/2006/relationships/customXml" Target="../ink/ink3744.xml"/><Relationship Id="rId103" Type="http://schemas.openxmlformats.org/officeDocument/2006/relationships/customXml" Target="../ink/ink3766.xml"/><Relationship Id="rId108" Type="http://schemas.openxmlformats.org/officeDocument/2006/relationships/image" Target="../media/image2252.png"/><Relationship Id="rId124" Type="http://schemas.openxmlformats.org/officeDocument/2006/relationships/image" Target="../media/image2261.png"/><Relationship Id="rId54" Type="http://schemas.openxmlformats.org/officeDocument/2006/relationships/image" Target="../media/image9820.png"/><Relationship Id="rId70" Type="http://schemas.openxmlformats.org/officeDocument/2006/relationships/image" Target="../media/image2231.png"/><Relationship Id="rId75" Type="http://schemas.openxmlformats.org/officeDocument/2006/relationships/customXml" Target="../ink/ink3752.xml"/><Relationship Id="rId91" Type="http://schemas.openxmlformats.org/officeDocument/2006/relationships/customXml" Target="../ink/ink3760.xml"/><Relationship Id="rId96" Type="http://schemas.openxmlformats.org/officeDocument/2006/relationships/image" Target="../media/image22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580.png"/><Relationship Id="rId23" Type="http://schemas.openxmlformats.org/officeDocument/2006/relationships/customXml" Target="../ink/ink3726.xml"/><Relationship Id="rId28" Type="http://schemas.openxmlformats.org/officeDocument/2006/relationships/image" Target="../media/image9690.png"/><Relationship Id="rId49" Type="http://schemas.openxmlformats.org/officeDocument/2006/relationships/customXml" Target="../ink/ink3739.xml"/><Relationship Id="rId114" Type="http://schemas.openxmlformats.org/officeDocument/2006/relationships/image" Target="../media/image2255.png"/><Relationship Id="rId119" Type="http://schemas.openxmlformats.org/officeDocument/2006/relationships/customXml" Target="../ink/ink3774.xml"/><Relationship Id="rId44" Type="http://schemas.openxmlformats.org/officeDocument/2006/relationships/image" Target="../media/image9770.png"/><Relationship Id="rId60" Type="http://schemas.openxmlformats.org/officeDocument/2006/relationships/image" Target="../media/image9850.png"/><Relationship Id="rId65" Type="http://schemas.openxmlformats.org/officeDocument/2006/relationships/customXml" Target="../ink/ink3747.xml"/><Relationship Id="rId81" Type="http://schemas.openxmlformats.org/officeDocument/2006/relationships/customXml" Target="../ink/ink3755.xml"/><Relationship Id="rId86" Type="http://schemas.openxmlformats.org/officeDocument/2006/relationships/image" Target="../media/image2239.png"/><Relationship Id="rId13" Type="http://schemas.openxmlformats.org/officeDocument/2006/relationships/customXml" Target="../ink/ink3721.xml"/><Relationship Id="rId18" Type="http://schemas.openxmlformats.org/officeDocument/2006/relationships/image" Target="../media/image9640.png"/><Relationship Id="rId39" Type="http://schemas.openxmlformats.org/officeDocument/2006/relationships/customXml" Target="../ink/ink3734.xml"/><Relationship Id="rId109" Type="http://schemas.openxmlformats.org/officeDocument/2006/relationships/customXml" Target="../ink/ink3769.xml"/><Relationship Id="rId34" Type="http://schemas.openxmlformats.org/officeDocument/2006/relationships/image" Target="../media/image9720.png"/><Relationship Id="rId50" Type="http://schemas.openxmlformats.org/officeDocument/2006/relationships/image" Target="../media/image9800.png"/><Relationship Id="rId55" Type="http://schemas.openxmlformats.org/officeDocument/2006/relationships/customXml" Target="../ink/ink3742.xml"/><Relationship Id="rId76" Type="http://schemas.openxmlformats.org/officeDocument/2006/relationships/image" Target="../media/image2234.png"/><Relationship Id="rId97" Type="http://schemas.openxmlformats.org/officeDocument/2006/relationships/customXml" Target="../ink/ink3763.xml"/><Relationship Id="rId104" Type="http://schemas.openxmlformats.org/officeDocument/2006/relationships/image" Target="../media/image2249.png"/><Relationship Id="rId120" Type="http://schemas.openxmlformats.org/officeDocument/2006/relationships/image" Target="../media/image2258.png"/><Relationship Id="rId125" Type="http://schemas.openxmlformats.org/officeDocument/2006/relationships/customXml" Target="../ink/ink3777.xml"/><Relationship Id="rId7" Type="http://schemas.openxmlformats.org/officeDocument/2006/relationships/customXml" Target="../ink/ink3718.xml"/><Relationship Id="rId71" Type="http://schemas.openxmlformats.org/officeDocument/2006/relationships/customXml" Target="../ink/ink3750.xml"/><Relationship Id="rId92" Type="http://schemas.openxmlformats.org/officeDocument/2006/relationships/image" Target="../media/image2243.png"/><Relationship Id="rId2" Type="http://schemas.openxmlformats.org/officeDocument/2006/relationships/image" Target="../media/image2226.png"/><Relationship Id="rId29" Type="http://schemas.openxmlformats.org/officeDocument/2006/relationships/customXml" Target="../ink/ink3729.xml"/><Relationship Id="rId24" Type="http://schemas.openxmlformats.org/officeDocument/2006/relationships/image" Target="../media/image9670.png"/><Relationship Id="rId40" Type="http://schemas.openxmlformats.org/officeDocument/2006/relationships/image" Target="../media/image9750.png"/><Relationship Id="rId45" Type="http://schemas.openxmlformats.org/officeDocument/2006/relationships/customXml" Target="../ink/ink3737.xml"/><Relationship Id="rId66" Type="http://schemas.openxmlformats.org/officeDocument/2006/relationships/image" Target="../media/image2228.png"/><Relationship Id="rId87" Type="http://schemas.openxmlformats.org/officeDocument/2006/relationships/customXml" Target="../ink/ink3758.xml"/><Relationship Id="rId110" Type="http://schemas.openxmlformats.org/officeDocument/2006/relationships/image" Target="../media/image2253.png"/><Relationship Id="rId115" Type="http://schemas.openxmlformats.org/officeDocument/2006/relationships/customXml" Target="../ink/ink3772.xml"/><Relationship Id="rId61" Type="http://schemas.openxmlformats.org/officeDocument/2006/relationships/customXml" Target="../ink/ink3745.xml"/><Relationship Id="rId82" Type="http://schemas.openxmlformats.org/officeDocument/2006/relationships/image" Target="../media/image2237.png"/><Relationship Id="rId19" Type="http://schemas.openxmlformats.org/officeDocument/2006/relationships/customXml" Target="../ink/ink3724.xml"/><Relationship Id="rId14" Type="http://schemas.openxmlformats.org/officeDocument/2006/relationships/image" Target="../media/image9620.png"/><Relationship Id="rId30" Type="http://schemas.openxmlformats.org/officeDocument/2006/relationships/image" Target="../media/image9700.png"/><Relationship Id="rId35" Type="http://schemas.openxmlformats.org/officeDocument/2006/relationships/customXml" Target="../ink/ink3732.xml"/><Relationship Id="rId56" Type="http://schemas.openxmlformats.org/officeDocument/2006/relationships/image" Target="../media/image9830.png"/><Relationship Id="rId77" Type="http://schemas.openxmlformats.org/officeDocument/2006/relationships/customXml" Target="../ink/ink3753.xml"/><Relationship Id="rId100" Type="http://schemas.openxmlformats.org/officeDocument/2006/relationships/image" Target="../media/image2247.png"/><Relationship Id="rId105" Type="http://schemas.openxmlformats.org/officeDocument/2006/relationships/customXml" Target="../ink/ink3767.xml"/><Relationship Id="rId126" Type="http://schemas.openxmlformats.org/officeDocument/2006/relationships/image" Target="../media/image2262.png"/><Relationship Id="rId8" Type="http://schemas.openxmlformats.org/officeDocument/2006/relationships/image" Target="../media/image9590.png"/><Relationship Id="rId51" Type="http://schemas.openxmlformats.org/officeDocument/2006/relationships/customXml" Target="../ink/ink3740.xml"/><Relationship Id="rId72" Type="http://schemas.openxmlformats.org/officeDocument/2006/relationships/image" Target="../media/image2232.png"/><Relationship Id="rId93" Type="http://schemas.openxmlformats.org/officeDocument/2006/relationships/customXml" Target="../ink/ink3761.xml"/><Relationship Id="rId98" Type="http://schemas.openxmlformats.org/officeDocument/2006/relationships/image" Target="../media/image2246.png"/><Relationship Id="rId121" Type="http://schemas.openxmlformats.org/officeDocument/2006/relationships/customXml" Target="../ink/ink3775.xml"/><Relationship Id="rId3" Type="http://schemas.openxmlformats.org/officeDocument/2006/relationships/customXml" Target="../ink/ink3716.xml"/><Relationship Id="rId25" Type="http://schemas.openxmlformats.org/officeDocument/2006/relationships/customXml" Target="../ink/ink3727.xml"/><Relationship Id="rId46" Type="http://schemas.openxmlformats.org/officeDocument/2006/relationships/image" Target="../media/image9780.png"/><Relationship Id="rId67" Type="http://schemas.openxmlformats.org/officeDocument/2006/relationships/customXml" Target="../ink/ink3748.xml"/><Relationship Id="rId116" Type="http://schemas.openxmlformats.org/officeDocument/2006/relationships/image" Target="../media/image2256.png"/><Relationship Id="rId20" Type="http://schemas.openxmlformats.org/officeDocument/2006/relationships/image" Target="../media/image9650.png"/><Relationship Id="rId41" Type="http://schemas.openxmlformats.org/officeDocument/2006/relationships/customXml" Target="../ink/ink3735.xml"/><Relationship Id="rId62" Type="http://schemas.openxmlformats.org/officeDocument/2006/relationships/image" Target="../media/image9860.png"/><Relationship Id="rId83" Type="http://schemas.openxmlformats.org/officeDocument/2006/relationships/customXml" Target="../ink/ink3756.xml"/><Relationship Id="rId88" Type="http://schemas.openxmlformats.org/officeDocument/2006/relationships/image" Target="../media/image2241.png"/><Relationship Id="rId111" Type="http://schemas.openxmlformats.org/officeDocument/2006/relationships/customXml" Target="../ink/ink3770.xml"/><Relationship Id="rId15" Type="http://schemas.openxmlformats.org/officeDocument/2006/relationships/customXml" Target="../ink/ink3722.xml"/><Relationship Id="rId36" Type="http://schemas.openxmlformats.org/officeDocument/2006/relationships/image" Target="../media/image9730.png"/><Relationship Id="rId57" Type="http://schemas.openxmlformats.org/officeDocument/2006/relationships/customXml" Target="../ink/ink3743.xml"/><Relationship Id="rId106" Type="http://schemas.openxmlformats.org/officeDocument/2006/relationships/image" Target="../media/image2251.png"/><Relationship Id="rId127" Type="http://schemas.openxmlformats.org/officeDocument/2006/relationships/customXml" Target="../ink/ink3778.xml"/><Relationship Id="rId10" Type="http://schemas.openxmlformats.org/officeDocument/2006/relationships/image" Target="../media/image9600.png"/><Relationship Id="rId31" Type="http://schemas.openxmlformats.org/officeDocument/2006/relationships/customXml" Target="../ink/ink3730.xml"/><Relationship Id="rId52" Type="http://schemas.openxmlformats.org/officeDocument/2006/relationships/image" Target="../media/image9811.png"/><Relationship Id="rId73" Type="http://schemas.openxmlformats.org/officeDocument/2006/relationships/customXml" Target="../ink/ink3751.xml"/><Relationship Id="rId78" Type="http://schemas.openxmlformats.org/officeDocument/2006/relationships/image" Target="../media/image2235.png"/><Relationship Id="rId94" Type="http://schemas.openxmlformats.org/officeDocument/2006/relationships/image" Target="../media/image2244.png"/><Relationship Id="rId99" Type="http://schemas.openxmlformats.org/officeDocument/2006/relationships/customXml" Target="../ink/ink3764.xml"/><Relationship Id="rId101" Type="http://schemas.openxmlformats.org/officeDocument/2006/relationships/customXml" Target="../ink/ink3765.xml"/><Relationship Id="rId122" Type="http://schemas.openxmlformats.org/officeDocument/2006/relationships/image" Target="../media/image2259.png"/><Relationship Id="rId4" Type="http://schemas.openxmlformats.org/officeDocument/2006/relationships/image" Target="../media/image9570.png"/><Relationship Id="rId9" Type="http://schemas.openxmlformats.org/officeDocument/2006/relationships/customXml" Target="../ink/ink3719.xml"/></Relationships>
</file>

<file path=ppt/slides/_rels/slide26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2328.png"/><Relationship Id="rId299" Type="http://schemas.openxmlformats.org/officeDocument/2006/relationships/image" Target="../media/image2431.png"/><Relationship Id="rId21" Type="http://schemas.openxmlformats.org/officeDocument/2006/relationships/image" Target="../media/image2274.png"/><Relationship Id="rId63" Type="http://schemas.openxmlformats.org/officeDocument/2006/relationships/image" Target="../media/image2297.png"/><Relationship Id="rId159" Type="http://schemas.openxmlformats.org/officeDocument/2006/relationships/image" Target="../media/image2352.png"/><Relationship Id="rId324" Type="http://schemas.openxmlformats.org/officeDocument/2006/relationships/customXml" Target="../ink/ink3940.xml"/><Relationship Id="rId170" Type="http://schemas.openxmlformats.org/officeDocument/2006/relationships/customXml" Target="../ink/ink3863.xml"/><Relationship Id="rId226" Type="http://schemas.openxmlformats.org/officeDocument/2006/relationships/customXml" Target="../ink/ink3891.xml"/><Relationship Id="rId268" Type="http://schemas.openxmlformats.org/officeDocument/2006/relationships/customXml" Target="../ink/ink3912.xml"/><Relationship Id="rId32" Type="http://schemas.openxmlformats.org/officeDocument/2006/relationships/customXml" Target="../ink/ink3794.xml"/><Relationship Id="rId74" Type="http://schemas.openxmlformats.org/officeDocument/2006/relationships/customXml" Target="../ink/ink3815.xml"/><Relationship Id="rId128" Type="http://schemas.openxmlformats.org/officeDocument/2006/relationships/customXml" Target="../ink/ink3842.xml"/><Relationship Id="rId5" Type="http://schemas.openxmlformats.org/officeDocument/2006/relationships/image" Target="../media/image2265.png"/><Relationship Id="rId181" Type="http://schemas.openxmlformats.org/officeDocument/2006/relationships/image" Target="../media/image2364.png"/><Relationship Id="rId237" Type="http://schemas.openxmlformats.org/officeDocument/2006/relationships/image" Target="../media/image2395.png"/><Relationship Id="rId279" Type="http://schemas.openxmlformats.org/officeDocument/2006/relationships/image" Target="../media/image2419.png"/><Relationship Id="rId43" Type="http://schemas.openxmlformats.org/officeDocument/2006/relationships/image" Target="../media/image2286.png"/><Relationship Id="rId139" Type="http://schemas.openxmlformats.org/officeDocument/2006/relationships/image" Target="../media/image2341.png"/><Relationship Id="rId290" Type="http://schemas.openxmlformats.org/officeDocument/2006/relationships/customXml" Target="../ink/ink3923.xml"/><Relationship Id="rId304" Type="http://schemas.openxmlformats.org/officeDocument/2006/relationships/customXml" Target="../ink/ink3930.xml"/><Relationship Id="rId85" Type="http://schemas.openxmlformats.org/officeDocument/2006/relationships/image" Target="../media/image2309.png"/><Relationship Id="rId150" Type="http://schemas.openxmlformats.org/officeDocument/2006/relationships/customXml" Target="../ink/ink3853.xml"/><Relationship Id="rId192" Type="http://schemas.openxmlformats.org/officeDocument/2006/relationships/customXml" Target="../ink/ink3874.xml"/><Relationship Id="rId206" Type="http://schemas.openxmlformats.org/officeDocument/2006/relationships/customXml" Target="../ink/ink3881.xml"/><Relationship Id="rId248" Type="http://schemas.openxmlformats.org/officeDocument/2006/relationships/customXml" Target="../ink/ink3902.xml"/><Relationship Id="rId12" Type="http://schemas.openxmlformats.org/officeDocument/2006/relationships/customXml" Target="../ink/ink3784.xml"/><Relationship Id="rId108" Type="http://schemas.openxmlformats.org/officeDocument/2006/relationships/customXml" Target="../ink/ink3832.xml"/><Relationship Id="rId315" Type="http://schemas.openxmlformats.org/officeDocument/2006/relationships/image" Target="../media/image2439.png"/><Relationship Id="rId54" Type="http://schemas.openxmlformats.org/officeDocument/2006/relationships/customXml" Target="../ink/ink3805.xml"/><Relationship Id="rId96" Type="http://schemas.openxmlformats.org/officeDocument/2006/relationships/customXml" Target="../ink/ink3826.xml"/><Relationship Id="rId161" Type="http://schemas.openxmlformats.org/officeDocument/2006/relationships/image" Target="../media/image2353.png"/><Relationship Id="rId217" Type="http://schemas.openxmlformats.org/officeDocument/2006/relationships/image" Target="../media/image2384.png"/><Relationship Id="rId259" Type="http://schemas.openxmlformats.org/officeDocument/2006/relationships/image" Target="../media/image2407.png"/><Relationship Id="rId23" Type="http://schemas.openxmlformats.org/officeDocument/2006/relationships/image" Target="../media/image2275.png"/><Relationship Id="rId119" Type="http://schemas.openxmlformats.org/officeDocument/2006/relationships/image" Target="../media/image2329.png"/><Relationship Id="rId270" Type="http://schemas.openxmlformats.org/officeDocument/2006/relationships/customXml" Target="../ink/ink3913.xml"/><Relationship Id="rId65" Type="http://schemas.openxmlformats.org/officeDocument/2006/relationships/image" Target="../media/image2298.png"/><Relationship Id="rId130" Type="http://schemas.openxmlformats.org/officeDocument/2006/relationships/customXml" Target="../ink/ink3843.xml"/><Relationship Id="rId172" Type="http://schemas.openxmlformats.org/officeDocument/2006/relationships/customXml" Target="../ink/ink3864.xml"/><Relationship Id="rId228" Type="http://schemas.openxmlformats.org/officeDocument/2006/relationships/customXml" Target="../ink/ink3892.xml"/><Relationship Id="rId281" Type="http://schemas.openxmlformats.org/officeDocument/2006/relationships/image" Target="../media/image2421.png"/><Relationship Id="rId34" Type="http://schemas.openxmlformats.org/officeDocument/2006/relationships/customXml" Target="../ink/ink3795.xml"/><Relationship Id="rId76" Type="http://schemas.openxmlformats.org/officeDocument/2006/relationships/customXml" Target="../ink/ink3816.xml"/><Relationship Id="rId141" Type="http://schemas.openxmlformats.org/officeDocument/2006/relationships/image" Target="../media/image2342.png"/><Relationship Id="rId7" Type="http://schemas.openxmlformats.org/officeDocument/2006/relationships/image" Target="../media/image2266.png"/><Relationship Id="rId162" Type="http://schemas.openxmlformats.org/officeDocument/2006/relationships/customXml" Target="../ink/ink3859.xml"/><Relationship Id="rId183" Type="http://schemas.openxmlformats.org/officeDocument/2006/relationships/image" Target="../media/image2365.png"/><Relationship Id="rId218" Type="http://schemas.openxmlformats.org/officeDocument/2006/relationships/customXml" Target="../ink/ink3887.xml"/><Relationship Id="rId239" Type="http://schemas.openxmlformats.org/officeDocument/2006/relationships/image" Target="../media/image2396.png"/><Relationship Id="rId250" Type="http://schemas.openxmlformats.org/officeDocument/2006/relationships/customXml" Target="../ink/ink3903.xml"/><Relationship Id="rId271" Type="http://schemas.openxmlformats.org/officeDocument/2006/relationships/image" Target="../media/image2415.png"/><Relationship Id="rId292" Type="http://schemas.openxmlformats.org/officeDocument/2006/relationships/customXml" Target="../ink/ink3924.xml"/><Relationship Id="rId306" Type="http://schemas.openxmlformats.org/officeDocument/2006/relationships/customXml" Target="../ink/ink3931.xml"/><Relationship Id="rId24" Type="http://schemas.openxmlformats.org/officeDocument/2006/relationships/customXml" Target="../ink/ink3790.xml"/><Relationship Id="rId45" Type="http://schemas.openxmlformats.org/officeDocument/2006/relationships/image" Target="../media/image2287.png"/><Relationship Id="rId66" Type="http://schemas.openxmlformats.org/officeDocument/2006/relationships/customXml" Target="../ink/ink3811.xml"/><Relationship Id="rId87" Type="http://schemas.openxmlformats.org/officeDocument/2006/relationships/image" Target="../media/image2310.png"/><Relationship Id="rId110" Type="http://schemas.openxmlformats.org/officeDocument/2006/relationships/customXml" Target="../ink/ink3833.xml"/><Relationship Id="rId131" Type="http://schemas.openxmlformats.org/officeDocument/2006/relationships/image" Target="../media/image2336.png"/><Relationship Id="rId152" Type="http://schemas.openxmlformats.org/officeDocument/2006/relationships/customXml" Target="../ink/ink3854.xml"/><Relationship Id="rId173" Type="http://schemas.openxmlformats.org/officeDocument/2006/relationships/image" Target="../media/image2359.png"/><Relationship Id="rId194" Type="http://schemas.openxmlformats.org/officeDocument/2006/relationships/customXml" Target="../ink/ink3875.xml"/><Relationship Id="rId208" Type="http://schemas.openxmlformats.org/officeDocument/2006/relationships/customXml" Target="../ink/ink3882.xml"/><Relationship Id="rId229" Type="http://schemas.openxmlformats.org/officeDocument/2006/relationships/image" Target="../media/image2391.png"/><Relationship Id="rId240" Type="http://schemas.openxmlformats.org/officeDocument/2006/relationships/customXml" Target="../ink/ink3898.xml"/><Relationship Id="rId261" Type="http://schemas.openxmlformats.org/officeDocument/2006/relationships/image" Target="../media/image2408.png"/><Relationship Id="rId14" Type="http://schemas.openxmlformats.org/officeDocument/2006/relationships/customXml" Target="../ink/ink3785.xml"/><Relationship Id="rId35" Type="http://schemas.openxmlformats.org/officeDocument/2006/relationships/image" Target="../media/image2282.png"/><Relationship Id="rId56" Type="http://schemas.openxmlformats.org/officeDocument/2006/relationships/customXml" Target="../ink/ink3806.xml"/><Relationship Id="rId77" Type="http://schemas.openxmlformats.org/officeDocument/2006/relationships/image" Target="../media/image2305.png"/><Relationship Id="rId100" Type="http://schemas.openxmlformats.org/officeDocument/2006/relationships/customXml" Target="../ink/ink3828.xml"/><Relationship Id="rId282" Type="http://schemas.openxmlformats.org/officeDocument/2006/relationships/customXml" Target="../ink/ink3919.xml"/><Relationship Id="rId317" Type="http://schemas.openxmlformats.org/officeDocument/2006/relationships/image" Target="../media/image2441.png"/><Relationship Id="rId8" Type="http://schemas.openxmlformats.org/officeDocument/2006/relationships/customXml" Target="../ink/ink3782.xml"/><Relationship Id="rId98" Type="http://schemas.openxmlformats.org/officeDocument/2006/relationships/customXml" Target="../ink/ink3827.xml"/><Relationship Id="rId121" Type="http://schemas.openxmlformats.org/officeDocument/2006/relationships/image" Target="../media/image2331.png"/><Relationship Id="rId142" Type="http://schemas.openxmlformats.org/officeDocument/2006/relationships/customXml" Target="../ink/ink3849.xml"/><Relationship Id="rId163" Type="http://schemas.openxmlformats.org/officeDocument/2006/relationships/image" Target="../media/image2354.png"/><Relationship Id="rId184" Type="http://schemas.openxmlformats.org/officeDocument/2006/relationships/customXml" Target="../ink/ink3870.xml"/><Relationship Id="rId219" Type="http://schemas.openxmlformats.org/officeDocument/2006/relationships/image" Target="../media/image2385.png"/><Relationship Id="rId230" Type="http://schemas.openxmlformats.org/officeDocument/2006/relationships/customXml" Target="../ink/ink3893.xml"/><Relationship Id="rId251" Type="http://schemas.openxmlformats.org/officeDocument/2006/relationships/image" Target="../media/image2403.png"/><Relationship Id="rId25" Type="http://schemas.openxmlformats.org/officeDocument/2006/relationships/image" Target="../media/image2276.png"/><Relationship Id="rId46" Type="http://schemas.openxmlformats.org/officeDocument/2006/relationships/customXml" Target="../ink/ink3801.xml"/><Relationship Id="rId67" Type="http://schemas.openxmlformats.org/officeDocument/2006/relationships/image" Target="../media/image2299.png"/><Relationship Id="rId272" Type="http://schemas.openxmlformats.org/officeDocument/2006/relationships/customXml" Target="../ink/ink3914.xml"/><Relationship Id="rId293" Type="http://schemas.openxmlformats.org/officeDocument/2006/relationships/image" Target="../media/image2427.png"/><Relationship Id="rId307" Type="http://schemas.openxmlformats.org/officeDocument/2006/relationships/image" Target="../media/image2435.png"/><Relationship Id="rId88" Type="http://schemas.openxmlformats.org/officeDocument/2006/relationships/customXml" Target="../ink/ink3822.xml"/><Relationship Id="rId111" Type="http://schemas.openxmlformats.org/officeDocument/2006/relationships/image" Target="../media/image2325.png"/><Relationship Id="rId132" Type="http://schemas.openxmlformats.org/officeDocument/2006/relationships/customXml" Target="../ink/ink3844.xml"/><Relationship Id="rId153" Type="http://schemas.openxmlformats.org/officeDocument/2006/relationships/image" Target="../media/image2348.png"/><Relationship Id="rId174" Type="http://schemas.openxmlformats.org/officeDocument/2006/relationships/customXml" Target="../ink/ink3865.xml"/><Relationship Id="rId195" Type="http://schemas.openxmlformats.org/officeDocument/2006/relationships/image" Target="../media/image2372.png"/><Relationship Id="rId209" Type="http://schemas.openxmlformats.org/officeDocument/2006/relationships/image" Target="../media/image2379.png"/><Relationship Id="rId220" Type="http://schemas.openxmlformats.org/officeDocument/2006/relationships/customXml" Target="../ink/ink3888.xml"/><Relationship Id="rId241" Type="http://schemas.openxmlformats.org/officeDocument/2006/relationships/image" Target="../media/image2397.png"/><Relationship Id="rId15" Type="http://schemas.openxmlformats.org/officeDocument/2006/relationships/image" Target="../media/image2271.png"/><Relationship Id="rId36" Type="http://schemas.openxmlformats.org/officeDocument/2006/relationships/customXml" Target="../ink/ink3796.xml"/><Relationship Id="rId57" Type="http://schemas.openxmlformats.org/officeDocument/2006/relationships/image" Target="../media/image2294.png"/><Relationship Id="rId262" Type="http://schemas.openxmlformats.org/officeDocument/2006/relationships/customXml" Target="../ink/ink3909.xml"/><Relationship Id="rId283" Type="http://schemas.openxmlformats.org/officeDocument/2006/relationships/image" Target="../media/image2422.png"/><Relationship Id="rId318" Type="http://schemas.openxmlformats.org/officeDocument/2006/relationships/customXml" Target="../ink/ink3937.xml"/><Relationship Id="rId78" Type="http://schemas.openxmlformats.org/officeDocument/2006/relationships/customXml" Target="../ink/ink3817.xml"/><Relationship Id="rId99" Type="http://schemas.openxmlformats.org/officeDocument/2006/relationships/image" Target="../media/image2318.png"/><Relationship Id="rId101" Type="http://schemas.openxmlformats.org/officeDocument/2006/relationships/image" Target="../media/image2319.png"/><Relationship Id="rId122" Type="http://schemas.openxmlformats.org/officeDocument/2006/relationships/customXml" Target="../ink/ink3839.xml"/><Relationship Id="rId143" Type="http://schemas.openxmlformats.org/officeDocument/2006/relationships/image" Target="../media/image2343.png"/><Relationship Id="rId164" Type="http://schemas.openxmlformats.org/officeDocument/2006/relationships/customXml" Target="../ink/ink3860.xml"/><Relationship Id="rId185" Type="http://schemas.openxmlformats.org/officeDocument/2006/relationships/image" Target="../media/image2366.png"/><Relationship Id="rId9" Type="http://schemas.openxmlformats.org/officeDocument/2006/relationships/image" Target="../media/image2267.png"/><Relationship Id="rId210" Type="http://schemas.openxmlformats.org/officeDocument/2006/relationships/customXml" Target="../ink/ink3883.xml"/><Relationship Id="rId26" Type="http://schemas.openxmlformats.org/officeDocument/2006/relationships/customXml" Target="../ink/ink3791.xml"/><Relationship Id="rId231" Type="http://schemas.openxmlformats.org/officeDocument/2006/relationships/image" Target="../media/image2392.png"/><Relationship Id="rId252" Type="http://schemas.openxmlformats.org/officeDocument/2006/relationships/customXml" Target="../ink/ink3904.xml"/><Relationship Id="rId273" Type="http://schemas.openxmlformats.org/officeDocument/2006/relationships/image" Target="../media/image2416.png"/><Relationship Id="rId294" Type="http://schemas.openxmlformats.org/officeDocument/2006/relationships/customXml" Target="../ink/ink3925.xml"/><Relationship Id="rId308" Type="http://schemas.openxmlformats.org/officeDocument/2006/relationships/customXml" Target="../ink/ink3932.xml"/><Relationship Id="rId47" Type="http://schemas.openxmlformats.org/officeDocument/2006/relationships/image" Target="../media/image2288.png"/><Relationship Id="rId68" Type="http://schemas.openxmlformats.org/officeDocument/2006/relationships/customXml" Target="../ink/ink3812.xml"/><Relationship Id="rId89" Type="http://schemas.openxmlformats.org/officeDocument/2006/relationships/image" Target="../media/image2313.png"/><Relationship Id="rId112" Type="http://schemas.openxmlformats.org/officeDocument/2006/relationships/customXml" Target="../ink/ink3834.xml"/><Relationship Id="rId133" Type="http://schemas.openxmlformats.org/officeDocument/2006/relationships/image" Target="../media/image2337.png"/><Relationship Id="rId154" Type="http://schemas.openxmlformats.org/officeDocument/2006/relationships/customXml" Target="../ink/ink3855.xml"/><Relationship Id="rId175" Type="http://schemas.openxmlformats.org/officeDocument/2006/relationships/image" Target="../media/image2361.png"/><Relationship Id="rId196" Type="http://schemas.openxmlformats.org/officeDocument/2006/relationships/customXml" Target="../ink/ink3876.xml"/><Relationship Id="rId200" Type="http://schemas.openxmlformats.org/officeDocument/2006/relationships/customXml" Target="../ink/ink3878.xml"/><Relationship Id="rId16" Type="http://schemas.openxmlformats.org/officeDocument/2006/relationships/customXml" Target="../ink/ink3786.xml"/><Relationship Id="rId221" Type="http://schemas.openxmlformats.org/officeDocument/2006/relationships/image" Target="../media/image2386.png"/><Relationship Id="rId242" Type="http://schemas.openxmlformats.org/officeDocument/2006/relationships/customXml" Target="../ink/ink3899.xml"/><Relationship Id="rId263" Type="http://schemas.openxmlformats.org/officeDocument/2006/relationships/image" Target="../media/image2409.png"/><Relationship Id="rId284" Type="http://schemas.openxmlformats.org/officeDocument/2006/relationships/customXml" Target="../ink/ink3920.xml"/><Relationship Id="rId319" Type="http://schemas.openxmlformats.org/officeDocument/2006/relationships/image" Target="../media/image2442.png"/><Relationship Id="rId37" Type="http://schemas.openxmlformats.org/officeDocument/2006/relationships/image" Target="../media/image2283.png"/><Relationship Id="rId58" Type="http://schemas.openxmlformats.org/officeDocument/2006/relationships/customXml" Target="../ink/ink3807.xml"/><Relationship Id="rId79" Type="http://schemas.openxmlformats.org/officeDocument/2006/relationships/image" Target="../media/image2306.png"/><Relationship Id="rId102" Type="http://schemas.openxmlformats.org/officeDocument/2006/relationships/customXml" Target="../ink/ink3829.xml"/><Relationship Id="rId123" Type="http://schemas.openxmlformats.org/officeDocument/2006/relationships/image" Target="../media/image2332.png"/><Relationship Id="rId144" Type="http://schemas.openxmlformats.org/officeDocument/2006/relationships/customXml" Target="../ink/ink3850.xml"/><Relationship Id="rId90" Type="http://schemas.openxmlformats.org/officeDocument/2006/relationships/customXml" Target="../ink/ink3823.xml"/><Relationship Id="rId165" Type="http://schemas.openxmlformats.org/officeDocument/2006/relationships/image" Target="../media/image2355.png"/><Relationship Id="rId186" Type="http://schemas.openxmlformats.org/officeDocument/2006/relationships/customXml" Target="../ink/ink3871.xml"/><Relationship Id="rId211" Type="http://schemas.openxmlformats.org/officeDocument/2006/relationships/image" Target="../media/image2381.png"/><Relationship Id="rId232" Type="http://schemas.openxmlformats.org/officeDocument/2006/relationships/customXml" Target="../ink/ink3894.xml"/><Relationship Id="rId253" Type="http://schemas.openxmlformats.org/officeDocument/2006/relationships/image" Target="../media/image2404.png"/><Relationship Id="rId274" Type="http://schemas.openxmlformats.org/officeDocument/2006/relationships/customXml" Target="../ink/ink3915.xml"/><Relationship Id="rId295" Type="http://schemas.openxmlformats.org/officeDocument/2006/relationships/image" Target="../media/image2428.png"/><Relationship Id="rId309" Type="http://schemas.openxmlformats.org/officeDocument/2006/relationships/image" Target="../media/image2436.png"/><Relationship Id="rId27" Type="http://schemas.openxmlformats.org/officeDocument/2006/relationships/image" Target="../media/image2277.png"/><Relationship Id="rId48" Type="http://schemas.openxmlformats.org/officeDocument/2006/relationships/customXml" Target="../ink/ink3802.xml"/><Relationship Id="rId69" Type="http://schemas.openxmlformats.org/officeDocument/2006/relationships/image" Target="../media/image2301.png"/><Relationship Id="rId113" Type="http://schemas.openxmlformats.org/officeDocument/2006/relationships/image" Target="../media/image2326.png"/><Relationship Id="rId134" Type="http://schemas.openxmlformats.org/officeDocument/2006/relationships/customXml" Target="../ink/ink3845.xml"/><Relationship Id="rId320" Type="http://schemas.openxmlformats.org/officeDocument/2006/relationships/customXml" Target="../ink/ink3938.xml"/><Relationship Id="rId80" Type="http://schemas.openxmlformats.org/officeDocument/2006/relationships/customXml" Target="../ink/ink3818.xml"/><Relationship Id="rId155" Type="http://schemas.openxmlformats.org/officeDocument/2006/relationships/image" Target="../media/image2349.png"/><Relationship Id="rId176" Type="http://schemas.openxmlformats.org/officeDocument/2006/relationships/customXml" Target="../ink/ink3866.xml"/><Relationship Id="rId197" Type="http://schemas.openxmlformats.org/officeDocument/2006/relationships/image" Target="../media/image2373.png"/><Relationship Id="rId201" Type="http://schemas.openxmlformats.org/officeDocument/2006/relationships/image" Target="../media/image2375.png"/><Relationship Id="rId222" Type="http://schemas.openxmlformats.org/officeDocument/2006/relationships/customXml" Target="../ink/ink3889.xml"/><Relationship Id="rId243" Type="http://schemas.openxmlformats.org/officeDocument/2006/relationships/image" Target="../media/image2398.png"/><Relationship Id="rId264" Type="http://schemas.openxmlformats.org/officeDocument/2006/relationships/customXml" Target="../ink/ink3910.xml"/><Relationship Id="rId285" Type="http://schemas.openxmlformats.org/officeDocument/2006/relationships/image" Target="../media/image2423.png"/><Relationship Id="rId17" Type="http://schemas.openxmlformats.org/officeDocument/2006/relationships/image" Target="../media/image2272.png"/><Relationship Id="rId38" Type="http://schemas.openxmlformats.org/officeDocument/2006/relationships/customXml" Target="../ink/ink3797.xml"/><Relationship Id="rId59" Type="http://schemas.openxmlformats.org/officeDocument/2006/relationships/image" Target="../media/image2295.png"/><Relationship Id="rId103" Type="http://schemas.openxmlformats.org/officeDocument/2006/relationships/image" Target="../media/image2321.png"/><Relationship Id="rId124" Type="http://schemas.openxmlformats.org/officeDocument/2006/relationships/customXml" Target="../ink/ink3840.xml"/><Relationship Id="rId310" Type="http://schemas.openxmlformats.org/officeDocument/2006/relationships/customXml" Target="../ink/ink3933.xml"/><Relationship Id="rId70" Type="http://schemas.openxmlformats.org/officeDocument/2006/relationships/customXml" Target="../ink/ink3813.xml"/><Relationship Id="rId91" Type="http://schemas.openxmlformats.org/officeDocument/2006/relationships/image" Target="../media/image2314.png"/><Relationship Id="rId145" Type="http://schemas.openxmlformats.org/officeDocument/2006/relationships/image" Target="../media/image2344.png"/><Relationship Id="rId166" Type="http://schemas.openxmlformats.org/officeDocument/2006/relationships/customXml" Target="../ink/ink3861.xml"/><Relationship Id="rId187" Type="http://schemas.openxmlformats.org/officeDocument/2006/relationships/image" Target="../media/image2367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3884.xml"/><Relationship Id="rId233" Type="http://schemas.openxmlformats.org/officeDocument/2006/relationships/image" Target="../media/image2393.png"/><Relationship Id="rId254" Type="http://schemas.openxmlformats.org/officeDocument/2006/relationships/customXml" Target="../ink/ink3905.xml"/><Relationship Id="rId28" Type="http://schemas.openxmlformats.org/officeDocument/2006/relationships/customXml" Target="../ink/ink3792.xml"/><Relationship Id="rId49" Type="http://schemas.openxmlformats.org/officeDocument/2006/relationships/image" Target="../media/image2289.png"/><Relationship Id="rId114" Type="http://schemas.openxmlformats.org/officeDocument/2006/relationships/customXml" Target="../ink/ink3835.xml"/><Relationship Id="rId275" Type="http://schemas.openxmlformats.org/officeDocument/2006/relationships/image" Target="../media/image2417.png"/><Relationship Id="rId296" Type="http://schemas.openxmlformats.org/officeDocument/2006/relationships/customXml" Target="../ink/ink3926.xml"/><Relationship Id="rId300" Type="http://schemas.openxmlformats.org/officeDocument/2006/relationships/customXml" Target="../ink/ink3928.xml"/><Relationship Id="rId60" Type="http://schemas.openxmlformats.org/officeDocument/2006/relationships/customXml" Target="../ink/ink3808.xml"/><Relationship Id="rId81" Type="http://schemas.openxmlformats.org/officeDocument/2006/relationships/image" Target="../media/image2307.png"/><Relationship Id="rId135" Type="http://schemas.openxmlformats.org/officeDocument/2006/relationships/image" Target="../media/image2338.png"/><Relationship Id="rId156" Type="http://schemas.openxmlformats.org/officeDocument/2006/relationships/customXml" Target="../ink/ink3856.xml"/><Relationship Id="rId177" Type="http://schemas.openxmlformats.org/officeDocument/2006/relationships/image" Target="../media/image2362.png"/><Relationship Id="rId198" Type="http://schemas.openxmlformats.org/officeDocument/2006/relationships/customXml" Target="../ink/ink3877.xml"/><Relationship Id="rId321" Type="http://schemas.openxmlformats.org/officeDocument/2006/relationships/image" Target="../media/image2443.png"/><Relationship Id="rId202" Type="http://schemas.openxmlformats.org/officeDocument/2006/relationships/customXml" Target="../ink/ink3879.xml"/><Relationship Id="rId223" Type="http://schemas.openxmlformats.org/officeDocument/2006/relationships/image" Target="../media/image2387.png"/><Relationship Id="rId244" Type="http://schemas.openxmlformats.org/officeDocument/2006/relationships/customXml" Target="../ink/ink3900.xml"/><Relationship Id="rId18" Type="http://schemas.openxmlformats.org/officeDocument/2006/relationships/customXml" Target="../ink/ink3787.xml"/><Relationship Id="rId39" Type="http://schemas.openxmlformats.org/officeDocument/2006/relationships/image" Target="../media/image2284.png"/><Relationship Id="rId265" Type="http://schemas.openxmlformats.org/officeDocument/2006/relationships/image" Target="../media/image2410.png"/><Relationship Id="rId286" Type="http://schemas.openxmlformats.org/officeDocument/2006/relationships/customXml" Target="../ink/ink3921.xml"/><Relationship Id="rId50" Type="http://schemas.openxmlformats.org/officeDocument/2006/relationships/customXml" Target="../ink/ink3803.xml"/><Relationship Id="rId104" Type="http://schemas.openxmlformats.org/officeDocument/2006/relationships/customXml" Target="../ink/ink3830.xml"/><Relationship Id="rId125" Type="http://schemas.openxmlformats.org/officeDocument/2006/relationships/image" Target="../media/image2333.png"/><Relationship Id="rId146" Type="http://schemas.openxmlformats.org/officeDocument/2006/relationships/customXml" Target="../ink/ink3851.xml"/><Relationship Id="rId167" Type="http://schemas.openxmlformats.org/officeDocument/2006/relationships/image" Target="../media/image2356.png"/><Relationship Id="rId188" Type="http://schemas.openxmlformats.org/officeDocument/2006/relationships/customXml" Target="../ink/ink3872.xml"/><Relationship Id="rId311" Type="http://schemas.openxmlformats.org/officeDocument/2006/relationships/image" Target="../media/image2437.png"/><Relationship Id="rId71" Type="http://schemas.openxmlformats.org/officeDocument/2006/relationships/image" Target="../media/image2302.png"/><Relationship Id="rId92" Type="http://schemas.openxmlformats.org/officeDocument/2006/relationships/customXml" Target="../ink/ink3824.xml"/><Relationship Id="rId213" Type="http://schemas.openxmlformats.org/officeDocument/2006/relationships/image" Target="../media/image2382.png"/><Relationship Id="rId234" Type="http://schemas.openxmlformats.org/officeDocument/2006/relationships/customXml" Target="../ink/ink3895.xml"/><Relationship Id="rId2" Type="http://schemas.openxmlformats.org/officeDocument/2006/relationships/customXml" Target="../ink/ink3779.xml"/><Relationship Id="rId29" Type="http://schemas.openxmlformats.org/officeDocument/2006/relationships/image" Target="../media/image2278.png"/><Relationship Id="rId255" Type="http://schemas.openxmlformats.org/officeDocument/2006/relationships/image" Target="../media/image2405.png"/><Relationship Id="rId276" Type="http://schemas.openxmlformats.org/officeDocument/2006/relationships/customXml" Target="../ink/ink3916.xml"/><Relationship Id="rId297" Type="http://schemas.openxmlformats.org/officeDocument/2006/relationships/image" Target="../media/image2429.png"/><Relationship Id="rId40" Type="http://schemas.openxmlformats.org/officeDocument/2006/relationships/customXml" Target="../ink/ink3798.xml"/><Relationship Id="rId115" Type="http://schemas.openxmlformats.org/officeDocument/2006/relationships/image" Target="../media/image2327.png"/><Relationship Id="rId136" Type="http://schemas.openxmlformats.org/officeDocument/2006/relationships/customXml" Target="../ink/ink3846.xml"/><Relationship Id="rId157" Type="http://schemas.openxmlformats.org/officeDocument/2006/relationships/image" Target="../media/image2351.png"/><Relationship Id="rId178" Type="http://schemas.openxmlformats.org/officeDocument/2006/relationships/customXml" Target="../ink/ink3867.xml"/><Relationship Id="rId301" Type="http://schemas.openxmlformats.org/officeDocument/2006/relationships/image" Target="../media/image2432.png"/><Relationship Id="rId322" Type="http://schemas.openxmlformats.org/officeDocument/2006/relationships/customXml" Target="../ink/ink3939.xml"/><Relationship Id="rId61" Type="http://schemas.openxmlformats.org/officeDocument/2006/relationships/image" Target="../media/image2296.png"/><Relationship Id="rId82" Type="http://schemas.openxmlformats.org/officeDocument/2006/relationships/customXml" Target="../ink/ink3819.xml"/><Relationship Id="rId199" Type="http://schemas.openxmlformats.org/officeDocument/2006/relationships/image" Target="../media/image2374.png"/><Relationship Id="rId203" Type="http://schemas.openxmlformats.org/officeDocument/2006/relationships/image" Target="../media/image2376.png"/><Relationship Id="rId19" Type="http://schemas.openxmlformats.org/officeDocument/2006/relationships/image" Target="../media/image2273.png"/><Relationship Id="rId224" Type="http://schemas.openxmlformats.org/officeDocument/2006/relationships/customXml" Target="../ink/ink3890.xml"/><Relationship Id="rId245" Type="http://schemas.openxmlformats.org/officeDocument/2006/relationships/image" Target="../media/image2399.png"/><Relationship Id="rId266" Type="http://schemas.openxmlformats.org/officeDocument/2006/relationships/customXml" Target="../ink/ink3911.xml"/><Relationship Id="rId287" Type="http://schemas.openxmlformats.org/officeDocument/2006/relationships/image" Target="../media/image2424.png"/><Relationship Id="rId30" Type="http://schemas.openxmlformats.org/officeDocument/2006/relationships/customXml" Target="../ink/ink3793.xml"/><Relationship Id="rId105" Type="http://schemas.openxmlformats.org/officeDocument/2006/relationships/image" Target="../media/image2322.png"/><Relationship Id="rId126" Type="http://schemas.openxmlformats.org/officeDocument/2006/relationships/customXml" Target="../ink/ink3841.xml"/><Relationship Id="rId147" Type="http://schemas.openxmlformats.org/officeDocument/2006/relationships/image" Target="../media/image2345.png"/><Relationship Id="rId168" Type="http://schemas.openxmlformats.org/officeDocument/2006/relationships/customXml" Target="../ink/ink3862.xml"/><Relationship Id="rId312" Type="http://schemas.openxmlformats.org/officeDocument/2006/relationships/customXml" Target="../ink/ink3934.xml"/><Relationship Id="rId51" Type="http://schemas.openxmlformats.org/officeDocument/2006/relationships/image" Target="../media/image2291.png"/><Relationship Id="rId72" Type="http://schemas.openxmlformats.org/officeDocument/2006/relationships/customXml" Target="../ink/ink3814.xml"/><Relationship Id="rId93" Type="http://schemas.openxmlformats.org/officeDocument/2006/relationships/image" Target="../media/image2315.png"/><Relationship Id="rId189" Type="http://schemas.openxmlformats.org/officeDocument/2006/relationships/image" Target="../media/image2368.png"/><Relationship Id="rId3" Type="http://schemas.openxmlformats.org/officeDocument/2006/relationships/image" Target="../media/image2264.png"/><Relationship Id="rId214" Type="http://schemas.openxmlformats.org/officeDocument/2006/relationships/customXml" Target="../ink/ink3885.xml"/><Relationship Id="rId235" Type="http://schemas.openxmlformats.org/officeDocument/2006/relationships/image" Target="../media/image2394.png"/><Relationship Id="rId256" Type="http://schemas.openxmlformats.org/officeDocument/2006/relationships/customXml" Target="../ink/ink3906.xml"/><Relationship Id="rId277" Type="http://schemas.openxmlformats.org/officeDocument/2006/relationships/image" Target="../media/image2418.png"/><Relationship Id="rId298" Type="http://schemas.openxmlformats.org/officeDocument/2006/relationships/customXml" Target="../ink/ink3927.xml"/><Relationship Id="rId116" Type="http://schemas.openxmlformats.org/officeDocument/2006/relationships/customXml" Target="../ink/ink3836.xml"/><Relationship Id="rId137" Type="http://schemas.openxmlformats.org/officeDocument/2006/relationships/image" Target="../media/image2339.png"/><Relationship Id="rId158" Type="http://schemas.openxmlformats.org/officeDocument/2006/relationships/customXml" Target="../ink/ink3857.xml"/><Relationship Id="rId302" Type="http://schemas.openxmlformats.org/officeDocument/2006/relationships/customXml" Target="../ink/ink3929.xml"/><Relationship Id="rId323" Type="http://schemas.openxmlformats.org/officeDocument/2006/relationships/image" Target="../media/image2444.png"/><Relationship Id="rId20" Type="http://schemas.openxmlformats.org/officeDocument/2006/relationships/customXml" Target="../ink/ink3788.xml"/><Relationship Id="rId41" Type="http://schemas.openxmlformats.org/officeDocument/2006/relationships/image" Target="../media/image2285.png"/><Relationship Id="rId62" Type="http://schemas.openxmlformats.org/officeDocument/2006/relationships/customXml" Target="../ink/ink3809.xml"/><Relationship Id="rId83" Type="http://schemas.openxmlformats.org/officeDocument/2006/relationships/image" Target="../media/image2308.png"/><Relationship Id="rId179" Type="http://schemas.openxmlformats.org/officeDocument/2006/relationships/image" Target="../media/image2363.png"/><Relationship Id="rId190" Type="http://schemas.openxmlformats.org/officeDocument/2006/relationships/customXml" Target="../ink/ink3873.xml"/><Relationship Id="rId204" Type="http://schemas.openxmlformats.org/officeDocument/2006/relationships/customXml" Target="../ink/ink3880.xml"/><Relationship Id="rId225" Type="http://schemas.openxmlformats.org/officeDocument/2006/relationships/image" Target="../media/image2388.png"/><Relationship Id="rId246" Type="http://schemas.openxmlformats.org/officeDocument/2006/relationships/customXml" Target="../ink/ink3901.xml"/><Relationship Id="rId267" Type="http://schemas.openxmlformats.org/officeDocument/2006/relationships/image" Target="../media/image2413.png"/><Relationship Id="rId288" Type="http://schemas.openxmlformats.org/officeDocument/2006/relationships/customXml" Target="../ink/ink3922.xml"/><Relationship Id="rId106" Type="http://schemas.openxmlformats.org/officeDocument/2006/relationships/customXml" Target="../ink/ink3831.xml"/><Relationship Id="rId127" Type="http://schemas.openxmlformats.org/officeDocument/2006/relationships/image" Target="../media/image2334.png"/><Relationship Id="rId313" Type="http://schemas.openxmlformats.org/officeDocument/2006/relationships/image" Target="../media/image2438.png"/><Relationship Id="rId10" Type="http://schemas.openxmlformats.org/officeDocument/2006/relationships/customXml" Target="../ink/ink3783.xml"/><Relationship Id="rId31" Type="http://schemas.openxmlformats.org/officeDocument/2006/relationships/image" Target="../media/image2279.png"/><Relationship Id="rId52" Type="http://schemas.openxmlformats.org/officeDocument/2006/relationships/customXml" Target="../ink/ink3804.xml"/><Relationship Id="rId73" Type="http://schemas.openxmlformats.org/officeDocument/2006/relationships/image" Target="../media/image2303.png"/><Relationship Id="rId94" Type="http://schemas.openxmlformats.org/officeDocument/2006/relationships/customXml" Target="../ink/ink3825.xml"/><Relationship Id="rId148" Type="http://schemas.openxmlformats.org/officeDocument/2006/relationships/customXml" Target="../ink/ink3852.xml"/><Relationship Id="rId169" Type="http://schemas.openxmlformats.org/officeDocument/2006/relationships/image" Target="../media/image2357.png"/><Relationship Id="rId4" Type="http://schemas.openxmlformats.org/officeDocument/2006/relationships/customXml" Target="../ink/ink3780.xml"/><Relationship Id="rId180" Type="http://schemas.openxmlformats.org/officeDocument/2006/relationships/customXml" Target="../ink/ink3868.xml"/><Relationship Id="rId215" Type="http://schemas.openxmlformats.org/officeDocument/2006/relationships/image" Target="../media/image2383.png"/><Relationship Id="rId236" Type="http://schemas.openxmlformats.org/officeDocument/2006/relationships/customXml" Target="../ink/ink3896.xml"/><Relationship Id="rId257" Type="http://schemas.openxmlformats.org/officeDocument/2006/relationships/image" Target="../media/image2406.png"/><Relationship Id="rId278" Type="http://schemas.openxmlformats.org/officeDocument/2006/relationships/customXml" Target="../ink/ink3917.xml"/><Relationship Id="rId303" Type="http://schemas.openxmlformats.org/officeDocument/2006/relationships/image" Target="../media/image2433.png"/><Relationship Id="rId42" Type="http://schemas.openxmlformats.org/officeDocument/2006/relationships/customXml" Target="../ink/ink3799.xml"/><Relationship Id="rId84" Type="http://schemas.openxmlformats.org/officeDocument/2006/relationships/customXml" Target="../ink/ink3820.xml"/><Relationship Id="rId138" Type="http://schemas.openxmlformats.org/officeDocument/2006/relationships/customXml" Target="../ink/ink3847.xml"/><Relationship Id="rId191" Type="http://schemas.openxmlformats.org/officeDocument/2006/relationships/image" Target="../media/image2369.png"/><Relationship Id="rId205" Type="http://schemas.openxmlformats.org/officeDocument/2006/relationships/image" Target="../media/image2377.png"/><Relationship Id="rId247" Type="http://schemas.openxmlformats.org/officeDocument/2006/relationships/image" Target="../media/image2401.png"/><Relationship Id="rId107" Type="http://schemas.openxmlformats.org/officeDocument/2006/relationships/image" Target="../media/image2323.png"/><Relationship Id="rId289" Type="http://schemas.openxmlformats.org/officeDocument/2006/relationships/image" Target="../media/image2425.png"/><Relationship Id="rId11" Type="http://schemas.openxmlformats.org/officeDocument/2006/relationships/image" Target="../media/image2268.png"/><Relationship Id="rId53" Type="http://schemas.openxmlformats.org/officeDocument/2006/relationships/image" Target="../media/image2292.png"/><Relationship Id="rId149" Type="http://schemas.openxmlformats.org/officeDocument/2006/relationships/image" Target="../media/image2346.png"/><Relationship Id="rId314" Type="http://schemas.openxmlformats.org/officeDocument/2006/relationships/customXml" Target="../ink/ink3935.xml"/><Relationship Id="rId95" Type="http://schemas.openxmlformats.org/officeDocument/2006/relationships/image" Target="../media/image2316.png"/><Relationship Id="rId160" Type="http://schemas.openxmlformats.org/officeDocument/2006/relationships/customXml" Target="../ink/ink3858.xml"/><Relationship Id="rId216" Type="http://schemas.openxmlformats.org/officeDocument/2006/relationships/customXml" Target="../ink/ink3886.xml"/><Relationship Id="rId258" Type="http://schemas.openxmlformats.org/officeDocument/2006/relationships/customXml" Target="../ink/ink3907.xml"/><Relationship Id="rId22" Type="http://schemas.openxmlformats.org/officeDocument/2006/relationships/customXml" Target="../ink/ink3789.xml"/><Relationship Id="rId64" Type="http://schemas.openxmlformats.org/officeDocument/2006/relationships/customXml" Target="../ink/ink3810.xml"/><Relationship Id="rId118" Type="http://schemas.openxmlformats.org/officeDocument/2006/relationships/customXml" Target="../ink/ink3837.xml"/><Relationship Id="rId325" Type="http://schemas.openxmlformats.org/officeDocument/2006/relationships/image" Target="../media/image2445.png"/><Relationship Id="rId171" Type="http://schemas.openxmlformats.org/officeDocument/2006/relationships/image" Target="../media/image2358.png"/><Relationship Id="rId227" Type="http://schemas.openxmlformats.org/officeDocument/2006/relationships/image" Target="../media/image2389.png"/><Relationship Id="rId269" Type="http://schemas.openxmlformats.org/officeDocument/2006/relationships/image" Target="../media/image2414.png"/><Relationship Id="rId33" Type="http://schemas.openxmlformats.org/officeDocument/2006/relationships/image" Target="../media/image2281.png"/><Relationship Id="rId129" Type="http://schemas.openxmlformats.org/officeDocument/2006/relationships/image" Target="../media/image2335.png"/><Relationship Id="rId280" Type="http://schemas.openxmlformats.org/officeDocument/2006/relationships/customXml" Target="../ink/ink3918.xml"/><Relationship Id="rId75" Type="http://schemas.openxmlformats.org/officeDocument/2006/relationships/image" Target="../media/image2304.png"/><Relationship Id="rId140" Type="http://schemas.openxmlformats.org/officeDocument/2006/relationships/customXml" Target="../ink/ink3848.xml"/><Relationship Id="rId182" Type="http://schemas.openxmlformats.org/officeDocument/2006/relationships/customXml" Target="../ink/ink3869.xml"/><Relationship Id="rId6" Type="http://schemas.openxmlformats.org/officeDocument/2006/relationships/customXml" Target="../ink/ink3781.xml"/><Relationship Id="rId238" Type="http://schemas.openxmlformats.org/officeDocument/2006/relationships/customXml" Target="../ink/ink3897.xml"/><Relationship Id="rId291" Type="http://schemas.openxmlformats.org/officeDocument/2006/relationships/image" Target="../media/image2426.png"/><Relationship Id="rId305" Type="http://schemas.openxmlformats.org/officeDocument/2006/relationships/image" Target="../media/image2434.png"/><Relationship Id="rId44" Type="http://schemas.openxmlformats.org/officeDocument/2006/relationships/customXml" Target="../ink/ink3800.xml"/><Relationship Id="rId86" Type="http://schemas.openxmlformats.org/officeDocument/2006/relationships/customXml" Target="../ink/ink3821.xml"/><Relationship Id="rId151" Type="http://schemas.openxmlformats.org/officeDocument/2006/relationships/image" Target="../media/image2347.png"/><Relationship Id="rId193" Type="http://schemas.openxmlformats.org/officeDocument/2006/relationships/image" Target="../media/image2371.png"/><Relationship Id="rId207" Type="http://schemas.openxmlformats.org/officeDocument/2006/relationships/image" Target="../media/image2378.png"/><Relationship Id="rId249" Type="http://schemas.openxmlformats.org/officeDocument/2006/relationships/image" Target="../media/image2402.png"/><Relationship Id="rId13" Type="http://schemas.openxmlformats.org/officeDocument/2006/relationships/image" Target="../media/image2269.png"/><Relationship Id="rId109" Type="http://schemas.openxmlformats.org/officeDocument/2006/relationships/image" Target="../media/image2324.png"/><Relationship Id="rId260" Type="http://schemas.openxmlformats.org/officeDocument/2006/relationships/customXml" Target="../ink/ink3908.xml"/><Relationship Id="rId316" Type="http://schemas.openxmlformats.org/officeDocument/2006/relationships/customXml" Target="../ink/ink3936.xml"/><Relationship Id="rId55" Type="http://schemas.openxmlformats.org/officeDocument/2006/relationships/image" Target="../media/image2293.png"/><Relationship Id="rId97" Type="http://schemas.openxmlformats.org/officeDocument/2006/relationships/image" Target="../media/image2317.png"/><Relationship Id="rId120" Type="http://schemas.openxmlformats.org/officeDocument/2006/relationships/customXml" Target="../ink/ink3838.xml"/></Relationships>
</file>

<file path=ppt/slides/_rels/slide27.xml.rels><?xml version="1.0" encoding="UTF-8" standalone="yes"?>
<Relationships xmlns="http://schemas.openxmlformats.org/package/2006/relationships"><Relationship Id="rId26" Type="http://schemas.openxmlformats.org/officeDocument/2006/relationships/customXml" Target="../ink/ink3952.xml"/><Relationship Id="rId21" Type="http://schemas.openxmlformats.org/officeDocument/2006/relationships/image" Target="../media/image9970.png"/><Relationship Id="rId42" Type="http://schemas.openxmlformats.org/officeDocument/2006/relationships/customXml" Target="../ink/ink3960.xml"/><Relationship Id="rId47" Type="http://schemas.openxmlformats.org/officeDocument/2006/relationships/image" Target="../media/image10100.png"/><Relationship Id="rId63" Type="http://schemas.openxmlformats.org/officeDocument/2006/relationships/image" Target="../media/image10180.png"/><Relationship Id="rId68" Type="http://schemas.openxmlformats.org/officeDocument/2006/relationships/customXml" Target="../ink/ink3973.xml"/><Relationship Id="rId16" Type="http://schemas.openxmlformats.org/officeDocument/2006/relationships/customXml" Target="../ink/ink3947.xml"/><Relationship Id="rId11" Type="http://schemas.openxmlformats.org/officeDocument/2006/relationships/image" Target="../media/image9920.png"/><Relationship Id="rId32" Type="http://schemas.openxmlformats.org/officeDocument/2006/relationships/customXml" Target="../ink/ink3955.xml"/><Relationship Id="rId37" Type="http://schemas.openxmlformats.org/officeDocument/2006/relationships/image" Target="../media/image10050.png"/><Relationship Id="rId53" Type="http://schemas.openxmlformats.org/officeDocument/2006/relationships/image" Target="../media/image10130.png"/><Relationship Id="rId58" Type="http://schemas.openxmlformats.org/officeDocument/2006/relationships/customXml" Target="../ink/ink3968.xml"/><Relationship Id="rId74" Type="http://schemas.openxmlformats.org/officeDocument/2006/relationships/customXml" Target="../ink/ink3976.xml"/><Relationship Id="rId79" Type="http://schemas.openxmlformats.org/officeDocument/2006/relationships/image" Target="../media/image10260.png"/><Relationship Id="rId5" Type="http://schemas.openxmlformats.org/officeDocument/2006/relationships/image" Target="../media/image9890.png"/><Relationship Id="rId61" Type="http://schemas.openxmlformats.org/officeDocument/2006/relationships/image" Target="../media/image10170.png"/><Relationship Id="rId82" Type="http://schemas.openxmlformats.org/officeDocument/2006/relationships/customXml" Target="../ink/ink3980.xml"/><Relationship Id="rId19" Type="http://schemas.openxmlformats.org/officeDocument/2006/relationships/image" Target="../media/image9960.png"/><Relationship Id="rId14" Type="http://schemas.openxmlformats.org/officeDocument/2006/relationships/customXml" Target="../ink/ink3946.xml"/><Relationship Id="rId22" Type="http://schemas.openxmlformats.org/officeDocument/2006/relationships/customXml" Target="../ink/ink3950.xml"/><Relationship Id="rId27" Type="http://schemas.openxmlformats.org/officeDocument/2006/relationships/image" Target="../media/image10000.png"/><Relationship Id="rId30" Type="http://schemas.openxmlformats.org/officeDocument/2006/relationships/customXml" Target="../ink/ink3954.xml"/><Relationship Id="rId35" Type="http://schemas.openxmlformats.org/officeDocument/2006/relationships/image" Target="../media/image10040.png"/><Relationship Id="rId43" Type="http://schemas.openxmlformats.org/officeDocument/2006/relationships/image" Target="../media/image10080.png"/><Relationship Id="rId48" Type="http://schemas.openxmlformats.org/officeDocument/2006/relationships/customXml" Target="../ink/ink3963.xml"/><Relationship Id="rId56" Type="http://schemas.openxmlformats.org/officeDocument/2006/relationships/customXml" Target="../ink/ink3967.xml"/><Relationship Id="rId64" Type="http://schemas.openxmlformats.org/officeDocument/2006/relationships/customXml" Target="../ink/ink3971.xml"/><Relationship Id="rId69" Type="http://schemas.openxmlformats.org/officeDocument/2006/relationships/image" Target="../media/image10211.png"/><Relationship Id="rId77" Type="http://schemas.openxmlformats.org/officeDocument/2006/relationships/image" Target="../media/image10250.png"/><Relationship Id="rId8" Type="http://schemas.openxmlformats.org/officeDocument/2006/relationships/customXml" Target="../ink/ink3943.xml"/><Relationship Id="rId51" Type="http://schemas.openxmlformats.org/officeDocument/2006/relationships/image" Target="../media/image10120.png"/><Relationship Id="rId72" Type="http://schemas.openxmlformats.org/officeDocument/2006/relationships/customXml" Target="../ink/ink3975.xml"/><Relationship Id="rId80" Type="http://schemas.openxmlformats.org/officeDocument/2006/relationships/customXml" Target="../ink/ink3979.xml"/><Relationship Id="rId3" Type="http://schemas.openxmlformats.org/officeDocument/2006/relationships/image" Target="../media/image2447.gif"/><Relationship Id="rId12" Type="http://schemas.openxmlformats.org/officeDocument/2006/relationships/customXml" Target="../ink/ink3945.xml"/><Relationship Id="rId17" Type="http://schemas.openxmlformats.org/officeDocument/2006/relationships/image" Target="../media/image9950.png"/><Relationship Id="rId25" Type="http://schemas.openxmlformats.org/officeDocument/2006/relationships/image" Target="../media/image9990.png"/><Relationship Id="rId33" Type="http://schemas.openxmlformats.org/officeDocument/2006/relationships/image" Target="../media/image10030.png"/><Relationship Id="rId38" Type="http://schemas.openxmlformats.org/officeDocument/2006/relationships/customXml" Target="../ink/ink3958.xml"/><Relationship Id="rId46" Type="http://schemas.openxmlformats.org/officeDocument/2006/relationships/customXml" Target="../ink/ink3962.xml"/><Relationship Id="rId59" Type="http://schemas.openxmlformats.org/officeDocument/2006/relationships/image" Target="../media/image10160.png"/><Relationship Id="rId67" Type="http://schemas.openxmlformats.org/officeDocument/2006/relationships/image" Target="../media/image10200.png"/><Relationship Id="rId20" Type="http://schemas.openxmlformats.org/officeDocument/2006/relationships/customXml" Target="../ink/ink3949.xml"/><Relationship Id="rId41" Type="http://schemas.openxmlformats.org/officeDocument/2006/relationships/image" Target="../media/image10070.png"/><Relationship Id="rId54" Type="http://schemas.openxmlformats.org/officeDocument/2006/relationships/customXml" Target="../ink/ink3966.xml"/><Relationship Id="rId62" Type="http://schemas.openxmlformats.org/officeDocument/2006/relationships/customXml" Target="../ink/ink3970.xml"/><Relationship Id="rId70" Type="http://schemas.openxmlformats.org/officeDocument/2006/relationships/customXml" Target="../ink/ink3974.xml"/><Relationship Id="rId75" Type="http://schemas.openxmlformats.org/officeDocument/2006/relationships/image" Target="../media/image10240.png"/><Relationship Id="rId83" Type="http://schemas.openxmlformats.org/officeDocument/2006/relationships/image" Target="../media/image10280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942.xml"/><Relationship Id="rId15" Type="http://schemas.openxmlformats.org/officeDocument/2006/relationships/image" Target="../media/image9940.png"/><Relationship Id="rId23" Type="http://schemas.openxmlformats.org/officeDocument/2006/relationships/image" Target="../media/image9980.png"/><Relationship Id="rId28" Type="http://schemas.openxmlformats.org/officeDocument/2006/relationships/customXml" Target="../ink/ink3953.xml"/><Relationship Id="rId36" Type="http://schemas.openxmlformats.org/officeDocument/2006/relationships/customXml" Target="../ink/ink3957.xml"/><Relationship Id="rId49" Type="http://schemas.openxmlformats.org/officeDocument/2006/relationships/image" Target="../media/image10110.png"/><Relationship Id="rId57" Type="http://schemas.openxmlformats.org/officeDocument/2006/relationships/image" Target="../media/image10150.png"/><Relationship Id="rId10" Type="http://schemas.openxmlformats.org/officeDocument/2006/relationships/customXml" Target="../ink/ink3944.xml"/><Relationship Id="rId31" Type="http://schemas.openxmlformats.org/officeDocument/2006/relationships/image" Target="../media/image10020.png"/><Relationship Id="rId44" Type="http://schemas.openxmlformats.org/officeDocument/2006/relationships/customXml" Target="../ink/ink3961.xml"/><Relationship Id="rId52" Type="http://schemas.openxmlformats.org/officeDocument/2006/relationships/customXml" Target="../ink/ink3965.xml"/><Relationship Id="rId60" Type="http://schemas.openxmlformats.org/officeDocument/2006/relationships/customXml" Target="../ink/ink3969.xml"/><Relationship Id="rId65" Type="http://schemas.openxmlformats.org/officeDocument/2006/relationships/image" Target="../media/image10190.png"/><Relationship Id="rId73" Type="http://schemas.openxmlformats.org/officeDocument/2006/relationships/image" Target="../media/image10230.png"/><Relationship Id="rId78" Type="http://schemas.openxmlformats.org/officeDocument/2006/relationships/customXml" Target="../ink/ink3978.xml"/><Relationship Id="rId81" Type="http://schemas.openxmlformats.org/officeDocument/2006/relationships/image" Target="../media/image10270.png"/><Relationship Id="rId4" Type="http://schemas.openxmlformats.org/officeDocument/2006/relationships/customXml" Target="../ink/ink3941.xml"/><Relationship Id="rId9" Type="http://schemas.openxmlformats.org/officeDocument/2006/relationships/image" Target="../media/image9911.png"/><Relationship Id="rId13" Type="http://schemas.openxmlformats.org/officeDocument/2006/relationships/image" Target="../media/image9930.png"/><Relationship Id="rId18" Type="http://schemas.openxmlformats.org/officeDocument/2006/relationships/customXml" Target="../ink/ink3948.xml"/><Relationship Id="rId39" Type="http://schemas.openxmlformats.org/officeDocument/2006/relationships/image" Target="../media/image10060.png"/><Relationship Id="rId34" Type="http://schemas.openxmlformats.org/officeDocument/2006/relationships/customXml" Target="../ink/ink3956.xml"/><Relationship Id="rId50" Type="http://schemas.openxmlformats.org/officeDocument/2006/relationships/customXml" Target="../ink/ink3964.xml"/><Relationship Id="rId55" Type="http://schemas.openxmlformats.org/officeDocument/2006/relationships/image" Target="../media/image10140.png"/><Relationship Id="rId76" Type="http://schemas.openxmlformats.org/officeDocument/2006/relationships/customXml" Target="../ink/ink3977.xml"/><Relationship Id="rId7" Type="http://schemas.openxmlformats.org/officeDocument/2006/relationships/image" Target="../media/image9900.png"/><Relationship Id="rId71" Type="http://schemas.openxmlformats.org/officeDocument/2006/relationships/image" Target="../media/image10220.png"/><Relationship Id="rId2" Type="http://schemas.openxmlformats.org/officeDocument/2006/relationships/image" Target="../media/image2446.gif"/><Relationship Id="rId29" Type="http://schemas.openxmlformats.org/officeDocument/2006/relationships/image" Target="../media/image10011.png"/><Relationship Id="rId24" Type="http://schemas.openxmlformats.org/officeDocument/2006/relationships/customXml" Target="../ink/ink3951.xml"/><Relationship Id="rId40" Type="http://schemas.openxmlformats.org/officeDocument/2006/relationships/customXml" Target="../ink/ink3959.xml"/><Relationship Id="rId45" Type="http://schemas.openxmlformats.org/officeDocument/2006/relationships/image" Target="../media/image10090.png"/><Relationship Id="rId66" Type="http://schemas.openxmlformats.org/officeDocument/2006/relationships/customXml" Target="../ink/ink3972.xml"/></Relationships>
</file>

<file path=ppt/slides/_rels/slide28.xml.rels><?xml version="1.0" encoding="UTF-8" standalone="yes"?>
<Relationships xmlns="http://schemas.openxmlformats.org/package/2006/relationships"><Relationship Id="rId26" Type="http://schemas.openxmlformats.org/officeDocument/2006/relationships/image" Target="../media/image10411.png"/><Relationship Id="rId117" Type="http://schemas.openxmlformats.org/officeDocument/2006/relationships/customXml" Target="../ink/ink4017.xml"/><Relationship Id="rId21" Type="http://schemas.openxmlformats.org/officeDocument/2006/relationships/customXml" Target="../ink/ink3989.xml"/><Relationship Id="rId42" Type="http://schemas.openxmlformats.org/officeDocument/2006/relationships/image" Target="../media/image10490.png"/><Relationship Id="rId47" Type="http://schemas.openxmlformats.org/officeDocument/2006/relationships/customXml" Target="../ink/ink4001.xml"/><Relationship Id="rId89" Type="http://schemas.openxmlformats.org/officeDocument/2006/relationships/customXml" Target="../ink/ink4005.xml"/><Relationship Id="rId112" Type="http://schemas.openxmlformats.org/officeDocument/2006/relationships/image" Target="../media/image10840.png"/><Relationship Id="rId2" Type="http://schemas.openxmlformats.org/officeDocument/2006/relationships/image" Target="../media/image2448.png"/><Relationship Id="rId16" Type="http://schemas.openxmlformats.org/officeDocument/2006/relationships/image" Target="../media/image10360.png"/><Relationship Id="rId29" Type="http://schemas.openxmlformats.org/officeDocument/2006/relationships/customXml" Target="../ink/ink3993.xml"/><Relationship Id="rId107" Type="http://schemas.openxmlformats.org/officeDocument/2006/relationships/customXml" Target="../ink/ink4012.xml"/><Relationship Id="rId11" Type="http://schemas.openxmlformats.org/officeDocument/2006/relationships/customXml" Target="../ink/ink3985.xml"/><Relationship Id="rId24" Type="http://schemas.openxmlformats.org/officeDocument/2006/relationships/image" Target="../media/image10400.png"/><Relationship Id="rId32" Type="http://schemas.openxmlformats.org/officeDocument/2006/relationships/image" Target="../media/image10440.png"/><Relationship Id="rId40" Type="http://schemas.openxmlformats.org/officeDocument/2006/relationships/image" Target="../media/image10480.png"/><Relationship Id="rId45" Type="http://schemas.openxmlformats.org/officeDocument/2006/relationships/customXml" Target="../ink/ink4000.xml"/><Relationship Id="rId87" Type="http://schemas.openxmlformats.org/officeDocument/2006/relationships/customXml" Target="../ink/ink4004.xml"/><Relationship Id="rId102" Type="http://schemas.openxmlformats.org/officeDocument/2006/relationships/image" Target="../media/image10790.png"/><Relationship Id="rId110" Type="http://schemas.openxmlformats.org/officeDocument/2006/relationships/image" Target="../media/image10830.png"/><Relationship Id="rId115" Type="http://schemas.openxmlformats.org/officeDocument/2006/relationships/customXml" Target="../ink/ink4016.xml"/><Relationship Id="rId5" Type="http://schemas.openxmlformats.org/officeDocument/2006/relationships/customXml" Target="../ink/ink3982.xml"/><Relationship Id="rId90" Type="http://schemas.openxmlformats.org/officeDocument/2006/relationships/image" Target="../media/image10730.png"/><Relationship Id="rId19" Type="http://schemas.openxmlformats.org/officeDocument/2006/relationships/customXml" Target="../ink/ink3988.xml"/><Relationship Id="rId14" Type="http://schemas.openxmlformats.org/officeDocument/2006/relationships/image" Target="../media/image10350.png"/><Relationship Id="rId22" Type="http://schemas.openxmlformats.org/officeDocument/2006/relationships/image" Target="../media/image10390.png"/><Relationship Id="rId27" Type="http://schemas.openxmlformats.org/officeDocument/2006/relationships/customXml" Target="../ink/ink3992.xml"/><Relationship Id="rId30" Type="http://schemas.openxmlformats.org/officeDocument/2006/relationships/image" Target="../media/image10430.png"/><Relationship Id="rId35" Type="http://schemas.openxmlformats.org/officeDocument/2006/relationships/customXml" Target="../ink/ink3996.xml"/><Relationship Id="rId43" Type="http://schemas.openxmlformats.org/officeDocument/2006/relationships/customXml" Target="../ink/ink3999.xml"/><Relationship Id="rId48" Type="http://schemas.openxmlformats.org/officeDocument/2006/relationships/image" Target="../media/image10520.png"/><Relationship Id="rId100" Type="http://schemas.openxmlformats.org/officeDocument/2006/relationships/image" Target="../media/image10780.png"/><Relationship Id="rId105" Type="http://schemas.openxmlformats.org/officeDocument/2006/relationships/customXml" Target="../ink/ink4011.xml"/><Relationship Id="rId113" Type="http://schemas.openxmlformats.org/officeDocument/2006/relationships/customXml" Target="../ink/ink4015.xml"/><Relationship Id="rId118" Type="http://schemas.openxmlformats.org/officeDocument/2006/relationships/image" Target="../media/image10870.png"/><Relationship Id="rId8" Type="http://schemas.openxmlformats.org/officeDocument/2006/relationships/image" Target="../media/image10320.png"/><Relationship Id="rId51" Type="http://schemas.openxmlformats.org/officeDocument/2006/relationships/customXml" Target="../ink/ink4003.xml"/><Relationship Id="rId93" Type="http://schemas.openxmlformats.org/officeDocument/2006/relationships/customXml" Target="../ink/ink4007.xml"/><Relationship Id="rId98" Type="http://schemas.openxmlformats.org/officeDocument/2006/relationships/image" Target="../media/image10770.png"/><Relationship Id="rId3" Type="http://schemas.openxmlformats.org/officeDocument/2006/relationships/customXml" Target="../ink/ink3981.xml"/><Relationship Id="rId17" Type="http://schemas.openxmlformats.org/officeDocument/2006/relationships/customXml" Target="../ink/ink3987.xml"/><Relationship Id="rId25" Type="http://schemas.openxmlformats.org/officeDocument/2006/relationships/customXml" Target="../ink/ink3991.xml"/><Relationship Id="rId33" Type="http://schemas.openxmlformats.org/officeDocument/2006/relationships/customXml" Target="../ink/ink3995.xml"/><Relationship Id="rId38" Type="http://schemas.openxmlformats.org/officeDocument/2006/relationships/image" Target="../media/image10470.png"/><Relationship Id="rId46" Type="http://schemas.openxmlformats.org/officeDocument/2006/relationships/image" Target="../media/image10511.png"/><Relationship Id="rId103" Type="http://schemas.openxmlformats.org/officeDocument/2006/relationships/customXml" Target="../ink/ink4010.xml"/><Relationship Id="rId108" Type="http://schemas.openxmlformats.org/officeDocument/2006/relationships/image" Target="../media/image10820.png"/><Relationship Id="rId116" Type="http://schemas.openxmlformats.org/officeDocument/2006/relationships/image" Target="../media/image10860.png"/><Relationship Id="rId20" Type="http://schemas.openxmlformats.org/officeDocument/2006/relationships/image" Target="../media/image10380.png"/><Relationship Id="rId41" Type="http://schemas.openxmlformats.org/officeDocument/2006/relationships/customXml" Target="../ink/ink3998.xml"/><Relationship Id="rId88" Type="http://schemas.openxmlformats.org/officeDocument/2006/relationships/image" Target="../media/image10720.png"/><Relationship Id="rId91" Type="http://schemas.openxmlformats.org/officeDocument/2006/relationships/customXml" Target="../ink/ink4006.xml"/><Relationship Id="rId111" Type="http://schemas.openxmlformats.org/officeDocument/2006/relationships/customXml" Target="../ink/ink40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11.png"/><Relationship Id="rId15" Type="http://schemas.openxmlformats.org/officeDocument/2006/relationships/customXml" Target="../ink/ink3986.xml"/><Relationship Id="rId23" Type="http://schemas.openxmlformats.org/officeDocument/2006/relationships/customXml" Target="../ink/ink3990.xml"/><Relationship Id="rId28" Type="http://schemas.openxmlformats.org/officeDocument/2006/relationships/image" Target="../media/image10420.png"/><Relationship Id="rId49" Type="http://schemas.openxmlformats.org/officeDocument/2006/relationships/customXml" Target="../ink/ink4002.xml"/><Relationship Id="rId106" Type="http://schemas.openxmlformats.org/officeDocument/2006/relationships/image" Target="../media/image10811.png"/><Relationship Id="rId114" Type="http://schemas.openxmlformats.org/officeDocument/2006/relationships/image" Target="../media/image10850.png"/><Relationship Id="rId10" Type="http://schemas.openxmlformats.org/officeDocument/2006/relationships/image" Target="../media/image10330.png"/><Relationship Id="rId31" Type="http://schemas.openxmlformats.org/officeDocument/2006/relationships/customXml" Target="../ink/ink3994.xml"/><Relationship Id="rId44" Type="http://schemas.openxmlformats.org/officeDocument/2006/relationships/image" Target="../media/image10500.png"/><Relationship Id="rId86" Type="http://schemas.openxmlformats.org/officeDocument/2006/relationships/image" Target="../media/image10711.png"/><Relationship Id="rId99" Type="http://schemas.openxmlformats.org/officeDocument/2006/relationships/customXml" Target="../ink/ink4008.xml"/><Relationship Id="rId101" Type="http://schemas.openxmlformats.org/officeDocument/2006/relationships/customXml" Target="../ink/ink4009.xml"/><Relationship Id="rId4" Type="http://schemas.openxmlformats.org/officeDocument/2006/relationships/image" Target="../media/image10300.png"/><Relationship Id="rId9" Type="http://schemas.openxmlformats.org/officeDocument/2006/relationships/customXml" Target="../ink/ink3984.xml"/><Relationship Id="rId18" Type="http://schemas.openxmlformats.org/officeDocument/2006/relationships/image" Target="../media/image10370.png"/><Relationship Id="rId39" Type="http://schemas.openxmlformats.org/officeDocument/2006/relationships/customXml" Target="../ink/ink3997.xml"/><Relationship Id="rId109" Type="http://schemas.openxmlformats.org/officeDocument/2006/relationships/customXml" Target="../ink/ink4013.xml"/><Relationship Id="rId34" Type="http://schemas.openxmlformats.org/officeDocument/2006/relationships/image" Target="../media/image10450.png"/><Relationship Id="rId50" Type="http://schemas.openxmlformats.org/officeDocument/2006/relationships/image" Target="../media/image10530.png"/><Relationship Id="rId104" Type="http://schemas.openxmlformats.org/officeDocument/2006/relationships/image" Target="../media/image10800.png"/><Relationship Id="rId7" Type="http://schemas.openxmlformats.org/officeDocument/2006/relationships/customXml" Target="../ink/ink3983.xml"/><Relationship Id="rId92" Type="http://schemas.openxmlformats.org/officeDocument/2006/relationships/image" Target="../media/image10740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11.png"/><Relationship Id="rId13" Type="http://schemas.openxmlformats.org/officeDocument/2006/relationships/customXml" Target="../ink/ink4023.xml"/><Relationship Id="rId18" Type="http://schemas.openxmlformats.org/officeDocument/2006/relationships/image" Target="../media/image10960.png"/><Relationship Id="rId3" Type="http://schemas.openxmlformats.org/officeDocument/2006/relationships/customXml" Target="../ink/ink4018.xml"/><Relationship Id="rId7" Type="http://schemas.openxmlformats.org/officeDocument/2006/relationships/customXml" Target="../ink/ink4020.xml"/><Relationship Id="rId12" Type="http://schemas.openxmlformats.org/officeDocument/2006/relationships/image" Target="../media/image10930.png"/><Relationship Id="rId17" Type="http://schemas.openxmlformats.org/officeDocument/2006/relationships/customXml" Target="../ink/ink4025.xml"/><Relationship Id="rId2" Type="http://schemas.openxmlformats.org/officeDocument/2006/relationships/image" Target="../media/image2449.png"/><Relationship Id="rId16" Type="http://schemas.openxmlformats.org/officeDocument/2006/relationships/image" Target="../media/image109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900.png"/><Relationship Id="rId11" Type="http://schemas.openxmlformats.org/officeDocument/2006/relationships/customXml" Target="../ink/ink4022.xml"/><Relationship Id="rId5" Type="http://schemas.openxmlformats.org/officeDocument/2006/relationships/customXml" Target="../ink/ink4019.xml"/><Relationship Id="rId15" Type="http://schemas.openxmlformats.org/officeDocument/2006/relationships/customXml" Target="../ink/ink4024.xml"/><Relationship Id="rId10" Type="http://schemas.openxmlformats.org/officeDocument/2006/relationships/image" Target="../media/image10920.png"/><Relationship Id="rId4" Type="http://schemas.openxmlformats.org/officeDocument/2006/relationships/image" Target="../media/image10890.png"/><Relationship Id="rId9" Type="http://schemas.openxmlformats.org/officeDocument/2006/relationships/customXml" Target="../ink/ink4021.xml"/><Relationship Id="rId14" Type="http://schemas.openxmlformats.org/officeDocument/2006/relationships/image" Target="../media/image10940.png"/></Relationships>
</file>

<file path=ppt/slides/_rels/slide30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4063.xml"/><Relationship Id="rId299" Type="http://schemas.openxmlformats.org/officeDocument/2006/relationships/image" Target="../media/image2549.png"/><Relationship Id="rId21" Type="http://schemas.openxmlformats.org/officeDocument/2006/relationships/customXml" Target="../ink/ink4035.xml"/><Relationship Id="rId159" Type="http://schemas.openxmlformats.org/officeDocument/2006/relationships/customXml" Target="../ink/ink4084.xml"/><Relationship Id="rId324" Type="http://schemas.openxmlformats.org/officeDocument/2006/relationships/customXml" Target="../ink/ink4167.xml"/><Relationship Id="rId170" Type="http://schemas.openxmlformats.org/officeDocument/2006/relationships/image" Target="../media/image2477.png"/><Relationship Id="rId226" Type="http://schemas.openxmlformats.org/officeDocument/2006/relationships/image" Target="../media/image2508.png"/><Relationship Id="rId268" Type="http://schemas.openxmlformats.org/officeDocument/2006/relationships/customXml" Target="../ink/ink4139.xml"/><Relationship Id="rId32" Type="http://schemas.openxmlformats.org/officeDocument/2006/relationships/image" Target="../media/image11120.png"/><Relationship Id="rId128" Type="http://schemas.openxmlformats.org/officeDocument/2006/relationships/image" Target="../media/image2454.png"/><Relationship Id="rId335" Type="http://schemas.openxmlformats.org/officeDocument/2006/relationships/image" Target="../media/image2569.png"/><Relationship Id="rId5" Type="http://schemas.openxmlformats.org/officeDocument/2006/relationships/customXml" Target="../ink/ink4027.xml"/><Relationship Id="rId181" Type="http://schemas.openxmlformats.org/officeDocument/2006/relationships/customXml" Target="../ink/ink4095.xml"/><Relationship Id="rId237" Type="http://schemas.openxmlformats.org/officeDocument/2006/relationships/customXml" Target="../ink/ink4123.xml"/><Relationship Id="rId279" Type="http://schemas.openxmlformats.org/officeDocument/2006/relationships/image" Target="../media/image2538.png"/><Relationship Id="rId139" Type="http://schemas.openxmlformats.org/officeDocument/2006/relationships/customXml" Target="../ink/ink4074.xml"/><Relationship Id="rId290" Type="http://schemas.openxmlformats.org/officeDocument/2006/relationships/customXml" Target="../ink/ink4150.xml"/><Relationship Id="rId304" Type="http://schemas.openxmlformats.org/officeDocument/2006/relationships/customXml" Target="../ink/ink4157.xml"/><Relationship Id="rId85" Type="http://schemas.openxmlformats.org/officeDocument/2006/relationships/customXml" Target="../ink/ink4047.xml"/><Relationship Id="rId150" Type="http://schemas.openxmlformats.org/officeDocument/2006/relationships/image" Target="../media/image2466.png"/><Relationship Id="rId192" Type="http://schemas.openxmlformats.org/officeDocument/2006/relationships/image" Target="../media/image2489.png"/><Relationship Id="rId206" Type="http://schemas.openxmlformats.org/officeDocument/2006/relationships/image" Target="../media/image2497.png"/><Relationship Id="rId248" Type="http://schemas.openxmlformats.org/officeDocument/2006/relationships/customXml" Target="../ink/ink4129.xml"/><Relationship Id="rId12" Type="http://schemas.openxmlformats.org/officeDocument/2006/relationships/image" Target="../media/image11020.png"/><Relationship Id="rId108" Type="http://schemas.openxmlformats.org/officeDocument/2006/relationships/image" Target="../media/image11500.png"/><Relationship Id="rId315" Type="http://schemas.openxmlformats.org/officeDocument/2006/relationships/image" Target="../media/image2558.png"/><Relationship Id="rId96" Type="http://schemas.openxmlformats.org/officeDocument/2006/relationships/image" Target="../media/image11440.png"/><Relationship Id="rId140" Type="http://schemas.openxmlformats.org/officeDocument/2006/relationships/image" Target="../media/image2461.png"/><Relationship Id="rId161" Type="http://schemas.openxmlformats.org/officeDocument/2006/relationships/customXml" Target="../ink/ink4085.xml"/><Relationship Id="rId182" Type="http://schemas.openxmlformats.org/officeDocument/2006/relationships/image" Target="../media/image2484.png"/><Relationship Id="rId217" Type="http://schemas.openxmlformats.org/officeDocument/2006/relationships/customXml" Target="../ink/ink4113.xml"/><Relationship Id="rId6" Type="http://schemas.openxmlformats.org/officeDocument/2006/relationships/image" Target="../media/image10990.png"/><Relationship Id="rId238" Type="http://schemas.openxmlformats.org/officeDocument/2006/relationships/image" Target="../media/image2516.png"/><Relationship Id="rId259" Type="http://schemas.openxmlformats.org/officeDocument/2006/relationships/image" Target="../media/image2527.png"/><Relationship Id="rId23" Type="http://schemas.openxmlformats.org/officeDocument/2006/relationships/customXml" Target="../ink/ink4036.xml"/><Relationship Id="rId119" Type="http://schemas.openxmlformats.org/officeDocument/2006/relationships/customXml" Target="../ink/ink4064.xml"/><Relationship Id="rId270" Type="http://schemas.openxmlformats.org/officeDocument/2006/relationships/customXml" Target="../ink/ink4140.xml"/><Relationship Id="rId291" Type="http://schemas.openxmlformats.org/officeDocument/2006/relationships/image" Target="../media/image2545.png"/><Relationship Id="rId305" Type="http://schemas.openxmlformats.org/officeDocument/2006/relationships/image" Target="../media/image2553.png"/><Relationship Id="rId326" Type="http://schemas.openxmlformats.org/officeDocument/2006/relationships/customXml" Target="../ink/ink4168.xml"/><Relationship Id="rId86" Type="http://schemas.openxmlformats.org/officeDocument/2006/relationships/image" Target="../media/image11390.png"/><Relationship Id="rId130" Type="http://schemas.openxmlformats.org/officeDocument/2006/relationships/image" Target="../media/image2455.png"/><Relationship Id="rId151" Type="http://schemas.openxmlformats.org/officeDocument/2006/relationships/customXml" Target="../ink/ink4080.xml"/><Relationship Id="rId172" Type="http://schemas.openxmlformats.org/officeDocument/2006/relationships/image" Target="../media/image2478.png"/><Relationship Id="rId193" Type="http://schemas.openxmlformats.org/officeDocument/2006/relationships/customXml" Target="../ink/ink4101.xml"/><Relationship Id="rId207" Type="http://schemas.openxmlformats.org/officeDocument/2006/relationships/customXml" Target="../ink/ink4108.xml"/><Relationship Id="rId228" Type="http://schemas.openxmlformats.org/officeDocument/2006/relationships/image" Target="../media/image2509.png"/><Relationship Id="rId249" Type="http://schemas.openxmlformats.org/officeDocument/2006/relationships/image" Target="../media/image2522.png"/><Relationship Id="rId13" Type="http://schemas.openxmlformats.org/officeDocument/2006/relationships/customXml" Target="../ink/ink4031.xml"/><Relationship Id="rId109" Type="http://schemas.openxmlformats.org/officeDocument/2006/relationships/customXml" Target="../ink/ink4059.xml"/><Relationship Id="rId260" Type="http://schemas.openxmlformats.org/officeDocument/2006/relationships/customXml" Target="../ink/ink4135.xml"/><Relationship Id="rId281" Type="http://schemas.openxmlformats.org/officeDocument/2006/relationships/image" Target="../media/image2539.png"/><Relationship Id="rId316" Type="http://schemas.openxmlformats.org/officeDocument/2006/relationships/customXml" Target="../ink/ink4163.xml"/><Relationship Id="rId337" Type="http://schemas.openxmlformats.org/officeDocument/2006/relationships/image" Target="../media/image2571.png"/><Relationship Id="rId34" Type="http://schemas.openxmlformats.org/officeDocument/2006/relationships/image" Target="../media/image11130.png"/><Relationship Id="rId76" Type="http://schemas.openxmlformats.org/officeDocument/2006/relationships/image" Target="../media/image11340.png"/><Relationship Id="rId97" Type="http://schemas.openxmlformats.org/officeDocument/2006/relationships/customXml" Target="../ink/ink4053.xml"/><Relationship Id="rId120" Type="http://schemas.openxmlformats.org/officeDocument/2006/relationships/image" Target="../media/image11560.png"/><Relationship Id="rId141" Type="http://schemas.openxmlformats.org/officeDocument/2006/relationships/customXml" Target="../ink/ink4075.xml"/><Relationship Id="rId7" Type="http://schemas.openxmlformats.org/officeDocument/2006/relationships/customXml" Target="../ink/ink4028.xml"/><Relationship Id="rId162" Type="http://schemas.openxmlformats.org/officeDocument/2006/relationships/image" Target="../media/image2473.png"/><Relationship Id="rId183" Type="http://schemas.openxmlformats.org/officeDocument/2006/relationships/customXml" Target="../ink/ink4096.xml"/><Relationship Id="rId218" Type="http://schemas.openxmlformats.org/officeDocument/2006/relationships/image" Target="../media/image2504.png"/><Relationship Id="rId239" Type="http://schemas.openxmlformats.org/officeDocument/2006/relationships/customXml" Target="../ink/ink4124.xml"/><Relationship Id="rId250" Type="http://schemas.openxmlformats.org/officeDocument/2006/relationships/customXml" Target="../ink/ink4130.xml"/><Relationship Id="rId271" Type="http://schemas.openxmlformats.org/officeDocument/2006/relationships/image" Target="../media/image2534.png"/><Relationship Id="rId292" Type="http://schemas.openxmlformats.org/officeDocument/2006/relationships/customXml" Target="../ink/ink4151.xml"/><Relationship Id="rId306" Type="http://schemas.openxmlformats.org/officeDocument/2006/relationships/customXml" Target="../ink/ink4158.xml"/><Relationship Id="rId24" Type="http://schemas.openxmlformats.org/officeDocument/2006/relationships/image" Target="../media/image11080.png"/><Relationship Id="rId87" Type="http://schemas.openxmlformats.org/officeDocument/2006/relationships/customXml" Target="../ink/ink4048.xml"/><Relationship Id="rId110" Type="http://schemas.openxmlformats.org/officeDocument/2006/relationships/image" Target="../media/image11511.png"/><Relationship Id="rId131" Type="http://schemas.openxmlformats.org/officeDocument/2006/relationships/customXml" Target="../ink/ink4070.xml"/><Relationship Id="rId327" Type="http://schemas.openxmlformats.org/officeDocument/2006/relationships/image" Target="../media/image2565.png"/><Relationship Id="rId152" Type="http://schemas.openxmlformats.org/officeDocument/2006/relationships/image" Target="../media/image2467.png"/><Relationship Id="rId173" Type="http://schemas.openxmlformats.org/officeDocument/2006/relationships/customXml" Target="../ink/ink4091.xml"/><Relationship Id="rId194" Type="http://schemas.openxmlformats.org/officeDocument/2006/relationships/image" Target="../media/image2491.png"/><Relationship Id="rId208" Type="http://schemas.openxmlformats.org/officeDocument/2006/relationships/image" Target="../media/image2498.png"/><Relationship Id="rId229" Type="http://schemas.openxmlformats.org/officeDocument/2006/relationships/customXml" Target="../ink/ink4119.xml"/><Relationship Id="rId240" Type="http://schemas.openxmlformats.org/officeDocument/2006/relationships/image" Target="../media/image2517.png"/><Relationship Id="rId261" Type="http://schemas.openxmlformats.org/officeDocument/2006/relationships/image" Target="../media/image2528.png"/><Relationship Id="rId14" Type="http://schemas.openxmlformats.org/officeDocument/2006/relationships/image" Target="../media/image11030.png"/><Relationship Id="rId35" Type="http://schemas.openxmlformats.org/officeDocument/2006/relationships/customXml" Target="../ink/ink4042.xml"/><Relationship Id="rId77" Type="http://schemas.openxmlformats.org/officeDocument/2006/relationships/customXml" Target="../ink/ink4043.xml"/><Relationship Id="rId100" Type="http://schemas.openxmlformats.org/officeDocument/2006/relationships/image" Target="../media/image11460.png"/><Relationship Id="rId282" Type="http://schemas.openxmlformats.org/officeDocument/2006/relationships/customXml" Target="../ink/ink4146.xml"/><Relationship Id="rId317" Type="http://schemas.openxmlformats.org/officeDocument/2006/relationships/image" Target="../media/image2559.png"/><Relationship Id="rId338" Type="http://schemas.openxmlformats.org/officeDocument/2006/relationships/customXml" Target="../ink/ink4174.xml"/><Relationship Id="rId8" Type="http://schemas.openxmlformats.org/officeDocument/2006/relationships/image" Target="../media/image11000.png"/><Relationship Id="rId98" Type="http://schemas.openxmlformats.org/officeDocument/2006/relationships/image" Target="../media/image11450.png"/><Relationship Id="rId121" Type="http://schemas.openxmlformats.org/officeDocument/2006/relationships/customXml" Target="../ink/ink4065.xml"/><Relationship Id="rId142" Type="http://schemas.openxmlformats.org/officeDocument/2006/relationships/image" Target="../media/image2462.png"/><Relationship Id="rId163" Type="http://schemas.openxmlformats.org/officeDocument/2006/relationships/customXml" Target="../ink/ink4086.xml"/><Relationship Id="rId184" Type="http://schemas.openxmlformats.org/officeDocument/2006/relationships/image" Target="../media/image2485.png"/><Relationship Id="rId219" Type="http://schemas.openxmlformats.org/officeDocument/2006/relationships/customXml" Target="../ink/ink4114.xml"/><Relationship Id="rId230" Type="http://schemas.openxmlformats.org/officeDocument/2006/relationships/image" Target="../media/image2510.png"/><Relationship Id="rId251" Type="http://schemas.openxmlformats.org/officeDocument/2006/relationships/image" Target="../media/image2523.png"/><Relationship Id="rId25" Type="http://schemas.openxmlformats.org/officeDocument/2006/relationships/customXml" Target="../ink/ink4037.xml"/><Relationship Id="rId272" Type="http://schemas.openxmlformats.org/officeDocument/2006/relationships/customXml" Target="../ink/ink4141.xml"/><Relationship Id="rId293" Type="http://schemas.openxmlformats.org/officeDocument/2006/relationships/image" Target="../media/image2546.png"/><Relationship Id="rId307" Type="http://schemas.openxmlformats.org/officeDocument/2006/relationships/image" Target="../media/image2554.png"/><Relationship Id="rId328" Type="http://schemas.openxmlformats.org/officeDocument/2006/relationships/customXml" Target="../ink/ink4169.xml"/><Relationship Id="rId88" Type="http://schemas.openxmlformats.org/officeDocument/2006/relationships/image" Target="../media/image11400.png"/><Relationship Id="rId111" Type="http://schemas.openxmlformats.org/officeDocument/2006/relationships/customXml" Target="../ink/ink4060.xml"/><Relationship Id="rId132" Type="http://schemas.openxmlformats.org/officeDocument/2006/relationships/image" Target="../media/image2456.png"/><Relationship Id="rId153" Type="http://schemas.openxmlformats.org/officeDocument/2006/relationships/customXml" Target="../ink/ink4081.xml"/><Relationship Id="rId174" Type="http://schemas.openxmlformats.org/officeDocument/2006/relationships/image" Target="../media/image2479.png"/><Relationship Id="rId195" Type="http://schemas.openxmlformats.org/officeDocument/2006/relationships/customXml" Target="../ink/ink4102.xml"/><Relationship Id="rId209" Type="http://schemas.openxmlformats.org/officeDocument/2006/relationships/customXml" Target="../ink/ink4109.xml"/><Relationship Id="rId220" Type="http://schemas.openxmlformats.org/officeDocument/2006/relationships/image" Target="../media/image2505.png"/><Relationship Id="rId241" Type="http://schemas.openxmlformats.org/officeDocument/2006/relationships/customXml" Target="../ink/ink4125.xml"/><Relationship Id="rId15" Type="http://schemas.openxmlformats.org/officeDocument/2006/relationships/customXml" Target="../ink/ink4032.xml"/><Relationship Id="rId262" Type="http://schemas.openxmlformats.org/officeDocument/2006/relationships/customXml" Target="../ink/ink4136.xml"/><Relationship Id="rId283" Type="http://schemas.openxmlformats.org/officeDocument/2006/relationships/image" Target="../media/image2541.png"/><Relationship Id="rId318" Type="http://schemas.openxmlformats.org/officeDocument/2006/relationships/customXml" Target="../ink/ink4164.xml"/><Relationship Id="rId339" Type="http://schemas.openxmlformats.org/officeDocument/2006/relationships/image" Target="../media/image2572.png"/><Relationship Id="rId78" Type="http://schemas.openxmlformats.org/officeDocument/2006/relationships/image" Target="../media/image11350.png"/><Relationship Id="rId99" Type="http://schemas.openxmlformats.org/officeDocument/2006/relationships/customXml" Target="../ink/ink4054.xml"/><Relationship Id="rId101" Type="http://schemas.openxmlformats.org/officeDocument/2006/relationships/customXml" Target="../ink/ink4055.xml"/><Relationship Id="rId122" Type="http://schemas.openxmlformats.org/officeDocument/2006/relationships/image" Target="../media/image11570.png"/><Relationship Id="rId143" Type="http://schemas.openxmlformats.org/officeDocument/2006/relationships/customXml" Target="../ink/ink4076.xml"/><Relationship Id="rId164" Type="http://schemas.openxmlformats.org/officeDocument/2006/relationships/image" Target="../media/image2474.png"/><Relationship Id="rId185" Type="http://schemas.openxmlformats.org/officeDocument/2006/relationships/customXml" Target="../ink/ink4097.xml"/><Relationship Id="rId9" Type="http://schemas.openxmlformats.org/officeDocument/2006/relationships/customXml" Target="../ink/ink4029.xml"/><Relationship Id="rId210" Type="http://schemas.openxmlformats.org/officeDocument/2006/relationships/image" Target="../media/image2499.png"/><Relationship Id="rId26" Type="http://schemas.openxmlformats.org/officeDocument/2006/relationships/image" Target="../media/image11090.png"/><Relationship Id="rId231" Type="http://schemas.openxmlformats.org/officeDocument/2006/relationships/customXml" Target="../ink/ink4120.xml"/><Relationship Id="rId252" Type="http://schemas.openxmlformats.org/officeDocument/2006/relationships/customXml" Target="../ink/ink4131.xml"/><Relationship Id="rId273" Type="http://schemas.openxmlformats.org/officeDocument/2006/relationships/image" Target="../media/image2535.png"/><Relationship Id="rId294" Type="http://schemas.openxmlformats.org/officeDocument/2006/relationships/customXml" Target="../ink/ink4152.xml"/><Relationship Id="rId308" Type="http://schemas.openxmlformats.org/officeDocument/2006/relationships/customXml" Target="../ink/ink4159.xml"/><Relationship Id="rId329" Type="http://schemas.openxmlformats.org/officeDocument/2006/relationships/image" Target="../media/image2566.png"/><Relationship Id="rId89" Type="http://schemas.openxmlformats.org/officeDocument/2006/relationships/customXml" Target="../ink/ink4049.xml"/><Relationship Id="rId112" Type="http://schemas.openxmlformats.org/officeDocument/2006/relationships/image" Target="../media/image11520.png"/><Relationship Id="rId133" Type="http://schemas.openxmlformats.org/officeDocument/2006/relationships/customXml" Target="../ink/ink4071.xml"/><Relationship Id="rId154" Type="http://schemas.openxmlformats.org/officeDocument/2006/relationships/image" Target="../media/image2468.png"/><Relationship Id="rId175" Type="http://schemas.openxmlformats.org/officeDocument/2006/relationships/customXml" Target="../ink/ink4092.xml"/><Relationship Id="rId196" Type="http://schemas.openxmlformats.org/officeDocument/2006/relationships/image" Target="../media/image2492.png"/><Relationship Id="rId200" Type="http://schemas.openxmlformats.org/officeDocument/2006/relationships/image" Target="../media/image2494.png"/><Relationship Id="rId16" Type="http://schemas.openxmlformats.org/officeDocument/2006/relationships/image" Target="../media/image11040.png"/><Relationship Id="rId221" Type="http://schemas.openxmlformats.org/officeDocument/2006/relationships/customXml" Target="../ink/ink4115.xml"/><Relationship Id="rId242" Type="http://schemas.openxmlformats.org/officeDocument/2006/relationships/image" Target="../media/image2518.png"/><Relationship Id="rId263" Type="http://schemas.openxmlformats.org/officeDocument/2006/relationships/image" Target="../media/image2529.png"/><Relationship Id="rId284" Type="http://schemas.openxmlformats.org/officeDocument/2006/relationships/customXml" Target="../ink/ink4147.xml"/><Relationship Id="rId319" Type="http://schemas.openxmlformats.org/officeDocument/2006/relationships/image" Target="../media/image2561.png"/><Relationship Id="rId79" Type="http://schemas.openxmlformats.org/officeDocument/2006/relationships/customXml" Target="../ink/ink4044.xml"/><Relationship Id="rId102" Type="http://schemas.openxmlformats.org/officeDocument/2006/relationships/image" Target="../media/image11470.png"/><Relationship Id="rId123" Type="http://schemas.openxmlformats.org/officeDocument/2006/relationships/customXml" Target="../ink/ink4066.xml"/><Relationship Id="rId144" Type="http://schemas.openxmlformats.org/officeDocument/2006/relationships/image" Target="../media/image2463.png"/><Relationship Id="rId330" Type="http://schemas.openxmlformats.org/officeDocument/2006/relationships/customXml" Target="../ink/ink4170.xml"/><Relationship Id="rId90" Type="http://schemas.openxmlformats.org/officeDocument/2006/relationships/image" Target="../media/image11411.png"/><Relationship Id="rId165" Type="http://schemas.openxmlformats.org/officeDocument/2006/relationships/customXml" Target="../ink/ink4087.xml"/><Relationship Id="rId186" Type="http://schemas.openxmlformats.org/officeDocument/2006/relationships/image" Target="../media/image2486.png"/><Relationship Id="rId211" Type="http://schemas.openxmlformats.org/officeDocument/2006/relationships/customXml" Target="../ink/ink4110.xml"/><Relationship Id="rId232" Type="http://schemas.openxmlformats.org/officeDocument/2006/relationships/image" Target="../media/image2513.png"/><Relationship Id="rId253" Type="http://schemas.openxmlformats.org/officeDocument/2006/relationships/image" Target="../media/image2524.png"/><Relationship Id="rId274" Type="http://schemas.openxmlformats.org/officeDocument/2006/relationships/customXml" Target="../ink/ink4142.xml"/><Relationship Id="rId295" Type="http://schemas.openxmlformats.org/officeDocument/2006/relationships/image" Target="../media/image2547.png"/><Relationship Id="rId309" Type="http://schemas.openxmlformats.org/officeDocument/2006/relationships/image" Target="../media/image2555.png"/><Relationship Id="rId27" Type="http://schemas.openxmlformats.org/officeDocument/2006/relationships/customXml" Target="../ink/ink4038.xml"/><Relationship Id="rId113" Type="http://schemas.openxmlformats.org/officeDocument/2006/relationships/customXml" Target="../ink/ink4061.xml"/><Relationship Id="rId134" Type="http://schemas.openxmlformats.org/officeDocument/2006/relationships/image" Target="../media/image2457.png"/><Relationship Id="rId320" Type="http://schemas.openxmlformats.org/officeDocument/2006/relationships/customXml" Target="../ink/ink4165.xml"/><Relationship Id="rId80" Type="http://schemas.openxmlformats.org/officeDocument/2006/relationships/image" Target="../media/image11360.png"/><Relationship Id="rId155" Type="http://schemas.openxmlformats.org/officeDocument/2006/relationships/customXml" Target="../ink/ink4082.xml"/><Relationship Id="rId176" Type="http://schemas.openxmlformats.org/officeDocument/2006/relationships/image" Target="../media/image2481.png"/><Relationship Id="rId197" Type="http://schemas.openxmlformats.org/officeDocument/2006/relationships/customXml" Target="../ink/ink4103.xml"/><Relationship Id="rId201" Type="http://schemas.openxmlformats.org/officeDocument/2006/relationships/customXml" Target="../ink/ink4105.xml"/><Relationship Id="rId222" Type="http://schemas.openxmlformats.org/officeDocument/2006/relationships/image" Target="../media/image2506.png"/><Relationship Id="rId243" Type="http://schemas.openxmlformats.org/officeDocument/2006/relationships/customXml" Target="../ink/ink4126.xml"/><Relationship Id="rId264" Type="http://schemas.openxmlformats.org/officeDocument/2006/relationships/customXml" Target="../ink/ink4137.xml"/><Relationship Id="rId285" Type="http://schemas.openxmlformats.org/officeDocument/2006/relationships/image" Target="../media/image2542.png"/><Relationship Id="rId17" Type="http://schemas.openxmlformats.org/officeDocument/2006/relationships/customXml" Target="../ink/ink4033.xml"/><Relationship Id="rId103" Type="http://schemas.openxmlformats.org/officeDocument/2006/relationships/customXml" Target="../ink/ink4056.xml"/><Relationship Id="rId124" Type="http://schemas.openxmlformats.org/officeDocument/2006/relationships/image" Target="../media/image2452.png"/><Relationship Id="rId310" Type="http://schemas.openxmlformats.org/officeDocument/2006/relationships/customXml" Target="../ink/ink4160.xml"/><Relationship Id="rId91" Type="http://schemas.openxmlformats.org/officeDocument/2006/relationships/customXml" Target="../ink/ink4050.xml"/><Relationship Id="rId145" Type="http://schemas.openxmlformats.org/officeDocument/2006/relationships/customXml" Target="../ink/ink4077.xml"/><Relationship Id="rId166" Type="http://schemas.openxmlformats.org/officeDocument/2006/relationships/image" Target="../media/image2475.png"/><Relationship Id="rId187" Type="http://schemas.openxmlformats.org/officeDocument/2006/relationships/customXml" Target="../ink/ink4098.xml"/><Relationship Id="rId331" Type="http://schemas.openxmlformats.org/officeDocument/2006/relationships/image" Target="../media/image2567.png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2501.png"/><Relationship Id="rId233" Type="http://schemas.openxmlformats.org/officeDocument/2006/relationships/customXml" Target="../ink/ink4121.xml"/><Relationship Id="rId254" Type="http://schemas.openxmlformats.org/officeDocument/2006/relationships/customXml" Target="../ink/ink4132.xml"/><Relationship Id="rId28" Type="http://schemas.openxmlformats.org/officeDocument/2006/relationships/image" Target="../media/image11100.png"/><Relationship Id="rId114" Type="http://schemas.openxmlformats.org/officeDocument/2006/relationships/image" Target="../media/image11530.png"/><Relationship Id="rId275" Type="http://schemas.openxmlformats.org/officeDocument/2006/relationships/image" Target="../media/image2536.png"/><Relationship Id="rId296" Type="http://schemas.openxmlformats.org/officeDocument/2006/relationships/customXml" Target="../ink/ink4153.xml"/><Relationship Id="rId300" Type="http://schemas.openxmlformats.org/officeDocument/2006/relationships/customXml" Target="../ink/ink4155.xml"/><Relationship Id="rId81" Type="http://schemas.openxmlformats.org/officeDocument/2006/relationships/customXml" Target="../ink/ink4045.xml"/><Relationship Id="rId135" Type="http://schemas.openxmlformats.org/officeDocument/2006/relationships/customXml" Target="../ink/ink4072.xml"/><Relationship Id="rId156" Type="http://schemas.openxmlformats.org/officeDocument/2006/relationships/image" Target="../media/image2469.png"/><Relationship Id="rId177" Type="http://schemas.openxmlformats.org/officeDocument/2006/relationships/customXml" Target="../ink/ink4093.xml"/><Relationship Id="rId198" Type="http://schemas.openxmlformats.org/officeDocument/2006/relationships/image" Target="../media/image2493.png"/><Relationship Id="rId321" Type="http://schemas.openxmlformats.org/officeDocument/2006/relationships/image" Target="../media/image2562.png"/><Relationship Id="rId202" Type="http://schemas.openxmlformats.org/officeDocument/2006/relationships/image" Target="../media/image2495.png"/><Relationship Id="rId223" Type="http://schemas.openxmlformats.org/officeDocument/2006/relationships/customXml" Target="../ink/ink4116.xml"/><Relationship Id="rId244" Type="http://schemas.openxmlformats.org/officeDocument/2006/relationships/image" Target="../media/image2519.png"/><Relationship Id="rId18" Type="http://schemas.openxmlformats.org/officeDocument/2006/relationships/image" Target="../media/image11050.png"/><Relationship Id="rId265" Type="http://schemas.openxmlformats.org/officeDocument/2006/relationships/image" Target="../media/image2531.png"/><Relationship Id="rId286" Type="http://schemas.openxmlformats.org/officeDocument/2006/relationships/customXml" Target="../ink/ink4148.xml"/><Relationship Id="rId104" Type="http://schemas.openxmlformats.org/officeDocument/2006/relationships/image" Target="../media/image11480.png"/><Relationship Id="rId125" Type="http://schemas.openxmlformats.org/officeDocument/2006/relationships/customXml" Target="../ink/ink4067.xml"/><Relationship Id="rId146" Type="http://schemas.openxmlformats.org/officeDocument/2006/relationships/image" Target="../media/image2464.png"/><Relationship Id="rId167" Type="http://schemas.openxmlformats.org/officeDocument/2006/relationships/customXml" Target="../ink/ink4088.xml"/><Relationship Id="rId188" Type="http://schemas.openxmlformats.org/officeDocument/2006/relationships/image" Target="../media/image2487.png"/><Relationship Id="rId311" Type="http://schemas.openxmlformats.org/officeDocument/2006/relationships/image" Target="../media/image2556.png"/><Relationship Id="rId332" Type="http://schemas.openxmlformats.org/officeDocument/2006/relationships/customXml" Target="../ink/ink4171.xml"/><Relationship Id="rId92" Type="http://schemas.openxmlformats.org/officeDocument/2006/relationships/image" Target="../media/image11420.png"/><Relationship Id="rId213" Type="http://schemas.openxmlformats.org/officeDocument/2006/relationships/customXml" Target="../ink/ink4111.xml"/><Relationship Id="rId234" Type="http://schemas.openxmlformats.org/officeDocument/2006/relationships/image" Target="../media/image2514.png"/><Relationship Id="rId2" Type="http://schemas.openxmlformats.org/officeDocument/2006/relationships/image" Target="../media/image2451.png"/><Relationship Id="rId29" Type="http://schemas.openxmlformats.org/officeDocument/2006/relationships/customXml" Target="../ink/ink4039.xml"/><Relationship Id="rId255" Type="http://schemas.openxmlformats.org/officeDocument/2006/relationships/image" Target="../media/image2525.png"/><Relationship Id="rId276" Type="http://schemas.openxmlformats.org/officeDocument/2006/relationships/customXml" Target="../ink/ink4143.xml"/><Relationship Id="rId297" Type="http://schemas.openxmlformats.org/officeDocument/2006/relationships/image" Target="../media/image2548.png"/><Relationship Id="rId115" Type="http://schemas.openxmlformats.org/officeDocument/2006/relationships/customXml" Target="../ink/ink4062.xml"/><Relationship Id="rId136" Type="http://schemas.openxmlformats.org/officeDocument/2006/relationships/image" Target="../media/image2458.png"/><Relationship Id="rId157" Type="http://schemas.openxmlformats.org/officeDocument/2006/relationships/customXml" Target="../ink/ink4083.xml"/><Relationship Id="rId178" Type="http://schemas.openxmlformats.org/officeDocument/2006/relationships/image" Target="../media/image2482.png"/><Relationship Id="rId301" Type="http://schemas.openxmlformats.org/officeDocument/2006/relationships/image" Target="../media/image2551.png"/><Relationship Id="rId322" Type="http://schemas.openxmlformats.org/officeDocument/2006/relationships/customXml" Target="../ink/ink4166.xml"/><Relationship Id="rId82" Type="http://schemas.openxmlformats.org/officeDocument/2006/relationships/image" Target="../media/image11370.png"/><Relationship Id="rId199" Type="http://schemas.openxmlformats.org/officeDocument/2006/relationships/customXml" Target="../ink/ink4104.xml"/><Relationship Id="rId203" Type="http://schemas.openxmlformats.org/officeDocument/2006/relationships/customXml" Target="../ink/ink4106.xml"/><Relationship Id="rId19" Type="http://schemas.openxmlformats.org/officeDocument/2006/relationships/customXml" Target="../ink/ink4034.xml"/><Relationship Id="rId224" Type="http://schemas.openxmlformats.org/officeDocument/2006/relationships/image" Target="../media/image2507.png"/><Relationship Id="rId245" Type="http://schemas.openxmlformats.org/officeDocument/2006/relationships/customXml" Target="../ink/ink4127.xml"/><Relationship Id="rId266" Type="http://schemas.openxmlformats.org/officeDocument/2006/relationships/customXml" Target="../ink/ink4138.xml"/><Relationship Id="rId287" Type="http://schemas.openxmlformats.org/officeDocument/2006/relationships/image" Target="../media/image2543.png"/><Relationship Id="rId30" Type="http://schemas.openxmlformats.org/officeDocument/2006/relationships/image" Target="../media/image11110.png"/><Relationship Id="rId105" Type="http://schemas.openxmlformats.org/officeDocument/2006/relationships/customXml" Target="../ink/ink4057.xml"/><Relationship Id="rId126" Type="http://schemas.openxmlformats.org/officeDocument/2006/relationships/image" Target="../media/image2453.png"/><Relationship Id="rId147" Type="http://schemas.openxmlformats.org/officeDocument/2006/relationships/customXml" Target="../ink/ink4078.xml"/><Relationship Id="rId168" Type="http://schemas.openxmlformats.org/officeDocument/2006/relationships/image" Target="../media/image2476.png"/><Relationship Id="rId312" Type="http://schemas.openxmlformats.org/officeDocument/2006/relationships/customXml" Target="../ink/ink4161.xml"/><Relationship Id="rId333" Type="http://schemas.openxmlformats.org/officeDocument/2006/relationships/image" Target="../media/image2568.png"/><Relationship Id="rId93" Type="http://schemas.openxmlformats.org/officeDocument/2006/relationships/customXml" Target="../ink/ink4051.xml"/><Relationship Id="rId189" Type="http://schemas.openxmlformats.org/officeDocument/2006/relationships/customXml" Target="../ink/ink4099.xml"/><Relationship Id="rId3" Type="http://schemas.openxmlformats.org/officeDocument/2006/relationships/customXml" Target="../ink/ink4026.xml"/><Relationship Id="rId214" Type="http://schemas.openxmlformats.org/officeDocument/2006/relationships/image" Target="../media/image2502.png"/><Relationship Id="rId235" Type="http://schemas.openxmlformats.org/officeDocument/2006/relationships/customXml" Target="../ink/ink4122.xml"/><Relationship Id="rId256" Type="http://schemas.openxmlformats.org/officeDocument/2006/relationships/customXml" Target="../ink/ink4133.xml"/><Relationship Id="rId277" Type="http://schemas.openxmlformats.org/officeDocument/2006/relationships/image" Target="../media/image2537.png"/><Relationship Id="rId298" Type="http://schemas.openxmlformats.org/officeDocument/2006/relationships/customXml" Target="../ink/ink4154.xml"/><Relationship Id="rId116" Type="http://schemas.openxmlformats.org/officeDocument/2006/relationships/image" Target="../media/image11540.png"/><Relationship Id="rId137" Type="http://schemas.openxmlformats.org/officeDocument/2006/relationships/customXml" Target="../ink/ink4073.xml"/><Relationship Id="rId158" Type="http://schemas.openxmlformats.org/officeDocument/2006/relationships/image" Target="../media/image2471.png"/><Relationship Id="rId302" Type="http://schemas.openxmlformats.org/officeDocument/2006/relationships/customXml" Target="../ink/ink4156.xml"/><Relationship Id="rId323" Type="http://schemas.openxmlformats.org/officeDocument/2006/relationships/image" Target="../media/image2563.png"/><Relationship Id="rId20" Type="http://schemas.openxmlformats.org/officeDocument/2006/relationships/image" Target="../media/image11060.png"/><Relationship Id="rId83" Type="http://schemas.openxmlformats.org/officeDocument/2006/relationships/customXml" Target="../ink/ink4046.xml"/><Relationship Id="rId179" Type="http://schemas.openxmlformats.org/officeDocument/2006/relationships/customXml" Target="../ink/ink4094.xml"/><Relationship Id="rId190" Type="http://schemas.openxmlformats.org/officeDocument/2006/relationships/image" Target="../media/image2488.png"/><Relationship Id="rId204" Type="http://schemas.openxmlformats.org/officeDocument/2006/relationships/image" Target="../media/image2496.png"/><Relationship Id="rId225" Type="http://schemas.openxmlformats.org/officeDocument/2006/relationships/customXml" Target="../ink/ink4117.xml"/><Relationship Id="rId246" Type="http://schemas.openxmlformats.org/officeDocument/2006/relationships/customXml" Target="../ink/ink4128.xml"/><Relationship Id="rId267" Type="http://schemas.openxmlformats.org/officeDocument/2006/relationships/image" Target="../media/image2532.png"/><Relationship Id="rId288" Type="http://schemas.openxmlformats.org/officeDocument/2006/relationships/customXml" Target="../ink/ink4149.xml"/><Relationship Id="rId106" Type="http://schemas.openxmlformats.org/officeDocument/2006/relationships/image" Target="../media/image11490.png"/><Relationship Id="rId127" Type="http://schemas.openxmlformats.org/officeDocument/2006/relationships/customXml" Target="../ink/ink4068.xml"/><Relationship Id="rId313" Type="http://schemas.openxmlformats.org/officeDocument/2006/relationships/image" Target="../media/image2557.png"/><Relationship Id="rId10" Type="http://schemas.openxmlformats.org/officeDocument/2006/relationships/image" Target="../media/image11011.png"/><Relationship Id="rId31" Type="http://schemas.openxmlformats.org/officeDocument/2006/relationships/customXml" Target="../ink/ink4040.xml"/><Relationship Id="rId94" Type="http://schemas.openxmlformats.org/officeDocument/2006/relationships/image" Target="../media/image11430.png"/><Relationship Id="rId148" Type="http://schemas.openxmlformats.org/officeDocument/2006/relationships/image" Target="../media/image2465.png"/><Relationship Id="rId169" Type="http://schemas.openxmlformats.org/officeDocument/2006/relationships/customXml" Target="../ink/ink4089.xml"/><Relationship Id="rId334" Type="http://schemas.openxmlformats.org/officeDocument/2006/relationships/customXml" Target="../ink/ink4172.xml"/><Relationship Id="rId4" Type="http://schemas.openxmlformats.org/officeDocument/2006/relationships/image" Target="../media/image10980.png"/><Relationship Id="rId180" Type="http://schemas.openxmlformats.org/officeDocument/2006/relationships/image" Target="../media/image2483.png"/><Relationship Id="rId215" Type="http://schemas.openxmlformats.org/officeDocument/2006/relationships/customXml" Target="../ink/ink4112.xml"/><Relationship Id="rId236" Type="http://schemas.openxmlformats.org/officeDocument/2006/relationships/image" Target="../media/image2515.png"/><Relationship Id="rId257" Type="http://schemas.openxmlformats.org/officeDocument/2006/relationships/image" Target="../media/image2526.png"/><Relationship Id="rId278" Type="http://schemas.openxmlformats.org/officeDocument/2006/relationships/customXml" Target="../ink/ink4144.xml"/><Relationship Id="rId303" Type="http://schemas.openxmlformats.org/officeDocument/2006/relationships/image" Target="../media/image2552.png"/><Relationship Id="rId84" Type="http://schemas.openxmlformats.org/officeDocument/2006/relationships/image" Target="../media/image11380.png"/><Relationship Id="rId138" Type="http://schemas.openxmlformats.org/officeDocument/2006/relationships/image" Target="../media/image2459.png"/><Relationship Id="rId191" Type="http://schemas.openxmlformats.org/officeDocument/2006/relationships/customXml" Target="../ink/ink4100.xml"/><Relationship Id="rId205" Type="http://schemas.openxmlformats.org/officeDocument/2006/relationships/customXml" Target="../ink/ink4107.xml"/><Relationship Id="rId247" Type="http://schemas.openxmlformats.org/officeDocument/2006/relationships/image" Target="../media/image2521.png"/><Relationship Id="rId107" Type="http://schemas.openxmlformats.org/officeDocument/2006/relationships/customXml" Target="../ink/ink4058.xml"/><Relationship Id="rId289" Type="http://schemas.openxmlformats.org/officeDocument/2006/relationships/image" Target="../media/image2544.png"/><Relationship Id="rId11" Type="http://schemas.openxmlformats.org/officeDocument/2006/relationships/customXml" Target="../ink/ink4030.xml"/><Relationship Id="rId149" Type="http://schemas.openxmlformats.org/officeDocument/2006/relationships/customXml" Target="../ink/ink4079.xml"/><Relationship Id="rId314" Type="http://schemas.openxmlformats.org/officeDocument/2006/relationships/customXml" Target="../ink/ink4162.xml"/><Relationship Id="rId95" Type="http://schemas.openxmlformats.org/officeDocument/2006/relationships/customXml" Target="../ink/ink4052.xml"/><Relationship Id="rId160" Type="http://schemas.openxmlformats.org/officeDocument/2006/relationships/image" Target="../media/image2472.png"/><Relationship Id="rId216" Type="http://schemas.openxmlformats.org/officeDocument/2006/relationships/image" Target="../media/image2503.png"/><Relationship Id="rId258" Type="http://schemas.openxmlformats.org/officeDocument/2006/relationships/customXml" Target="../ink/ink4134.xml"/><Relationship Id="rId22" Type="http://schemas.openxmlformats.org/officeDocument/2006/relationships/image" Target="../media/image11070.png"/><Relationship Id="rId118" Type="http://schemas.openxmlformats.org/officeDocument/2006/relationships/image" Target="../media/image11550.png"/><Relationship Id="rId325" Type="http://schemas.openxmlformats.org/officeDocument/2006/relationships/image" Target="../media/image2564.png"/><Relationship Id="rId171" Type="http://schemas.openxmlformats.org/officeDocument/2006/relationships/customXml" Target="../ink/ink4090.xml"/><Relationship Id="rId227" Type="http://schemas.openxmlformats.org/officeDocument/2006/relationships/customXml" Target="../ink/ink4118.xml"/><Relationship Id="rId269" Type="http://schemas.openxmlformats.org/officeDocument/2006/relationships/image" Target="../media/image2533.png"/><Relationship Id="rId33" Type="http://schemas.openxmlformats.org/officeDocument/2006/relationships/customXml" Target="../ink/ink4041.xml"/><Relationship Id="rId129" Type="http://schemas.openxmlformats.org/officeDocument/2006/relationships/customXml" Target="../ink/ink4069.xml"/><Relationship Id="rId280" Type="http://schemas.openxmlformats.org/officeDocument/2006/relationships/customXml" Target="../ink/ink4145.xml"/><Relationship Id="rId336" Type="http://schemas.openxmlformats.org/officeDocument/2006/relationships/customXml" Target="../ink/ink4173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611.png"/><Relationship Id="rId3" Type="http://schemas.openxmlformats.org/officeDocument/2006/relationships/customXml" Target="../ink/ink4175.xml"/><Relationship Id="rId7" Type="http://schemas.openxmlformats.org/officeDocument/2006/relationships/customXml" Target="../ink/ink4177.xml"/><Relationship Id="rId2" Type="http://schemas.openxmlformats.org/officeDocument/2006/relationships/image" Target="../media/image257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600.png"/><Relationship Id="rId5" Type="http://schemas.openxmlformats.org/officeDocument/2006/relationships/customXml" Target="../ink/ink4176.xml"/><Relationship Id="rId4" Type="http://schemas.openxmlformats.org/officeDocument/2006/relationships/image" Target="../media/image11590.png"/></Relationships>
</file>

<file path=ppt/slides/_rels/slide32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4235.xml"/><Relationship Id="rId21" Type="http://schemas.openxmlformats.org/officeDocument/2006/relationships/customXml" Target="../ink/ink4187.xml"/><Relationship Id="rId42" Type="http://schemas.openxmlformats.org/officeDocument/2006/relationships/image" Target="../media/image2585.png"/><Relationship Id="rId63" Type="http://schemas.openxmlformats.org/officeDocument/2006/relationships/customXml" Target="../ink/ink4208.xml"/><Relationship Id="rId84" Type="http://schemas.openxmlformats.org/officeDocument/2006/relationships/image" Target="../media/image2608.png"/><Relationship Id="rId138" Type="http://schemas.openxmlformats.org/officeDocument/2006/relationships/image" Target="../media/image2638.png"/><Relationship Id="rId107" Type="http://schemas.openxmlformats.org/officeDocument/2006/relationships/customXml" Target="../ink/ink4230.xml"/><Relationship Id="rId11" Type="http://schemas.openxmlformats.org/officeDocument/2006/relationships/customXml" Target="../ink/ink4182.xml"/><Relationship Id="rId32" Type="http://schemas.openxmlformats.org/officeDocument/2006/relationships/image" Target="../media/image2579.png"/><Relationship Id="rId37" Type="http://schemas.openxmlformats.org/officeDocument/2006/relationships/customXml" Target="../ink/ink4195.xml"/><Relationship Id="rId53" Type="http://schemas.openxmlformats.org/officeDocument/2006/relationships/customXml" Target="../ink/ink4203.xml"/><Relationship Id="rId58" Type="http://schemas.openxmlformats.org/officeDocument/2006/relationships/image" Target="../media/image2594.png"/><Relationship Id="rId74" Type="http://schemas.openxmlformats.org/officeDocument/2006/relationships/image" Target="../media/image2603.png"/><Relationship Id="rId79" Type="http://schemas.openxmlformats.org/officeDocument/2006/relationships/customXml" Target="../ink/ink4216.xml"/><Relationship Id="rId102" Type="http://schemas.openxmlformats.org/officeDocument/2006/relationships/image" Target="../media/image2619.png"/><Relationship Id="rId123" Type="http://schemas.openxmlformats.org/officeDocument/2006/relationships/customXml" Target="../ink/ink4238.xml"/><Relationship Id="rId128" Type="http://schemas.openxmlformats.org/officeDocument/2006/relationships/image" Target="../media/image2633.png"/><Relationship Id="rId144" Type="http://schemas.openxmlformats.org/officeDocument/2006/relationships/image" Target="../media/image2642.png"/><Relationship Id="rId5" Type="http://schemas.openxmlformats.org/officeDocument/2006/relationships/customXml" Target="../ink/ink4179.xml"/><Relationship Id="rId90" Type="http://schemas.openxmlformats.org/officeDocument/2006/relationships/image" Target="../media/image2613.png"/><Relationship Id="rId95" Type="http://schemas.openxmlformats.org/officeDocument/2006/relationships/customXml" Target="../ink/ink4224.xml"/><Relationship Id="rId22" Type="http://schemas.openxmlformats.org/officeDocument/2006/relationships/image" Target="../media/image11720.png"/><Relationship Id="rId27" Type="http://schemas.openxmlformats.org/officeDocument/2006/relationships/customXml" Target="../ink/ink4190.xml"/><Relationship Id="rId43" Type="http://schemas.openxmlformats.org/officeDocument/2006/relationships/customXml" Target="../ink/ink4198.xml"/><Relationship Id="rId48" Type="http://schemas.openxmlformats.org/officeDocument/2006/relationships/image" Target="../media/image2588.png"/><Relationship Id="rId64" Type="http://schemas.openxmlformats.org/officeDocument/2006/relationships/image" Target="../media/image2597.png"/><Relationship Id="rId69" Type="http://schemas.openxmlformats.org/officeDocument/2006/relationships/customXml" Target="../ink/ink4211.xml"/><Relationship Id="rId113" Type="http://schemas.openxmlformats.org/officeDocument/2006/relationships/customXml" Target="../ink/ink4233.xml"/><Relationship Id="rId118" Type="http://schemas.openxmlformats.org/officeDocument/2006/relationships/image" Target="../media/image2627.png"/><Relationship Id="rId134" Type="http://schemas.openxmlformats.org/officeDocument/2006/relationships/image" Target="../media/image2636.png"/><Relationship Id="rId139" Type="http://schemas.openxmlformats.org/officeDocument/2006/relationships/customXml" Target="../ink/ink4246.xml"/><Relationship Id="rId80" Type="http://schemas.openxmlformats.org/officeDocument/2006/relationships/image" Target="../media/image2606.png"/><Relationship Id="rId85" Type="http://schemas.openxmlformats.org/officeDocument/2006/relationships/customXml" Target="../ink/ink4219.xml"/><Relationship Id="rId12" Type="http://schemas.openxmlformats.org/officeDocument/2006/relationships/image" Target="../media/image11670.png"/><Relationship Id="rId17" Type="http://schemas.openxmlformats.org/officeDocument/2006/relationships/customXml" Target="../ink/ink4185.xml"/><Relationship Id="rId33" Type="http://schemas.openxmlformats.org/officeDocument/2006/relationships/customXml" Target="../ink/ink4193.xml"/><Relationship Id="rId38" Type="http://schemas.openxmlformats.org/officeDocument/2006/relationships/image" Target="../media/image2583.png"/><Relationship Id="rId59" Type="http://schemas.openxmlformats.org/officeDocument/2006/relationships/customXml" Target="../ink/ink4206.xml"/><Relationship Id="rId103" Type="http://schemas.openxmlformats.org/officeDocument/2006/relationships/customXml" Target="../ink/ink4228.xml"/><Relationship Id="rId108" Type="http://schemas.openxmlformats.org/officeDocument/2006/relationships/image" Target="../media/image2622.png"/><Relationship Id="rId124" Type="http://schemas.openxmlformats.org/officeDocument/2006/relationships/image" Target="../media/image2631.png"/><Relationship Id="rId129" Type="http://schemas.openxmlformats.org/officeDocument/2006/relationships/customXml" Target="../ink/ink4241.xml"/><Relationship Id="rId54" Type="http://schemas.openxmlformats.org/officeDocument/2006/relationships/image" Target="../media/image2592.png"/><Relationship Id="rId70" Type="http://schemas.openxmlformats.org/officeDocument/2006/relationships/image" Target="../media/image2601.png"/><Relationship Id="rId75" Type="http://schemas.openxmlformats.org/officeDocument/2006/relationships/customXml" Target="../ink/ink4214.xml"/><Relationship Id="rId91" Type="http://schemas.openxmlformats.org/officeDocument/2006/relationships/customXml" Target="../ink/ink4222.xml"/><Relationship Id="rId96" Type="http://schemas.openxmlformats.org/officeDocument/2006/relationships/image" Target="../media/image2616.png"/><Relationship Id="rId140" Type="http://schemas.openxmlformats.org/officeDocument/2006/relationships/image" Target="../media/image26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640.png"/><Relationship Id="rId23" Type="http://schemas.openxmlformats.org/officeDocument/2006/relationships/customXml" Target="../ink/ink4188.xml"/><Relationship Id="rId28" Type="http://schemas.openxmlformats.org/officeDocument/2006/relationships/image" Target="../media/image2577.png"/><Relationship Id="rId49" Type="http://schemas.openxmlformats.org/officeDocument/2006/relationships/customXml" Target="../ink/ink4201.xml"/><Relationship Id="rId114" Type="http://schemas.openxmlformats.org/officeDocument/2006/relationships/image" Target="../media/image2625.png"/><Relationship Id="rId119" Type="http://schemas.openxmlformats.org/officeDocument/2006/relationships/customXml" Target="../ink/ink4236.xml"/><Relationship Id="rId44" Type="http://schemas.openxmlformats.org/officeDocument/2006/relationships/image" Target="../media/image2586.png"/><Relationship Id="rId60" Type="http://schemas.openxmlformats.org/officeDocument/2006/relationships/image" Target="../media/image2595.png"/><Relationship Id="rId65" Type="http://schemas.openxmlformats.org/officeDocument/2006/relationships/customXml" Target="../ink/ink4209.xml"/><Relationship Id="rId81" Type="http://schemas.openxmlformats.org/officeDocument/2006/relationships/customXml" Target="../ink/ink4217.xml"/><Relationship Id="rId86" Type="http://schemas.openxmlformats.org/officeDocument/2006/relationships/image" Target="../media/image2609.png"/><Relationship Id="rId130" Type="http://schemas.openxmlformats.org/officeDocument/2006/relationships/image" Target="../media/image2634.png"/><Relationship Id="rId135" Type="http://schemas.openxmlformats.org/officeDocument/2006/relationships/customXml" Target="../ink/ink4244.xml"/><Relationship Id="rId13" Type="http://schemas.openxmlformats.org/officeDocument/2006/relationships/customXml" Target="../ink/ink4183.xml"/><Relationship Id="rId18" Type="http://schemas.openxmlformats.org/officeDocument/2006/relationships/image" Target="../media/image11700.png"/><Relationship Id="rId39" Type="http://schemas.openxmlformats.org/officeDocument/2006/relationships/customXml" Target="../ink/ink4196.xml"/><Relationship Id="rId109" Type="http://schemas.openxmlformats.org/officeDocument/2006/relationships/customXml" Target="../ink/ink4231.xml"/><Relationship Id="rId34" Type="http://schemas.openxmlformats.org/officeDocument/2006/relationships/image" Target="../media/image2581.png"/><Relationship Id="rId50" Type="http://schemas.openxmlformats.org/officeDocument/2006/relationships/image" Target="../media/image2589.png"/><Relationship Id="rId55" Type="http://schemas.openxmlformats.org/officeDocument/2006/relationships/customXml" Target="../ink/ink4204.xml"/><Relationship Id="rId76" Type="http://schemas.openxmlformats.org/officeDocument/2006/relationships/image" Target="../media/image2604.png"/><Relationship Id="rId97" Type="http://schemas.openxmlformats.org/officeDocument/2006/relationships/customXml" Target="../ink/ink4225.xml"/><Relationship Id="rId104" Type="http://schemas.openxmlformats.org/officeDocument/2006/relationships/image" Target="../media/image2620.png"/><Relationship Id="rId120" Type="http://schemas.openxmlformats.org/officeDocument/2006/relationships/image" Target="../media/image2628.png"/><Relationship Id="rId125" Type="http://schemas.openxmlformats.org/officeDocument/2006/relationships/customXml" Target="../ink/ink4239.xml"/><Relationship Id="rId141" Type="http://schemas.openxmlformats.org/officeDocument/2006/relationships/customXml" Target="../ink/ink4247.xml"/><Relationship Id="rId7" Type="http://schemas.openxmlformats.org/officeDocument/2006/relationships/customXml" Target="../ink/ink4180.xml"/><Relationship Id="rId71" Type="http://schemas.openxmlformats.org/officeDocument/2006/relationships/customXml" Target="../ink/ink4212.xml"/><Relationship Id="rId92" Type="http://schemas.openxmlformats.org/officeDocument/2006/relationships/image" Target="../media/image2614.png"/><Relationship Id="rId2" Type="http://schemas.openxmlformats.org/officeDocument/2006/relationships/image" Target="../media/image2574.png"/><Relationship Id="rId29" Type="http://schemas.openxmlformats.org/officeDocument/2006/relationships/customXml" Target="../ink/ink4191.xml"/><Relationship Id="rId24" Type="http://schemas.openxmlformats.org/officeDocument/2006/relationships/image" Target="../media/image2575.png"/><Relationship Id="rId40" Type="http://schemas.openxmlformats.org/officeDocument/2006/relationships/image" Target="../media/image2584.png"/><Relationship Id="rId45" Type="http://schemas.openxmlformats.org/officeDocument/2006/relationships/customXml" Target="../ink/ink4199.xml"/><Relationship Id="rId66" Type="http://schemas.openxmlformats.org/officeDocument/2006/relationships/image" Target="../media/image2598.png"/><Relationship Id="rId87" Type="http://schemas.openxmlformats.org/officeDocument/2006/relationships/customXml" Target="../ink/ink4220.xml"/><Relationship Id="rId110" Type="http://schemas.openxmlformats.org/officeDocument/2006/relationships/image" Target="../media/image2623.png"/><Relationship Id="rId115" Type="http://schemas.openxmlformats.org/officeDocument/2006/relationships/customXml" Target="../ink/ink4234.xml"/><Relationship Id="rId131" Type="http://schemas.openxmlformats.org/officeDocument/2006/relationships/customXml" Target="../ink/ink4242.xml"/><Relationship Id="rId136" Type="http://schemas.openxmlformats.org/officeDocument/2006/relationships/image" Target="../media/image2637.png"/><Relationship Id="rId61" Type="http://schemas.openxmlformats.org/officeDocument/2006/relationships/customXml" Target="../ink/ink4207.xml"/><Relationship Id="rId82" Type="http://schemas.openxmlformats.org/officeDocument/2006/relationships/image" Target="../media/image2607.png"/><Relationship Id="rId19" Type="http://schemas.openxmlformats.org/officeDocument/2006/relationships/customXml" Target="../ink/ink4186.xml"/><Relationship Id="rId14" Type="http://schemas.openxmlformats.org/officeDocument/2006/relationships/image" Target="../media/image11680.png"/><Relationship Id="rId30" Type="http://schemas.openxmlformats.org/officeDocument/2006/relationships/image" Target="../media/image2578.png"/><Relationship Id="rId35" Type="http://schemas.openxmlformats.org/officeDocument/2006/relationships/customXml" Target="../ink/ink4194.xml"/><Relationship Id="rId56" Type="http://schemas.openxmlformats.org/officeDocument/2006/relationships/image" Target="../media/image2593.png"/><Relationship Id="rId77" Type="http://schemas.openxmlformats.org/officeDocument/2006/relationships/customXml" Target="../ink/ink4215.xml"/><Relationship Id="rId100" Type="http://schemas.openxmlformats.org/officeDocument/2006/relationships/image" Target="../media/image2618.png"/><Relationship Id="rId105" Type="http://schemas.openxmlformats.org/officeDocument/2006/relationships/customXml" Target="../ink/ink4229.xml"/><Relationship Id="rId126" Type="http://schemas.openxmlformats.org/officeDocument/2006/relationships/image" Target="../media/image2632.png"/><Relationship Id="rId8" Type="http://schemas.openxmlformats.org/officeDocument/2006/relationships/image" Target="../media/image11650.png"/><Relationship Id="rId51" Type="http://schemas.openxmlformats.org/officeDocument/2006/relationships/customXml" Target="../ink/ink4202.xml"/><Relationship Id="rId72" Type="http://schemas.openxmlformats.org/officeDocument/2006/relationships/image" Target="../media/image2602.png"/><Relationship Id="rId93" Type="http://schemas.openxmlformats.org/officeDocument/2006/relationships/customXml" Target="../ink/ink4223.xml"/><Relationship Id="rId98" Type="http://schemas.openxmlformats.org/officeDocument/2006/relationships/image" Target="../media/image2617.png"/><Relationship Id="rId121" Type="http://schemas.openxmlformats.org/officeDocument/2006/relationships/customXml" Target="../ink/ink4237.xml"/><Relationship Id="rId142" Type="http://schemas.openxmlformats.org/officeDocument/2006/relationships/image" Target="../media/image2641.png"/><Relationship Id="rId3" Type="http://schemas.openxmlformats.org/officeDocument/2006/relationships/customXml" Target="../ink/ink4178.xml"/><Relationship Id="rId25" Type="http://schemas.openxmlformats.org/officeDocument/2006/relationships/customXml" Target="../ink/ink4189.xml"/><Relationship Id="rId46" Type="http://schemas.openxmlformats.org/officeDocument/2006/relationships/image" Target="../media/image2587.png"/><Relationship Id="rId67" Type="http://schemas.openxmlformats.org/officeDocument/2006/relationships/customXml" Target="../ink/ink4210.xml"/><Relationship Id="rId116" Type="http://schemas.openxmlformats.org/officeDocument/2006/relationships/image" Target="../media/image2626.png"/><Relationship Id="rId137" Type="http://schemas.openxmlformats.org/officeDocument/2006/relationships/customXml" Target="../ink/ink4245.xml"/><Relationship Id="rId20" Type="http://schemas.openxmlformats.org/officeDocument/2006/relationships/image" Target="../media/image11711.png"/><Relationship Id="rId41" Type="http://schemas.openxmlformats.org/officeDocument/2006/relationships/customXml" Target="../ink/ink4197.xml"/><Relationship Id="rId62" Type="http://schemas.openxmlformats.org/officeDocument/2006/relationships/image" Target="../media/image2596.png"/><Relationship Id="rId83" Type="http://schemas.openxmlformats.org/officeDocument/2006/relationships/customXml" Target="../ink/ink4218.xml"/><Relationship Id="rId88" Type="http://schemas.openxmlformats.org/officeDocument/2006/relationships/image" Target="../media/image2610.png"/><Relationship Id="rId111" Type="http://schemas.openxmlformats.org/officeDocument/2006/relationships/customXml" Target="../ink/ink4232.xml"/><Relationship Id="rId132" Type="http://schemas.openxmlformats.org/officeDocument/2006/relationships/image" Target="../media/image2635.png"/><Relationship Id="rId15" Type="http://schemas.openxmlformats.org/officeDocument/2006/relationships/customXml" Target="../ink/ink4184.xml"/><Relationship Id="rId36" Type="http://schemas.openxmlformats.org/officeDocument/2006/relationships/image" Target="../media/image2582.png"/><Relationship Id="rId57" Type="http://schemas.openxmlformats.org/officeDocument/2006/relationships/customXml" Target="../ink/ink4205.xml"/><Relationship Id="rId106" Type="http://schemas.openxmlformats.org/officeDocument/2006/relationships/image" Target="../media/image2621.png"/><Relationship Id="rId127" Type="http://schemas.openxmlformats.org/officeDocument/2006/relationships/customXml" Target="../ink/ink4240.xml"/><Relationship Id="rId10" Type="http://schemas.openxmlformats.org/officeDocument/2006/relationships/image" Target="../media/image11660.png"/><Relationship Id="rId31" Type="http://schemas.openxmlformats.org/officeDocument/2006/relationships/customXml" Target="../ink/ink4192.xml"/><Relationship Id="rId52" Type="http://schemas.openxmlformats.org/officeDocument/2006/relationships/image" Target="../media/image2591.png"/><Relationship Id="rId73" Type="http://schemas.openxmlformats.org/officeDocument/2006/relationships/customXml" Target="../ink/ink4213.xml"/><Relationship Id="rId78" Type="http://schemas.openxmlformats.org/officeDocument/2006/relationships/image" Target="../media/image2605.png"/><Relationship Id="rId94" Type="http://schemas.openxmlformats.org/officeDocument/2006/relationships/image" Target="../media/image2615.png"/><Relationship Id="rId99" Type="http://schemas.openxmlformats.org/officeDocument/2006/relationships/customXml" Target="../ink/ink4226.xml"/><Relationship Id="rId101" Type="http://schemas.openxmlformats.org/officeDocument/2006/relationships/customXml" Target="../ink/ink4227.xml"/><Relationship Id="rId122" Type="http://schemas.openxmlformats.org/officeDocument/2006/relationships/image" Target="../media/image2629.png"/><Relationship Id="rId143" Type="http://schemas.openxmlformats.org/officeDocument/2006/relationships/customXml" Target="../ink/ink4248.xml"/><Relationship Id="rId4" Type="http://schemas.openxmlformats.org/officeDocument/2006/relationships/image" Target="../media/image11630.png"/><Relationship Id="rId9" Type="http://schemas.openxmlformats.org/officeDocument/2006/relationships/customXml" Target="../ink/ink4181.xml"/><Relationship Id="rId26" Type="http://schemas.openxmlformats.org/officeDocument/2006/relationships/image" Target="../media/image2576.png"/><Relationship Id="rId47" Type="http://schemas.openxmlformats.org/officeDocument/2006/relationships/customXml" Target="../ink/ink4200.xml"/><Relationship Id="rId68" Type="http://schemas.openxmlformats.org/officeDocument/2006/relationships/image" Target="../media/image2599.png"/><Relationship Id="rId89" Type="http://schemas.openxmlformats.org/officeDocument/2006/relationships/customXml" Target="../ink/ink4221.xml"/><Relationship Id="rId112" Type="http://schemas.openxmlformats.org/officeDocument/2006/relationships/image" Target="../media/image2624.png"/><Relationship Id="rId133" Type="http://schemas.openxmlformats.org/officeDocument/2006/relationships/customXml" Target="../ink/ink4243.xml"/><Relationship Id="rId16" Type="http://schemas.openxmlformats.org/officeDocument/2006/relationships/image" Target="../media/image11690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4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4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4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6" Type="http://schemas.openxmlformats.org/officeDocument/2006/relationships/image" Target="../media/image2655.png"/><Relationship Id="rId21" Type="http://schemas.openxmlformats.org/officeDocument/2006/relationships/customXml" Target="../ink/ink4258.xml"/><Relationship Id="rId42" Type="http://schemas.openxmlformats.org/officeDocument/2006/relationships/image" Target="../media/image2664.png"/><Relationship Id="rId47" Type="http://schemas.openxmlformats.org/officeDocument/2006/relationships/customXml" Target="../ink/ink4271.xml"/><Relationship Id="rId63" Type="http://schemas.openxmlformats.org/officeDocument/2006/relationships/customXml" Target="../ink/ink4279.xml"/><Relationship Id="rId68" Type="http://schemas.openxmlformats.org/officeDocument/2006/relationships/image" Target="../media/image2678.png"/><Relationship Id="rId84" Type="http://schemas.openxmlformats.org/officeDocument/2006/relationships/image" Target="../media/image2687.png"/><Relationship Id="rId16" Type="http://schemas.openxmlformats.org/officeDocument/2006/relationships/image" Target="../media/image2649.png"/><Relationship Id="rId11" Type="http://schemas.openxmlformats.org/officeDocument/2006/relationships/customXml" Target="../ink/ink4253.xml"/><Relationship Id="rId32" Type="http://schemas.openxmlformats.org/officeDocument/2006/relationships/image" Target="../media/image2658.png"/><Relationship Id="rId37" Type="http://schemas.openxmlformats.org/officeDocument/2006/relationships/customXml" Target="../ink/ink4266.xml"/><Relationship Id="rId53" Type="http://schemas.openxmlformats.org/officeDocument/2006/relationships/customXml" Target="../ink/ink4274.xml"/><Relationship Id="rId58" Type="http://schemas.openxmlformats.org/officeDocument/2006/relationships/image" Target="../media/image2673.png"/><Relationship Id="rId74" Type="http://schemas.openxmlformats.org/officeDocument/2006/relationships/image" Target="../media/image2682.png"/><Relationship Id="rId79" Type="http://schemas.openxmlformats.org/officeDocument/2006/relationships/customXml" Target="../ink/ink4287.xml"/><Relationship Id="rId5" Type="http://schemas.openxmlformats.org/officeDocument/2006/relationships/customXml" Target="../ink/ink4250.xml"/><Relationship Id="rId19" Type="http://schemas.openxmlformats.org/officeDocument/2006/relationships/customXml" Target="../ink/ink4257.xml"/><Relationship Id="rId14" Type="http://schemas.openxmlformats.org/officeDocument/2006/relationships/image" Target="../media/image2648.png"/><Relationship Id="rId22" Type="http://schemas.openxmlformats.org/officeDocument/2006/relationships/image" Target="../media/image2653.png"/><Relationship Id="rId27" Type="http://schemas.openxmlformats.org/officeDocument/2006/relationships/customXml" Target="../ink/ink4261.xml"/><Relationship Id="rId30" Type="http://schemas.openxmlformats.org/officeDocument/2006/relationships/image" Target="../media/image2657.png"/><Relationship Id="rId35" Type="http://schemas.openxmlformats.org/officeDocument/2006/relationships/customXml" Target="../ink/ink4265.xml"/><Relationship Id="rId43" Type="http://schemas.openxmlformats.org/officeDocument/2006/relationships/customXml" Target="../ink/ink4269.xml"/><Relationship Id="rId48" Type="http://schemas.openxmlformats.org/officeDocument/2006/relationships/image" Target="../media/image2667.png"/><Relationship Id="rId56" Type="http://schemas.openxmlformats.org/officeDocument/2006/relationships/image" Target="../media/image2672.png"/><Relationship Id="rId64" Type="http://schemas.openxmlformats.org/officeDocument/2006/relationships/image" Target="../media/image2676.png"/><Relationship Id="rId69" Type="http://schemas.openxmlformats.org/officeDocument/2006/relationships/customXml" Target="../ink/ink4282.xml"/><Relationship Id="rId77" Type="http://schemas.openxmlformats.org/officeDocument/2006/relationships/customXml" Target="../ink/ink4286.xml"/><Relationship Id="rId8" Type="http://schemas.openxmlformats.org/officeDocument/2006/relationships/image" Target="../media/image12070.png"/><Relationship Id="rId51" Type="http://schemas.openxmlformats.org/officeDocument/2006/relationships/customXml" Target="../ink/ink4273.xml"/><Relationship Id="rId72" Type="http://schemas.openxmlformats.org/officeDocument/2006/relationships/image" Target="../media/image2681.png"/><Relationship Id="rId80" Type="http://schemas.openxmlformats.org/officeDocument/2006/relationships/image" Target="../media/image2685.png"/><Relationship Id="rId85" Type="http://schemas.openxmlformats.org/officeDocument/2006/relationships/customXml" Target="../ink/ink4290.xml"/><Relationship Id="rId3" Type="http://schemas.openxmlformats.org/officeDocument/2006/relationships/customXml" Target="../ink/ink4249.xml"/><Relationship Id="rId12" Type="http://schemas.openxmlformats.org/officeDocument/2006/relationships/image" Target="../media/image2647.png"/><Relationship Id="rId17" Type="http://schemas.openxmlformats.org/officeDocument/2006/relationships/customXml" Target="../ink/ink4256.xml"/><Relationship Id="rId25" Type="http://schemas.openxmlformats.org/officeDocument/2006/relationships/customXml" Target="../ink/ink4260.xml"/><Relationship Id="rId33" Type="http://schemas.openxmlformats.org/officeDocument/2006/relationships/customXml" Target="../ink/ink4264.xml"/><Relationship Id="rId38" Type="http://schemas.openxmlformats.org/officeDocument/2006/relationships/image" Target="../media/image2662.png"/><Relationship Id="rId46" Type="http://schemas.openxmlformats.org/officeDocument/2006/relationships/image" Target="../media/image2666.png"/><Relationship Id="rId59" Type="http://schemas.openxmlformats.org/officeDocument/2006/relationships/customXml" Target="../ink/ink4277.xml"/><Relationship Id="rId67" Type="http://schemas.openxmlformats.org/officeDocument/2006/relationships/customXml" Target="../ink/ink4281.xml"/><Relationship Id="rId20" Type="http://schemas.openxmlformats.org/officeDocument/2006/relationships/image" Target="../media/image2652.png"/><Relationship Id="rId41" Type="http://schemas.openxmlformats.org/officeDocument/2006/relationships/customXml" Target="../ink/ink4268.xml"/><Relationship Id="rId54" Type="http://schemas.openxmlformats.org/officeDocument/2006/relationships/image" Target="../media/image2671.png"/><Relationship Id="rId62" Type="http://schemas.openxmlformats.org/officeDocument/2006/relationships/image" Target="../media/image2675.png"/><Relationship Id="rId70" Type="http://schemas.openxmlformats.org/officeDocument/2006/relationships/image" Target="../media/image2679.png"/><Relationship Id="rId75" Type="http://schemas.openxmlformats.org/officeDocument/2006/relationships/customXml" Target="../ink/ink4285.xml"/><Relationship Id="rId83" Type="http://schemas.openxmlformats.org/officeDocument/2006/relationships/customXml" Target="../ink/ink428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060.png"/><Relationship Id="rId15" Type="http://schemas.openxmlformats.org/officeDocument/2006/relationships/customXml" Target="../ink/ink4255.xml"/><Relationship Id="rId23" Type="http://schemas.openxmlformats.org/officeDocument/2006/relationships/customXml" Target="../ink/ink4259.xml"/><Relationship Id="rId28" Type="http://schemas.openxmlformats.org/officeDocument/2006/relationships/image" Target="../media/image2656.png"/><Relationship Id="rId36" Type="http://schemas.openxmlformats.org/officeDocument/2006/relationships/image" Target="../media/image2661.png"/><Relationship Id="rId49" Type="http://schemas.openxmlformats.org/officeDocument/2006/relationships/customXml" Target="../ink/ink4272.xml"/><Relationship Id="rId57" Type="http://schemas.openxmlformats.org/officeDocument/2006/relationships/customXml" Target="../ink/ink4276.xml"/><Relationship Id="rId10" Type="http://schemas.openxmlformats.org/officeDocument/2006/relationships/image" Target="../media/image12080.png"/><Relationship Id="rId31" Type="http://schemas.openxmlformats.org/officeDocument/2006/relationships/customXml" Target="../ink/ink4263.xml"/><Relationship Id="rId44" Type="http://schemas.openxmlformats.org/officeDocument/2006/relationships/image" Target="../media/image2665.png"/><Relationship Id="rId52" Type="http://schemas.openxmlformats.org/officeDocument/2006/relationships/image" Target="../media/image2669.png"/><Relationship Id="rId60" Type="http://schemas.openxmlformats.org/officeDocument/2006/relationships/image" Target="../media/image2674.png"/><Relationship Id="rId65" Type="http://schemas.openxmlformats.org/officeDocument/2006/relationships/customXml" Target="../ink/ink4280.xml"/><Relationship Id="rId73" Type="http://schemas.openxmlformats.org/officeDocument/2006/relationships/customXml" Target="../ink/ink4284.xml"/><Relationship Id="rId78" Type="http://schemas.openxmlformats.org/officeDocument/2006/relationships/image" Target="../media/image2684.png"/><Relationship Id="rId81" Type="http://schemas.openxmlformats.org/officeDocument/2006/relationships/customXml" Target="../ink/ink4288.xml"/><Relationship Id="rId86" Type="http://schemas.openxmlformats.org/officeDocument/2006/relationships/image" Target="../media/image2688.png"/><Relationship Id="rId4" Type="http://schemas.openxmlformats.org/officeDocument/2006/relationships/image" Target="../media/image12050.png"/><Relationship Id="rId9" Type="http://schemas.openxmlformats.org/officeDocument/2006/relationships/customXml" Target="../ink/ink4252.xml"/><Relationship Id="rId13" Type="http://schemas.openxmlformats.org/officeDocument/2006/relationships/customXml" Target="../ink/ink4254.xml"/><Relationship Id="rId18" Type="http://schemas.openxmlformats.org/officeDocument/2006/relationships/image" Target="../media/image2651.png"/><Relationship Id="rId39" Type="http://schemas.openxmlformats.org/officeDocument/2006/relationships/customXml" Target="../ink/ink4267.xml"/><Relationship Id="rId34" Type="http://schemas.openxmlformats.org/officeDocument/2006/relationships/image" Target="../media/image2659.png"/><Relationship Id="rId50" Type="http://schemas.openxmlformats.org/officeDocument/2006/relationships/image" Target="../media/image2668.png"/><Relationship Id="rId55" Type="http://schemas.openxmlformats.org/officeDocument/2006/relationships/customXml" Target="../ink/ink4275.xml"/><Relationship Id="rId76" Type="http://schemas.openxmlformats.org/officeDocument/2006/relationships/image" Target="../media/image2683.png"/><Relationship Id="rId7" Type="http://schemas.openxmlformats.org/officeDocument/2006/relationships/customXml" Target="../ink/ink4251.xml"/><Relationship Id="rId71" Type="http://schemas.openxmlformats.org/officeDocument/2006/relationships/customXml" Target="../ink/ink4283.xml"/><Relationship Id="rId2" Type="http://schemas.openxmlformats.org/officeDocument/2006/relationships/image" Target="../media/image2646.png"/><Relationship Id="rId29" Type="http://schemas.openxmlformats.org/officeDocument/2006/relationships/customXml" Target="../ink/ink4262.xml"/><Relationship Id="rId24" Type="http://schemas.openxmlformats.org/officeDocument/2006/relationships/image" Target="../media/image2654.png"/><Relationship Id="rId40" Type="http://schemas.openxmlformats.org/officeDocument/2006/relationships/image" Target="../media/image2663.png"/><Relationship Id="rId45" Type="http://schemas.openxmlformats.org/officeDocument/2006/relationships/customXml" Target="../ink/ink4270.xml"/><Relationship Id="rId66" Type="http://schemas.openxmlformats.org/officeDocument/2006/relationships/image" Target="../media/image2677.png"/><Relationship Id="rId61" Type="http://schemas.openxmlformats.org/officeDocument/2006/relationships/customXml" Target="../ink/ink4278.xml"/><Relationship Id="rId82" Type="http://schemas.openxmlformats.org/officeDocument/2006/relationships/image" Target="../media/image2686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89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3" Type="http://schemas.openxmlformats.org/officeDocument/2006/relationships/customXml" Target="../ink/ink4296.xml"/><Relationship Id="rId18" Type="http://schemas.openxmlformats.org/officeDocument/2006/relationships/image" Target="../media/image2695.png"/><Relationship Id="rId26" Type="http://schemas.openxmlformats.org/officeDocument/2006/relationships/image" Target="../media/image2699.png"/><Relationship Id="rId3" Type="http://schemas.openxmlformats.org/officeDocument/2006/relationships/customXml" Target="../ink/ink4291.xml"/><Relationship Id="rId21" Type="http://schemas.openxmlformats.org/officeDocument/2006/relationships/customXml" Target="../ink/ink4300.xml"/><Relationship Id="rId34" Type="http://schemas.openxmlformats.org/officeDocument/2006/relationships/image" Target="../media/image2704.png"/><Relationship Id="rId7" Type="http://schemas.openxmlformats.org/officeDocument/2006/relationships/customXml" Target="../ink/ink4293.xml"/><Relationship Id="rId12" Type="http://schemas.openxmlformats.org/officeDocument/2006/relationships/image" Target="../media/image2692.png"/><Relationship Id="rId17" Type="http://schemas.openxmlformats.org/officeDocument/2006/relationships/customXml" Target="../ink/ink4298.xml"/><Relationship Id="rId25" Type="http://schemas.openxmlformats.org/officeDocument/2006/relationships/customXml" Target="../ink/ink4302.xml"/><Relationship Id="rId33" Type="http://schemas.openxmlformats.org/officeDocument/2006/relationships/customXml" Target="../ink/ink4306.xml"/><Relationship Id="rId2" Type="http://schemas.openxmlformats.org/officeDocument/2006/relationships/image" Target="../media/image2691.png"/><Relationship Id="rId16" Type="http://schemas.openxmlformats.org/officeDocument/2006/relationships/image" Target="../media/image2694.png"/><Relationship Id="rId20" Type="http://schemas.openxmlformats.org/officeDocument/2006/relationships/image" Target="../media/image2696.png"/><Relationship Id="rId29" Type="http://schemas.openxmlformats.org/officeDocument/2006/relationships/customXml" Target="../ink/ink430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120.png"/><Relationship Id="rId11" Type="http://schemas.openxmlformats.org/officeDocument/2006/relationships/customXml" Target="../ink/ink4295.xml"/><Relationship Id="rId24" Type="http://schemas.openxmlformats.org/officeDocument/2006/relationships/image" Target="../media/image2698.png"/><Relationship Id="rId32" Type="http://schemas.openxmlformats.org/officeDocument/2006/relationships/image" Target="../media/image2703.png"/><Relationship Id="rId5" Type="http://schemas.openxmlformats.org/officeDocument/2006/relationships/customXml" Target="../ink/ink4292.xml"/><Relationship Id="rId15" Type="http://schemas.openxmlformats.org/officeDocument/2006/relationships/customXml" Target="../ink/ink4297.xml"/><Relationship Id="rId23" Type="http://schemas.openxmlformats.org/officeDocument/2006/relationships/customXml" Target="../ink/ink4301.xml"/><Relationship Id="rId28" Type="http://schemas.openxmlformats.org/officeDocument/2006/relationships/image" Target="../media/image2701.png"/><Relationship Id="rId10" Type="http://schemas.openxmlformats.org/officeDocument/2006/relationships/image" Target="../media/image12140.png"/><Relationship Id="rId19" Type="http://schemas.openxmlformats.org/officeDocument/2006/relationships/customXml" Target="../ink/ink4299.xml"/><Relationship Id="rId31" Type="http://schemas.openxmlformats.org/officeDocument/2006/relationships/customXml" Target="../ink/ink4305.xml"/><Relationship Id="rId4" Type="http://schemas.openxmlformats.org/officeDocument/2006/relationships/image" Target="../media/image12110.png"/><Relationship Id="rId9" Type="http://schemas.openxmlformats.org/officeDocument/2006/relationships/customXml" Target="../ink/ink4294.xml"/><Relationship Id="rId14" Type="http://schemas.openxmlformats.org/officeDocument/2006/relationships/image" Target="../media/image2693.png"/><Relationship Id="rId22" Type="http://schemas.openxmlformats.org/officeDocument/2006/relationships/image" Target="../media/image2697.png"/><Relationship Id="rId27" Type="http://schemas.openxmlformats.org/officeDocument/2006/relationships/customXml" Target="../ink/ink4303.xml"/><Relationship Id="rId30" Type="http://schemas.openxmlformats.org/officeDocument/2006/relationships/image" Target="../media/image2702.png"/><Relationship Id="rId8" Type="http://schemas.openxmlformats.org/officeDocument/2006/relationships/image" Target="../media/image1213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9C49B-9325-4F28-84AA-EF2118377A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98966" y="1150200"/>
            <a:ext cx="6194065" cy="961565"/>
          </a:xfrm>
        </p:spPr>
        <p:txBody>
          <a:bodyPr>
            <a:noAutofit/>
          </a:bodyPr>
          <a:lstStyle/>
          <a:p>
            <a:r>
              <a:rPr lang="en-US" sz="44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ECE 105: Introduction to Electrical Engineerin</a:t>
            </a:r>
            <a:r>
              <a:rPr lang="en-US" sz="4400" dirty="0">
                <a:ea typeface="Times New Roman" panose="02020603050405020304" pitchFamily="18" charset="0"/>
                <a:cs typeface="Times New Roman" panose="02020603050405020304" pitchFamily="18" charset="0"/>
              </a:rPr>
              <a:t>g</a:t>
            </a:r>
            <a:endParaRPr lang="en-US" sz="4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0D5305-B3D3-4E24-9167-6DC659185F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0811" y="3477445"/>
            <a:ext cx="5590376" cy="2230355"/>
          </a:xfrm>
        </p:spPr>
        <p:txBody>
          <a:bodyPr>
            <a:normAutofit/>
          </a:bodyPr>
          <a:lstStyle/>
          <a:p>
            <a:r>
              <a:rPr lang="en-US" sz="2800" dirty="0">
                <a:latin typeface="PT Sans" panose="020B0503020203020204" pitchFamily="34" charset="0"/>
              </a:rPr>
              <a:t>Lecture 16</a:t>
            </a:r>
          </a:p>
          <a:p>
            <a:r>
              <a:rPr lang="en-US" sz="2800">
                <a:latin typeface="PT Sans" panose="020B0503020203020204" pitchFamily="34" charset="0"/>
              </a:rPr>
              <a:t>Sensors 3</a:t>
            </a:r>
            <a:endParaRPr lang="en-US" sz="2800" dirty="0">
              <a:latin typeface="PT Sans" panose="020B0503020203020204" pitchFamily="34" charset="0"/>
            </a:endParaRPr>
          </a:p>
          <a:p>
            <a:r>
              <a:rPr lang="en-US" sz="2800" dirty="0"/>
              <a:t>Yasser Khan</a:t>
            </a:r>
          </a:p>
          <a:p>
            <a:r>
              <a:rPr lang="en-US" sz="2800" dirty="0" err="1">
                <a:latin typeface="PT Sans" panose="020B0503020203020204" pitchFamily="34" charset="0"/>
              </a:rPr>
              <a:t>Rehan</a:t>
            </a:r>
            <a:r>
              <a:rPr lang="en-US" sz="2800" dirty="0">
                <a:latin typeface="PT Sans" panose="020B0503020203020204" pitchFamily="34" charset="0"/>
              </a:rPr>
              <a:t> Kapadia</a:t>
            </a:r>
          </a:p>
        </p:txBody>
      </p:sp>
    </p:spTree>
    <p:extLst>
      <p:ext uri="{BB962C8B-B14F-4D97-AF65-F5344CB8AC3E}">
        <p14:creationId xmlns:p14="http://schemas.microsoft.com/office/powerpoint/2010/main" val="33657999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1F6995-18CF-2E5C-2FFB-BE0075442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sensors</a:t>
            </a:r>
          </a:p>
        </p:txBody>
      </p:sp>
      <p:pic>
        <p:nvPicPr>
          <p:cNvPr id="6" name="Content Placeholder 5" descr="A group of black electronic components&#10;&#10;Description automatically generated">
            <a:extLst>
              <a:ext uri="{FF2B5EF4-FFF2-40B4-BE49-F238E27FC236}">
                <a16:creationId xmlns:a16="http://schemas.microsoft.com/office/drawing/2014/main" id="{A3E93621-D2B6-124E-B907-6A5C3169FD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3505" y="1552362"/>
            <a:ext cx="8884990" cy="2938615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D4E1AB-C9FA-0CD8-B1DE-FD7549677D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83700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184570-F45D-FBB9-341D-844CCBE311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Differential measurement</a:t>
            </a:r>
          </a:p>
        </p:txBody>
      </p:sp>
      <p:pic>
        <p:nvPicPr>
          <p:cNvPr id="6" name="Picture 5" descr="Diagram&#10;&#10;Description automatically generated">
            <a:extLst>
              <a:ext uri="{FF2B5EF4-FFF2-40B4-BE49-F238E27FC236}">
                <a16:creationId xmlns:a16="http://schemas.microsoft.com/office/drawing/2014/main" id="{EDD744BB-901A-D599-32D8-464E112D8B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1790" y="979835"/>
            <a:ext cx="6048419" cy="2990872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ABEA25C5-A933-85CF-C011-AABAFDE5CE67}"/>
              </a:ext>
            </a:extLst>
          </p:cNvPr>
          <p:cNvGrpSpPr/>
          <p:nvPr/>
        </p:nvGrpSpPr>
        <p:grpSpPr>
          <a:xfrm>
            <a:off x="8213942" y="1452985"/>
            <a:ext cx="884880" cy="191520"/>
            <a:chOff x="8213942" y="1452985"/>
            <a:chExt cx="884880" cy="191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DBC56D78-15FF-7099-D48D-C9E879EFDAED}"/>
                    </a:ext>
                  </a:extLst>
                </p14:cNvPr>
                <p14:cNvContentPartPr/>
                <p14:nvPr/>
              </p14:nvContentPartPr>
              <p14:xfrm>
                <a:off x="8213942" y="1525705"/>
                <a:ext cx="884880" cy="1011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DBC56D78-15FF-7099-D48D-C9E879EFDAED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8196302" y="1508065"/>
                  <a:ext cx="92052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00994639-BC99-7BBF-6618-EB05C47E33FB}"/>
                    </a:ext>
                  </a:extLst>
                </p14:cNvPr>
                <p14:cNvContentPartPr/>
                <p14:nvPr/>
              </p14:nvContentPartPr>
              <p14:xfrm>
                <a:off x="8967062" y="1452985"/>
                <a:ext cx="90720" cy="1915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00994639-BC99-7BBF-6618-EB05C47E33FB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8949422" y="1434985"/>
                  <a:ext cx="126360" cy="227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26773C6-E60C-D551-AEE1-E4E038D3B7FB}"/>
              </a:ext>
            </a:extLst>
          </p:cNvPr>
          <p:cNvGrpSpPr/>
          <p:nvPr/>
        </p:nvGrpSpPr>
        <p:grpSpPr>
          <a:xfrm>
            <a:off x="8094782" y="472345"/>
            <a:ext cx="1277280" cy="603720"/>
            <a:chOff x="8094782" y="472345"/>
            <a:chExt cx="1277280" cy="603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B882A127-13C2-13C7-EBC3-17EDCFA87B39}"/>
                    </a:ext>
                  </a:extLst>
                </p14:cNvPr>
                <p14:cNvContentPartPr/>
                <p14:nvPr/>
              </p14:nvContentPartPr>
              <p14:xfrm>
                <a:off x="8094782" y="986785"/>
                <a:ext cx="839880" cy="892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B882A127-13C2-13C7-EBC3-17EDCFA87B39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8077142" y="968785"/>
                  <a:ext cx="87552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469244B6-96E8-C155-5218-D0B725F3821E}"/>
                    </a:ext>
                  </a:extLst>
                </p14:cNvPr>
                <p14:cNvContentPartPr/>
                <p14:nvPr/>
              </p14:nvContentPartPr>
              <p14:xfrm>
                <a:off x="8828822" y="856465"/>
                <a:ext cx="146520" cy="19836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469244B6-96E8-C155-5218-D0B725F3821E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8811182" y="838825"/>
                  <a:ext cx="18216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CC8015AC-C192-BC33-A8E8-8DD817A5CA1A}"/>
                    </a:ext>
                  </a:extLst>
                </p14:cNvPr>
                <p14:cNvContentPartPr/>
                <p14:nvPr/>
              </p14:nvContentPartPr>
              <p14:xfrm>
                <a:off x="8197022" y="521305"/>
                <a:ext cx="129960" cy="2736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CC8015AC-C192-BC33-A8E8-8DD817A5CA1A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8179022" y="503305"/>
                  <a:ext cx="16560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62DA52DE-B570-AAEE-5DD7-2BD7961F967A}"/>
                    </a:ext>
                  </a:extLst>
                </p14:cNvPr>
                <p14:cNvContentPartPr/>
                <p14:nvPr/>
              </p14:nvContentPartPr>
              <p14:xfrm>
                <a:off x="8351822" y="594025"/>
                <a:ext cx="305640" cy="1616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62DA52DE-B570-AAEE-5DD7-2BD7961F967A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8334182" y="576385"/>
                  <a:ext cx="34128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613441F8-A693-FC45-97CB-A2AA5479360C}"/>
                    </a:ext>
                  </a:extLst>
                </p14:cNvPr>
                <p14:cNvContentPartPr/>
                <p14:nvPr/>
              </p14:nvContentPartPr>
              <p14:xfrm>
                <a:off x="8787782" y="556225"/>
                <a:ext cx="118800" cy="2052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613441F8-A693-FC45-97CB-A2AA5479360C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8770142" y="538585"/>
                  <a:ext cx="15444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14E2A823-F002-23A1-89C2-1145EE39F983}"/>
                    </a:ext>
                  </a:extLst>
                </p14:cNvPr>
                <p14:cNvContentPartPr/>
                <p14:nvPr/>
              </p14:nvContentPartPr>
              <p14:xfrm>
                <a:off x="8941502" y="628225"/>
                <a:ext cx="13680" cy="781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14E2A823-F002-23A1-89C2-1145EE39F983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8923502" y="610225"/>
                  <a:ext cx="4932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ABEE8A2-2BF9-B53E-539E-42F97A596C14}"/>
                    </a:ext>
                  </a:extLst>
                </p14:cNvPr>
                <p14:cNvContentPartPr/>
                <p14:nvPr/>
              </p14:nvContentPartPr>
              <p14:xfrm>
                <a:off x="8946902" y="472345"/>
                <a:ext cx="12600" cy="414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ABEE8A2-2BF9-B53E-539E-42F97A596C14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8928902" y="454345"/>
                  <a:ext cx="4824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A0912D23-3EC0-C64E-6F17-ADA167555515}"/>
                    </a:ext>
                  </a:extLst>
                </p14:cNvPr>
                <p14:cNvContentPartPr/>
                <p14:nvPr/>
              </p14:nvContentPartPr>
              <p14:xfrm>
                <a:off x="9042302" y="576025"/>
                <a:ext cx="125280" cy="817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A0912D23-3EC0-C64E-6F17-ADA167555515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9024662" y="558385"/>
                  <a:ext cx="16092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1727731B-E9B0-CC84-9269-F9AFCCF777EA}"/>
                    </a:ext>
                  </a:extLst>
                </p14:cNvPr>
                <p14:cNvContentPartPr/>
                <p14:nvPr/>
              </p14:nvContentPartPr>
              <p14:xfrm>
                <a:off x="9268022" y="523105"/>
                <a:ext cx="104040" cy="4780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1727731B-E9B0-CC84-9269-F9AFCCF777EA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9250382" y="505105"/>
                  <a:ext cx="139680" cy="513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932CB3E3-5B49-9BF7-A396-0C55351B80DD}"/>
              </a:ext>
            </a:extLst>
          </p:cNvPr>
          <p:cNvGrpSpPr/>
          <p:nvPr/>
        </p:nvGrpSpPr>
        <p:grpSpPr>
          <a:xfrm>
            <a:off x="7968062" y="1886785"/>
            <a:ext cx="610920" cy="303120"/>
            <a:chOff x="7968062" y="1886785"/>
            <a:chExt cx="610920" cy="303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9299F792-F137-021F-541D-0F52A587B607}"/>
                    </a:ext>
                  </a:extLst>
                </p14:cNvPr>
                <p14:cNvContentPartPr/>
                <p14:nvPr/>
              </p14:nvContentPartPr>
              <p14:xfrm>
                <a:off x="7968062" y="2011345"/>
                <a:ext cx="177840" cy="1785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9299F792-F137-021F-541D-0F52A587B607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7950422" y="1993345"/>
                  <a:ext cx="21348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50CC335E-02F5-D85A-C888-D6621A28C237}"/>
                    </a:ext>
                  </a:extLst>
                </p14:cNvPr>
                <p14:cNvContentPartPr/>
                <p14:nvPr/>
              </p14:nvContentPartPr>
              <p14:xfrm>
                <a:off x="8256062" y="2009545"/>
                <a:ext cx="97920" cy="1321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50CC335E-02F5-D85A-C888-D6621A28C237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8238422" y="1991545"/>
                  <a:ext cx="13356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38387D13-DCFC-41FB-F030-270A5C176710}"/>
                    </a:ext>
                  </a:extLst>
                </p14:cNvPr>
                <p14:cNvContentPartPr/>
                <p14:nvPr/>
              </p14:nvContentPartPr>
              <p14:xfrm>
                <a:off x="8405102" y="1886785"/>
                <a:ext cx="173880" cy="2822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38387D13-DCFC-41FB-F030-270A5C176710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8387102" y="1868785"/>
                  <a:ext cx="209520" cy="317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6D1F064B-DFF3-BAE6-9789-229209984765}"/>
              </a:ext>
            </a:extLst>
          </p:cNvPr>
          <p:cNvGrpSpPr/>
          <p:nvPr/>
        </p:nvGrpSpPr>
        <p:grpSpPr>
          <a:xfrm>
            <a:off x="8813342" y="1891825"/>
            <a:ext cx="1188000" cy="392040"/>
            <a:chOff x="8813342" y="1891825"/>
            <a:chExt cx="1188000" cy="392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57177ADD-4E0D-A104-32F1-6DE3A58922A1}"/>
                    </a:ext>
                  </a:extLst>
                </p14:cNvPr>
                <p14:cNvContentPartPr/>
                <p14:nvPr/>
              </p14:nvContentPartPr>
              <p14:xfrm>
                <a:off x="8813342" y="1891825"/>
                <a:ext cx="136080" cy="282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57177ADD-4E0D-A104-32F1-6DE3A58922A1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8795702" y="1873825"/>
                  <a:ext cx="171720" cy="31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A390D328-3ECD-BCA6-A4CF-74CF674F03C6}"/>
                    </a:ext>
                  </a:extLst>
                </p14:cNvPr>
                <p14:cNvContentPartPr/>
                <p14:nvPr/>
              </p14:nvContentPartPr>
              <p14:xfrm>
                <a:off x="8974622" y="1951585"/>
                <a:ext cx="312840" cy="1476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A390D328-3ECD-BCA6-A4CF-74CF674F03C6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8956622" y="1933585"/>
                  <a:ext cx="34848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464C89E2-A8AD-92FD-4E0D-156D0408D171}"/>
                    </a:ext>
                  </a:extLst>
                </p14:cNvPr>
                <p14:cNvContentPartPr/>
                <p14:nvPr/>
              </p14:nvContentPartPr>
              <p14:xfrm>
                <a:off x="9337142" y="1976065"/>
                <a:ext cx="102240" cy="2206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464C89E2-A8AD-92FD-4E0D-156D0408D171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9319142" y="1958065"/>
                  <a:ext cx="137880" cy="25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E22737A-E8A4-D90C-BEC6-AD9A0D1DB099}"/>
                    </a:ext>
                  </a:extLst>
                </p14:cNvPr>
                <p14:cNvContentPartPr/>
                <p14:nvPr/>
              </p14:nvContentPartPr>
              <p14:xfrm>
                <a:off x="9531182" y="2032945"/>
                <a:ext cx="23400" cy="1321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E22737A-E8A4-D90C-BEC6-AD9A0D1DB099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9513542" y="2014945"/>
                  <a:ext cx="5904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73C3C929-9A28-24A8-92E6-22C6BC3EC0E9}"/>
                    </a:ext>
                  </a:extLst>
                </p14:cNvPr>
                <p14:cNvContentPartPr/>
                <p14:nvPr/>
              </p14:nvContentPartPr>
              <p14:xfrm>
                <a:off x="9512822" y="1933225"/>
                <a:ext cx="1800" cy="7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73C3C929-9A28-24A8-92E6-22C6BC3EC0E9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9495182" y="1915585"/>
                  <a:ext cx="3744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4122E0D3-FC5B-E1FC-71E3-2AA79A763EC1}"/>
                    </a:ext>
                  </a:extLst>
                </p14:cNvPr>
                <p14:cNvContentPartPr/>
                <p14:nvPr/>
              </p14:nvContentPartPr>
              <p14:xfrm>
                <a:off x="9599582" y="1972105"/>
                <a:ext cx="171720" cy="1335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4122E0D3-FC5B-E1FC-71E3-2AA79A763EC1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9581942" y="1954465"/>
                  <a:ext cx="20736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D37D6043-C11F-99A6-11A0-F540BBC7D829}"/>
                    </a:ext>
                  </a:extLst>
                </p14:cNvPr>
                <p14:cNvContentPartPr/>
                <p14:nvPr/>
              </p14:nvContentPartPr>
              <p14:xfrm>
                <a:off x="9918542" y="1936825"/>
                <a:ext cx="82800" cy="3470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D37D6043-C11F-99A6-11A0-F540BBC7D829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9900902" y="1918825"/>
                  <a:ext cx="118440" cy="382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52950A88-776E-FDAC-2F6B-B6501A342423}"/>
              </a:ext>
            </a:extLst>
          </p:cNvPr>
          <p:cNvGrpSpPr/>
          <p:nvPr/>
        </p:nvGrpSpPr>
        <p:grpSpPr>
          <a:xfrm>
            <a:off x="10137062" y="908665"/>
            <a:ext cx="1347480" cy="631800"/>
            <a:chOff x="10137062" y="908665"/>
            <a:chExt cx="1347480" cy="631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658F92F4-9B8B-6144-9468-430277DA8A99}"/>
                    </a:ext>
                  </a:extLst>
                </p14:cNvPr>
                <p14:cNvContentPartPr/>
                <p14:nvPr/>
              </p14:nvContentPartPr>
              <p14:xfrm>
                <a:off x="10330382" y="975625"/>
                <a:ext cx="173160" cy="3009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658F92F4-9B8B-6144-9468-430277DA8A99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0312382" y="957625"/>
                  <a:ext cx="208800" cy="33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AA29B279-D94F-79E2-01D1-F5D44B0C31A6}"/>
                    </a:ext>
                  </a:extLst>
                </p14:cNvPr>
                <p14:cNvContentPartPr/>
                <p14:nvPr/>
              </p14:nvContentPartPr>
              <p14:xfrm>
                <a:off x="10645022" y="1139785"/>
                <a:ext cx="124560" cy="219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AA29B279-D94F-79E2-01D1-F5D44B0C31A6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0627382" y="1122145"/>
                  <a:ext cx="16020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EFBE8453-BA69-043F-B7A2-0DDA4FBB893C}"/>
                    </a:ext>
                  </a:extLst>
                </p14:cNvPr>
                <p14:cNvContentPartPr/>
                <p14:nvPr/>
              </p14:nvContentPartPr>
              <p14:xfrm>
                <a:off x="10887302" y="1049065"/>
                <a:ext cx="12240" cy="2505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EFBE8453-BA69-043F-B7A2-0DDA4FBB893C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0869302" y="1031065"/>
                  <a:ext cx="4788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39C853E3-5BF5-8DF4-D27B-F30C23467EB0}"/>
                    </a:ext>
                  </a:extLst>
                </p14:cNvPr>
                <p14:cNvContentPartPr/>
                <p14:nvPr/>
              </p14:nvContentPartPr>
              <p14:xfrm>
                <a:off x="10862462" y="1051585"/>
                <a:ext cx="181800" cy="1666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39C853E3-5BF5-8DF4-D27B-F30C23467EB0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0844822" y="1033945"/>
                  <a:ext cx="21744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91E16887-A681-A9B5-7317-51BACEAB02EF}"/>
                    </a:ext>
                  </a:extLst>
                </p14:cNvPr>
                <p14:cNvContentPartPr/>
                <p14:nvPr/>
              </p14:nvContentPartPr>
              <p14:xfrm>
                <a:off x="11139302" y="1040425"/>
                <a:ext cx="123480" cy="2192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91E16887-A681-A9B5-7317-51BACEAB02EF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1121662" y="1022425"/>
                  <a:ext cx="159120" cy="25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ED16796F-64D5-DBE4-3344-6C7DB8C21BBF}"/>
                    </a:ext>
                  </a:extLst>
                </p14:cNvPr>
                <p14:cNvContentPartPr/>
                <p14:nvPr/>
              </p14:nvContentPartPr>
              <p14:xfrm>
                <a:off x="10137062" y="908665"/>
                <a:ext cx="183960" cy="6318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ED16796F-64D5-DBE4-3344-6C7DB8C21BBF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0119422" y="890665"/>
                  <a:ext cx="219600" cy="66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365EB03A-FDF8-1E80-BBE4-C4C2F3113B86}"/>
                    </a:ext>
                  </a:extLst>
                </p14:cNvPr>
                <p14:cNvContentPartPr/>
                <p14:nvPr/>
              </p14:nvContentPartPr>
              <p14:xfrm>
                <a:off x="11362862" y="909385"/>
                <a:ext cx="121680" cy="4831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365EB03A-FDF8-1E80-BBE4-C4C2F3113B86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1345222" y="891745"/>
                  <a:ext cx="157320" cy="518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BC75866F-5CF6-8333-780D-104D952F1863}"/>
              </a:ext>
            </a:extLst>
          </p:cNvPr>
          <p:cNvGrpSpPr/>
          <p:nvPr/>
        </p:nvGrpSpPr>
        <p:grpSpPr>
          <a:xfrm>
            <a:off x="212640" y="840768"/>
            <a:ext cx="4508640" cy="1738800"/>
            <a:chOff x="212640" y="840768"/>
            <a:chExt cx="4508640" cy="1738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AADFC0FA-0E8E-B15E-83B8-CADB842CA1F4}"/>
                    </a:ext>
                  </a:extLst>
                </p14:cNvPr>
                <p14:cNvContentPartPr/>
                <p14:nvPr/>
              </p14:nvContentPartPr>
              <p14:xfrm>
                <a:off x="654720" y="1167648"/>
                <a:ext cx="35640" cy="42192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AADFC0FA-0E8E-B15E-83B8-CADB842CA1F4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636720" y="1150008"/>
                  <a:ext cx="71280" cy="45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DDACB253-E696-A9D1-BFBE-6DAFF268870F}"/>
                    </a:ext>
                  </a:extLst>
                </p14:cNvPr>
                <p14:cNvContentPartPr/>
                <p14:nvPr/>
              </p14:nvContentPartPr>
              <p14:xfrm>
                <a:off x="663360" y="1129128"/>
                <a:ext cx="50760" cy="6228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DDACB253-E696-A9D1-BFBE-6DAFF268870F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645360" y="1111128"/>
                  <a:ext cx="8640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D5620B8-F433-5FD5-E997-170315F7F22C}"/>
                    </a:ext>
                  </a:extLst>
                </p14:cNvPr>
                <p14:cNvContentPartPr/>
                <p14:nvPr/>
              </p14:nvContentPartPr>
              <p14:xfrm>
                <a:off x="696480" y="1128408"/>
                <a:ext cx="312840" cy="24444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D5620B8-F433-5FD5-E997-170315F7F22C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678840" y="1110768"/>
                  <a:ext cx="348480" cy="28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965706ED-BA0E-F64F-FD30-7379C3BEEEB0}"/>
                    </a:ext>
                  </a:extLst>
                </p14:cNvPr>
                <p14:cNvContentPartPr/>
                <p14:nvPr/>
              </p14:nvContentPartPr>
              <p14:xfrm>
                <a:off x="1065480" y="1253328"/>
                <a:ext cx="119160" cy="21528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965706ED-BA0E-F64F-FD30-7379C3BEEEB0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1047840" y="1235328"/>
                  <a:ext cx="15480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2E21F637-88FC-BAB2-EDEE-7622BD3D942F}"/>
                    </a:ext>
                  </a:extLst>
                </p14:cNvPr>
                <p14:cNvContentPartPr/>
                <p14:nvPr/>
              </p14:nvContentPartPr>
              <p14:xfrm>
                <a:off x="1291920" y="1252608"/>
                <a:ext cx="197280" cy="17424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2E21F637-88FC-BAB2-EDEE-7622BD3D942F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1273920" y="1234608"/>
                  <a:ext cx="23292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88B6E2FE-461D-C2B2-587C-BA2B7F9B8F93}"/>
                    </a:ext>
                  </a:extLst>
                </p14:cNvPr>
                <p14:cNvContentPartPr/>
                <p14:nvPr/>
              </p14:nvContentPartPr>
              <p14:xfrm>
                <a:off x="1568760" y="1219128"/>
                <a:ext cx="100440" cy="20988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88B6E2FE-461D-C2B2-587C-BA2B7F9B8F93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1551120" y="1201488"/>
                  <a:ext cx="13608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489537E2-ADF8-8F3A-70DA-20065AAF5500}"/>
                    </a:ext>
                  </a:extLst>
                </p14:cNvPr>
                <p14:cNvContentPartPr/>
                <p14:nvPr/>
              </p14:nvContentPartPr>
              <p14:xfrm>
                <a:off x="1750920" y="1255128"/>
                <a:ext cx="132840" cy="14832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489537E2-ADF8-8F3A-70DA-20065AAF5500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733280" y="1237128"/>
                  <a:ext cx="16848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64678871-E0A5-DAE1-59BC-A29BE1F74F38}"/>
                    </a:ext>
                  </a:extLst>
                </p14:cNvPr>
                <p14:cNvContentPartPr/>
                <p14:nvPr/>
              </p14:nvContentPartPr>
              <p14:xfrm>
                <a:off x="1988880" y="1212648"/>
                <a:ext cx="107280" cy="14472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64678871-E0A5-DAE1-59BC-A29BE1F74F38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1970880" y="1194648"/>
                  <a:ext cx="14292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6F011799-DA35-C3B1-A2A3-907B6C244ACC}"/>
                    </a:ext>
                  </a:extLst>
                </p14:cNvPr>
                <p14:cNvContentPartPr/>
                <p14:nvPr/>
              </p14:nvContentPartPr>
              <p14:xfrm>
                <a:off x="2196240" y="1213008"/>
                <a:ext cx="107280" cy="12564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6F011799-DA35-C3B1-A2A3-907B6C244ACC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2178600" y="1195368"/>
                  <a:ext cx="14292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3FB4722E-0B7F-E706-96A8-5C19C47E189A}"/>
                    </a:ext>
                  </a:extLst>
                </p14:cNvPr>
                <p14:cNvContentPartPr/>
                <p14:nvPr/>
              </p14:nvContentPartPr>
              <p14:xfrm>
                <a:off x="2769720" y="1015008"/>
                <a:ext cx="10080" cy="29124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3FB4722E-0B7F-E706-96A8-5C19C47E189A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2752080" y="997008"/>
                  <a:ext cx="45720" cy="32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8A7E2EEF-8989-B34A-B6B0-748A184F5CD8}"/>
                    </a:ext>
                  </a:extLst>
                </p14:cNvPr>
                <p14:cNvContentPartPr/>
                <p14:nvPr/>
              </p14:nvContentPartPr>
              <p14:xfrm>
                <a:off x="2739120" y="988368"/>
                <a:ext cx="228960" cy="23148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8A7E2EEF-8989-B34A-B6B0-748A184F5CD8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2721480" y="970728"/>
                  <a:ext cx="26460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C0286159-5666-4225-7A8F-A0AC602314E9}"/>
                    </a:ext>
                  </a:extLst>
                </p14:cNvPr>
                <p14:cNvContentPartPr/>
                <p14:nvPr/>
              </p14:nvContentPartPr>
              <p14:xfrm>
                <a:off x="3057720" y="1179168"/>
                <a:ext cx="33840" cy="8496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C0286159-5666-4225-7A8F-A0AC602314E9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3040080" y="1161528"/>
                  <a:ext cx="6948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2155F0D7-E0B7-E8E9-12FE-287025EA4160}"/>
                    </a:ext>
                  </a:extLst>
                </p14:cNvPr>
                <p14:cNvContentPartPr/>
                <p14:nvPr/>
              </p14:nvContentPartPr>
              <p14:xfrm>
                <a:off x="3072480" y="1013568"/>
                <a:ext cx="36360" cy="453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2155F0D7-E0B7-E8E9-12FE-287025EA4160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3054480" y="995568"/>
                  <a:ext cx="7200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C06F6592-E9E3-9EF3-6E67-3D3249E8F20E}"/>
                    </a:ext>
                  </a:extLst>
                </p14:cNvPr>
                <p14:cNvContentPartPr/>
                <p14:nvPr/>
              </p14:nvContentPartPr>
              <p14:xfrm>
                <a:off x="3197760" y="961728"/>
                <a:ext cx="51840" cy="19620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C06F6592-E9E3-9EF3-6E67-3D3249E8F20E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3179760" y="944088"/>
                  <a:ext cx="8748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5BBE6950-A44F-4C0B-F9A2-35CF1EA174EE}"/>
                    </a:ext>
                  </a:extLst>
                </p14:cNvPr>
                <p14:cNvContentPartPr/>
                <p14:nvPr/>
              </p14:nvContentPartPr>
              <p14:xfrm>
                <a:off x="3205320" y="1072968"/>
                <a:ext cx="146880" cy="3744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5BBE6950-A44F-4C0B-F9A2-35CF1EA174EE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3187680" y="1054968"/>
                  <a:ext cx="18252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1D11A936-6E20-FD99-C9B1-2E0106D88810}"/>
                    </a:ext>
                  </a:extLst>
                </p14:cNvPr>
                <p14:cNvContentPartPr/>
                <p14:nvPr/>
              </p14:nvContentPartPr>
              <p14:xfrm>
                <a:off x="3402960" y="1028328"/>
                <a:ext cx="62640" cy="12312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1D11A936-6E20-FD99-C9B1-2E0106D88810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3385320" y="1010688"/>
                  <a:ext cx="9828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433CB895-C5BF-1F8A-A6FA-8D966CE9FB62}"/>
                    </a:ext>
                  </a:extLst>
                </p14:cNvPr>
                <p14:cNvContentPartPr/>
                <p14:nvPr/>
              </p14:nvContentPartPr>
              <p14:xfrm>
                <a:off x="3551640" y="1088088"/>
                <a:ext cx="83880" cy="8064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433CB895-C5BF-1F8A-A6FA-8D966CE9FB62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3533640" y="1070088"/>
                  <a:ext cx="11952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88540D36-CAA6-D55E-A589-F31888581811}"/>
                    </a:ext>
                  </a:extLst>
                </p14:cNvPr>
                <p14:cNvContentPartPr/>
                <p14:nvPr/>
              </p14:nvContentPartPr>
              <p14:xfrm>
                <a:off x="3677640" y="923928"/>
                <a:ext cx="71280" cy="27612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88540D36-CAA6-D55E-A589-F31888581811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3660000" y="905928"/>
                  <a:ext cx="10692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0CF5E06E-B107-5CE6-AFFD-6FB3343F8773}"/>
                    </a:ext>
                  </a:extLst>
                </p14:cNvPr>
                <p14:cNvContentPartPr/>
                <p14:nvPr/>
              </p14:nvContentPartPr>
              <p14:xfrm>
                <a:off x="3700680" y="1082328"/>
                <a:ext cx="109440" cy="3564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0CF5E06E-B107-5CE6-AFFD-6FB3343F8773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3682680" y="1064688"/>
                  <a:ext cx="145080" cy="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968AA2BC-9659-255D-9E20-238312881A78}"/>
                    </a:ext>
                  </a:extLst>
                </p14:cNvPr>
                <p14:cNvContentPartPr/>
                <p14:nvPr/>
              </p14:nvContentPartPr>
              <p14:xfrm>
                <a:off x="3902280" y="1031568"/>
                <a:ext cx="129960" cy="17388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968AA2BC-9659-255D-9E20-238312881A78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3884280" y="1013568"/>
                  <a:ext cx="16560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B209436C-8A68-9123-A93C-28DD619ACC5A}"/>
                    </a:ext>
                  </a:extLst>
                </p14:cNvPr>
                <p14:cNvContentPartPr/>
                <p14:nvPr/>
              </p14:nvContentPartPr>
              <p14:xfrm>
                <a:off x="2338440" y="1866408"/>
                <a:ext cx="89280" cy="14256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B209436C-8A68-9123-A93C-28DD619ACC5A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2320440" y="1848768"/>
                  <a:ext cx="12492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360DDBF7-30BB-691C-AB0A-4C9E4E600F6B}"/>
                    </a:ext>
                  </a:extLst>
                </p14:cNvPr>
                <p14:cNvContentPartPr/>
                <p14:nvPr/>
              </p14:nvContentPartPr>
              <p14:xfrm>
                <a:off x="2348160" y="1794408"/>
                <a:ext cx="49680" cy="1152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360DDBF7-30BB-691C-AB0A-4C9E4E600F6B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2330520" y="1776408"/>
                  <a:ext cx="8532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6EFEC31F-1F38-ACA0-F61A-5441D84E9A3D}"/>
                    </a:ext>
                  </a:extLst>
                </p14:cNvPr>
                <p14:cNvContentPartPr/>
                <p14:nvPr/>
              </p14:nvContentPartPr>
              <p14:xfrm>
                <a:off x="2516280" y="1812768"/>
                <a:ext cx="170640" cy="12456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6EFEC31F-1F38-ACA0-F61A-5441D84E9A3D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2498280" y="1795128"/>
                  <a:ext cx="20628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67CAE5BF-FBCC-A189-9554-5D38BEB67165}"/>
                    </a:ext>
                  </a:extLst>
                </p14:cNvPr>
                <p14:cNvContentPartPr/>
                <p14:nvPr/>
              </p14:nvContentPartPr>
              <p14:xfrm>
                <a:off x="3063480" y="1690728"/>
                <a:ext cx="170640" cy="20628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67CAE5BF-FBCC-A189-9554-5D38BEB67165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3045480" y="1672728"/>
                  <a:ext cx="20628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2CAD2886-BA78-4F8B-A984-034EE85A2182}"/>
                    </a:ext>
                  </a:extLst>
                </p14:cNvPr>
                <p14:cNvContentPartPr/>
                <p14:nvPr/>
              </p14:nvContentPartPr>
              <p14:xfrm>
                <a:off x="3318720" y="1718448"/>
                <a:ext cx="109800" cy="16560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2CAD2886-BA78-4F8B-A984-034EE85A2182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3300720" y="1700808"/>
                  <a:ext cx="14544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41F2796E-446C-32A3-21E7-2DA6F7B38007}"/>
                    </a:ext>
                  </a:extLst>
                </p14:cNvPr>
                <p14:cNvContentPartPr/>
                <p14:nvPr/>
              </p14:nvContentPartPr>
              <p14:xfrm>
                <a:off x="3570360" y="1726008"/>
                <a:ext cx="68400" cy="16560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41F2796E-446C-32A3-21E7-2DA6F7B38007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3552360" y="1708008"/>
                  <a:ext cx="10404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11784FF3-C5EF-ACB0-0B17-1CC75E005B2C}"/>
                    </a:ext>
                  </a:extLst>
                </p14:cNvPr>
                <p14:cNvContentPartPr/>
                <p14:nvPr/>
              </p14:nvContentPartPr>
              <p14:xfrm>
                <a:off x="3615000" y="1536648"/>
                <a:ext cx="30240" cy="2988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11784FF3-C5EF-ACB0-0B17-1CC75E005B2C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3597360" y="1518648"/>
                  <a:ext cx="6588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B92019ED-94E8-7BFD-F81E-057E0DBD52A1}"/>
                    </a:ext>
                  </a:extLst>
                </p14:cNvPr>
                <p14:cNvContentPartPr/>
                <p14:nvPr/>
              </p14:nvContentPartPr>
              <p14:xfrm>
                <a:off x="3784920" y="1486248"/>
                <a:ext cx="114480" cy="42480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B92019ED-94E8-7BFD-F81E-057E0DBD52A1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3766920" y="1468608"/>
                  <a:ext cx="150120" cy="46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B583A5EE-510C-B8D5-49FC-FD19C3D237AE}"/>
                    </a:ext>
                  </a:extLst>
                </p14:cNvPr>
                <p14:cNvContentPartPr/>
                <p14:nvPr/>
              </p14:nvContentPartPr>
              <p14:xfrm>
                <a:off x="212640" y="1205808"/>
                <a:ext cx="5760" cy="127656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B583A5EE-510C-B8D5-49FC-FD19C3D237AE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194640" y="1188168"/>
                  <a:ext cx="41400" cy="131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35E95B4C-5BAA-7554-3A3F-1A18BC513AE0}"/>
                    </a:ext>
                  </a:extLst>
                </p14:cNvPr>
                <p14:cNvContentPartPr/>
                <p14:nvPr/>
              </p14:nvContentPartPr>
              <p14:xfrm>
                <a:off x="227400" y="840768"/>
                <a:ext cx="4493880" cy="173880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35E95B4C-5BAA-7554-3A3F-1A18BC513AE0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209760" y="823128"/>
                  <a:ext cx="4529520" cy="1774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C9BF2B9F-FDC1-50E3-C304-B70C2473E0B8}"/>
              </a:ext>
            </a:extLst>
          </p:cNvPr>
          <p:cNvGrpSpPr/>
          <p:nvPr/>
        </p:nvGrpSpPr>
        <p:grpSpPr>
          <a:xfrm>
            <a:off x="539520" y="3046848"/>
            <a:ext cx="1398600" cy="391320"/>
            <a:chOff x="539520" y="3046848"/>
            <a:chExt cx="1398600" cy="391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B754F84C-AB47-1210-5075-26C495771EA5}"/>
                    </a:ext>
                  </a:extLst>
                </p14:cNvPr>
                <p14:cNvContentPartPr/>
                <p14:nvPr/>
              </p14:nvContentPartPr>
              <p14:xfrm>
                <a:off x="539520" y="3046848"/>
                <a:ext cx="231840" cy="37656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B754F84C-AB47-1210-5075-26C495771EA5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521880" y="3029208"/>
                  <a:ext cx="267480" cy="41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5294F44E-9DC2-0B9C-C533-9FCCDF8317B8}"/>
                    </a:ext>
                  </a:extLst>
                </p14:cNvPr>
                <p14:cNvContentPartPr/>
                <p14:nvPr/>
              </p14:nvContentPartPr>
              <p14:xfrm>
                <a:off x="820680" y="3215328"/>
                <a:ext cx="440640" cy="22284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5294F44E-9DC2-0B9C-C533-9FCCDF8317B8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802680" y="3197328"/>
                  <a:ext cx="47628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0225E7ED-F35C-54C6-30CA-B7DB9BD21CC5}"/>
                    </a:ext>
                  </a:extLst>
                </p14:cNvPr>
                <p14:cNvContentPartPr/>
                <p14:nvPr/>
              </p14:nvContentPartPr>
              <p14:xfrm>
                <a:off x="1415760" y="3224688"/>
                <a:ext cx="126360" cy="20016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0225E7ED-F35C-54C6-30CA-B7DB9BD21CC5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397760" y="3206688"/>
                  <a:ext cx="16200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B2B7702B-7EF6-98B4-6ACF-8229C97F5BCB}"/>
                    </a:ext>
                  </a:extLst>
                </p14:cNvPr>
                <p14:cNvContentPartPr/>
                <p14:nvPr/>
              </p14:nvContentPartPr>
              <p14:xfrm>
                <a:off x="1604760" y="3238008"/>
                <a:ext cx="124560" cy="13716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B2B7702B-7EF6-98B4-6ACF-8229C97F5BCB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1587120" y="3220008"/>
                  <a:ext cx="16020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8F5A930B-BDCB-B200-321F-43FD252F1D8D}"/>
                    </a:ext>
                  </a:extLst>
                </p14:cNvPr>
                <p14:cNvContentPartPr/>
                <p14:nvPr/>
              </p14:nvContentPartPr>
              <p14:xfrm>
                <a:off x="1865040" y="3148728"/>
                <a:ext cx="73080" cy="15156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8F5A930B-BDCB-B200-321F-43FD252F1D8D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1847400" y="3130728"/>
                  <a:ext cx="108720" cy="187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E97249D4-CF66-ADBF-8FD3-40A66F3E1E94}"/>
              </a:ext>
            </a:extLst>
          </p:cNvPr>
          <p:cNvGrpSpPr/>
          <p:nvPr/>
        </p:nvGrpSpPr>
        <p:grpSpPr>
          <a:xfrm>
            <a:off x="1198320" y="3799248"/>
            <a:ext cx="579600" cy="230760"/>
            <a:chOff x="1198320" y="3799248"/>
            <a:chExt cx="579600" cy="230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2E2BEAE1-B108-BEA4-7A02-54C79B333654}"/>
                    </a:ext>
                  </a:extLst>
                </p14:cNvPr>
                <p14:cNvContentPartPr/>
                <p14:nvPr/>
              </p14:nvContentPartPr>
              <p14:xfrm>
                <a:off x="1198320" y="3799248"/>
                <a:ext cx="145800" cy="23076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2E2BEAE1-B108-BEA4-7A02-54C79B333654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1180320" y="3781608"/>
                  <a:ext cx="181440" cy="26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C62208C3-602B-AED8-D19F-72269D744DBD}"/>
                    </a:ext>
                  </a:extLst>
                </p14:cNvPr>
                <p14:cNvContentPartPr/>
                <p14:nvPr/>
              </p14:nvContentPartPr>
              <p14:xfrm>
                <a:off x="1424400" y="3817608"/>
                <a:ext cx="84600" cy="18576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C62208C3-602B-AED8-D19F-72269D744DBD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1406760" y="3799968"/>
                  <a:ext cx="12024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FC3D377D-04C0-D53B-4643-A5260016D49B}"/>
                    </a:ext>
                  </a:extLst>
                </p14:cNvPr>
                <p14:cNvContentPartPr/>
                <p14:nvPr/>
              </p14:nvContentPartPr>
              <p14:xfrm>
                <a:off x="1639680" y="3832728"/>
                <a:ext cx="138240" cy="10764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FC3D377D-04C0-D53B-4643-A5260016D49B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1621680" y="3815088"/>
                  <a:ext cx="173880" cy="143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8727CCF1-9B1A-1BCE-0D02-F34FE7FC856D}"/>
              </a:ext>
            </a:extLst>
          </p:cNvPr>
          <p:cNvGrpSpPr/>
          <p:nvPr/>
        </p:nvGrpSpPr>
        <p:grpSpPr>
          <a:xfrm>
            <a:off x="1905720" y="3567768"/>
            <a:ext cx="1911960" cy="862200"/>
            <a:chOff x="1905720" y="3567768"/>
            <a:chExt cx="1911960" cy="862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F3E32995-50B2-691C-7030-B2DCDD6DB69A}"/>
                    </a:ext>
                  </a:extLst>
                </p14:cNvPr>
                <p14:cNvContentPartPr/>
                <p14:nvPr/>
              </p14:nvContentPartPr>
              <p14:xfrm>
                <a:off x="1921200" y="3792408"/>
                <a:ext cx="150120" cy="15732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F3E32995-50B2-691C-7030-B2DCDD6DB69A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1903560" y="3774408"/>
                  <a:ext cx="18576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3A3FD1BF-6E2E-C218-CFD9-66AF8AF1AA68}"/>
                    </a:ext>
                  </a:extLst>
                </p14:cNvPr>
                <p14:cNvContentPartPr/>
                <p14:nvPr/>
              </p14:nvContentPartPr>
              <p14:xfrm>
                <a:off x="2140440" y="3810048"/>
                <a:ext cx="28440" cy="9900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3A3FD1BF-6E2E-C218-CFD9-66AF8AF1AA68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2122800" y="3792408"/>
                  <a:ext cx="6408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BE8E85A6-2715-28D9-D977-B9E4327E2776}"/>
                    </a:ext>
                  </a:extLst>
                </p14:cNvPr>
                <p14:cNvContentPartPr/>
                <p14:nvPr/>
              </p14:nvContentPartPr>
              <p14:xfrm>
                <a:off x="2112360" y="3626448"/>
                <a:ext cx="20520" cy="7236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BE8E85A6-2715-28D9-D977-B9E4327E2776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2094720" y="3608448"/>
                  <a:ext cx="5616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3FD97422-A990-FBBE-FBE4-6A8DA42BFE02}"/>
                    </a:ext>
                  </a:extLst>
                </p14:cNvPr>
                <p14:cNvContentPartPr/>
                <p14:nvPr/>
              </p14:nvContentPartPr>
              <p14:xfrm>
                <a:off x="2261040" y="3617808"/>
                <a:ext cx="54360" cy="24048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3FD97422-A990-FBBE-FBE4-6A8DA42BFE02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2243040" y="3599808"/>
                  <a:ext cx="90000" cy="27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006AAC12-0BB0-7521-93CE-F6F6A8155A81}"/>
                    </a:ext>
                  </a:extLst>
                </p14:cNvPr>
                <p14:cNvContentPartPr/>
                <p14:nvPr/>
              </p14:nvContentPartPr>
              <p14:xfrm>
                <a:off x="2202000" y="3679728"/>
                <a:ext cx="175320" cy="9180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006AAC12-0BB0-7521-93CE-F6F6A8155A81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2184360" y="3662088"/>
                  <a:ext cx="21096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BD3431F0-2BCF-3FC8-6A36-557B4FE2AC62}"/>
                    </a:ext>
                  </a:extLst>
                </p14:cNvPr>
                <p14:cNvContentPartPr/>
                <p14:nvPr/>
              </p14:nvContentPartPr>
              <p14:xfrm>
                <a:off x="2464080" y="3699168"/>
                <a:ext cx="27000" cy="14292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BD3431F0-2BCF-3FC8-6A36-557B4FE2AC62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2446080" y="3681528"/>
                  <a:ext cx="6264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FD2DFEE9-E702-944C-F893-4CA15187C4D2}"/>
                    </a:ext>
                  </a:extLst>
                </p14:cNvPr>
                <p14:cNvContentPartPr/>
                <p14:nvPr/>
              </p14:nvContentPartPr>
              <p14:xfrm>
                <a:off x="2430240" y="3567768"/>
                <a:ext cx="45360" cy="5796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FD2DFEE9-E702-944C-F893-4CA15187C4D2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2412240" y="3549768"/>
                  <a:ext cx="8100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7FC97CB0-8AD6-B7E4-5187-1847C5147EED}"/>
                    </a:ext>
                  </a:extLst>
                </p14:cNvPr>
                <p14:cNvContentPartPr/>
                <p14:nvPr/>
              </p14:nvContentPartPr>
              <p14:xfrm>
                <a:off x="2601240" y="3636888"/>
                <a:ext cx="82440" cy="14580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7FC97CB0-8AD6-B7E4-5187-1847C5147EED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2583600" y="3619248"/>
                  <a:ext cx="11808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1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58EF55D9-E84E-B88D-6C13-F71F99937EFD}"/>
                    </a:ext>
                  </a:extLst>
                </p14:cNvPr>
                <p14:cNvContentPartPr/>
                <p14:nvPr/>
              </p14:nvContentPartPr>
              <p14:xfrm>
                <a:off x="2812560" y="3611328"/>
                <a:ext cx="180720" cy="16344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58EF55D9-E84E-B88D-6C13-F71F99937EFD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2794560" y="3593328"/>
                  <a:ext cx="21636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02870539-D715-78E8-EE65-9A848120DBB5}"/>
                    </a:ext>
                  </a:extLst>
                </p14:cNvPr>
                <p14:cNvContentPartPr/>
                <p14:nvPr/>
              </p14:nvContentPartPr>
              <p14:xfrm>
                <a:off x="1982400" y="4190928"/>
                <a:ext cx="79200" cy="23904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02870539-D715-78E8-EE65-9A848120DBB5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1964760" y="4172928"/>
                  <a:ext cx="114840" cy="27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8681B2CE-2C81-8D87-3945-BC5D5BCD42F5}"/>
                    </a:ext>
                  </a:extLst>
                </p14:cNvPr>
                <p14:cNvContentPartPr/>
                <p14:nvPr/>
              </p14:nvContentPartPr>
              <p14:xfrm>
                <a:off x="1905720" y="4276608"/>
                <a:ext cx="357120" cy="11592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8681B2CE-2C81-8D87-3945-BC5D5BCD42F5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1887720" y="4258608"/>
                  <a:ext cx="39276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54FCDFD2-9177-E724-B9A2-3D875CDF031D}"/>
                    </a:ext>
                  </a:extLst>
                </p14:cNvPr>
                <p14:cNvContentPartPr/>
                <p14:nvPr/>
              </p14:nvContentPartPr>
              <p14:xfrm>
                <a:off x="2509440" y="4234848"/>
                <a:ext cx="309960" cy="10584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54FCDFD2-9177-E724-B9A2-3D875CDF031D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2491440" y="4217208"/>
                  <a:ext cx="34560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5A9523C2-1270-7A64-8892-344CB44A60FE}"/>
                    </a:ext>
                  </a:extLst>
                </p14:cNvPr>
                <p14:cNvContentPartPr/>
                <p14:nvPr/>
              </p14:nvContentPartPr>
              <p14:xfrm>
                <a:off x="2803920" y="4080408"/>
                <a:ext cx="10080" cy="1440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5A9523C2-1270-7A64-8892-344CB44A60FE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2785920" y="4062768"/>
                  <a:ext cx="4572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1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B7BF4E66-A2D6-C1B5-8EE3-F7CB07EB5538}"/>
                    </a:ext>
                  </a:extLst>
                </p14:cNvPr>
                <p14:cNvContentPartPr/>
                <p14:nvPr/>
              </p14:nvContentPartPr>
              <p14:xfrm>
                <a:off x="2964840" y="4031088"/>
                <a:ext cx="42480" cy="27684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B7BF4E66-A2D6-C1B5-8EE3-F7CB07EB5538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2946840" y="4013448"/>
                  <a:ext cx="7812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3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A8573BC9-171A-2705-4833-5D06E61E081B}"/>
                    </a:ext>
                  </a:extLst>
                </p14:cNvPr>
                <p14:cNvContentPartPr/>
                <p14:nvPr/>
              </p14:nvContentPartPr>
              <p14:xfrm>
                <a:off x="2873040" y="4150248"/>
                <a:ext cx="126360" cy="8712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A8573BC9-171A-2705-4833-5D06E61E081B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2855400" y="4132608"/>
                  <a:ext cx="16200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5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6041D433-19B2-1755-857C-FF18981B2D0D}"/>
                    </a:ext>
                  </a:extLst>
                </p14:cNvPr>
                <p14:cNvContentPartPr/>
                <p14:nvPr/>
              </p14:nvContentPartPr>
              <p14:xfrm>
                <a:off x="3075720" y="4166448"/>
                <a:ext cx="118800" cy="13572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6041D433-19B2-1755-857C-FF18981B2D0D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3057720" y="4148448"/>
                  <a:ext cx="15444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7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3CCCA2A7-7163-F5A5-214E-F28E3D3BD51F}"/>
                    </a:ext>
                  </a:extLst>
                </p14:cNvPr>
                <p14:cNvContentPartPr/>
                <p14:nvPr/>
              </p14:nvContentPartPr>
              <p14:xfrm>
                <a:off x="3269400" y="4200648"/>
                <a:ext cx="110160" cy="12204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3CCCA2A7-7163-F5A5-214E-F28E3D3BD51F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3251760" y="4182648"/>
                  <a:ext cx="14580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9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82E5EA6A-4EC7-905A-22C2-8EB7A38EF331}"/>
                    </a:ext>
                  </a:extLst>
                </p14:cNvPr>
                <p14:cNvContentPartPr/>
                <p14:nvPr/>
              </p14:nvContentPartPr>
              <p14:xfrm>
                <a:off x="3440760" y="4081488"/>
                <a:ext cx="70920" cy="21636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82E5EA6A-4EC7-905A-22C2-8EB7A38EF331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3422760" y="4063488"/>
                  <a:ext cx="10656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1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883D539C-627C-AA35-0F9A-2BC200C0D5CE}"/>
                    </a:ext>
                  </a:extLst>
                </p14:cNvPr>
                <p14:cNvContentPartPr/>
                <p14:nvPr/>
              </p14:nvContentPartPr>
              <p14:xfrm>
                <a:off x="3427800" y="4189848"/>
                <a:ext cx="154800" cy="4608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883D539C-627C-AA35-0F9A-2BC200C0D5CE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3409800" y="4172208"/>
                  <a:ext cx="19044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3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31A995B8-1941-D42E-BA73-9D409D178E91}"/>
                    </a:ext>
                  </a:extLst>
                </p14:cNvPr>
                <p14:cNvContentPartPr/>
                <p14:nvPr/>
              </p14:nvContentPartPr>
              <p14:xfrm>
                <a:off x="3634080" y="4117128"/>
                <a:ext cx="183600" cy="16452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31A995B8-1941-D42E-BA73-9D409D178E91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3616080" y="4099128"/>
                  <a:ext cx="219240" cy="20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8" name="Group 177">
            <a:extLst>
              <a:ext uri="{FF2B5EF4-FFF2-40B4-BE49-F238E27FC236}">
                <a16:creationId xmlns:a16="http://schemas.microsoft.com/office/drawing/2014/main" id="{2D1C67B7-521F-D00C-27DF-28902DA68BF3}"/>
              </a:ext>
            </a:extLst>
          </p:cNvPr>
          <p:cNvGrpSpPr/>
          <p:nvPr/>
        </p:nvGrpSpPr>
        <p:grpSpPr>
          <a:xfrm>
            <a:off x="4666920" y="4075008"/>
            <a:ext cx="930600" cy="864720"/>
            <a:chOff x="4666920" y="4075008"/>
            <a:chExt cx="930600" cy="864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5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7D5575C2-5669-5450-6635-145E35C9E12C}"/>
                    </a:ext>
                  </a:extLst>
                </p14:cNvPr>
                <p14:cNvContentPartPr/>
                <p14:nvPr/>
              </p14:nvContentPartPr>
              <p14:xfrm>
                <a:off x="4857720" y="4303608"/>
                <a:ext cx="32040" cy="40968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7D5575C2-5669-5450-6635-145E35C9E12C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4839720" y="4285608"/>
                  <a:ext cx="67680" cy="44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7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51DA4C98-79B7-B77F-B2DA-5E75F56F3F9C}"/>
                    </a:ext>
                  </a:extLst>
                </p14:cNvPr>
                <p14:cNvContentPartPr/>
                <p14:nvPr/>
              </p14:nvContentPartPr>
              <p14:xfrm>
                <a:off x="4892280" y="4280568"/>
                <a:ext cx="228240" cy="30888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51DA4C98-79B7-B77F-B2DA-5E75F56F3F9C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4874280" y="4262928"/>
                  <a:ext cx="263880" cy="34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9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9978DC86-77CE-BA92-C806-E2B70E25DB25}"/>
                    </a:ext>
                  </a:extLst>
                </p14:cNvPr>
                <p14:cNvContentPartPr/>
                <p14:nvPr/>
              </p14:nvContentPartPr>
              <p14:xfrm>
                <a:off x="5205120" y="4325568"/>
                <a:ext cx="127080" cy="26280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9978DC86-77CE-BA92-C806-E2B70E25DB25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5187480" y="4307568"/>
                  <a:ext cx="162720" cy="29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1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FDAC82D6-FAFF-09C5-1665-CA4604776B9C}"/>
                    </a:ext>
                  </a:extLst>
                </p14:cNvPr>
                <p14:cNvContentPartPr/>
                <p14:nvPr/>
              </p14:nvContentPartPr>
              <p14:xfrm>
                <a:off x="5286480" y="4561728"/>
                <a:ext cx="52200" cy="5760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FDAC82D6-FAFF-09C5-1665-CA4604776B9C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5268480" y="4543728"/>
                  <a:ext cx="8784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3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E2EEA80A-1FC9-5145-3267-821C1FA6F3C6}"/>
                    </a:ext>
                  </a:extLst>
                </p14:cNvPr>
                <p14:cNvContentPartPr/>
                <p14:nvPr/>
              </p14:nvContentPartPr>
              <p14:xfrm>
                <a:off x="4666920" y="4075008"/>
                <a:ext cx="930600" cy="83304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E2EEA80A-1FC9-5145-3267-821C1FA6F3C6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4649280" y="4057008"/>
                  <a:ext cx="966240" cy="86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5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325E8911-4026-EC0E-85F5-51003B332F58}"/>
                    </a:ext>
                  </a:extLst>
                </p14:cNvPr>
                <p14:cNvContentPartPr/>
                <p14:nvPr/>
              </p14:nvContentPartPr>
              <p14:xfrm>
                <a:off x="4689240" y="4212168"/>
                <a:ext cx="556560" cy="72756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325E8911-4026-EC0E-85F5-51003B332F58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4671600" y="4194528"/>
                  <a:ext cx="592200" cy="763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7" name="Group 176">
            <a:extLst>
              <a:ext uri="{FF2B5EF4-FFF2-40B4-BE49-F238E27FC236}">
                <a16:creationId xmlns:a16="http://schemas.microsoft.com/office/drawing/2014/main" id="{975235EC-524B-BDA6-F060-8BA829382122}"/>
              </a:ext>
            </a:extLst>
          </p:cNvPr>
          <p:cNvGrpSpPr/>
          <p:nvPr/>
        </p:nvGrpSpPr>
        <p:grpSpPr>
          <a:xfrm>
            <a:off x="6145080" y="4306128"/>
            <a:ext cx="1637640" cy="392040"/>
            <a:chOff x="6145080" y="4306128"/>
            <a:chExt cx="1637640" cy="392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7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462A6E23-E0BE-7984-FA6C-4734C58C0729}"/>
                    </a:ext>
                  </a:extLst>
                </p14:cNvPr>
                <p14:cNvContentPartPr/>
                <p14:nvPr/>
              </p14:nvContentPartPr>
              <p14:xfrm>
                <a:off x="6145080" y="4306848"/>
                <a:ext cx="169560" cy="32256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462A6E23-E0BE-7984-FA6C-4734C58C0729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6127440" y="4288848"/>
                  <a:ext cx="205200" cy="35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9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D2D828A4-62F6-7DF1-7C5C-2E97DAACA20B}"/>
                    </a:ext>
                  </a:extLst>
                </p14:cNvPr>
                <p14:cNvContentPartPr/>
                <p14:nvPr/>
              </p14:nvContentPartPr>
              <p14:xfrm>
                <a:off x="6388080" y="4429248"/>
                <a:ext cx="315360" cy="15588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D2D828A4-62F6-7DF1-7C5C-2E97DAACA20B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6370440" y="4411248"/>
                  <a:ext cx="35100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1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A22F3224-7C1E-3651-56FF-66A40026AE97}"/>
                    </a:ext>
                  </a:extLst>
                </p14:cNvPr>
                <p14:cNvContentPartPr/>
                <p14:nvPr/>
              </p14:nvContentPartPr>
              <p14:xfrm>
                <a:off x="6792000" y="4425288"/>
                <a:ext cx="141120" cy="20016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A22F3224-7C1E-3651-56FF-66A40026AE97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6774000" y="4407288"/>
                  <a:ext cx="17676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3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71C83BD0-573B-2BD0-20F1-480E860F6EA9}"/>
                    </a:ext>
                  </a:extLst>
                </p14:cNvPr>
                <p14:cNvContentPartPr/>
                <p14:nvPr/>
              </p14:nvContentPartPr>
              <p14:xfrm>
                <a:off x="6986760" y="4483608"/>
                <a:ext cx="10800" cy="12492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71C83BD0-573B-2BD0-20F1-480E860F6EA9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6969120" y="4465608"/>
                  <a:ext cx="4644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5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EFE6F6B1-1260-C906-568C-87D2F9B10E5D}"/>
                    </a:ext>
                  </a:extLst>
                </p14:cNvPr>
                <p14:cNvContentPartPr/>
                <p14:nvPr/>
              </p14:nvContentPartPr>
              <p14:xfrm>
                <a:off x="6962280" y="4315848"/>
                <a:ext cx="33120" cy="4536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EFE6F6B1-1260-C906-568C-87D2F9B10E5D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6944640" y="4297848"/>
                  <a:ext cx="6876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7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6CCC48E1-D5B7-47FA-30DC-A9D24AC7398F}"/>
                    </a:ext>
                  </a:extLst>
                </p14:cNvPr>
                <p14:cNvContentPartPr/>
                <p14:nvPr/>
              </p14:nvContentPartPr>
              <p14:xfrm>
                <a:off x="7144800" y="4433208"/>
                <a:ext cx="145080" cy="14868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6CCC48E1-D5B7-47FA-30DC-A9D24AC7398F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7127160" y="4415208"/>
                  <a:ext cx="18072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9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272A555D-3828-CAF8-ECC2-3EB6C1B4B197}"/>
                    </a:ext>
                  </a:extLst>
                </p14:cNvPr>
                <p14:cNvContentPartPr/>
                <p14:nvPr/>
              </p14:nvContentPartPr>
              <p14:xfrm>
                <a:off x="7168200" y="4337088"/>
                <a:ext cx="19440" cy="36108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272A555D-3828-CAF8-ECC2-3EB6C1B4B197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7150200" y="4319088"/>
                  <a:ext cx="55080" cy="39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1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C7EFACFE-032E-71BB-D189-9C96E3D8CC24}"/>
                    </a:ext>
                  </a:extLst>
                </p14:cNvPr>
                <p14:cNvContentPartPr/>
                <p14:nvPr/>
              </p14:nvContentPartPr>
              <p14:xfrm>
                <a:off x="7154160" y="4437888"/>
                <a:ext cx="187560" cy="18612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C7EFACFE-032E-71BB-D189-9C96E3D8CC24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7136520" y="4420248"/>
                  <a:ext cx="22320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3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B329974F-C2A6-2355-98B1-086EA4F82C74}"/>
                    </a:ext>
                  </a:extLst>
                </p14:cNvPr>
                <p14:cNvContentPartPr/>
                <p14:nvPr/>
              </p14:nvContentPartPr>
              <p14:xfrm>
                <a:off x="7348560" y="4306128"/>
                <a:ext cx="4680" cy="1332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B329974F-C2A6-2355-98B1-086EA4F82C74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7330560" y="4288128"/>
                  <a:ext cx="4032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5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BCD717CB-C53D-58A1-96D4-AF0B98D51AE5}"/>
                    </a:ext>
                  </a:extLst>
                </p14:cNvPr>
                <p14:cNvContentPartPr/>
                <p14:nvPr/>
              </p14:nvContentPartPr>
              <p14:xfrm>
                <a:off x="7431000" y="4417008"/>
                <a:ext cx="118080" cy="11412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BCD717CB-C53D-58A1-96D4-AF0B98D51AE5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7413000" y="4399008"/>
                  <a:ext cx="15372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7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C7CC18A8-7D91-B2A2-6F15-D5483442CF60}"/>
                    </a:ext>
                  </a:extLst>
                </p14:cNvPr>
                <p14:cNvContentPartPr/>
                <p14:nvPr/>
              </p14:nvContentPartPr>
              <p14:xfrm>
                <a:off x="7627200" y="4372728"/>
                <a:ext cx="155520" cy="15120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C7CC18A8-7D91-B2A2-6F15-D5483442CF60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7609200" y="4354728"/>
                  <a:ext cx="191160" cy="186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FD42A23D-AB56-75D1-E459-66F003B141DD}"/>
              </a:ext>
            </a:extLst>
          </p:cNvPr>
          <p:cNvGrpSpPr/>
          <p:nvPr/>
        </p:nvGrpSpPr>
        <p:grpSpPr>
          <a:xfrm>
            <a:off x="8169000" y="4196328"/>
            <a:ext cx="275040" cy="330480"/>
            <a:chOff x="8169000" y="4196328"/>
            <a:chExt cx="275040" cy="330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9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EFE96FED-3503-0FA6-80FA-64DA76A12A4D}"/>
                    </a:ext>
                  </a:extLst>
                </p14:cNvPr>
                <p14:cNvContentPartPr/>
                <p14:nvPr/>
              </p14:nvContentPartPr>
              <p14:xfrm>
                <a:off x="8229840" y="4196328"/>
                <a:ext cx="54000" cy="33048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EFE96FED-3503-0FA6-80FA-64DA76A12A4D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8212200" y="4178328"/>
                  <a:ext cx="89640" cy="36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1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B03655B9-E5E2-69E9-4034-6AE7893F7C44}"/>
                    </a:ext>
                  </a:extLst>
                </p14:cNvPr>
                <p14:cNvContentPartPr/>
                <p14:nvPr/>
              </p14:nvContentPartPr>
              <p14:xfrm>
                <a:off x="8169000" y="4350408"/>
                <a:ext cx="178560" cy="6444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B03655B9-E5E2-69E9-4034-6AE7893F7C44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8151000" y="4332768"/>
                  <a:ext cx="21420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3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58471891-FB0C-C9AC-5B19-7BD0D534E949}"/>
                    </a:ext>
                  </a:extLst>
                </p14:cNvPr>
                <p14:cNvContentPartPr/>
                <p14:nvPr/>
              </p14:nvContentPartPr>
              <p14:xfrm>
                <a:off x="8331000" y="4333488"/>
                <a:ext cx="113040" cy="11160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58471891-FB0C-C9AC-5B19-7BD0D534E949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8313000" y="4315848"/>
                  <a:ext cx="148680" cy="147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5" name="Group 174">
            <a:extLst>
              <a:ext uri="{FF2B5EF4-FFF2-40B4-BE49-F238E27FC236}">
                <a16:creationId xmlns:a16="http://schemas.microsoft.com/office/drawing/2014/main" id="{5810B785-4418-DF8A-2F93-9FD1C3DE519C}"/>
              </a:ext>
            </a:extLst>
          </p:cNvPr>
          <p:cNvGrpSpPr/>
          <p:nvPr/>
        </p:nvGrpSpPr>
        <p:grpSpPr>
          <a:xfrm>
            <a:off x="8798640" y="4175808"/>
            <a:ext cx="1310040" cy="340920"/>
            <a:chOff x="8798640" y="4175808"/>
            <a:chExt cx="1310040" cy="340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5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8C90B706-00DA-05D6-2AAC-84CE515D63B6}"/>
                    </a:ext>
                  </a:extLst>
                </p14:cNvPr>
                <p14:cNvContentPartPr/>
                <p14:nvPr/>
              </p14:nvContentPartPr>
              <p14:xfrm>
                <a:off x="8798640" y="4339968"/>
                <a:ext cx="309240" cy="14724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8C90B706-00DA-05D6-2AAC-84CE515D63B6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8780640" y="4321968"/>
                  <a:ext cx="34488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7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A1627280-6B7A-B86A-45AB-F82D5868478F}"/>
                    </a:ext>
                  </a:extLst>
                </p14:cNvPr>
                <p14:cNvContentPartPr/>
                <p14:nvPr/>
              </p14:nvContentPartPr>
              <p14:xfrm>
                <a:off x="9067560" y="4175808"/>
                <a:ext cx="19800" cy="3132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A1627280-6B7A-B86A-45AB-F82D5868478F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9049920" y="4158168"/>
                  <a:ext cx="5544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9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180D5DE0-0011-613A-66F5-7D982926A87C}"/>
                    </a:ext>
                  </a:extLst>
                </p14:cNvPr>
                <p14:cNvContentPartPr/>
                <p14:nvPr/>
              </p14:nvContentPartPr>
              <p14:xfrm>
                <a:off x="9233880" y="4217928"/>
                <a:ext cx="38880" cy="29880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180D5DE0-0011-613A-66F5-7D982926A87C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9216240" y="4199928"/>
                  <a:ext cx="74520" cy="33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1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4524FB9A-4762-9DEC-A1E3-E369A85BC20E}"/>
                    </a:ext>
                  </a:extLst>
                </p14:cNvPr>
                <p14:cNvContentPartPr/>
                <p14:nvPr/>
              </p14:nvContentPartPr>
              <p14:xfrm>
                <a:off x="9178080" y="4317648"/>
                <a:ext cx="93960" cy="3132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4524FB9A-4762-9DEC-A1E3-E369A85BC20E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9160080" y="4299648"/>
                  <a:ext cx="12960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3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748F2D4F-88A9-E99E-A985-EEB900174AAE}"/>
                    </a:ext>
                  </a:extLst>
                </p14:cNvPr>
                <p14:cNvContentPartPr/>
                <p14:nvPr/>
              </p14:nvContentPartPr>
              <p14:xfrm>
                <a:off x="9349080" y="4341768"/>
                <a:ext cx="100800" cy="14148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748F2D4F-88A9-E99E-A985-EEB900174AAE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9331440" y="4324128"/>
                  <a:ext cx="13644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5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274541A1-D332-7079-A50F-D680C0E57FB3}"/>
                    </a:ext>
                  </a:extLst>
                </p14:cNvPr>
                <p14:cNvContentPartPr/>
                <p14:nvPr/>
              </p14:nvContentPartPr>
              <p14:xfrm>
                <a:off x="9504240" y="4361928"/>
                <a:ext cx="136800" cy="10260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274541A1-D332-7079-A50F-D680C0E57FB3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9486240" y="4344288"/>
                  <a:ext cx="17244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7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AD66A9F2-991E-1E0B-D209-CED98DAFCB05}"/>
                    </a:ext>
                  </a:extLst>
                </p14:cNvPr>
                <p14:cNvContentPartPr/>
                <p14:nvPr/>
              </p14:nvContentPartPr>
              <p14:xfrm>
                <a:off x="9747240" y="4232328"/>
                <a:ext cx="89640" cy="25596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AD66A9F2-991E-1E0B-D209-CED98DAFCB05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9729600" y="4214328"/>
                  <a:ext cx="125280" cy="29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9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962DB717-3502-B1DD-3A59-9254312904C9}"/>
                    </a:ext>
                  </a:extLst>
                </p14:cNvPr>
                <p14:cNvContentPartPr/>
                <p14:nvPr/>
              </p14:nvContentPartPr>
              <p14:xfrm>
                <a:off x="9709080" y="4325208"/>
                <a:ext cx="114480" cy="5148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962DB717-3502-B1DD-3A59-9254312904C9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9691080" y="4307208"/>
                  <a:ext cx="15012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1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7D83E457-28B8-2A80-FA5C-319D917CD4FA}"/>
                    </a:ext>
                  </a:extLst>
                </p14:cNvPr>
                <p14:cNvContentPartPr/>
                <p14:nvPr/>
              </p14:nvContentPartPr>
              <p14:xfrm>
                <a:off x="9891960" y="4333488"/>
                <a:ext cx="216720" cy="14220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7D83E457-28B8-2A80-FA5C-319D917CD4FA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9873960" y="4315848"/>
                  <a:ext cx="252360" cy="177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4" name="Group 173">
            <a:extLst>
              <a:ext uri="{FF2B5EF4-FFF2-40B4-BE49-F238E27FC236}">
                <a16:creationId xmlns:a16="http://schemas.microsoft.com/office/drawing/2014/main" id="{40A20231-4748-CFF9-999A-98CB975FC74A}"/>
              </a:ext>
            </a:extLst>
          </p:cNvPr>
          <p:cNvGrpSpPr/>
          <p:nvPr/>
        </p:nvGrpSpPr>
        <p:grpSpPr>
          <a:xfrm>
            <a:off x="4755840" y="5162568"/>
            <a:ext cx="1139040" cy="847440"/>
            <a:chOff x="4755840" y="5162568"/>
            <a:chExt cx="1139040" cy="847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3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E9519159-BEE5-0E46-3C08-673B06B5A4DE}"/>
                    </a:ext>
                  </a:extLst>
                </p14:cNvPr>
                <p14:cNvContentPartPr/>
                <p14:nvPr/>
              </p14:nvContentPartPr>
              <p14:xfrm>
                <a:off x="5011800" y="5365248"/>
                <a:ext cx="57960" cy="46260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E9519159-BEE5-0E46-3C08-673B06B5A4DE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4993800" y="5347608"/>
                  <a:ext cx="93600" cy="49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5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BD3A7E5C-EFEA-9DBC-5A94-14AF099E792F}"/>
                    </a:ext>
                  </a:extLst>
                </p14:cNvPr>
                <p14:cNvContentPartPr/>
                <p14:nvPr/>
              </p14:nvContentPartPr>
              <p14:xfrm>
                <a:off x="5016480" y="5360568"/>
                <a:ext cx="283320" cy="22932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BD3A7E5C-EFEA-9DBC-5A94-14AF099E792F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4998840" y="5342928"/>
                  <a:ext cx="31896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7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3C4772C2-231C-4F37-99C9-2305183DAA50}"/>
                    </a:ext>
                  </a:extLst>
                </p14:cNvPr>
                <p14:cNvContentPartPr/>
                <p14:nvPr/>
              </p14:nvContentPartPr>
              <p14:xfrm>
                <a:off x="5414280" y="5344728"/>
                <a:ext cx="237600" cy="25380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3C4772C2-231C-4F37-99C9-2305183DAA50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5396280" y="5327088"/>
                  <a:ext cx="27324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9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B13F216B-C349-F5A0-B9F2-44ADED0E1E85}"/>
                    </a:ext>
                  </a:extLst>
                </p14:cNvPr>
                <p14:cNvContentPartPr/>
                <p14:nvPr/>
              </p14:nvContentPartPr>
              <p14:xfrm>
                <a:off x="4755840" y="5162568"/>
                <a:ext cx="1139040" cy="77796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B13F216B-C349-F5A0-B9F2-44ADED0E1E85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4738200" y="5144928"/>
                  <a:ext cx="1174680" cy="81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1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3526DBD1-2B12-8445-5E46-6D5B160CA4D6}"/>
                    </a:ext>
                  </a:extLst>
                </p14:cNvPr>
                <p14:cNvContentPartPr/>
                <p14:nvPr/>
              </p14:nvContentPartPr>
              <p14:xfrm>
                <a:off x="4772760" y="5358768"/>
                <a:ext cx="348840" cy="65124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3526DBD1-2B12-8445-5E46-6D5B160CA4D6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4755120" y="5341128"/>
                  <a:ext cx="384480" cy="686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4BF11174-2C89-BC0E-20C4-E854FC601835}"/>
              </a:ext>
            </a:extLst>
          </p:cNvPr>
          <p:cNvGrpSpPr/>
          <p:nvPr/>
        </p:nvGrpSpPr>
        <p:grpSpPr>
          <a:xfrm>
            <a:off x="6241200" y="5373528"/>
            <a:ext cx="680760" cy="383400"/>
            <a:chOff x="6241200" y="5373528"/>
            <a:chExt cx="680760" cy="383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3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64490A0D-EE80-09A4-3090-19E4A4BD5800}"/>
                    </a:ext>
                  </a:extLst>
                </p14:cNvPr>
                <p14:cNvContentPartPr/>
                <p14:nvPr/>
              </p14:nvContentPartPr>
              <p14:xfrm>
                <a:off x="6241200" y="5404848"/>
                <a:ext cx="105120" cy="32976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64490A0D-EE80-09A4-3090-19E4A4BD5800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6223200" y="5386848"/>
                  <a:ext cx="140760" cy="36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5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E41B71A4-66E0-2EA6-5045-1E1333993E01}"/>
                    </a:ext>
                  </a:extLst>
                </p14:cNvPr>
                <p14:cNvContentPartPr/>
                <p14:nvPr/>
              </p14:nvContentPartPr>
              <p14:xfrm>
                <a:off x="6261000" y="5400888"/>
                <a:ext cx="219960" cy="27108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E41B71A4-66E0-2EA6-5045-1E1333993E01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6243000" y="5382888"/>
                  <a:ext cx="255600" cy="30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7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8A8358AF-3781-55D0-6E7B-D8532CA4C0B4}"/>
                    </a:ext>
                  </a:extLst>
                </p14:cNvPr>
                <p14:cNvContentPartPr/>
                <p14:nvPr/>
              </p14:nvContentPartPr>
              <p14:xfrm>
                <a:off x="6603000" y="5513208"/>
                <a:ext cx="86760" cy="13680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8A8358AF-3781-55D0-6E7B-D8532CA4C0B4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6585360" y="5495208"/>
                  <a:ext cx="12240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9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279073B8-4D5C-442B-9ACF-0CD60994E859}"/>
                    </a:ext>
                  </a:extLst>
                </p14:cNvPr>
                <p14:cNvContentPartPr/>
                <p14:nvPr/>
              </p14:nvContentPartPr>
              <p14:xfrm>
                <a:off x="6774360" y="5530128"/>
                <a:ext cx="70920" cy="8640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279073B8-4D5C-442B-9ACF-0CD60994E859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6756360" y="5512488"/>
                  <a:ext cx="10656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1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A8A2C368-17C4-1325-6B18-49D0B6465661}"/>
                    </a:ext>
                  </a:extLst>
                </p14:cNvPr>
                <p14:cNvContentPartPr/>
                <p14:nvPr/>
              </p14:nvContentPartPr>
              <p14:xfrm>
                <a:off x="6837000" y="5373528"/>
                <a:ext cx="46800" cy="38340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A8A2C368-17C4-1325-6B18-49D0B6465661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6819360" y="5355888"/>
                  <a:ext cx="82440" cy="41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3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8923E014-B7D7-21DC-8F8F-9215A87A1EB7}"/>
                    </a:ext>
                  </a:extLst>
                </p14:cNvPr>
                <p14:cNvContentPartPr/>
                <p14:nvPr/>
              </p14:nvContentPartPr>
              <p14:xfrm>
                <a:off x="6799200" y="5565408"/>
                <a:ext cx="122760" cy="4716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8923E014-B7D7-21DC-8F8F-9215A87A1EB7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6781200" y="5547408"/>
                  <a:ext cx="158400" cy="82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2" name="Group 171">
            <a:extLst>
              <a:ext uri="{FF2B5EF4-FFF2-40B4-BE49-F238E27FC236}">
                <a16:creationId xmlns:a16="http://schemas.microsoft.com/office/drawing/2014/main" id="{753FFD1C-4056-6E42-001E-100124A5330F}"/>
              </a:ext>
            </a:extLst>
          </p:cNvPr>
          <p:cNvGrpSpPr/>
          <p:nvPr/>
        </p:nvGrpSpPr>
        <p:grpSpPr>
          <a:xfrm>
            <a:off x="7295640" y="5299368"/>
            <a:ext cx="1416600" cy="468000"/>
            <a:chOff x="7295640" y="5299368"/>
            <a:chExt cx="1416600" cy="468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5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A1DF72E4-AFE9-305C-C82E-C9DE1BF68C0F}"/>
                    </a:ext>
                  </a:extLst>
                </p14:cNvPr>
                <p14:cNvContentPartPr/>
                <p14:nvPr/>
              </p14:nvContentPartPr>
              <p14:xfrm>
                <a:off x="7295640" y="5484048"/>
                <a:ext cx="93960" cy="28332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A1DF72E4-AFE9-305C-C82E-C9DE1BF68C0F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7278000" y="5466408"/>
                  <a:ext cx="129600" cy="31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7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F5FD720B-5BC2-E5CA-1BF6-A68313F98A68}"/>
                    </a:ext>
                  </a:extLst>
                </p14:cNvPr>
                <p14:cNvContentPartPr/>
                <p14:nvPr/>
              </p14:nvContentPartPr>
              <p14:xfrm>
                <a:off x="7415160" y="5567568"/>
                <a:ext cx="366840" cy="13680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F5FD720B-5BC2-E5CA-1BF6-A68313F98A68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7397160" y="5549928"/>
                  <a:ext cx="40248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9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40A1465C-611A-FB22-635F-A6A4ECD28826}"/>
                    </a:ext>
                  </a:extLst>
                </p14:cNvPr>
                <p14:cNvContentPartPr/>
                <p14:nvPr/>
              </p14:nvContentPartPr>
              <p14:xfrm>
                <a:off x="7844640" y="5513208"/>
                <a:ext cx="97200" cy="17352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40A1465C-611A-FB22-635F-A6A4ECD28826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7827000" y="5495208"/>
                  <a:ext cx="13284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1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DB314570-3E72-F9C7-EB0C-F7555E06860D}"/>
                    </a:ext>
                  </a:extLst>
                </p14:cNvPr>
                <p14:cNvContentPartPr/>
                <p14:nvPr/>
              </p14:nvContentPartPr>
              <p14:xfrm>
                <a:off x="8007360" y="5566128"/>
                <a:ext cx="34200" cy="10944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DB314570-3E72-F9C7-EB0C-F7555E06860D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7989720" y="5548488"/>
                  <a:ext cx="6984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3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68E0AB22-F0BD-2C09-7BCE-612CE88AD69D}"/>
                    </a:ext>
                  </a:extLst>
                </p14:cNvPr>
                <p14:cNvContentPartPr/>
                <p14:nvPr/>
              </p14:nvContentPartPr>
              <p14:xfrm>
                <a:off x="7975320" y="5398008"/>
                <a:ext cx="36000" cy="3492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68E0AB22-F0BD-2C09-7BCE-612CE88AD69D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7957320" y="5380368"/>
                  <a:ext cx="7164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5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7487954E-3F50-23D5-B928-2FE6579020B2}"/>
                    </a:ext>
                  </a:extLst>
                </p14:cNvPr>
                <p14:cNvContentPartPr/>
                <p14:nvPr/>
              </p14:nvContentPartPr>
              <p14:xfrm>
                <a:off x="8148120" y="5365248"/>
                <a:ext cx="73440" cy="27504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7487954E-3F50-23D5-B928-2FE6579020B2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8130480" y="5347248"/>
                  <a:ext cx="109080" cy="31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7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F6BA2B3A-D004-DFD4-7788-6996DD6D696B}"/>
                    </a:ext>
                  </a:extLst>
                </p14:cNvPr>
                <p14:cNvContentPartPr/>
                <p14:nvPr/>
              </p14:nvContentPartPr>
              <p14:xfrm>
                <a:off x="8133360" y="5455968"/>
                <a:ext cx="168840" cy="6372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F6BA2B3A-D004-DFD4-7788-6996DD6D696B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8115360" y="5437968"/>
                  <a:ext cx="20448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9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12E0A1BD-BC79-3F98-9CAB-C06F5C55498D}"/>
                    </a:ext>
                  </a:extLst>
                </p14:cNvPr>
                <p14:cNvContentPartPr/>
                <p14:nvPr/>
              </p14:nvContentPartPr>
              <p14:xfrm>
                <a:off x="8328120" y="5447688"/>
                <a:ext cx="42840" cy="16812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12E0A1BD-BC79-3F98-9CAB-C06F5C55498D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8310120" y="5430048"/>
                  <a:ext cx="7848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1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615C5D42-A961-EF00-737F-7219E3DE1C78}"/>
                    </a:ext>
                  </a:extLst>
                </p14:cNvPr>
                <p14:cNvContentPartPr/>
                <p14:nvPr/>
              </p14:nvContentPartPr>
              <p14:xfrm>
                <a:off x="8313720" y="5299368"/>
                <a:ext cx="27360" cy="6768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615C5D42-A961-EF00-737F-7219E3DE1C78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8295720" y="5281368"/>
                  <a:ext cx="6300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3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BF041240-DB8F-F7F2-AEDD-F76B4517F401}"/>
                    </a:ext>
                  </a:extLst>
                </p14:cNvPr>
                <p14:cNvContentPartPr/>
                <p14:nvPr/>
              </p14:nvContentPartPr>
              <p14:xfrm>
                <a:off x="8453760" y="5445168"/>
                <a:ext cx="97200" cy="10008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BF041240-DB8F-F7F2-AEDD-F76B4517F401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8436120" y="5427528"/>
                  <a:ext cx="13284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5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9629B8A7-F5DB-9E85-92EE-A7CDFCDD4299}"/>
                    </a:ext>
                  </a:extLst>
                </p14:cNvPr>
                <p14:cNvContentPartPr/>
                <p14:nvPr/>
              </p14:nvContentPartPr>
              <p14:xfrm>
                <a:off x="8602800" y="5427888"/>
                <a:ext cx="109440" cy="9936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9629B8A7-F5DB-9E85-92EE-A7CDFCDD4299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8585160" y="5409888"/>
                  <a:ext cx="145080" cy="135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1" name="Group 170">
            <a:extLst>
              <a:ext uri="{FF2B5EF4-FFF2-40B4-BE49-F238E27FC236}">
                <a16:creationId xmlns:a16="http://schemas.microsoft.com/office/drawing/2014/main" id="{53AC2E23-E771-86F8-D4AE-0B671D38A714}"/>
              </a:ext>
            </a:extLst>
          </p:cNvPr>
          <p:cNvGrpSpPr/>
          <p:nvPr/>
        </p:nvGrpSpPr>
        <p:grpSpPr>
          <a:xfrm>
            <a:off x="9087000" y="5223048"/>
            <a:ext cx="235080" cy="339480"/>
            <a:chOff x="9087000" y="5223048"/>
            <a:chExt cx="235080" cy="339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7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BF2FC8AA-11BB-A931-E991-84215F6285C6}"/>
                    </a:ext>
                  </a:extLst>
                </p14:cNvPr>
                <p14:cNvContentPartPr/>
                <p14:nvPr/>
              </p14:nvContentPartPr>
              <p14:xfrm>
                <a:off x="9104280" y="5223048"/>
                <a:ext cx="33840" cy="33948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BF2FC8AA-11BB-A931-E991-84215F6285C6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9086280" y="5205408"/>
                  <a:ext cx="69480" cy="37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9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7664A94F-C168-AE0C-51DA-7F855861D646}"/>
                    </a:ext>
                  </a:extLst>
                </p14:cNvPr>
                <p14:cNvContentPartPr/>
                <p14:nvPr/>
              </p14:nvContentPartPr>
              <p14:xfrm>
                <a:off x="9087000" y="5367768"/>
                <a:ext cx="235080" cy="12096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7664A94F-C168-AE0C-51DA-7F855861D646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9069000" y="5349768"/>
                  <a:ext cx="270720" cy="156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0" name="Group 169">
            <a:extLst>
              <a:ext uri="{FF2B5EF4-FFF2-40B4-BE49-F238E27FC236}">
                <a16:creationId xmlns:a16="http://schemas.microsoft.com/office/drawing/2014/main" id="{5A72295A-5784-C20B-9BB1-37CBA7FF91B6}"/>
              </a:ext>
            </a:extLst>
          </p:cNvPr>
          <p:cNvGrpSpPr/>
          <p:nvPr/>
        </p:nvGrpSpPr>
        <p:grpSpPr>
          <a:xfrm>
            <a:off x="9592440" y="5153568"/>
            <a:ext cx="1241280" cy="374400"/>
            <a:chOff x="9592440" y="5153568"/>
            <a:chExt cx="1241280" cy="374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1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0F154A81-118D-FD9C-0896-84658BE2FEAA}"/>
                    </a:ext>
                  </a:extLst>
                </p14:cNvPr>
                <p14:cNvContentPartPr/>
                <p14:nvPr/>
              </p14:nvContentPartPr>
              <p14:xfrm>
                <a:off x="9592440" y="5288568"/>
                <a:ext cx="323280" cy="23940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0F154A81-118D-FD9C-0896-84658BE2FEAA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9574800" y="5270928"/>
                  <a:ext cx="358920" cy="2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3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C7B2BF31-A123-EB06-11F3-F8CC5BD95B76}"/>
                    </a:ext>
                  </a:extLst>
                </p14:cNvPr>
                <p14:cNvContentPartPr/>
                <p14:nvPr/>
              </p14:nvContentPartPr>
              <p14:xfrm>
                <a:off x="9860640" y="5331048"/>
                <a:ext cx="43200" cy="16596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C7B2BF31-A123-EB06-11F3-F8CC5BD95B76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9842640" y="5313048"/>
                  <a:ext cx="7884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5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F490964C-FC35-6581-6E72-94362563833A}"/>
                    </a:ext>
                  </a:extLst>
                </p14:cNvPr>
                <p14:cNvContentPartPr/>
                <p14:nvPr/>
              </p14:nvContentPartPr>
              <p14:xfrm>
                <a:off x="9840480" y="5179848"/>
                <a:ext cx="10080" cy="1476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F490964C-FC35-6581-6E72-94362563833A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9822480" y="5161848"/>
                  <a:ext cx="4572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7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EAA43DDD-5D99-4725-0FD4-190C9E7C6413}"/>
                    </a:ext>
                  </a:extLst>
                </p14:cNvPr>
                <p14:cNvContentPartPr/>
                <p14:nvPr/>
              </p14:nvContentPartPr>
              <p14:xfrm>
                <a:off x="9990960" y="5235648"/>
                <a:ext cx="59040" cy="26928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EAA43DDD-5D99-4725-0FD4-190C9E7C6413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9972960" y="5218008"/>
                  <a:ext cx="94680" cy="30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9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40949F44-3706-3FB4-64FE-CA3FD9414088}"/>
                    </a:ext>
                  </a:extLst>
                </p14:cNvPr>
                <p14:cNvContentPartPr/>
                <p14:nvPr/>
              </p14:nvContentPartPr>
              <p14:xfrm>
                <a:off x="9970440" y="5331048"/>
                <a:ext cx="144360" cy="7416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40949F44-3706-3FB4-64FE-CA3FD9414088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9952800" y="5313048"/>
                  <a:ext cx="18000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1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77F431CE-9394-1BFD-D650-46033F82CAFD}"/>
                    </a:ext>
                  </a:extLst>
                </p14:cNvPr>
                <p14:cNvContentPartPr/>
                <p14:nvPr/>
              </p14:nvContentPartPr>
              <p14:xfrm>
                <a:off x="10160160" y="5335368"/>
                <a:ext cx="79920" cy="7668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77F431CE-9394-1BFD-D650-46033F82CAFD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10142160" y="5317728"/>
                  <a:ext cx="11556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3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DE698FA0-3453-013E-80D2-EE31321C1610}"/>
                    </a:ext>
                  </a:extLst>
                </p14:cNvPr>
                <p14:cNvContentPartPr/>
                <p14:nvPr/>
              </p14:nvContentPartPr>
              <p14:xfrm>
                <a:off x="10348080" y="5302608"/>
                <a:ext cx="204120" cy="15192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DE698FA0-3453-013E-80D2-EE31321C1610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10330440" y="5284608"/>
                  <a:ext cx="23976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5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4DCD34DE-EDFE-5136-BD46-CE5CD5C43EE1}"/>
                    </a:ext>
                  </a:extLst>
                </p14:cNvPr>
                <p14:cNvContentPartPr/>
                <p14:nvPr/>
              </p14:nvContentPartPr>
              <p14:xfrm>
                <a:off x="10501440" y="5153568"/>
                <a:ext cx="99720" cy="30708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4DCD34DE-EDFE-5136-BD46-CE5CD5C43EE1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10483440" y="5135568"/>
                  <a:ext cx="135360" cy="34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7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BFA666B4-2196-7B09-DF36-E04DF0E29851}"/>
                    </a:ext>
                  </a:extLst>
                </p14:cNvPr>
                <p14:cNvContentPartPr/>
                <p14:nvPr/>
              </p14:nvContentPartPr>
              <p14:xfrm>
                <a:off x="10530240" y="5317368"/>
                <a:ext cx="81720" cy="4248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BFA666B4-2196-7B09-DF36-E04DF0E29851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10512600" y="5299728"/>
                  <a:ext cx="11736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9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BDB079A8-75A4-3BD8-8671-4DCF8B2DEF0C}"/>
                    </a:ext>
                  </a:extLst>
                </p14:cNvPr>
                <p14:cNvContentPartPr/>
                <p14:nvPr/>
              </p14:nvContentPartPr>
              <p14:xfrm>
                <a:off x="10744440" y="5293248"/>
                <a:ext cx="89280" cy="15048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BDB079A8-75A4-3BD8-8671-4DCF8B2DEF0C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10726440" y="5275248"/>
                  <a:ext cx="124920" cy="186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01">
            <p14:nvContentPartPr>
              <p14:cNvPr id="169" name="Ink 168">
                <a:extLst>
                  <a:ext uri="{FF2B5EF4-FFF2-40B4-BE49-F238E27FC236}">
                    <a16:creationId xmlns:a16="http://schemas.microsoft.com/office/drawing/2014/main" id="{18E03FC9-CC86-F445-31E5-84FE87513524}"/>
                  </a:ext>
                </a:extLst>
              </p14:cNvPr>
              <p14:cNvContentPartPr/>
              <p14:nvPr/>
            </p14:nvContentPartPr>
            <p14:xfrm>
              <a:off x="11034960" y="5329968"/>
              <a:ext cx="6120" cy="14400"/>
            </p14:xfrm>
          </p:contentPart>
        </mc:Choice>
        <mc:Fallback>
          <p:pic>
            <p:nvPicPr>
              <p:cNvPr id="169" name="Ink 168">
                <a:extLst>
                  <a:ext uri="{FF2B5EF4-FFF2-40B4-BE49-F238E27FC236}">
                    <a16:creationId xmlns:a16="http://schemas.microsoft.com/office/drawing/2014/main" id="{18E03FC9-CC86-F445-31E5-84FE87513524}"/>
                  </a:ext>
                </a:extLst>
              </p:cNvPr>
              <p:cNvPicPr/>
              <p:nvPr/>
            </p:nvPicPr>
            <p:blipFill>
              <a:blip r:embed="rId302"/>
              <a:stretch>
                <a:fillRect/>
              </a:stretch>
            </p:blipFill>
            <p:spPr>
              <a:xfrm>
                <a:off x="11017320" y="5312328"/>
                <a:ext cx="41760" cy="50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3">
            <p14:nvContentPartPr>
              <p14:cNvPr id="184" name="Ink 183">
                <a:extLst>
                  <a:ext uri="{FF2B5EF4-FFF2-40B4-BE49-F238E27FC236}">
                    <a16:creationId xmlns:a16="http://schemas.microsoft.com/office/drawing/2014/main" id="{59ACDDE4-A1E1-D0A7-3B3E-776BED034E3D}"/>
                  </a:ext>
                </a:extLst>
              </p14:cNvPr>
              <p14:cNvContentPartPr/>
              <p14:nvPr/>
            </p14:nvContentPartPr>
            <p14:xfrm rot="1671599">
              <a:off x="9884196" y="3075834"/>
              <a:ext cx="92928" cy="49308"/>
            </p14:xfrm>
          </p:contentPart>
        </mc:Choice>
        <mc:Fallback>
          <p:pic>
            <p:nvPicPr>
              <p:cNvPr id="184" name="Ink 183">
                <a:extLst>
                  <a:ext uri="{FF2B5EF4-FFF2-40B4-BE49-F238E27FC236}">
                    <a16:creationId xmlns:a16="http://schemas.microsoft.com/office/drawing/2014/main" id="{59ACDDE4-A1E1-D0A7-3B3E-776BED034E3D}"/>
                  </a:ext>
                </a:extLst>
              </p:cNvPr>
              <p:cNvPicPr/>
              <p:nvPr/>
            </p:nvPicPr>
            <p:blipFill>
              <a:blip r:embed="rId304"/>
              <a:stretch>
                <a:fillRect/>
              </a:stretch>
            </p:blipFill>
            <p:spPr>
              <a:xfrm rot="1671599">
                <a:off x="9865903" y="3057157"/>
                <a:ext cx="129148" cy="86289"/>
              </a:xfrm>
              <a:prstGeom prst="rect">
                <a:avLst/>
              </a:prstGeom>
            </p:spPr>
          </p:pic>
        </mc:Fallback>
      </mc:AlternateContent>
      <p:grpSp>
        <p:nvGrpSpPr>
          <p:cNvPr id="189" name="Group 188">
            <a:extLst>
              <a:ext uri="{FF2B5EF4-FFF2-40B4-BE49-F238E27FC236}">
                <a16:creationId xmlns:a16="http://schemas.microsoft.com/office/drawing/2014/main" id="{BAF6C25C-3FE3-1A44-8B6B-D0051960D3A2}"/>
              </a:ext>
            </a:extLst>
          </p:cNvPr>
          <p:cNvGrpSpPr/>
          <p:nvPr/>
        </p:nvGrpSpPr>
        <p:grpSpPr>
          <a:xfrm>
            <a:off x="9175200" y="2703408"/>
            <a:ext cx="1468080" cy="1073520"/>
            <a:chOff x="9175200" y="2703408"/>
            <a:chExt cx="1468080" cy="1073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5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3375A881-A54D-4374-DD36-4B7C1ECC2037}"/>
                    </a:ext>
                  </a:extLst>
                </p14:cNvPr>
                <p14:cNvContentPartPr/>
                <p14:nvPr/>
              </p14:nvContentPartPr>
              <p14:xfrm>
                <a:off x="9788640" y="2705208"/>
                <a:ext cx="31320" cy="92664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3375A881-A54D-4374-DD36-4B7C1ECC2037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9770640" y="2687208"/>
                  <a:ext cx="66960" cy="9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7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EBD1F888-77DB-4042-D20D-7DF8E7FA697A}"/>
                    </a:ext>
                  </a:extLst>
                </p14:cNvPr>
                <p14:cNvContentPartPr/>
                <p14:nvPr/>
              </p14:nvContentPartPr>
              <p14:xfrm>
                <a:off x="9725280" y="2703408"/>
                <a:ext cx="918000" cy="107352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EBD1F888-77DB-4042-D20D-7DF8E7FA697A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9707640" y="2685768"/>
                  <a:ext cx="953640" cy="11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9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7D0DFA7A-BBC4-37ED-199D-AE444132EF76}"/>
                    </a:ext>
                  </a:extLst>
                </p14:cNvPr>
                <p14:cNvContentPartPr/>
                <p14:nvPr/>
              </p14:nvContentPartPr>
              <p14:xfrm>
                <a:off x="9202560" y="3011208"/>
                <a:ext cx="601200" cy="7020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7D0DFA7A-BBC4-37ED-199D-AE444132EF76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9184920" y="2993568"/>
                  <a:ext cx="63684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1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EEEFDD59-F625-C222-AA85-3D69DAABB795}"/>
                    </a:ext>
                  </a:extLst>
                </p14:cNvPr>
                <p14:cNvContentPartPr/>
                <p14:nvPr/>
              </p14:nvContentPartPr>
              <p14:xfrm>
                <a:off x="9175200" y="3396408"/>
                <a:ext cx="676080" cy="11268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EEEFDD59-F625-C222-AA85-3D69DAABB795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9157560" y="3378408"/>
                  <a:ext cx="71172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3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F2D59A0F-8CEC-F29B-7166-DE5990394BB5}"/>
                    </a:ext>
                  </a:extLst>
                </p14:cNvPr>
                <p14:cNvContentPartPr/>
                <p14:nvPr/>
              </p14:nvContentPartPr>
              <p14:xfrm>
                <a:off x="9972600" y="3010848"/>
                <a:ext cx="29520" cy="16524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F2D59A0F-8CEC-F29B-7166-DE5990394BB5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9954600" y="2992848"/>
                  <a:ext cx="6516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5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49298385-F627-93C0-B42D-1E213F352495}"/>
                    </a:ext>
                  </a:extLst>
                </p14:cNvPr>
                <p14:cNvContentPartPr/>
                <p14:nvPr/>
              </p14:nvContentPartPr>
              <p14:xfrm>
                <a:off x="9920400" y="3390648"/>
                <a:ext cx="104400" cy="648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49298385-F627-93C0-B42D-1E213F352495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9902760" y="3372648"/>
                  <a:ext cx="14004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7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4FB2C625-14C0-5C2A-A04C-2E3C45DEC9AF}"/>
                    </a:ext>
                  </a:extLst>
                </p14:cNvPr>
                <p14:cNvContentPartPr/>
                <p14:nvPr/>
              </p14:nvContentPartPr>
              <p14:xfrm>
                <a:off x="9960000" y="3082848"/>
                <a:ext cx="96480" cy="4032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4FB2C625-14C0-5C2A-A04C-2E3C45DEC9AF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9942000" y="3064848"/>
                  <a:ext cx="132120" cy="75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3" name="Group 192">
            <a:extLst>
              <a:ext uri="{FF2B5EF4-FFF2-40B4-BE49-F238E27FC236}">
                <a16:creationId xmlns:a16="http://schemas.microsoft.com/office/drawing/2014/main" id="{D3F8D98A-277B-EF19-4D83-5392EAA1AC0A}"/>
              </a:ext>
            </a:extLst>
          </p:cNvPr>
          <p:cNvGrpSpPr/>
          <p:nvPr/>
        </p:nvGrpSpPr>
        <p:grpSpPr>
          <a:xfrm>
            <a:off x="9161160" y="2596848"/>
            <a:ext cx="291960" cy="317880"/>
            <a:chOff x="9161160" y="2596848"/>
            <a:chExt cx="291960" cy="317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19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1126B598-7356-C3DA-B6D3-D0EDFBF06599}"/>
                    </a:ext>
                  </a:extLst>
                </p14:cNvPr>
                <p14:cNvContentPartPr/>
                <p14:nvPr/>
              </p14:nvContentPartPr>
              <p14:xfrm>
                <a:off x="9185280" y="2653368"/>
                <a:ext cx="50040" cy="26136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1126B598-7356-C3DA-B6D3-D0EDFBF06599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9167280" y="2635368"/>
                  <a:ext cx="8568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1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CB1C5F5C-6264-E29A-99FD-40685C59B3A0}"/>
                    </a:ext>
                  </a:extLst>
                </p14:cNvPr>
                <p14:cNvContentPartPr/>
                <p14:nvPr/>
              </p14:nvContentPartPr>
              <p14:xfrm>
                <a:off x="9161160" y="2596848"/>
                <a:ext cx="179640" cy="20520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CB1C5F5C-6264-E29A-99FD-40685C59B3A0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9143160" y="2578848"/>
                  <a:ext cx="21528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3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A92AB706-BE8A-C219-8956-3F34E8D02FEA}"/>
                    </a:ext>
                  </a:extLst>
                </p14:cNvPr>
                <p14:cNvContentPartPr/>
                <p14:nvPr/>
              </p14:nvContentPartPr>
              <p14:xfrm>
                <a:off x="9414600" y="2647248"/>
                <a:ext cx="38520" cy="17964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A92AB706-BE8A-C219-8956-3F34E8D02FEA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9396600" y="2629248"/>
                  <a:ext cx="74160" cy="215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8" name="Group 207">
            <a:extLst>
              <a:ext uri="{FF2B5EF4-FFF2-40B4-BE49-F238E27FC236}">
                <a16:creationId xmlns:a16="http://schemas.microsoft.com/office/drawing/2014/main" id="{589009A5-E4EA-1941-ABE8-3980270F9B7A}"/>
              </a:ext>
            </a:extLst>
          </p:cNvPr>
          <p:cNvGrpSpPr/>
          <p:nvPr/>
        </p:nvGrpSpPr>
        <p:grpSpPr>
          <a:xfrm>
            <a:off x="8949480" y="3223968"/>
            <a:ext cx="422640" cy="234000"/>
            <a:chOff x="8949480" y="3223968"/>
            <a:chExt cx="422640" cy="234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5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0B40DA60-8E8E-7DD1-50C0-2B945B3ECD95}"/>
                    </a:ext>
                  </a:extLst>
                </p14:cNvPr>
                <p14:cNvContentPartPr/>
                <p14:nvPr/>
              </p14:nvContentPartPr>
              <p14:xfrm>
                <a:off x="8949480" y="3313608"/>
                <a:ext cx="68400" cy="144360"/>
              </p14:xfrm>
            </p:contentPart>
          </mc:Choice>
          <mc:Fallback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0B40DA60-8E8E-7DD1-50C0-2B945B3ECD95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8931840" y="3295968"/>
                  <a:ext cx="10404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7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A3AEC1A3-1A8D-CDE8-07C8-91404867AAD8}"/>
                    </a:ext>
                  </a:extLst>
                </p14:cNvPr>
                <p14:cNvContentPartPr/>
                <p14:nvPr/>
              </p14:nvContentPartPr>
              <p14:xfrm>
                <a:off x="8973600" y="3231168"/>
                <a:ext cx="145440" cy="16380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A3AEC1A3-1A8D-CDE8-07C8-91404867AAD8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8955600" y="3213528"/>
                  <a:ext cx="18108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9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CD0F9EEE-56E0-367D-93A7-F12D8E4DA281}"/>
                    </a:ext>
                  </a:extLst>
                </p14:cNvPr>
                <p14:cNvContentPartPr/>
                <p14:nvPr/>
              </p14:nvContentPartPr>
              <p14:xfrm>
                <a:off x="9157920" y="3223968"/>
                <a:ext cx="214200" cy="126720"/>
              </p14:xfrm>
            </p:contentPart>
          </mc:Choice>
          <mc:Fallback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CD0F9EEE-56E0-367D-93A7-F12D8E4DA281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9140280" y="3205968"/>
                  <a:ext cx="249840" cy="162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7" name="Group 206">
            <a:extLst>
              <a:ext uri="{FF2B5EF4-FFF2-40B4-BE49-F238E27FC236}">
                <a16:creationId xmlns:a16="http://schemas.microsoft.com/office/drawing/2014/main" id="{760F1C37-DA2D-72A2-AE04-CAB97B6E95FE}"/>
              </a:ext>
            </a:extLst>
          </p:cNvPr>
          <p:cNvGrpSpPr/>
          <p:nvPr/>
        </p:nvGrpSpPr>
        <p:grpSpPr>
          <a:xfrm>
            <a:off x="10509720" y="2429808"/>
            <a:ext cx="1559880" cy="790560"/>
            <a:chOff x="10509720" y="2429808"/>
            <a:chExt cx="1559880" cy="790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31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52C2BAAF-4205-79D8-E1AB-42D02C98B9EB}"/>
                    </a:ext>
                  </a:extLst>
                </p14:cNvPr>
                <p14:cNvContentPartPr/>
                <p14:nvPr/>
              </p14:nvContentPartPr>
              <p14:xfrm>
                <a:off x="10645440" y="3123528"/>
                <a:ext cx="711000" cy="9684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52C2BAAF-4205-79D8-E1AB-42D02C98B9EB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10627800" y="3105888"/>
                  <a:ext cx="74664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3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C294A3F0-4D23-72DE-6402-259D24397139}"/>
                    </a:ext>
                  </a:extLst>
                </p14:cNvPr>
                <p14:cNvContentPartPr/>
                <p14:nvPr/>
              </p14:nvContentPartPr>
              <p14:xfrm>
                <a:off x="10795200" y="2555808"/>
                <a:ext cx="43560" cy="29520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C294A3F0-4D23-72DE-6402-259D24397139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10777200" y="2537808"/>
                  <a:ext cx="79200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5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11C75078-4B1D-ADD4-393E-4DF085502DD9}"/>
                    </a:ext>
                  </a:extLst>
                </p14:cNvPr>
                <p14:cNvContentPartPr/>
                <p14:nvPr/>
              </p14:nvContentPartPr>
              <p14:xfrm>
                <a:off x="10786200" y="2578128"/>
                <a:ext cx="153000" cy="167760"/>
              </p14:xfrm>
            </p:contentPart>
          </mc:Choice>
          <mc:Fallback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11C75078-4B1D-ADD4-393E-4DF085502DD9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10768200" y="2560488"/>
                  <a:ext cx="18864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7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A11C6817-3D2B-87C2-8B61-22F0AA0C8A4F}"/>
                    </a:ext>
                  </a:extLst>
                </p14:cNvPr>
                <p14:cNvContentPartPr/>
                <p14:nvPr/>
              </p14:nvContentPartPr>
              <p14:xfrm>
                <a:off x="11054760" y="2696208"/>
                <a:ext cx="46800" cy="173880"/>
              </p14:xfrm>
            </p:contentPart>
          </mc:Choice>
          <mc:Fallback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A11C6817-3D2B-87C2-8B61-22F0AA0C8A4F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11036760" y="2678568"/>
                  <a:ext cx="8244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9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B4391CD2-EEDE-C0A4-E01C-0CB5634A9966}"/>
                    </a:ext>
                  </a:extLst>
                </p14:cNvPr>
                <p14:cNvContentPartPr/>
                <p14:nvPr/>
              </p14:nvContentPartPr>
              <p14:xfrm>
                <a:off x="11225760" y="2690088"/>
                <a:ext cx="107640" cy="36000"/>
              </p14:xfrm>
            </p:contentPart>
          </mc:Choice>
          <mc:Fallback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B4391CD2-EEDE-C0A4-E01C-0CB5634A9966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11208120" y="2672448"/>
                  <a:ext cx="14328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1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7C2B89B4-1A86-FE32-5622-C00DEEA700C8}"/>
                    </a:ext>
                  </a:extLst>
                </p14:cNvPr>
                <p14:cNvContentPartPr/>
                <p14:nvPr/>
              </p14:nvContentPartPr>
              <p14:xfrm>
                <a:off x="11393880" y="2573448"/>
                <a:ext cx="14760" cy="22500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7C2B89B4-1A86-FE32-5622-C00DEEA700C8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11375880" y="2555808"/>
                  <a:ext cx="50400" cy="26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3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0DB94459-2939-9039-6F7E-D9323B5020DE}"/>
                    </a:ext>
                  </a:extLst>
                </p14:cNvPr>
                <p14:cNvContentPartPr/>
                <p14:nvPr/>
              </p14:nvContentPartPr>
              <p14:xfrm>
                <a:off x="11357880" y="2540688"/>
                <a:ext cx="162720" cy="12888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0DB94459-2939-9039-6F7E-D9323B5020DE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11340240" y="2523048"/>
                  <a:ext cx="19836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5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FAB1E0FC-0380-202E-7F12-1A685CD1AADA}"/>
                    </a:ext>
                  </a:extLst>
                </p14:cNvPr>
                <p14:cNvContentPartPr/>
                <p14:nvPr/>
              </p14:nvContentPartPr>
              <p14:xfrm>
                <a:off x="11629320" y="2661648"/>
                <a:ext cx="150840" cy="14076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FAB1E0FC-0380-202E-7F12-1A685CD1AADA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11611680" y="2643648"/>
                  <a:ext cx="18648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7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2841B5AB-34D7-A351-AF3A-6E9280E54B68}"/>
                    </a:ext>
                  </a:extLst>
                </p14:cNvPr>
                <p14:cNvContentPartPr/>
                <p14:nvPr/>
              </p14:nvContentPartPr>
              <p14:xfrm>
                <a:off x="10509720" y="2460768"/>
                <a:ext cx="396000" cy="58752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2841B5AB-34D7-A351-AF3A-6E9280E54B68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10492080" y="2443128"/>
                  <a:ext cx="431640" cy="62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9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9E9F7EC5-4DA5-3C09-4A45-8E513958FE3B}"/>
                    </a:ext>
                  </a:extLst>
                </p14:cNvPr>
                <p14:cNvContentPartPr/>
                <p14:nvPr/>
              </p14:nvContentPartPr>
              <p14:xfrm>
                <a:off x="11790600" y="2429808"/>
                <a:ext cx="279000" cy="48672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9E9F7EC5-4DA5-3C09-4A45-8E513958FE3B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11772960" y="2412168"/>
                  <a:ext cx="314640" cy="5223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6411894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4CC90-F736-90F2-CB7A-E6F2E5BA8B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 Amp</a:t>
            </a:r>
          </a:p>
        </p:txBody>
      </p:sp>
      <p:pic>
        <p:nvPicPr>
          <p:cNvPr id="6" name="Picture 5" descr="A picture containing text, antenna&#10;&#10;Description automatically generated">
            <a:extLst>
              <a:ext uri="{FF2B5EF4-FFF2-40B4-BE49-F238E27FC236}">
                <a16:creationId xmlns:a16="http://schemas.microsoft.com/office/drawing/2014/main" id="{EB7192EB-3B17-CF32-04C3-8C61975357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1881" y="1280472"/>
            <a:ext cx="3773036" cy="257524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C1A6038-5135-6CFF-4F05-09D1D8F37791}"/>
              </a:ext>
            </a:extLst>
          </p:cNvPr>
          <p:cNvSpPr txBox="1"/>
          <p:nvPr/>
        </p:nvSpPr>
        <p:spPr>
          <a:xfrm>
            <a:off x="5044440" y="1788636"/>
            <a:ext cx="618744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dirty="0">
                <a:latin typeface="PT Sans" panose="020B0503020203020204" pitchFamily="34" charset="0"/>
              </a:rPr>
              <a:t>T</a:t>
            </a:r>
            <a:r>
              <a:rPr lang="en-US" sz="1800" b="0" i="0" u="none" strike="noStrike" baseline="0" dirty="0">
                <a:latin typeface="PT Sans" panose="020B0503020203020204" pitchFamily="34" charset="0"/>
              </a:rPr>
              <a:t>here are three Golden Rules for op-amp circuit design and analysis:</a:t>
            </a:r>
          </a:p>
          <a:p>
            <a:pPr algn="l"/>
            <a:r>
              <a:rPr lang="en-US" sz="1800" b="0" i="0" u="none" strike="noStrike" baseline="0" dirty="0">
                <a:latin typeface="PT Sans" panose="020B0503020203020204" pitchFamily="34" charset="0"/>
              </a:rPr>
              <a:t>(1) no current flows into the inputs, V</a:t>
            </a:r>
            <a:r>
              <a:rPr lang="en-US" sz="800" b="0" i="0" u="none" strike="noStrike" baseline="0" dirty="0">
                <a:latin typeface="PT Sans" panose="020B0503020203020204" pitchFamily="34" charset="0"/>
              </a:rPr>
              <a:t>+ </a:t>
            </a:r>
            <a:r>
              <a:rPr lang="en-US" sz="1800" b="0" i="0" u="none" strike="noStrike" baseline="0" dirty="0">
                <a:latin typeface="PT Sans" panose="020B0503020203020204" pitchFamily="34" charset="0"/>
              </a:rPr>
              <a:t>and V-;</a:t>
            </a:r>
          </a:p>
          <a:p>
            <a:pPr algn="l"/>
            <a:r>
              <a:rPr lang="en-US" sz="1800" b="0" i="0" u="none" strike="noStrike" baseline="0" dirty="0">
                <a:latin typeface="PT Sans" panose="020B0503020203020204" pitchFamily="34" charset="0"/>
              </a:rPr>
              <a:t>(2) the input voltages are always equal, that is V+ = V-;</a:t>
            </a:r>
          </a:p>
          <a:p>
            <a:pPr algn="l"/>
            <a:r>
              <a:rPr lang="en-US" sz="1800" b="0" i="0" u="none" strike="noStrike" baseline="0" dirty="0">
                <a:latin typeface="PT Sans" panose="020B0503020203020204" pitchFamily="34" charset="0"/>
              </a:rPr>
              <a:t>(3) the op-amp output can drive any current that is required.</a:t>
            </a:r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5" name="Picture 4" descr="A diagram of a circuit&#10;&#10;Description automatically generated">
            <a:extLst>
              <a:ext uri="{FF2B5EF4-FFF2-40B4-BE49-F238E27FC236}">
                <a16:creationId xmlns:a16="http://schemas.microsoft.com/office/drawing/2014/main" id="{58E97A7B-6198-17DA-6D6C-7C2633A1D1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3262" y="4343199"/>
            <a:ext cx="4010025" cy="182880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A33FF325-D0DD-6E21-5830-67520C9B6BFD}"/>
                  </a:ext>
                </a:extLst>
              </p14:cNvPr>
              <p14:cNvContentPartPr/>
              <p14:nvPr/>
            </p14:nvContentPartPr>
            <p14:xfrm>
              <a:off x="4495142" y="426265"/>
              <a:ext cx="57600" cy="94320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A33FF325-D0DD-6E21-5830-67520C9B6BF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477142" y="408625"/>
                <a:ext cx="93240" cy="978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4CD896CE-2DC8-84A9-A112-5DAD3EF69736}"/>
                  </a:ext>
                </a:extLst>
              </p14:cNvPr>
              <p14:cNvContentPartPr/>
              <p14:nvPr/>
            </p14:nvContentPartPr>
            <p14:xfrm>
              <a:off x="4514582" y="444985"/>
              <a:ext cx="600480" cy="3027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4CD896CE-2DC8-84A9-A112-5DAD3EF69736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496942" y="427345"/>
                <a:ext cx="636120" cy="338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053E31F3-8761-1890-8BB0-BFA06A852BB6}"/>
                  </a:ext>
                </a:extLst>
              </p14:cNvPr>
              <p14:cNvContentPartPr/>
              <p14:nvPr/>
            </p14:nvContentPartPr>
            <p14:xfrm>
              <a:off x="5118662" y="723265"/>
              <a:ext cx="176760" cy="15120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053E31F3-8761-1890-8BB0-BFA06A852BB6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100662" y="705625"/>
                <a:ext cx="212400" cy="186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F536EC3A-327F-CC59-4F45-BB29B089ACFF}"/>
                  </a:ext>
                </a:extLst>
              </p14:cNvPr>
              <p14:cNvContentPartPr/>
              <p14:nvPr/>
            </p14:nvContentPartPr>
            <p14:xfrm>
              <a:off x="4562102" y="830905"/>
              <a:ext cx="795240" cy="69120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F536EC3A-327F-CC59-4F45-BB29B089ACF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4544102" y="813265"/>
                <a:ext cx="830880" cy="726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A90EE964-B746-6FC0-D7B9-E28198FF3098}"/>
                  </a:ext>
                </a:extLst>
              </p14:cNvPr>
              <p14:cNvContentPartPr/>
              <p14:nvPr/>
            </p14:nvContentPartPr>
            <p14:xfrm>
              <a:off x="4539782" y="1366225"/>
              <a:ext cx="13680" cy="14112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A90EE964-B746-6FC0-D7B9-E28198FF3098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4521782" y="1348225"/>
                <a:ext cx="49320" cy="17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67F01D2F-E719-4E1D-94C2-EB053F776306}"/>
                  </a:ext>
                </a:extLst>
              </p14:cNvPr>
              <p14:cNvContentPartPr/>
              <p14:nvPr/>
            </p14:nvContentPartPr>
            <p14:xfrm>
              <a:off x="4606022" y="769345"/>
              <a:ext cx="144360" cy="4032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67F01D2F-E719-4E1D-94C2-EB053F776306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4588382" y="751705"/>
                <a:ext cx="180000" cy="75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9248A963-8858-9607-D7B4-76C9181D39B1}"/>
                  </a:ext>
                </a:extLst>
              </p14:cNvPr>
              <p14:cNvContentPartPr/>
              <p14:nvPr/>
            </p14:nvContentPartPr>
            <p14:xfrm>
              <a:off x="4634822" y="1114945"/>
              <a:ext cx="91440" cy="3420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9248A963-8858-9607-D7B4-76C9181D39B1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4616822" y="1097305"/>
                <a:ext cx="127080" cy="6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CA111CC0-2D5F-E3AA-9A69-6211EDFA3E02}"/>
                  </a:ext>
                </a:extLst>
              </p14:cNvPr>
              <p14:cNvContentPartPr/>
              <p14:nvPr/>
            </p14:nvContentPartPr>
            <p14:xfrm>
              <a:off x="4685582" y="1043305"/>
              <a:ext cx="34920" cy="1400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CA111CC0-2D5F-E3AA-9A69-6211EDFA3E02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4667942" y="1025305"/>
                <a:ext cx="70560" cy="175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18D0EE5A-788F-2C7C-86F9-3094BC6C5896}"/>
                  </a:ext>
                </a:extLst>
              </p14:cNvPr>
              <p14:cNvContentPartPr/>
              <p14:nvPr/>
            </p14:nvContentPartPr>
            <p14:xfrm>
              <a:off x="4171142" y="747025"/>
              <a:ext cx="368280" cy="4896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18D0EE5A-788F-2C7C-86F9-3094BC6C5896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153502" y="729025"/>
                <a:ext cx="403920" cy="84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E94EBA01-9D63-5BD7-0F20-06693B0C8644}"/>
                  </a:ext>
                </a:extLst>
              </p14:cNvPr>
              <p14:cNvContentPartPr/>
              <p14:nvPr/>
            </p14:nvContentPartPr>
            <p14:xfrm>
              <a:off x="4077542" y="714265"/>
              <a:ext cx="152280" cy="12204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E94EBA01-9D63-5BD7-0F20-06693B0C8644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4059542" y="696265"/>
                <a:ext cx="187920" cy="15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F275B3C2-F95F-E3B7-1FA9-1A197B411547}"/>
                  </a:ext>
                </a:extLst>
              </p14:cNvPr>
              <p14:cNvContentPartPr/>
              <p14:nvPr/>
            </p14:nvContentPartPr>
            <p14:xfrm>
              <a:off x="4202462" y="1138705"/>
              <a:ext cx="362160" cy="4500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F275B3C2-F95F-E3B7-1FA9-1A197B411547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4184822" y="1121065"/>
                <a:ext cx="397800" cy="80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8447BEC3-E24C-4319-D65C-9768F0E75819}"/>
                  </a:ext>
                </a:extLst>
              </p14:cNvPr>
              <p14:cNvContentPartPr/>
              <p14:nvPr/>
            </p14:nvContentPartPr>
            <p14:xfrm>
              <a:off x="4145582" y="1106305"/>
              <a:ext cx="162360" cy="17568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8447BEC3-E24C-4319-D65C-9768F0E75819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4127582" y="1088305"/>
                <a:ext cx="198000" cy="21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116490FE-142C-F83F-4DB1-66517AEB5467}"/>
                  </a:ext>
                </a:extLst>
              </p14:cNvPr>
              <p14:cNvContentPartPr/>
              <p14:nvPr/>
            </p14:nvContentPartPr>
            <p14:xfrm>
              <a:off x="5318822" y="828385"/>
              <a:ext cx="659520" cy="7416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116490FE-142C-F83F-4DB1-66517AEB5467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5300822" y="810385"/>
                <a:ext cx="695160" cy="10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E3086612-94D6-CA0A-A5A8-D434FA00B361}"/>
                  </a:ext>
                </a:extLst>
              </p14:cNvPr>
              <p14:cNvContentPartPr/>
              <p14:nvPr/>
            </p14:nvContentPartPr>
            <p14:xfrm>
              <a:off x="5934782" y="753145"/>
              <a:ext cx="114840" cy="13932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E3086612-94D6-CA0A-A5A8-D434FA00B361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5916782" y="735145"/>
                <a:ext cx="150480" cy="174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69D3304C-6D36-C783-5969-47C0E839DDCD}"/>
                  </a:ext>
                </a:extLst>
              </p14:cNvPr>
              <p14:cNvContentPartPr/>
              <p14:nvPr/>
            </p14:nvContentPartPr>
            <p14:xfrm>
              <a:off x="6234302" y="715345"/>
              <a:ext cx="169560" cy="24804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69D3304C-6D36-C783-5969-47C0E839DDCD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6216662" y="697705"/>
                <a:ext cx="205200" cy="28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3307FBFE-1CC6-DA74-DFA9-0EB85CFB0EBC}"/>
                  </a:ext>
                </a:extLst>
              </p14:cNvPr>
              <p14:cNvContentPartPr/>
              <p14:nvPr/>
            </p14:nvContentPartPr>
            <p14:xfrm>
              <a:off x="6508622" y="781585"/>
              <a:ext cx="126360" cy="15228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3307FBFE-1CC6-DA74-DFA9-0EB85CFB0EBC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6490982" y="763945"/>
                <a:ext cx="162000" cy="187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73FC1C84-DC06-CAB4-6FFF-8BFB883A22B1}"/>
                  </a:ext>
                </a:extLst>
              </p14:cNvPr>
              <p14:cNvContentPartPr/>
              <p14:nvPr/>
            </p14:nvContentPartPr>
            <p14:xfrm>
              <a:off x="6732902" y="685105"/>
              <a:ext cx="107280" cy="27324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73FC1C84-DC06-CAB4-6FFF-8BFB883A22B1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6715262" y="667465"/>
                <a:ext cx="142920" cy="30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16EE5469-E2C2-56DF-7E71-4C099F8A03C2}"/>
                  </a:ext>
                </a:extLst>
              </p14:cNvPr>
              <p14:cNvContentPartPr/>
              <p14:nvPr/>
            </p14:nvContentPartPr>
            <p14:xfrm>
              <a:off x="6710942" y="729745"/>
              <a:ext cx="170640" cy="8964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16EE5469-E2C2-56DF-7E71-4C099F8A03C2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6693302" y="711745"/>
                <a:ext cx="206280" cy="12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96532E16-9BA5-0370-7964-90E43C57A0AD}"/>
                  </a:ext>
                </a:extLst>
              </p14:cNvPr>
              <p14:cNvContentPartPr/>
              <p14:nvPr/>
            </p14:nvContentPartPr>
            <p14:xfrm>
              <a:off x="3380222" y="535705"/>
              <a:ext cx="80640" cy="24552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96532E16-9BA5-0370-7964-90E43C57A0AD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3362222" y="517705"/>
                <a:ext cx="116280" cy="28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460CC153-1031-A91D-2D73-AB2D2C0F646A}"/>
                  </a:ext>
                </a:extLst>
              </p14:cNvPr>
              <p14:cNvContentPartPr/>
              <p14:nvPr/>
            </p14:nvContentPartPr>
            <p14:xfrm>
              <a:off x="3575342" y="608785"/>
              <a:ext cx="185040" cy="13032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460CC153-1031-A91D-2D73-AB2D2C0F646A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3557342" y="590785"/>
                <a:ext cx="220680" cy="165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06492B35-721B-F6FE-63D2-1F131B34DCE3}"/>
                  </a:ext>
                </a:extLst>
              </p14:cNvPr>
              <p14:cNvContentPartPr/>
              <p14:nvPr/>
            </p14:nvContentPartPr>
            <p14:xfrm>
              <a:off x="3922382" y="504025"/>
              <a:ext cx="4320" cy="180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06492B35-721B-F6FE-63D2-1F131B34DCE3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3904742" y="486025"/>
                <a:ext cx="39960" cy="37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9D420531-E4A1-7945-D032-BC4B6F5E6A4C}"/>
                  </a:ext>
                </a:extLst>
              </p14:cNvPr>
              <p14:cNvContentPartPr/>
              <p14:nvPr/>
            </p14:nvContentPartPr>
            <p14:xfrm>
              <a:off x="3893222" y="483145"/>
              <a:ext cx="123120" cy="5004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9D420531-E4A1-7945-D032-BC4B6F5E6A4C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3875582" y="465145"/>
                <a:ext cx="158760" cy="85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186C2AEE-0D30-95B3-57BD-075B06857A08}"/>
                  </a:ext>
                </a:extLst>
              </p14:cNvPr>
              <p14:cNvContentPartPr/>
              <p14:nvPr/>
            </p14:nvContentPartPr>
            <p14:xfrm>
              <a:off x="3347462" y="1262905"/>
              <a:ext cx="101160" cy="21384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186C2AEE-0D30-95B3-57BD-075B06857A08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3329462" y="1244905"/>
                <a:ext cx="136800" cy="24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80F02483-6CF1-ED07-4C33-7BDB0CF7C1F3}"/>
                  </a:ext>
                </a:extLst>
              </p14:cNvPr>
              <p14:cNvContentPartPr/>
              <p14:nvPr/>
            </p14:nvContentPartPr>
            <p14:xfrm>
              <a:off x="3526742" y="1305385"/>
              <a:ext cx="179640" cy="12636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80F02483-6CF1-ED07-4C33-7BDB0CF7C1F3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3509102" y="1287385"/>
                <a:ext cx="215280" cy="16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41F1901A-DBDC-8B58-3159-C1C781AAE6D0}"/>
                  </a:ext>
                </a:extLst>
              </p14:cNvPr>
              <p14:cNvContentPartPr/>
              <p14:nvPr/>
            </p14:nvContentPartPr>
            <p14:xfrm>
              <a:off x="3795662" y="1191265"/>
              <a:ext cx="140400" cy="6480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41F1901A-DBDC-8B58-3159-C1C781AAE6D0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3778022" y="1173625"/>
                <a:ext cx="176040" cy="10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421B88EB-7DB8-C7B7-837D-50D2972B314F}"/>
                  </a:ext>
                </a:extLst>
              </p14:cNvPr>
              <p14:cNvContentPartPr/>
              <p14:nvPr/>
            </p14:nvContentPartPr>
            <p14:xfrm>
              <a:off x="3855062" y="1162465"/>
              <a:ext cx="56520" cy="15624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421B88EB-7DB8-C7B7-837D-50D2972B314F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3837062" y="1144825"/>
                <a:ext cx="92160" cy="191880"/>
              </a:xfrm>
              <a:prstGeom prst="rect">
                <a:avLst/>
              </a:prstGeom>
            </p:spPr>
          </p:pic>
        </mc:Fallback>
      </mc:AlternateContent>
      <p:grpSp>
        <p:nvGrpSpPr>
          <p:cNvPr id="58" name="Group 57">
            <a:extLst>
              <a:ext uri="{FF2B5EF4-FFF2-40B4-BE49-F238E27FC236}">
                <a16:creationId xmlns:a16="http://schemas.microsoft.com/office/drawing/2014/main" id="{6D67A779-FBC9-3A3E-7BE2-0D0CBB00B638}"/>
              </a:ext>
            </a:extLst>
          </p:cNvPr>
          <p:cNvGrpSpPr/>
          <p:nvPr/>
        </p:nvGrpSpPr>
        <p:grpSpPr>
          <a:xfrm>
            <a:off x="7063742" y="506185"/>
            <a:ext cx="2320920" cy="628920"/>
            <a:chOff x="7063742" y="506185"/>
            <a:chExt cx="2320920" cy="628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9EA4DE75-C492-AE90-576E-05F0FA6522AF}"/>
                    </a:ext>
                  </a:extLst>
                </p14:cNvPr>
                <p14:cNvContentPartPr/>
                <p14:nvPr/>
              </p14:nvContentPartPr>
              <p14:xfrm>
                <a:off x="7077782" y="824785"/>
                <a:ext cx="54360" cy="165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9EA4DE75-C492-AE90-576E-05F0FA6522AF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7060142" y="807145"/>
                  <a:ext cx="9000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43A614EE-9E91-5640-240E-BCEAAC893005}"/>
                    </a:ext>
                  </a:extLst>
                </p14:cNvPr>
                <p14:cNvContentPartPr/>
                <p14:nvPr/>
              </p14:nvContentPartPr>
              <p14:xfrm>
                <a:off x="7063742" y="901465"/>
                <a:ext cx="108720" cy="360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43A614EE-9E91-5640-240E-BCEAAC893005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7045742" y="883825"/>
                  <a:ext cx="14436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1B46F0FC-24A7-57E6-9124-EAFA7960C2A3}"/>
                    </a:ext>
                  </a:extLst>
                </p14:cNvPr>
                <p14:cNvContentPartPr/>
                <p14:nvPr/>
              </p14:nvContentPartPr>
              <p14:xfrm>
                <a:off x="7308902" y="720025"/>
                <a:ext cx="64800" cy="3560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1B46F0FC-24A7-57E6-9124-EAFA7960C2A3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7290902" y="702025"/>
                  <a:ext cx="100440" cy="39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82C5EB0A-413F-B3B0-2384-252DD21B01F2}"/>
                    </a:ext>
                  </a:extLst>
                </p14:cNvPr>
                <p14:cNvContentPartPr/>
                <p14:nvPr/>
              </p14:nvContentPartPr>
              <p14:xfrm>
                <a:off x="7371902" y="745585"/>
                <a:ext cx="110160" cy="1857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82C5EB0A-413F-B3B0-2384-252DD21B01F2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7354262" y="727945"/>
                  <a:ext cx="14580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0D45EB12-DCDB-3386-6F35-477A6948685C}"/>
                    </a:ext>
                  </a:extLst>
                </p14:cNvPr>
                <p14:cNvContentPartPr/>
                <p14:nvPr/>
              </p14:nvContentPartPr>
              <p14:xfrm>
                <a:off x="7334102" y="896785"/>
                <a:ext cx="62640" cy="3024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0D45EB12-DCDB-3386-6F35-477A6948685C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7316462" y="878785"/>
                  <a:ext cx="9828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DA28630-3D2C-9D87-2511-DEE581A159B8}"/>
                    </a:ext>
                  </a:extLst>
                </p14:cNvPr>
                <p14:cNvContentPartPr/>
                <p14:nvPr/>
              </p14:nvContentPartPr>
              <p14:xfrm>
                <a:off x="7674302" y="506185"/>
                <a:ext cx="254160" cy="6004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DA28630-3D2C-9D87-2511-DEE581A159B8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7656302" y="488545"/>
                  <a:ext cx="289800" cy="63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F7C5B553-2F64-F4AB-B801-7A634B762660}"/>
                    </a:ext>
                  </a:extLst>
                </p14:cNvPr>
                <p14:cNvContentPartPr/>
                <p14:nvPr/>
              </p14:nvContentPartPr>
              <p14:xfrm>
                <a:off x="7880942" y="696625"/>
                <a:ext cx="69480" cy="2642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F7C5B553-2F64-F4AB-B801-7A634B762660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7863302" y="678985"/>
                  <a:ext cx="105120" cy="29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46CD65B2-85C4-17DF-974F-B1D5AC3550F7}"/>
                    </a:ext>
                  </a:extLst>
                </p14:cNvPr>
                <p14:cNvContentPartPr/>
                <p14:nvPr/>
              </p14:nvContentPartPr>
              <p14:xfrm>
                <a:off x="8023142" y="804985"/>
                <a:ext cx="155520" cy="1101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46CD65B2-85C4-17DF-974F-B1D5AC3550F7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8005142" y="787345"/>
                  <a:ext cx="19116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EF4237C1-007D-85DC-2710-3BB57B8F28E4}"/>
                    </a:ext>
                  </a:extLst>
                </p14:cNvPr>
                <p14:cNvContentPartPr/>
                <p14:nvPr/>
              </p14:nvContentPartPr>
              <p14:xfrm>
                <a:off x="8214302" y="989665"/>
                <a:ext cx="56880" cy="273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EF4237C1-007D-85DC-2710-3BB57B8F28E4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8196662" y="972025"/>
                  <a:ext cx="9252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B258F945-049F-83E5-CF36-912064714A67}"/>
                    </a:ext>
                  </a:extLst>
                </p14:cNvPr>
                <p14:cNvContentPartPr/>
                <p14:nvPr/>
              </p14:nvContentPartPr>
              <p14:xfrm>
                <a:off x="8234102" y="999025"/>
                <a:ext cx="94320" cy="266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B258F945-049F-83E5-CF36-912064714A67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8216102" y="981385"/>
                  <a:ext cx="12996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75347DA0-C323-F41F-C275-7799548DA39A}"/>
                    </a:ext>
                  </a:extLst>
                </p14:cNvPr>
                <p14:cNvContentPartPr/>
                <p14:nvPr/>
              </p14:nvContentPartPr>
              <p14:xfrm>
                <a:off x="8261822" y="953665"/>
                <a:ext cx="15480" cy="835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75347DA0-C323-F41F-C275-7799548DA39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8244182" y="935665"/>
                  <a:ext cx="5112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42E27CB8-D95D-776A-7D14-FDBA671B8615}"/>
                    </a:ext>
                  </a:extLst>
                </p14:cNvPr>
                <p14:cNvContentPartPr/>
                <p14:nvPr/>
              </p14:nvContentPartPr>
              <p14:xfrm>
                <a:off x="8452982" y="785905"/>
                <a:ext cx="167760" cy="306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42E27CB8-D95D-776A-7D14-FDBA671B8615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8435342" y="767905"/>
                  <a:ext cx="20340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A878D3B6-93E9-38A9-9766-B053E938F58F}"/>
                    </a:ext>
                  </a:extLst>
                </p14:cNvPr>
                <p14:cNvContentPartPr/>
                <p14:nvPr/>
              </p14:nvContentPartPr>
              <p14:xfrm>
                <a:off x="8777342" y="630745"/>
                <a:ext cx="20880" cy="2538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A878D3B6-93E9-38A9-9766-B053E938F58F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8759342" y="612745"/>
                  <a:ext cx="5652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B722345C-A091-D199-BEE5-C2B007B9660A}"/>
                    </a:ext>
                  </a:extLst>
                </p14:cNvPr>
                <p14:cNvContentPartPr/>
                <p14:nvPr/>
              </p14:nvContentPartPr>
              <p14:xfrm>
                <a:off x="8871662" y="775465"/>
                <a:ext cx="158040" cy="1245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B722345C-A091-D199-BEE5-C2B007B9660A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8853662" y="757465"/>
                  <a:ext cx="19368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22B8D15F-E7F5-08BB-7679-33A9B2FD5CB6}"/>
                    </a:ext>
                  </a:extLst>
                </p14:cNvPr>
                <p14:cNvContentPartPr/>
                <p14:nvPr/>
              </p14:nvContentPartPr>
              <p14:xfrm>
                <a:off x="9133382" y="893545"/>
                <a:ext cx="88560" cy="1584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22B8D15F-E7F5-08BB-7679-33A9B2FD5CB6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9115742" y="875905"/>
                  <a:ext cx="12420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847EE55C-213E-8CD4-0B3E-927F0E93B5EC}"/>
                    </a:ext>
                  </a:extLst>
                </p14:cNvPr>
                <p14:cNvContentPartPr/>
                <p14:nvPr/>
              </p14:nvContentPartPr>
              <p14:xfrm>
                <a:off x="9216182" y="558385"/>
                <a:ext cx="168480" cy="5767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847EE55C-213E-8CD4-0B3E-927F0E93B5EC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198182" y="540745"/>
                  <a:ext cx="204120" cy="61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6E36B600-496C-FC65-D906-516D539112FD}"/>
                    </a:ext>
                  </a:extLst>
                </p14:cNvPr>
                <p14:cNvContentPartPr/>
                <p14:nvPr/>
              </p14:nvContentPartPr>
              <p14:xfrm>
                <a:off x="7380182" y="897145"/>
                <a:ext cx="85320" cy="388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6E36B600-496C-FC65-D906-516D539112FD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7362182" y="879145"/>
                  <a:ext cx="12096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4CC346EC-911C-608E-A6CD-5B5E38E37F8E}"/>
                    </a:ext>
                  </a:extLst>
                </p14:cNvPr>
                <p14:cNvContentPartPr/>
                <p14:nvPr/>
              </p14:nvContentPartPr>
              <p14:xfrm>
                <a:off x="7505102" y="881305"/>
                <a:ext cx="20880" cy="11880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4CC346EC-911C-608E-A6CD-5B5E38E37F8E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7487102" y="863305"/>
                  <a:ext cx="56520" cy="154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3BD7F3E9-8D19-DCF6-E736-30FBC37B4074}"/>
              </a:ext>
            </a:extLst>
          </p:cNvPr>
          <p:cNvGrpSpPr/>
          <p:nvPr/>
        </p:nvGrpSpPr>
        <p:grpSpPr>
          <a:xfrm>
            <a:off x="7501142" y="1202785"/>
            <a:ext cx="927720" cy="609120"/>
            <a:chOff x="7501142" y="1202785"/>
            <a:chExt cx="927720" cy="609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ACE23DD1-CF24-DBED-CBFD-2F6DC4175C7A}"/>
                    </a:ext>
                  </a:extLst>
                </p14:cNvPr>
                <p14:cNvContentPartPr/>
                <p14:nvPr/>
              </p14:nvContentPartPr>
              <p14:xfrm>
                <a:off x="7501142" y="1202785"/>
                <a:ext cx="121320" cy="4939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ACE23DD1-CF24-DBED-CBFD-2F6DC4175C7A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7483142" y="1184785"/>
                  <a:ext cx="156960" cy="52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CF94B347-F2CE-77BB-6B11-8CCDA882D4DE}"/>
                    </a:ext>
                  </a:extLst>
                </p14:cNvPr>
                <p14:cNvContentPartPr/>
                <p14:nvPr/>
              </p14:nvContentPartPr>
              <p14:xfrm>
                <a:off x="7585382" y="1638745"/>
                <a:ext cx="594720" cy="435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CF94B347-F2CE-77BB-6B11-8CCDA882D4DE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7567382" y="1621105"/>
                  <a:ext cx="63036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0CC76779-10B1-14C3-31D8-8BF003AF1EF7}"/>
                    </a:ext>
                  </a:extLst>
                </p14:cNvPr>
                <p14:cNvContentPartPr/>
                <p14:nvPr/>
              </p14:nvContentPartPr>
              <p14:xfrm>
                <a:off x="8148782" y="1532185"/>
                <a:ext cx="54720" cy="27972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0CC76779-10B1-14C3-31D8-8BF003AF1EF7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8130782" y="1514185"/>
                  <a:ext cx="90360" cy="31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6AC25DB8-25A4-AD93-5278-48D2D713F2D5}"/>
                    </a:ext>
                  </a:extLst>
                </p14:cNvPr>
                <p14:cNvContentPartPr/>
                <p14:nvPr/>
              </p14:nvContentPartPr>
              <p14:xfrm>
                <a:off x="8159942" y="1543705"/>
                <a:ext cx="268920" cy="23472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6AC25DB8-25A4-AD93-5278-48D2D713F2D5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8142302" y="1525705"/>
                  <a:ext cx="304560" cy="270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B67809B2-4778-AD6C-AAC9-2FE6AC7CA2D3}"/>
              </a:ext>
            </a:extLst>
          </p:cNvPr>
          <p:cNvGrpSpPr/>
          <p:nvPr/>
        </p:nvGrpSpPr>
        <p:grpSpPr>
          <a:xfrm>
            <a:off x="8760422" y="1314745"/>
            <a:ext cx="934920" cy="761400"/>
            <a:chOff x="8760422" y="1314745"/>
            <a:chExt cx="934920" cy="761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A7F301D6-F846-EE88-9F8D-F6DFC88C1B44}"/>
                    </a:ext>
                  </a:extLst>
                </p14:cNvPr>
                <p14:cNvContentPartPr/>
                <p14:nvPr/>
              </p14:nvContentPartPr>
              <p14:xfrm>
                <a:off x="8760422" y="1529665"/>
                <a:ext cx="31320" cy="2034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A7F301D6-F846-EE88-9F8D-F6DFC88C1B44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8742422" y="1511665"/>
                  <a:ext cx="6696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2DB8B470-66BB-B822-38F9-CB3442D0C0B1}"/>
                    </a:ext>
                  </a:extLst>
                </p14:cNvPr>
                <p14:cNvContentPartPr/>
                <p14:nvPr/>
              </p14:nvContentPartPr>
              <p14:xfrm>
                <a:off x="8877782" y="1533985"/>
                <a:ext cx="113400" cy="1688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2DB8B470-66BB-B822-38F9-CB3442D0C0B1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8859782" y="1516345"/>
                  <a:ext cx="14904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19EE043E-F11C-3C41-CAB7-FE658E01242A}"/>
                    </a:ext>
                  </a:extLst>
                </p14:cNvPr>
                <p14:cNvContentPartPr/>
                <p14:nvPr/>
              </p14:nvContentPartPr>
              <p14:xfrm>
                <a:off x="9022862" y="1375585"/>
                <a:ext cx="125640" cy="1551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19EE043E-F11C-3C41-CAB7-FE658E01242A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9004862" y="1357945"/>
                  <a:ext cx="16128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B2DF75AC-2A28-B096-BC78-37B7ADB49181}"/>
                    </a:ext>
                  </a:extLst>
                </p14:cNvPr>
                <p14:cNvContentPartPr/>
                <p14:nvPr/>
              </p14:nvContentPartPr>
              <p14:xfrm>
                <a:off x="9162902" y="1314745"/>
                <a:ext cx="182880" cy="7614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B2DF75AC-2A28-B096-BC78-37B7ADB49181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9144902" y="1297105"/>
                  <a:ext cx="218520" cy="79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CCED1E3-BF78-2489-676E-CE300B4EBE2F}"/>
                    </a:ext>
                  </a:extLst>
                </p14:cNvPr>
                <p14:cNvContentPartPr/>
                <p14:nvPr/>
              </p14:nvContentPartPr>
              <p14:xfrm>
                <a:off x="9451982" y="1429945"/>
                <a:ext cx="35640" cy="2559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CCED1E3-BF78-2489-676E-CE300B4EBE2F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9434342" y="1412305"/>
                  <a:ext cx="71280" cy="29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E6278830-3391-E239-4669-9BBCBF4D09A8}"/>
                    </a:ext>
                  </a:extLst>
                </p14:cNvPr>
                <p14:cNvContentPartPr/>
                <p14:nvPr/>
              </p14:nvContentPartPr>
              <p14:xfrm>
                <a:off x="9596702" y="1458025"/>
                <a:ext cx="98640" cy="20196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E6278830-3391-E239-4669-9BBCBF4D09A8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9578702" y="1440385"/>
                  <a:ext cx="134280" cy="237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9BA64570-830E-A181-D10B-81F7A1573608}"/>
              </a:ext>
            </a:extLst>
          </p:cNvPr>
          <p:cNvGrpSpPr/>
          <p:nvPr/>
        </p:nvGrpSpPr>
        <p:grpSpPr>
          <a:xfrm>
            <a:off x="9874622" y="1216465"/>
            <a:ext cx="801720" cy="580320"/>
            <a:chOff x="9874622" y="1216465"/>
            <a:chExt cx="801720" cy="580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771E5971-71FD-1B22-D3A4-077FF8BDE20F}"/>
                    </a:ext>
                  </a:extLst>
                </p14:cNvPr>
                <p14:cNvContentPartPr/>
                <p14:nvPr/>
              </p14:nvContentPartPr>
              <p14:xfrm>
                <a:off x="9874622" y="1322665"/>
                <a:ext cx="100440" cy="14940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771E5971-71FD-1B22-D3A4-077FF8BDE20F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9856622" y="1304665"/>
                  <a:ext cx="13608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72F3BD60-1ED8-AF9C-7B70-7610AE9079DF}"/>
                    </a:ext>
                  </a:extLst>
                </p14:cNvPr>
                <p14:cNvContentPartPr/>
                <p14:nvPr/>
              </p14:nvContentPartPr>
              <p14:xfrm>
                <a:off x="9989822" y="1270465"/>
                <a:ext cx="175680" cy="5263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72F3BD60-1ED8-AF9C-7B70-7610AE9079DF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9972182" y="1252825"/>
                  <a:ext cx="211320" cy="56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C197E2EB-779C-1899-8FEF-E6C9B54075E5}"/>
                    </a:ext>
                  </a:extLst>
                </p14:cNvPr>
                <p14:cNvContentPartPr/>
                <p14:nvPr/>
              </p14:nvContentPartPr>
              <p14:xfrm>
                <a:off x="10332902" y="1488265"/>
                <a:ext cx="43200" cy="25308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C197E2EB-779C-1899-8FEF-E6C9B54075E5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0315262" y="1470265"/>
                  <a:ext cx="7884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5FD654C8-2CBC-F0AD-FA32-1AB39C09A50C}"/>
                    </a:ext>
                  </a:extLst>
                </p14:cNvPr>
                <p14:cNvContentPartPr/>
                <p14:nvPr/>
              </p14:nvContentPartPr>
              <p14:xfrm>
                <a:off x="10460702" y="1479625"/>
                <a:ext cx="87480" cy="20448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5FD654C8-2CBC-F0AD-FA32-1AB39C09A50C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0443062" y="1461625"/>
                  <a:ext cx="12312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EE498449-208E-08D5-22BF-48E164E68C23}"/>
                    </a:ext>
                  </a:extLst>
                </p14:cNvPr>
                <p14:cNvContentPartPr/>
                <p14:nvPr/>
              </p14:nvContentPartPr>
              <p14:xfrm>
                <a:off x="10541702" y="1216465"/>
                <a:ext cx="134640" cy="26820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EE498449-208E-08D5-22BF-48E164E68C23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0524062" y="1198825"/>
                  <a:ext cx="170280" cy="30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73364305-B872-8188-D5B6-DEC811148E59}"/>
                    </a:ext>
                  </a:extLst>
                </p14:cNvPr>
                <p14:cNvContentPartPr/>
                <p14:nvPr/>
              </p14:nvContentPartPr>
              <p14:xfrm>
                <a:off x="9915662" y="1361905"/>
                <a:ext cx="78120" cy="6804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73364305-B872-8188-D5B6-DEC811148E59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9897662" y="1343905"/>
                  <a:ext cx="113760" cy="10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6A893501-0773-A8C8-6315-BB0D42E9BB30}"/>
              </a:ext>
            </a:extLst>
          </p:cNvPr>
          <p:cNvGrpSpPr/>
          <p:nvPr/>
        </p:nvGrpSpPr>
        <p:grpSpPr>
          <a:xfrm>
            <a:off x="4620422" y="2446225"/>
            <a:ext cx="513360" cy="201960"/>
            <a:chOff x="4620422" y="2446225"/>
            <a:chExt cx="513360" cy="201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31930D89-7645-6BDB-1EA7-1C8CE0368474}"/>
                    </a:ext>
                  </a:extLst>
                </p14:cNvPr>
                <p14:cNvContentPartPr/>
                <p14:nvPr/>
              </p14:nvContentPartPr>
              <p14:xfrm>
                <a:off x="4620422" y="2512825"/>
                <a:ext cx="442800" cy="478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31930D89-7645-6BDB-1EA7-1C8CE0368474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602782" y="2494825"/>
                  <a:ext cx="47844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640A83B0-EB75-094A-D28A-2F972ECFD55A}"/>
                    </a:ext>
                  </a:extLst>
                </p14:cNvPr>
                <p14:cNvContentPartPr/>
                <p14:nvPr/>
              </p14:nvContentPartPr>
              <p14:xfrm>
                <a:off x="4963502" y="2446225"/>
                <a:ext cx="170280" cy="20196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640A83B0-EB75-094A-D28A-2F972ECFD55A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4945502" y="2428225"/>
                  <a:ext cx="205920" cy="237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E1C86158-CACE-ED4B-B5E2-9966D4FF4890}"/>
              </a:ext>
            </a:extLst>
          </p:cNvPr>
          <p:cNvGrpSpPr/>
          <p:nvPr/>
        </p:nvGrpSpPr>
        <p:grpSpPr>
          <a:xfrm>
            <a:off x="1218782" y="2502745"/>
            <a:ext cx="780120" cy="361440"/>
            <a:chOff x="1218782" y="2502745"/>
            <a:chExt cx="780120" cy="361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54667B67-D14C-ADAF-627C-3343D4C0A6A7}"/>
                    </a:ext>
                  </a:extLst>
                </p14:cNvPr>
                <p14:cNvContentPartPr/>
                <p14:nvPr/>
              </p14:nvContentPartPr>
              <p14:xfrm>
                <a:off x="1218782" y="2615785"/>
                <a:ext cx="621000" cy="475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54667B67-D14C-ADAF-627C-3343D4C0A6A7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201142" y="2598145"/>
                  <a:ext cx="65664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E86A5C71-82E8-EC4F-8DF0-71A0A3E33E52}"/>
                    </a:ext>
                  </a:extLst>
                </p14:cNvPr>
                <p14:cNvContentPartPr/>
                <p14:nvPr/>
              </p14:nvContentPartPr>
              <p14:xfrm>
                <a:off x="1710182" y="2527225"/>
                <a:ext cx="162360" cy="22572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E86A5C71-82E8-EC4F-8DF0-71A0A3E33E52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692182" y="2509585"/>
                  <a:ext cx="19800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62DB91A9-77E6-5B5D-D224-8DB4C7967FB9}"/>
                    </a:ext>
                  </a:extLst>
                </p14:cNvPr>
                <p14:cNvContentPartPr/>
                <p14:nvPr/>
              </p14:nvContentPartPr>
              <p14:xfrm>
                <a:off x="1877942" y="2537665"/>
                <a:ext cx="101520" cy="15732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62DB91A9-77E6-5B5D-D224-8DB4C7967FB9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1860302" y="2519665"/>
                  <a:ext cx="13716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E809904D-AD62-B41B-E79A-4CEA6706B21C}"/>
                    </a:ext>
                  </a:extLst>
                </p14:cNvPr>
                <p14:cNvContentPartPr/>
                <p14:nvPr/>
              </p14:nvContentPartPr>
              <p14:xfrm>
                <a:off x="1801262" y="2502745"/>
                <a:ext cx="197640" cy="36144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E809904D-AD62-B41B-E79A-4CEA6706B21C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783262" y="2485105"/>
                  <a:ext cx="233280" cy="397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6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51189966-ABF4-1486-7BD3-BF1F62D38BAE}"/>
                  </a:ext>
                </a:extLst>
              </p14:cNvPr>
              <p14:cNvContentPartPr/>
              <p14:nvPr/>
            </p14:nvContentPartPr>
            <p14:xfrm>
              <a:off x="1127342" y="1922425"/>
              <a:ext cx="707760" cy="56160"/>
            </p14:xfrm>
          </p:contentPart>
        </mc:Choice>
        <mc:Fallback xmlns=""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51189966-ABF4-1486-7BD3-BF1F62D38BAE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1109702" y="1904425"/>
                <a:ext cx="743400" cy="9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8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941AB4D2-601D-5CCD-5835-B6F4BD77A485}"/>
                  </a:ext>
                </a:extLst>
              </p14:cNvPr>
              <p14:cNvContentPartPr/>
              <p14:nvPr/>
            </p14:nvContentPartPr>
            <p14:xfrm>
              <a:off x="1650062" y="1828465"/>
              <a:ext cx="172800" cy="224280"/>
            </p14:xfrm>
          </p:contentPart>
        </mc:Choice>
        <mc:Fallback xmlns=""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941AB4D2-601D-5CCD-5835-B6F4BD77A485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1632062" y="1810465"/>
                <a:ext cx="208440" cy="259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0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14EE450C-738D-9FDB-6534-FB968A4AA120}"/>
                  </a:ext>
                </a:extLst>
              </p14:cNvPr>
              <p14:cNvContentPartPr/>
              <p14:nvPr/>
            </p14:nvContentPartPr>
            <p14:xfrm>
              <a:off x="1768862" y="1797505"/>
              <a:ext cx="145800" cy="222480"/>
            </p14:xfrm>
          </p:contentPart>
        </mc:Choice>
        <mc:Fallback xmlns=""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14EE450C-738D-9FDB-6534-FB968A4AA120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1751222" y="1779505"/>
                <a:ext cx="181440" cy="258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2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C2172113-6EF3-5162-714F-F3D8854854D6}"/>
                  </a:ext>
                </a:extLst>
              </p14:cNvPr>
              <p14:cNvContentPartPr/>
              <p14:nvPr/>
            </p14:nvContentPartPr>
            <p14:xfrm>
              <a:off x="1778942" y="1817665"/>
              <a:ext cx="186120" cy="30888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C2172113-6EF3-5162-714F-F3D8854854D6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1760942" y="1799665"/>
                <a:ext cx="221760" cy="344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4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765AF8EA-DD3D-F182-8C5F-9913A066911C}"/>
                  </a:ext>
                </a:extLst>
              </p14:cNvPr>
              <p14:cNvContentPartPr/>
              <p14:nvPr/>
            </p14:nvContentPartPr>
            <p14:xfrm>
              <a:off x="5397662" y="2918905"/>
              <a:ext cx="500760" cy="6228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765AF8EA-DD3D-F182-8C5F-9913A066911C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5380022" y="2901265"/>
                <a:ext cx="536400" cy="97920"/>
              </a:xfrm>
              <a:prstGeom prst="rect">
                <a:avLst/>
              </a:prstGeom>
            </p:spPr>
          </p:pic>
        </mc:Fallback>
      </mc:AlternateContent>
      <p:grpSp>
        <p:nvGrpSpPr>
          <p:cNvPr id="108" name="Group 107">
            <a:extLst>
              <a:ext uri="{FF2B5EF4-FFF2-40B4-BE49-F238E27FC236}">
                <a16:creationId xmlns:a16="http://schemas.microsoft.com/office/drawing/2014/main" id="{D499443C-A706-48EF-5D8D-E07F55FB9CFD}"/>
              </a:ext>
            </a:extLst>
          </p:cNvPr>
          <p:cNvGrpSpPr/>
          <p:nvPr/>
        </p:nvGrpSpPr>
        <p:grpSpPr>
          <a:xfrm>
            <a:off x="617942" y="1447585"/>
            <a:ext cx="815400" cy="691200"/>
            <a:chOff x="617942" y="1447585"/>
            <a:chExt cx="815400" cy="691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2BF2D9FD-DD6D-2746-F78F-D286F9154515}"/>
                    </a:ext>
                  </a:extLst>
                </p14:cNvPr>
                <p14:cNvContentPartPr/>
                <p14:nvPr/>
              </p14:nvContentPartPr>
              <p14:xfrm>
                <a:off x="1067582" y="1447585"/>
                <a:ext cx="46800" cy="3099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2BF2D9FD-DD6D-2746-F78F-D286F9154515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1049582" y="1429585"/>
                  <a:ext cx="82440" cy="34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F62E1781-AEB3-4516-DB6F-4BB80221DFEB}"/>
                    </a:ext>
                  </a:extLst>
                </p14:cNvPr>
                <p14:cNvContentPartPr/>
                <p14:nvPr/>
              </p14:nvContentPartPr>
              <p14:xfrm>
                <a:off x="989462" y="1683025"/>
                <a:ext cx="68040" cy="406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F62E1781-AEB3-4516-DB6F-4BB80221DFEB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971462" y="1665385"/>
                  <a:ext cx="10368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0ED44741-56AD-765B-352A-1E0A73A13D2D}"/>
                    </a:ext>
                  </a:extLst>
                </p14:cNvPr>
                <p14:cNvContentPartPr/>
                <p14:nvPr/>
              </p14:nvContentPartPr>
              <p14:xfrm>
                <a:off x="1171262" y="1587625"/>
                <a:ext cx="82440" cy="6588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0ED44741-56AD-765B-352A-1E0A73A13D2D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153262" y="1569625"/>
                  <a:ext cx="11808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EE19B951-E23B-2DF4-929C-6B4F00ABE5BC}"/>
                    </a:ext>
                  </a:extLst>
                </p14:cNvPr>
                <p14:cNvContentPartPr/>
                <p14:nvPr/>
              </p14:nvContentPartPr>
              <p14:xfrm>
                <a:off x="1306982" y="1489345"/>
                <a:ext cx="126360" cy="15012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EE19B951-E23B-2DF4-929C-6B4F00ABE5BC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289342" y="1471705"/>
                  <a:ext cx="16200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2ADF00D9-5D77-0336-433F-BFAC9836A9DA}"/>
                    </a:ext>
                  </a:extLst>
                </p14:cNvPr>
                <p14:cNvContentPartPr/>
                <p14:nvPr/>
              </p14:nvContentPartPr>
              <p14:xfrm>
                <a:off x="646742" y="2027545"/>
                <a:ext cx="3960" cy="288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2ADF00D9-5D77-0336-433F-BFAC9836A9DA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628742" y="2009545"/>
                  <a:ext cx="3960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1F450E3F-2CC9-1D13-5876-B0406953E44D}"/>
                    </a:ext>
                  </a:extLst>
                </p14:cNvPr>
                <p14:cNvContentPartPr/>
                <p14:nvPr/>
              </p14:nvContentPartPr>
              <p14:xfrm>
                <a:off x="617942" y="1775545"/>
                <a:ext cx="164520" cy="29844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1F450E3F-2CC9-1D13-5876-B0406953E44D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600302" y="1757545"/>
                  <a:ext cx="200160" cy="33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03E1AF64-7CF6-D818-0A7B-1945B9526A08}"/>
                    </a:ext>
                  </a:extLst>
                </p14:cNvPr>
                <p14:cNvContentPartPr/>
                <p14:nvPr/>
              </p14:nvContentPartPr>
              <p14:xfrm>
                <a:off x="887222" y="2000185"/>
                <a:ext cx="131040" cy="6084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03E1AF64-7CF6-D818-0A7B-1945B9526A08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869582" y="1982185"/>
                  <a:ext cx="16668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011759E4-31CF-62E6-B2C0-9D0F1391ACFE}"/>
                    </a:ext>
                  </a:extLst>
                </p14:cNvPr>
                <p14:cNvContentPartPr/>
                <p14:nvPr/>
              </p14:nvContentPartPr>
              <p14:xfrm>
                <a:off x="943382" y="1926025"/>
                <a:ext cx="77040" cy="21276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011759E4-31CF-62E6-B2C0-9D0F1391ACFE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925742" y="1908025"/>
                  <a:ext cx="112680" cy="248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6EAB468E-E68B-2D10-C120-3A399027652F}"/>
              </a:ext>
            </a:extLst>
          </p:cNvPr>
          <p:cNvGrpSpPr/>
          <p:nvPr/>
        </p:nvGrpSpPr>
        <p:grpSpPr>
          <a:xfrm>
            <a:off x="733862" y="2663305"/>
            <a:ext cx="379080" cy="227520"/>
            <a:chOff x="733862" y="2663305"/>
            <a:chExt cx="379080" cy="227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858E87A6-6B61-8DDC-8C73-A4EBE4720482}"/>
                    </a:ext>
                  </a:extLst>
                </p14:cNvPr>
                <p14:cNvContentPartPr/>
                <p14:nvPr/>
              </p14:nvContentPartPr>
              <p14:xfrm>
                <a:off x="733862" y="2663305"/>
                <a:ext cx="186120" cy="2275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858E87A6-6B61-8DDC-8C73-A4EBE4720482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716222" y="2645665"/>
                  <a:ext cx="221760" cy="26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6F20E717-7E8F-6828-9FDA-2C5D404CA7E9}"/>
                    </a:ext>
                  </a:extLst>
                </p14:cNvPr>
                <p14:cNvContentPartPr/>
                <p14:nvPr/>
              </p14:nvContentPartPr>
              <p14:xfrm>
                <a:off x="1013222" y="2804065"/>
                <a:ext cx="99720" cy="7704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6F20E717-7E8F-6828-9FDA-2C5D404CA7E9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995582" y="2786065"/>
                  <a:ext cx="135360" cy="112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E6FF4FC1-56C2-4280-CC02-765C8770976D}"/>
              </a:ext>
            </a:extLst>
          </p:cNvPr>
          <p:cNvGrpSpPr/>
          <p:nvPr/>
        </p:nvGrpSpPr>
        <p:grpSpPr>
          <a:xfrm>
            <a:off x="4703942" y="2796145"/>
            <a:ext cx="395640" cy="482040"/>
            <a:chOff x="4703942" y="2796145"/>
            <a:chExt cx="395640" cy="482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DBE054DD-EDAD-8539-AED4-D00D8099F006}"/>
                    </a:ext>
                  </a:extLst>
                </p14:cNvPr>
                <p14:cNvContentPartPr/>
                <p14:nvPr/>
              </p14:nvContentPartPr>
              <p14:xfrm>
                <a:off x="4703942" y="2858065"/>
                <a:ext cx="349200" cy="6084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DBE054DD-EDAD-8539-AED4-D00D8099F006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4686302" y="2840425"/>
                  <a:ext cx="38484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CEDA2D59-55F6-5C6D-DF69-A67AD5CE9994}"/>
                    </a:ext>
                  </a:extLst>
                </p14:cNvPr>
                <p14:cNvContentPartPr/>
                <p14:nvPr/>
              </p14:nvContentPartPr>
              <p14:xfrm>
                <a:off x="5001302" y="2796145"/>
                <a:ext cx="65520" cy="19152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CEDA2D59-55F6-5C6D-DF69-A67AD5CE9994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4983662" y="2778505"/>
                  <a:ext cx="10116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5357E17C-7E26-43D4-66E1-5FBA4E5210AF}"/>
                    </a:ext>
                  </a:extLst>
                </p14:cNvPr>
                <p14:cNvContentPartPr/>
                <p14:nvPr/>
              </p14:nvContentPartPr>
              <p14:xfrm>
                <a:off x="4731302" y="3134905"/>
                <a:ext cx="368280" cy="2916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5357E17C-7E26-43D4-66E1-5FBA4E5210AF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4713662" y="3116905"/>
                  <a:ext cx="40392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D7A008BE-8080-D6F4-0A7A-377DA407FBD5}"/>
                    </a:ext>
                  </a:extLst>
                </p14:cNvPr>
                <p14:cNvContentPartPr/>
                <p14:nvPr/>
              </p14:nvContentPartPr>
              <p14:xfrm>
                <a:off x="5010302" y="3044905"/>
                <a:ext cx="83880" cy="23328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D7A008BE-8080-D6F4-0A7A-377DA407FBD5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4992302" y="3027265"/>
                  <a:ext cx="119520" cy="268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87764748-C32F-A914-9EBD-17238B1E768B}"/>
              </a:ext>
            </a:extLst>
          </p:cNvPr>
          <p:cNvGrpSpPr/>
          <p:nvPr/>
        </p:nvGrpSpPr>
        <p:grpSpPr>
          <a:xfrm>
            <a:off x="3061262" y="2025385"/>
            <a:ext cx="1428120" cy="1029600"/>
            <a:chOff x="3061262" y="2025385"/>
            <a:chExt cx="1428120" cy="1029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F0580EFF-A9CC-A7C8-DE83-5BB4A6938080}"/>
                    </a:ext>
                  </a:extLst>
                </p14:cNvPr>
                <p14:cNvContentPartPr/>
                <p14:nvPr/>
              </p14:nvContentPartPr>
              <p14:xfrm>
                <a:off x="3247382" y="2140945"/>
                <a:ext cx="144000" cy="31788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F0580EFF-A9CC-A7C8-DE83-5BB4A6938080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3229742" y="2122945"/>
                  <a:ext cx="179640" cy="35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7043E807-4AE4-5A73-52FD-76DA09C235B0}"/>
                    </a:ext>
                  </a:extLst>
                </p14:cNvPr>
                <p14:cNvContentPartPr/>
                <p14:nvPr/>
              </p14:nvContentPartPr>
              <p14:xfrm>
                <a:off x="3148022" y="2619025"/>
                <a:ext cx="74160" cy="40680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7043E807-4AE4-5A73-52FD-76DA09C235B0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3130022" y="2601025"/>
                  <a:ext cx="109800" cy="44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EF92BB01-4457-385B-C0C6-2DA27703CF1F}"/>
                    </a:ext>
                  </a:extLst>
                </p14:cNvPr>
                <p14:cNvContentPartPr/>
                <p14:nvPr/>
              </p14:nvContentPartPr>
              <p14:xfrm>
                <a:off x="3061262" y="2660785"/>
                <a:ext cx="78840" cy="7416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EF92BB01-4457-385B-C0C6-2DA27703CF1F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3043262" y="2643145"/>
                  <a:ext cx="11448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BD4B2578-7869-0B17-386C-88ED4F2AD37A}"/>
                    </a:ext>
                  </a:extLst>
                </p14:cNvPr>
                <p14:cNvContentPartPr/>
                <p14:nvPr/>
              </p14:nvContentPartPr>
              <p14:xfrm>
                <a:off x="3156662" y="2860945"/>
                <a:ext cx="75960" cy="6264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BD4B2578-7869-0B17-386C-88ED4F2AD37A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3139022" y="2843305"/>
                  <a:ext cx="11160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2AE47B39-538D-561E-CA75-350960A58D9B}"/>
                    </a:ext>
                  </a:extLst>
                </p14:cNvPr>
                <p14:cNvContentPartPr/>
                <p14:nvPr/>
              </p14:nvContentPartPr>
              <p14:xfrm>
                <a:off x="3390302" y="2600305"/>
                <a:ext cx="236160" cy="12852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2AE47B39-538D-561E-CA75-350960A58D9B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3372302" y="2582665"/>
                  <a:ext cx="27180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1416D90F-4D87-5A6C-109B-E92ADC92785C}"/>
                    </a:ext>
                  </a:extLst>
                </p14:cNvPr>
                <p14:cNvContentPartPr/>
                <p14:nvPr/>
              </p14:nvContentPartPr>
              <p14:xfrm>
                <a:off x="3530342" y="2543425"/>
                <a:ext cx="157680" cy="14868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1416D90F-4D87-5A6C-109B-E92ADC92785C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512702" y="2525425"/>
                  <a:ext cx="19332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D75B9DFA-DC59-86EE-95AF-90BFAD1F0AA4}"/>
                    </a:ext>
                  </a:extLst>
                </p14:cNvPr>
                <p14:cNvContentPartPr/>
                <p14:nvPr/>
              </p14:nvContentPartPr>
              <p14:xfrm>
                <a:off x="3782342" y="2351185"/>
                <a:ext cx="96480" cy="1846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D75B9DFA-DC59-86EE-95AF-90BFAD1F0AA4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3764702" y="2333545"/>
                  <a:ext cx="13212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1FF63EF6-1652-2A97-E893-4A7545BC5B29}"/>
                    </a:ext>
                  </a:extLst>
                </p14:cNvPr>
                <p14:cNvContentPartPr/>
                <p14:nvPr/>
              </p14:nvContentPartPr>
              <p14:xfrm>
                <a:off x="3923822" y="2340745"/>
                <a:ext cx="174240" cy="13680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1FF63EF6-1652-2A97-E893-4A7545BC5B29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906182" y="2323105"/>
                  <a:ext cx="20988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4F526C78-5F0A-8905-C1C2-6B695325A3AD}"/>
                    </a:ext>
                  </a:extLst>
                </p14:cNvPr>
                <p14:cNvContentPartPr/>
                <p14:nvPr/>
              </p14:nvContentPartPr>
              <p14:xfrm>
                <a:off x="4094462" y="2183065"/>
                <a:ext cx="47520" cy="11268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4F526C78-5F0A-8905-C1C2-6B695325A3AD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4076462" y="2165065"/>
                  <a:ext cx="8316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771E1048-2CB2-85F8-882E-23EE176D69EC}"/>
                    </a:ext>
                  </a:extLst>
                </p14:cNvPr>
                <p14:cNvContentPartPr/>
                <p14:nvPr/>
              </p14:nvContentPartPr>
              <p14:xfrm>
                <a:off x="4225502" y="2142025"/>
                <a:ext cx="120600" cy="14544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771E1048-2CB2-85F8-882E-23EE176D69EC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4207502" y="2124025"/>
                  <a:ext cx="15624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FAD5204A-000E-97F8-E34A-52CBDFAC0FE4}"/>
                    </a:ext>
                  </a:extLst>
                </p14:cNvPr>
                <p14:cNvContentPartPr/>
                <p14:nvPr/>
              </p14:nvContentPartPr>
              <p14:xfrm>
                <a:off x="4396862" y="2025385"/>
                <a:ext cx="92520" cy="12348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FAD5204A-000E-97F8-E34A-52CBDFAC0FE4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4379222" y="2007745"/>
                  <a:ext cx="12816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3809194F-80AD-3AD1-D0A1-4733D8C233D8}"/>
                    </a:ext>
                  </a:extLst>
                </p14:cNvPr>
                <p14:cNvContentPartPr/>
                <p14:nvPr/>
              </p14:nvContentPartPr>
              <p14:xfrm>
                <a:off x="4342142" y="2230225"/>
                <a:ext cx="28080" cy="7200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3809194F-80AD-3AD1-D0A1-4733D8C233D8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4324502" y="2212225"/>
                  <a:ext cx="6372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E162BED8-13E4-4D18-4349-EB08D1332A68}"/>
                    </a:ext>
                  </a:extLst>
                </p14:cNvPr>
                <p14:cNvContentPartPr/>
                <p14:nvPr/>
              </p14:nvContentPartPr>
              <p14:xfrm>
                <a:off x="3373382" y="2959225"/>
                <a:ext cx="69120" cy="9576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E162BED8-13E4-4D18-4349-EB08D1332A68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3355742" y="2941585"/>
                  <a:ext cx="10476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F81B398E-02ED-D7F8-4E43-9A9A6A51554B}"/>
                    </a:ext>
                  </a:extLst>
                </p14:cNvPr>
                <p14:cNvContentPartPr/>
                <p14:nvPr/>
              </p14:nvContentPartPr>
              <p14:xfrm>
                <a:off x="3487502" y="2919985"/>
                <a:ext cx="104760" cy="8496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F81B398E-02ED-D7F8-4E43-9A9A6A51554B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3469862" y="2901985"/>
                  <a:ext cx="14040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10C59870-9589-4A36-0082-AD0FD07E167E}"/>
                    </a:ext>
                  </a:extLst>
                </p14:cNvPr>
                <p14:cNvContentPartPr/>
                <p14:nvPr/>
              </p14:nvContentPartPr>
              <p14:xfrm>
                <a:off x="3613142" y="2818825"/>
                <a:ext cx="71640" cy="14904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10C59870-9589-4A36-0082-AD0FD07E167E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3595142" y="2801185"/>
                  <a:ext cx="10728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0A5B2EFB-C9C8-83CE-E791-8276B1F0905C}"/>
                    </a:ext>
                  </a:extLst>
                </p14:cNvPr>
                <p14:cNvContentPartPr/>
                <p14:nvPr/>
              </p14:nvContentPartPr>
              <p14:xfrm>
                <a:off x="3608102" y="2818465"/>
                <a:ext cx="92520" cy="756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0A5B2EFB-C9C8-83CE-E791-8276B1F0905C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3590102" y="2800825"/>
                  <a:ext cx="12816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14E16FCD-9FDE-C43C-F3D6-830202F16B09}"/>
                    </a:ext>
                  </a:extLst>
                </p14:cNvPr>
                <p14:cNvContentPartPr/>
                <p14:nvPr/>
              </p14:nvContentPartPr>
              <p14:xfrm>
                <a:off x="4315502" y="2229145"/>
                <a:ext cx="132480" cy="1630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14E16FCD-9FDE-C43C-F3D6-830202F16B09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4297502" y="2211145"/>
                  <a:ext cx="168120" cy="1987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0981096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2C2BCF-3950-63D4-07AA-EFFCFF403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6E977-75D4-7E13-F458-B3F1E4D9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 Amp</a:t>
            </a:r>
          </a:p>
        </p:txBody>
      </p:sp>
      <p:pic>
        <p:nvPicPr>
          <p:cNvPr id="6" name="Picture 5" descr="A picture containing text, antenna&#10;&#10;Description automatically generated">
            <a:extLst>
              <a:ext uri="{FF2B5EF4-FFF2-40B4-BE49-F238E27FC236}">
                <a16:creationId xmlns:a16="http://schemas.microsoft.com/office/drawing/2014/main" id="{37B0C387-4274-3B4F-8180-0013ADA6BF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1881" y="1280472"/>
            <a:ext cx="3773036" cy="257524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C28DC81-D26D-13ED-A0DD-F4AA1606CA6D}"/>
              </a:ext>
            </a:extLst>
          </p:cNvPr>
          <p:cNvSpPr txBox="1"/>
          <p:nvPr/>
        </p:nvSpPr>
        <p:spPr>
          <a:xfrm>
            <a:off x="5044440" y="1788636"/>
            <a:ext cx="618744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dirty="0">
                <a:latin typeface="PT Sans" panose="020B0503020203020204" pitchFamily="34" charset="0"/>
              </a:rPr>
              <a:t>T</a:t>
            </a:r>
            <a:r>
              <a:rPr lang="en-US" sz="1800" b="0" i="0" u="none" strike="noStrike" baseline="0" dirty="0">
                <a:latin typeface="PT Sans" panose="020B0503020203020204" pitchFamily="34" charset="0"/>
              </a:rPr>
              <a:t>here are three Golden Rules for op-amp circuit design and analysis:</a:t>
            </a:r>
          </a:p>
          <a:p>
            <a:pPr algn="l"/>
            <a:r>
              <a:rPr lang="en-US" sz="1800" b="0" i="0" u="none" strike="noStrike" baseline="0" dirty="0">
                <a:latin typeface="PT Sans" panose="020B0503020203020204" pitchFamily="34" charset="0"/>
              </a:rPr>
              <a:t>(1) no current flows into the inputs, V</a:t>
            </a:r>
            <a:r>
              <a:rPr lang="en-US" sz="800" b="0" i="0" u="none" strike="noStrike" baseline="0" dirty="0">
                <a:latin typeface="PT Sans" panose="020B0503020203020204" pitchFamily="34" charset="0"/>
              </a:rPr>
              <a:t>+ </a:t>
            </a:r>
            <a:r>
              <a:rPr lang="en-US" sz="1800" b="0" i="0" u="none" strike="noStrike" baseline="0" dirty="0">
                <a:latin typeface="PT Sans" panose="020B0503020203020204" pitchFamily="34" charset="0"/>
              </a:rPr>
              <a:t>and V-;</a:t>
            </a:r>
          </a:p>
          <a:p>
            <a:pPr algn="l"/>
            <a:r>
              <a:rPr lang="en-US" sz="1800" b="0" i="0" u="none" strike="noStrike" baseline="0" dirty="0">
                <a:latin typeface="PT Sans" panose="020B0503020203020204" pitchFamily="34" charset="0"/>
              </a:rPr>
              <a:t>(2) the input voltages are always equal, that is V+ = V-;</a:t>
            </a:r>
          </a:p>
          <a:p>
            <a:pPr algn="l"/>
            <a:r>
              <a:rPr lang="en-US" sz="1800" b="0" i="0" u="none" strike="noStrike" baseline="0" dirty="0">
                <a:latin typeface="PT Sans" panose="020B0503020203020204" pitchFamily="34" charset="0"/>
              </a:rPr>
              <a:t>(3) the op-amp output can drive any current that is required.</a:t>
            </a:r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5" name="Picture 4" descr="A diagram of a circuit&#10;&#10;Description automatically generated">
            <a:extLst>
              <a:ext uri="{FF2B5EF4-FFF2-40B4-BE49-F238E27FC236}">
                <a16:creationId xmlns:a16="http://schemas.microsoft.com/office/drawing/2014/main" id="{DFF9C5CC-FC85-1F27-14F6-1927EBB80C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3262" y="4343199"/>
            <a:ext cx="4010025" cy="1828800"/>
          </a:xfrm>
          <a:prstGeom prst="rect">
            <a:avLst/>
          </a:prstGeom>
        </p:spPr>
      </p:pic>
      <p:grpSp>
        <p:nvGrpSpPr>
          <p:cNvPr id="82" name="Group 81">
            <a:extLst>
              <a:ext uri="{FF2B5EF4-FFF2-40B4-BE49-F238E27FC236}">
                <a16:creationId xmlns:a16="http://schemas.microsoft.com/office/drawing/2014/main" id="{DC30CE21-D5AA-2995-1C10-BEBCD0082E59}"/>
              </a:ext>
            </a:extLst>
          </p:cNvPr>
          <p:cNvGrpSpPr/>
          <p:nvPr/>
        </p:nvGrpSpPr>
        <p:grpSpPr>
          <a:xfrm>
            <a:off x="4620422" y="2446225"/>
            <a:ext cx="513360" cy="201960"/>
            <a:chOff x="4620422" y="2446225"/>
            <a:chExt cx="513360" cy="201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A778612C-E077-D08C-DA43-7E24C03B9F15}"/>
                    </a:ext>
                  </a:extLst>
                </p14:cNvPr>
                <p14:cNvContentPartPr/>
                <p14:nvPr/>
              </p14:nvContentPartPr>
              <p14:xfrm>
                <a:off x="4620422" y="2512825"/>
                <a:ext cx="442800" cy="4788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A778612C-E077-D08C-DA43-7E24C03B9F15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4602422" y="2494825"/>
                  <a:ext cx="47844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99F24771-1C8D-3CA6-A709-451453C67780}"/>
                    </a:ext>
                  </a:extLst>
                </p14:cNvPr>
                <p14:cNvContentPartPr/>
                <p14:nvPr/>
              </p14:nvContentPartPr>
              <p14:xfrm>
                <a:off x="4963502" y="2446225"/>
                <a:ext cx="170280" cy="20196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99F24771-1C8D-3CA6-A709-451453C6778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945540" y="2428225"/>
                  <a:ext cx="205845" cy="237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4D130C9D-4469-146F-165A-612BE101BE05}"/>
              </a:ext>
            </a:extLst>
          </p:cNvPr>
          <p:cNvGrpSpPr/>
          <p:nvPr/>
        </p:nvGrpSpPr>
        <p:grpSpPr>
          <a:xfrm>
            <a:off x="1218782" y="2502745"/>
            <a:ext cx="780120" cy="361440"/>
            <a:chOff x="1218782" y="2502745"/>
            <a:chExt cx="780120" cy="361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8270FE77-4AC6-2675-E488-06AF437F9A06}"/>
                    </a:ext>
                  </a:extLst>
                </p14:cNvPr>
                <p14:cNvContentPartPr/>
                <p14:nvPr/>
              </p14:nvContentPartPr>
              <p14:xfrm>
                <a:off x="1218782" y="2615785"/>
                <a:ext cx="621000" cy="4752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8270FE77-4AC6-2675-E488-06AF437F9A06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200782" y="2597785"/>
                  <a:ext cx="65664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396C75FB-3D2C-A241-D103-1876F7A91198}"/>
                    </a:ext>
                  </a:extLst>
                </p14:cNvPr>
                <p14:cNvContentPartPr/>
                <p14:nvPr/>
              </p14:nvContentPartPr>
              <p14:xfrm>
                <a:off x="1710182" y="2527225"/>
                <a:ext cx="162360" cy="22572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396C75FB-3D2C-A241-D103-1876F7A91198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692182" y="2509196"/>
                  <a:ext cx="198000" cy="26141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55837A78-F45A-4AF9-1D14-083C0C2EC57A}"/>
                    </a:ext>
                  </a:extLst>
                </p14:cNvPr>
                <p14:cNvContentPartPr/>
                <p14:nvPr/>
              </p14:nvContentPartPr>
              <p14:xfrm>
                <a:off x="1877942" y="2537665"/>
                <a:ext cx="101520" cy="15732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55837A78-F45A-4AF9-1D14-083C0C2EC57A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859878" y="2519665"/>
                  <a:ext cx="137287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ECB62AC5-B33B-040C-27A4-10F3E92D3796}"/>
                    </a:ext>
                  </a:extLst>
                </p14:cNvPr>
                <p14:cNvContentPartPr/>
                <p14:nvPr/>
              </p14:nvContentPartPr>
              <p14:xfrm>
                <a:off x="1801262" y="2502745"/>
                <a:ext cx="197640" cy="36144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ECB62AC5-B33B-040C-27A4-10F3E92D3796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783262" y="2484745"/>
                  <a:ext cx="233280" cy="397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6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94520368-BA14-6647-4B80-63161365DB95}"/>
                  </a:ext>
                </a:extLst>
              </p14:cNvPr>
              <p14:cNvContentPartPr/>
              <p14:nvPr/>
            </p14:nvContentPartPr>
            <p14:xfrm>
              <a:off x="1127342" y="1922425"/>
              <a:ext cx="707760" cy="56160"/>
            </p14:xfrm>
          </p:contentPart>
        </mc:Choice>
        <mc:Fallback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94520368-BA14-6647-4B80-63161365DB95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1109342" y="1904425"/>
                <a:ext cx="743400" cy="9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D8F644FA-CF10-706F-941E-D0697098D518}"/>
                  </a:ext>
                </a:extLst>
              </p14:cNvPr>
              <p14:cNvContentPartPr/>
              <p14:nvPr/>
            </p14:nvContentPartPr>
            <p14:xfrm>
              <a:off x="1650062" y="1828465"/>
              <a:ext cx="172800" cy="224280"/>
            </p14:xfrm>
          </p:contentPart>
        </mc:Choice>
        <mc:Fallback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D8F644FA-CF10-706F-941E-D0697098D518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1632062" y="1810465"/>
                <a:ext cx="208440" cy="259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5FD2BBFD-3F36-9735-4D5F-DABEF3828E93}"/>
                  </a:ext>
                </a:extLst>
              </p14:cNvPr>
              <p14:cNvContentPartPr/>
              <p14:nvPr/>
            </p14:nvContentPartPr>
            <p14:xfrm>
              <a:off x="1768862" y="1797505"/>
              <a:ext cx="145800" cy="222480"/>
            </p14:xfrm>
          </p:contentPart>
        </mc:Choice>
        <mc:Fallback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5FD2BBFD-3F36-9735-4D5F-DABEF3828E93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1750862" y="1779505"/>
                <a:ext cx="181440" cy="258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5F97B4AA-31F0-3B9D-3939-9A859DDF6693}"/>
                  </a:ext>
                </a:extLst>
              </p14:cNvPr>
              <p14:cNvContentPartPr/>
              <p14:nvPr/>
            </p14:nvContentPartPr>
            <p14:xfrm>
              <a:off x="1778942" y="1817665"/>
              <a:ext cx="186120" cy="308880"/>
            </p14:xfrm>
          </p:contentPart>
        </mc:Choice>
        <mc:Fallback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5F97B4AA-31F0-3B9D-3939-9A859DDF6693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760942" y="1799665"/>
                <a:ext cx="221760" cy="344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CC0B71C7-8DF7-FD38-44C0-6C4BC2F475D3}"/>
                  </a:ext>
                </a:extLst>
              </p14:cNvPr>
              <p14:cNvContentPartPr/>
              <p14:nvPr/>
            </p14:nvContentPartPr>
            <p14:xfrm>
              <a:off x="5397662" y="2918905"/>
              <a:ext cx="500760" cy="62280"/>
            </p14:xfrm>
          </p:contentPart>
        </mc:Choice>
        <mc:Fallback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CC0B71C7-8DF7-FD38-44C0-6C4BC2F475D3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5379662" y="2900905"/>
                <a:ext cx="536400" cy="979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3" name="Group 112">
            <a:extLst>
              <a:ext uri="{FF2B5EF4-FFF2-40B4-BE49-F238E27FC236}">
                <a16:creationId xmlns:a16="http://schemas.microsoft.com/office/drawing/2014/main" id="{D9E0E2E9-72D7-A4F2-C906-9FDB50097276}"/>
              </a:ext>
            </a:extLst>
          </p:cNvPr>
          <p:cNvGrpSpPr/>
          <p:nvPr/>
        </p:nvGrpSpPr>
        <p:grpSpPr>
          <a:xfrm>
            <a:off x="4703942" y="2796145"/>
            <a:ext cx="395640" cy="482040"/>
            <a:chOff x="4703942" y="2796145"/>
            <a:chExt cx="395640" cy="482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E53D7421-0554-7AA2-D3C9-28FA40E239D5}"/>
                    </a:ext>
                  </a:extLst>
                </p14:cNvPr>
                <p14:cNvContentPartPr/>
                <p14:nvPr/>
              </p14:nvContentPartPr>
              <p14:xfrm>
                <a:off x="4703942" y="2858065"/>
                <a:ext cx="349200" cy="6084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E53D7421-0554-7AA2-D3C9-28FA40E239D5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685942" y="2839958"/>
                  <a:ext cx="384840" cy="9669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80F4FD63-DE1D-0C41-C059-CBDFE90C5703}"/>
                    </a:ext>
                  </a:extLst>
                </p14:cNvPr>
                <p14:cNvContentPartPr/>
                <p14:nvPr/>
              </p14:nvContentPartPr>
              <p14:xfrm>
                <a:off x="5001302" y="2796145"/>
                <a:ext cx="65520" cy="19152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80F4FD63-DE1D-0C41-C059-CBDFE90C5703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983203" y="2778111"/>
                  <a:ext cx="101357" cy="22722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3BB516AE-E88E-1D87-7202-42CCCBE63D84}"/>
                    </a:ext>
                  </a:extLst>
                </p14:cNvPr>
                <p14:cNvContentPartPr/>
                <p14:nvPr/>
              </p14:nvContentPartPr>
              <p14:xfrm>
                <a:off x="4731302" y="3134905"/>
                <a:ext cx="368280" cy="2916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3BB516AE-E88E-1D87-7202-42CCCBE63D84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713302" y="3117125"/>
                  <a:ext cx="403920" cy="6436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DE1ADAD2-BA52-33F6-28C2-2AD96DE01E0F}"/>
                    </a:ext>
                  </a:extLst>
                </p14:cNvPr>
                <p14:cNvContentPartPr/>
                <p14:nvPr/>
              </p14:nvContentPartPr>
              <p14:xfrm>
                <a:off x="5010302" y="3044905"/>
                <a:ext cx="83880" cy="23328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DE1ADAD2-BA52-33F6-28C2-2AD96DE01E0F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992302" y="3026905"/>
                  <a:ext cx="119520" cy="268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3" name="Group 162">
            <a:extLst>
              <a:ext uri="{FF2B5EF4-FFF2-40B4-BE49-F238E27FC236}">
                <a16:creationId xmlns:a16="http://schemas.microsoft.com/office/drawing/2014/main" id="{6CE5D254-5839-AD32-DB7B-05E5986B2C3D}"/>
              </a:ext>
            </a:extLst>
          </p:cNvPr>
          <p:cNvGrpSpPr/>
          <p:nvPr/>
        </p:nvGrpSpPr>
        <p:grpSpPr>
          <a:xfrm>
            <a:off x="3847560" y="46248"/>
            <a:ext cx="5077440" cy="1546920"/>
            <a:chOff x="3847560" y="46248"/>
            <a:chExt cx="5077440" cy="1546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0E786400-F1F0-285D-0120-BB21AE694963}"/>
                    </a:ext>
                  </a:extLst>
                </p14:cNvPr>
                <p14:cNvContentPartPr/>
                <p14:nvPr/>
              </p14:nvContentPartPr>
              <p14:xfrm>
                <a:off x="5742600" y="278448"/>
                <a:ext cx="136800" cy="12747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0E786400-F1F0-285D-0120-BB21AE694963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724960" y="260448"/>
                  <a:ext cx="172440" cy="131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14B36E4A-6950-A7EE-896E-8FEE8ED4810E}"/>
                    </a:ext>
                  </a:extLst>
                </p14:cNvPr>
                <p14:cNvContentPartPr/>
                <p14:nvPr/>
              </p14:nvContentPartPr>
              <p14:xfrm>
                <a:off x="5659800" y="295728"/>
                <a:ext cx="1383840" cy="125172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14B36E4A-6950-A7EE-896E-8FEE8ED4810E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641800" y="278088"/>
                  <a:ext cx="1419480" cy="128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10237DD8-89EF-3703-9E6F-8C58EA0B5C12}"/>
                    </a:ext>
                  </a:extLst>
                </p14:cNvPr>
                <p14:cNvContentPartPr/>
                <p14:nvPr/>
              </p14:nvContentPartPr>
              <p14:xfrm>
                <a:off x="5918280" y="694248"/>
                <a:ext cx="7920" cy="612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10237DD8-89EF-3703-9E6F-8C58EA0B5C12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900280" y="676608"/>
                  <a:ext cx="4356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1DF10AA2-17EF-3C10-97FB-C3D20E810969}"/>
                    </a:ext>
                  </a:extLst>
                </p14:cNvPr>
                <p14:cNvContentPartPr/>
                <p14:nvPr/>
              </p14:nvContentPartPr>
              <p14:xfrm>
                <a:off x="5834760" y="678768"/>
                <a:ext cx="182160" cy="2196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1DF10AA2-17EF-3C10-97FB-C3D20E810969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816760" y="661128"/>
                  <a:ext cx="21780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440FCCF1-9BB9-A451-62AC-F8FD410875C3}"/>
                    </a:ext>
                  </a:extLst>
                </p14:cNvPr>
                <p14:cNvContentPartPr/>
                <p14:nvPr/>
              </p14:nvContentPartPr>
              <p14:xfrm>
                <a:off x="5935200" y="1081608"/>
                <a:ext cx="254520" cy="4752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440FCCF1-9BB9-A451-62AC-F8FD410875C3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917560" y="1063608"/>
                  <a:ext cx="29016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89D9400D-DAB0-636F-517D-AB808D582AC2}"/>
                    </a:ext>
                  </a:extLst>
                </p14:cNvPr>
                <p14:cNvContentPartPr/>
                <p14:nvPr/>
              </p14:nvContentPartPr>
              <p14:xfrm>
                <a:off x="6022680" y="1011408"/>
                <a:ext cx="39960" cy="18216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89D9400D-DAB0-636F-517D-AB808D582AC2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6004680" y="993408"/>
                  <a:ext cx="7560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9FAB016E-4EA9-485B-C7B2-0FFAE914FF5A}"/>
                    </a:ext>
                  </a:extLst>
                </p14:cNvPr>
                <p14:cNvContentPartPr/>
                <p14:nvPr/>
              </p14:nvContentPartPr>
              <p14:xfrm>
                <a:off x="5039520" y="693888"/>
                <a:ext cx="695520" cy="8352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9FAB016E-4EA9-485B-C7B2-0FFAE914FF5A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021520" y="675888"/>
                  <a:ext cx="73116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1BE1FDE1-35E0-BECA-4ED9-716ADBDAA14F}"/>
                    </a:ext>
                  </a:extLst>
                </p14:cNvPr>
                <p14:cNvContentPartPr/>
                <p14:nvPr/>
              </p14:nvContentPartPr>
              <p14:xfrm>
                <a:off x="4995240" y="702168"/>
                <a:ext cx="177480" cy="15228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1BE1FDE1-35E0-BECA-4ED9-716ADBDAA14F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977600" y="684168"/>
                  <a:ext cx="21312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5D006D9A-FABE-3D76-EC28-DD3804612F55}"/>
                    </a:ext>
                  </a:extLst>
                </p14:cNvPr>
                <p14:cNvContentPartPr/>
                <p14:nvPr/>
              </p14:nvContentPartPr>
              <p14:xfrm>
                <a:off x="5148600" y="1206888"/>
                <a:ext cx="680760" cy="5220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5D006D9A-FABE-3D76-EC28-DD3804612F55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130960" y="1188888"/>
                  <a:ext cx="71640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1CCD5C8F-AF51-4AC4-4826-A9171CDD644E}"/>
                    </a:ext>
                  </a:extLst>
                </p14:cNvPr>
                <p14:cNvContentPartPr/>
                <p14:nvPr/>
              </p14:nvContentPartPr>
              <p14:xfrm>
                <a:off x="5081640" y="1212648"/>
                <a:ext cx="172440" cy="16488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1CCD5C8F-AF51-4AC4-4826-A9171CDD644E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064000" y="1194648"/>
                  <a:ext cx="20808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339D70C9-BEAC-0EC9-A1E8-93495B5576B8}"/>
                    </a:ext>
                  </a:extLst>
                </p14:cNvPr>
                <p14:cNvContentPartPr/>
                <p14:nvPr/>
              </p14:nvContentPartPr>
              <p14:xfrm>
                <a:off x="4088760" y="539448"/>
                <a:ext cx="53640" cy="28296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339D70C9-BEAC-0EC9-A1E8-93495B5576B8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071120" y="521808"/>
                  <a:ext cx="89280" cy="31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43DF57B7-E9FB-A7F0-12F4-3A6245B4A260}"/>
                    </a:ext>
                  </a:extLst>
                </p14:cNvPr>
                <p14:cNvContentPartPr/>
                <p14:nvPr/>
              </p14:nvContentPartPr>
              <p14:xfrm>
                <a:off x="4143480" y="539448"/>
                <a:ext cx="136080" cy="14076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43DF57B7-E9FB-A7F0-12F4-3A6245B4A260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4125840" y="521808"/>
                  <a:ext cx="17172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532A8F1F-A3C8-BD91-0B92-E3157E04E4A6}"/>
                    </a:ext>
                  </a:extLst>
                </p14:cNvPr>
                <p14:cNvContentPartPr/>
                <p14:nvPr/>
              </p14:nvContentPartPr>
              <p14:xfrm>
                <a:off x="3887520" y="598128"/>
                <a:ext cx="71280" cy="18540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532A8F1F-A3C8-BD91-0B92-E3157E04E4A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3869520" y="580488"/>
                  <a:ext cx="10692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73F89096-B52C-D8FB-AB2A-51511BBF72D3}"/>
                    </a:ext>
                  </a:extLst>
                </p14:cNvPr>
                <p14:cNvContentPartPr/>
                <p14:nvPr/>
              </p14:nvContentPartPr>
              <p14:xfrm>
                <a:off x="3847560" y="584088"/>
                <a:ext cx="90360" cy="4716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73F89096-B52C-D8FB-AB2A-51511BBF72D3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3829920" y="566448"/>
                  <a:ext cx="12600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AB989E07-6240-7243-2156-F0CEBBD61574}"/>
                    </a:ext>
                  </a:extLst>
                </p14:cNvPr>
                <p14:cNvContentPartPr/>
                <p14:nvPr/>
              </p14:nvContentPartPr>
              <p14:xfrm>
                <a:off x="3911280" y="773448"/>
                <a:ext cx="77040" cy="6048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AB989E07-6240-7243-2156-F0CEBBD6157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3893280" y="755448"/>
                  <a:ext cx="11268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2BDA5802-1D67-B5CE-2473-ACEB1E416818}"/>
                    </a:ext>
                  </a:extLst>
                </p14:cNvPr>
                <p14:cNvContentPartPr/>
                <p14:nvPr/>
              </p14:nvContentPartPr>
              <p14:xfrm>
                <a:off x="4401960" y="381768"/>
                <a:ext cx="163440" cy="35136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2BDA5802-1D67-B5CE-2473-ACEB1E416818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4383960" y="363768"/>
                  <a:ext cx="199080" cy="38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1A8384CA-B605-FC7D-D74B-76AFDE95FADA}"/>
                    </a:ext>
                  </a:extLst>
                </p14:cNvPr>
                <p14:cNvContentPartPr/>
                <p14:nvPr/>
              </p14:nvContentPartPr>
              <p14:xfrm>
                <a:off x="4580160" y="524688"/>
                <a:ext cx="108360" cy="828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1A8384CA-B605-FC7D-D74B-76AFDE95FADA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4562520" y="507048"/>
                  <a:ext cx="14400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EF70C6CB-4CF4-B4CA-D718-021A8748F484}"/>
                    </a:ext>
                  </a:extLst>
                </p14:cNvPr>
                <p14:cNvContentPartPr/>
                <p14:nvPr/>
              </p14:nvContentPartPr>
              <p14:xfrm>
                <a:off x="4770240" y="421368"/>
                <a:ext cx="55440" cy="24660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EF70C6CB-4CF4-B4CA-D718-021A8748F484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4752240" y="403728"/>
                  <a:ext cx="9108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D398BA88-8D8B-6790-31BA-A3D28579B5EA}"/>
                    </a:ext>
                  </a:extLst>
                </p14:cNvPr>
                <p14:cNvContentPartPr/>
                <p14:nvPr/>
              </p14:nvContentPartPr>
              <p14:xfrm>
                <a:off x="4160760" y="1394448"/>
                <a:ext cx="54000" cy="19872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D398BA88-8D8B-6790-31BA-A3D28579B5EA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4143120" y="1376448"/>
                  <a:ext cx="8964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4BAC19D4-5731-1379-033F-8EA931E415E7}"/>
                    </a:ext>
                  </a:extLst>
                </p14:cNvPr>
                <p14:cNvContentPartPr/>
                <p14:nvPr/>
              </p14:nvContentPartPr>
              <p14:xfrm>
                <a:off x="4351200" y="1363128"/>
                <a:ext cx="11520" cy="16992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4BAC19D4-5731-1379-033F-8EA931E415E7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4333560" y="1345128"/>
                  <a:ext cx="4716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9671C3D0-DE47-1A69-C1E4-EF6BF06C07A8}"/>
                    </a:ext>
                  </a:extLst>
                </p14:cNvPr>
                <p14:cNvContentPartPr/>
                <p14:nvPr/>
              </p14:nvContentPartPr>
              <p14:xfrm>
                <a:off x="4351920" y="1311288"/>
                <a:ext cx="142200" cy="14904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9671C3D0-DE47-1A69-C1E4-EF6BF06C07A8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4333920" y="1293648"/>
                  <a:ext cx="17784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E73D8761-B8E1-CCCD-CD73-51B2637453AC}"/>
                    </a:ext>
                  </a:extLst>
                </p14:cNvPr>
                <p14:cNvContentPartPr/>
                <p14:nvPr/>
              </p14:nvContentPartPr>
              <p14:xfrm>
                <a:off x="4543440" y="1216248"/>
                <a:ext cx="173880" cy="27252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E73D8761-B8E1-CCCD-CD73-51B2637453AC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4525440" y="1198248"/>
                  <a:ext cx="209520" cy="30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6CB45F79-3A9D-15DD-F229-1635A4D3412D}"/>
                    </a:ext>
                  </a:extLst>
                </p14:cNvPr>
                <p14:cNvContentPartPr/>
                <p14:nvPr/>
              </p14:nvContentPartPr>
              <p14:xfrm>
                <a:off x="4703640" y="1328208"/>
                <a:ext cx="118800" cy="3204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6CB45F79-3A9D-15DD-F229-1635A4D3412D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4685640" y="1310568"/>
                  <a:ext cx="15444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7D72DCE6-F79C-0785-A98C-306AEF9C20AE}"/>
                    </a:ext>
                  </a:extLst>
                </p14:cNvPr>
                <p14:cNvContentPartPr/>
                <p14:nvPr/>
              </p14:nvContentPartPr>
              <p14:xfrm>
                <a:off x="4751880" y="1246128"/>
                <a:ext cx="37080" cy="20268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7D72DCE6-F79C-0785-A98C-306AEF9C20AE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4733880" y="1228128"/>
                  <a:ext cx="72720" cy="23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605A7CAB-6076-9942-D2A2-3F8F406D37DA}"/>
                    </a:ext>
                  </a:extLst>
                </p14:cNvPr>
                <p14:cNvContentPartPr/>
                <p14:nvPr/>
              </p14:nvContentPartPr>
              <p14:xfrm>
                <a:off x="4855200" y="1221648"/>
                <a:ext cx="56880" cy="24732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605A7CAB-6076-9942-D2A2-3F8F406D37DA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4837560" y="1204008"/>
                  <a:ext cx="92520" cy="28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60F9B108-2642-8FB0-E97A-6C89C7D2695F}"/>
                    </a:ext>
                  </a:extLst>
                </p14:cNvPr>
                <p14:cNvContentPartPr/>
                <p14:nvPr/>
              </p14:nvContentPartPr>
              <p14:xfrm>
                <a:off x="7031400" y="756528"/>
                <a:ext cx="1084680" cy="9288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60F9B108-2642-8FB0-E97A-6C89C7D2695F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7013760" y="738528"/>
                  <a:ext cx="112032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75FAC3C5-56BF-C3F2-08B0-2B0B60466884}"/>
                    </a:ext>
                  </a:extLst>
                </p14:cNvPr>
                <p14:cNvContentPartPr/>
                <p14:nvPr/>
              </p14:nvContentPartPr>
              <p14:xfrm>
                <a:off x="8060640" y="726648"/>
                <a:ext cx="135720" cy="12960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75FAC3C5-56BF-C3F2-08B0-2B0B60466884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042640" y="708648"/>
                  <a:ext cx="17136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A49FC9AB-C293-BE2E-FFBD-3829091BF201}"/>
                    </a:ext>
                  </a:extLst>
                </p14:cNvPr>
                <p14:cNvContentPartPr/>
                <p14:nvPr/>
              </p14:nvContentPartPr>
              <p14:xfrm>
                <a:off x="8359440" y="676968"/>
                <a:ext cx="143640" cy="24840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A49FC9AB-C293-BE2E-FFBD-3829091BF201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341800" y="659328"/>
                  <a:ext cx="179280" cy="28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9B2E9AAB-8519-78AA-4F30-405B9A064525}"/>
                    </a:ext>
                  </a:extLst>
                </p14:cNvPr>
                <p14:cNvContentPartPr/>
                <p14:nvPr/>
              </p14:nvContentPartPr>
              <p14:xfrm>
                <a:off x="8594160" y="764088"/>
                <a:ext cx="167040" cy="10008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9B2E9AAB-8519-78AA-4F30-405B9A064525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576520" y="746448"/>
                  <a:ext cx="20268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3C5B77AF-5549-56BF-7755-1CEC2D7DF5D0}"/>
                    </a:ext>
                  </a:extLst>
                </p14:cNvPr>
                <p14:cNvContentPartPr/>
                <p14:nvPr/>
              </p14:nvContentPartPr>
              <p14:xfrm>
                <a:off x="8840040" y="594888"/>
                <a:ext cx="84960" cy="29880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3C5B77AF-5549-56BF-7755-1CEC2D7DF5D0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8822040" y="576888"/>
                  <a:ext cx="120600" cy="33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A076109F-17BD-6F65-C413-98F20729845D}"/>
                    </a:ext>
                  </a:extLst>
                </p14:cNvPr>
                <p14:cNvContentPartPr/>
                <p14:nvPr/>
              </p14:nvContentPartPr>
              <p14:xfrm>
                <a:off x="8826000" y="735288"/>
                <a:ext cx="91080" cy="5472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A076109F-17BD-6F65-C413-98F20729845D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8808000" y="717648"/>
                  <a:ext cx="12672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CB2DB120-D0C8-8B37-8304-E151AA942916}"/>
                    </a:ext>
                  </a:extLst>
                </p14:cNvPr>
                <p14:cNvContentPartPr/>
                <p14:nvPr/>
              </p14:nvContentPartPr>
              <p14:xfrm>
                <a:off x="6319680" y="120408"/>
                <a:ext cx="66240" cy="44100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CB2DB120-D0C8-8B37-8304-E151AA942916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6302040" y="102768"/>
                  <a:ext cx="101880" cy="47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8F466909-FF43-B8C6-60AF-6E3386F922F5}"/>
                    </a:ext>
                  </a:extLst>
                </p14:cNvPr>
                <p14:cNvContentPartPr/>
                <p14:nvPr/>
              </p14:nvContentPartPr>
              <p14:xfrm>
                <a:off x="6171360" y="46248"/>
                <a:ext cx="318240" cy="7884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8F466909-FF43-B8C6-60AF-6E3386F922F5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6153360" y="28608"/>
                  <a:ext cx="35388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82AAD5B1-6FDB-F0D6-C2E3-5F8703465F0E}"/>
                    </a:ext>
                  </a:extLst>
                </p14:cNvPr>
                <p14:cNvContentPartPr/>
                <p14:nvPr/>
              </p14:nvContentPartPr>
              <p14:xfrm>
                <a:off x="6549720" y="160728"/>
                <a:ext cx="167760" cy="17640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82AAD5B1-6FDB-F0D6-C2E3-5F8703465F0E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6532080" y="142728"/>
                  <a:ext cx="203400" cy="21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78FF7310-015C-9E51-A4FC-94952A381A66}"/>
                    </a:ext>
                  </a:extLst>
                </p14:cNvPr>
                <p14:cNvContentPartPr/>
                <p14:nvPr/>
              </p14:nvContentPartPr>
              <p14:xfrm>
                <a:off x="6831240" y="173328"/>
                <a:ext cx="123480" cy="21528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78FF7310-015C-9E51-A4FC-94952A381A66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6813240" y="155328"/>
                  <a:ext cx="15912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8944C504-12EC-2939-8911-85A4928CA360}"/>
                    </a:ext>
                  </a:extLst>
                </p14:cNvPr>
                <p14:cNvContentPartPr/>
                <p14:nvPr/>
              </p14:nvContentPartPr>
              <p14:xfrm>
                <a:off x="7007280" y="101328"/>
                <a:ext cx="164880" cy="28548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8944C504-12EC-2939-8911-85A4928CA360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6989640" y="83688"/>
                  <a:ext cx="200520" cy="321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9" name="Group 168">
            <a:extLst>
              <a:ext uri="{FF2B5EF4-FFF2-40B4-BE49-F238E27FC236}">
                <a16:creationId xmlns:a16="http://schemas.microsoft.com/office/drawing/2014/main" id="{D67E9A2A-D005-60ED-4564-687AF4F8E925}"/>
              </a:ext>
            </a:extLst>
          </p:cNvPr>
          <p:cNvGrpSpPr/>
          <p:nvPr/>
        </p:nvGrpSpPr>
        <p:grpSpPr>
          <a:xfrm>
            <a:off x="6428760" y="1184928"/>
            <a:ext cx="948600" cy="592560"/>
            <a:chOff x="6428760" y="1184928"/>
            <a:chExt cx="948600" cy="592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9158210A-38E5-9A4C-33B8-843A1BD0AAFF}"/>
                    </a:ext>
                  </a:extLst>
                </p14:cNvPr>
                <p14:cNvContentPartPr/>
                <p14:nvPr/>
              </p14:nvContentPartPr>
              <p14:xfrm>
                <a:off x="6484560" y="1184928"/>
                <a:ext cx="131040" cy="47808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9158210A-38E5-9A4C-33B8-843A1BD0AAFF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6466920" y="1167288"/>
                  <a:ext cx="166680" cy="51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D9EB01CD-E398-98D9-DDAC-0E92E8430E81}"/>
                    </a:ext>
                  </a:extLst>
                </p14:cNvPr>
                <p14:cNvContentPartPr/>
                <p14:nvPr/>
              </p14:nvContentPartPr>
              <p14:xfrm>
                <a:off x="6428760" y="1651848"/>
                <a:ext cx="329400" cy="8028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D9EB01CD-E398-98D9-DDAC-0E92E8430E81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6411120" y="1633848"/>
                  <a:ext cx="36504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A1478960-A2ED-FB92-EE2D-7ED561A5099F}"/>
                    </a:ext>
                  </a:extLst>
                </p14:cNvPr>
                <p14:cNvContentPartPr/>
                <p14:nvPr/>
              </p14:nvContentPartPr>
              <p14:xfrm>
                <a:off x="6828720" y="1464288"/>
                <a:ext cx="145800" cy="25200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A1478960-A2ED-FB92-EE2D-7ED561A5099F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6810720" y="1446288"/>
                  <a:ext cx="181440" cy="28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BF05AC50-96E8-E1E6-31E3-2A725FAF4133}"/>
                    </a:ext>
                  </a:extLst>
                </p14:cNvPr>
                <p14:cNvContentPartPr/>
                <p14:nvPr/>
              </p14:nvContentPartPr>
              <p14:xfrm>
                <a:off x="7125720" y="1603968"/>
                <a:ext cx="103320" cy="17352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BF05AC50-96E8-E1E6-31E3-2A725FAF413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7108080" y="1585968"/>
                  <a:ext cx="13896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B311C1A1-C75D-8EC1-7ECE-7026F734C2BF}"/>
                    </a:ext>
                  </a:extLst>
                </p14:cNvPr>
                <p14:cNvContentPartPr/>
                <p14:nvPr/>
              </p14:nvContentPartPr>
              <p14:xfrm>
                <a:off x="7275120" y="1603608"/>
                <a:ext cx="102240" cy="17028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B311C1A1-C75D-8EC1-7ECE-7026F734C2BF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7257480" y="1585968"/>
                  <a:ext cx="137880" cy="205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0" name="Group 179">
            <a:extLst>
              <a:ext uri="{FF2B5EF4-FFF2-40B4-BE49-F238E27FC236}">
                <a16:creationId xmlns:a16="http://schemas.microsoft.com/office/drawing/2014/main" id="{30F46246-51AA-5E15-3D1C-7CD8F4EC2F2B}"/>
              </a:ext>
            </a:extLst>
          </p:cNvPr>
          <p:cNvGrpSpPr/>
          <p:nvPr/>
        </p:nvGrpSpPr>
        <p:grpSpPr>
          <a:xfrm>
            <a:off x="7376280" y="30408"/>
            <a:ext cx="631080" cy="445320"/>
            <a:chOff x="7376280" y="30408"/>
            <a:chExt cx="631080" cy="445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CC756D6C-D099-0FC2-54A5-1FE596079349}"/>
                    </a:ext>
                  </a:extLst>
                </p14:cNvPr>
                <p14:cNvContentPartPr/>
                <p14:nvPr/>
              </p14:nvContentPartPr>
              <p14:xfrm>
                <a:off x="7554840" y="156768"/>
                <a:ext cx="99360" cy="1044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CC756D6C-D099-0FC2-54A5-1FE596079349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7536840" y="139128"/>
                  <a:ext cx="13500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B7991D2F-460A-D78E-0A18-90537E29898C}"/>
                    </a:ext>
                  </a:extLst>
                </p14:cNvPr>
                <p14:cNvContentPartPr/>
                <p14:nvPr/>
              </p14:nvContentPartPr>
              <p14:xfrm>
                <a:off x="7548000" y="165408"/>
                <a:ext cx="96120" cy="21564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B7991D2F-460A-D78E-0A18-90537E29898C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530360" y="147408"/>
                  <a:ext cx="13176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B43E0894-DEE4-7D33-6C97-C771B7FD2648}"/>
                    </a:ext>
                  </a:extLst>
                </p14:cNvPr>
                <p14:cNvContentPartPr/>
                <p14:nvPr/>
              </p14:nvContentPartPr>
              <p14:xfrm>
                <a:off x="7717560" y="171528"/>
                <a:ext cx="123120" cy="17064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B43E0894-DEE4-7D33-6C97-C771B7FD2648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7699560" y="153528"/>
                  <a:ext cx="15876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8BD8DA93-2882-F92B-8E11-49C49FE2DD9C}"/>
                    </a:ext>
                  </a:extLst>
                </p14:cNvPr>
                <p14:cNvContentPartPr/>
                <p14:nvPr/>
              </p14:nvContentPartPr>
              <p14:xfrm>
                <a:off x="7376280" y="92328"/>
                <a:ext cx="242280" cy="38340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8BD8DA93-2882-F92B-8E11-49C49FE2DD9C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7358640" y="74688"/>
                  <a:ext cx="277920" cy="41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74ACA2BC-3E2E-0866-3E64-B09F6FD36102}"/>
                    </a:ext>
                  </a:extLst>
                </p14:cNvPr>
                <p14:cNvContentPartPr/>
                <p14:nvPr/>
              </p14:nvContentPartPr>
              <p14:xfrm>
                <a:off x="7931400" y="30408"/>
                <a:ext cx="75960" cy="32580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74ACA2BC-3E2E-0866-3E64-B09F6FD36102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7913400" y="12408"/>
                  <a:ext cx="111600" cy="361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9" name="Group 178">
            <a:extLst>
              <a:ext uri="{FF2B5EF4-FFF2-40B4-BE49-F238E27FC236}">
                <a16:creationId xmlns:a16="http://schemas.microsoft.com/office/drawing/2014/main" id="{ACCEB90C-C9B9-9E5C-C251-EAFAFAF82DEC}"/>
              </a:ext>
            </a:extLst>
          </p:cNvPr>
          <p:cNvGrpSpPr/>
          <p:nvPr/>
        </p:nvGrpSpPr>
        <p:grpSpPr>
          <a:xfrm>
            <a:off x="7563120" y="1423248"/>
            <a:ext cx="563040" cy="312480"/>
            <a:chOff x="7563120" y="1423248"/>
            <a:chExt cx="563040" cy="312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6B7FBFAC-0541-8DAF-7BA1-B874D361D7A9}"/>
                    </a:ext>
                  </a:extLst>
                </p14:cNvPr>
                <p14:cNvContentPartPr/>
                <p14:nvPr/>
              </p14:nvContentPartPr>
              <p14:xfrm>
                <a:off x="7563120" y="1431888"/>
                <a:ext cx="127080" cy="30384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6B7FBFAC-0541-8DAF-7BA1-B874D361D7A9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7545480" y="1413888"/>
                  <a:ext cx="162720" cy="33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1A4461C5-7967-8ED7-CA3B-229FC3601FA8}"/>
                    </a:ext>
                  </a:extLst>
                </p14:cNvPr>
                <p14:cNvContentPartPr/>
                <p14:nvPr/>
              </p14:nvContentPartPr>
              <p14:xfrm>
                <a:off x="7771200" y="1509648"/>
                <a:ext cx="151560" cy="18072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1A4461C5-7967-8ED7-CA3B-229FC3601FA8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7753200" y="1492008"/>
                  <a:ext cx="18720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87300A8C-8696-57B6-5B64-C76CABF6981A}"/>
                    </a:ext>
                  </a:extLst>
                </p14:cNvPr>
                <p14:cNvContentPartPr/>
                <p14:nvPr/>
              </p14:nvContentPartPr>
              <p14:xfrm>
                <a:off x="7994400" y="1423248"/>
                <a:ext cx="131760" cy="26568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87300A8C-8696-57B6-5B64-C76CABF6981A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7976400" y="1405248"/>
                  <a:ext cx="167400" cy="301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32">
            <p14:nvContentPartPr>
              <p14:cNvPr id="181" name="Ink 180">
                <a:extLst>
                  <a:ext uri="{FF2B5EF4-FFF2-40B4-BE49-F238E27FC236}">
                    <a16:creationId xmlns:a16="http://schemas.microsoft.com/office/drawing/2014/main" id="{C284CD1A-7A0B-BE9B-6C1C-AE5253268F23}"/>
                  </a:ext>
                </a:extLst>
              </p14:cNvPr>
              <p14:cNvContentPartPr/>
              <p14:nvPr/>
            </p14:nvContentPartPr>
            <p14:xfrm>
              <a:off x="8228760" y="158208"/>
              <a:ext cx="18720" cy="9360"/>
            </p14:xfrm>
          </p:contentPart>
        </mc:Choice>
        <mc:Fallback>
          <p:pic>
            <p:nvPicPr>
              <p:cNvPr id="181" name="Ink 180">
                <a:extLst>
                  <a:ext uri="{FF2B5EF4-FFF2-40B4-BE49-F238E27FC236}">
                    <a16:creationId xmlns:a16="http://schemas.microsoft.com/office/drawing/2014/main" id="{C284CD1A-7A0B-BE9B-6C1C-AE5253268F23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8210760" y="140568"/>
                <a:ext cx="54360" cy="45000"/>
              </a:xfrm>
              <a:prstGeom prst="rect">
                <a:avLst/>
              </a:prstGeom>
            </p:spPr>
          </p:pic>
        </mc:Fallback>
      </mc:AlternateContent>
      <p:grpSp>
        <p:nvGrpSpPr>
          <p:cNvPr id="190" name="Group 189">
            <a:extLst>
              <a:ext uri="{FF2B5EF4-FFF2-40B4-BE49-F238E27FC236}">
                <a16:creationId xmlns:a16="http://schemas.microsoft.com/office/drawing/2014/main" id="{F8A1F164-62E4-5B31-B1B6-0E25800098CD}"/>
              </a:ext>
            </a:extLst>
          </p:cNvPr>
          <p:cNvGrpSpPr/>
          <p:nvPr/>
        </p:nvGrpSpPr>
        <p:grpSpPr>
          <a:xfrm>
            <a:off x="8208600" y="107088"/>
            <a:ext cx="389160" cy="271800"/>
            <a:chOff x="8208600" y="107088"/>
            <a:chExt cx="389160" cy="271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8AD36AEF-7171-3927-387C-F9F98017493D}"/>
                    </a:ext>
                  </a:extLst>
                </p14:cNvPr>
                <p14:cNvContentPartPr/>
                <p14:nvPr/>
              </p14:nvContentPartPr>
              <p14:xfrm>
                <a:off x="8208600" y="120768"/>
                <a:ext cx="192240" cy="5112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8AD36AEF-7171-3927-387C-F9F98017493D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8190960" y="102768"/>
                  <a:ext cx="22788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14BCAD7D-E792-9C24-5DBE-E33D239152F1}"/>
                    </a:ext>
                  </a:extLst>
                </p14:cNvPr>
                <p14:cNvContentPartPr/>
                <p14:nvPr/>
              </p14:nvContentPartPr>
              <p14:xfrm>
                <a:off x="8268720" y="156408"/>
                <a:ext cx="64440" cy="22248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14BCAD7D-E792-9C24-5DBE-E33D239152F1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8250720" y="138408"/>
                  <a:ext cx="100080" cy="25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526F80FC-6532-F679-F6A3-67308AD93C29}"/>
                    </a:ext>
                  </a:extLst>
                </p14:cNvPr>
                <p14:cNvContentPartPr/>
                <p14:nvPr/>
              </p14:nvContentPartPr>
              <p14:xfrm>
                <a:off x="8411640" y="107088"/>
                <a:ext cx="186120" cy="22356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526F80FC-6532-F679-F6A3-67308AD93C29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8393640" y="89088"/>
                  <a:ext cx="221760" cy="259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9" name="Group 188">
            <a:extLst>
              <a:ext uri="{FF2B5EF4-FFF2-40B4-BE49-F238E27FC236}">
                <a16:creationId xmlns:a16="http://schemas.microsoft.com/office/drawing/2014/main" id="{A14DF552-0D01-1159-D6ED-5FEABCDA10CE}"/>
              </a:ext>
            </a:extLst>
          </p:cNvPr>
          <p:cNvGrpSpPr/>
          <p:nvPr/>
        </p:nvGrpSpPr>
        <p:grpSpPr>
          <a:xfrm>
            <a:off x="8277000" y="1420728"/>
            <a:ext cx="571320" cy="225720"/>
            <a:chOff x="8277000" y="1420728"/>
            <a:chExt cx="571320" cy="225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FC33DE6C-2472-517A-E07C-D50BCDB4ED56}"/>
                    </a:ext>
                  </a:extLst>
                </p14:cNvPr>
                <p14:cNvContentPartPr/>
                <p14:nvPr/>
              </p14:nvContentPartPr>
              <p14:xfrm>
                <a:off x="8277000" y="1556808"/>
                <a:ext cx="198360" cy="1116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FC33DE6C-2472-517A-E07C-D50BCDB4ED56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8259360" y="1538808"/>
                  <a:ext cx="23400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1195D877-D2B6-4A19-AA55-032DEAE833F2}"/>
                    </a:ext>
                  </a:extLst>
                </p14:cNvPr>
                <p14:cNvContentPartPr/>
                <p14:nvPr/>
              </p14:nvContentPartPr>
              <p14:xfrm>
                <a:off x="8566800" y="1420728"/>
                <a:ext cx="134640" cy="2412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1195D877-D2B6-4A19-AA55-032DEAE833F2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8548800" y="1403088"/>
                  <a:ext cx="17028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A895DE59-1EB4-228F-D9DD-649D32FB53B9}"/>
                    </a:ext>
                  </a:extLst>
                </p14:cNvPr>
                <p14:cNvContentPartPr/>
                <p14:nvPr/>
              </p14:nvContentPartPr>
              <p14:xfrm>
                <a:off x="8552400" y="1436208"/>
                <a:ext cx="64800" cy="21024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A895DE59-1EB4-228F-D9DD-649D32FB53B9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8534400" y="1418568"/>
                  <a:ext cx="100440" cy="24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FDE62A12-EF04-7C42-A2C8-2F5C99BC0C61}"/>
                    </a:ext>
                  </a:extLst>
                </p14:cNvPr>
                <p14:cNvContentPartPr/>
                <p14:nvPr/>
              </p14:nvContentPartPr>
              <p14:xfrm>
                <a:off x="8743920" y="1440168"/>
                <a:ext cx="104400" cy="16380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FDE62A12-EF04-7C42-A2C8-2F5C99BC0C61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8725920" y="1422168"/>
                  <a:ext cx="140040" cy="199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0" name="Group 209">
            <a:extLst>
              <a:ext uri="{FF2B5EF4-FFF2-40B4-BE49-F238E27FC236}">
                <a16:creationId xmlns:a16="http://schemas.microsoft.com/office/drawing/2014/main" id="{31920088-18CD-D561-7C0A-00584F11C63C}"/>
              </a:ext>
            </a:extLst>
          </p:cNvPr>
          <p:cNvGrpSpPr/>
          <p:nvPr/>
        </p:nvGrpSpPr>
        <p:grpSpPr>
          <a:xfrm>
            <a:off x="8177640" y="4064928"/>
            <a:ext cx="2824200" cy="1454040"/>
            <a:chOff x="8177640" y="4064928"/>
            <a:chExt cx="2824200" cy="1454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AAC1B6AF-247F-954C-55A3-F55376DD6B07}"/>
                    </a:ext>
                  </a:extLst>
                </p14:cNvPr>
                <p14:cNvContentPartPr/>
                <p14:nvPr/>
              </p14:nvContentPartPr>
              <p14:xfrm>
                <a:off x="8935440" y="4158888"/>
                <a:ext cx="92880" cy="115344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AAC1B6AF-247F-954C-55A3-F55376DD6B07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8917800" y="4140888"/>
                  <a:ext cx="128520" cy="11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7758447D-68D3-250C-6A75-0272DBA2BF8B}"/>
                    </a:ext>
                  </a:extLst>
                </p14:cNvPr>
                <p14:cNvContentPartPr/>
                <p14:nvPr/>
              </p14:nvContentPartPr>
              <p14:xfrm>
                <a:off x="8961720" y="4149528"/>
                <a:ext cx="1157040" cy="136944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7758447D-68D3-250C-6A75-0272DBA2BF8B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8943720" y="4131528"/>
                  <a:ext cx="1192680" cy="140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B31F303B-0380-AA4A-527C-963B5DED21DC}"/>
                    </a:ext>
                  </a:extLst>
                </p14:cNvPr>
                <p14:cNvContentPartPr/>
                <p14:nvPr/>
              </p14:nvContentPartPr>
              <p14:xfrm>
                <a:off x="9134520" y="4595928"/>
                <a:ext cx="173880" cy="4716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B31F303B-0380-AA4A-527C-963B5DED21DC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9116520" y="4578288"/>
                  <a:ext cx="20952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B48519CA-E325-EB58-7BC8-342645A0CC14}"/>
                    </a:ext>
                  </a:extLst>
                </p14:cNvPr>
                <p14:cNvContentPartPr/>
                <p14:nvPr/>
              </p14:nvContentPartPr>
              <p14:xfrm>
                <a:off x="9178800" y="4996608"/>
                <a:ext cx="203400" cy="50760"/>
              </p14:xfrm>
            </p:contentPart>
          </mc:Choice>
          <mc:Fallback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B48519CA-E325-EB58-7BC8-342645A0CC14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9160800" y="4978968"/>
                  <a:ext cx="23904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3080ADE8-879D-6AA6-B332-DA4FFC16102C}"/>
                    </a:ext>
                  </a:extLst>
                </p14:cNvPr>
                <p14:cNvContentPartPr/>
                <p14:nvPr/>
              </p14:nvContentPartPr>
              <p14:xfrm>
                <a:off x="9281760" y="4928208"/>
                <a:ext cx="17640" cy="16308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3080ADE8-879D-6AA6-B332-DA4FFC16102C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9264120" y="4910568"/>
                  <a:ext cx="5328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CFA8A4C4-5688-CC48-6802-C6AAD14C50C9}"/>
                    </a:ext>
                  </a:extLst>
                </p14:cNvPr>
                <p14:cNvContentPartPr/>
                <p14:nvPr/>
              </p14:nvContentPartPr>
              <p14:xfrm>
                <a:off x="8193120" y="4567488"/>
                <a:ext cx="755280" cy="23400"/>
              </p14:xfrm>
            </p:contentPart>
          </mc:Choice>
          <mc:Fallback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CFA8A4C4-5688-CC48-6802-C6AAD14C50C9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8175480" y="4549848"/>
                  <a:ext cx="790920" cy="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A1BBBF6D-0767-78D5-A0BA-B40B9F6F6A78}"/>
                    </a:ext>
                  </a:extLst>
                </p14:cNvPr>
                <p14:cNvContentPartPr/>
                <p14:nvPr/>
              </p14:nvContentPartPr>
              <p14:xfrm>
                <a:off x="8177640" y="4555968"/>
                <a:ext cx="88920" cy="11448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A1BBBF6D-0767-78D5-A0BA-B40B9F6F6A78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8160000" y="4538328"/>
                  <a:ext cx="12456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435C4B63-CA37-8A03-5195-4F78FAC7D1D7}"/>
                    </a:ext>
                  </a:extLst>
                </p14:cNvPr>
                <p14:cNvContentPartPr/>
                <p14:nvPr/>
              </p14:nvContentPartPr>
              <p14:xfrm>
                <a:off x="8405160" y="5109648"/>
                <a:ext cx="603000" cy="5904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435C4B63-CA37-8A03-5195-4F78FAC7D1D7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8387520" y="5092008"/>
                  <a:ext cx="63864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E6D3124A-E73E-7FF7-5F7C-8FFB7A644B63}"/>
                    </a:ext>
                  </a:extLst>
                </p14:cNvPr>
                <p14:cNvContentPartPr/>
                <p14:nvPr/>
              </p14:nvContentPartPr>
              <p14:xfrm>
                <a:off x="8376720" y="5130888"/>
                <a:ext cx="90000" cy="117000"/>
              </p14:xfrm>
            </p:contentPart>
          </mc:Choice>
          <mc:Fallback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E6D3124A-E73E-7FF7-5F7C-8FFB7A644B63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8359080" y="5113248"/>
                  <a:ext cx="12564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ED4ED5FF-C1C7-F3FE-7DEB-4F5D01730BA0}"/>
                    </a:ext>
                  </a:extLst>
                </p14:cNvPr>
                <p14:cNvContentPartPr/>
                <p14:nvPr/>
              </p14:nvContentPartPr>
              <p14:xfrm>
                <a:off x="10073040" y="4628328"/>
                <a:ext cx="906840" cy="106920"/>
              </p14:xfrm>
            </p:contentPart>
          </mc:Choice>
          <mc:Fallback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ED4ED5FF-C1C7-F3FE-7DEB-4F5D01730BA0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10055040" y="4610328"/>
                  <a:ext cx="94248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6355276F-50EE-A71E-CBDD-6BCE282B7C52}"/>
                    </a:ext>
                  </a:extLst>
                </p14:cNvPr>
                <p14:cNvContentPartPr/>
                <p14:nvPr/>
              </p14:nvContentPartPr>
              <p14:xfrm>
                <a:off x="10952160" y="4601688"/>
                <a:ext cx="49680" cy="8208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6355276F-50EE-A71E-CBDD-6BCE282B7C52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10934160" y="4584048"/>
                  <a:ext cx="8532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5BC25AAD-CC68-82B2-1181-4DA746251AF3}"/>
                    </a:ext>
                  </a:extLst>
                </p14:cNvPr>
                <p14:cNvContentPartPr/>
                <p14:nvPr/>
              </p14:nvContentPartPr>
              <p14:xfrm>
                <a:off x="8527200" y="4482888"/>
                <a:ext cx="126000" cy="27072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5BC25AAD-CC68-82B2-1181-4DA746251AF3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8509200" y="4465248"/>
                  <a:ext cx="161640" cy="30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73A6592F-3800-7546-5DB1-E5BB25ADB1DD}"/>
                    </a:ext>
                  </a:extLst>
                </p14:cNvPr>
                <p14:cNvContentPartPr/>
                <p14:nvPr/>
              </p14:nvContentPartPr>
              <p14:xfrm>
                <a:off x="8379240" y="4064928"/>
                <a:ext cx="38880" cy="34308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73A6592F-3800-7546-5DB1-E5BB25ADB1DD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8361600" y="4046928"/>
                  <a:ext cx="74520" cy="37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AEF6DD1C-01E1-36A1-79AD-1650116A093D}"/>
                    </a:ext>
                  </a:extLst>
                </p14:cNvPr>
                <p14:cNvContentPartPr/>
                <p14:nvPr/>
              </p14:nvContentPartPr>
              <p14:xfrm>
                <a:off x="8330640" y="4099488"/>
                <a:ext cx="113760" cy="5904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AEF6DD1C-01E1-36A1-79AD-1650116A093D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8312640" y="4081488"/>
                  <a:ext cx="14940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73D3F575-230D-4251-61E1-C6C63BFF2DF3}"/>
                    </a:ext>
                  </a:extLst>
                </p14:cNvPr>
                <p14:cNvContentPartPr/>
                <p14:nvPr/>
              </p14:nvContentPartPr>
              <p14:xfrm>
                <a:off x="8377080" y="4411248"/>
                <a:ext cx="49680" cy="29880"/>
              </p14:xfrm>
            </p:contentPart>
          </mc:Choice>
          <mc:Fallback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73D3F575-230D-4251-61E1-C6C63BFF2DF3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8359440" y="4393248"/>
                  <a:ext cx="8532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A60304C2-F201-1F25-0057-A8CD51007F75}"/>
                    </a:ext>
                  </a:extLst>
                </p14:cNvPr>
                <p14:cNvContentPartPr/>
                <p14:nvPr/>
              </p14:nvContentPartPr>
              <p14:xfrm>
                <a:off x="8525400" y="4235568"/>
                <a:ext cx="166680" cy="137880"/>
              </p14:xfrm>
            </p:contentPart>
          </mc:Choice>
          <mc:Fallback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A60304C2-F201-1F25-0057-A8CD51007F75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8507400" y="4217928"/>
                  <a:ext cx="20232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D2B6CB53-B7CC-F19F-3718-83C54A898CA8}"/>
                    </a:ext>
                  </a:extLst>
                </p14:cNvPr>
                <p14:cNvContentPartPr/>
                <p14:nvPr/>
              </p14:nvContentPartPr>
              <p14:xfrm>
                <a:off x="8736000" y="4308288"/>
                <a:ext cx="59760" cy="42840"/>
              </p14:xfrm>
            </p:contentPart>
          </mc:Choice>
          <mc:Fallback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D2B6CB53-B7CC-F19F-3718-83C54A898CA8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8718000" y="4290288"/>
                  <a:ext cx="95400" cy="78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5" name="Group 214">
            <a:extLst>
              <a:ext uri="{FF2B5EF4-FFF2-40B4-BE49-F238E27FC236}">
                <a16:creationId xmlns:a16="http://schemas.microsoft.com/office/drawing/2014/main" id="{274481BE-FB40-8953-1803-3CD3610C01D2}"/>
              </a:ext>
            </a:extLst>
          </p:cNvPr>
          <p:cNvGrpSpPr/>
          <p:nvPr/>
        </p:nvGrpSpPr>
        <p:grpSpPr>
          <a:xfrm>
            <a:off x="8495520" y="5506368"/>
            <a:ext cx="512280" cy="363960"/>
            <a:chOff x="8495520" y="5506368"/>
            <a:chExt cx="512280" cy="363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0CA829D4-A092-A534-3100-3AAA74E36286}"/>
                    </a:ext>
                  </a:extLst>
                </p14:cNvPr>
                <p14:cNvContentPartPr/>
                <p14:nvPr/>
              </p14:nvContentPartPr>
              <p14:xfrm>
                <a:off x="8495520" y="5506368"/>
                <a:ext cx="37080" cy="276840"/>
              </p14:xfrm>
            </p:contentPart>
          </mc:Choice>
          <mc:Fallback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0CA829D4-A092-A534-3100-3AAA74E36286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8477520" y="5488728"/>
                  <a:ext cx="7272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2677F6E6-DFA6-8ACE-83C3-D53DE7354BB1}"/>
                    </a:ext>
                  </a:extLst>
                </p14:cNvPr>
                <p14:cNvContentPartPr/>
                <p14:nvPr/>
              </p14:nvContentPartPr>
              <p14:xfrm>
                <a:off x="8616480" y="5612928"/>
                <a:ext cx="142920" cy="143640"/>
              </p14:xfrm>
            </p:contentPart>
          </mc:Choice>
          <mc:Fallback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2677F6E6-DFA6-8ACE-83C3-D53DE7354BB1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8598840" y="5595288"/>
                  <a:ext cx="17856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CE89C16C-44A8-66B7-5794-57BE8E945A96}"/>
                    </a:ext>
                  </a:extLst>
                </p14:cNvPr>
                <p14:cNvContentPartPr/>
                <p14:nvPr/>
              </p14:nvContentPartPr>
              <p14:xfrm>
                <a:off x="8860920" y="5770608"/>
                <a:ext cx="146880" cy="27000"/>
              </p14:xfrm>
            </p:contentPart>
          </mc:Choice>
          <mc:Fallback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CE89C16C-44A8-66B7-5794-57BE8E945A96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8842920" y="5752968"/>
                  <a:ext cx="18252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58FC9F82-1CB3-F6CF-E061-FAF1B55E43CD}"/>
                    </a:ext>
                  </a:extLst>
                </p14:cNvPr>
                <p14:cNvContentPartPr/>
                <p14:nvPr/>
              </p14:nvContentPartPr>
              <p14:xfrm>
                <a:off x="8946240" y="5703648"/>
                <a:ext cx="9000" cy="16668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58FC9F82-1CB3-F6CF-E061-FAF1B55E43CD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8928240" y="5686008"/>
                  <a:ext cx="44640" cy="202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3" name="Group 232">
            <a:extLst>
              <a:ext uri="{FF2B5EF4-FFF2-40B4-BE49-F238E27FC236}">
                <a16:creationId xmlns:a16="http://schemas.microsoft.com/office/drawing/2014/main" id="{2A051450-BC12-BCE7-05F4-01593ECAA5F9}"/>
              </a:ext>
            </a:extLst>
          </p:cNvPr>
          <p:cNvGrpSpPr/>
          <p:nvPr/>
        </p:nvGrpSpPr>
        <p:grpSpPr>
          <a:xfrm>
            <a:off x="9726720" y="3397848"/>
            <a:ext cx="1941120" cy="422640"/>
            <a:chOff x="9726720" y="3397848"/>
            <a:chExt cx="1941120" cy="422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EE66F807-75EB-AE22-4795-74DB4A862C9C}"/>
                    </a:ext>
                  </a:extLst>
                </p14:cNvPr>
                <p14:cNvContentPartPr/>
                <p14:nvPr/>
              </p14:nvContentPartPr>
              <p14:xfrm>
                <a:off x="9787200" y="3457968"/>
                <a:ext cx="46440" cy="33012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EE66F807-75EB-AE22-4795-74DB4A862C9C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9769200" y="3440328"/>
                  <a:ext cx="82080" cy="36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1C9F17B9-559D-BE38-C5A7-D9ED25C8B46F}"/>
                    </a:ext>
                  </a:extLst>
                </p14:cNvPr>
                <p14:cNvContentPartPr/>
                <p14:nvPr/>
              </p14:nvContentPartPr>
              <p14:xfrm>
                <a:off x="9726720" y="3461208"/>
                <a:ext cx="146880" cy="66600"/>
              </p14:xfrm>
            </p:contentPart>
          </mc:Choice>
          <mc:Fallback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1C9F17B9-559D-BE38-C5A7-D9ED25C8B46F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9708720" y="3443568"/>
                  <a:ext cx="18252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63DFDE0D-67AA-DBE3-2696-187200797BEE}"/>
                    </a:ext>
                  </a:extLst>
                </p14:cNvPr>
                <p14:cNvContentPartPr/>
                <p14:nvPr/>
              </p14:nvContentPartPr>
              <p14:xfrm>
                <a:off x="9765240" y="3771888"/>
                <a:ext cx="85320" cy="20160"/>
              </p14:xfrm>
            </p:contentPart>
          </mc:Choice>
          <mc:Fallback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63DFDE0D-67AA-DBE3-2696-187200797BEE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9747240" y="3754248"/>
                  <a:ext cx="12096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B0BA1A9D-1F4F-98AB-F04F-295F88FBAF23}"/>
                    </a:ext>
                  </a:extLst>
                </p14:cNvPr>
                <p14:cNvContentPartPr/>
                <p14:nvPr/>
              </p14:nvContentPartPr>
              <p14:xfrm>
                <a:off x="9891960" y="3688008"/>
                <a:ext cx="131400" cy="106200"/>
              </p14:xfrm>
            </p:contentPart>
          </mc:Choice>
          <mc:Fallback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B0BA1A9D-1F4F-98AB-F04F-295F88FBAF23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9873960" y="3670368"/>
                  <a:ext cx="16704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C83DCAEF-9CD0-B617-789D-004AD6EE122B}"/>
                    </a:ext>
                  </a:extLst>
                </p14:cNvPr>
                <p14:cNvContentPartPr/>
                <p14:nvPr/>
              </p14:nvContentPartPr>
              <p14:xfrm>
                <a:off x="10152240" y="3743448"/>
                <a:ext cx="85680" cy="33120"/>
              </p14:xfrm>
            </p:contentPart>
          </mc:Choice>
          <mc:Fallback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C83DCAEF-9CD0-B617-789D-004AD6EE122B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10134600" y="3725808"/>
                  <a:ext cx="12132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78A3C335-CA32-A2E7-F698-8201BE8BA4FA}"/>
                    </a:ext>
                  </a:extLst>
                </p14:cNvPr>
                <p14:cNvContentPartPr/>
                <p14:nvPr/>
              </p14:nvContentPartPr>
              <p14:xfrm>
                <a:off x="10354920" y="3586488"/>
                <a:ext cx="158040" cy="35640"/>
              </p14:xfrm>
            </p:contentPart>
          </mc:Choice>
          <mc:Fallback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78A3C335-CA32-A2E7-F698-8201BE8BA4FA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10336920" y="3568488"/>
                  <a:ext cx="193680" cy="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EC6BD846-2A69-950C-8C46-4681B30FEEB1}"/>
                    </a:ext>
                  </a:extLst>
                </p14:cNvPr>
                <p14:cNvContentPartPr/>
                <p14:nvPr/>
              </p14:nvContentPartPr>
              <p14:xfrm>
                <a:off x="10475880" y="3475968"/>
                <a:ext cx="13320" cy="10080"/>
              </p14:xfrm>
            </p:contentPart>
          </mc:Choice>
          <mc:Fallback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EC6BD846-2A69-950C-8C46-4681B30FEEB1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10457880" y="3458328"/>
                  <a:ext cx="4896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EA0D0563-EA73-5487-CB9B-63897E283DE9}"/>
                    </a:ext>
                  </a:extLst>
                </p14:cNvPr>
                <p14:cNvContentPartPr/>
                <p14:nvPr/>
              </p14:nvContentPartPr>
              <p14:xfrm>
                <a:off x="10424760" y="3670368"/>
                <a:ext cx="55440" cy="14400"/>
              </p14:xfrm>
            </p:contentPart>
          </mc:Choice>
          <mc:Fallback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EA0D0563-EA73-5487-CB9B-63897E283DE9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10406760" y="3652368"/>
                  <a:ext cx="9108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2B899456-04C0-9B85-AADA-89DFE0022E1D}"/>
                    </a:ext>
                  </a:extLst>
                </p14:cNvPr>
                <p14:cNvContentPartPr/>
                <p14:nvPr/>
              </p14:nvContentPartPr>
              <p14:xfrm>
                <a:off x="10672080" y="3397848"/>
                <a:ext cx="42480" cy="338400"/>
              </p14:xfrm>
            </p:contentPart>
          </mc:Choice>
          <mc:Fallback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2B899456-04C0-9B85-AADA-89DFE0022E1D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10654080" y="3380208"/>
                  <a:ext cx="78120" cy="37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4CDF1F12-075F-11D0-E338-632A6700917E}"/>
                    </a:ext>
                  </a:extLst>
                </p14:cNvPr>
                <p14:cNvContentPartPr/>
                <p14:nvPr/>
              </p14:nvContentPartPr>
              <p14:xfrm>
                <a:off x="10595040" y="3469848"/>
                <a:ext cx="84960" cy="18360"/>
              </p14:xfrm>
            </p:contentPart>
          </mc:Choice>
          <mc:Fallback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4CDF1F12-075F-11D0-E338-632A6700917E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10577040" y="3451848"/>
                  <a:ext cx="12060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53C8EABC-598C-3576-218C-95A453516EA6}"/>
                    </a:ext>
                  </a:extLst>
                </p14:cNvPr>
                <p14:cNvContentPartPr/>
                <p14:nvPr/>
              </p14:nvContentPartPr>
              <p14:xfrm>
                <a:off x="10669200" y="3758208"/>
                <a:ext cx="70920" cy="15840"/>
              </p14:xfrm>
            </p:contentPart>
          </mc:Choice>
          <mc:Fallback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53C8EABC-598C-3576-218C-95A453516EA6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10651200" y="3740208"/>
                  <a:ext cx="10656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CA28B34D-80E5-C4A3-E481-9BC33644B1DD}"/>
                    </a:ext>
                  </a:extLst>
                </p14:cNvPr>
                <p14:cNvContentPartPr/>
                <p14:nvPr/>
              </p14:nvContentPartPr>
              <p14:xfrm>
                <a:off x="10864320" y="3672528"/>
                <a:ext cx="128520" cy="100440"/>
              </p14:xfrm>
            </p:contentPart>
          </mc:Choice>
          <mc:Fallback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CA28B34D-80E5-C4A3-E481-9BC33644B1DD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10846680" y="3654888"/>
                  <a:ext cx="16416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886B990B-1CD1-34F5-960B-E5A2D813B44B}"/>
                    </a:ext>
                  </a:extLst>
                </p14:cNvPr>
                <p14:cNvContentPartPr/>
                <p14:nvPr/>
              </p14:nvContentPartPr>
              <p14:xfrm>
                <a:off x="11096520" y="3724728"/>
                <a:ext cx="101160" cy="22320"/>
              </p14:xfrm>
            </p:contentPart>
          </mc:Choice>
          <mc:Fallback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886B990B-1CD1-34F5-960B-E5A2D813B44B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11078520" y="3706728"/>
                  <a:ext cx="13680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3E49355F-2CE7-AC7E-00B5-1DECE09F3B39}"/>
                    </a:ext>
                  </a:extLst>
                </p14:cNvPr>
                <p14:cNvContentPartPr/>
                <p14:nvPr/>
              </p14:nvContentPartPr>
              <p14:xfrm>
                <a:off x="11144040" y="3676128"/>
                <a:ext cx="6480" cy="144360"/>
              </p14:xfrm>
            </p:contentPart>
          </mc:Choice>
          <mc:Fallback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3E49355F-2CE7-AC7E-00B5-1DECE09F3B39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11126400" y="3658128"/>
                  <a:ext cx="4212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88A67710-8598-3CD4-AE49-48BD428D1169}"/>
                    </a:ext>
                  </a:extLst>
                </p14:cNvPr>
                <p14:cNvContentPartPr/>
                <p14:nvPr/>
              </p14:nvContentPartPr>
              <p14:xfrm>
                <a:off x="11266800" y="3526728"/>
                <a:ext cx="78840" cy="19800"/>
              </p14:xfrm>
            </p:contentPart>
          </mc:Choice>
          <mc:Fallback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88A67710-8598-3CD4-AE49-48BD428D1169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11249160" y="3509088"/>
                  <a:ext cx="11448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A29400B6-1AE5-D0C9-AB4A-EAAF7E0713E7}"/>
                    </a:ext>
                  </a:extLst>
                </p14:cNvPr>
                <p14:cNvContentPartPr/>
                <p14:nvPr/>
              </p14:nvContentPartPr>
              <p14:xfrm>
                <a:off x="11319000" y="3615288"/>
                <a:ext cx="45720" cy="18720"/>
              </p14:xfrm>
            </p:contentPart>
          </mc:Choice>
          <mc:Fallback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A29400B6-1AE5-D0C9-AB4A-EAAF7E0713E7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11301000" y="3597648"/>
                  <a:ext cx="8136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8E7DF345-2180-9070-D334-167429F859F5}"/>
                    </a:ext>
                  </a:extLst>
                </p14:cNvPr>
                <p14:cNvContentPartPr/>
                <p14:nvPr/>
              </p14:nvContentPartPr>
              <p14:xfrm>
                <a:off x="11490720" y="3411528"/>
                <a:ext cx="177120" cy="240840"/>
              </p14:xfrm>
            </p:contentPart>
          </mc:Choice>
          <mc:Fallback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8E7DF345-2180-9070-D334-167429F859F5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11472720" y="3393528"/>
                  <a:ext cx="212760" cy="276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7" name="Group 236">
            <a:extLst>
              <a:ext uri="{FF2B5EF4-FFF2-40B4-BE49-F238E27FC236}">
                <a16:creationId xmlns:a16="http://schemas.microsoft.com/office/drawing/2014/main" id="{AACBF058-BF33-8CCE-F5A7-A278A8007C32}"/>
              </a:ext>
            </a:extLst>
          </p:cNvPr>
          <p:cNvGrpSpPr/>
          <p:nvPr/>
        </p:nvGrpSpPr>
        <p:grpSpPr>
          <a:xfrm>
            <a:off x="9012480" y="3465888"/>
            <a:ext cx="530640" cy="384480"/>
            <a:chOff x="9012480" y="3465888"/>
            <a:chExt cx="530640" cy="384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C361B0F8-0173-B52E-0A7F-ED2D0323DC23}"/>
                    </a:ext>
                  </a:extLst>
                </p14:cNvPr>
                <p14:cNvContentPartPr/>
                <p14:nvPr/>
              </p14:nvContentPartPr>
              <p14:xfrm>
                <a:off x="9012480" y="3465888"/>
                <a:ext cx="196560" cy="384480"/>
              </p14:xfrm>
            </p:contentPart>
          </mc:Choice>
          <mc:Fallback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C361B0F8-0173-B52E-0A7F-ED2D0323DC23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8994480" y="3447888"/>
                  <a:ext cx="232200" cy="42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90886D5E-0B49-9629-2AD0-01D78D892E78}"/>
                    </a:ext>
                  </a:extLst>
                </p14:cNvPr>
                <p14:cNvContentPartPr/>
                <p14:nvPr/>
              </p14:nvContentPartPr>
              <p14:xfrm>
                <a:off x="9286800" y="3574608"/>
                <a:ext cx="38880" cy="195120"/>
              </p14:xfrm>
            </p:contentPart>
          </mc:Choice>
          <mc:Fallback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90886D5E-0B49-9629-2AD0-01D78D892E78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9269160" y="3556608"/>
                  <a:ext cx="7452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AEBA9B67-0951-77AF-EC90-831034179F4B}"/>
                    </a:ext>
                  </a:extLst>
                </p14:cNvPr>
                <p14:cNvContentPartPr/>
                <p14:nvPr/>
              </p14:nvContentPartPr>
              <p14:xfrm>
                <a:off x="9400200" y="3511608"/>
                <a:ext cx="142920" cy="283680"/>
              </p14:xfrm>
            </p:contentPart>
          </mc:Choice>
          <mc:Fallback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AEBA9B67-0951-77AF-EC90-831034179F4B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9382560" y="3493968"/>
                  <a:ext cx="178560" cy="319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0" name="Group 249">
            <a:extLst>
              <a:ext uri="{FF2B5EF4-FFF2-40B4-BE49-F238E27FC236}">
                <a16:creationId xmlns:a16="http://schemas.microsoft.com/office/drawing/2014/main" id="{FA296B49-4E49-3717-B595-63F43CF8E8F4}"/>
              </a:ext>
            </a:extLst>
          </p:cNvPr>
          <p:cNvGrpSpPr/>
          <p:nvPr/>
        </p:nvGrpSpPr>
        <p:grpSpPr>
          <a:xfrm>
            <a:off x="9677400" y="5006328"/>
            <a:ext cx="1796400" cy="628200"/>
            <a:chOff x="9677400" y="5006328"/>
            <a:chExt cx="1796400" cy="628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E303A7C4-C3A5-5246-D110-533495379868}"/>
                    </a:ext>
                  </a:extLst>
                </p14:cNvPr>
                <p14:cNvContentPartPr/>
                <p14:nvPr/>
              </p14:nvContentPartPr>
              <p14:xfrm>
                <a:off x="9677400" y="5281728"/>
                <a:ext cx="112680" cy="352800"/>
              </p14:xfrm>
            </p:contentPart>
          </mc:Choice>
          <mc:Fallback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E303A7C4-C3A5-5246-D110-533495379868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9659400" y="5263728"/>
                  <a:ext cx="148320" cy="38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77B8A5AA-9302-0AAB-A210-928FA3962DF6}"/>
                    </a:ext>
                  </a:extLst>
                </p14:cNvPr>
                <p14:cNvContentPartPr/>
                <p14:nvPr/>
              </p14:nvContentPartPr>
              <p14:xfrm>
                <a:off x="9833640" y="5292528"/>
                <a:ext cx="202680" cy="263520"/>
              </p14:xfrm>
            </p:contentPart>
          </mc:Choice>
          <mc:Fallback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77B8A5AA-9302-0AAB-A210-928FA3962DF6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9816000" y="5274888"/>
                  <a:ext cx="238320" cy="29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C7DF3DE5-9527-1E08-06A4-B69E1352AD8F}"/>
                    </a:ext>
                  </a:extLst>
                </p14:cNvPr>
                <p14:cNvContentPartPr/>
                <p14:nvPr/>
              </p14:nvContentPartPr>
              <p14:xfrm>
                <a:off x="10056840" y="5196048"/>
                <a:ext cx="180360" cy="343800"/>
              </p14:xfrm>
            </p:contentPart>
          </mc:Choice>
          <mc:Fallback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C7DF3DE5-9527-1E08-06A4-B69E1352AD8F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10038840" y="5178408"/>
                  <a:ext cx="216000" cy="37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28B3BF16-9315-7168-BE3B-8604A2D1FDD6}"/>
                    </a:ext>
                  </a:extLst>
                </p14:cNvPr>
                <p14:cNvContentPartPr/>
                <p14:nvPr/>
              </p14:nvContentPartPr>
              <p14:xfrm>
                <a:off x="10378320" y="5107128"/>
                <a:ext cx="232200" cy="291960"/>
              </p14:xfrm>
            </p:contentPart>
          </mc:Choice>
          <mc:Fallback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28B3BF16-9315-7168-BE3B-8604A2D1FDD6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10360680" y="5089128"/>
                  <a:ext cx="267840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024110C3-1D83-290A-A2F3-A306A213FE2D}"/>
                    </a:ext>
                  </a:extLst>
                </p14:cNvPr>
                <p14:cNvContentPartPr/>
                <p14:nvPr/>
              </p14:nvContentPartPr>
              <p14:xfrm>
                <a:off x="10667040" y="5408088"/>
                <a:ext cx="116640" cy="16200"/>
              </p14:xfrm>
            </p:contentPart>
          </mc:Choice>
          <mc:Fallback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024110C3-1D83-290A-A2F3-A306A213FE2D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10649400" y="5390448"/>
                  <a:ext cx="15228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E4E25C83-6025-2ECB-93B3-37ED6DDA4369}"/>
                    </a:ext>
                  </a:extLst>
                </p14:cNvPr>
                <p14:cNvContentPartPr/>
                <p14:nvPr/>
              </p14:nvContentPartPr>
              <p14:xfrm>
                <a:off x="10894200" y="5227368"/>
                <a:ext cx="77400" cy="34200"/>
              </p14:xfrm>
            </p:contentPart>
          </mc:Choice>
          <mc:Fallback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E4E25C83-6025-2ECB-93B3-37ED6DDA4369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10876560" y="5209728"/>
                  <a:ext cx="11304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5B27EEA4-A09D-0165-1553-0D47E38304A2}"/>
                    </a:ext>
                  </a:extLst>
                </p14:cNvPr>
                <p14:cNvContentPartPr/>
                <p14:nvPr/>
              </p14:nvContentPartPr>
              <p14:xfrm>
                <a:off x="10914720" y="5314128"/>
                <a:ext cx="63000" cy="17280"/>
              </p14:xfrm>
            </p:contentPart>
          </mc:Choice>
          <mc:Fallback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5B27EEA4-A09D-0165-1553-0D47E38304A2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10896720" y="5296488"/>
                  <a:ext cx="9864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CE0CF539-CD1D-1068-8F2F-6E6ECDCBDF62}"/>
                    </a:ext>
                  </a:extLst>
                </p14:cNvPr>
                <p14:cNvContentPartPr/>
                <p14:nvPr/>
              </p14:nvContentPartPr>
              <p14:xfrm>
                <a:off x="11085720" y="5006328"/>
                <a:ext cx="191520" cy="252720"/>
              </p14:xfrm>
            </p:contentPart>
          </mc:Choice>
          <mc:Fallback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CE0CF539-CD1D-1068-8F2F-6E6ECDCBDF62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11068080" y="4988328"/>
                  <a:ext cx="227160" cy="28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94BC4C31-2C21-1BE1-4C11-7D6CF3E7C44D}"/>
                    </a:ext>
                  </a:extLst>
                </p14:cNvPr>
                <p14:cNvContentPartPr/>
                <p14:nvPr/>
              </p14:nvContentPartPr>
              <p14:xfrm>
                <a:off x="11334480" y="5268408"/>
                <a:ext cx="139320" cy="44280"/>
              </p14:xfrm>
            </p:contentPart>
          </mc:Choice>
          <mc:Fallback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94BC4C31-2C21-1BE1-4C11-7D6CF3E7C44D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11316480" y="5250408"/>
                  <a:ext cx="17496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CB3A0060-140B-EBDB-84C6-DC533E01EEF4}"/>
                    </a:ext>
                  </a:extLst>
                </p14:cNvPr>
                <p14:cNvContentPartPr/>
                <p14:nvPr/>
              </p14:nvContentPartPr>
              <p14:xfrm>
                <a:off x="11388840" y="5208648"/>
                <a:ext cx="39960" cy="158040"/>
              </p14:xfrm>
            </p:contentPart>
          </mc:Choice>
          <mc:Fallback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CB3A0060-140B-EBDB-84C6-DC533E01EEF4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11370840" y="5190648"/>
                  <a:ext cx="75600" cy="193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50">
            <p14:nvContentPartPr>
              <p14:cNvPr id="251" name="Ink 250">
                <a:extLst>
                  <a:ext uri="{FF2B5EF4-FFF2-40B4-BE49-F238E27FC236}">
                    <a16:creationId xmlns:a16="http://schemas.microsoft.com/office/drawing/2014/main" id="{905B0C2C-B974-9D4C-2208-03F053064F09}"/>
                  </a:ext>
                </a:extLst>
              </p14:cNvPr>
              <p14:cNvContentPartPr/>
              <p14:nvPr/>
            </p14:nvContentPartPr>
            <p14:xfrm>
              <a:off x="10180680" y="4960248"/>
              <a:ext cx="360" cy="360"/>
            </p14:xfrm>
          </p:contentPart>
        </mc:Choice>
        <mc:Fallback>
          <p:pic>
            <p:nvPicPr>
              <p:cNvPr id="251" name="Ink 250">
                <a:extLst>
                  <a:ext uri="{FF2B5EF4-FFF2-40B4-BE49-F238E27FC236}">
                    <a16:creationId xmlns:a16="http://schemas.microsoft.com/office/drawing/2014/main" id="{905B0C2C-B974-9D4C-2208-03F053064F09}"/>
                  </a:ext>
                </a:extLst>
              </p:cNvPr>
              <p:cNvPicPr/>
              <p:nvPr/>
            </p:nvPicPr>
            <p:blipFill>
              <a:blip r:embed="rId251"/>
              <a:stretch>
                <a:fillRect/>
              </a:stretch>
            </p:blipFill>
            <p:spPr>
              <a:xfrm>
                <a:off x="10163040" y="4942608"/>
                <a:ext cx="36000" cy="36000"/>
              </a:xfrm>
              <a:prstGeom prst="rect">
                <a:avLst/>
              </a:prstGeom>
            </p:spPr>
          </p:pic>
        </mc:Fallback>
      </mc:AlternateContent>
      <p:grpSp>
        <p:nvGrpSpPr>
          <p:cNvPr id="258" name="Group 257">
            <a:extLst>
              <a:ext uri="{FF2B5EF4-FFF2-40B4-BE49-F238E27FC236}">
                <a16:creationId xmlns:a16="http://schemas.microsoft.com/office/drawing/2014/main" id="{E01B7B5E-B21E-023C-5788-240ACEC51E11}"/>
              </a:ext>
            </a:extLst>
          </p:cNvPr>
          <p:cNvGrpSpPr/>
          <p:nvPr/>
        </p:nvGrpSpPr>
        <p:grpSpPr>
          <a:xfrm>
            <a:off x="8888640" y="4325928"/>
            <a:ext cx="297000" cy="171000"/>
            <a:chOff x="8888640" y="4325928"/>
            <a:chExt cx="297000" cy="171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37E74CDE-80CA-AD2E-1A97-CC5AF5A1EBC1}"/>
                    </a:ext>
                  </a:extLst>
                </p14:cNvPr>
                <p14:cNvContentPartPr/>
                <p14:nvPr/>
              </p14:nvContentPartPr>
              <p14:xfrm>
                <a:off x="8888640" y="4325928"/>
                <a:ext cx="187560" cy="171000"/>
              </p14:xfrm>
            </p:contentPart>
          </mc:Choice>
          <mc:Fallback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37E74CDE-80CA-AD2E-1A97-CC5AF5A1EBC1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8871000" y="4307928"/>
                  <a:ext cx="22320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3231F526-A910-9852-B925-4299546FE76E}"/>
                    </a:ext>
                  </a:extLst>
                </p14:cNvPr>
                <p14:cNvContentPartPr/>
                <p14:nvPr/>
              </p14:nvContentPartPr>
              <p14:xfrm>
                <a:off x="9115800" y="4435728"/>
                <a:ext cx="69840" cy="34200"/>
              </p14:xfrm>
            </p:contentPart>
          </mc:Choice>
          <mc:Fallback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3231F526-A910-9852-B925-4299546FE76E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9097800" y="4418088"/>
                  <a:ext cx="105480" cy="69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7" name="Group 256">
            <a:extLst>
              <a:ext uri="{FF2B5EF4-FFF2-40B4-BE49-F238E27FC236}">
                <a16:creationId xmlns:a16="http://schemas.microsoft.com/office/drawing/2014/main" id="{E2BBBE89-DB90-9E13-74F9-1923DAE22018}"/>
              </a:ext>
            </a:extLst>
          </p:cNvPr>
          <p:cNvGrpSpPr/>
          <p:nvPr/>
        </p:nvGrpSpPr>
        <p:grpSpPr>
          <a:xfrm>
            <a:off x="8809800" y="4766208"/>
            <a:ext cx="328320" cy="251640"/>
            <a:chOff x="8809800" y="4766208"/>
            <a:chExt cx="328320" cy="251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1FEE7894-533E-3BA3-E516-FF708A9CE859}"/>
                    </a:ext>
                  </a:extLst>
                </p14:cNvPr>
                <p14:cNvContentPartPr/>
                <p14:nvPr/>
              </p14:nvContentPartPr>
              <p14:xfrm>
                <a:off x="8809800" y="4766208"/>
                <a:ext cx="152280" cy="251640"/>
              </p14:xfrm>
            </p:contentPart>
          </mc:Choice>
          <mc:Fallback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1FEE7894-533E-3BA3-E516-FF708A9CE859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8791800" y="4748208"/>
                  <a:ext cx="187920" cy="28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95E96960-D6C1-DBA1-80AE-CF6983D5F025}"/>
                    </a:ext>
                  </a:extLst>
                </p14:cNvPr>
                <p14:cNvContentPartPr/>
                <p14:nvPr/>
              </p14:nvContentPartPr>
              <p14:xfrm>
                <a:off x="9030840" y="4906968"/>
                <a:ext cx="107280" cy="32760"/>
              </p14:xfrm>
            </p:contentPart>
          </mc:Choice>
          <mc:Fallback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95E96960-D6C1-DBA1-80AE-CF6983D5F025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9013200" y="4888968"/>
                  <a:ext cx="14292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0818F476-4740-9A5F-AE12-094C5945794C}"/>
                    </a:ext>
                  </a:extLst>
                </p14:cNvPr>
                <p14:cNvContentPartPr/>
                <p14:nvPr/>
              </p14:nvContentPartPr>
              <p14:xfrm>
                <a:off x="9083400" y="4851528"/>
                <a:ext cx="25560" cy="136440"/>
              </p14:xfrm>
            </p:contentPart>
          </mc:Choice>
          <mc:Fallback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0818F476-4740-9A5F-AE12-094C5945794C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9065760" y="4833888"/>
                  <a:ext cx="61200" cy="172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8" name="Group 267">
            <a:extLst>
              <a:ext uri="{FF2B5EF4-FFF2-40B4-BE49-F238E27FC236}">
                <a16:creationId xmlns:a16="http://schemas.microsoft.com/office/drawing/2014/main" id="{0943C55C-1749-E820-64E7-B8E64A920447}"/>
              </a:ext>
            </a:extLst>
          </p:cNvPr>
          <p:cNvGrpSpPr/>
          <p:nvPr/>
        </p:nvGrpSpPr>
        <p:grpSpPr>
          <a:xfrm>
            <a:off x="10184280" y="4185528"/>
            <a:ext cx="1306440" cy="350640"/>
            <a:chOff x="10184280" y="4185528"/>
            <a:chExt cx="1306440" cy="350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713A4056-C490-CB18-1503-3C3DF662895C}"/>
                    </a:ext>
                  </a:extLst>
                </p14:cNvPr>
                <p14:cNvContentPartPr/>
                <p14:nvPr/>
              </p14:nvContentPartPr>
              <p14:xfrm>
                <a:off x="10213080" y="4185528"/>
                <a:ext cx="63360" cy="350640"/>
              </p14:xfrm>
            </p:contentPart>
          </mc:Choice>
          <mc:Fallback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713A4056-C490-CB18-1503-3C3DF662895C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10195080" y="4167888"/>
                  <a:ext cx="99000" cy="38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01FE8067-D4D7-E942-71E0-4E47F41CC30C}"/>
                    </a:ext>
                  </a:extLst>
                </p14:cNvPr>
                <p14:cNvContentPartPr/>
                <p14:nvPr/>
              </p14:nvContentPartPr>
              <p14:xfrm>
                <a:off x="10184280" y="4473888"/>
                <a:ext cx="104400" cy="58680"/>
              </p14:xfrm>
            </p:contentPart>
          </mc:Choice>
          <mc:Fallback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01FE8067-D4D7-E942-71E0-4E47F41CC30C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10166280" y="4456248"/>
                  <a:ext cx="14004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9C5E5AA3-41CA-CBA5-0711-FD2802A64A04}"/>
                    </a:ext>
                  </a:extLst>
                </p14:cNvPr>
                <p14:cNvContentPartPr/>
                <p14:nvPr/>
              </p14:nvContentPartPr>
              <p14:xfrm>
                <a:off x="10420080" y="4396128"/>
                <a:ext cx="96480" cy="138960"/>
              </p14:xfrm>
            </p:contentPart>
          </mc:Choice>
          <mc:Fallback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9C5E5AA3-41CA-CBA5-0711-FD2802A64A04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10402440" y="4378128"/>
                  <a:ext cx="13212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E59C1427-4243-8B29-8BBD-81D7DA0DB431}"/>
                    </a:ext>
                  </a:extLst>
                </p14:cNvPr>
                <p14:cNvContentPartPr/>
                <p14:nvPr/>
              </p14:nvContentPartPr>
              <p14:xfrm>
                <a:off x="10602240" y="4422408"/>
                <a:ext cx="142920" cy="84600"/>
              </p14:xfrm>
            </p:contentPart>
          </mc:Choice>
          <mc:Fallback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E59C1427-4243-8B29-8BBD-81D7DA0DB431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10584240" y="4404408"/>
                  <a:ext cx="17856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809E24D3-98DF-3C68-A12B-533AAB1CE996}"/>
                    </a:ext>
                  </a:extLst>
                </p14:cNvPr>
                <p14:cNvContentPartPr/>
                <p14:nvPr/>
              </p14:nvContentPartPr>
              <p14:xfrm>
                <a:off x="10786200" y="4320528"/>
                <a:ext cx="41400" cy="156600"/>
              </p14:xfrm>
            </p:contentPart>
          </mc:Choice>
          <mc:Fallback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809E24D3-98DF-3C68-A12B-533AAB1CE996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10768560" y="4302528"/>
                  <a:ext cx="7704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BB693CFD-12CC-AD5F-3E31-1A8DBFFF59F7}"/>
                    </a:ext>
                  </a:extLst>
                </p14:cNvPr>
                <p14:cNvContentPartPr/>
                <p14:nvPr/>
              </p14:nvContentPartPr>
              <p14:xfrm>
                <a:off x="10764960" y="4374888"/>
                <a:ext cx="122760" cy="63720"/>
              </p14:xfrm>
            </p:contentPart>
          </mc:Choice>
          <mc:Fallback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BB693CFD-12CC-AD5F-3E31-1A8DBFFF59F7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10747320" y="4357248"/>
                  <a:ext cx="15840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4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0835ABD7-E81D-4415-9346-72B99165DC13}"/>
                    </a:ext>
                  </a:extLst>
                </p14:cNvPr>
                <p14:cNvContentPartPr/>
                <p14:nvPr/>
              </p14:nvContentPartPr>
              <p14:xfrm>
                <a:off x="11008320" y="4260408"/>
                <a:ext cx="472680" cy="46080"/>
              </p14:xfrm>
            </p:contentPart>
          </mc:Choice>
          <mc:Fallback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0835ABD7-E81D-4415-9346-72B99165DC13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10990320" y="4242408"/>
                  <a:ext cx="50832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6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10269CBC-E2FA-52BE-836C-5D38C6E50A51}"/>
                    </a:ext>
                  </a:extLst>
                </p14:cNvPr>
                <p14:cNvContentPartPr/>
                <p14:nvPr/>
              </p14:nvContentPartPr>
              <p14:xfrm>
                <a:off x="11360760" y="4186968"/>
                <a:ext cx="129960" cy="171360"/>
              </p14:xfrm>
            </p:contentPart>
          </mc:Choice>
          <mc:Fallback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10269CBC-E2FA-52BE-836C-5D38C6E50A51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11343120" y="4169328"/>
                  <a:ext cx="165600" cy="207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0" name="Group 279">
            <a:extLst>
              <a:ext uri="{FF2B5EF4-FFF2-40B4-BE49-F238E27FC236}">
                <a16:creationId xmlns:a16="http://schemas.microsoft.com/office/drawing/2014/main" id="{057AF0A1-5872-41CD-767C-7ACAE4A33299}"/>
              </a:ext>
            </a:extLst>
          </p:cNvPr>
          <p:cNvGrpSpPr/>
          <p:nvPr/>
        </p:nvGrpSpPr>
        <p:grpSpPr>
          <a:xfrm>
            <a:off x="9623040" y="6018288"/>
            <a:ext cx="677160" cy="409680"/>
            <a:chOff x="9623040" y="6018288"/>
            <a:chExt cx="677160" cy="409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83634D14-68A6-F6E5-56A2-29753499FDF2}"/>
                    </a:ext>
                  </a:extLst>
                </p14:cNvPr>
                <p14:cNvContentPartPr/>
                <p14:nvPr/>
              </p14:nvContentPartPr>
              <p14:xfrm>
                <a:off x="9623040" y="6087768"/>
                <a:ext cx="134640" cy="340200"/>
              </p14:xfrm>
            </p:contentPart>
          </mc:Choice>
          <mc:Fallback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83634D14-68A6-F6E5-56A2-29753499FDF2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9605040" y="6069768"/>
                  <a:ext cx="170280" cy="37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0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85493ED4-D5CF-96B3-4616-253FD71401F6}"/>
                    </a:ext>
                  </a:extLst>
                </p14:cNvPr>
                <p14:cNvContentPartPr/>
                <p14:nvPr/>
              </p14:nvContentPartPr>
              <p14:xfrm>
                <a:off x="9832200" y="6157608"/>
                <a:ext cx="230040" cy="248400"/>
              </p14:xfrm>
            </p:contentPart>
          </mc:Choice>
          <mc:Fallback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85493ED4-D5CF-96B3-4616-253FD71401F6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9814200" y="6139608"/>
                  <a:ext cx="265680" cy="28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2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522CE71A-89A2-AF34-4D61-3BD3A9A898FD}"/>
                    </a:ext>
                  </a:extLst>
                </p14:cNvPr>
                <p14:cNvContentPartPr/>
                <p14:nvPr/>
              </p14:nvContentPartPr>
              <p14:xfrm>
                <a:off x="10187160" y="6018288"/>
                <a:ext cx="113040" cy="347040"/>
              </p14:xfrm>
            </p:contentPart>
          </mc:Choice>
          <mc:Fallback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522CE71A-89A2-AF34-4D61-3BD3A9A898FD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10169160" y="6000648"/>
                  <a:ext cx="148680" cy="382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9" name="Group 278">
            <a:extLst>
              <a:ext uri="{FF2B5EF4-FFF2-40B4-BE49-F238E27FC236}">
                <a16:creationId xmlns:a16="http://schemas.microsoft.com/office/drawing/2014/main" id="{CFB9684E-2273-4753-B397-4A6913EAA91C}"/>
              </a:ext>
            </a:extLst>
          </p:cNvPr>
          <p:cNvGrpSpPr/>
          <p:nvPr/>
        </p:nvGrpSpPr>
        <p:grpSpPr>
          <a:xfrm>
            <a:off x="10517640" y="5970408"/>
            <a:ext cx="842040" cy="347040"/>
            <a:chOff x="10517640" y="5970408"/>
            <a:chExt cx="842040" cy="347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4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F0F063FF-EC59-A080-5613-436C521FB381}"/>
                    </a:ext>
                  </a:extLst>
                </p14:cNvPr>
                <p14:cNvContentPartPr/>
                <p14:nvPr/>
              </p14:nvContentPartPr>
              <p14:xfrm>
                <a:off x="10527720" y="5970408"/>
                <a:ext cx="76320" cy="327240"/>
              </p14:xfrm>
            </p:contentPart>
          </mc:Choice>
          <mc:Fallback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F0F063FF-EC59-A080-5613-436C521FB381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10509720" y="5952408"/>
                  <a:ext cx="111960" cy="36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6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9696A763-CAE8-E534-F015-A9A09CA22B58}"/>
                    </a:ext>
                  </a:extLst>
                </p14:cNvPr>
                <p14:cNvContentPartPr/>
                <p14:nvPr/>
              </p14:nvContentPartPr>
              <p14:xfrm>
                <a:off x="10517640" y="6014328"/>
                <a:ext cx="78840" cy="53280"/>
              </p14:xfrm>
            </p:contentPart>
          </mc:Choice>
          <mc:Fallback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9696A763-CAE8-E534-F015-A9A09CA22B58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10500000" y="5996328"/>
                  <a:ext cx="11448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8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AAFBB9A4-7BEF-3665-BD5C-90B4E779C56F}"/>
                    </a:ext>
                  </a:extLst>
                </p14:cNvPr>
                <p14:cNvContentPartPr/>
                <p14:nvPr/>
              </p14:nvContentPartPr>
              <p14:xfrm>
                <a:off x="10542120" y="6274608"/>
                <a:ext cx="88560" cy="30240"/>
              </p14:xfrm>
            </p:contentPart>
          </mc:Choice>
          <mc:Fallback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AAFBB9A4-7BEF-3665-BD5C-90B4E779C56F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10524480" y="6256608"/>
                  <a:ext cx="12420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0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2981BD71-2194-7CBC-C34D-3316C44654DA}"/>
                    </a:ext>
                  </a:extLst>
                </p14:cNvPr>
                <p14:cNvContentPartPr/>
                <p14:nvPr/>
              </p14:nvContentPartPr>
              <p14:xfrm>
                <a:off x="10804920" y="6169128"/>
                <a:ext cx="108720" cy="148320"/>
              </p14:xfrm>
            </p:contentPart>
          </mc:Choice>
          <mc:Fallback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2981BD71-2194-7CBC-C34D-3316C44654DA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10787280" y="6151128"/>
                  <a:ext cx="14436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2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BCDEECBB-6063-190D-C22B-59DB359EA56E}"/>
                    </a:ext>
                  </a:extLst>
                </p14:cNvPr>
                <p14:cNvContentPartPr/>
                <p14:nvPr/>
              </p14:nvContentPartPr>
              <p14:xfrm>
                <a:off x="10972680" y="6183888"/>
                <a:ext cx="146520" cy="118080"/>
              </p14:xfrm>
            </p:contentPart>
          </mc:Choice>
          <mc:Fallback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BCDEECBB-6063-190D-C22B-59DB359EA56E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10955040" y="6165888"/>
                  <a:ext cx="18216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4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0E818D24-571F-AB15-F82C-13CD258B18E7}"/>
                    </a:ext>
                  </a:extLst>
                </p14:cNvPr>
                <p14:cNvContentPartPr/>
                <p14:nvPr/>
              </p14:nvContentPartPr>
              <p14:xfrm>
                <a:off x="11215680" y="6089928"/>
                <a:ext cx="61200" cy="186480"/>
              </p14:xfrm>
            </p:contentPart>
          </mc:Choice>
          <mc:Fallback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0E818D24-571F-AB15-F82C-13CD258B18E7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11198040" y="6071928"/>
                  <a:ext cx="9684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6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950AD5AE-7797-AC01-7EF6-0BB97122D45D}"/>
                    </a:ext>
                  </a:extLst>
                </p14:cNvPr>
                <p14:cNvContentPartPr/>
                <p14:nvPr/>
              </p14:nvContentPartPr>
              <p14:xfrm>
                <a:off x="11230800" y="6129888"/>
                <a:ext cx="128880" cy="64080"/>
              </p14:xfrm>
            </p:contentPart>
          </mc:Choice>
          <mc:Fallback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950AD5AE-7797-AC01-7EF6-0BB97122D45D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11212800" y="6111888"/>
                  <a:ext cx="164520" cy="99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6" name="Group 285">
            <a:extLst>
              <a:ext uri="{FF2B5EF4-FFF2-40B4-BE49-F238E27FC236}">
                <a16:creationId xmlns:a16="http://schemas.microsoft.com/office/drawing/2014/main" id="{6C323BD1-4445-26BA-14C0-D13EFE319437}"/>
              </a:ext>
            </a:extLst>
          </p:cNvPr>
          <p:cNvGrpSpPr/>
          <p:nvPr/>
        </p:nvGrpSpPr>
        <p:grpSpPr>
          <a:xfrm>
            <a:off x="10480560" y="6547488"/>
            <a:ext cx="756000" cy="255600"/>
            <a:chOff x="10480560" y="6547488"/>
            <a:chExt cx="756000" cy="255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8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60E7229D-4063-EB34-5DA0-9DCB3C2D4B58}"/>
                    </a:ext>
                  </a:extLst>
                </p14:cNvPr>
                <p14:cNvContentPartPr/>
                <p14:nvPr/>
              </p14:nvContentPartPr>
              <p14:xfrm>
                <a:off x="10480560" y="6572688"/>
                <a:ext cx="39960" cy="205200"/>
              </p14:xfrm>
            </p:contentPart>
          </mc:Choice>
          <mc:Fallback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60E7229D-4063-EB34-5DA0-9DCB3C2D4B58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10462920" y="6555048"/>
                  <a:ext cx="7560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0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4FD1F4DC-B6C6-B110-2DCF-F0C13BFB3536}"/>
                    </a:ext>
                  </a:extLst>
                </p14:cNvPr>
                <p14:cNvContentPartPr/>
                <p14:nvPr/>
              </p14:nvContentPartPr>
              <p14:xfrm>
                <a:off x="10585680" y="6673848"/>
                <a:ext cx="135360" cy="101880"/>
              </p14:xfrm>
            </p:contentPart>
          </mc:Choice>
          <mc:Fallback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4FD1F4DC-B6C6-B110-2DCF-F0C13BFB3536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10567680" y="6656208"/>
                  <a:ext cx="17100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2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D2AA06B5-7704-8C8B-D71A-39AAFF6644CC}"/>
                    </a:ext>
                  </a:extLst>
                </p14:cNvPr>
                <p14:cNvContentPartPr/>
                <p14:nvPr/>
              </p14:nvContentPartPr>
              <p14:xfrm>
                <a:off x="10745160" y="6656928"/>
                <a:ext cx="68760" cy="69120"/>
              </p14:xfrm>
            </p:contentPart>
          </mc:Choice>
          <mc:Fallback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D2AA06B5-7704-8C8B-D71A-39AAFF6644CC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10727520" y="6638928"/>
                  <a:ext cx="10440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4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56B05F1B-AC73-FC7E-C5DB-B27DF9356B23}"/>
                    </a:ext>
                  </a:extLst>
                </p14:cNvPr>
                <p14:cNvContentPartPr/>
                <p14:nvPr/>
              </p14:nvContentPartPr>
              <p14:xfrm>
                <a:off x="10913640" y="6608688"/>
                <a:ext cx="112320" cy="194400"/>
              </p14:xfrm>
            </p:contentPart>
          </mc:Choice>
          <mc:Fallback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56B05F1B-AC73-FC7E-C5DB-B27DF9356B23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10895640" y="6591048"/>
                  <a:ext cx="14796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6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EA1C4BDF-9C88-48D9-8BE9-F12B5D595CE0}"/>
                    </a:ext>
                  </a:extLst>
                </p14:cNvPr>
                <p14:cNvContentPartPr/>
                <p14:nvPr/>
              </p14:nvContentPartPr>
              <p14:xfrm>
                <a:off x="11078520" y="6547488"/>
                <a:ext cx="158040" cy="141480"/>
              </p14:xfrm>
            </p:contentPart>
          </mc:Choice>
          <mc:Fallback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EA1C4BDF-9C88-48D9-8BE9-F12B5D595CE0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11060520" y="6529488"/>
                  <a:ext cx="193680" cy="177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4" name="Group 313">
            <a:extLst>
              <a:ext uri="{FF2B5EF4-FFF2-40B4-BE49-F238E27FC236}">
                <a16:creationId xmlns:a16="http://schemas.microsoft.com/office/drawing/2014/main" id="{C8D67A42-A2AB-622A-7DED-D9D1E37A2D71}"/>
              </a:ext>
            </a:extLst>
          </p:cNvPr>
          <p:cNvGrpSpPr/>
          <p:nvPr/>
        </p:nvGrpSpPr>
        <p:grpSpPr>
          <a:xfrm>
            <a:off x="6731160" y="4143408"/>
            <a:ext cx="402120" cy="400320"/>
            <a:chOff x="6731160" y="4143408"/>
            <a:chExt cx="402120" cy="400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8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DB9E6743-7926-5013-47FF-AC3A075C8A9C}"/>
                    </a:ext>
                  </a:extLst>
                </p14:cNvPr>
                <p14:cNvContentPartPr/>
                <p14:nvPr/>
              </p14:nvContentPartPr>
              <p14:xfrm>
                <a:off x="6747360" y="4324488"/>
                <a:ext cx="51840" cy="219240"/>
              </p14:xfrm>
            </p:contentPart>
          </mc:Choice>
          <mc:Fallback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DB9E6743-7926-5013-47FF-AC3A075C8A9C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6729720" y="4306848"/>
                  <a:ext cx="87480" cy="25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0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5883421F-A218-66E8-0BE7-CA2814FAC0DD}"/>
                    </a:ext>
                  </a:extLst>
                </p14:cNvPr>
                <p14:cNvContentPartPr/>
                <p14:nvPr/>
              </p14:nvContentPartPr>
              <p14:xfrm>
                <a:off x="6731160" y="4219368"/>
                <a:ext cx="162360" cy="160560"/>
              </p14:xfrm>
            </p:contentPart>
          </mc:Choice>
          <mc:Fallback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5883421F-A218-66E8-0BE7-CA2814FAC0DD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6713160" y="4201368"/>
                  <a:ext cx="19800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2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5179CD71-9AF4-95DD-3827-132877449ECF}"/>
                    </a:ext>
                  </a:extLst>
                </p14:cNvPr>
                <p14:cNvContentPartPr/>
                <p14:nvPr/>
              </p14:nvContentPartPr>
              <p14:xfrm>
                <a:off x="6970920" y="4143408"/>
                <a:ext cx="162360" cy="167040"/>
              </p14:xfrm>
            </p:contentPart>
          </mc:Choice>
          <mc:Fallback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5179CD71-9AF4-95DD-3827-132877449ECF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6953280" y="4125408"/>
                  <a:ext cx="198000" cy="202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5" name="Group 324">
            <a:extLst>
              <a:ext uri="{FF2B5EF4-FFF2-40B4-BE49-F238E27FC236}">
                <a16:creationId xmlns:a16="http://schemas.microsoft.com/office/drawing/2014/main" id="{2C1A9E51-0441-C670-7E9E-94892916F1D2}"/>
              </a:ext>
            </a:extLst>
          </p:cNvPr>
          <p:cNvGrpSpPr/>
          <p:nvPr/>
        </p:nvGrpSpPr>
        <p:grpSpPr>
          <a:xfrm>
            <a:off x="6857880" y="4626528"/>
            <a:ext cx="745200" cy="428760"/>
            <a:chOff x="6857880" y="4626528"/>
            <a:chExt cx="745200" cy="428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14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8B9E03BF-002E-82D5-C0B6-3BB8C1E5376C}"/>
                    </a:ext>
                  </a:extLst>
                </p14:cNvPr>
                <p14:cNvContentPartPr/>
                <p14:nvPr/>
              </p14:nvContentPartPr>
              <p14:xfrm>
                <a:off x="7040400" y="4730208"/>
                <a:ext cx="130680" cy="206640"/>
              </p14:xfrm>
            </p:contentPart>
          </mc:Choice>
          <mc:Fallback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8B9E03BF-002E-82D5-C0B6-3BB8C1E5376C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7022400" y="4712208"/>
                  <a:ext cx="16632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6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AF25DCAD-19C0-7B59-2DC6-770235136636}"/>
                    </a:ext>
                  </a:extLst>
                </p14:cNvPr>
                <p14:cNvContentPartPr/>
                <p14:nvPr/>
              </p14:nvContentPartPr>
              <p14:xfrm>
                <a:off x="7303920" y="4734168"/>
                <a:ext cx="140760" cy="200880"/>
              </p14:xfrm>
            </p:contentPart>
          </mc:Choice>
          <mc:Fallback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AF25DCAD-19C0-7B59-2DC6-770235136636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7286280" y="4716168"/>
                  <a:ext cx="17640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8">
              <p14:nvContentPartPr>
                <p14:cNvPr id="322" name="Ink 321">
                  <a:extLst>
                    <a:ext uri="{FF2B5EF4-FFF2-40B4-BE49-F238E27FC236}">
                      <a16:creationId xmlns:a16="http://schemas.microsoft.com/office/drawing/2014/main" id="{4946E66B-BA21-9A48-4E3C-9912EEEE1D25}"/>
                    </a:ext>
                  </a:extLst>
                </p14:cNvPr>
                <p14:cNvContentPartPr/>
                <p14:nvPr/>
              </p14:nvContentPartPr>
              <p14:xfrm>
                <a:off x="7447560" y="4626528"/>
                <a:ext cx="155520" cy="205200"/>
              </p14:xfrm>
            </p:contentPart>
          </mc:Choice>
          <mc:Fallback>
            <p:pic>
              <p:nvPicPr>
                <p:cNvPr id="322" name="Ink 321">
                  <a:extLst>
                    <a:ext uri="{FF2B5EF4-FFF2-40B4-BE49-F238E27FC236}">
                      <a16:creationId xmlns:a16="http://schemas.microsoft.com/office/drawing/2014/main" id="{4946E66B-BA21-9A48-4E3C-9912EEEE1D25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7429560" y="4608528"/>
                  <a:ext cx="19116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0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B1304AEF-6276-25BE-EF14-F07B6656FD31}"/>
                    </a:ext>
                  </a:extLst>
                </p14:cNvPr>
                <p14:cNvContentPartPr/>
                <p14:nvPr/>
              </p14:nvContentPartPr>
              <p14:xfrm>
                <a:off x="6865080" y="4941528"/>
                <a:ext cx="121680" cy="91440"/>
              </p14:xfrm>
            </p:contentPart>
          </mc:Choice>
          <mc:Fallback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B1304AEF-6276-25BE-EF14-F07B6656FD31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6847440" y="4923888"/>
                  <a:ext cx="15732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2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C625E355-3DEF-DDFF-AF16-3914CF9EBE53}"/>
                    </a:ext>
                  </a:extLst>
                </p14:cNvPr>
                <p14:cNvContentPartPr/>
                <p14:nvPr/>
              </p14:nvContentPartPr>
              <p14:xfrm>
                <a:off x="6857880" y="4937928"/>
                <a:ext cx="102600" cy="117360"/>
              </p14:xfrm>
            </p:contentPart>
          </mc:Choice>
          <mc:Fallback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C625E355-3DEF-DDFF-AF16-3914CF9EBE53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6839880" y="4919928"/>
                  <a:ext cx="138240" cy="153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4" name="Group 333">
            <a:extLst>
              <a:ext uri="{FF2B5EF4-FFF2-40B4-BE49-F238E27FC236}">
                <a16:creationId xmlns:a16="http://schemas.microsoft.com/office/drawing/2014/main" id="{F6EABAC6-EA23-A8A2-6213-47457FCEF2BB}"/>
              </a:ext>
            </a:extLst>
          </p:cNvPr>
          <p:cNvGrpSpPr/>
          <p:nvPr/>
        </p:nvGrpSpPr>
        <p:grpSpPr>
          <a:xfrm>
            <a:off x="1266000" y="4356168"/>
            <a:ext cx="3539160" cy="1954440"/>
            <a:chOff x="1266000" y="4356168"/>
            <a:chExt cx="3539160" cy="1954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4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520634C7-DFB8-2AB8-A2AF-91A76786E998}"/>
                    </a:ext>
                  </a:extLst>
                </p14:cNvPr>
                <p14:cNvContentPartPr/>
                <p14:nvPr/>
              </p14:nvContentPartPr>
              <p14:xfrm>
                <a:off x="4156080" y="4884648"/>
                <a:ext cx="418680" cy="330480"/>
              </p14:xfrm>
            </p:contentPart>
          </mc:Choice>
          <mc:Fallback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520634C7-DFB8-2AB8-A2AF-91A76786E998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4138440" y="4867008"/>
                  <a:ext cx="454320" cy="36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6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6578BF70-F39E-3707-A8ED-8873BA9E803E}"/>
                    </a:ext>
                  </a:extLst>
                </p14:cNvPr>
                <p14:cNvContentPartPr/>
                <p14:nvPr/>
              </p14:nvContentPartPr>
              <p14:xfrm>
                <a:off x="4108920" y="5251488"/>
                <a:ext cx="478800" cy="338040"/>
              </p14:xfrm>
            </p:contentPart>
          </mc:Choice>
          <mc:Fallback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6578BF70-F39E-3707-A8ED-8873BA9E803E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4091280" y="5233848"/>
                  <a:ext cx="51444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8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AF97CB68-3467-4FC3-4804-326B67739AB8}"/>
                    </a:ext>
                  </a:extLst>
                </p14:cNvPr>
                <p14:cNvContentPartPr/>
                <p14:nvPr/>
              </p14:nvContentPartPr>
              <p14:xfrm>
                <a:off x="1585320" y="4626528"/>
                <a:ext cx="91440" cy="1467720"/>
              </p14:xfrm>
            </p:contentPart>
          </mc:Choice>
          <mc:Fallback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AF97CB68-3467-4FC3-4804-326B67739AB8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1567320" y="4608888"/>
                  <a:ext cx="127080" cy="150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0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1F62CE5C-B351-58E0-5FE9-7A6033891A18}"/>
                    </a:ext>
                  </a:extLst>
                </p14:cNvPr>
                <p14:cNvContentPartPr/>
                <p14:nvPr/>
              </p14:nvContentPartPr>
              <p14:xfrm>
                <a:off x="1600800" y="4660008"/>
                <a:ext cx="1271520" cy="123120"/>
              </p14:xfrm>
            </p:contentPart>
          </mc:Choice>
          <mc:Fallback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1F62CE5C-B351-58E0-5FE9-7A6033891A18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1582800" y="4642368"/>
                  <a:ext cx="130716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2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9909443E-15B7-C577-191C-C9F417DB5440}"/>
                    </a:ext>
                  </a:extLst>
                </p14:cNvPr>
                <p14:cNvContentPartPr/>
                <p14:nvPr/>
              </p14:nvContentPartPr>
              <p14:xfrm>
                <a:off x="1579200" y="4753248"/>
                <a:ext cx="1326960" cy="1455840"/>
              </p14:xfrm>
            </p:contentPart>
          </mc:Choice>
          <mc:Fallback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9909443E-15B7-C577-191C-C9F417DB5440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1561560" y="4735248"/>
                  <a:ext cx="1362600" cy="149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4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FAB315BC-DAD7-579E-3125-7D5BE7C964A2}"/>
                    </a:ext>
                  </a:extLst>
                </p14:cNvPr>
                <p14:cNvContentPartPr/>
                <p14:nvPr/>
              </p14:nvContentPartPr>
              <p14:xfrm>
                <a:off x="1358160" y="4849728"/>
                <a:ext cx="411120" cy="105480"/>
              </p14:xfrm>
            </p:contentPart>
          </mc:Choice>
          <mc:Fallback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FAB315BC-DAD7-579E-3125-7D5BE7C964A2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1340520" y="4831728"/>
                  <a:ext cx="44676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6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3918B18D-EA74-06DF-5A18-CC1BA9B60573}"/>
                    </a:ext>
                  </a:extLst>
                </p14:cNvPr>
                <p14:cNvContentPartPr/>
                <p14:nvPr/>
              </p14:nvContentPartPr>
              <p14:xfrm>
                <a:off x="1266000" y="5152488"/>
                <a:ext cx="523800" cy="39600"/>
              </p14:xfrm>
            </p:contentPart>
          </mc:Choice>
          <mc:Fallback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3918B18D-EA74-06DF-5A18-CC1BA9B60573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1248000" y="5134488"/>
                  <a:ext cx="55944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8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259425EA-B3DC-8C4A-21B4-5C3535B62D12}"/>
                    </a:ext>
                  </a:extLst>
                </p14:cNvPr>
                <p14:cNvContentPartPr/>
                <p14:nvPr/>
              </p14:nvContentPartPr>
              <p14:xfrm>
                <a:off x="1304520" y="5445888"/>
                <a:ext cx="510840" cy="63720"/>
              </p14:xfrm>
            </p:contentPart>
          </mc:Choice>
          <mc:Fallback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259425EA-B3DC-8C4A-21B4-5C3535B62D12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1286520" y="5427888"/>
                  <a:ext cx="54648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0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1CC34E38-F668-4E5B-5FC9-735A404E127D}"/>
                    </a:ext>
                  </a:extLst>
                </p14:cNvPr>
                <p14:cNvContentPartPr/>
                <p14:nvPr/>
              </p14:nvContentPartPr>
              <p14:xfrm>
                <a:off x="1321440" y="5828928"/>
                <a:ext cx="522360" cy="32400"/>
              </p14:xfrm>
            </p:contentPart>
          </mc:Choice>
          <mc:Fallback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1CC34E38-F668-4E5B-5FC9-735A404E127D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1303440" y="5811288"/>
                  <a:ext cx="55800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2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6EAE7D66-0723-2D3E-9F31-1C8E0005BB98}"/>
                    </a:ext>
                  </a:extLst>
                </p14:cNvPr>
                <p14:cNvContentPartPr/>
                <p14:nvPr/>
              </p14:nvContentPartPr>
              <p14:xfrm>
                <a:off x="2618160" y="5019288"/>
                <a:ext cx="544680" cy="57960"/>
              </p14:xfrm>
            </p:contentPart>
          </mc:Choice>
          <mc:Fallback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6EAE7D66-0723-2D3E-9F31-1C8E0005BB98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2600520" y="5001648"/>
                  <a:ext cx="58032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4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BA9B2E72-364A-5FBA-D80C-1C61A6285EC0}"/>
                    </a:ext>
                  </a:extLst>
                </p14:cNvPr>
                <p14:cNvContentPartPr/>
                <p14:nvPr/>
              </p14:nvContentPartPr>
              <p14:xfrm>
                <a:off x="2594760" y="5370648"/>
                <a:ext cx="536400" cy="29160"/>
              </p14:xfrm>
            </p:contentPart>
          </mc:Choice>
          <mc:Fallback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BA9B2E72-364A-5FBA-D80C-1C61A6285EC0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2576760" y="5353008"/>
                  <a:ext cx="57204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6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A17A66D6-A139-F37B-2D5C-F4F04FACFB9A}"/>
                    </a:ext>
                  </a:extLst>
                </p14:cNvPr>
                <p14:cNvContentPartPr/>
                <p14:nvPr/>
              </p14:nvContentPartPr>
              <p14:xfrm>
                <a:off x="2674680" y="5640648"/>
                <a:ext cx="544680" cy="23040"/>
              </p14:xfrm>
            </p:contentPart>
          </mc:Choice>
          <mc:Fallback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A17A66D6-A139-F37B-2D5C-F4F04FACFB9A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2656680" y="5623008"/>
                  <a:ext cx="58032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8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8272D896-0F0D-362E-3862-4FF190F6C535}"/>
                    </a:ext>
                  </a:extLst>
                </p14:cNvPr>
                <p14:cNvContentPartPr/>
                <p14:nvPr/>
              </p14:nvContentPartPr>
              <p14:xfrm>
                <a:off x="2704920" y="5818488"/>
                <a:ext cx="501840" cy="61560"/>
              </p14:xfrm>
            </p:contentPart>
          </mc:Choice>
          <mc:Fallback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8272D896-0F0D-362E-3862-4FF190F6C535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2687280" y="5800848"/>
                  <a:ext cx="53748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0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0AF2E03D-A1B9-47DC-6315-4AE538B6A144}"/>
                    </a:ext>
                  </a:extLst>
                </p14:cNvPr>
                <p14:cNvContentPartPr/>
                <p14:nvPr/>
              </p14:nvContentPartPr>
              <p14:xfrm>
                <a:off x="3199920" y="5298288"/>
                <a:ext cx="154800" cy="143640"/>
              </p14:xfrm>
            </p:contentPart>
          </mc:Choice>
          <mc:Fallback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0AF2E03D-A1B9-47DC-6315-4AE538B6A144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3182280" y="5280288"/>
                  <a:ext cx="19044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2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F49D641E-72B4-85C4-CCB5-79CF04AE5AEB}"/>
                    </a:ext>
                  </a:extLst>
                </p14:cNvPr>
                <p14:cNvContentPartPr/>
                <p14:nvPr/>
              </p14:nvContentPartPr>
              <p14:xfrm>
                <a:off x="3250320" y="5288928"/>
                <a:ext cx="103320" cy="119880"/>
              </p14:xfrm>
            </p:contentPart>
          </mc:Choice>
          <mc:Fallback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F49D641E-72B4-85C4-CCB5-79CF04AE5AEB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3232680" y="5271288"/>
                  <a:ext cx="13896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4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225512A3-D2F0-47BF-E2BD-D048FBE5270B}"/>
                    </a:ext>
                  </a:extLst>
                </p14:cNvPr>
                <p14:cNvContentPartPr/>
                <p14:nvPr/>
              </p14:nvContentPartPr>
              <p14:xfrm>
                <a:off x="3091560" y="5370288"/>
                <a:ext cx="259920" cy="168120"/>
              </p14:xfrm>
            </p:contentPart>
          </mc:Choice>
          <mc:Fallback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225512A3-D2F0-47BF-E2BD-D048FBE5270B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3073560" y="5352648"/>
                  <a:ext cx="29556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6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DD9CA298-410F-11E4-BA36-532A63952DA5}"/>
                    </a:ext>
                  </a:extLst>
                </p14:cNvPr>
                <p14:cNvContentPartPr/>
                <p14:nvPr/>
              </p14:nvContentPartPr>
              <p14:xfrm>
                <a:off x="3340320" y="5174448"/>
                <a:ext cx="118800" cy="217080"/>
              </p14:xfrm>
            </p:contentPart>
          </mc:Choice>
          <mc:Fallback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DD9CA298-410F-11E4-BA36-532A63952DA5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3322320" y="5156808"/>
                  <a:ext cx="15444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8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1863ACCA-8950-D281-E896-F68144245C11}"/>
                    </a:ext>
                  </a:extLst>
                </p14:cNvPr>
                <p14:cNvContentPartPr/>
                <p14:nvPr/>
              </p14:nvContentPartPr>
              <p14:xfrm>
                <a:off x="3507000" y="4968888"/>
                <a:ext cx="72720" cy="107640"/>
              </p14:xfrm>
            </p:contentPart>
          </mc:Choice>
          <mc:Fallback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1863ACCA-8950-D281-E896-F68144245C11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3489000" y="4950888"/>
                  <a:ext cx="10836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0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0442B824-3C38-B90C-352E-ABF2642DC27D}"/>
                    </a:ext>
                  </a:extLst>
                </p14:cNvPr>
                <p14:cNvContentPartPr/>
                <p14:nvPr/>
              </p14:nvContentPartPr>
              <p14:xfrm>
                <a:off x="3402960" y="5041608"/>
                <a:ext cx="124560" cy="100080"/>
              </p14:xfrm>
            </p:contentPart>
          </mc:Choice>
          <mc:Fallback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0442B824-3C38-B90C-352E-ABF2642DC27D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3385320" y="5023608"/>
                  <a:ext cx="16020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2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A5CA3709-7CCB-3E10-A489-096E276071F1}"/>
                    </a:ext>
                  </a:extLst>
                </p14:cNvPr>
                <p14:cNvContentPartPr/>
                <p14:nvPr/>
              </p14:nvContentPartPr>
              <p14:xfrm>
                <a:off x="3565680" y="4869528"/>
                <a:ext cx="121680" cy="162720"/>
              </p14:xfrm>
            </p:contentPart>
          </mc:Choice>
          <mc:Fallback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A5CA3709-7CCB-3E10-A489-096E276071F1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3547680" y="4851528"/>
                  <a:ext cx="15732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4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676151B0-E80B-B931-D5E7-EA59697DB37C}"/>
                    </a:ext>
                  </a:extLst>
                </p14:cNvPr>
                <p14:cNvContentPartPr/>
                <p14:nvPr/>
              </p14:nvContentPartPr>
              <p14:xfrm>
                <a:off x="4104600" y="6118728"/>
                <a:ext cx="149040" cy="108000"/>
              </p14:xfrm>
            </p:contentPart>
          </mc:Choice>
          <mc:Fallback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676151B0-E80B-B931-D5E7-EA59697DB37C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4086600" y="6100728"/>
                  <a:ext cx="18468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6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0615CD4E-26DF-C3F5-88C8-F1AFC1F0533D}"/>
                    </a:ext>
                  </a:extLst>
                </p14:cNvPr>
                <p14:cNvContentPartPr/>
                <p14:nvPr/>
              </p14:nvContentPartPr>
              <p14:xfrm>
                <a:off x="4287120" y="5897328"/>
                <a:ext cx="173520" cy="217800"/>
              </p14:xfrm>
            </p:contentPart>
          </mc:Choice>
          <mc:Fallback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0615CD4E-26DF-C3F5-88C8-F1AFC1F0533D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4269480" y="5879688"/>
                  <a:ext cx="20916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8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A618CA9B-25C3-9569-05FB-41DBE29AE988}"/>
                    </a:ext>
                  </a:extLst>
                </p14:cNvPr>
                <p14:cNvContentPartPr/>
                <p14:nvPr/>
              </p14:nvContentPartPr>
              <p14:xfrm>
                <a:off x="4566480" y="6089568"/>
                <a:ext cx="93960" cy="221040"/>
              </p14:xfrm>
            </p:contentPart>
          </mc:Choice>
          <mc:Fallback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A618CA9B-25C3-9569-05FB-41DBE29AE988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4548480" y="6071928"/>
                  <a:ext cx="12960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0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659851EB-27C5-84B9-710E-9440F14AD397}"/>
                    </a:ext>
                  </a:extLst>
                </p14:cNvPr>
                <p14:cNvContentPartPr/>
                <p14:nvPr/>
              </p14:nvContentPartPr>
              <p14:xfrm>
                <a:off x="4697160" y="6030888"/>
                <a:ext cx="108000" cy="166320"/>
              </p14:xfrm>
            </p:contentPart>
          </mc:Choice>
          <mc:Fallback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659851EB-27C5-84B9-710E-9440F14AD397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4679520" y="6012888"/>
                  <a:ext cx="14364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2">
              <p14:nvContentPartPr>
                <p14:cNvPr id="331" name="Ink 330">
                  <a:extLst>
                    <a:ext uri="{FF2B5EF4-FFF2-40B4-BE49-F238E27FC236}">
                      <a16:creationId xmlns:a16="http://schemas.microsoft.com/office/drawing/2014/main" id="{E04574D1-1DC9-2EF5-605E-565D56EFB272}"/>
                    </a:ext>
                  </a:extLst>
                </p14:cNvPr>
                <p14:cNvContentPartPr/>
                <p14:nvPr/>
              </p14:nvContentPartPr>
              <p14:xfrm>
                <a:off x="3734160" y="4356168"/>
                <a:ext cx="856080" cy="494640"/>
              </p14:xfrm>
            </p:contentPart>
          </mc:Choice>
          <mc:Fallback>
            <p:pic>
              <p:nvPicPr>
                <p:cNvPr id="331" name="Ink 330">
                  <a:extLst>
                    <a:ext uri="{FF2B5EF4-FFF2-40B4-BE49-F238E27FC236}">
                      <a16:creationId xmlns:a16="http://schemas.microsoft.com/office/drawing/2014/main" id="{E04574D1-1DC9-2EF5-605E-565D56EFB272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3716520" y="4338168"/>
                  <a:ext cx="891720" cy="530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3" name="Group 332">
            <a:extLst>
              <a:ext uri="{FF2B5EF4-FFF2-40B4-BE49-F238E27FC236}">
                <a16:creationId xmlns:a16="http://schemas.microsoft.com/office/drawing/2014/main" id="{94843C2B-20E1-B312-891F-F5FD1ACF7D5C}"/>
              </a:ext>
            </a:extLst>
          </p:cNvPr>
          <p:cNvGrpSpPr/>
          <p:nvPr/>
        </p:nvGrpSpPr>
        <p:grpSpPr>
          <a:xfrm>
            <a:off x="6470160" y="5192448"/>
            <a:ext cx="1187640" cy="931680"/>
            <a:chOff x="6470160" y="5192448"/>
            <a:chExt cx="1187640" cy="931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74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ABA9CF04-081F-5F5E-4F8B-14330B418137}"/>
                    </a:ext>
                  </a:extLst>
                </p14:cNvPr>
                <p14:cNvContentPartPr/>
                <p14:nvPr/>
              </p14:nvContentPartPr>
              <p14:xfrm>
                <a:off x="7218240" y="5394048"/>
                <a:ext cx="93240" cy="119880"/>
              </p14:xfrm>
            </p:contentPart>
          </mc:Choice>
          <mc:Fallback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ABA9CF04-081F-5F5E-4F8B-14330B418137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7200240" y="5376048"/>
                  <a:ext cx="12888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6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438C92F7-E805-BD95-8B0F-8D1995C4089E}"/>
                    </a:ext>
                  </a:extLst>
                </p14:cNvPr>
                <p14:cNvContentPartPr/>
                <p14:nvPr/>
              </p14:nvContentPartPr>
              <p14:xfrm>
                <a:off x="7368720" y="5353728"/>
                <a:ext cx="162720" cy="110160"/>
              </p14:xfrm>
            </p:contentPart>
          </mc:Choice>
          <mc:Fallback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438C92F7-E805-BD95-8B0F-8D1995C4089E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7350720" y="5335728"/>
                  <a:ext cx="19836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8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E1FCA45C-3808-72E9-DDB8-EFF14F865D5B}"/>
                    </a:ext>
                  </a:extLst>
                </p14:cNvPr>
                <p14:cNvContentPartPr/>
                <p14:nvPr/>
              </p14:nvContentPartPr>
              <p14:xfrm>
                <a:off x="7542600" y="5230608"/>
                <a:ext cx="115200" cy="116640"/>
              </p14:xfrm>
            </p:contentPart>
          </mc:Choice>
          <mc:Fallback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E1FCA45C-3808-72E9-DDB8-EFF14F865D5B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7524960" y="5212608"/>
                  <a:ext cx="15084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0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59ECEDBD-6058-4910-8F9F-788A87FE0B29}"/>
                    </a:ext>
                  </a:extLst>
                </p14:cNvPr>
                <p14:cNvContentPartPr/>
                <p14:nvPr/>
              </p14:nvContentPartPr>
              <p14:xfrm>
                <a:off x="7560240" y="5192448"/>
                <a:ext cx="79560" cy="138240"/>
              </p14:xfrm>
            </p:contentPart>
          </mc:Choice>
          <mc:Fallback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59ECEDBD-6058-4910-8F9F-788A87FE0B29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7542600" y="5174448"/>
                  <a:ext cx="11520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2">
              <p14:nvContentPartPr>
                <p14:cNvPr id="332" name="Ink 331">
                  <a:extLst>
                    <a:ext uri="{FF2B5EF4-FFF2-40B4-BE49-F238E27FC236}">
                      <a16:creationId xmlns:a16="http://schemas.microsoft.com/office/drawing/2014/main" id="{1892231A-C3F0-672C-221C-B99D993F4BC5}"/>
                    </a:ext>
                  </a:extLst>
                </p14:cNvPr>
                <p14:cNvContentPartPr/>
                <p14:nvPr/>
              </p14:nvContentPartPr>
              <p14:xfrm>
                <a:off x="6470160" y="5586288"/>
                <a:ext cx="1021320" cy="537840"/>
              </p14:xfrm>
            </p:contentPart>
          </mc:Choice>
          <mc:Fallback>
            <p:pic>
              <p:nvPicPr>
                <p:cNvPr id="332" name="Ink 331">
                  <a:extLst>
                    <a:ext uri="{FF2B5EF4-FFF2-40B4-BE49-F238E27FC236}">
                      <a16:creationId xmlns:a16="http://schemas.microsoft.com/office/drawing/2014/main" id="{1892231A-C3F0-672C-221C-B99D993F4BC5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6452160" y="5568648"/>
                  <a:ext cx="1056960" cy="5734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2310366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D90F2-0586-4D0D-F206-9C73D6F51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 Amp Water Analogy</a:t>
            </a:r>
          </a:p>
        </p:txBody>
      </p:sp>
      <p:pic>
        <p:nvPicPr>
          <p:cNvPr id="6" name="Content Placeholder 5" descr="Diagram of an amp and vacuum&#10;&#10;Description automatically generated with medium confidence">
            <a:extLst>
              <a:ext uri="{FF2B5EF4-FFF2-40B4-BE49-F238E27FC236}">
                <a16:creationId xmlns:a16="http://schemas.microsoft.com/office/drawing/2014/main" id="{4A151A45-F410-7CCA-5CF6-8073F71CFDB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846" y="1622066"/>
            <a:ext cx="6484961" cy="4237141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FADDDE-7172-A4ED-AA55-A002ACB49D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6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5A8CA3EA-8679-D184-E351-06D47F498474}"/>
              </a:ext>
            </a:extLst>
          </p:cNvPr>
          <p:cNvGrpSpPr/>
          <p:nvPr/>
        </p:nvGrpSpPr>
        <p:grpSpPr>
          <a:xfrm>
            <a:off x="8725502" y="368665"/>
            <a:ext cx="828720" cy="550800"/>
            <a:chOff x="8725502" y="368665"/>
            <a:chExt cx="828720" cy="550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600D1B79-5950-3E24-39E3-63DB4924E096}"/>
                    </a:ext>
                  </a:extLst>
                </p14:cNvPr>
                <p14:cNvContentPartPr/>
                <p14:nvPr/>
              </p14:nvContentPartPr>
              <p14:xfrm>
                <a:off x="8725502" y="583585"/>
                <a:ext cx="14400" cy="3358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600D1B79-5950-3E24-39E3-63DB4924E096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8707502" y="565945"/>
                  <a:ext cx="50040" cy="37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6F7117A8-E4FF-5866-85C6-13605EB57F51}"/>
                    </a:ext>
                  </a:extLst>
                </p14:cNvPr>
                <p14:cNvContentPartPr/>
                <p14:nvPr/>
              </p14:nvContentPartPr>
              <p14:xfrm>
                <a:off x="8738462" y="613825"/>
                <a:ext cx="179640" cy="1760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6F7117A8-E4FF-5866-85C6-13605EB57F51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8720822" y="595825"/>
                  <a:ext cx="21528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2BFBEA55-297A-EB3E-1EFC-481B1A1B5D4C}"/>
                    </a:ext>
                  </a:extLst>
                </p14:cNvPr>
                <p14:cNvContentPartPr/>
                <p14:nvPr/>
              </p14:nvContentPartPr>
              <p14:xfrm>
                <a:off x="8780942" y="715705"/>
                <a:ext cx="54360" cy="493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2BFBEA55-297A-EB3E-1EFC-481B1A1B5D4C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8762942" y="698065"/>
                  <a:ext cx="9000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AC3DE195-2AE8-8275-854B-750AB07795C4}"/>
                    </a:ext>
                  </a:extLst>
                </p14:cNvPr>
                <p14:cNvContentPartPr/>
                <p14:nvPr/>
              </p14:nvContentPartPr>
              <p14:xfrm>
                <a:off x="8963102" y="689065"/>
                <a:ext cx="91440" cy="597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AC3DE195-2AE8-8275-854B-750AB07795C4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8945462" y="671425"/>
                  <a:ext cx="12708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11CB01B2-8ED4-4404-D5F5-C95024CD74A8}"/>
                    </a:ext>
                  </a:extLst>
                </p14:cNvPr>
                <p14:cNvContentPartPr/>
                <p14:nvPr/>
              </p14:nvContentPartPr>
              <p14:xfrm>
                <a:off x="9117542" y="591145"/>
                <a:ext cx="70920" cy="2278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11CB01B2-8ED4-4404-D5F5-C95024CD74A8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9099542" y="573505"/>
                  <a:ext cx="10656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A7D19C6D-A4FC-03D1-DE6B-58DBD9660D55}"/>
                    </a:ext>
                  </a:extLst>
                </p14:cNvPr>
                <p14:cNvContentPartPr/>
                <p14:nvPr/>
              </p14:nvContentPartPr>
              <p14:xfrm>
                <a:off x="9234902" y="610945"/>
                <a:ext cx="126360" cy="1317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A7D19C6D-A4FC-03D1-DE6B-58DBD9660D55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9216902" y="592945"/>
                  <a:ext cx="16200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198A979-DB74-18E5-C613-D073B3627DF6}"/>
                    </a:ext>
                  </a:extLst>
                </p14:cNvPr>
                <p14:cNvContentPartPr/>
                <p14:nvPr/>
              </p14:nvContentPartPr>
              <p14:xfrm>
                <a:off x="9344342" y="368665"/>
                <a:ext cx="209880" cy="2210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198A979-DB74-18E5-C613-D073B3627DF6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9326342" y="351025"/>
                  <a:ext cx="245520" cy="256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7728D3E8-D679-6EB3-1278-4B89E1CA99F2}"/>
              </a:ext>
            </a:extLst>
          </p:cNvPr>
          <p:cNvGrpSpPr/>
          <p:nvPr/>
        </p:nvGrpSpPr>
        <p:grpSpPr>
          <a:xfrm>
            <a:off x="7300622" y="1255345"/>
            <a:ext cx="4329000" cy="3255120"/>
            <a:chOff x="7300622" y="1255345"/>
            <a:chExt cx="4329000" cy="3255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361E745F-97B8-9148-D608-D40828A1E68A}"/>
                    </a:ext>
                  </a:extLst>
                </p14:cNvPr>
                <p14:cNvContentPartPr/>
                <p14:nvPr/>
              </p14:nvContentPartPr>
              <p14:xfrm>
                <a:off x="8585102" y="1255345"/>
                <a:ext cx="68400" cy="16362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361E745F-97B8-9148-D608-D40828A1E68A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8567462" y="1237345"/>
                  <a:ext cx="104040" cy="167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993522A0-EF85-BE09-D6C0-71B9CF2CC01B}"/>
                    </a:ext>
                  </a:extLst>
                </p14:cNvPr>
                <p14:cNvContentPartPr/>
                <p14:nvPr/>
              </p14:nvContentPartPr>
              <p14:xfrm>
                <a:off x="8593382" y="1355425"/>
                <a:ext cx="1131840" cy="14396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993522A0-EF85-BE09-D6C0-71B9CF2CC01B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8575742" y="1337425"/>
                  <a:ext cx="1167480" cy="147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5F1556C4-1AB4-DA36-E050-63EE704A7F86}"/>
                    </a:ext>
                  </a:extLst>
                </p14:cNvPr>
                <p14:cNvContentPartPr/>
                <p14:nvPr/>
              </p14:nvContentPartPr>
              <p14:xfrm>
                <a:off x="8754302" y="1848985"/>
                <a:ext cx="93240" cy="396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5F1556C4-1AB4-DA36-E050-63EE704A7F86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8736662" y="1831345"/>
                  <a:ext cx="12888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7D211491-8821-079E-16B9-7472ECD67A9B}"/>
                    </a:ext>
                  </a:extLst>
                </p14:cNvPr>
                <p14:cNvContentPartPr/>
                <p14:nvPr/>
              </p14:nvContentPartPr>
              <p14:xfrm>
                <a:off x="8771942" y="2368105"/>
                <a:ext cx="168480" cy="18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7D211491-8821-079E-16B9-7472ECD67A9B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8754302" y="2350465"/>
                  <a:ext cx="20412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E023A45B-3ED2-564B-F9FA-2D0FD6DCB5F0}"/>
                    </a:ext>
                  </a:extLst>
                </p14:cNvPr>
                <p14:cNvContentPartPr/>
                <p14:nvPr/>
              </p14:nvContentPartPr>
              <p14:xfrm>
                <a:off x="8868422" y="2308705"/>
                <a:ext cx="30960" cy="2203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E023A45B-3ED2-564B-F9FA-2D0FD6DCB5F0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8850782" y="2291065"/>
                  <a:ext cx="6660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B7743C52-6F64-8376-671A-91F20A8F46DF}"/>
                    </a:ext>
                  </a:extLst>
                </p14:cNvPr>
                <p14:cNvContentPartPr/>
                <p14:nvPr/>
              </p14:nvContentPartPr>
              <p14:xfrm>
                <a:off x="7861142" y="1917745"/>
                <a:ext cx="757440" cy="370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B7743C52-6F64-8376-671A-91F20A8F46DF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7843502" y="1899745"/>
                  <a:ext cx="79308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0B430FC8-4565-E1E7-3A1C-95E544808ECA}"/>
                    </a:ext>
                  </a:extLst>
                </p14:cNvPr>
                <p14:cNvContentPartPr/>
                <p14:nvPr/>
              </p14:nvContentPartPr>
              <p14:xfrm>
                <a:off x="7835942" y="1865185"/>
                <a:ext cx="116640" cy="1202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0B430FC8-4565-E1E7-3A1C-95E544808ECA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7818302" y="1847185"/>
                  <a:ext cx="15228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9FDA3F8C-283B-DEE8-A439-B72D2279B308}"/>
                    </a:ext>
                  </a:extLst>
                </p14:cNvPr>
                <p14:cNvContentPartPr/>
                <p14:nvPr/>
              </p14:nvContentPartPr>
              <p14:xfrm>
                <a:off x="7901822" y="2428225"/>
                <a:ext cx="771480" cy="925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9FDA3F8C-283B-DEE8-A439-B72D2279B308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7883822" y="2410225"/>
                  <a:ext cx="80712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1F138A10-4B97-FBED-60AF-0D5C77E9D0BE}"/>
                    </a:ext>
                  </a:extLst>
                </p14:cNvPr>
                <p14:cNvContentPartPr/>
                <p14:nvPr/>
              </p14:nvContentPartPr>
              <p14:xfrm>
                <a:off x="7871942" y="2494825"/>
                <a:ext cx="174960" cy="1540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1F138A10-4B97-FBED-60AF-0D5C77E9D0BE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7853942" y="2477185"/>
                  <a:ext cx="21060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A8D07ADF-6AA1-51F1-B550-427BF2EDFCD0}"/>
                    </a:ext>
                  </a:extLst>
                </p14:cNvPr>
                <p14:cNvContentPartPr/>
                <p14:nvPr/>
              </p14:nvContentPartPr>
              <p14:xfrm>
                <a:off x="7300622" y="2531905"/>
                <a:ext cx="122040" cy="2620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A8D07ADF-6AA1-51F1-B550-427BF2EDFCD0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7282622" y="2513905"/>
                  <a:ext cx="157680" cy="29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FE38BF29-DF53-E1E7-FA27-5090BF9E3240}"/>
                    </a:ext>
                  </a:extLst>
                </p14:cNvPr>
                <p14:cNvContentPartPr/>
                <p14:nvPr/>
              </p14:nvContentPartPr>
              <p14:xfrm>
                <a:off x="7438862" y="2381425"/>
                <a:ext cx="178560" cy="2138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FE38BF29-DF53-E1E7-FA27-5090BF9E3240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7420862" y="2363785"/>
                  <a:ext cx="214200" cy="24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11B35F86-8B10-0F35-F531-828C8D3EDD28}"/>
                    </a:ext>
                  </a:extLst>
                </p14:cNvPr>
                <p14:cNvContentPartPr/>
                <p14:nvPr/>
              </p14:nvContentPartPr>
              <p14:xfrm>
                <a:off x="7303502" y="1762585"/>
                <a:ext cx="18000" cy="33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11B35F86-8B10-0F35-F531-828C8D3EDD28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7285502" y="1744585"/>
                  <a:ext cx="5364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0E23907D-F272-D08E-2ED1-5D6D36B73EB9}"/>
                    </a:ext>
                  </a:extLst>
                </p14:cNvPr>
                <p14:cNvContentPartPr/>
                <p14:nvPr/>
              </p14:nvContentPartPr>
              <p14:xfrm>
                <a:off x="7456862" y="1551265"/>
                <a:ext cx="133560" cy="1008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0E23907D-F272-D08E-2ED1-5D6D36B73EB9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7439222" y="1533625"/>
                  <a:ext cx="16920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F8C08F71-61E6-9792-03A3-2078949DC6A7}"/>
                    </a:ext>
                  </a:extLst>
                </p14:cNvPr>
                <p14:cNvContentPartPr/>
                <p14:nvPr/>
              </p14:nvContentPartPr>
              <p14:xfrm>
                <a:off x="7491422" y="1638025"/>
                <a:ext cx="110520" cy="1998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F8C08F71-61E6-9792-03A3-2078949DC6A7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7473782" y="1620385"/>
                  <a:ext cx="14616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B38AEB84-1BD2-3E91-548C-46624C3D1305}"/>
                    </a:ext>
                  </a:extLst>
                </p14:cNvPr>
                <p14:cNvContentPartPr/>
                <p14:nvPr/>
              </p14:nvContentPartPr>
              <p14:xfrm>
                <a:off x="9727022" y="1884985"/>
                <a:ext cx="1099080" cy="120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B38AEB84-1BD2-3E91-548C-46624C3D1305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9709022" y="1866985"/>
                  <a:ext cx="113472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F0950617-6890-7CF9-F87A-AED18C1881B6}"/>
                    </a:ext>
                  </a:extLst>
                </p14:cNvPr>
                <p14:cNvContentPartPr/>
                <p14:nvPr/>
              </p14:nvContentPartPr>
              <p14:xfrm>
                <a:off x="10818542" y="1857985"/>
                <a:ext cx="52920" cy="626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F0950617-6890-7CF9-F87A-AED18C1881B6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0800902" y="1840345"/>
                  <a:ext cx="8856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CAFDE1D3-9E14-B021-0140-0EAA56780B04}"/>
                    </a:ext>
                  </a:extLst>
                </p14:cNvPr>
                <p14:cNvContentPartPr/>
                <p14:nvPr/>
              </p14:nvContentPartPr>
              <p14:xfrm>
                <a:off x="10896302" y="1910545"/>
                <a:ext cx="6480" cy="86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CAFDE1D3-9E14-B021-0140-0EAA56780B04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0878302" y="1892545"/>
                  <a:ext cx="4212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B27C4E1E-EC44-6937-2D9D-07666ED65D68}"/>
                    </a:ext>
                  </a:extLst>
                </p14:cNvPr>
                <p14:cNvContentPartPr/>
                <p14:nvPr/>
              </p14:nvContentPartPr>
              <p14:xfrm>
                <a:off x="9061742" y="3197905"/>
                <a:ext cx="173880" cy="2746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B27C4E1E-EC44-6937-2D9D-07666ED65D68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9044102" y="3179905"/>
                  <a:ext cx="209520" cy="31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35BC4CBF-CEA3-50D7-DCEB-F314CF047716}"/>
                    </a:ext>
                  </a:extLst>
                </p14:cNvPr>
                <p14:cNvContentPartPr/>
                <p14:nvPr/>
              </p14:nvContentPartPr>
              <p14:xfrm>
                <a:off x="9403382" y="3228865"/>
                <a:ext cx="77400" cy="1645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35BC4CBF-CEA3-50D7-DCEB-F314CF047716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9385382" y="3211225"/>
                  <a:ext cx="11304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E4684551-5D8A-62E4-BF8B-EB0B4862479E}"/>
                    </a:ext>
                  </a:extLst>
                </p14:cNvPr>
                <p14:cNvContentPartPr/>
                <p14:nvPr/>
              </p14:nvContentPartPr>
              <p14:xfrm>
                <a:off x="9559622" y="3154345"/>
                <a:ext cx="172800" cy="1303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E4684551-5D8A-62E4-BF8B-EB0B4862479E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9541622" y="3136345"/>
                  <a:ext cx="20844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5E73CF01-4A6A-EF15-2F89-8B2E705F4DD3}"/>
                    </a:ext>
                  </a:extLst>
                </p14:cNvPr>
                <p14:cNvContentPartPr/>
                <p14:nvPr/>
              </p14:nvContentPartPr>
              <p14:xfrm>
                <a:off x="9745742" y="3034465"/>
                <a:ext cx="100440" cy="2347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5E73CF01-4A6A-EF15-2F89-8B2E705F4DD3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9727742" y="3016465"/>
                  <a:ext cx="136080" cy="27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37A6F249-ED33-F635-7913-AA93B88658E0}"/>
                    </a:ext>
                  </a:extLst>
                </p14:cNvPr>
                <p14:cNvContentPartPr/>
                <p14:nvPr/>
              </p14:nvContentPartPr>
              <p14:xfrm>
                <a:off x="9984422" y="3036625"/>
                <a:ext cx="15480" cy="36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37A6F249-ED33-F635-7913-AA93B88658E0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9966782" y="3018985"/>
                  <a:ext cx="5112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A1768E51-E398-FE72-E289-CB420A84DD3A}"/>
                    </a:ext>
                  </a:extLst>
                </p14:cNvPr>
                <p14:cNvContentPartPr/>
                <p14:nvPr/>
              </p14:nvContentPartPr>
              <p14:xfrm>
                <a:off x="9968222" y="2959585"/>
                <a:ext cx="108000" cy="1033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A1768E51-E398-FE72-E289-CB420A84DD3A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9950222" y="2941585"/>
                  <a:ext cx="14364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D80DA628-DAEA-B4B4-124B-BC28B4F174DF}"/>
                    </a:ext>
                  </a:extLst>
                </p14:cNvPr>
                <p14:cNvContentPartPr/>
                <p14:nvPr/>
              </p14:nvContentPartPr>
              <p14:xfrm>
                <a:off x="10028702" y="2766985"/>
                <a:ext cx="253800" cy="38700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D80DA628-DAEA-B4B4-124B-BC28B4F174DF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10010702" y="2748985"/>
                  <a:ext cx="289440" cy="42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3D58FB27-8D18-2353-4F3B-BDFC677E0DE4}"/>
                    </a:ext>
                  </a:extLst>
                </p14:cNvPr>
                <p14:cNvContentPartPr/>
                <p14:nvPr/>
              </p14:nvContentPartPr>
              <p14:xfrm>
                <a:off x="10186022" y="2801905"/>
                <a:ext cx="224640" cy="1512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3D58FB27-8D18-2353-4F3B-BDFC677E0DE4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10168382" y="2783905"/>
                  <a:ext cx="26028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BE763DDF-D578-3331-8823-0A282BCAA585}"/>
                    </a:ext>
                  </a:extLst>
                </p14:cNvPr>
                <p14:cNvContentPartPr/>
                <p14:nvPr/>
              </p14:nvContentPartPr>
              <p14:xfrm>
                <a:off x="10274222" y="2881825"/>
                <a:ext cx="91080" cy="766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BE763DDF-D578-3331-8823-0A282BCAA585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10256222" y="2863825"/>
                  <a:ext cx="12672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C76F89B5-83DB-0BDA-96BC-1692DC61E90A}"/>
                    </a:ext>
                  </a:extLst>
                </p14:cNvPr>
                <p14:cNvContentPartPr/>
                <p14:nvPr/>
              </p14:nvContentPartPr>
              <p14:xfrm>
                <a:off x="10528382" y="2826385"/>
                <a:ext cx="5040" cy="64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C76F89B5-83DB-0BDA-96BC-1692DC61E90A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10510382" y="2808385"/>
                  <a:ext cx="4068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EFC4AB7A-87E4-0395-5299-841E2513D117}"/>
                    </a:ext>
                  </a:extLst>
                </p14:cNvPr>
                <p14:cNvContentPartPr/>
                <p14:nvPr/>
              </p14:nvContentPartPr>
              <p14:xfrm>
                <a:off x="10525502" y="2495905"/>
                <a:ext cx="378360" cy="43524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EFC4AB7A-87E4-0395-5299-841E2513D117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0507502" y="2477905"/>
                  <a:ext cx="414000" cy="47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C534D5C7-3FE5-6445-2DBD-2B6CF0EFE36C}"/>
                    </a:ext>
                  </a:extLst>
                </p14:cNvPr>
                <p14:cNvContentPartPr/>
                <p14:nvPr/>
              </p14:nvContentPartPr>
              <p14:xfrm>
                <a:off x="10868222" y="2514625"/>
                <a:ext cx="3240" cy="136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C534D5C7-3FE5-6445-2DBD-2B6CF0EFE36C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10850222" y="2496985"/>
                  <a:ext cx="3888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412831C4-DF19-A21A-63EA-94C1D5917F2E}"/>
                    </a:ext>
                  </a:extLst>
                </p14:cNvPr>
                <p14:cNvContentPartPr/>
                <p14:nvPr/>
              </p14:nvContentPartPr>
              <p14:xfrm>
                <a:off x="10868582" y="2466745"/>
                <a:ext cx="150840" cy="3218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412831C4-DF19-A21A-63EA-94C1D5917F2E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10850582" y="2449105"/>
                  <a:ext cx="186480" cy="35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4FE1ECB3-AC08-98EB-8116-D258A39B243D}"/>
                    </a:ext>
                  </a:extLst>
                </p14:cNvPr>
                <p14:cNvContentPartPr/>
                <p14:nvPr/>
              </p14:nvContentPartPr>
              <p14:xfrm>
                <a:off x="11081702" y="2460625"/>
                <a:ext cx="102240" cy="846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4FE1ECB3-AC08-98EB-8116-D258A39B243D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1063702" y="2442985"/>
                  <a:ext cx="13788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5C6E3E9C-1A05-EDA0-58C0-ADCB72D5A88C}"/>
                    </a:ext>
                  </a:extLst>
                </p14:cNvPr>
                <p14:cNvContentPartPr/>
                <p14:nvPr/>
              </p14:nvContentPartPr>
              <p14:xfrm>
                <a:off x="11307422" y="2306185"/>
                <a:ext cx="7200" cy="489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5C6E3E9C-1A05-EDA0-58C0-ADCB72D5A88C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11289422" y="2288545"/>
                  <a:ext cx="4284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D9EFFCCA-AD8D-90BB-5548-ECAD806C2FC3}"/>
                    </a:ext>
                  </a:extLst>
                </p14:cNvPr>
                <p14:cNvContentPartPr/>
                <p14:nvPr/>
              </p14:nvContentPartPr>
              <p14:xfrm>
                <a:off x="11420462" y="2177665"/>
                <a:ext cx="66960" cy="349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D9EFFCCA-AD8D-90BB-5548-ECAD806C2FC3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11402462" y="2159665"/>
                  <a:ext cx="10260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91FD9037-20EC-3D70-AB5A-9351B2A447A6}"/>
                    </a:ext>
                  </a:extLst>
                </p14:cNvPr>
                <p14:cNvContentPartPr/>
                <p14:nvPr/>
              </p14:nvContentPartPr>
              <p14:xfrm>
                <a:off x="11439902" y="2218705"/>
                <a:ext cx="50760" cy="22392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91FD9037-20EC-3D70-AB5A-9351B2A447A6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11421902" y="2200705"/>
                  <a:ext cx="86400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0256012F-DF88-7AAF-4484-C897E9687E50}"/>
                    </a:ext>
                  </a:extLst>
                </p14:cNvPr>
                <p14:cNvContentPartPr/>
                <p14:nvPr/>
              </p14:nvContentPartPr>
              <p14:xfrm>
                <a:off x="11534582" y="2049865"/>
                <a:ext cx="95040" cy="5698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0256012F-DF88-7AAF-4484-C897E9687E50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1516942" y="2031865"/>
                  <a:ext cx="130680" cy="60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3E37CFFF-F9CB-3F66-D457-3A67448DBA30}"/>
                    </a:ext>
                  </a:extLst>
                </p14:cNvPr>
                <p14:cNvContentPartPr/>
                <p14:nvPr/>
              </p14:nvContentPartPr>
              <p14:xfrm>
                <a:off x="9967142" y="3830425"/>
                <a:ext cx="81360" cy="561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3E37CFFF-F9CB-3F66-D457-3A67448DBA30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9949142" y="3812425"/>
                  <a:ext cx="11700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65006FDE-C921-5AD9-1E98-353DBE1FDD37}"/>
                    </a:ext>
                  </a:extLst>
                </p14:cNvPr>
                <p14:cNvContentPartPr/>
                <p14:nvPr/>
              </p14:nvContentPartPr>
              <p14:xfrm>
                <a:off x="10015742" y="3933385"/>
                <a:ext cx="87120" cy="651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65006FDE-C921-5AD9-1E98-353DBE1FDD37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9997742" y="3915385"/>
                  <a:ext cx="12276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463A335A-0097-DBFB-4DA0-7BD7620E28D6}"/>
                    </a:ext>
                  </a:extLst>
                </p14:cNvPr>
                <p14:cNvContentPartPr/>
                <p14:nvPr/>
              </p14:nvContentPartPr>
              <p14:xfrm>
                <a:off x="10225982" y="3660865"/>
                <a:ext cx="106200" cy="3301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463A335A-0097-DBFB-4DA0-7BD7620E28D6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10207982" y="3643225"/>
                  <a:ext cx="141840" cy="36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9A85E401-D79E-3927-83FD-2DB2019B4F92}"/>
                    </a:ext>
                  </a:extLst>
                </p14:cNvPr>
                <p14:cNvContentPartPr/>
                <p14:nvPr/>
              </p14:nvContentPartPr>
              <p14:xfrm>
                <a:off x="10375742" y="3639625"/>
                <a:ext cx="131040" cy="1609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9A85E401-D79E-3927-83FD-2DB2019B4F92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10358102" y="3621625"/>
                  <a:ext cx="16668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88802240-7E94-BE45-BEB0-842CFB9CFC87}"/>
                    </a:ext>
                  </a:extLst>
                </p14:cNvPr>
                <p14:cNvContentPartPr/>
                <p14:nvPr/>
              </p14:nvContentPartPr>
              <p14:xfrm>
                <a:off x="10412102" y="3314545"/>
                <a:ext cx="131040" cy="12528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88802240-7E94-BE45-BEB0-842CFB9CFC87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10394102" y="3296905"/>
                  <a:ext cx="16668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1A7EEF45-A45D-4864-487A-2FAF9AEC7984}"/>
                    </a:ext>
                  </a:extLst>
                </p14:cNvPr>
                <p14:cNvContentPartPr/>
                <p14:nvPr/>
              </p14:nvContentPartPr>
              <p14:xfrm>
                <a:off x="10709102" y="3606505"/>
                <a:ext cx="1800" cy="32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1A7EEF45-A45D-4864-487A-2FAF9AEC7984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10691102" y="3588505"/>
                  <a:ext cx="3744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2DC73A0-A6A0-7CA8-70D1-B7140B3BDCE1}"/>
                    </a:ext>
                  </a:extLst>
                </p14:cNvPr>
                <p14:cNvContentPartPr/>
                <p14:nvPr/>
              </p14:nvContentPartPr>
              <p14:xfrm>
                <a:off x="10834022" y="3382945"/>
                <a:ext cx="19440" cy="4500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2DC73A0-A6A0-7CA8-70D1-B7140B3BDCE1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10816022" y="3364945"/>
                  <a:ext cx="5508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E33DF59C-5920-2AC0-9818-D84610D69B24}"/>
                    </a:ext>
                  </a:extLst>
                </p14:cNvPr>
                <p14:cNvContentPartPr/>
                <p14:nvPr/>
              </p14:nvContentPartPr>
              <p14:xfrm>
                <a:off x="10946342" y="3237865"/>
                <a:ext cx="69120" cy="7632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E33DF59C-5920-2AC0-9818-D84610D69B24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10928342" y="3219865"/>
                  <a:ext cx="10476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FF058E7A-F0AB-2A5D-875C-4DC2BFAC89B6}"/>
                    </a:ext>
                  </a:extLst>
                </p14:cNvPr>
                <p14:cNvContentPartPr/>
                <p14:nvPr/>
              </p14:nvContentPartPr>
              <p14:xfrm>
                <a:off x="10958942" y="3260185"/>
                <a:ext cx="62280" cy="26532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FF058E7A-F0AB-2A5D-875C-4DC2BFAC89B6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10940942" y="3242545"/>
                  <a:ext cx="97920" cy="30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BE2372A0-6898-A6D5-D12A-212BF267412F}"/>
                    </a:ext>
                  </a:extLst>
                </p14:cNvPr>
                <p14:cNvContentPartPr/>
                <p14:nvPr/>
              </p14:nvContentPartPr>
              <p14:xfrm>
                <a:off x="10390862" y="4366465"/>
                <a:ext cx="74880" cy="5904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BE2372A0-6898-A6D5-D12A-212BF267412F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10372862" y="4348465"/>
                  <a:ext cx="11052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53A46ED4-DD29-383A-F7B4-D07B2926BB73}"/>
                    </a:ext>
                  </a:extLst>
                </p14:cNvPr>
                <p14:cNvContentPartPr/>
                <p14:nvPr/>
              </p14:nvContentPartPr>
              <p14:xfrm>
                <a:off x="10489502" y="4428745"/>
                <a:ext cx="54360" cy="817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53A46ED4-DD29-383A-F7B4-D07B2926BB73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10471862" y="4410745"/>
                  <a:ext cx="9000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49691196-1A4E-064B-C771-A2EC9C2CAEF1}"/>
                    </a:ext>
                  </a:extLst>
                </p14:cNvPr>
                <p14:cNvContentPartPr/>
                <p14:nvPr/>
              </p14:nvContentPartPr>
              <p14:xfrm>
                <a:off x="10633862" y="4188985"/>
                <a:ext cx="105840" cy="2894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49691196-1A4E-064B-C771-A2EC9C2CAEF1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10615862" y="4170985"/>
                  <a:ext cx="141480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3893F0C1-60EC-FA1C-7953-1E491D64F43D}"/>
                    </a:ext>
                  </a:extLst>
                </p14:cNvPr>
                <p14:cNvContentPartPr/>
                <p14:nvPr/>
              </p14:nvContentPartPr>
              <p14:xfrm>
                <a:off x="10802342" y="4069465"/>
                <a:ext cx="236160" cy="22680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3893F0C1-60EC-FA1C-7953-1E491D64F43D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10784342" y="4051825"/>
                  <a:ext cx="27180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FD4ED71E-9A95-9A61-8E7A-7F27B42753E1}"/>
                    </a:ext>
                  </a:extLst>
                </p14:cNvPr>
                <p14:cNvContentPartPr/>
                <p14:nvPr/>
              </p14:nvContentPartPr>
              <p14:xfrm>
                <a:off x="11065502" y="3656905"/>
                <a:ext cx="175320" cy="3769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FD4ED71E-9A95-9A61-8E7A-7F27B42753E1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11047862" y="3639265"/>
                  <a:ext cx="210960" cy="412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47DE51F0-D027-AEA6-B927-E1951A16D872}"/>
              </a:ext>
            </a:extLst>
          </p:cNvPr>
          <p:cNvGrpSpPr/>
          <p:nvPr/>
        </p:nvGrpSpPr>
        <p:grpSpPr>
          <a:xfrm>
            <a:off x="476822" y="3812065"/>
            <a:ext cx="2396520" cy="2521440"/>
            <a:chOff x="476822" y="3812065"/>
            <a:chExt cx="2396520" cy="2521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396FCA4A-8AF4-BA84-CF8B-2FD867D52116}"/>
                    </a:ext>
                  </a:extLst>
                </p14:cNvPr>
                <p14:cNvContentPartPr/>
                <p14:nvPr/>
              </p14:nvContentPartPr>
              <p14:xfrm>
                <a:off x="498782" y="3958945"/>
                <a:ext cx="178200" cy="25344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396FCA4A-8AF4-BA84-CF8B-2FD867D52116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481142" y="3941305"/>
                  <a:ext cx="21384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290B322C-2BD8-E778-128D-D2E61AE26EBF}"/>
                    </a:ext>
                  </a:extLst>
                </p14:cNvPr>
                <p14:cNvContentPartPr/>
                <p14:nvPr/>
              </p14:nvContentPartPr>
              <p14:xfrm>
                <a:off x="683462" y="3986305"/>
                <a:ext cx="196560" cy="12600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290B322C-2BD8-E778-128D-D2E61AE26EBF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665822" y="3968665"/>
                  <a:ext cx="23220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0E3FC99C-74D1-3355-FE22-78235292E410}"/>
                    </a:ext>
                  </a:extLst>
                </p14:cNvPr>
                <p14:cNvContentPartPr/>
                <p14:nvPr/>
              </p14:nvContentPartPr>
              <p14:xfrm>
                <a:off x="838982" y="3812065"/>
                <a:ext cx="194400" cy="17856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0E3FC99C-74D1-3355-FE22-78235292E410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821342" y="3794065"/>
                  <a:ext cx="23004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B3C8455B-A705-30C6-2DDE-502DD8C15320}"/>
                    </a:ext>
                  </a:extLst>
                </p14:cNvPr>
                <p14:cNvContentPartPr/>
                <p14:nvPr/>
              </p14:nvContentPartPr>
              <p14:xfrm>
                <a:off x="476822" y="5589025"/>
                <a:ext cx="294480" cy="39312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B3C8455B-A705-30C6-2DDE-502DD8C15320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458822" y="5571385"/>
                  <a:ext cx="330120" cy="42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20362339-58CE-010E-99A7-F46F6B82F10B}"/>
                    </a:ext>
                  </a:extLst>
                </p14:cNvPr>
                <p14:cNvContentPartPr/>
                <p14:nvPr/>
              </p14:nvContentPartPr>
              <p14:xfrm>
                <a:off x="642422" y="5546905"/>
                <a:ext cx="195120" cy="23040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20362339-58CE-010E-99A7-F46F6B82F10B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624422" y="5529265"/>
                  <a:ext cx="23076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29ACC972-99F4-E2A7-588F-6A7FF92FA8B1}"/>
                    </a:ext>
                  </a:extLst>
                </p14:cNvPr>
                <p14:cNvContentPartPr/>
                <p14:nvPr/>
              </p14:nvContentPartPr>
              <p14:xfrm>
                <a:off x="741422" y="5275105"/>
                <a:ext cx="44640" cy="770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29ACC972-99F4-E2A7-588F-6A7FF92FA8B1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723422" y="5257105"/>
                  <a:ext cx="8028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F6CD2CA6-42A6-87BD-3326-B549D29C3A23}"/>
                    </a:ext>
                  </a:extLst>
                </p14:cNvPr>
                <p14:cNvContentPartPr/>
                <p14:nvPr/>
              </p14:nvContentPartPr>
              <p14:xfrm>
                <a:off x="800462" y="5061625"/>
                <a:ext cx="151560" cy="12780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F6CD2CA6-42A6-87BD-3326-B549D29C3A23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782822" y="5043625"/>
                  <a:ext cx="18720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1F0CB6EB-4A8C-6DC1-D509-8B72EA639986}"/>
                    </a:ext>
                  </a:extLst>
                </p14:cNvPr>
                <p14:cNvContentPartPr/>
                <p14:nvPr/>
              </p14:nvContentPartPr>
              <p14:xfrm>
                <a:off x="1118342" y="5245225"/>
                <a:ext cx="42120" cy="770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1F0CB6EB-4A8C-6DC1-D509-8B72EA639986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1100342" y="5227585"/>
                  <a:ext cx="7776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7940176E-877E-6E04-3A8C-32C2C6E4A778}"/>
                    </a:ext>
                  </a:extLst>
                </p14:cNvPr>
                <p14:cNvContentPartPr/>
                <p14:nvPr/>
              </p14:nvContentPartPr>
              <p14:xfrm>
                <a:off x="1226702" y="5291305"/>
                <a:ext cx="18720" cy="4932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7940176E-877E-6E04-3A8C-32C2C6E4A778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1208702" y="5273665"/>
                  <a:ext cx="5436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A86642B7-4150-B5B3-07D3-708C5CD6CC91}"/>
                    </a:ext>
                  </a:extLst>
                </p14:cNvPr>
                <p14:cNvContentPartPr/>
                <p14:nvPr/>
              </p14:nvContentPartPr>
              <p14:xfrm>
                <a:off x="1286822" y="5027785"/>
                <a:ext cx="197280" cy="34020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A86642B7-4150-B5B3-07D3-708C5CD6CC91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1269182" y="5010145"/>
                  <a:ext cx="232920" cy="37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244AEBE9-014B-29B0-5F22-E66ECF403F22}"/>
                    </a:ext>
                  </a:extLst>
                </p14:cNvPr>
                <p14:cNvContentPartPr/>
                <p14:nvPr/>
              </p14:nvContentPartPr>
              <p14:xfrm>
                <a:off x="1320302" y="4962265"/>
                <a:ext cx="199080" cy="17100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244AEBE9-014B-29B0-5F22-E66ECF403F22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1302302" y="4944265"/>
                  <a:ext cx="23472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D0E02F63-1893-2F26-37FE-21C1EB0975C7}"/>
                    </a:ext>
                  </a:extLst>
                </p14:cNvPr>
                <p14:cNvContentPartPr/>
                <p14:nvPr/>
              </p14:nvContentPartPr>
              <p14:xfrm>
                <a:off x="1108262" y="6155665"/>
                <a:ext cx="153360" cy="17784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D0E02F63-1893-2F26-37FE-21C1EB0975C7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1090622" y="6138025"/>
                  <a:ext cx="18900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623953CF-31A1-8D9A-2BE0-702AC5566259}"/>
                    </a:ext>
                  </a:extLst>
                </p14:cNvPr>
                <p14:cNvContentPartPr/>
                <p14:nvPr/>
              </p14:nvContentPartPr>
              <p14:xfrm>
                <a:off x="1228502" y="6053425"/>
                <a:ext cx="184320" cy="16632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623953CF-31A1-8D9A-2BE0-702AC5566259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1210862" y="6035785"/>
                  <a:ext cx="21996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3A80C797-F816-490C-B84A-4C21C951A8AD}"/>
                    </a:ext>
                  </a:extLst>
                </p14:cNvPr>
                <p14:cNvContentPartPr/>
                <p14:nvPr/>
              </p14:nvContentPartPr>
              <p14:xfrm>
                <a:off x="1330022" y="5814025"/>
                <a:ext cx="24840" cy="3636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3A80C797-F816-490C-B84A-4C21C951A8AD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1312382" y="5796025"/>
                  <a:ext cx="6048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848F0938-385C-B416-8C3F-8DE848EA9362}"/>
                    </a:ext>
                  </a:extLst>
                </p14:cNvPr>
                <p14:cNvContentPartPr/>
                <p14:nvPr/>
              </p14:nvContentPartPr>
              <p14:xfrm>
                <a:off x="1409942" y="5590465"/>
                <a:ext cx="159480" cy="18108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848F0938-385C-B416-8C3F-8DE848EA9362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1392302" y="5572825"/>
                  <a:ext cx="19512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C9291CA1-1300-093E-76C0-086C119426C6}"/>
                    </a:ext>
                  </a:extLst>
                </p14:cNvPr>
                <p14:cNvContentPartPr/>
                <p14:nvPr/>
              </p14:nvContentPartPr>
              <p14:xfrm>
                <a:off x="1734662" y="5737345"/>
                <a:ext cx="46080" cy="694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C9291CA1-1300-093E-76C0-086C119426C6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1717022" y="5719345"/>
                  <a:ext cx="8172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22894CA6-31B5-3F3A-2E20-0B9E6AF12FDD}"/>
                    </a:ext>
                  </a:extLst>
                </p14:cNvPr>
                <p14:cNvContentPartPr/>
                <p14:nvPr/>
              </p14:nvContentPartPr>
              <p14:xfrm>
                <a:off x="1826102" y="5782705"/>
                <a:ext cx="9360" cy="10440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22894CA6-31B5-3F3A-2E20-0B9E6AF12FDD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1808102" y="5765065"/>
                  <a:ext cx="4500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0E746A82-1120-6077-5622-39E2545E784C}"/>
                    </a:ext>
                  </a:extLst>
                </p14:cNvPr>
                <p14:cNvContentPartPr/>
                <p14:nvPr/>
              </p14:nvContentPartPr>
              <p14:xfrm>
                <a:off x="1862462" y="5493985"/>
                <a:ext cx="222840" cy="18540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0E746A82-1120-6077-5622-39E2545E784C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1844822" y="5476345"/>
                  <a:ext cx="25848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1B3718CA-5861-237E-A1E0-246F2B88730E}"/>
                    </a:ext>
                  </a:extLst>
                </p14:cNvPr>
                <p14:cNvContentPartPr/>
                <p14:nvPr/>
              </p14:nvContentPartPr>
              <p14:xfrm>
                <a:off x="1246862" y="4498585"/>
                <a:ext cx="1525320" cy="163044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1B3718CA-5861-237E-A1E0-246F2B88730E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1229222" y="4480585"/>
                  <a:ext cx="1560960" cy="166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D17C3763-7E70-B195-F106-BA0964AF9BC0}"/>
                    </a:ext>
                  </a:extLst>
                </p14:cNvPr>
                <p14:cNvContentPartPr/>
                <p14:nvPr/>
              </p14:nvContentPartPr>
              <p14:xfrm>
                <a:off x="1592822" y="4593985"/>
                <a:ext cx="207720" cy="21744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D17C3763-7E70-B195-F106-BA0964AF9BC0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1574822" y="4576345"/>
                  <a:ext cx="24336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0B67C6B8-ED11-EBF6-75CD-1ED40E714F35}"/>
                    </a:ext>
                  </a:extLst>
                </p14:cNvPr>
                <p14:cNvContentPartPr/>
                <p14:nvPr/>
              </p14:nvContentPartPr>
              <p14:xfrm>
                <a:off x="1663382" y="4473745"/>
                <a:ext cx="165240" cy="1569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0B67C6B8-ED11-EBF6-75CD-1ED40E714F35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1645742" y="4455745"/>
                  <a:ext cx="20088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F2FDEB18-147F-5E9B-2073-7F6D8A37E93A}"/>
                    </a:ext>
                  </a:extLst>
                </p14:cNvPr>
                <p14:cNvContentPartPr/>
                <p14:nvPr/>
              </p14:nvContentPartPr>
              <p14:xfrm>
                <a:off x="1602182" y="4241905"/>
                <a:ext cx="137160" cy="11520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F2FDEB18-147F-5E9B-2073-7F6D8A37E93A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1584182" y="4223905"/>
                  <a:ext cx="17280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E9A8D2CE-4179-BE50-86D5-EBE23FE7DEB7}"/>
                    </a:ext>
                  </a:extLst>
                </p14:cNvPr>
                <p14:cNvContentPartPr/>
                <p14:nvPr/>
              </p14:nvContentPartPr>
              <p14:xfrm>
                <a:off x="1884062" y="4425505"/>
                <a:ext cx="22680" cy="3996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E9A8D2CE-4179-BE50-86D5-EBE23FE7DEB7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1866062" y="4407865"/>
                  <a:ext cx="5832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B82464B6-8607-13F2-3EE8-22EABAEECDB1}"/>
                    </a:ext>
                  </a:extLst>
                </p14:cNvPr>
                <p14:cNvContentPartPr/>
                <p14:nvPr/>
              </p14:nvContentPartPr>
              <p14:xfrm>
                <a:off x="1945982" y="4438825"/>
                <a:ext cx="18720" cy="5436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B82464B6-8607-13F2-3EE8-22EABAEECDB1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1927982" y="4421185"/>
                  <a:ext cx="5436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71AEBC3E-D081-AB3E-11A2-C8536C90067B}"/>
                    </a:ext>
                  </a:extLst>
                </p14:cNvPr>
                <p14:cNvContentPartPr/>
                <p14:nvPr/>
              </p14:nvContentPartPr>
              <p14:xfrm>
                <a:off x="1910342" y="4240465"/>
                <a:ext cx="221040" cy="23256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71AEBC3E-D081-AB3E-11A2-C8536C90067B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1892342" y="4222465"/>
                  <a:ext cx="25668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632A0591-7167-DC0C-D748-2124BEF81A48}"/>
                    </a:ext>
                  </a:extLst>
                </p14:cNvPr>
                <p14:cNvContentPartPr/>
                <p14:nvPr/>
              </p14:nvContentPartPr>
              <p14:xfrm>
                <a:off x="1926542" y="4124905"/>
                <a:ext cx="218520" cy="17928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632A0591-7167-DC0C-D748-2124BEF81A48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1908902" y="4106905"/>
                  <a:ext cx="25416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24D51F4C-5462-4898-A668-15B0F99C1CB0}"/>
                    </a:ext>
                  </a:extLst>
                </p14:cNvPr>
                <p14:cNvContentPartPr/>
                <p14:nvPr/>
              </p14:nvContentPartPr>
              <p14:xfrm>
                <a:off x="2158742" y="5105545"/>
                <a:ext cx="126720" cy="11052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24D51F4C-5462-4898-A668-15B0F99C1CB0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2140742" y="5087545"/>
                  <a:ext cx="16236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891CC609-CD89-EAE8-F973-6C498F6086BA}"/>
                    </a:ext>
                  </a:extLst>
                </p14:cNvPr>
                <p14:cNvContentPartPr/>
                <p14:nvPr/>
              </p14:nvContentPartPr>
              <p14:xfrm>
                <a:off x="2217782" y="4917985"/>
                <a:ext cx="177480" cy="15048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891CC609-CD89-EAE8-F973-6C498F6086BA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2199782" y="4900345"/>
                  <a:ext cx="21312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2BA10622-0514-95E4-F86D-6D46C532E4C3}"/>
                    </a:ext>
                  </a:extLst>
                </p14:cNvPr>
                <p14:cNvContentPartPr/>
                <p14:nvPr/>
              </p14:nvContentPartPr>
              <p14:xfrm>
                <a:off x="2137142" y="4660225"/>
                <a:ext cx="197640" cy="2134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2BA10622-0514-95E4-F86D-6D46C532E4C3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2119142" y="4642585"/>
                  <a:ext cx="23328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65BAEB5E-24D1-4781-BE1D-D93C06ADB45E}"/>
                    </a:ext>
                  </a:extLst>
                </p14:cNvPr>
                <p14:cNvContentPartPr/>
                <p14:nvPr/>
              </p14:nvContentPartPr>
              <p14:xfrm>
                <a:off x="2403902" y="4716385"/>
                <a:ext cx="48960" cy="6804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65BAEB5E-24D1-4781-BE1D-D93C06ADB45E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2385902" y="4698385"/>
                  <a:ext cx="8460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D4BFA59D-BD3D-FC83-883E-CB8CD72F8648}"/>
                    </a:ext>
                  </a:extLst>
                </p14:cNvPr>
                <p14:cNvContentPartPr/>
                <p14:nvPr/>
              </p14:nvContentPartPr>
              <p14:xfrm>
                <a:off x="2516582" y="4733665"/>
                <a:ext cx="13320" cy="8892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D4BFA59D-BD3D-FC83-883E-CB8CD72F8648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2498582" y="4716025"/>
                  <a:ext cx="4896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D56C87D3-CC76-2B34-8AC7-EBC6EF1C6011}"/>
                    </a:ext>
                  </a:extLst>
                </p14:cNvPr>
                <p14:cNvContentPartPr/>
                <p14:nvPr/>
              </p14:nvContentPartPr>
              <p14:xfrm>
                <a:off x="2527022" y="4387705"/>
                <a:ext cx="346320" cy="25956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D56C87D3-CC76-2B34-8AC7-EBC6EF1C6011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2509022" y="4370065"/>
                  <a:ext cx="381960" cy="29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4" name="Group 173">
            <a:extLst>
              <a:ext uri="{FF2B5EF4-FFF2-40B4-BE49-F238E27FC236}">
                <a16:creationId xmlns:a16="http://schemas.microsoft.com/office/drawing/2014/main" id="{6041676C-B7BB-E415-18AF-8A2D59B90397}"/>
              </a:ext>
            </a:extLst>
          </p:cNvPr>
          <p:cNvGrpSpPr/>
          <p:nvPr/>
        </p:nvGrpSpPr>
        <p:grpSpPr>
          <a:xfrm>
            <a:off x="111062" y="473785"/>
            <a:ext cx="4350960" cy="3071880"/>
            <a:chOff x="111062" y="473785"/>
            <a:chExt cx="4350960" cy="3071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7CF22A26-6D64-F17D-CC0C-3EB059801508}"/>
                    </a:ext>
                  </a:extLst>
                </p14:cNvPr>
                <p14:cNvContentPartPr/>
                <p14:nvPr/>
              </p14:nvContentPartPr>
              <p14:xfrm>
                <a:off x="597782" y="2498785"/>
                <a:ext cx="627840" cy="104688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7CF22A26-6D64-F17D-CC0C-3EB059801508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579782" y="2481145"/>
                  <a:ext cx="663480" cy="10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84BFA9AC-D552-D603-C6A6-1C21D3222D6F}"/>
                    </a:ext>
                  </a:extLst>
                </p14:cNvPr>
                <p14:cNvContentPartPr/>
                <p14:nvPr/>
              </p14:nvContentPartPr>
              <p14:xfrm>
                <a:off x="689222" y="2507785"/>
                <a:ext cx="848880" cy="102456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84BFA9AC-D552-D603-C6A6-1C21D3222D6F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671582" y="2490145"/>
                  <a:ext cx="884520" cy="10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5203530F-C6A2-3E72-933E-61959AE33FE2}"/>
                    </a:ext>
                  </a:extLst>
                </p14:cNvPr>
                <p14:cNvContentPartPr/>
                <p14:nvPr/>
              </p14:nvContentPartPr>
              <p14:xfrm>
                <a:off x="433622" y="2842225"/>
                <a:ext cx="335160" cy="21420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5203530F-C6A2-3E72-933E-61959AE33FE2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415982" y="2824225"/>
                  <a:ext cx="37080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07AEC374-6CC8-8C7F-76C6-B9FB0FB45FFA}"/>
                    </a:ext>
                  </a:extLst>
                </p14:cNvPr>
                <p14:cNvContentPartPr/>
                <p14:nvPr/>
              </p14:nvContentPartPr>
              <p14:xfrm>
                <a:off x="1183142" y="3025465"/>
                <a:ext cx="59400" cy="8352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07AEC374-6CC8-8C7F-76C6-B9FB0FB45FFA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1165142" y="3007465"/>
                  <a:ext cx="9504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14AD3FAF-B9DD-AFB6-1C48-38B20E12C41E}"/>
                    </a:ext>
                  </a:extLst>
                </p14:cNvPr>
                <p14:cNvContentPartPr/>
                <p14:nvPr/>
              </p14:nvContentPartPr>
              <p14:xfrm>
                <a:off x="938342" y="2695705"/>
                <a:ext cx="38520" cy="6084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14AD3FAF-B9DD-AFB6-1C48-38B20E12C41E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920702" y="2677705"/>
                  <a:ext cx="7416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A5D2D70F-545A-9775-8E80-59E059BB7831}"/>
                    </a:ext>
                  </a:extLst>
                </p14:cNvPr>
                <p14:cNvContentPartPr/>
                <p14:nvPr/>
              </p14:nvContentPartPr>
              <p14:xfrm>
                <a:off x="1191062" y="2992705"/>
                <a:ext cx="125280" cy="10224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A5D2D70F-545A-9775-8E80-59E059BB7831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1173062" y="2975065"/>
                  <a:ext cx="16092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FCA0046B-1918-6C6E-F2E0-0CA5AF086A89}"/>
                    </a:ext>
                  </a:extLst>
                </p14:cNvPr>
                <p14:cNvContentPartPr/>
                <p14:nvPr/>
              </p14:nvContentPartPr>
              <p14:xfrm>
                <a:off x="719822" y="3134545"/>
                <a:ext cx="368640" cy="25956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FCA0046B-1918-6C6E-F2E0-0CA5AF086A89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701822" y="3116545"/>
                  <a:ext cx="404280" cy="29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BE6DAF3D-DBA0-3DFC-1D71-F99ADA7BEBDC}"/>
                    </a:ext>
                  </a:extLst>
                </p14:cNvPr>
                <p14:cNvContentPartPr/>
                <p14:nvPr/>
              </p14:nvContentPartPr>
              <p14:xfrm>
                <a:off x="665462" y="3404905"/>
                <a:ext cx="65880" cy="9324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BE6DAF3D-DBA0-3DFC-1D71-F99ADA7BEBDC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647822" y="3387265"/>
                  <a:ext cx="10152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9A5F7902-D4DC-7AA3-3F83-EC822F0263E7}"/>
                    </a:ext>
                  </a:extLst>
                </p14:cNvPr>
                <p14:cNvContentPartPr/>
                <p14:nvPr/>
              </p14:nvContentPartPr>
              <p14:xfrm>
                <a:off x="111062" y="2793985"/>
                <a:ext cx="34200" cy="4896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9A5F7902-D4DC-7AA3-3F83-EC822F0263E7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93422" y="2776345"/>
                  <a:ext cx="6984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942C719F-82A3-D789-EAD6-93482E3B7D32}"/>
                    </a:ext>
                  </a:extLst>
                </p14:cNvPr>
                <p14:cNvContentPartPr/>
                <p14:nvPr/>
              </p14:nvContentPartPr>
              <p14:xfrm>
                <a:off x="168662" y="2616145"/>
                <a:ext cx="30960" cy="6588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942C719F-82A3-D789-EAD6-93482E3B7D32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151022" y="2598505"/>
                  <a:ext cx="6660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20D17821-9583-2259-0B26-2B64CC7C95CE}"/>
                    </a:ext>
                  </a:extLst>
                </p14:cNvPr>
                <p14:cNvContentPartPr/>
                <p14:nvPr/>
              </p14:nvContentPartPr>
              <p14:xfrm>
                <a:off x="212942" y="2662945"/>
                <a:ext cx="81720" cy="14184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20D17821-9583-2259-0B26-2B64CC7C95CE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194942" y="2644945"/>
                  <a:ext cx="11736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BBC2272E-792B-FADF-B6E6-139B1CB714C4}"/>
                    </a:ext>
                  </a:extLst>
                </p14:cNvPr>
                <p14:cNvContentPartPr/>
                <p14:nvPr/>
              </p14:nvContentPartPr>
              <p14:xfrm>
                <a:off x="324182" y="2588785"/>
                <a:ext cx="102600" cy="9000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BBC2272E-792B-FADF-B6E6-139B1CB714C4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306542" y="2570785"/>
                  <a:ext cx="13824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6DB50FC-5DBB-120C-1BC7-93FFC0BFD3E7}"/>
                    </a:ext>
                  </a:extLst>
                </p14:cNvPr>
                <p14:cNvContentPartPr/>
                <p14:nvPr/>
              </p14:nvContentPartPr>
              <p14:xfrm>
                <a:off x="349022" y="2162545"/>
                <a:ext cx="172440" cy="2379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6DB50FC-5DBB-120C-1BC7-93FFC0BFD3E7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331382" y="2144905"/>
                  <a:ext cx="208080" cy="2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CDFD0903-5601-ACDC-BE99-4C9E845FF352}"/>
                    </a:ext>
                  </a:extLst>
                </p14:cNvPr>
                <p14:cNvContentPartPr/>
                <p14:nvPr/>
              </p14:nvContentPartPr>
              <p14:xfrm>
                <a:off x="1510382" y="2160385"/>
                <a:ext cx="666000" cy="48240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CDFD0903-5601-ACDC-BE99-4C9E845FF352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1492742" y="2142385"/>
                  <a:ext cx="701640" cy="51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C8356B51-E102-CE36-1622-593A766A18AA}"/>
                    </a:ext>
                  </a:extLst>
                </p14:cNvPr>
                <p14:cNvContentPartPr/>
                <p14:nvPr/>
              </p14:nvContentPartPr>
              <p14:xfrm>
                <a:off x="2116622" y="2106025"/>
                <a:ext cx="69840" cy="9360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C8356B51-E102-CE36-1622-593A766A18AA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2098982" y="2088025"/>
                  <a:ext cx="10548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CE380F13-9F13-84AE-E826-17A6F41EC86D}"/>
                    </a:ext>
                  </a:extLst>
                </p14:cNvPr>
                <p14:cNvContentPartPr/>
                <p14:nvPr/>
              </p14:nvContentPartPr>
              <p14:xfrm>
                <a:off x="2176382" y="2081185"/>
                <a:ext cx="52200" cy="4140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CE380F13-9F13-84AE-E826-17A6F41EC86D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2158742" y="2063185"/>
                  <a:ext cx="8784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D8A6A890-5C41-B616-9BAE-1D34C3F94653}"/>
                    </a:ext>
                  </a:extLst>
                </p14:cNvPr>
                <p14:cNvContentPartPr/>
                <p14:nvPr/>
              </p14:nvContentPartPr>
              <p14:xfrm>
                <a:off x="1979462" y="1574665"/>
                <a:ext cx="19440" cy="3060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D8A6A890-5C41-B616-9BAE-1D34C3F94653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1961822" y="1556665"/>
                  <a:ext cx="5508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9CA1D32E-0B67-FC8E-A297-DBC2FBAB96A4}"/>
                    </a:ext>
                  </a:extLst>
                </p14:cNvPr>
                <p14:cNvContentPartPr/>
                <p14:nvPr/>
              </p14:nvContentPartPr>
              <p14:xfrm>
                <a:off x="2100422" y="1335625"/>
                <a:ext cx="74880" cy="10476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9CA1D32E-0B67-FC8E-A297-DBC2FBAB96A4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2082782" y="1317625"/>
                  <a:ext cx="11052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DB2AD5A5-6266-DF10-ED42-D9249980FCFD}"/>
                    </a:ext>
                  </a:extLst>
                </p14:cNvPr>
                <p14:cNvContentPartPr/>
                <p14:nvPr/>
              </p14:nvContentPartPr>
              <p14:xfrm>
                <a:off x="2093942" y="1412305"/>
                <a:ext cx="145800" cy="1699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DB2AD5A5-6266-DF10-ED42-D9249980FCFD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2075942" y="1394305"/>
                  <a:ext cx="18144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0F925FBC-E0F4-B619-8E63-843F718239C3}"/>
                    </a:ext>
                  </a:extLst>
                </p14:cNvPr>
                <p14:cNvContentPartPr/>
                <p14:nvPr/>
              </p14:nvContentPartPr>
              <p14:xfrm>
                <a:off x="2312822" y="1377385"/>
                <a:ext cx="163440" cy="9144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0F925FBC-E0F4-B619-8E63-843F718239C3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2295182" y="1359385"/>
                  <a:ext cx="19908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3F93F224-DA63-0497-F01C-7B03C1018BC1}"/>
                    </a:ext>
                  </a:extLst>
                </p14:cNvPr>
                <p14:cNvContentPartPr/>
                <p14:nvPr/>
              </p14:nvContentPartPr>
              <p14:xfrm>
                <a:off x="2480942" y="1090825"/>
                <a:ext cx="159120" cy="1940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3F93F224-DA63-0497-F01C-7B03C1018BC1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2463302" y="1073185"/>
                  <a:ext cx="19476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3384C445-87D1-1C12-F454-E0662804BD76}"/>
                    </a:ext>
                  </a:extLst>
                </p14:cNvPr>
                <p14:cNvContentPartPr/>
                <p14:nvPr/>
              </p14:nvContentPartPr>
              <p14:xfrm>
                <a:off x="839342" y="2107465"/>
                <a:ext cx="196920" cy="34992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3384C445-87D1-1C12-F454-E0662804BD76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821342" y="2089825"/>
                  <a:ext cx="232560" cy="38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1F1E6EC2-890B-0257-1928-FBDD571215F3}"/>
                    </a:ext>
                  </a:extLst>
                </p14:cNvPr>
                <p14:cNvContentPartPr/>
                <p14:nvPr/>
              </p14:nvContentPartPr>
              <p14:xfrm>
                <a:off x="849062" y="2145985"/>
                <a:ext cx="276840" cy="13716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1F1E6EC2-890B-0257-1928-FBDD571215F3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831422" y="2128345"/>
                  <a:ext cx="31248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8E8E3BA0-67B7-CE7B-6B21-D25DCEE67BCA}"/>
                    </a:ext>
                  </a:extLst>
                </p14:cNvPr>
                <p14:cNvContentPartPr/>
                <p14:nvPr/>
              </p14:nvContentPartPr>
              <p14:xfrm>
                <a:off x="1006742" y="2239945"/>
                <a:ext cx="28440" cy="10080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8E8E3BA0-67B7-CE7B-6B21-D25DCEE67BCA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989102" y="2221945"/>
                  <a:ext cx="6408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91A235B3-ECD0-2A5B-51D0-74CD1D50388C}"/>
                    </a:ext>
                  </a:extLst>
                </p14:cNvPr>
                <p14:cNvContentPartPr/>
                <p14:nvPr/>
              </p14:nvContentPartPr>
              <p14:xfrm>
                <a:off x="1067222" y="1986865"/>
                <a:ext cx="37440" cy="9828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91A235B3-ECD0-2A5B-51D0-74CD1D50388C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1049222" y="1968865"/>
                  <a:ext cx="7308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A492FB15-5F81-BED1-9721-171303ED1B0A}"/>
                    </a:ext>
                  </a:extLst>
                </p14:cNvPr>
                <p14:cNvContentPartPr/>
                <p14:nvPr/>
              </p14:nvContentPartPr>
              <p14:xfrm>
                <a:off x="1154342" y="2013865"/>
                <a:ext cx="37440" cy="1245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A492FB15-5F81-BED1-9721-171303ED1B0A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1136342" y="1996225"/>
                  <a:ext cx="7308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F77DEE85-15D6-EF37-6E86-A3C57DC04149}"/>
                    </a:ext>
                  </a:extLst>
                </p14:cNvPr>
                <p14:cNvContentPartPr/>
                <p14:nvPr/>
              </p14:nvContentPartPr>
              <p14:xfrm>
                <a:off x="1167662" y="1812625"/>
                <a:ext cx="187560" cy="17460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F77DEE85-15D6-EF37-6E86-A3C57DC04149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1150022" y="1794625"/>
                  <a:ext cx="22320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6D7804B0-3176-3AC9-6D99-9E5080A538B0}"/>
                    </a:ext>
                  </a:extLst>
                </p14:cNvPr>
                <p14:cNvContentPartPr/>
                <p14:nvPr/>
              </p14:nvContentPartPr>
              <p14:xfrm>
                <a:off x="1196462" y="1700305"/>
                <a:ext cx="182880" cy="9576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6D7804B0-3176-3AC9-6D99-9E5080A538B0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1178462" y="1682665"/>
                  <a:ext cx="21852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5C4ABC35-5744-F41C-3DF7-BB1184902CC2}"/>
                    </a:ext>
                  </a:extLst>
                </p14:cNvPr>
                <p14:cNvContentPartPr/>
                <p14:nvPr/>
              </p14:nvContentPartPr>
              <p14:xfrm>
                <a:off x="1068662" y="1372705"/>
                <a:ext cx="194040" cy="25524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5C4ABC35-5744-F41C-3DF7-BB1184902CC2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1051022" y="1355065"/>
                  <a:ext cx="22968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A0B74D30-2527-5236-F9CB-0E28B7243F82}"/>
                    </a:ext>
                  </a:extLst>
                </p14:cNvPr>
                <p14:cNvContentPartPr/>
                <p14:nvPr/>
              </p14:nvContentPartPr>
              <p14:xfrm>
                <a:off x="2591822" y="1681225"/>
                <a:ext cx="236520" cy="30888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A0B74D30-2527-5236-F9CB-0E28B7243F82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2573822" y="1663225"/>
                  <a:ext cx="272160" cy="34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09625DD2-9D1B-0A1F-9D24-060E0A590A91}"/>
                    </a:ext>
                  </a:extLst>
                </p14:cNvPr>
                <p14:cNvContentPartPr/>
                <p14:nvPr/>
              </p14:nvContentPartPr>
              <p14:xfrm>
                <a:off x="2953262" y="1600585"/>
                <a:ext cx="246600" cy="24984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09625DD2-9D1B-0A1F-9D24-060E0A590A91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2935262" y="1582945"/>
                  <a:ext cx="28224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087A8C53-7325-D728-4C17-1A4B763DEB6E}"/>
                    </a:ext>
                  </a:extLst>
                </p14:cNvPr>
                <p14:cNvContentPartPr/>
                <p14:nvPr/>
              </p14:nvContentPartPr>
              <p14:xfrm>
                <a:off x="3137942" y="1423105"/>
                <a:ext cx="160920" cy="19872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087A8C53-7325-D728-4C17-1A4B763DEB6E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3120302" y="1405105"/>
                  <a:ext cx="19656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DCBDF4AF-272F-259C-6C28-DF46C7DE66DB}"/>
                    </a:ext>
                  </a:extLst>
                </p14:cNvPr>
                <p14:cNvContentPartPr/>
                <p14:nvPr/>
              </p14:nvContentPartPr>
              <p14:xfrm>
                <a:off x="3203462" y="1353625"/>
                <a:ext cx="330120" cy="23796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DCBDF4AF-272F-259C-6C28-DF46C7DE66DB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3185462" y="1335985"/>
                  <a:ext cx="365760" cy="2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86E98C7D-7166-253D-9C59-ACA6B7A94388}"/>
                    </a:ext>
                  </a:extLst>
                </p14:cNvPr>
                <p14:cNvContentPartPr/>
                <p14:nvPr/>
              </p14:nvContentPartPr>
              <p14:xfrm>
                <a:off x="3623942" y="1171105"/>
                <a:ext cx="7560" cy="1836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86E98C7D-7166-253D-9C59-ACA6B7A94388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3605942" y="1153105"/>
                  <a:ext cx="4320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2099503D-30B3-8315-2DB8-8CEE7C5B653D}"/>
                    </a:ext>
                  </a:extLst>
                </p14:cNvPr>
                <p14:cNvContentPartPr/>
                <p14:nvPr/>
              </p14:nvContentPartPr>
              <p14:xfrm>
                <a:off x="3737342" y="910825"/>
                <a:ext cx="121320" cy="13680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2099503D-30B3-8315-2DB8-8CEE7C5B653D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3719342" y="892825"/>
                  <a:ext cx="15696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E2C12F53-43CC-88F7-4485-FA91E9E1D4B9}"/>
                    </a:ext>
                  </a:extLst>
                </p14:cNvPr>
                <p14:cNvContentPartPr/>
                <p14:nvPr/>
              </p14:nvContentPartPr>
              <p14:xfrm>
                <a:off x="3785582" y="964105"/>
                <a:ext cx="104400" cy="15156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E2C12F53-43CC-88F7-4485-FA91E9E1D4B9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3767942" y="946105"/>
                  <a:ext cx="14004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421F0E54-C560-6676-73CE-070ECFA7042B}"/>
                    </a:ext>
                  </a:extLst>
                </p14:cNvPr>
                <p14:cNvContentPartPr/>
                <p14:nvPr/>
              </p14:nvContentPartPr>
              <p14:xfrm>
                <a:off x="3924902" y="686185"/>
                <a:ext cx="201960" cy="28368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421F0E54-C560-6676-73CE-070ECFA7042B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3907262" y="668185"/>
                  <a:ext cx="237600" cy="31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7075D2C5-2F67-FFF0-140F-560D0A15473A}"/>
                    </a:ext>
                  </a:extLst>
                </p14:cNvPr>
                <p14:cNvContentPartPr/>
                <p14:nvPr/>
              </p14:nvContentPartPr>
              <p14:xfrm>
                <a:off x="2671022" y="1005505"/>
                <a:ext cx="218880" cy="8640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7075D2C5-2F67-FFF0-140F-560D0A15473A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2653022" y="987865"/>
                  <a:ext cx="25452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6BC2722D-43BD-BF54-D83E-9E0616578B33}"/>
                    </a:ext>
                  </a:extLst>
                </p14:cNvPr>
                <p14:cNvContentPartPr/>
                <p14:nvPr/>
              </p14:nvContentPartPr>
              <p14:xfrm>
                <a:off x="2798822" y="945025"/>
                <a:ext cx="10800" cy="26748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6BC2722D-43BD-BF54-D83E-9E0616578B33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2780822" y="927385"/>
                  <a:ext cx="46440" cy="30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167F7586-280C-E942-78E9-3E5AE21B35B3}"/>
                    </a:ext>
                  </a:extLst>
                </p14:cNvPr>
                <p14:cNvContentPartPr/>
                <p14:nvPr/>
              </p14:nvContentPartPr>
              <p14:xfrm>
                <a:off x="2899262" y="832705"/>
                <a:ext cx="116280" cy="17388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167F7586-280C-E942-78E9-3E5AE21B35B3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2881262" y="815065"/>
                  <a:ext cx="15192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6D634E14-222F-0AE0-1A52-753AAD01FFA3}"/>
                    </a:ext>
                  </a:extLst>
                </p14:cNvPr>
                <p14:cNvContentPartPr/>
                <p14:nvPr/>
              </p14:nvContentPartPr>
              <p14:xfrm>
                <a:off x="2977382" y="760705"/>
                <a:ext cx="156960" cy="13536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6D634E14-222F-0AE0-1A52-753AAD01FFA3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2959742" y="743065"/>
                  <a:ext cx="19260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1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5CF4271B-572F-B535-F367-2D5CEFB39212}"/>
                    </a:ext>
                  </a:extLst>
                </p14:cNvPr>
                <p14:cNvContentPartPr/>
                <p14:nvPr/>
              </p14:nvContentPartPr>
              <p14:xfrm>
                <a:off x="3045062" y="473785"/>
                <a:ext cx="100440" cy="18648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5CF4271B-572F-B535-F367-2D5CEFB39212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3027062" y="456145"/>
                  <a:ext cx="13608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3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CCCF7A6D-C343-03B2-C43C-95E817119678}"/>
                    </a:ext>
                  </a:extLst>
                </p14:cNvPr>
                <p14:cNvContentPartPr/>
                <p14:nvPr/>
              </p14:nvContentPartPr>
              <p14:xfrm>
                <a:off x="2437742" y="1504825"/>
                <a:ext cx="92160" cy="9144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CCCF7A6D-C343-03B2-C43C-95E817119678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2419742" y="1487185"/>
                  <a:ext cx="12780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8E62F988-B00E-9C8C-A5AF-F1AFB995BDE6}"/>
                    </a:ext>
                  </a:extLst>
                </p14:cNvPr>
                <p14:cNvContentPartPr/>
                <p14:nvPr/>
              </p14:nvContentPartPr>
              <p14:xfrm>
                <a:off x="1738982" y="1011625"/>
                <a:ext cx="149760" cy="23256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8E62F988-B00E-9C8C-A5AF-F1AFB995BDE6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1720982" y="993625"/>
                  <a:ext cx="18540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754423A5-5427-A5BD-46A8-7D9BA73E61BB}"/>
                    </a:ext>
                  </a:extLst>
                </p14:cNvPr>
                <p14:cNvContentPartPr/>
                <p14:nvPr/>
              </p14:nvContentPartPr>
              <p14:xfrm>
                <a:off x="1798382" y="968065"/>
                <a:ext cx="186840" cy="14436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754423A5-5427-A5BD-46A8-7D9BA73E61BB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1780382" y="950065"/>
                  <a:ext cx="22248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38E858A8-CC6C-EB7F-A331-FDFB9AF65E90}"/>
                    </a:ext>
                  </a:extLst>
                </p14:cNvPr>
                <p14:cNvContentPartPr/>
                <p14:nvPr/>
              </p14:nvContentPartPr>
              <p14:xfrm>
                <a:off x="1891982" y="759625"/>
                <a:ext cx="74160" cy="9360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38E858A8-CC6C-EB7F-A331-FDFB9AF65E90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1873982" y="741625"/>
                  <a:ext cx="10980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EB75F677-2CE5-D650-F272-8232814B4E35}"/>
                    </a:ext>
                  </a:extLst>
                </p14:cNvPr>
                <p14:cNvContentPartPr/>
                <p14:nvPr/>
              </p14:nvContentPartPr>
              <p14:xfrm>
                <a:off x="2000702" y="516625"/>
                <a:ext cx="181800" cy="23436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EB75F677-2CE5-D650-F272-8232814B4E35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1983062" y="498985"/>
                  <a:ext cx="217440" cy="27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76186DB5-7CEF-3A4F-651C-F31EE8893F39}"/>
                    </a:ext>
                  </a:extLst>
                </p14:cNvPr>
                <p14:cNvContentPartPr/>
                <p14:nvPr/>
              </p14:nvContentPartPr>
              <p14:xfrm>
                <a:off x="3814382" y="907945"/>
                <a:ext cx="647640" cy="55800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76186DB5-7CEF-3A4F-651C-F31EE8893F39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3796742" y="890305"/>
                  <a:ext cx="683280" cy="5936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6744056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9531CB-8CBD-9D1E-583A-C0E234BE5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3D1792-B793-6DEA-8420-75E69F9F39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 Amp Water Analogy</a:t>
            </a:r>
          </a:p>
        </p:txBody>
      </p:sp>
      <p:pic>
        <p:nvPicPr>
          <p:cNvPr id="6" name="Content Placeholder 5" descr="Diagram of an amp and vacuum&#10;&#10;Description automatically generated with medium confidence">
            <a:extLst>
              <a:ext uri="{FF2B5EF4-FFF2-40B4-BE49-F238E27FC236}">
                <a16:creationId xmlns:a16="http://schemas.microsoft.com/office/drawing/2014/main" id="{CB2FD104-4948-49E1-E0DB-0D38E7C1CE6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846" y="1622066"/>
            <a:ext cx="6484961" cy="4237141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09F7D2-6620-0060-CEF0-9684B5227D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7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FAB91717-60BE-5CFF-1BA0-4B50C48CF395}"/>
              </a:ext>
            </a:extLst>
          </p:cNvPr>
          <p:cNvGrpSpPr/>
          <p:nvPr/>
        </p:nvGrpSpPr>
        <p:grpSpPr>
          <a:xfrm>
            <a:off x="476822" y="3812065"/>
            <a:ext cx="2396520" cy="2521440"/>
            <a:chOff x="476822" y="3812065"/>
            <a:chExt cx="2396520" cy="2521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914D44B4-F73A-C5C9-5B9F-7A53987DB796}"/>
                    </a:ext>
                  </a:extLst>
                </p14:cNvPr>
                <p14:cNvContentPartPr/>
                <p14:nvPr/>
              </p14:nvContentPartPr>
              <p14:xfrm>
                <a:off x="498782" y="3958945"/>
                <a:ext cx="178200" cy="25344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914D44B4-F73A-C5C9-5B9F-7A53987DB796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480782" y="3940945"/>
                  <a:ext cx="21384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BAD43253-BA28-FFCF-8AB4-ABEB9B2F6D0A}"/>
                    </a:ext>
                  </a:extLst>
                </p14:cNvPr>
                <p14:cNvContentPartPr/>
                <p14:nvPr/>
              </p14:nvContentPartPr>
              <p14:xfrm>
                <a:off x="683462" y="3986305"/>
                <a:ext cx="196560" cy="12600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BAD43253-BA28-FFCF-8AB4-ABEB9B2F6D0A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665462" y="3968305"/>
                  <a:ext cx="23220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D5237C7F-7A84-6934-F90A-CD51256A3033}"/>
                    </a:ext>
                  </a:extLst>
                </p14:cNvPr>
                <p14:cNvContentPartPr/>
                <p14:nvPr/>
              </p14:nvContentPartPr>
              <p14:xfrm>
                <a:off x="838982" y="3812065"/>
                <a:ext cx="194400" cy="17856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D5237C7F-7A84-6934-F90A-CD51256A3033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820982" y="3794065"/>
                  <a:ext cx="23004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B875A7C1-0FED-6A16-F5F1-5A5636540A80}"/>
                    </a:ext>
                  </a:extLst>
                </p14:cNvPr>
                <p14:cNvContentPartPr/>
                <p14:nvPr/>
              </p14:nvContentPartPr>
              <p14:xfrm>
                <a:off x="476822" y="5589025"/>
                <a:ext cx="294480" cy="39312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B875A7C1-0FED-6A16-F5F1-5A5636540A80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458844" y="5571025"/>
                  <a:ext cx="330076" cy="42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3C8FC712-9062-52FC-9B8A-992E12E7E30D}"/>
                    </a:ext>
                  </a:extLst>
                </p14:cNvPr>
                <p14:cNvContentPartPr/>
                <p14:nvPr/>
              </p14:nvContentPartPr>
              <p14:xfrm>
                <a:off x="642422" y="5546905"/>
                <a:ext cx="195120" cy="23040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3C8FC712-9062-52FC-9B8A-992E12E7E30D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624422" y="5528877"/>
                  <a:ext cx="230760" cy="26609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E376DB67-8D5F-6773-0A73-308D7EE161C2}"/>
                    </a:ext>
                  </a:extLst>
                </p14:cNvPr>
                <p14:cNvContentPartPr/>
                <p14:nvPr/>
              </p14:nvContentPartPr>
              <p14:xfrm>
                <a:off x="741422" y="5275105"/>
                <a:ext cx="44640" cy="7704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E376DB67-8D5F-6773-0A73-308D7EE161C2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723566" y="5257105"/>
                  <a:ext cx="79995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C1C556C6-E56B-183D-AB74-2FEA3BD16B85}"/>
                    </a:ext>
                  </a:extLst>
                </p14:cNvPr>
                <p14:cNvContentPartPr/>
                <p14:nvPr/>
              </p14:nvContentPartPr>
              <p14:xfrm>
                <a:off x="800462" y="5061625"/>
                <a:ext cx="151560" cy="12780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C1C556C6-E56B-183D-AB74-2FEA3BD16B85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782462" y="5043625"/>
                  <a:ext cx="18720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330FD610-9EB2-CD30-2DEF-778B10EDAA8C}"/>
                    </a:ext>
                  </a:extLst>
                </p14:cNvPr>
                <p14:cNvContentPartPr/>
                <p14:nvPr/>
              </p14:nvContentPartPr>
              <p14:xfrm>
                <a:off x="1118342" y="5245225"/>
                <a:ext cx="42120" cy="7704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330FD610-9EB2-CD30-2DEF-778B10EDAA8C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100342" y="5227225"/>
                  <a:ext cx="7776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6410CCC7-3267-4810-3C6D-DA3BAD43E82F}"/>
                    </a:ext>
                  </a:extLst>
                </p14:cNvPr>
                <p14:cNvContentPartPr/>
                <p14:nvPr/>
              </p14:nvContentPartPr>
              <p14:xfrm>
                <a:off x="1226702" y="5291305"/>
                <a:ext cx="18720" cy="4932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6410CCC7-3267-4810-3C6D-DA3BAD43E82F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208702" y="5273305"/>
                  <a:ext cx="5436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1EE11214-80BB-8FBB-991D-78E77321AF0C}"/>
                    </a:ext>
                  </a:extLst>
                </p14:cNvPr>
                <p14:cNvContentPartPr/>
                <p14:nvPr/>
              </p14:nvContentPartPr>
              <p14:xfrm>
                <a:off x="1286822" y="5027785"/>
                <a:ext cx="197280" cy="34020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1EE11214-80BB-8FBB-991D-78E77321AF0C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268789" y="5009785"/>
                  <a:ext cx="232985" cy="37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D98C61FD-8993-5DF3-5B12-FD2B99B2872B}"/>
                    </a:ext>
                  </a:extLst>
                </p14:cNvPr>
                <p14:cNvContentPartPr/>
                <p14:nvPr/>
              </p14:nvContentPartPr>
              <p14:xfrm>
                <a:off x="1320302" y="4962265"/>
                <a:ext cx="199080" cy="17100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D98C61FD-8993-5DF3-5B12-FD2B99B2872B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302302" y="4944265"/>
                  <a:ext cx="23472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60B58A70-33C2-7E35-5EC3-0D06B1D187B3}"/>
                    </a:ext>
                  </a:extLst>
                </p14:cNvPr>
                <p14:cNvContentPartPr/>
                <p14:nvPr/>
              </p14:nvContentPartPr>
              <p14:xfrm>
                <a:off x="1108262" y="6155665"/>
                <a:ext cx="153360" cy="17784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60B58A70-33C2-7E35-5EC3-0D06B1D187B3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090262" y="6137628"/>
                  <a:ext cx="189000" cy="2135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B0904B68-838F-0B28-8E80-864FCBD42AA7}"/>
                    </a:ext>
                  </a:extLst>
                </p14:cNvPr>
                <p14:cNvContentPartPr/>
                <p14:nvPr/>
              </p14:nvContentPartPr>
              <p14:xfrm>
                <a:off x="1228502" y="6053425"/>
                <a:ext cx="184320" cy="16632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B0904B68-838F-0B28-8E80-864FCBD42AA7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1210502" y="6035425"/>
                  <a:ext cx="21996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85C27343-DB23-050B-84C4-E54AACD0A1F5}"/>
                    </a:ext>
                  </a:extLst>
                </p14:cNvPr>
                <p14:cNvContentPartPr/>
                <p14:nvPr/>
              </p14:nvContentPartPr>
              <p14:xfrm>
                <a:off x="1330022" y="5814025"/>
                <a:ext cx="24840" cy="3636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85C27343-DB23-050B-84C4-E54AACD0A1F5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1312022" y="5796201"/>
                  <a:ext cx="60480" cy="7165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898DCE96-9F80-00A3-0095-5CF58AABA3D7}"/>
                    </a:ext>
                  </a:extLst>
                </p14:cNvPr>
                <p14:cNvContentPartPr/>
                <p14:nvPr/>
              </p14:nvContentPartPr>
              <p14:xfrm>
                <a:off x="1409942" y="5590465"/>
                <a:ext cx="159480" cy="18108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898DCE96-9F80-00A3-0095-5CF58AABA3D7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391942" y="5572465"/>
                  <a:ext cx="19512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DB586615-73DE-F8A7-4A7A-C416340DB127}"/>
                    </a:ext>
                  </a:extLst>
                </p14:cNvPr>
                <p14:cNvContentPartPr/>
                <p14:nvPr/>
              </p14:nvContentPartPr>
              <p14:xfrm>
                <a:off x="1734662" y="5737345"/>
                <a:ext cx="46080" cy="6948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DB586615-73DE-F8A7-4A7A-C416340DB127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1716662" y="5719438"/>
                  <a:ext cx="81720" cy="10493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1FA678F7-75A5-64D9-1DF7-9FBACB65DEAE}"/>
                    </a:ext>
                  </a:extLst>
                </p14:cNvPr>
                <p14:cNvContentPartPr/>
                <p14:nvPr/>
              </p14:nvContentPartPr>
              <p14:xfrm>
                <a:off x="1826102" y="5782705"/>
                <a:ext cx="9360" cy="10440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1FA678F7-75A5-64D9-1DF7-9FBACB65DEAE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1808102" y="5764705"/>
                  <a:ext cx="4500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30D12AA4-7B76-B3E5-AB50-0000C091A45E}"/>
                    </a:ext>
                  </a:extLst>
                </p14:cNvPr>
                <p14:cNvContentPartPr/>
                <p14:nvPr/>
              </p14:nvContentPartPr>
              <p14:xfrm>
                <a:off x="1862462" y="5493985"/>
                <a:ext cx="222840" cy="18540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30D12AA4-7B76-B3E5-AB50-0000C091A45E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844462" y="5475985"/>
                  <a:ext cx="25848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E3E04E4C-2F2A-932D-FB38-838DA3FE74AB}"/>
                    </a:ext>
                  </a:extLst>
                </p14:cNvPr>
                <p14:cNvContentPartPr/>
                <p14:nvPr/>
              </p14:nvContentPartPr>
              <p14:xfrm>
                <a:off x="1246862" y="4498585"/>
                <a:ext cx="1525320" cy="163044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E3E04E4C-2F2A-932D-FB38-838DA3FE74AB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228862" y="4480585"/>
                  <a:ext cx="1560960" cy="166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7F5B50C7-971A-2153-16C7-20FDEFE4F7A6}"/>
                    </a:ext>
                  </a:extLst>
                </p14:cNvPr>
                <p14:cNvContentPartPr/>
                <p14:nvPr/>
              </p14:nvContentPartPr>
              <p14:xfrm>
                <a:off x="1592822" y="4593985"/>
                <a:ext cx="207720" cy="21744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7F5B50C7-971A-2153-16C7-20FDEFE4F7A6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574853" y="4575955"/>
                  <a:ext cx="243298" cy="25313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FC3CEB26-2C0F-EF89-EC8B-151B06ABA236}"/>
                    </a:ext>
                  </a:extLst>
                </p14:cNvPr>
                <p14:cNvContentPartPr/>
                <p14:nvPr/>
              </p14:nvContentPartPr>
              <p14:xfrm>
                <a:off x="1663382" y="4473745"/>
                <a:ext cx="165240" cy="15696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FC3CEB26-2C0F-EF89-EC8B-151B06ABA236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645382" y="4455745"/>
                  <a:ext cx="20088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772D7FBF-7EFA-CE26-EB47-D95DB581CD1E}"/>
                    </a:ext>
                  </a:extLst>
                </p14:cNvPr>
                <p14:cNvContentPartPr/>
                <p14:nvPr/>
              </p14:nvContentPartPr>
              <p14:xfrm>
                <a:off x="1602182" y="4241905"/>
                <a:ext cx="137160" cy="11520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772D7FBF-7EFA-CE26-EB47-D95DB581CD1E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584182" y="4223905"/>
                  <a:ext cx="17280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C84359EF-C83A-3A81-D271-7D7939CEA958}"/>
                    </a:ext>
                  </a:extLst>
                </p14:cNvPr>
                <p14:cNvContentPartPr/>
                <p14:nvPr/>
              </p14:nvContentPartPr>
              <p14:xfrm>
                <a:off x="1884062" y="4425505"/>
                <a:ext cx="22680" cy="3996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C84359EF-C83A-3A81-D271-7D7939CEA958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866062" y="4407505"/>
                  <a:ext cx="5832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AB7B147C-7C44-B4E2-03B9-75711F34E1A5}"/>
                    </a:ext>
                  </a:extLst>
                </p14:cNvPr>
                <p14:cNvContentPartPr/>
                <p14:nvPr/>
              </p14:nvContentPartPr>
              <p14:xfrm>
                <a:off x="1945982" y="4438825"/>
                <a:ext cx="18720" cy="5436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AB7B147C-7C44-B4E2-03B9-75711F34E1A5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927982" y="4420825"/>
                  <a:ext cx="5436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1B74E689-04CF-617C-2C2D-B0C347859467}"/>
                    </a:ext>
                  </a:extLst>
                </p14:cNvPr>
                <p14:cNvContentPartPr/>
                <p14:nvPr/>
              </p14:nvContentPartPr>
              <p14:xfrm>
                <a:off x="1910342" y="4240465"/>
                <a:ext cx="221040" cy="23256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1B74E689-04CF-617C-2C2D-B0C347859467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892371" y="4222493"/>
                  <a:ext cx="256622" cy="26814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55FA867C-A671-46E9-A657-36E66EFD33E2}"/>
                    </a:ext>
                  </a:extLst>
                </p14:cNvPr>
                <p14:cNvContentPartPr/>
                <p14:nvPr/>
              </p14:nvContentPartPr>
              <p14:xfrm>
                <a:off x="1926542" y="4124905"/>
                <a:ext cx="218520" cy="17928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55FA867C-A671-46E9-A657-36E66EFD33E2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908542" y="4106905"/>
                  <a:ext cx="25416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A961FBF2-7869-2783-2F81-EE11A928CC83}"/>
                    </a:ext>
                  </a:extLst>
                </p14:cNvPr>
                <p14:cNvContentPartPr/>
                <p14:nvPr/>
              </p14:nvContentPartPr>
              <p14:xfrm>
                <a:off x="2158742" y="5105545"/>
                <a:ext cx="126720" cy="11052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A961FBF2-7869-2783-2F81-EE11A928CC83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2140742" y="5087545"/>
                  <a:ext cx="16236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ECE21091-AAA1-85F3-D9EA-552CA740D4F5}"/>
                    </a:ext>
                  </a:extLst>
                </p14:cNvPr>
                <p14:cNvContentPartPr/>
                <p14:nvPr/>
              </p14:nvContentPartPr>
              <p14:xfrm>
                <a:off x="2217782" y="4917985"/>
                <a:ext cx="177480" cy="15048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ECE21091-AAA1-85F3-D9EA-552CA740D4F5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2199818" y="4899985"/>
                  <a:ext cx="213048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76734F37-6464-B14A-7039-C704AF8D6446}"/>
                    </a:ext>
                  </a:extLst>
                </p14:cNvPr>
                <p14:cNvContentPartPr/>
                <p14:nvPr/>
              </p14:nvContentPartPr>
              <p14:xfrm>
                <a:off x="2137142" y="4660225"/>
                <a:ext cx="197640" cy="21348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76734F37-6464-B14A-7039-C704AF8D6446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2119142" y="4642225"/>
                  <a:ext cx="23328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D196B44D-6637-B0DD-2B5E-988E6C3B2C4A}"/>
                    </a:ext>
                  </a:extLst>
                </p14:cNvPr>
                <p14:cNvContentPartPr/>
                <p14:nvPr/>
              </p14:nvContentPartPr>
              <p14:xfrm>
                <a:off x="2403902" y="4716385"/>
                <a:ext cx="48960" cy="6804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D196B44D-6637-B0DD-2B5E-988E6C3B2C4A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2386033" y="4698385"/>
                  <a:ext cx="8434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36E6164E-5507-DF28-4339-4CF5116E1418}"/>
                    </a:ext>
                  </a:extLst>
                </p14:cNvPr>
                <p14:cNvContentPartPr/>
                <p14:nvPr/>
              </p14:nvContentPartPr>
              <p14:xfrm>
                <a:off x="2516582" y="4733665"/>
                <a:ext cx="13320" cy="8892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36E6164E-5507-DF28-4339-4CF5116E1418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2498582" y="4715665"/>
                  <a:ext cx="4896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BB9D7351-8319-3417-DA1C-034B88BDAD8E}"/>
                    </a:ext>
                  </a:extLst>
                </p14:cNvPr>
                <p14:cNvContentPartPr/>
                <p14:nvPr/>
              </p14:nvContentPartPr>
              <p14:xfrm>
                <a:off x="2527022" y="4387705"/>
                <a:ext cx="346320" cy="25956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BB9D7351-8319-3417-DA1C-034B88BDAD8E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2509041" y="4369680"/>
                  <a:ext cx="381923" cy="29525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4" name="Group 173">
            <a:extLst>
              <a:ext uri="{FF2B5EF4-FFF2-40B4-BE49-F238E27FC236}">
                <a16:creationId xmlns:a16="http://schemas.microsoft.com/office/drawing/2014/main" id="{E24CA42D-0F3E-AF5A-12AB-2621DB9AEC10}"/>
              </a:ext>
            </a:extLst>
          </p:cNvPr>
          <p:cNvGrpSpPr/>
          <p:nvPr/>
        </p:nvGrpSpPr>
        <p:grpSpPr>
          <a:xfrm>
            <a:off x="111062" y="473785"/>
            <a:ext cx="4350960" cy="3071880"/>
            <a:chOff x="111062" y="473785"/>
            <a:chExt cx="4350960" cy="3071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79015B14-9AB0-2B32-2E08-9C9046E7B962}"/>
                    </a:ext>
                  </a:extLst>
                </p14:cNvPr>
                <p14:cNvContentPartPr/>
                <p14:nvPr/>
              </p14:nvContentPartPr>
              <p14:xfrm>
                <a:off x="597782" y="2498785"/>
                <a:ext cx="627840" cy="104688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79015B14-9AB0-2B32-2E08-9C9046E7B962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579782" y="2480785"/>
                  <a:ext cx="663480" cy="10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3CFFDC19-10F1-1D5E-2E0C-EE9C38FF787C}"/>
                    </a:ext>
                  </a:extLst>
                </p14:cNvPr>
                <p14:cNvContentPartPr/>
                <p14:nvPr/>
              </p14:nvContentPartPr>
              <p14:xfrm>
                <a:off x="689222" y="2507785"/>
                <a:ext cx="848880" cy="102456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3CFFDC19-10F1-1D5E-2E0C-EE9C38FF787C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671222" y="2489785"/>
                  <a:ext cx="884520" cy="10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67E6CEBF-D23D-705B-DEB7-E84AE63E6C42}"/>
                    </a:ext>
                  </a:extLst>
                </p14:cNvPr>
                <p14:cNvContentPartPr/>
                <p14:nvPr/>
              </p14:nvContentPartPr>
              <p14:xfrm>
                <a:off x="433622" y="2842225"/>
                <a:ext cx="335160" cy="21420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67E6CEBF-D23D-705B-DEB7-E84AE63E6C42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415622" y="2824255"/>
                  <a:ext cx="370800" cy="2497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4330E100-7542-56A5-A194-41222B5EA7F7}"/>
                    </a:ext>
                  </a:extLst>
                </p14:cNvPr>
                <p14:cNvContentPartPr/>
                <p14:nvPr/>
              </p14:nvContentPartPr>
              <p14:xfrm>
                <a:off x="1183142" y="3025465"/>
                <a:ext cx="59400" cy="8352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4330E100-7542-56A5-A194-41222B5EA7F7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1165142" y="3007542"/>
                  <a:ext cx="95040" cy="11900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27637B2C-8BC2-01B4-D9A1-E375E06930DB}"/>
                    </a:ext>
                  </a:extLst>
                </p14:cNvPr>
                <p14:cNvContentPartPr/>
                <p14:nvPr/>
              </p14:nvContentPartPr>
              <p14:xfrm>
                <a:off x="938342" y="2695705"/>
                <a:ext cx="38520" cy="6084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27637B2C-8BC2-01B4-D9A1-E375E06930DB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920342" y="2677705"/>
                  <a:ext cx="7416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1336CA60-8A48-A050-A424-172DBAFF4F20}"/>
                    </a:ext>
                  </a:extLst>
                </p14:cNvPr>
                <p14:cNvContentPartPr/>
                <p14:nvPr/>
              </p14:nvContentPartPr>
              <p14:xfrm>
                <a:off x="1191062" y="2992705"/>
                <a:ext cx="125280" cy="10224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1336CA60-8A48-A050-A424-172DBAFF4F20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173062" y="2974705"/>
                  <a:ext cx="16092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339FD604-8A8F-3DCC-4E9E-CC57476CD942}"/>
                    </a:ext>
                  </a:extLst>
                </p14:cNvPr>
                <p14:cNvContentPartPr/>
                <p14:nvPr/>
              </p14:nvContentPartPr>
              <p14:xfrm>
                <a:off x="719822" y="3134545"/>
                <a:ext cx="368640" cy="25956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339FD604-8A8F-3DCC-4E9E-CC57476CD942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701822" y="3116545"/>
                  <a:ext cx="404280" cy="29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9EB009EA-0182-CE10-3071-12E28AF6C560}"/>
                    </a:ext>
                  </a:extLst>
                </p14:cNvPr>
                <p14:cNvContentPartPr/>
                <p14:nvPr/>
              </p14:nvContentPartPr>
              <p14:xfrm>
                <a:off x="665462" y="3404905"/>
                <a:ext cx="65880" cy="9324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9EB009EA-0182-CE10-3071-12E28AF6C560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647462" y="3386905"/>
                  <a:ext cx="10152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7927C14E-2DD7-77CB-0858-BE0A55C61A99}"/>
                    </a:ext>
                  </a:extLst>
                </p14:cNvPr>
                <p14:cNvContentPartPr/>
                <p14:nvPr/>
              </p14:nvContentPartPr>
              <p14:xfrm>
                <a:off x="111062" y="2793985"/>
                <a:ext cx="34200" cy="4896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7927C14E-2DD7-77CB-0858-BE0A55C61A99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93062" y="2775985"/>
                  <a:ext cx="6984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D17980F4-6AE0-BC61-219A-927F4E4DBBA0}"/>
                    </a:ext>
                  </a:extLst>
                </p14:cNvPr>
                <p14:cNvContentPartPr/>
                <p14:nvPr/>
              </p14:nvContentPartPr>
              <p14:xfrm>
                <a:off x="168662" y="2616145"/>
                <a:ext cx="30960" cy="6588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D17980F4-6AE0-BC61-219A-927F4E4DBBA0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50662" y="2598145"/>
                  <a:ext cx="6660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EC38C72E-6F7D-B491-F537-763D40A24E3B}"/>
                    </a:ext>
                  </a:extLst>
                </p14:cNvPr>
                <p14:cNvContentPartPr/>
                <p14:nvPr/>
              </p14:nvContentPartPr>
              <p14:xfrm>
                <a:off x="212942" y="2662945"/>
                <a:ext cx="81720" cy="14184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EC38C72E-6F7D-B491-F537-763D40A24E3B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94942" y="2644991"/>
                  <a:ext cx="117360" cy="17739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3B3E877B-5B4F-2B5D-698A-0B0B7234CE57}"/>
                    </a:ext>
                  </a:extLst>
                </p14:cNvPr>
                <p14:cNvContentPartPr/>
                <p14:nvPr/>
              </p14:nvContentPartPr>
              <p14:xfrm>
                <a:off x="324182" y="2588785"/>
                <a:ext cx="102600" cy="9000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3B3E877B-5B4F-2B5D-698A-0B0B7234CE57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306182" y="2570785"/>
                  <a:ext cx="13824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A189C5D2-57F8-A785-4581-46C488EFA7B9}"/>
                    </a:ext>
                  </a:extLst>
                </p14:cNvPr>
                <p14:cNvContentPartPr/>
                <p14:nvPr/>
              </p14:nvContentPartPr>
              <p14:xfrm>
                <a:off x="349022" y="2162545"/>
                <a:ext cx="172440" cy="23796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A189C5D2-57F8-A785-4581-46C488EFA7B9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331022" y="2144545"/>
                  <a:ext cx="208080" cy="2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6394FF58-34BF-2F14-FC4D-94EBA0D40054}"/>
                    </a:ext>
                  </a:extLst>
                </p14:cNvPr>
                <p14:cNvContentPartPr/>
                <p14:nvPr/>
              </p14:nvContentPartPr>
              <p14:xfrm>
                <a:off x="1510382" y="2160385"/>
                <a:ext cx="666000" cy="48240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6394FF58-34BF-2F14-FC4D-94EBA0D40054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1492382" y="2142398"/>
                  <a:ext cx="701640" cy="51801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5A31AB36-B3FB-AAE1-3DC6-2D2AD02361D1}"/>
                    </a:ext>
                  </a:extLst>
                </p14:cNvPr>
                <p14:cNvContentPartPr/>
                <p14:nvPr/>
              </p14:nvContentPartPr>
              <p14:xfrm>
                <a:off x="2116622" y="2106025"/>
                <a:ext cx="69840" cy="9360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5A31AB36-B3FB-AAE1-3DC6-2D2AD02361D1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2098622" y="2088094"/>
                  <a:ext cx="105480" cy="12910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05D18A5A-A621-29D0-3F9B-2372741C135B}"/>
                    </a:ext>
                  </a:extLst>
                </p14:cNvPr>
                <p14:cNvContentPartPr/>
                <p14:nvPr/>
              </p14:nvContentPartPr>
              <p14:xfrm>
                <a:off x="2176382" y="2081185"/>
                <a:ext cx="52200" cy="4140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05D18A5A-A621-29D0-3F9B-2372741C135B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2158257" y="2063185"/>
                  <a:ext cx="88088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988AA4A4-89BA-728B-4665-5E53747CC301}"/>
                    </a:ext>
                  </a:extLst>
                </p14:cNvPr>
                <p14:cNvContentPartPr/>
                <p14:nvPr/>
              </p14:nvContentPartPr>
              <p14:xfrm>
                <a:off x="1979462" y="1574665"/>
                <a:ext cx="19440" cy="3060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988AA4A4-89BA-728B-4665-5E53747CC301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1961462" y="1556874"/>
                  <a:ext cx="55080" cy="6582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0A3288B8-8AD3-E1E9-0C81-AEF9B10EF3C1}"/>
                    </a:ext>
                  </a:extLst>
                </p14:cNvPr>
                <p14:cNvContentPartPr/>
                <p14:nvPr/>
              </p14:nvContentPartPr>
              <p14:xfrm>
                <a:off x="2100422" y="1335625"/>
                <a:ext cx="74880" cy="10476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0A3288B8-8AD3-E1E9-0C81-AEF9B10EF3C1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2082422" y="1317625"/>
                  <a:ext cx="11052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24DA3C04-9D79-9901-93A5-839E69CCF715}"/>
                    </a:ext>
                  </a:extLst>
                </p14:cNvPr>
                <p14:cNvContentPartPr/>
                <p14:nvPr/>
              </p14:nvContentPartPr>
              <p14:xfrm>
                <a:off x="2093942" y="1412305"/>
                <a:ext cx="145800" cy="16992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24DA3C04-9D79-9901-93A5-839E69CCF715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2075942" y="1394305"/>
                  <a:ext cx="18144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5DA0DC78-0A5F-53E8-30DC-A0D4F7C983B5}"/>
                    </a:ext>
                  </a:extLst>
                </p14:cNvPr>
                <p14:cNvContentPartPr/>
                <p14:nvPr/>
              </p14:nvContentPartPr>
              <p14:xfrm>
                <a:off x="2312822" y="1377385"/>
                <a:ext cx="163440" cy="9144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5DA0DC78-0A5F-53E8-30DC-A0D4F7C983B5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2294782" y="1359456"/>
                  <a:ext cx="199159" cy="1269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CDC6C0D5-AB19-14CD-DF1D-64A8157EE726}"/>
                    </a:ext>
                  </a:extLst>
                </p14:cNvPr>
                <p14:cNvContentPartPr/>
                <p14:nvPr/>
              </p14:nvContentPartPr>
              <p14:xfrm>
                <a:off x="2480942" y="1090825"/>
                <a:ext cx="159120" cy="19404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CDC6C0D5-AB19-14CD-DF1D-64A8157EE726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2462942" y="1072825"/>
                  <a:ext cx="19476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B4297B3A-243B-B0D3-6539-2D331BD82E4B}"/>
                    </a:ext>
                  </a:extLst>
                </p14:cNvPr>
                <p14:cNvContentPartPr/>
                <p14:nvPr/>
              </p14:nvContentPartPr>
              <p14:xfrm>
                <a:off x="839342" y="2107465"/>
                <a:ext cx="196920" cy="34992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B4297B3A-243B-B0D3-6539-2D331BD82E4B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821342" y="2089465"/>
                  <a:ext cx="232560" cy="38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57B50D33-B525-5E63-85E3-FA8FEB00AC7A}"/>
                    </a:ext>
                  </a:extLst>
                </p14:cNvPr>
                <p14:cNvContentPartPr/>
                <p14:nvPr/>
              </p14:nvContentPartPr>
              <p14:xfrm>
                <a:off x="849062" y="2145985"/>
                <a:ext cx="276840" cy="13716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57B50D33-B525-5E63-85E3-FA8FEB00AC7A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831039" y="2127985"/>
                  <a:ext cx="312526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4A380DC0-2FD1-E323-129B-909F5DC35AAF}"/>
                    </a:ext>
                  </a:extLst>
                </p14:cNvPr>
                <p14:cNvContentPartPr/>
                <p14:nvPr/>
              </p14:nvContentPartPr>
              <p14:xfrm>
                <a:off x="1006742" y="2239945"/>
                <a:ext cx="28440" cy="10080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4A380DC0-2FD1-E323-129B-909F5DC35AAF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988742" y="2222009"/>
                  <a:ext cx="64080" cy="13631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15B1B648-F667-6FAF-3936-D5DF2541F722}"/>
                    </a:ext>
                  </a:extLst>
                </p14:cNvPr>
                <p14:cNvContentPartPr/>
                <p14:nvPr/>
              </p14:nvContentPartPr>
              <p14:xfrm>
                <a:off x="1067222" y="1986865"/>
                <a:ext cx="37440" cy="9828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15B1B648-F667-6FAF-3936-D5DF2541F722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1049393" y="1968931"/>
                  <a:ext cx="72741" cy="13379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222DF2A5-6D18-953F-EBDE-B13849CB25E9}"/>
                    </a:ext>
                  </a:extLst>
                </p14:cNvPr>
                <p14:cNvContentPartPr/>
                <p14:nvPr/>
              </p14:nvContentPartPr>
              <p14:xfrm>
                <a:off x="1154342" y="2013865"/>
                <a:ext cx="37440" cy="12456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222DF2A5-6D18-953F-EBDE-B13849CB25E9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1136513" y="1995865"/>
                  <a:ext cx="72741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FDC0F226-6427-B411-2D64-B6B57A23B9F3}"/>
                    </a:ext>
                  </a:extLst>
                </p14:cNvPr>
                <p14:cNvContentPartPr/>
                <p14:nvPr/>
              </p14:nvContentPartPr>
              <p14:xfrm>
                <a:off x="1167662" y="1812625"/>
                <a:ext cx="187560" cy="17460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FDC0F226-6427-B411-2D64-B6B57A23B9F3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1149662" y="1794625"/>
                  <a:ext cx="22320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7AF166C5-253C-E7F1-3D66-5731A9CB7B07}"/>
                    </a:ext>
                  </a:extLst>
                </p14:cNvPr>
                <p14:cNvContentPartPr/>
                <p14:nvPr/>
              </p14:nvContentPartPr>
              <p14:xfrm>
                <a:off x="1196462" y="1700305"/>
                <a:ext cx="182880" cy="9576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7AF166C5-253C-E7F1-3D66-5731A9CB7B07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1178462" y="1682305"/>
                  <a:ext cx="21852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59D68391-356C-2570-FE8D-74E31093F832}"/>
                    </a:ext>
                  </a:extLst>
                </p14:cNvPr>
                <p14:cNvContentPartPr/>
                <p14:nvPr/>
              </p14:nvContentPartPr>
              <p14:xfrm>
                <a:off x="1068662" y="1372705"/>
                <a:ext cx="194040" cy="25524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59D68391-356C-2570-FE8D-74E31093F832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050629" y="1354705"/>
                  <a:ext cx="229746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ADD85423-7672-F082-D856-157E05FC11AD}"/>
                    </a:ext>
                  </a:extLst>
                </p14:cNvPr>
                <p14:cNvContentPartPr/>
                <p14:nvPr/>
              </p14:nvContentPartPr>
              <p14:xfrm>
                <a:off x="2591822" y="1681225"/>
                <a:ext cx="236520" cy="30888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ADD85423-7672-F082-D856-157E05FC11AD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2573822" y="1663225"/>
                  <a:ext cx="272160" cy="34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CF2E08D8-87FA-18A3-A385-4DBF721EE0DC}"/>
                    </a:ext>
                  </a:extLst>
                </p14:cNvPr>
                <p14:cNvContentPartPr/>
                <p14:nvPr/>
              </p14:nvContentPartPr>
              <p14:xfrm>
                <a:off x="2953262" y="1600585"/>
                <a:ext cx="246600" cy="24984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CF2E08D8-87FA-18A3-A385-4DBF721EE0DC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2935262" y="1582585"/>
                  <a:ext cx="28224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146A7B98-D06F-F52E-A3E1-29235991715C}"/>
                    </a:ext>
                  </a:extLst>
                </p14:cNvPr>
                <p14:cNvContentPartPr/>
                <p14:nvPr/>
              </p14:nvContentPartPr>
              <p14:xfrm>
                <a:off x="3137942" y="1423105"/>
                <a:ext cx="160920" cy="19872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146A7B98-D06F-F52E-A3E1-29235991715C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3119902" y="1405105"/>
                  <a:ext cx="19664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A2605303-1678-7DF7-E2E5-B900691478A5}"/>
                    </a:ext>
                  </a:extLst>
                </p14:cNvPr>
                <p14:cNvContentPartPr/>
                <p14:nvPr/>
              </p14:nvContentPartPr>
              <p14:xfrm>
                <a:off x="3203462" y="1353625"/>
                <a:ext cx="330120" cy="23796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A2605303-1678-7DF7-E2E5-B900691478A5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3185482" y="1335625"/>
                  <a:ext cx="365721" cy="2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1D2A54A4-BE84-8A53-155B-8AFFAB681CB5}"/>
                    </a:ext>
                  </a:extLst>
                </p14:cNvPr>
                <p14:cNvContentPartPr/>
                <p14:nvPr/>
              </p14:nvContentPartPr>
              <p14:xfrm>
                <a:off x="3623942" y="1171105"/>
                <a:ext cx="7560" cy="1836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1D2A54A4-BE84-8A53-155B-8AFFAB681CB5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3606760" y="1153105"/>
                  <a:ext cx="4158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8F168092-90A6-F225-AA6E-D83346175388}"/>
                    </a:ext>
                  </a:extLst>
                </p14:cNvPr>
                <p14:cNvContentPartPr/>
                <p14:nvPr/>
              </p14:nvContentPartPr>
              <p14:xfrm>
                <a:off x="3737342" y="910825"/>
                <a:ext cx="121320" cy="13680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8F168092-90A6-F225-AA6E-D83346175388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3719395" y="892825"/>
                  <a:ext cx="156855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82229F4C-F04D-EEC3-291E-AC404FCB5C5A}"/>
                    </a:ext>
                  </a:extLst>
                </p14:cNvPr>
                <p14:cNvContentPartPr/>
                <p14:nvPr/>
              </p14:nvContentPartPr>
              <p14:xfrm>
                <a:off x="3785582" y="964105"/>
                <a:ext cx="104400" cy="15156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82229F4C-F04D-EEC3-291E-AC404FCB5C5A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3767582" y="946105"/>
                  <a:ext cx="14004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FBB68B0A-732C-CFC0-0BD8-49C83804356A}"/>
                    </a:ext>
                  </a:extLst>
                </p14:cNvPr>
                <p14:cNvContentPartPr/>
                <p14:nvPr/>
              </p14:nvContentPartPr>
              <p14:xfrm>
                <a:off x="3924902" y="686185"/>
                <a:ext cx="201960" cy="28368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FBB68B0A-732C-CFC0-0BD8-49C83804356A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3906902" y="668185"/>
                  <a:ext cx="237600" cy="31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010293CA-B9F2-8203-F658-BE60411D1F3B}"/>
                    </a:ext>
                  </a:extLst>
                </p14:cNvPr>
                <p14:cNvContentPartPr/>
                <p14:nvPr/>
              </p14:nvContentPartPr>
              <p14:xfrm>
                <a:off x="2671022" y="1005505"/>
                <a:ext cx="218880" cy="8640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010293CA-B9F2-8203-F658-BE60411D1F3B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2653022" y="987505"/>
                  <a:ext cx="25452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3D647626-2F2B-62A3-B9AF-3440ACD262F7}"/>
                    </a:ext>
                  </a:extLst>
                </p14:cNvPr>
                <p14:cNvContentPartPr/>
                <p14:nvPr/>
              </p14:nvContentPartPr>
              <p14:xfrm>
                <a:off x="2798822" y="945025"/>
                <a:ext cx="10800" cy="26748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3D647626-2F2B-62A3-B9AF-3440ACD262F7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2781403" y="927025"/>
                  <a:ext cx="45290" cy="30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EA861EC1-9F0C-0575-B5A4-1BC305A5ED18}"/>
                    </a:ext>
                  </a:extLst>
                </p14:cNvPr>
                <p14:cNvContentPartPr/>
                <p14:nvPr/>
              </p14:nvContentPartPr>
              <p14:xfrm>
                <a:off x="2899262" y="832705"/>
                <a:ext cx="116280" cy="17388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EA861EC1-9F0C-0575-B5A4-1BC305A5ED18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2881262" y="814705"/>
                  <a:ext cx="15192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D5A52CD0-627B-FA24-9A50-5EFC9F1BBAB9}"/>
                    </a:ext>
                  </a:extLst>
                </p14:cNvPr>
                <p14:cNvContentPartPr/>
                <p14:nvPr/>
              </p14:nvContentPartPr>
              <p14:xfrm>
                <a:off x="2977382" y="760705"/>
                <a:ext cx="156960" cy="13536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D5A52CD0-627B-FA24-9A50-5EFC9F1BBAB9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2959341" y="742705"/>
                  <a:ext cx="192682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48855F96-05AC-18E5-9905-319A0C576AA1}"/>
                    </a:ext>
                  </a:extLst>
                </p14:cNvPr>
                <p14:cNvContentPartPr/>
                <p14:nvPr/>
              </p14:nvContentPartPr>
              <p14:xfrm>
                <a:off x="3045062" y="473785"/>
                <a:ext cx="100440" cy="18648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48855F96-05AC-18E5-9905-319A0C576AA1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3027062" y="455750"/>
                  <a:ext cx="136080" cy="22218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1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85693809-A39A-3E43-4C2B-D3EE5AE6F361}"/>
                    </a:ext>
                  </a:extLst>
                </p14:cNvPr>
                <p14:cNvContentPartPr/>
                <p14:nvPr/>
              </p14:nvContentPartPr>
              <p14:xfrm>
                <a:off x="2437742" y="1504825"/>
                <a:ext cx="92160" cy="9144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85693809-A39A-3E43-4C2B-D3EE5AE6F361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2419742" y="1486825"/>
                  <a:ext cx="12780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D3ED831C-82B6-2415-F3BA-59B729BA4A80}"/>
                    </a:ext>
                  </a:extLst>
                </p14:cNvPr>
                <p14:cNvContentPartPr/>
                <p14:nvPr/>
              </p14:nvContentPartPr>
              <p14:xfrm>
                <a:off x="1738982" y="1011625"/>
                <a:ext cx="149760" cy="23256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D3ED831C-82B6-2415-F3BA-59B729BA4A80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1720982" y="993653"/>
                  <a:ext cx="185400" cy="26814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85FF82CE-FC4D-500B-0013-797F69F38077}"/>
                    </a:ext>
                  </a:extLst>
                </p14:cNvPr>
                <p14:cNvContentPartPr/>
                <p14:nvPr/>
              </p14:nvContentPartPr>
              <p14:xfrm>
                <a:off x="1798382" y="968065"/>
                <a:ext cx="186840" cy="14436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85FF82CE-FC4D-500B-0013-797F69F38077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1780382" y="950065"/>
                  <a:ext cx="22248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664A8C4E-721C-18CB-B758-CBB2BBDE973F}"/>
                    </a:ext>
                  </a:extLst>
                </p14:cNvPr>
                <p14:cNvContentPartPr/>
                <p14:nvPr/>
              </p14:nvContentPartPr>
              <p14:xfrm>
                <a:off x="1891982" y="759625"/>
                <a:ext cx="74160" cy="9360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664A8C4E-721C-18CB-B758-CBB2BBDE973F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1873982" y="741625"/>
                  <a:ext cx="10980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13EB2B2F-1EAD-3CBE-DEE8-3F975E3F8134}"/>
                    </a:ext>
                  </a:extLst>
                </p14:cNvPr>
                <p14:cNvContentPartPr/>
                <p14:nvPr/>
              </p14:nvContentPartPr>
              <p14:xfrm>
                <a:off x="2000702" y="516625"/>
                <a:ext cx="181800" cy="23436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13EB2B2F-1EAD-3CBE-DEE8-3F975E3F8134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1982666" y="498597"/>
                  <a:ext cx="217511" cy="2700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1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FA31BBF3-A122-BC7B-D389-C040A6BE88B6}"/>
                    </a:ext>
                  </a:extLst>
                </p14:cNvPr>
                <p14:cNvContentPartPr/>
                <p14:nvPr/>
              </p14:nvContentPartPr>
              <p14:xfrm>
                <a:off x="3814382" y="907945"/>
                <a:ext cx="647640" cy="55800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FA31BBF3-A122-BC7B-D389-C040A6BE88B6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3796382" y="889933"/>
                  <a:ext cx="683280" cy="593663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5DA77EC4-64C7-F041-EBC6-C80A622C714B}"/>
              </a:ext>
            </a:extLst>
          </p:cNvPr>
          <p:cNvGrpSpPr/>
          <p:nvPr/>
        </p:nvGrpSpPr>
        <p:grpSpPr>
          <a:xfrm>
            <a:off x="7882800" y="422808"/>
            <a:ext cx="536040" cy="304920"/>
            <a:chOff x="7882800" y="422808"/>
            <a:chExt cx="536040" cy="304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3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BAF9CA82-BA48-EA73-0541-5F13A4D0791A}"/>
                    </a:ext>
                  </a:extLst>
                </p14:cNvPr>
                <p14:cNvContentPartPr/>
                <p14:nvPr/>
              </p14:nvContentPartPr>
              <p14:xfrm>
                <a:off x="7882800" y="422808"/>
                <a:ext cx="40320" cy="26784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BAF9CA82-BA48-EA73-0541-5F13A4D0791A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7864800" y="405168"/>
                  <a:ext cx="75960" cy="30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5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08190E9E-B285-8F8F-BA65-7C2464229B17}"/>
                    </a:ext>
                  </a:extLst>
                </p14:cNvPr>
                <p14:cNvContentPartPr/>
                <p14:nvPr/>
              </p14:nvContentPartPr>
              <p14:xfrm>
                <a:off x="7958040" y="540888"/>
                <a:ext cx="118080" cy="11880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08190E9E-B285-8F8F-BA65-7C2464229B17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7940400" y="523248"/>
                  <a:ext cx="15372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7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9D418A4F-4101-C314-49F2-F2A26981B3CB}"/>
                    </a:ext>
                  </a:extLst>
                </p14:cNvPr>
                <p14:cNvContentPartPr/>
                <p14:nvPr/>
              </p14:nvContentPartPr>
              <p14:xfrm>
                <a:off x="8138400" y="539448"/>
                <a:ext cx="96480" cy="11448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9D418A4F-4101-C314-49F2-F2A26981B3CB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8120400" y="521808"/>
                  <a:ext cx="13212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9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281077DF-D6A0-8B46-28CB-6B095A6A0E11}"/>
                    </a:ext>
                  </a:extLst>
                </p14:cNvPr>
                <p14:cNvContentPartPr/>
                <p14:nvPr/>
              </p14:nvContentPartPr>
              <p14:xfrm>
                <a:off x="8326320" y="554928"/>
                <a:ext cx="42840" cy="17280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281077DF-D6A0-8B46-28CB-6B095A6A0E11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8308680" y="537288"/>
                  <a:ext cx="7848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1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C6740FEF-DEA0-B724-85D8-961C1651A5D8}"/>
                    </a:ext>
                  </a:extLst>
                </p14:cNvPr>
                <p14:cNvContentPartPr/>
                <p14:nvPr/>
              </p14:nvContentPartPr>
              <p14:xfrm>
                <a:off x="8342520" y="531888"/>
                <a:ext cx="76320" cy="11088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C6740FEF-DEA0-B724-85D8-961C1651A5D8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8324880" y="513888"/>
                  <a:ext cx="111960" cy="14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2" name="Group 181">
            <a:extLst>
              <a:ext uri="{FF2B5EF4-FFF2-40B4-BE49-F238E27FC236}">
                <a16:creationId xmlns:a16="http://schemas.microsoft.com/office/drawing/2014/main" id="{14CFD1A4-C7F2-0F70-5C37-6031495FF537}"/>
              </a:ext>
            </a:extLst>
          </p:cNvPr>
          <p:cNvGrpSpPr/>
          <p:nvPr/>
        </p:nvGrpSpPr>
        <p:grpSpPr>
          <a:xfrm>
            <a:off x="8745360" y="450888"/>
            <a:ext cx="697680" cy="311400"/>
            <a:chOff x="8745360" y="450888"/>
            <a:chExt cx="697680" cy="311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3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0ACBFA8D-53E3-DD09-87FA-5F0B4FF3A278}"/>
                    </a:ext>
                  </a:extLst>
                </p14:cNvPr>
                <p14:cNvContentPartPr/>
                <p14:nvPr/>
              </p14:nvContentPartPr>
              <p14:xfrm>
                <a:off x="8745360" y="523608"/>
                <a:ext cx="154080" cy="23868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0ACBFA8D-53E3-DD09-87FA-5F0B4FF3A278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8727360" y="505968"/>
                  <a:ext cx="189720" cy="27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5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C69FE80D-FF2D-FE16-CA49-EE096274C50E}"/>
                    </a:ext>
                  </a:extLst>
                </p14:cNvPr>
                <p14:cNvContentPartPr/>
                <p14:nvPr/>
              </p14:nvContentPartPr>
              <p14:xfrm>
                <a:off x="8963880" y="544128"/>
                <a:ext cx="166320" cy="11700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C69FE80D-FF2D-FE16-CA49-EE096274C50E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8946240" y="526128"/>
                  <a:ext cx="20196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7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DC5CC48C-9D4F-9EEB-B7E4-008814C4C1F4}"/>
                    </a:ext>
                  </a:extLst>
                </p14:cNvPr>
                <p14:cNvContentPartPr/>
                <p14:nvPr/>
              </p14:nvContentPartPr>
              <p14:xfrm>
                <a:off x="9166560" y="577248"/>
                <a:ext cx="59040" cy="8964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DC5CC48C-9D4F-9EEB-B7E4-008814C4C1F4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9148560" y="559248"/>
                  <a:ext cx="9468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9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A750CF42-72DB-94F9-D8F8-92C0EEC05CA3}"/>
                    </a:ext>
                  </a:extLst>
                </p14:cNvPr>
                <p14:cNvContentPartPr/>
                <p14:nvPr/>
              </p14:nvContentPartPr>
              <p14:xfrm>
                <a:off x="9230640" y="450888"/>
                <a:ext cx="17640" cy="1332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A750CF42-72DB-94F9-D8F8-92C0EEC05CA3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9212640" y="432888"/>
                  <a:ext cx="5328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1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CCFD01CD-B035-21A4-E7E2-0CE0DCCB99A6}"/>
                    </a:ext>
                  </a:extLst>
                </p14:cNvPr>
                <p14:cNvContentPartPr/>
                <p14:nvPr/>
              </p14:nvContentPartPr>
              <p14:xfrm>
                <a:off x="9294720" y="540888"/>
                <a:ext cx="148320" cy="12024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CCFD01CD-B035-21A4-E7E2-0CE0DCCB99A6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9276720" y="523248"/>
                  <a:ext cx="183960" cy="15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1" name="Group 180">
            <a:extLst>
              <a:ext uri="{FF2B5EF4-FFF2-40B4-BE49-F238E27FC236}">
                <a16:creationId xmlns:a16="http://schemas.microsoft.com/office/drawing/2014/main" id="{090F1A8E-896D-4C8A-BB3E-9B5C139BC3DC}"/>
              </a:ext>
            </a:extLst>
          </p:cNvPr>
          <p:cNvGrpSpPr/>
          <p:nvPr/>
        </p:nvGrpSpPr>
        <p:grpSpPr>
          <a:xfrm>
            <a:off x="9814920" y="331368"/>
            <a:ext cx="209160" cy="383040"/>
            <a:chOff x="9814920" y="331368"/>
            <a:chExt cx="209160" cy="383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3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DB0B2553-32D0-4704-7B36-06947FD6CEA6}"/>
                    </a:ext>
                  </a:extLst>
                </p14:cNvPr>
                <p14:cNvContentPartPr/>
                <p14:nvPr/>
              </p14:nvContentPartPr>
              <p14:xfrm>
                <a:off x="9814920" y="355848"/>
                <a:ext cx="35280" cy="35856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DB0B2553-32D0-4704-7B36-06947FD6CEA6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9796920" y="338208"/>
                  <a:ext cx="70920" cy="39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5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B6B8A5F2-5C22-1B2C-4003-101DFAC16999}"/>
                    </a:ext>
                  </a:extLst>
                </p14:cNvPr>
                <p14:cNvContentPartPr/>
                <p14:nvPr/>
              </p14:nvContentPartPr>
              <p14:xfrm>
                <a:off x="9830400" y="331368"/>
                <a:ext cx="193680" cy="26748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B6B8A5F2-5C22-1B2C-4003-101DFAC16999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9812760" y="313368"/>
                  <a:ext cx="229320" cy="30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7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7AD8DC57-12D0-0AC6-7059-56A913C17924}"/>
                    </a:ext>
                  </a:extLst>
                </p14:cNvPr>
                <p14:cNvContentPartPr/>
                <p14:nvPr/>
              </p14:nvContentPartPr>
              <p14:xfrm>
                <a:off x="9833280" y="505968"/>
                <a:ext cx="155160" cy="6696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7AD8DC57-12D0-0AC6-7059-56A913C17924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9815640" y="487968"/>
                  <a:ext cx="190800" cy="102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7" name="Group 186">
            <a:extLst>
              <a:ext uri="{FF2B5EF4-FFF2-40B4-BE49-F238E27FC236}">
                <a16:creationId xmlns:a16="http://schemas.microsoft.com/office/drawing/2014/main" id="{665510AC-2FC0-9E9B-8F86-815CA0661CC6}"/>
              </a:ext>
            </a:extLst>
          </p:cNvPr>
          <p:cNvGrpSpPr/>
          <p:nvPr/>
        </p:nvGrpSpPr>
        <p:grpSpPr>
          <a:xfrm>
            <a:off x="6137880" y="294648"/>
            <a:ext cx="1458360" cy="1125720"/>
            <a:chOff x="6137880" y="294648"/>
            <a:chExt cx="1458360" cy="1125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9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855C1F42-9011-ED0B-6460-C34CF4ABE884}"/>
                    </a:ext>
                  </a:extLst>
                </p14:cNvPr>
                <p14:cNvContentPartPr/>
                <p14:nvPr/>
              </p14:nvContentPartPr>
              <p14:xfrm>
                <a:off x="6360360" y="428208"/>
                <a:ext cx="15840" cy="26784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855C1F42-9011-ED0B-6460-C34CF4ABE884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6342360" y="410208"/>
                  <a:ext cx="51480" cy="30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1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9532392B-E037-1B28-033D-6979A273664F}"/>
                    </a:ext>
                  </a:extLst>
                </p14:cNvPr>
                <p14:cNvContentPartPr/>
                <p14:nvPr/>
              </p14:nvContentPartPr>
              <p14:xfrm>
                <a:off x="6137880" y="294648"/>
                <a:ext cx="444600" cy="52056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9532392B-E037-1B28-033D-6979A273664F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6119880" y="276648"/>
                  <a:ext cx="480240" cy="55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3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4C389F9A-96C5-36AE-222F-5FA2E4D496DB}"/>
                    </a:ext>
                  </a:extLst>
                </p14:cNvPr>
                <p14:cNvContentPartPr/>
                <p14:nvPr/>
              </p14:nvContentPartPr>
              <p14:xfrm>
                <a:off x="6876600" y="393648"/>
                <a:ext cx="209880" cy="29196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4C389F9A-96C5-36AE-222F-5FA2E4D496DB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6858960" y="376008"/>
                  <a:ext cx="245520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5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110B5CA7-A13C-CB5E-979C-368D651C215C}"/>
                    </a:ext>
                  </a:extLst>
                </p14:cNvPr>
                <p14:cNvContentPartPr/>
                <p14:nvPr/>
              </p14:nvContentPartPr>
              <p14:xfrm>
                <a:off x="7161360" y="574368"/>
                <a:ext cx="18720" cy="18540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110B5CA7-A13C-CB5E-979C-368D651C215C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7143720" y="556368"/>
                  <a:ext cx="5436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7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D63B4CBF-3928-43D8-3E47-7F567C1D686E}"/>
                    </a:ext>
                  </a:extLst>
                </p14:cNvPr>
                <p14:cNvContentPartPr/>
                <p14:nvPr/>
              </p14:nvContentPartPr>
              <p14:xfrm>
                <a:off x="7157400" y="523248"/>
                <a:ext cx="76320" cy="15948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D63B4CBF-3928-43D8-3E47-7F567C1D686E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7139760" y="505608"/>
                  <a:ext cx="11196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9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91E4CE42-808A-944F-E5B4-9349B9A2D1B5}"/>
                    </a:ext>
                  </a:extLst>
                </p14:cNvPr>
                <p14:cNvContentPartPr/>
                <p14:nvPr/>
              </p14:nvContentPartPr>
              <p14:xfrm>
                <a:off x="7247400" y="535488"/>
                <a:ext cx="260640" cy="14832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91E4CE42-808A-944F-E5B4-9349B9A2D1B5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7229400" y="517488"/>
                  <a:ext cx="29628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1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8B185903-ED7C-2EA2-C10E-4D96F90CC41A}"/>
                    </a:ext>
                  </a:extLst>
                </p14:cNvPr>
                <p14:cNvContentPartPr/>
                <p14:nvPr/>
              </p14:nvContentPartPr>
              <p14:xfrm>
                <a:off x="7503720" y="551688"/>
                <a:ext cx="92520" cy="12600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8B185903-ED7C-2EA2-C10E-4D96F90CC41A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7486080" y="534048"/>
                  <a:ext cx="12816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3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801A2E9E-77ED-4ECB-79EE-E92BA8AA6672}"/>
                    </a:ext>
                  </a:extLst>
                </p14:cNvPr>
                <p14:cNvContentPartPr/>
                <p14:nvPr/>
              </p14:nvContentPartPr>
              <p14:xfrm>
                <a:off x="6627840" y="1013928"/>
                <a:ext cx="168840" cy="21024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801A2E9E-77ED-4ECB-79EE-E92BA8AA6672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6610200" y="996288"/>
                  <a:ext cx="204480" cy="24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5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AFB35975-37C4-3DDD-6E53-1585F9AE972A}"/>
                    </a:ext>
                  </a:extLst>
                </p14:cNvPr>
                <p14:cNvContentPartPr/>
                <p14:nvPr/>
              </p14:nvContentPartPr>
              <p14:xfrm>
                <a:off x="6446040" y="869568"/>
                <a:ext cx="502560" cy="55080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AFB35975-37C4-3DDD-6E53-1585F9AE972A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6428040" y="851928"/>
                  <a:ext cx="538200" cy="586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6" name="Group 195">
            <a:extLst>
              <a:ext uri="{FF2B5EF4-FFF2-40B4-BE49-F238E27FC236}">
                <a16:creationId xmlns:a16="http://schemas.microsoft.com/office/drawing/2014/main" id="{EC965731-A619-EA4F-1F35-5F2A1B741683}"/>
              </a:ext>
            </a:extLst>
          </p:cNvPr>
          <p:cNvGrpSpPr/>
          <p:nvPr/>
        </p:nvGrpSpPr>
        <p:grpSpPr>
          <a:xfrm>
            <a:off x="7335960" y="950208"/>
            <a:ext cx="448920" cy="335160"/>
            <a:chOff x="7335960" y="950208"/>
            <a:chExt cx="448920" cy="335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7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92610F9D-9E0D-9C46-4AC5-90A4BCB1C79A}"/>
                    </a:ext>
                  </a:extLst>
                </p14:cNvPr>
                <p14:cNvContentPartPr/>
                <p14:nvPr/>
              </p14:nvContentPartPr>
              <p14:xfrm>
                <a:off x="7378800" y="953088"/>
                <a:ext cx="4320" cy="1728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92610F9D-9E0D-9C46-4AC5-90A4BCB1C79A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7361160" y="935448"/>
                  <a:ext cx="3996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9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08A56D4D-8982-ABC1-47D4-14BC82B4627E}"/>
                    </a:ext>
                  </a:extLst>
                </p14:cNvPr>
                <p14:cNvContentPartPr/>
                <p14:nvPr/>
              </p14:nvContentPartPr>
              <p14:xfrm>
                <a:off x="7354680" y="962088"/>
                <a:ext cx="24480" cy="32328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08A56D4D-8982-ABC1-47D4-14BC82B4627E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7336680" y="944448"/>
                  <a:ext cx="60120" cy="35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1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0169E65C-2FB6-60DF-C75E-09841DEDE0DF}"/>
                    </a:ext>
                  </a:extLst>
                </p14:cNvPr>
                <p14:cNvContentPartPr/>
                <p14:nvPr/>
              </p14:nvContentPartPr>
              <p14:xfrm>
                <a:off x="7335960" y="950208"/>
                <a:ext cx="117720" cy="8316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0169E65C-2FB6-60DF-C75E-09841DEDE0DF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7318320" y="932568"/>
                  <a:ext cx="15336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3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24C2D0BB-4E4B-DCA4-AA5E-1496CA64FC24}"/>
                    </a:ext>
                  </a:extLst>
                </p14:cNvPr>
                <p14:cNvContentPartPr/>
                <p14:nvPr/>
              </p14:nvContentPartPr>
              <p14:xfrm>
                <a:off x="7387440" y="1094928"/>
                <a:ext cx="78120" cy="4176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24C2D0BB-4E4B-DCA4-AA5E-1496CA64FC24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7369800" y="1077288"/>
                  <a:ext cx="11376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5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D5BA22A3-3BC9-1ADB-D511-6ED1215811B8}"/>
                    </a:ext>
                  </a:extLst>
                </p14:cNvPr>
                <p14:cNvContentPartPr/>
                <p14:nvPr/>
              </p14:nvContentPartPr>
              <p14:xfrm>
                <a:off x="7546200" y="1131648"/>
                <a:ext cx="98640" cy="13320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D5BA22A3-3BC9-1ADB-D511-6ED1215811B8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7528560" y="1113648"/>
                  <a:ext cx="13428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7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53F0A9FB-DE81-5FA9-A3E1-A09068CB1A90}"/>
                    </a:ext>
                  </a:extLst>
                </p14:cNvPr>
                <p14:cNvContentPartPr/>
                <p14:nvPr/>
              </p14:nvContentPartPr>
              <p14:xfrm>
                <a:off x="7725840" y="1133448"/>
                <a:ext cx="59040" cy="12852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53F0A9FB-DE81-5FA9-A3E1-A09068CB1A90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7708200" y="1115448"/>
                  <a:ext cx="94680" cy="164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4" name="Group 213">
            <a:extLst>
              <a:ext uri="{FF2B5EF4-FFF2-40B4-BE49-F238E27FC236}">
                <a16:creationId xmlns:a16="http://schemas.microsoft.com/office/drawing/2014/main" id="{02721898-FC63-5810-C3F2-CFCC4CCD55C2}"/>
              </a:ext>
            </a:extLst>
          </p:cNvPr>
          <p:cNvGrpSpPr/>
          <p:nvPr/>
        </p:nvGrpSpPr>
        <p:grpSpPr>
          <a:xfrm>
            <a:off x="7973160" y="952368"/>
            <a:ext cx="1094400" cy="325440"/>
            <a:chOff x="7973160" y="952368"/>
            <a:chExt cx="1094400" cy="325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9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44906F71-E810-3585-6269-D6E80E15C439}"/>
                    </a:ext>
                  </a:extLst>
                </p14:cNvPr>
                <p14:cNvContentPartPr/>
                <p14:nvPr/>
              </p14:nvContentPartPr>
              <p14:xfrm>
                <a:off x="7973160" y="952368"/>
                <a:ext cx="142200" cy="32544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44906F71-E810-3585-6269-D6E80E15C439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7955520" y="934728"/>
                  <a:ext cx="177840" cy="36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1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BD59154D-CE00-B520-B5E7-D38FA2B28D30}"/>
                    </a:ext>
                  </a:extLst>
                </p14:cNvPr>
                <p14:cNvContentPartPr/>
                <p14:nvPr/>
              </p14:nvContentPartPr>
              <p14:xfrm>
                <a:off x="8286360" y="976848"/>
                <a:ext cx="116280" cy="25920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BD59154D-CE00-B520-B5E7-D38FA2B28D30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8268360" y="959208"/>
                  <a:ext cx="15192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3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F8FB4C74-FAB8-6445-923A-F4F1336DB8E5}"/>
                    </a:ext>
                  </a:extLst>
                </p14:cNvPr>
                <p14:cNvContentPartPr/>
                <p14:nvPr/>
              </p14:nvContentPartPr>
              <p14:xfrm>
                <a:off x="8490120" y="1106808"/>
                <a:ext cx="102600" cy="99000"/>
              </p14:xfrm>
            </p:contentPart>
          </mc:Choice>
          <mc:Fallback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F8FB4C74-FAB8-6445-923A-F4F1336DB8E5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8472120" y="1088808"/>
                  <a:ext cx="13824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5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B767503C-685A-7868-8C28-FC470A3D38FC}"/>
                    </a:ext>
                  </a:extLst>
                </p14:cNvPr>
                <p14:cNvContentPartPr/>
                <p14:nvPr/>
              </p14:nvContentPartPr>
              <p14:xfrm>
                <a:off x="8693520" y="1083408"/>
                <a:ext cx="55800" cy="129960"/>
              </p14:xfrm>
            </p:contentPart>
          </mc:Choice>
          <mc:Fallback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B767503C-685A-7868-8C28-FC470A3D38FC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8675520" y="1065408"/>
                  <a:ext cx="9144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7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C72E0158-A337-ECC8-6B80-692AEF7045A8}"/>
                    </a:ext>
                  </a:extLst>
                </p14:cNvPr>
                <p14:cNvContentPartPr/>
                <p14:nvPr/>
              </p14:nvContentPartPr>
              <p14:xfrm>
                <a:off x="8913840" y="959568"/>
                <a:ext cx="64800" cy="277560"/>
              </p14:xfrm>
            </p:contentPart>
          </mc:Choice>
          <mc:Fallback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C72E0158-A337-ECC8-6B80-692AEF7045A8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8896200" y="941568"/>
                  <a:ext cx="100440" cy="31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9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BC56ED1F-B2CA-2539-5586-4F783C228FD4}"/>
                    </a:ext>
                  </a:extLst>
                </p14:cNvPr>
                <p14:cNvContentPartPr/>
                <p14:nvPr/>
              </p14:nvContentPartPr>
              <p14:xfrm>
                <a:off x="8937960" y="1091688"/>
                <a:ext cx="129600" cy="9648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BC56ED1F-B2CA-2539-5586-4F783C228FD4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8919960" y="1073688"/>
                  <a:ext cx="165240" cy="132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3" name="Group 212">
            <a:extLst>
              <a:ext uri="{FF2B5EF4-FFF2-40B4-BE49-F238E27FC236}">
                <a16:creationId xmlns:a16="http://schemas.microsoft.com/office/drawing/2014/main" id="{911912D6-376C-C79D-5625-376703E0EFD1}"/>
              </a:ext>
            </a:extLst>
          </p:cNvPr>
          <p:cNvGrpSpPr/>
          <p:nvPr/>
        </p:nvGrpSpPr>
        <p:grpSpPr>
          <a:xfrm>
            <a:off x="9412440" y="943008"/>
            <a:ext cx="1823400" cy="308160"/>
            <a:chOff x="9412440" y="943008"/>
            <a:chExt cx="1823400" cy="308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1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72CA882B-9922-91BD-75D6-F7B4CE5FD35E}"/>
                    </a:ext>
                  </a:extLst>
                </p14:cNvPr>
                <p14:cNvContentPartPr/>
                <p14:nvPr/>
              </p14:nvContentPartPr>
              <p14:xfrm>
                <a:off x="9412440" y="1137048"/>
                <a:ext cx="57960" cy="11412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72CA882B-9922-91BD-75D6-F7B4CE5FD35E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9394440" y="1119408"/>
                  <a:ext cx="9360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3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4E32D2BF-6FCF-EFD9-364B-E766F3717E58}"/>
                    </a:ext>
                  </a:extLst>
                </p14:cNvPr>
                <p14:cNvContentPartPr/>
                <p14:nvPr/>
              </p14:nvContentPartPr>
              <p14:xfrm>
                <a:off x="9553920" y="1122288"/>
                <a:ext cx="97920" cy="7632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4E32D2BF-6FCF-EFD9-364B-E766F3717E58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9535920" y="1104288"/>
                  <a:ext cx="13356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5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89141CB9-9367-37F2-AEF5-3FEB26456108}"/>
                    </a:ext>
                  </a:extLst>
                </p14:cNvPr>
                <p14:cNvContentPartPr/>
                <p14:nvPr/>
              </p14:nvContentPartPr>
              <p14:xfrm>
                <a:off x="9714480" y="1108968"/>
                <a:ext cx="110880" cy="11016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89141CB9-9367-37F2-AEF5-3FEB26456108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9696480" y="1091328"/>
                  <a:ext cx="14652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7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C5B70B78-820B-FE96-F7B4-7AB18AB09F76}"/>
                    </a:ext>
                  </a:extLst>
                </p14:cNvPr>
                <p14:cNvContentPartPr/>
                <p14:nvPr/>
              </p14:nvContentPartPr>
              <p14:xfrm>
                <a:off x="9888720" y="1124808"/>
                <a:ext cx="165240" cy="9684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C5B70B78-820B-FE96-F7B4-7AB18AB09F76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9870720" y="1107168"/>
                  <a:ext cx="20088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9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AA8F287F-A463-0FAE-1F14-42735F86797F}"/>
                    </a:ext>
                  </a:extLst>
                </p14:cNvPr>
                <p14:cNvContentPartPr/>
                <p14:nvPr/>
              </p14:nvContentPartPr>
              <p14:xfrm>
                <a:off x="10125600" y="1105008"/>
                <a:ext cx="208440" cy="116640"/>
              </p14:xfrm>
            </p:contentPart>
          </mc:Choice>
          <mc:Fallback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AA8F287F-A463-0FAE-1F14-42735F86797F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10107960" y="1087368"/>
                  <a:ext cx="24408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1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C8650F89-FFFE-7220-8AA1-573CFD4434F1}"/>
                    </a:ext>
                  </a:extLst>
                </p14:cNvPr>
                <p14:cNvContentPartPr/>
                <p14:nvPr/>
              </p14:nvContentPartPr>
              <p14:xfrm>
                <a:off x="10324320" y="1079808"/>
                <a:ext cx="149400" cy="122400"/>
              </p14:xfrm>
            </p:contentPart>
          </mc:Choice>
          <mc:Fallback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C8650F89-FFFE-7220-8AA1-573CFD4434F1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10306320" y="1061808"/>
                  <a:ext cx="18504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3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D2ADE9CE-371D-FE55-5104-09F4B750B952}"/>
                    </a:ext>
                  </a:extLst>
                </p14:cNvPr>
                <p14:cNvContentPartPr/>
                <p14:nvPr/>
              </p14:nvContentPartPr>
              <p14:xfrm>
                <a:off x="10497120" y="943008"/>
                <a:ext cx="78120" cy="213120"/>
              </p14:xfrm>
            </p:contentPart>
          </mc:Choice>
          <mc:Fallback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D2ADE9CE-371D-FE55-5104-09F4B750B952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10479480" y="925008"/>
                  <a:ext cx="11376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5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2F949929-DEEA-147E-D39B-20AEA6078FAD}"/>
                    </a:ext>
                  </a:extLst>
                </p14:cNvPr>
                <p14:cNvContentPartPr/>
                <p14:nvPr/>
              </p14:nvContentPartPr>
              <p14:xfrm>
                <a:off x="10489920" y="1092048"/>
                <a:ext cx="96120" cy="60480"/>
              </p14:xfrm>
            </p:contentPart>
          </mc:Choice>
          <mc:Fallback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2F949929-DEEA-147E-D39B-20AEA6078FAD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10471920" y="1074048"/>
                  <a:ext cx="13176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7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2BA8E771-5EEA-E8C2-D02C-EBBCE6223DBB}"/>
                    </a:ext>
                  </a:extLst>
                </p14:cNvPr>
                <p14:cNvContentPartPr/>
                <p14:nvPr/>
              </p14:nvContentPartPr>
              <p14:xfrm>
                <a:off x="10691880" y="957408"/>
                <a:ext cx="375120" cy="238680"/>
              </p14:xfrm>
            </p:contentPart>
          </mc:Choice>
          <mc:Fallback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2BA8E771-5EEA-E8C2-D02C-EBBCE6223DBB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10673880" y="939408"/>
                  <a:ext cx="410760" cy="27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9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F6F24472-E151-DF88-8C3F-3F789020CDE2}"/>
                    </a:ext>
                  </a:extLst>
                </p14:cNvPr>
                <p14:cNvContentPartPr/>
                <p14:nvPr/>
              </p14:nvContentPartPr>
              <p14:xfrm>
                <a:off x="11225400" y="1156488"/>
                <a:ext cx="10440" cy="9000"/>
              </p14:xfrm>
            </p:contentPart>
          </mc:Choice>
          <mc:Fallback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F6F24472-E151-DF88-8C3F-3F789020CDE2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11207760" y="1138848"/>
                  <a:ext cx="46080" cy="44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7" name="Group 226">
            <a:extLst>
              <a:ext uri="{FF2B5EF4-FFF2-40B4-BE49-F238E27FC236}">
                <a16:creationId xmlns:a16="http://schemas.microsoft.com/office/drawing/2014/main" id="{D2197997-09E7-E349-853F-D77204234B8F}"/>
              </a:ext>
            </a:extLst>
          </p:cNvPr>
          <p:cNvGrpSpPr/>
          <p:nvPr/>
        </p:nvGrpSpPr>
        <p:grpSpPr>
          <a:xfrm>
            <a:off x="7280880" y="1594248"/>
            <a:ext cx="3253680" cy="1521360"/>
            <a:chOff x="7280880" y="1594248"/>
            <a:chExt cx="3253680" cy="1521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1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B22E7B08-F635-A7FF-6ECC-F244B256987A}"/>
                    </a:ext>
                  </a:extLst>
                </p14:cNvPr>
                <p14:cNvContentPartPr/>
                <p14:nvPr/>
              </p14:nvContentPartPr>
              <p14:xfrm>
                <a:off x="8633760" y="1594248"/>
                <a:ext cx="56880" cy="130320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B22E7B08-F635-A7FF-6ECC-F244B256987A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8615760" y="1576608"/>
                  <a:ext cx="92520" cy="133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3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C0E1E90D-75C6-4794-7E1B-FCA0395C9D96}"/>
                    </a:ext>
                  </a:extLst>
                </p14:cNvPr>
                <p14:cNvContentPartPr/>
                <p14:nvPr/>
              </p14:nvContentPartPr>
              <p14:xfrm>
                <a:off x="8544840" y="1643208"/>
                <a:ext cx="1211040" cy="147240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C0E1E90D-75C6-4794-7E1B-FCA0395C9D96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8527200" y="1625208"/>
                  <a:ext cx="1246680" cy="150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5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094C2951-5896-855C-8395-E4747D472234}"/>
                    </a:ext>
                  </a:extLst>
                </p14:cNvPr>
                <p14:cNvContentPartPr/>
                <p14:nvPr/>
              </p14:nvContentPartPr>
              <p14:xfrm>
                <a:off x="8767680" y="2194008"/>
                <a:ext cx="152640" cy="3744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094C2951-5896-855C-8395-E4747D472234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8750040" y="2176368"/>
                  <a:ext cx="18828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7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105C4FDB-21D2-65C6-4554-761BB702925E}"/>
                    </a:ext>
                  </a:extLst>
                </p14:cNvPr>
                <p14:cNvContentPartPr/>
                <p14:nvPr/>
              </p14:nvContentPartPr>
              <p14:xfrm>
                <a:off x="8857320" y="2657328"/>
                <a:ext cx="151920" cy="1332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105C4FDB-21D2-65C6-4554-761BB702925E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8839320" y="2639688"/>
                  <a:ext cx="18756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9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2AD01766-2248-AE27-5C47-92EF268D62D9}"/>
                    </a:ext>
                  </a:extLst>
                </p14:cNvPr>
                <p14:cNvContentPartPr/>
                <p14:nvPr/>
              </p14:nvContentPartPr>
              <p14:xfrm>
                <a:off x="8909520" y="2604768"/>
                <a:ext cx="16560" cy="17136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2AD01766-2248-AE27-5C47-92EF268D62D9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8891880" y="2587128"/>
                  <a:ext cx="5220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1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F81F7EAC-146A-A6AE-2C1B-3AE758140B42}"/>
                    </a:ext>
                  </a:extLst>
                </p14:cNvPr>
                <p14:cNvContentPartPr/>
                <p14:nvPr/>
              </p14:nvContentPartPr>
              <p14:xfrm>
                <a:off x="8068200" y="2186088"/>
                <a:ext cx="603720" cy="1584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F81F7EAC-146A-A6AE-2C1B-3AE758140B42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8050560" y="2168088"/>
                  <a:ext cx="63936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3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74764D3C-67BD-1CD3-1ACB-9B3FB3A56812}"/>
                    </a:ext>
                  </a:extLst>
                </p14:cNvPr>
                <p14:cNvContentPartPr/>
                <p14:nvPr/>
              </p14:nvContentPartPr>
              <p14:xfrm>
                <a:off x="8006280" y="2164128"/>
                <a:ext cx="123840" cy="10404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74764D3C-67BD-1CD3-1ACB-9B3FB3A56812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7988280" y="2146488"/>
                  <a:ext cx="15948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5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97CD7DFF-FA66-4AFC-1BA9-D980A4B9E170}"/>
                    </a:ext>
                  </a:extLst>
                </p14:cNvPr>
                <p14:cNvContentPartPr/>
                <p14:nvPr/>
              </p14:nvContentPartPr>
              <p14:xfrm>
                <a:off x="8170440" y="2742648"/>
                <a:ext cx="489240" cy="2664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97CD7DFF-FA66-4AFC-1BA9-D980A4B9E170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8152440" y="2725008"/>
                  <a:ext cx="52488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7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A6C6B512-DAB2-76E9-E2E3-C4BAEDB4A00D}"/>
                    </a:ext>
                  </a:extLst>
                </p14:cNvPr>
                <p14:cNvContentPartPr/>
                <p14:nvPr/>
              </p14:nvContentPartPr>
              <p14:xfrm>
                <a:off x="8119680" y="2762808"/>
                <a:ext cx="149760" cy="8676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A6C6B512-DAB2-76E9-E2E3-C4BAEDB4A00D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8102040" y="2745168"/>
                  <a:ext cx="18540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9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2009541E-CDDD-08DE-519F-931916AB1FBD}"/>
                    </a:ext>
                  </a:extLst>
                </p14:cNvPr>
                <p14:cNvContentPartPr/>
                <p14:nvPr/>
              </p14:nvContentPartPr>
              <p14:xfrm>
                <a:off x="9722760" y="2379768"/>
                <a:ext cx="766080" cy="5220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2009541E-CDDD-08DE-519F-931916AB1FBD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9705120" y="2361768"/>
                  <a:ext cx="80172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1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E1961178-4FE2-4843-62CC-661DCC1B89FD}"/>
                    </a:ext>
                  </a:extLst>
                </p14:cNvPr>
                <p14:cNvContentPartPr/>
                <p14:nvPr/>
              </p14:nvContentPartPr>
              <p14:xfrm>
                <a:off x="10412520" y="2352048"/>
                <a:ext cx="122040" cy="5760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E1961178-4FE2-4843-62CC-661DCC1B89FD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10394880" y="2334048"/>
                  <a:ext cx="15768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3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D00D2EDF-317F-A942-53DF-66F7E4ADC562}"/>
                    </a:ext>
                  </a:extLst>
                </p14:cNvPr>
                <p14:cNvContentPartPr/>
                <p14:nvPr/>
              </p14:nvContentPartPr>
              <p14:xfrm>
                <a:off x="7351800" y="1998528"/>
                <a:ext cx="68760" cy="293400"/>
              </p14:xfrm>
            </p:contentPart>
          </mc:Choice>
          <mc:Fallback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D00D2EDF-317F-A942-53DF-66F7E4ADC562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7334160" y="1980528"/>
                  <a:ext cx="104400" cy="32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5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2D81A6F5-925A-AECB-67EF-397F50444F58}"/>
                    </a:ext>
                  </a:extLst>
                </p14:cNvPr>
                <p14:cNvContentPartPr/>
                <p14:nvPr/>
              </p14:nvContentPartPr>
              <p14:xfrm>
                <a:off x="7280880" y="2020488"/>
                <a:ext cx="112320" cy="6012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2D81A6F5-925A-AECB-67EF-397F50444F58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7262880" y="2002848"/>
                  <a:ext cx="14796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7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1C8D8734-E1C1-4343-A666-390DF833B890}"/>
                    </a:ext>
                  </a:extLst>
                </p14:cNvPr>
                <p14:cNvContentPartPr/>
                <p14:nvPr/>
              </p14:nvContentPartPr>
              <p14:xfrm>
                <a:off x="7370160" y="2273208"/>
                <a:ext cx="88200" cy="67680"/>
              </p14:xfrm>
            </p:contentPart>
          </mc:Choice>
          <mc:Fallback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1C8D8734-E1C1-4343-A666-390DF833B890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7352160" y="2255208"/>
                  <a:ext cx="12384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9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BF5E623A-733F-7FD9-07F6-D070FA961C41}"/>
                    </a:ext>
                  </a:extLst>
                </p14:cNvPr>
                <p14:cNvContentPartPr/>
                <p14:nvPr/>
              </p14:nvContentPartPr>
              <p14:xfrm>
                <a:off x="7531080" y="2125968"/>
                <a:ext cx="194400" cy="140040"/>
              </p14:xfrm>
            </p:contentPart>
          </mc:Choice>
          <mc:Fallback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BF5E623A-733F-7FD9-07F6-D070FA961C41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7513080" y="2107968"/>
                  <a:ext cx="23004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1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5BC0769D-B6D7-6B90-1776-CFB0652D7DE0}"/>
                    </a:ext>
                  </a:extLst>
                </p14:cNvPr>
                <p14:cNvContentPartPr/>
                <p14:nvPr/>
              </p14:nvContentPartPr>
              <p14:xfrm>
                <a:off x="7781280" y="2315688"/>
                <a:ext cx="102240" cy="50400"/>
              </p14:xfrm>
            </p:contentPart>
          </mc:Choice>
          <mc:Fallback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5BC0769D-B6D7-6B90-1776-CFB0652D7DE0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7763640" y="2297688"/>
                  <a:ext cx="13788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3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525C611F-DD0D-A7B8-9753-78D5A461F519}"/>
                    </a:ext>
                  </a:extLst>
                </p14:cNvPr>
                <p14:cNvContentPartPr/>
                <p14:nvPr/>
              </p14:nvContentPartPr>
              <p14:xfrm>
                <a:off x="7418400" y="2644008"/>
                <a:ext cx="64800" cy="253440"/>
              </p14:xfrm>
            </p:contentPart>
          </mc:Choice>
          <mc:Fallback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525C611F-DD0D-A7B8-9753-78D5A461F519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7400760" y="2626008"/>
                  <a:ext cx="10044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5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32426159-55CF-F7CE-8F01-DC7D61C7061D}"/>
                    </a:ext>
                  </a:extLst>
                </p14:cNvPr>
                <p14:cNvContentPartPr/>
                <p14:nvPr/>
              </p14:nvContentPartPr>
              <p14:xfrm>
                <a:off x="7388520" y="2620248"/>
                <a:ext cx="86040" cy="42480"/>
              </p14:xfrm>
            </p:contentPart>
          </mc:Choice>
          <mc:Fallback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32426159-55CF-F7CE-8F01-DC7D61C7061D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7370520" y="2602608"/>
                  <a:ext cx="12168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7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0441510B-F1BA-1603-A2B0-787BD79E4763}"/>
                    </a:ext>
                  </a:extLst>
                </p14:cNvPr>
                <p14:cNvContentPartPr/>
                <p14:nvPr/>
              </p14:nvContentPartPr>
              <p14:xfrm>
                <a:off x="7433520" y="2851728"/>
                <a:ext cx="67680" cy="38880"/>
              </p14:xfrm>
            </p:contentPart>
          </mc:Choice>
          <mc:Fallback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0441510B-F1BA-1603-A2B0-787BD79E4763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7415520" y="2833728"/>
                  <a:ext cx="10332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9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7051979C-8A2C-9648-CDC4-77BBFF956CAF}"/>
                    </a:ext>
                  </a:extLst>
                </p14:cNvPr>
                <p14:cNvContentPartPr/>
                <p14:nvPr/>
              </p14:nvContentPartPr>
              <p14:xfrm>
                <a:off x="7560240" y="2769288"/>
                <a:ext cx="191880" cy="132480"/>
              </p14:xfrm>
            </p:contentPart>
          </mc:Choice>
          <mc:Fallback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7051979C-8A2C-9648-CDC4-77BBFF956CAF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7542240" y="2751648"/>
                  <a:ext cx="22752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1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069C9469-1398-E142-F957-F5B146955592}"/>
                    </a:ext>
                  </a:extLst>
                </p14:cNvPr>
                <p14:cNvContentPartPr/>
                <p14:nvPr/>
              </p14:nvContentPartPr>
              <p14:xfrm>
                <a:off x="7779120" y="2772528"/>
                <a:ext cx="145080" cy="52920"/>
              </p14:xfrm>
            </p:contentPart>
          </mc:Choice>
          <mc:Fallback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069C9469-1398-E142-F957-F5B146955592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7761120" y="2754888"/>
                  <a:ext cx="18072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3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76F64575-E6D4-F227-F47B-5867955FBF0E}"/>
                    </a:ext>
                  </a:extLst>
                </p14:cNvPr>
                <p14:cNvContentPartPr/>
                <p14:nvPr/>
              </p14:nvContentPartPr>
              <p14:xfrm>
                <a:off x="7841040" y="2718168"/>
                <a:ext cx="41040" cy="167400"/>
              </p14:xfrm>
            </p:contentPart>
          </mc:Choice>
          <mc:Fallback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76F64575-E6D4-F227-F47B-5867955FBF0E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7823040" y="2700168"/>
                  <a:ext cx="76680" cy="203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2" name="Group 231">
            <a:extLst>
              <a:ext uri="{FF2B5EF4-FFF2-40B4-BE49-F238E27FC236}">
                <a16:creationId xmlns:a16="http://schemas.microsoft.com/office/drawing/2014/main" id="{5F23BB76-DD49-CB23-15B9-B538443C2DEA}"/>
              </a:ext>
            </a:extLst>
          </p:cNvPr>
          <p:cNvGrpSpPr/>
          <p:nvPr/>
        </p:nvGrpSpPr>
        <p:grpSpPr>
          <a:xfrm>
            <a:off x="10179960" y="2034888"/>
            <a:ext cx="616680" cy="219240"/>
            <a:chOff x="10179960" y="2034888"/>
            <a:chExt cx="616680" cy="219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5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E32B70C2-ED42-5DEC-C9C0-BCD4C088198F}"/>
                    </a:ext>
                  </a:extLst>
                </p14:cNvPr>
                <p14:cNvContentPartPr/>
                <p14:nvPr/>
              </p14:nvContentPartPr>
              <p14:xfrm>
                <a:off x="10179960" y="2034888"/>
                <a:ext cx="125280" cy="219240"/>
              </p14:xfrm>
            </p:contentPart>
          </mc:Choice>
          <mc:Fallback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E32B70C2-ED42-5DEC-C9C0-BCD4C088198F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10162320" y="2016888"/>
                  <a:ext cx="160920" cy="25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7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CED557EE-1F84-749F-3C22-AE8B8166605E}"/>
                    </a:ext>
                  </a:extLst>
                </p14:cNvPr>
                <p14:cNvContentPartPr/>
                <p14:nvPr/>
              </p14:nvContentPartPr>
              <p14:xfrm>
                <a:off x="10394160" y="2146848"/>
                <a:ext cx="131400" cy="95760"/>
              </p14:xfrm>
            </p:contentPart>
          </mc:Choice>
          <mc:Fallback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CED557EE-1F84-749F-3C22-AE8B8166605E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10376520" y="2129208"/>
                  <a:ext cx="16704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9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20460DA9-FD13-7626-B566-00BE0034A4D3}"/>
                    </a:ext>
                  </a:extLst>
                </p14:cNvPr>
                <p14:cNvContentPartPr/>
                <p14:nvPr/>
              </p14:nvContentPartPr>
              <p14:xfrm>
                <a:off x="10608000" y="2084568"/>
                <a:ext cx="88560" cy="162720"/>
              </p14:xfrm>
            </p:contentPart>
          </mc:Choice>
          <mc:Fallback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20460DA9-FD13-7626-B566-00BE0034A4D3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10590000" y="2066928"/>
                  <a:ext cx="12420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1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5C3B52DC-1AAD-7E06-3970-7C2C7647B02B}"/>
                    </a:ext>
                  </a:extLst>
                </p14:cNvPr>
                <p14:cNvContentPartPr/>
                <p14:nvPr/>
              </p14:nvContentPartPr>
              <p14:xfrm>
                <a:off x="10599720" y="2120928"/>
                <a:ext cx="196920" cy="79560"/>
              </p14:xfrm>
            </p:contentPart>
          </mc:Choice>
          <mc:Fallback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5C3B52DC-1AAD-7E06-3970-7C2C7647B02B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10581720" y="2102928"/>
                  <a:ext cx="232560" cy="11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3" name="Group 242">
            <a:extLst>
              <a:ext uri="{FF2B5EF4-FFF2-40B4-BE49-F238E27FC236}">
                <a16:creationId xmlns:a16="http://schemas.microsoft.com/office/drawing/2014/main" id="{19C82E34-5962-04B8-E046-BDC107B2B8E9}"/>
              </a:ext>
            </a:extLst>
          </p:cNvPr>
          <p:cNvGrpSpPr/>
          <p:nvPr/>
        </p:nvGrpSpPr>
        <p:grpSpPr>
          <a:xfrm>
            <a:off x="8814840" y="3432768"/>
            <a:ext cx="959400" cy="374400"/>
            <a:chOff x="8814840" y="3432768"/>
            <a:chExt cx="959400" cy="374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3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82944D80-C150-1948-403E-5BEECB2247A1}"/>
                    </a:ext>
                  </a:extLst>
                </p14:cNvPr>
                <p14:cNvContentPartPr/>
                <p14:nvPr/>
              </p14:nvContentPartPr>
              <p14:xfrm>
                <a:off x="8814840" y="3432768"/>
                <a:ext cx="209160" cy="374400"/>
              </p14:xfrm>
            </p:contentPart>
          </mc:Choice>
          <mc:Fallback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82944D80-C150-1948-403E-5BEECB2247A1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8796840" y="3415128"/>
                  <a:ext cx="244800" cy="41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5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1D734BA9-0C57-3D27-2649-DB87449A77BF}"/>
                    </a:ext>
                  </a:extLst>
                </p14:cNvPr>
                <p14:cNvContentPartPr/>
                <p14:nvPr/>
              </p14:nvContentPartPr>
              <p14:xfrm>
                <a:off x="9136320" y="3652728"/>
                <a:ext cx="147240" cy="148680"/>
              </p14:xfrm>
            </p:contentPart>
          </mc:Choice>
          <mc:Fallback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1D734BA9-0C57-3D27-2649-DB87449A77BF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9118320" y="3635088"/>
                  <a:ext cx="18288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7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C3EC59A9-6877-409E-2B7D-4BB6DD40E877}"/>
                    </a:ext>
                  </a:extLst>
                </p14:cNvPr>
                <p14:cNvContentPartPr/>
                <p14:nvPr/>
              </p14:nvContentPartPr>
              <p14:xfrm>
                <a:off x="9413880" y="3548328"/>
                <a:ext cx="60120" cy="254520"/>
              </p14:xfrm>
            </p:contentPart>
          </mc:Choice>
          <mc:Fallback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C3EC59A9-6877-409E-2B7D-4BB6DD40E877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9395880" y="3530688"/>
                  <a:ext cx="9576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9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91515D19-4EB4-4CFD-ABD0-56976D001278}"/>
                    </a:ext>
                  </a:extLst>
                </p14:cNvPr>
                <p14:cNvContentPartPr/>
                <p14:nvPr/>
              </p14:nvContentPartPr>
              <p14:xfrm>
                <a:off x="9360600" y="3617808"/>
                <a:ext cx="121680" cy="86040"/>
              </p14:xfrm>
            </p:contentPart>
          </mc:Choice>
          <mc:Fallback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91515D19-4EB4-4CFD-ABD0-56976D001278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9342600" y="3599808"/>
                  <a:ext cx="15732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1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CC53BB92-5255-87BD-9599-0B61E1613DE0}"/>
                    </a:ext>
                  </a:extLst>
                </p14:cNvPr>
                <p14:cNvContentPartPr/>
                <p14:nvPr/>
              </p14:nvContentPartPr>
              <p14:xfrm>
                <a:off x="9658680" y="3602688"/>
                <a:ext cx="113040" cy="31320"/>
              </p14:xfrm>
            </p:contentPart>
          </mc:Choice>
          <mc:Fallback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CC53BB92-5255-87BD-9599-0B61E1613DE0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9640680" y="3584688"/>
                  <a:ext cx="14868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3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50B2037D-C214-F5F2-3F71-B3D356326151}"/>
                    </a:ext>
                  </a:extLst>
                </p14:cNvPr>
                <p14:cNvContentPartPr/>
                <p14:nvPr/>
              </p14:nvContentPartPr>
              <p14:xfrm>
                <a:off x="9674160" y="3657768"/>
                <a:ext cx="100080" cy="51480"/>
              </p14:xfrm>
            </p:contentPart>
          </mc:Choice>
          <mc:Fallback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50B2037D-C214-F5F2-3F71-B3D356326151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9656160" y="3639768"/>
                  <a:ext cx="135720" cy="87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2" name="Group 241">
            <a:extLst>
              <a:ext uri="{FF2B5EF4-FFF2-40B4-BE49-F238E27FC236}">
                <a16:creationId xmlns:a16="http://schemas.microsoft.com/office/drawing/2014/main" id="{80095C97-F6F2-FCBC-0E23-B7EC1DA2C192}"/>
              </a:ext>
            </a:extLst>
          </p:cNvPr>
          <p:cNvGrpSpPr/>
          <p:nvPr/>
        </p:nvGrpSpPr>
        <p:grpSpPr>
          <a:xfrm>
            <a:off x="10028400" y="3425568"/>
            <a:ext cx="217080" cy="358920"/>
            <a:chOff x="10028400" y="3425568"/>
            <a:chExt cx="217080" cy="358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15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1150857C-CC0F-F238-228D-C05938D4F72C}"/>
                    </a:ext>
                  </a:extLst>
                </p14:cNvPr>
                <p14:cNvContentPartPr/>
                <p14:nvPr/>
              </p14:nvContentPartPr>
              <p14:xfrm>
                <a:off x="10028400" y="3427728"/>
                <a:ext cx="69120" cy="356760"/>
              </p14:xfrm>
            </p:contentPart>
          </mc:Choice>
          <mc:Fallback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1150857C-CC0F-F238-228D-C05938D4F72C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10010400" y="3410088"/>
                  <a:ext cx="104760" cy="39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7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DFEA8730-3FF1-EA67-7F62-915DA72F8EB9}"/>
                    </a:ext>
                  </a:extLst>
                </p14:cNvPr>
                <p14:cNvContentPartPr/>
                <p14:nvPr/>
              </p14:nvContentPartPr>
              <p14:xfrm>
                <a:off x="10092840" y="3425568"/>
                <a:ext cx="152640" cy="277560"/>
              </p14:xfrm>
            </p:contentPart>
          </mc:Choice>
          <mc:Fallback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DFEA8730-3FF1-EA67-7F62-915DA72F8EB9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10075200" y="3407568"/>
                  <a:ext cx="188280" cy="31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9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DABCF99A-1115-1449-7EE9-833844839EDF}"/>
                    </a:ext>
                  </a:extLst>
                </p14:cNvPr>
                <p14:cNvContentPartPr/>
                <p14:nvPr/>
              </p14:nvContentPartPr>
              <p14:xfrm>
                <a:off x="10064400" y="3602328"/>
                <a:ext cx="147240" cy="44640"/>
              </p14:xfrm>
            </p:contentPart>
          </mc:Choice>
          <mc:Fallback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DABCF99A-1115-1449-7EE9-833844839EDF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10046760" y="3584328"/>
                  <a:ext cx="182880" cy="80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9" name="Group 258">
            <a:extLst>
              <a:ext uri="{FF2B5EF4-FFF2-40B4-BE49-F238E27FC236}">
                <a16:creationId xmlns:a16="http://schemas.microsoft.com/office/drawing/2014/main" id="{C9D46977-CFF9-A2F9-06D5-CCC64A000276}"/>
              </a:ext>
            </a:extLst>
          </p:cNvPr>
          <p:cNvGrpSpPr/>
          <p:nvPr/>
        </p:nvGrpSpPr>
        <p:grpSpPr>
          <a:xfrm>
            <a:off x="10485600" y="3267888"/>
            <a:ext cx="1594440" cy="531720"/>
            <a:chOff x="10485600" y="3267888"/>
            <a:chExt cx="1594440" cy="531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1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13557533-306C-00A4-4D3B-A10608D7304C}"/>
                    </a:ext>
                  </a:extLst>
                </p14:cNvPr>
                <p14:cNvContentPartPr/>
                <p14:nvPr/>
              </p14:nvContentPartPr>
              <p14:xfrm>
                <a:off x="10485600" y="3267888"/>
                <a:ext cx="180000" cy="511920"/>
              </p14:xfrm>
            </p:contentPart>
          </mc:Choice>
          <mc:Fallback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13557533-306C-00A4-4D3B-A10608D7304C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10467600" y="3250248"/>
                  <a:ext cx="215640" cy="54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3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1B2439AE-B6E8-963A-5B94-BEC11C768BE4}"/>
                    </a:ext>
                  </a:extLst>
                </p14:cNvPr>
                <p14:cNvContentPartPr/>
                <p14:nvPr/>
              </p14:nvContentPartPr>
              <p14:xfrm>
                <a:off x="10770720" y="3379128"/>
                <a:ext cx="51840" cy="300240"/>
              </p14:xfrm>
            </p:contentPart>
          </mc:Choice>
          <mc:Fallback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1B2439AE-B6E8-963A-5B94-BEC11C768BE4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10753080" y="3361128"/>
                  <a:ext cx="87480" cy="33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5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92F98EB4-71B6-936C-BC9F-191CF6F286F0}"/>
                    </a:ext>
                  </a:extLst>
                </p14:cNvPr>
                <p14:cNvContentPartPr/>
                <p14:nvPr/>
              </p14:nvContentPartPr>
              <p14:xfrm>
                <a:off x="10694760" y="3415848"/>
                <a:ext cx="140040" cy="84600"/>
              </p14:xfrm>
            </p:contentPart>
          </mc:Choice>
          <mc:Fallback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92F98EB4-71B6-936C-BC9F-191CF6F286F0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10676760" y="3397848"/>
                  <a:ext cx="17568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7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4D98DB77-DDE1-CDC1-B9E7-4AFFE78D228A}"/>
                    </a:ext>
                  </a:extLst>
                </p14:cNvPr>
                <p14:cNvContentPartPr/>
                <p14:nvPr/>
              </p14:nvContentPartPr>
              <p14:xfrm>
                <a:off x="10760640" y="3672528"/>
                <a:ext cx="122760" cy="64440"/>
              </p14:xfrm>
            </p:contentPart>
          </mc:Choice>
          <mc:Fallback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4D98DB77-DDE1-CDC1-B9E7-4AFFE78D228A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10743000" y="3654888"/>
                  <a:ext cx="15840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9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13379B78-99A5-076A-97F5-336647F05D68}"/>
                    </a:ext>
                  </a:extLst>
                </p14:cNvPr>
                <p14:cNvContentPartPr/>
                <p14:nvPr/>
              </p14:nvContentPartPr>
              <p14:xfrm>
                <a:off x="10962600" y="3596208"/>
                <a:ext cx="119160" cy="136440"/>
              </p14:xfrm>
            </p:contentPart>
          </mc:Choice>
          <mc:Fallback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13379B78-99A5-076A-97F5-336647F05D68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10944600" y="3578568"/>
                  <a:ext cx="15480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1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C048182E-0CD5-5538-F860-3F50B482CBF4}"/>
                    </a:ext>
                  </a:extLst>
                </p14:cNvPr>
                <p14:cNvContentPartPr/>
                <p14:nvPr/>
              </p14:nvContentPartPr>
              <p14:xfrm>
                <a:off x="11141160" y="3718968"/>
                <a:ext cx="137880" cy="41760"/>
              </p14:xfrm>
            </p:contentPart>
          </mc:Choice>
          <mc:Fallback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C048182E-0CD5-5538-F860-3F50B482CBF4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11123160" y="3701328"/>
                  <a:ext cx="17352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3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E4860B19-B5F1-AA48-5790-B5732F9CF8FE}"/>
                    </a:ext>
                  </a:extLst>
                </p14:cNvPr>
                <p14:cNvContentPartPr/>
                <p14:nvPr/>
              </p14:nvContentPartPr>
              <p14:xfrm>
                <a:off x="11226840" y="3673968"/>
                <a:ext cx="9000" cy="94680"/>
              </p14:xfrm>
            </p:contentPart>
          </mc:Choice>
          <mc:Fallback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E4860B19-B5F1-AA48-5790-B5732F9CF8FE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11209200" y="3656328"/>
                  <a:ext cx="4464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5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33D60ACF-40FC-F7D8-A8B2-80D74421DA84}"/>
                    </a:ext>
                  </a:extLst>
                </p14:cNvPr>
                <p14:cNvContentPartPr/>
                <p14:nvPr/>
              </p14:nvContentPartPr>
              <p14:xfrm>
                <a:off x="11406840" y="3528528"/>
                <a:ext cx="149760" cy="28080"/>
              </p14:xfrm>
            </p:contentPart>
          </mc:Choice>
          <mc:Fallback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33D60ACF-40FC-F7D8-A8B2-80D74421DA84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11388840" y="3510528"/>
                  <a:ext cx="18540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7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4636EF31-9C05-8C27-8C55-88D7998D6B67}"/>
                    </a:ext>
                  </a:extLst>
                </p14:cNvPr>
                <p14:cNvContentPartPr/>
                <p14:nvPr/>
              </p14:nvContentPartPr>
              <p14:xfrm>
                <a:off x="11680440" y="3330168"/>
                <a:ext cx="19440" cy="302400"/>
              </p14:xfrm>
            </p:contentPart>
          </mc:Choice>
          <mc:Fallback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4636EF31-9C05-8C27-8C55-88D7998D6B67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11662800" y="3312168"/>
                  <a:ext cx="55080" cy="33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9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314025FB-B9FD-E632-D53C-413C969D1F0F}"/>
                    </a:ext>
                  </a:extLst>
                </p14:cNvPr>
                <p14:cNvContentPartPr/>
                <p14:nvPr/>
              </p14:nvContentPartPr>
              <p14:xfrm>
                <a:off x="11608080" y="3330888"/>
                <a:ext cx="115200" cy="37800"/>
              </p14:xfrm>
            </p:contentPart>
          </mc:Choice>
          <mc:Fallback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314025FB-B9FD-E632-D53C-413C969D1F0F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11590440" y="3312888"/>
                  <a:ext cx="15084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1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83E5951F-FD5B-8661-F637-232F1A507D79}"/>
                    </a:ext>
                  </a:extLst>
                </p14:cNvPr>
                <p14:cNvContentPartPr/>
                <p14:nvPr/>
              </p14:nvContentPartPr>
              <p14:xfrm>
                <a:off x="11673240" y="3580728"/>
                <a:ext cx="92880" cy="31320"/>
              </p14:xfrm>
            </p:contentPart>
          </mc:Choice>
          <mc:Fallback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83E5951F-FD5B-8661-F637-232F1A507D79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11655600" y="3562728"/>
                  <a:ext cx="12852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3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9859BDA9-7D41-E74D-B8AE-6E0026060777}"/>
                    </a:ext>
                  </a:extLst>
                </p14:cNvPr>
                <p14:cNvContentPartPr/>
                <p14:nvPr/>
              </p14:nvContentPartPr>
              <p14:xfrm>
                <a:off x="11829480" y="3544368"/>
                <a:ext cx="101520" cy="74520"/>
              </p14:xfrm>
            </p:contentPart>
          </mc:Choice>
          <mc:Fallback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9859BDA9-7D41-E74D-B8AE-6E0026060777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11811480" y="3526728"/>
                  <a:ext cx="13716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5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70BAD189-27DD-3D3B-574B-D48FBEA4200C}"/>
                    </a:ext>
                  </a:extLst>
                </p14:cNvPr>
                <p14:cNvContentPartPr/>
                <p14:nvPr/>
              </p14:nvContentPartPr>
              <p14:xfrm>
                <a:off x="12001920" y="3591168"/>
                <a:ext cx="64440" cy="21600"/>
              </p14:xfrm>
            </p:contentPart>
          </mc:Choice>
          <mc:Fallback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70BAD189-27DD-3D3B-574B-D48FBEA4200C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11984280" y="3573528"/>
                  <a:ext cx="10008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7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FA3C9AB5-DF6B-34D9-4633-99A4C7CBBBA6}"/>
                    </a:ext>
                  </a:extLst>
                </p14:cNvPr>
                <p14:cNvContentPartPr/>
                <p14:nvPr/>
              </p14:nvContentPartPr>
              <p14:xfrm>
                <a:off x="11996880" y="3304608"/>
                <a:ext cx="83160" cy="495000"/>
              </p14:xfrm>
            </p:contentPart>
          </mc:Choice>
          <mc:Fallback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FA3C9AB5-DF6B-34D9-4633-99A4C7CBBBA6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11978880" y="3286968"/>
                  <a:ext cx="118800" cy="53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9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035FC771-BB33-7FC6-C6AC-3A4A33841334}"/>
                    </a:ext>
                  </a:extLst>
                </p14:cNvPr>
                <p14:cNvContentPartPr/>
                <p14:nvPr/>
              </p14:nvContentPartPr>
              <p14:xfrm>
                <a:off x="11995440" y="3622128"/>
                <a:ext cx="54720" cy="21600"/>
              </p14:xfrm>
            </p:contentPart>
          </mc:Choice>
          <mc:Fallback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035FC771-BB33-7FC6-C6AC-3A4A33841334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11977440" y="3604128"/>
                  <a:ext cx="90360" cy="57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9" name="Group 268">
            <a:extLst>
              <a:ext uri="{FF2B5EF4-FFF2-40B4-BE49-F238E27FC236}">
                <a16:creationId xmlns:a16="http://schemas.microsoft.com/office/drawing/2014/main" id="{3B04A23D-6258-3F84-4B43-6378F1E52D08}"/>
              </a:ext>
            </a:extLst>
          </p:cNvPr>
          <p:cNvGrpSpPr/>
          <p:nvPr/>
        </p:nvGrpSpPr>
        <p:grpSpPr>
          <a:xfrm>
            <a:off x="8637720" y="4293168"/>
            <a:ext cx="792720" cy="510120"/>
            <a:chOff x="8637720" y="4293168"/>
            <a:chExt cx="792720" cy="510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51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1F5A6B21-D21E-EBFF-F835-130E0A78F923}"/>
                    </a:ext>
                  </a:extLst>
                </p14:cNvPr>
                <p14:cNvContentPartPr/>
                <p14:nvPr/>
              </p14:nvContentPartPr>
              <p14:xfrm>
                <a:off x="8723400" y="4293168"/>
                <a:ext cx="39600" cy="481320"/>
              </p14:xfrm>
            </p:contentPart>
          </mc:Choice>
          <mc:Fallback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1F5A6B21-D21E-EBFF-F835-130E0A78F923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8705760" y="4275168"/>
                  <a:ext cx="75240" cy="51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3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1003B553-08A7-D748-DF97-672692B6D59E}"/>
                    </a:ext>
                  </a:extLst>
                </p14:cNvPr>
                <p14:cNvContentPartPr/>
                <p14:nvPr/>
              </p14:nvContentPartPr>
              <p14:xfrm>
                <a:off x="8637720" y="4333488"/>
                <a:ext cx="133560" cy="56880"/>
              </p14:xfrm>
            </p:contentPart>
          </mc:Choice>
          <mc:Fallback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1003B553-08A7-D748-DF97-672692B6D59E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8619720" y="4315488"/>
                  <a:ext cx="16920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5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BEE273DD-C0AD-595D-B007-68316EDDAD63}"/>
                    </a:ext>
                  </a:extLst>
                </p14:cNvPr>
                <p14:cNvContentPartPr/>
                <p14:nvPr/>
              </p14:nvContentPartPr>
              <p14:xfrm>
                <a:off x="8724840" y="4675488"/>
                <a:ext cx="144000" cy="66240"/>
              </p14:xfrm>
            </p:contentPart>
          </mc:Choice>
          <mc:Fallback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BEE273DD-C0AD-595D-B007-68316EDDAD63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8706840" y="4657848"/>
                  <a:ext cx="17964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7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8E638B68-97D9-B884-5753-01BF4BCFBB0E}"/>
                    </a:ext>
                  </a:extLst>
                </p14:cNvPr>
                <p14:cNvContentPartPr/>
                <p14:nvPr/>
              </p14:nvContentPartPr>
              <p14:xfrm>
                <a:off x="8933280" y="4556328"/>
                <a:ext cx="201600" cy="150120"/>
              </p14:xfrm>
            </p:contentPart>
          </mc:Choice>
          <mc:Fallback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8E638B68-97D9-B884-5753-01BF4BCFBB0E}"/>
                    </a:ext>
                  </a:extLst>
                </p:cNvPr>
                <p:cNvPicPr/>
                <p:nvPr/>
              </p:nvPicPr>
              <p:blipFill>
                <a:blip r:embed="rId358"/>
                <a:stretch>
                  <a:fillRect/>
                </a:stretch>
              </p:blipFill>
              <p:spPr>
                <a:xfrm>
                  <a:off x="8915640" y="4538688"/>
                  <a:ext cx="23724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9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977D979A-A2E1-14AB-4ACF-D8B6D183949D}"/>
                    </a:ext>
                  </a:extLst>
                </p14:cNvPr>
                <p14:cNvContentPartPr/>
                <p14:nvPr/>
              </p14:nvContentPartPr>
              <p14:xfrm>
                <a:off x="9286800" y="4668648"/>
                <a:ext cx="143640" cy="45720"/>
              </p14:xfrm>
            </p:contentPart>
          </mc:Choice>
          <mc:Fallback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977D979A-A2E1-14AB-4ACF-D8B6D183949D}"/>
                    </a:ext>
                  </a:extLst>
                </p:cNvPr>
                <p:cNvPicPr/>
                <p:nvPr/>
              </p:nvPicPr>
              <p:blipFill>
                <a:blip r:embed="rId360"/>
                <a:stretch>
                  <a:fillRect/>
                </a:stretch>
              </p:blipFill>
              <p:spPr>
                <a:xfrm>
                  <a:off x="9269160" y="4651008"/>
                  <a:ext cx="17928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1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D7373D3E-9125-CAA8-F1EB-2ABA38939D9E}"/>
                    </a:ext>
                  </a:extLst>
                </p14:cNvPr>
                <p14:cNvContentPartPr/>
                <p14:nvPr/>
              </p14:nvContentPartPr>
              <p14:xfrm>
                <a:off x="9358440" y="4633368"/>
                <a:ext cx="15480" cy="169920"/>
              </p14:xfrm>
            </p:contentPart>
          </mc:Choice>
          <mc:Fallback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D7373D3E-9125-CAA8-F1EB-2ABA38939D9E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9340440" y="4615728"/>
                  <a:ext cx="51120" cy="20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8" name="Group 267">
            <a:extLst>
              <a:ext uri="{FF2B5EF4-FFF2-40B4-BE49-F238E27FC236}">
                <a16:creationId xmlns:a16="http://schemas.microsoft.com/office/drawing/2014/main" id="{A12CCD0F-EFCA-E27D-B8E0-E7B514305875}"/>
              </a:ext>
            </a:extLst>
          </p:cNvPr>
          <p:cNvGrpSpPr/>
          <p:nvPr/>
        </p:nvGrpSpPr>
        <p:grpSpPr>
          <a:xfrm>
            <a:off x="9639960" y="4528968"/>
            <a:ext cx="156960" cy="88560"/>
            <a:chOff x="9639960" y="4528968"/>
            <a:chExt cx="156960" cy="88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3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CD6A3EAA-D8AB-81FC-ED8A-0CDBB9DCF4EA}"/>
                    </a:ext>
                  </a:extLst>
                </p14:cNvPr>
                <p14:cNvContentPartPr/>
                <p14:nvPr/>
              </p14:nvContentPartPr>
              <p14:xfrm>
                <a:off x="9639960" y="4528968"/>
                <a:ext cx="115560" cy="21960"/>
              </p14:xfrm>
            </p:contentPart>
          </mc:Choice>
          <mc:Fallback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CD6A3EAA-D8AB-81FC-ED8A-0CDBB9DCF4EA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9621960" y="4510968"/>
                  <a:ext cx="15120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5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C77CC35A-F967-07B0-D814-D27EA8EC28EC}"/>
                    </a:ext>
                  </a:extLst>
                </p14:cNvPr>
                <p14:cNvContentPartPr/>
                <p14:nvPr/>
              </p14:nvContentPartPr>
              <p14:xfrm>
                <a:off x="9688920" y="4563168"/>
                <a:ext cx="108000" cy="54360"/>
              </p14:xfrm>
            </p:contentPart>
          </mc:Choice>
          <mc:Fallback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C77CC35A-F967-07B0-D814-D27EA8EC28EC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9671280" y="4545168"/>
                  <a:ext cx="143640" cy="9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3" name="Group 272">
            <a:extLst>
              <a:ext uri="{FF2B5EF4-FFF2-40B4-BE49-F238E27FC236}">
                <a16:creationId xmlns:a16="http://schemas.microsoft.com/office/drawing/2014/main" id="{BEFE48F7-EBD0-B983-7CCA-ADFBD286EBFE}"/>
              </a:ext>
            </a:extLst>
          </p:cNvPr>
          <p:cNvGrpSpPr/>
          <p:nvPr/>
        </p:nvGrpSpPr>
        <p:grpSpPr>
          <a:xfrm>
            <a:off x="10071960" y="4262208"/>
            <a:ext cx="507240" cy="338760"/>
            <a:chOff x="10071960" y="4262208"/>
            <a:chExt cx="507240" cy="338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7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48CB2683-CCA0-E40A-D1E7-91C74548D8BE}"/>
                    </a:ext>
                  </a:extLst>
                </p14:cNvPr>
                <p14:cNvContentPartPr/>
                <p14:nvPr/>
              </p14:nvContentPartPr>
              <p14:xfrm>
                <a:off x="10113000" y="4293528"/>
                <a:ext cx="181800" cy="43200"/>
              </p14:xfrm>
            </p:contentPart>
          </mc:Choice>
          <mc:Fallback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48CB2683-CCA0-E40A-D1E7-91C74548D8BE}"/>
                    </a:ext>
                  </a:extLst>
                </p:cNvPr>
                <p:cNvPicPr/>
                <p:nvPr/>
              </p:nvPicPr>
              <p:blipFill>
                <a:blip r:embed="rId368"/>
                <a:stretch>
                  <a:fillRect/>
                </a:stretch>
              </p:blipFill>
              <p:spPr>
                <a:xfrm>
                  <a:off x="10095360" y="4275888"/>
                  <a:ext cx="21744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9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D605628B-F621-2FEF-CF96-5F56CE633891}"/>
                    </a:ext>
                  </a:extLst>
                </p14:cNvPr>
                <p14:cNvContentPartPr/>
                <p14:nvPr/>
              </p14:nvContentPartPr>
              <p14:xfrm>
                <a:off x="10071960" y="4337808"/>
                <a:ext cx="157320" cy="263160"/>
              </p14:xfrm>
            </p:contentPart>
          </mc:Choice>
          <mc:Fallback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D605628B-F621-2FEF-CF96-5F56CE633891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10054320" y="4320168"/>
                  <a:ext cx="192960" cy="29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1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F72B445B-3944-EB37-13ED-70D6D4081D4B}"/>
                    </a:ext>
                  </a:extLst>
                </p14:cNvPr>
                <p14:cNvContentPartPr/>
                <p14:nvPr/>
              </p14:nvContentPartPr>
              <p14:xfrm>
                <a:off x="10362840" y="4262208"/>
                <a:ext cx="216360" cy="312120"/>
              </p14:xfrm>
            </p:contentPart>
          </mc:Choice>
          <mc:Fallback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F72B445B-3944-EB37-13ED-70D6D4081D4B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10345200" y="4244568"/>
                  <a:ext cx="252000" cy="347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2" name="Group 281">
            <a:extLst>
              <a:ext uri="{FF2B5EF4-FFF2-40B4-BE49-F238E27FC236}">
                <a16:creationId xmlns:a16="http://schemas.microsoft.com/office/drawing/2014/main" id="{670A6B8D-A9C4-84A3-6C88-9FDCB6C313F7}"/>
              </a:ext>
            </a:extLst>
          </p:cNvPr>
          <p:cNvGrpSpPr/>
          <p:nvPr/>
        </p:nvGrpSpPr>
        <p:grpSpPr>
          <a:xfrm>
            <a:off x="8708640" y="5088768"/>
            <a:ext cx="693360" cy="322560"/>
            <a:chOff x="8708640" y="5088768"/>
            <a:chExt cx="693360" cy="322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73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2A4409A6-4B11-B66E-DD6A-F16B4296B5D4}"/>
                    </a:ext>
                  </a:extLst>
                </p14:cNvPr>
                <p14:cNvContentPartPr/>
                <p14:nvPr/>
              </p14:nvContentPartPr>
              <p14:xfrm>
                <a:off x="8791800" y="5111808"/>
                <a:ext cx="67680" cy="299520"/>
              </p14:xfrm>
            </p:contentPart>
          </mc:Choice>
          <mc:Fallback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2A4409A6-4B11-B66E-DD6A-F16B4296B5D4}"/>
                    </a:ext>
                  </a:extLst>
                </p:cNvPr>
                <p:cNvPicPr/>
                <p:nvPr/>
              </p:nvPicPr>
              <p:blipFill>
                <a:blip r:embed="rId374"/>
                <a:stretch>
                  <a:fillRect/>
                </a:stretch>
              </p:blipFill>
              <p:spPr>
                <a:xfrm>
                  <a:off x="8774160" y="5093808"/>
                  <a:ext cx="103320" cy="33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5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EDFF1131-C15E-CBDF-F714-FB2649F74A15}"/>
                    </a:ext>
                  </a:extLst>
                </p14:cNvPr>
                <p14:cNvContentPartPr/>
                <p14:nvPr/>
              </p14:nvContentPartPr>
              <p14:xfrm>
                <a:off x="8708640" y="5088768"/>
                <a:ext cx="118800" cy="98640"/>
              </p14:xfrm>
            </p:contentPart>
          </mc:Choice>
          <mc:Fallback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EDFF1131-C15E-CBDF-F714-FB2649F74A15}"/>
                    </a:ext>
                  </a:extLst>
                </p:cNvPr>
                <p:cNvPicPr/>
                <p:nvPr/>
              </p:nvPicPr>
              <p:blipFill>
                <a:blip r:embed="rId376"/>
                <a:stretch>
                  <a:fillRect/>
                </a:stretch>
              </p:blipFill>
              <p:spPr>
                <a:xfrm>
                  <a:off x="8690640" y="5070768"/>
                  <a:ext cx="15444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7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F786D421-6A8A-33F6-8FC7-6DB74184EE9A}"/>
                    </a:ext>
                  </a:extLst>
                </p14:cNvPr>
                <p14:cNvContentPartPr/>
                <p14:nvPr/>
              </p14:nvContentPartPr>
              <p14:xfrm>
                <a:off x="8838240" y="5349048"/>
                <a:ext cx="94320" cy="58680"/>
              </p14:xfrm>
            </p:contentPart>
          </mc:Choice>
          <mc:Fallback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F786D421-6A8A-33F6-8FC7-6DB74184EE9A}"/>
                    </a:ext>
                  </a:extLst>
                </p:cNvPr>
                <p:cNvPicPr/>
                <p:nvPr/>
              </p:nvPicPr>
              <p:blipFill>
                <a:blip r:embed="rId378"/>
                <a:stretch>
                  <a:fillRect/>
                </a:stretch>
              </p:blipFill>
              <p:spPr>
                <a:xfrm>
                  <a:off x="8820240" y="5331048"/>
                  <a:ext cx="12996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9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2A51E021-C010-F0A9-7F99-1B299FDEE574}"/>
                    </a:ext>
                  </a:extLst>
                </p14:cNvPr>
                <p14:cNvContentPartPr/>
                <p14:nvPr/>
              </p14:nvContentPartPr>
              <p14:xfrm>
                <a:off x="9037320" y="5225208"/>
                <a:ext cx="172080" cy="125280"/>
              </p14:xfrm>
            </p:contentPart>
          </mc:Choice>
          <mc:Fallback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2A51E021-C010-F0A9-7F99-1B299FDEE574}"/>
                    </a:ext>
                  </a:extLst>
                </p:cNvPr>
                <p:cNvPicPr/>
                <p:nvPr/>
              </p:nvPicPr>
              <p:blipFill>
                <a:blip r:embed="rId380"/>
                <a:stretch>
                  <a:fillRect/>
                </a:stretch>
              </p:blipFill>
              <p:spPr>
                <a:xfrm>
                  <a:off x="9019320" y="5207568"/>
                  <a:ext cx="20772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1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E0597C8D-D362-E79F-1C07-6B7E3083893C}"/>
                    </a:ext>
                  </a:extLst>
                </p14:cNvPr>
                <p14:cNvContentPartPr/>
                <p14:nvPr/>
              </p14:nvContentPartPr>
              <p14:xfrm>
                <a:off x="9309120" y="5293968"/>
                <a:ext cx="92880" cy="62640"/>
              </p14:xfrm>
            </p:contentPart>
          </mc:Choice>
          <mc:Fallback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E0597C8D-D362-E79F-1C07-6B7E3083893C}"/>
                    </a:ext>
                  </a:extLst>
                </p:cNvPr>
                <p:cNvPicPr/>
                <p:nvPr/>
              </p:nvPicPr>
              <p:blipFill>
                <a:blip r:embed="rId382"/>
                <a:stretch>
                  <a:fillRect/>
                </a:stretch>
              </p:blipFill>
              <p:spPr>
                <a:xfrm>
                  <a:off x="9291120" y="5275968"/>
                  <a:ext cx="128520" cy="98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1" name="Group 280">
            <a:extLst>
              <a:ext uri="{FF2B5EF4-FFF2-40B4-BE49-F238E27FC236}">
                <a16:creationId xmlns:a16="http://schemas.microsoft.com/office/drawing/2014/main" id="{DA369D74-71E6-7E8D-14F2-C5708D67EEDE}"/>
              </a:ext>
            </a:extLst>
          </p:cNvPr>
          <p:cNvGrpSpPr/>
          <p:nvPr/>
        </p:nvGrpSpPr>
        <p:grpSpPr>
          <a:xfrm>
            <a:off x="9726360" y="5157528"/>
            <a:ext cx="99360" cy="96120"/>
            <a:chOff x="9726360" y="5157528"/>
            <a:chExt cx="99360" cy="96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83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4228C830-2AC7-097B-4750-1754EEDA41D5}"/>
                    </a:ext>
                  </a:extLst>
                </p14:cNvPr>
                <p14:cNvContentPartPr/>
                <p14:nvPr/>
              </p14:nvContentPartPr>
              <p14:xfrm>
                <a:off x="9726360" y="5157528"/>
                <a:ext cx="75240" cy="45360"/>
              </p14:xfrm>
            </p:contentPart>
          </mc:Choice>
          <mc:Fallback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4228C830-2AC7-097B-4750-1754EEDA41D5}"/>
                    </a:ext>
                  </a:extLst>
                </p:cNvPr>
                <p:cNvPicPr/>
                <p:nvPr/>
              </p:nvPicPr>
              <p:blipFill>
                <a:blip r:embed="rId384"/>
                <a:stretch>
                  <a:fillRect/>
                </a:stretch>
              </p:blipFill>
              <p:spPr>
                <a:xfrm>
                  <a:off x="9708720" y="5139528"/>
                  <a:ext cx="11088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5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1EB2C42C-8105-189B-E93D-BE11D0A2160C}"/>
                    </a:ext>
                  </a:extLst>
                </p14:cNvPr>
                <p14:cNvContentPartPr/>
                <p14:nvPr/>
              </p14:nvContentPartPr>
              <p14:xfrm>
                <a:off x="9762720" y="5211888"/>
                <a:ext cx="63000" cy="41760"/>
              </p14:xfrm>
            </p:contentPart>
          </mc:Choice>
          <mc:Fallback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1EB2C42C-8105-189B-E93D-BE11D0A2160C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9745080" y="5194248"/>
                  <a:ext cx="98640" cy="77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5" name="Group 284">
            <a:extLst>
              <a:ext uri="{FF2B5EF4-FFF2-40B4-BE49-F238E27FC236}">
                <a16:creationId xmlns:a16="http://schemas.microsoft.com/office/drawing/2014/main" id="{337CF933-64E2-1FE4-D4EB-E6FE8C6D9E11}"/>
              </a:ext>
            </a:extLst>
          </p:cNvPr>
          <p:cNvGrpSpPr/>
          <p:nvPr/>
        </p:nvGrpSpPr>
        <p:grpSpPr>
          <a:xfrm>
            <a:off x="10170600" y="4816608"/>
            <a:ext cx="556560" cy="421920"/>
            <a:chOff x="10170600" y="4816608"/>
            <a:chExt cx="556560" cy="421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87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C1CA2AE6-8404-F82E-64C9-696D33DCAC13}"/>
                    </a:ext>
                  </a:extLst>
                </p14:cNvPr>
                <p14:cNvContentPartPr/>
                <p14:nvPr/>
              </p14:nvContentPartPr>
              <p14:xfrm>
                <a:off x="10170600" y="4930368"/>
                <a:ext cx="210960" cy="308160"/>
              </p14:xfrm>
            </p:contentPart>
          </mc:Choice>
          <mc:Fallback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C1CA2AE6-8404-F82E-64C9-696D33DCAC13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10152960" y="4912728"/>
                  <a:ext cx="246600" cy="34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9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A6D27B94-5F7D-6E95-AA64-59FFC207411E}"/>
                    </a:ext>
                  </a:extLst>
                </p14:cNvPr>
                <p14:cNvContentPartPr/>
                <p14:nvPr/>
              </p14:nvContentPartPr>
              <p14:xfrm>
                <a:off x="10501800" y="4816608"/>
                <a:ext cx="225360" cy="291600"/>
              </p14:xfrm>
            </p:contentPart>
          </mc:Choice>
          <mc:Fallback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A6D27B94-5F7D-6E95-AA64-59FFC207411E}"/>
                    </a:ext>
                  </a:extLst>
                </p:cNvPr>
                <p:cNvPicPr/>
                <p:nvPr/>
              </p:nvPicPr>
              <p:blipFill>
                <a:blip r:embed="rId390"/>
                <a:stretch>
                  <a:fillRect/>
                </a:stretch>
              </p:blipFill>
              <p:spPr>
                <a:xfrm>
                  <a:off x="10483800" y="4798968"/>
                  <a:ext cx="261000" cy="327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2" name="Group 291">
            <a:extLst>
              <a:ext uri="{FF2B5EF4-FFF2-40B4-BE49-F238E27FC236}">
                <a16:creationId xmlns:a16="http://schemas.microsoft.com/office/drawing/2014/main" id="{6A980F56-0108-E531-52C9-B6A8D920ECDF}"/>
              </a:ext>
            </a:extLst>
          </p:cNvPr>
          <p:cNvGrpSpPr/>
          <p:nvPr/>
        </p:nvGrpSpPr>
        <p:grpSpPr>
          <a:xfrm>
            <a:off x="8292120" y="5876808"/>
            <a:ext cx="816480" cy="366840"/>
            <a:chOff x="8292120" y="5876808"/>
            <a:chExt cx="816480" cy="366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91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F72206BE-87A1-605E-5B3C-277C1F161450}"/>
                    </a:ext>
                  </a:extLst>
                </p14:cNvPr>
                <p14:cNvContentPartPr/>
                <p14:nvPr/>
              </p14:nvContentPartPr>
              <p14:xfrm>
                <a:off x="8292120" y="5876808"/>
                <a:ext cx="177840" cy="366840"/>
              </p14:xfrm>
            </p:contentPart>
          </mc:Choice>
          <mc:Fallback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F72206BE-87A1-605E-5B3C-277C1F161450}"/>
                    </a:ext>
                  </a:extLst>
                </p:cNvPr>
                <p:cNvPicPr/>
                <p:nvPr/>
              </p:nvPicPr>
              <p:blipFill>
                <a:blip r:embed="rId392"/>
                <a:stretch>
                  <a:fillRect/>
                </a:stretch>
              </p:blipFill>
              <p:spPr>
                <a:xfrm>
                  <a:off x="8274120" y="5858808"/>
                  <a:ext cx="213480" cy="40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3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7446C8B6-A844-E11B-3CAB-991800252CC9}"/>
                    </a:ext>
                  </a:extLst>
                </p14:cNvPr>
                <p14:cNvContentPartPr/>
                <p14:nvPr/>
              </p14:nvContentPartPr>
              <p14:xfrm>
                <a:off x="8550960" y="6080208"/>
                <a:ext cx="172080" cy="132480"/>
              </p14:xfrm>
            </p:contentPart>
          </mc:Choice>
          <mc:Fallback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7446C8B6-A844-E11B-3CAB-991800252CC9}"/>
                    </a:ext>
                  </a:extLst>
                </p:cNvPr>
                <p:cNvPicPr/>
                <p:nvPr/>
              </p:nvPicPr>
              <p:blipFill>
                <a:blip r:embed="rId394"/>
                <a:stretch>
                  <a:fillRect/>
                </a:stretch>
              </p:blipFill>
              <p:spPr>
                <a:xfrm>
                  <a:off x="8532960" y="6062568"/>
                  <a:ext cx="20772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5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E25F658F-1622-9AAD-218A-9F2AD0927226}"/>
                    </a:ext>
                  </a:extLst>
                </p14:cNvPr>
                <p14:cNvContentPartPr/>
                <p14:nvPr/>
              </p14:nvContentPartPr>
              <p14:xfrm>
                <a:off x="8831400" y="5895888"/>
                <a:ext cx="63000" cy="259560"/>
              </p14:xfrm>
            </p:contentPart>
          </mc:Choice>
          <mc:Fallback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E25F658F-1622-9AAD-218A-9F2AD0927226}"/>
                    </a:ext>
                  </a:extLst>
                </p:cNvPr>
                <p:cNvPicPr/>
                <p:nvPr/>
              </p:nvPicPr>
              <p:blipFill>
                <a:blip r:embed="rId396"/>
                <a:stretch>
                  <a:fillRect/>
                </a:stretch>
              </p:blipFill>
              <p:spPr>
                <a:xfrm>
                  <a:off x="8813400" y="5877888"/>
                  <a:ext cx="98640" cy="29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7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B33DE304-1E99-244C-62ED-B473E06AAA6F}"/>
                    </a:ext>
                  </a:extLst>
                </p14:cNvPr>
                <p14:cNvContentPartPr/>
                <p14:nvPr/>
              </p14:nvContentPartPr>
              <p14:xfrm>
                <a:off x="8797920" y="5980128"/>
                <a:ext cx="133200" cy="66600"/>
              </p14:xfrm>
            </p:contentPart>
          </mc:Choice>
          <mc:Fallback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B33DE304-1E99-244C-62ED-B473E06AAA6F}"/>
                    </a:ext>
                  </a:extLst>
                </p:cNvPr>
                <p:cNvPicPr/>
                <p:nvPr/>
              </p:nvPicPr>
              <p:blipFill>
                <a:blip r:embed="rId398"/>
                <a:stretch>
                  <a:fillRect/>
                </a:stretch>
              </p:blipFill>
              <p:spPr>
                <a:xfrm>
                  <a:off x="8779920" y="5962128"/>
                  <a:ext cx="16884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9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B66E813A-B53C-EC28-7E8F-E06D5F75655B}"/>
                    </a:ext>
                  </a:extLst>
                </p14:cNvPr>
                <p14:cNvContentPartPr/>
                <p14:nvPr/>
              </p14:nvContentPartPr>
              <p14:xfrm>
                <a:off x="8964960" y="6024768"/>
                <a:ext cx="82440" cy="42840"/>
              </p14:xfrm>
            </p:contentPart>
          </mc:Choice>
          <mc:Fallback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B66E813A-B53C-EC28-7E8F-E06D5F75655B}"/>
                    </a:ext>
                  </a:extLst>
                </p:cNvPr>
                <p:cNvPicPr/>
                <p:nvPr/>
              </p:nvPicPr>
              <p:blipFill>
                <a:blip r:embed="rId400"/>
                <a:stretch>
                  <a:fillRect/>
                </a:stretch>
              </p:blipFill>
              <p:spPr>
                <a:xfrm>
                  <a:off x="8947320" y="6007128"/>
                  <a:ext cx="11808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1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B8391E3B-0D7C-E9F8-2BC2-A8FC9FB351BB}"/>
                    </a:ext>
                  </a:extLst>
                </p14:cNvPr>
                <p14:cNvContentPartPr/>
                <p14:nvPr/>
              </p14:nvContentPartPr>
              <p14:xfrm>
                <a:off x="9039840" y="6066888"/>
                <a:ext cx="68760" cy="29520"/>
              </p14:xfrm>
            </p:contentPart>
          </mc:Choice>
          <mc:Fallback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B8391E3B-0D7C-E9F8-2BC2-A8FC9FB351BB}"/>
                    </a:ext>
                  </a:extLst>
                </p:cNvPr>
                <p:cNvPicPr/>
                <p:nvPr/>
              </p:nvPicPr>
              <p:blipFill>
                <a:blip r:embed="rId402"/>
                <a:stretch>
                  <a:fillRect/>
                </a:stretch>
              </p:blipFill>
              <p:spPr>
                <a:xfrm>
                  <a:off x="9021840" y="6048888"/>
                  <a:ext cx="104400" cy="65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9" name="Group 308">
            <a:extLst>
              <a:ext uri="{FF2B5EF4-FFF2-40B4-BE49-F238E27FC236}">
                <a16:creationId xmlns:a16="http://schemas.microsoft.com/office/drawing/2014/main" id="{25437AEA-9460-BBD3-5E93-883498F8176C}"/>
              </a:ext>
            </a:extLst>
          </p:cNvPr>
          <p:cNvGrpSpPr/>
          <p:nvPr/>
        </p:nvGrpSpPr>
        <p:grpSpPr>
          <a:xfrm>
            <a:off x="6980640" y="5230608"/>
            <a:ext cx="700560" cy="614160"/>
            <a:chOff x="6980640" y="5230608"/>
            <a:chExt cx="700560" cy="614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3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3CD3F128-0DCE-8540-F9F7-D0B91007D5D3}"/>
                    </a:ext>
                  </a:extLst>
                </p14:cNvPr>
                <p14:cNvContentPartPr/>
                <p14:nvPr/>
              </p14:nvContentPartPr>
              <p14:xfrm>
                <a:off x="6980640" y="5502768"/>
                <a:ext cx="73440" cy="342000"/>
              </p14:xfrm>
            </p:contentPart>
          </mc:Choice>
          <mc:Fallback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3CD3F128-0DCE-8540-F9F7-D0B91007D5D3}"/>
                    </a:ext>
                  </a:extLst>
                </p:cNvPr>
                <p:cNvPicPr/>
                <p:nvPr/>
              </p:nvPicPr>
              <p:blipFill>
                <a:blip r:embed="rId404"/>
                <a:stretch>
                  <a:fillRect/>
                </a:stretch>
              </p:blipFill>
              <p:spPr>
                <a:xfrm>
                  <a:off x="6963000" y="5484768"/>
                  <a:ext cx="109080" cy="37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5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82C172F9-5CEC-BB62-0724-23BFB751046B}"/>
                    </a:ext>
                  </a:extLst>
                </p14:cNvPr>
                <p14:cNvContentPartPr/>
                <p14:nvPr/>
              </p14:nvContentPartPr>
              <p14:xfrm>
                <a:off x="7011240" y="5472168"/>
                <a:ext cx="169920" cy="258120"/>
              </p14:xfrm>
            </p:contentPart>
          </mc:Choice>
          <mc:Fallback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82C172F9-5CEC-BB62-0724-23BFB751046B}"/>
                    </a:ext>
                  </a:extLst>
                </p:cNvPr>
                <p:cNvPicPr/>
                <p:nvPr/>
              </p:nvPicPr>
              <p:blipFill>
                <a:blip r:embed="rId406"/>
                <a:stretch>
                  <a:fillRect/>
                </a:stretch>
              </p:blipFill>
              <p:spPr>
                <a:xfrm>
                  <a:off x="6993240" y="5454168"/>
                  <a:ext cx="205560" cy="29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7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983774A4-8BBA-B135-6706-81CDA75DCE30}"/>
                    </a:ext>
                  </a:extLst>
                </p14:cNvPr>
                <p14:cNvContentPartPr/>
                <p14:nvPr/>
              </p14:nvContentPartPr>
              <p14:xfrm>
                <a:off x="7050480" y="5534088"/>
                <a:ext cx="166680" cy="207360"/>
              </p14:xfrm>
            </p:contentPart>
          </mc:Choice>
          <mc:Fallback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983774A4-8BBA-B135-6706-81CDA75DCE30}"/>
                    </a:ext>
                  </a:extLst>
                </p:cNvPr>
                <p:cNvPicPr/>
                <p:nvPr/>
              </p:nvPicPr>
              <p:blipFill>
                <a:blip r:embed="rId408"/>
                <a:stretch>
                  <a:fillRect/>
                </a:stretch>
              </p:blipFill>
              <p:spPr>
                <a:xfrm>
                  <a:off x="7032480" y="5516088"/>
                  <a:ext cx="20232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9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64D88273-7BD6-0911-E237-ABB198B0DBE5}"/>
                    </a:ext>
                  </a:extLst>
                </p14:cNvPr>
                <p14:cNvContentPartPr/>
                <p14:nvPr/>
              </p14:nvContentPartPr>
              <p14:xfrm>
                <a:off x="7278720" y="5516088"/>
                <a:ext cx="100440" cy="108720"/>
              </p14:xfrm>
            </p:contentPart>
          </mc:Choice>
          <mc:Fallback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64D88273-7BD6-0911-E237-ABB198B0DBE5}"/>
                    </a:ext>
                  </a:extLst>
                </p:cNvPr>
                <p:cNvPicPr/>
                <p:nvPr/>
              </p:nvPicPr>
              <p:blipFill>
                <a:blip r:embed="rId410"/>
                <a:stretch>
                  <a:fillRect/>
                </a:stretch>
              </p:blipFill>
              <p:spPr>
                <a:xfrm>
                  <a:off x="7260720" y="5498448"/>
                  <a:ext cx="13608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1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11FEDE39-B1CA-EF91-D7C3-2D9AACACBF6E}"/>
                    </a:ext>
                  </a:extLst>
                </p14:cNvPr>
                <p14:cNvContentPartPr/>
                <p14:nvPr/>
              </p14:nvContentPartPr>
              <p14:xfrm>
                <a:off x="7397880" y="5310168"/>
                <a:ext cx="96120" cy="254880"/>
              </p14:xfrm>
            </p:contentPart>
          </mc:Choice>
          <mc:Fallback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11FEDE39-B1CA-EF91-D7C3-2D9AACACBF6E}"/>
                    </a:ext>
                  </a:extLst>
                </p:cNvPr>
                <p:cNvPicPr/>
                <p:nvPr/>
              </p:nvPicPr>
              <p:blipFill>
                <a:blip r:embed="rId412"/>
                <a:stretch>
                  <a:fillRect/>
                </a:stretch>
              </p:blipFill>
              <p:spPr>
                <a:xfrm>
                  <a:off x="7380240" y="5292528"/>
                  <a:ext cx="131760" cy="29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3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D7CEE6F0-CBFB-ECE5-28DC-C8CE2B50F300}"/>
                    </a:ext>
                  </a:extLst>
                </p14:cNvPr>
                <p14:cNvContentPartPr/>
                <p14:nvPr/>
              </p14:nvContentPartPr>
              <p14:xfrm>
                <a:off x="7554840" y="5230608"/>
                <a:ext cx="126360" cy="200160"/>
              </p14:xfrm>
            </p:contentPart>
          </mc:Choice>
          <mc:Fallback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D7CEE6F0-CBFB-ECE5-28DC-C8CE2B50F300}"/>
                    </a:ext>
                  </a:extLst>
                </p:cNvPr>
                <p:cNvPicPr/>
                <p:nvPr/>
              </p:nvPicPr>
              <p:blipFill>
                <a:blip r:embed="rId414"/>
                <a:stretch>
                  <a:fillRect/>
                </a:stretch>
              </p:blipFill>
              <p:spPr>
                <a:xfrm>
                  <a:off x="7536840" y="5212968"/>
                  <a:ext cx="162000" cy="235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15">
            <p14:nvContentPartPr>
              <p14:cNvPr id="308" name="Ink 307">
                <a:extLst>
                  <a:ext uri="{FF2B5EF4-FFF2-40B4-BE49-F238E27FC236}">
                    <a16:creationId xmlns:a16="http://schemas.microsoft.com/office/drawing/2014/main" id="{BCE3EF68-83E7-686E-6E1E-63BC9A4CD919}"/>
                  </a:ext>
                </a:extLst>
              </p14:cNvPr>
              <p14:cNvContentPartPr/>
              <p14:nvPr/>
            </p14:nvContentPartPr>
            <p14:xfrm>
              <a:off x="7625760" y="4881768"/>
              <a:ext cx="92520" cy="157320"/>
            </p14:xfrm>
          </p:contentPart>
        </mc:Choice>
        <mc:Fallback>
          <p:pic>
            <p:nvPicPr>
              <p:cNvPr id="308" name="Ink 307">
                <a:extLst>
                  <a:ext uri="{FF2B5EF4-FFF2-40B4-BE49-F238E27FC236}">
                    <a16:creationId xmlns:a16="http://schemas.microsoft.com/office/drawing/2014/main" id="{BCE3EF68-83E7-686E-6E1E-63BC9A4CD919}"/>
                  </a:ext>
                </a:extLst>
              </p:cNvPr>
              <p:cNvPicPr/>
              <p:nvPr/>
            </p:nvPicPr>
            <p:blipFill>
              <a:blip r:embed="rId416"/>
              <a:stretch>
                <a:fillRect/>
              </a:stretch>
            </p:blipFill>
            <p:spPr>
              <a:xfrm>
                <a:off x="7607760" y="4864128"/>
                <a:ext cx="128160" cy="192960"/>
              </a:xfrm>
              <a:prstGeom prst="rect">
                <a:avLst/>
              </a:prstGeom>
            </p:spPr>
          </p:pic>
        </mc:Fallback>
      </mc:AlternateContent>
      <p:grpSp>
        <p:nvGrpSpPr>
          <p:cNvPr id="317" name="Group 316">
            <a:extLst>
              <a:ext uri="{FF2B5EF4-FFF2-40B4-BE49-F238E27FC236}">
                <a16:creationId xmlns:a16="http://schemas.microsoft.com/office/drawing/2014/main" id="{6DF29869-1860-0FAC-AB3A-590020F7F97E}"/>
              </a:ext>
            </a:extLst>
          </p:cNvPr>
          <p:cNvGrpSpPr/>
          <p:nvPr/>
        </p:nvGrpSpPr>
        <p:grpSpPr>
          <a:xfrm>
            <a:off x="9402360" y="5601048"/>
            <a:ext cx="1516320" cy="1108440"/>
            <a:chOff x="9402360" y="5601048"/>
            <a:chExt cx="1516320" cy="1108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17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9AFBEAE8-6F61-238B-CA16-A87AFCBABD24}"/>
                    </a:ext>
                  </a:extLst>
                </p14:cNvPr>
                <p14:cNvContentPartPr/>
                <p14:nvPr/>
              </p14:nvContentPartPr>
              <p14:xfrm>
                <a:off x="9402360" y="5842968"/>
                <a:ext cx="32400" cy="381240"/>
              </p14:xfrm>
            </p:contentPart>
          </mc:Choice>
          <mc:Fallback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9AFBEAE8-6F61-238B-CA16-A87AFCBABD24}"/>
                    </a:ext>
                  </a:extLst>
                </p:cNvPr>
                <p:cNvPicPr/>
                <p:nvPr/>
              </p:nvPicPr>
              <p:blipFill>
                <a:blip r:embed="rId418"/>
                <a:stretch>
                  <a:fillRect/>
                </a:stretch>
              </p:blipFill>
              <p:spPr>
                <a:xfrm>
                  <a:off x="9384720" y="5825328"/>
                  <a:ext cx="68040" cy="41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9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69DF1D5F-6216-BACA-1417-754823B45D2C}"/>
                    </a:ext>
                  </a:extLst>
                </p14:cNvPr>
                <p14:cNvContentPartPr/>
                <p14:nvPr/>
              </p14:nvContentPartPr>
              <p14:xfrm>
                <a:off x="9417840" y="5867808"/>
                <a:ext cx="174240" cy="241920"/>
              </p14:xfrm>
            </p:contentPart>
          </mc:Choice>
          <mc:Fallback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69DF1D5F-6216-BACA-1417-754823B45D2C}"/>
                    </a:ext>
                  </a:extLst>
                </p:cNvPr>
                <p:cNvPicPr/>
                <p:nvPr/>
              </p:nvPicPr>
              <p:blipFill>
                <a:blip r:embed="rId420"/>
                <a:stretch>
                  <a:fillRect/>
                </a:stretch>
              </p:blipFill>
              <p:spPr>
                <a:xfrm>
                  <a:off x="9399840" y="5849808"/>
                  <a:ext cx="20988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1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556DFB64-C0A9-64C4-52CC-63034634D96E}"/>
                    </a:ext>
                  </a:extLst>
                </p14:cNvPr>
                <p14:cNvContentPartPr/>
                <p14:nvPr/>
              </p14:nvContentPartPr>
              <p14:xfrm>
                <a:off x="9418560" y="6044568"/>
                <a:ext cx="117720" cy="53280"/>
              </p14:xfrm>
            </p:contentPart>
          </mc:Choice>
          <mc:Fallback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556DFB64-C0A9-64C4-52CC-63034634D96E}"/>
                    </a:ext>
                  </a:extLst>
                </p:cNvPr>
                <p:cNvPicPr/>
                <p:nvPr/>
              </p:nvPicPr>
              <p:blipFill>
                <a:blip r:embed="rId422"/>
                <a:stretch>
                  <a:fillRect/>
                </a:stretch>
              </p:blipFill>
              <p:spPr>
                <a:xfrm>
                  <a:off x="9400560" y="6026568"/>
                  <a:ext cx="15336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3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00E5BF80-1E07-28E7-CB87-B9493B926654}"/>
                    </a:ext>
                  </a:extLst>
                </p14:cNvPr>
                <p14:cNvContentPartPr/>
                <p14:nvPr/>
              </p14:nvContentPartPr>
              <p14:xfrm>
                <a:off x="9807000" y="5762688"/>
                <a:ext cx="243360" cy="386280"/>
              </p14:xfrm>
            </p:contentPart>
          </mc:Choice>
          <mc:Fallback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00E5BF80-1E07-28E7-CB87-B9493B926654}"/>
                    </a:ext>
                  </a:extLst>
                </p:cNvPr>
                <p:cNvPicPr/>
                <p:nvPr/>
              </p:nvPicPr>
              <p:blipFill>
                <a:blip r:embed="rId424"/>
                <a:stretch>
                  <a:fillRect/>
                </a:stretch>
              </p:blipFill>
              <p:spPr>
                <a:xfrm>
                  <a:off x="9789360" y="5745048"/>
                  <a:ext cx="279000" cy="42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5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DDE7A91A-7186-92BD-7C7F-023BFCF84829}"/>
                    </a:ext>
                  </a:extLst>
                </p14:cNvPr>
                <p14:cNvContentPartPr/>
                <p14:nvPr/>
              </p14:nvContentPartPr>
              <p14:xfrm>
                <a:off x="10046040" y="5796528"/>
                <a:ext cx="179280" cy="184320"/>
              </p14:xfrm>
            </p:contentPart>
          </mc:Choice>
          <mc:Fallback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DDE7A91A-7186-92BD-7C7F-023BFCF84829}"/>
                    </a:ext>
                  </a:extLst>
                </p:cNvPr>
                <p:cNvPicPr/>
                <p:nvPr/>
              </p:nvPicPr>
              <p:blipFill>
                <a:blip r:embed="rId426"/>
                <a:stretch>
                  <a:fillRect/>
                </a:stretch>
              </p:blipFill>
              <p:spPr>
                <a:xfrm>
                  <a:off x="10028400" y="5778528"/>
                  <a:ext cx="21492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7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92EDFA7F-A002-1321-24E6-7A9C6DE28C39}"/>
                    </a:ext>
                  </a:extLst>
                </p14:cNvPr>
                <p14:cNvContentPartPr/>
                <p14:nvPr/>
              </p14:nvContentPartPr>
              <p14:xfrm>
                <a:off x="10315320" y="5729208"/>
                <a:ext cx="145800" cy="227880"/>
              </p14:xfrm>
            </p:contentPart>
          </mc:Choice>
          <mc:Fallback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92EDFA7F-A002-1321-24E6-7A9C6DE28C39}"/>
                    </a:ext>
                  </a:extLst>
                </p:cNvPr>
                <p:cNvPicPr/>
                <p:nvPr/>
              </p:nvPicPr>
              <p:blipFill>
                <a:blip r:embed="rId428"/>
                <a:stretch>
                  <a:fillRect/>
                </a:stretch>
              </p:blipFill>
              <p:spPr>
                <a:xfrm>
                  <a:off x="10297320" y="5711568"/>
                  <a:ext cx="18144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9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0C24EDFF-BC4B-A9D2-2BFA-7120E62C1403}"/>
                    </a:ext>
                  </a:extLst>
                </p14:cNvPr>
                <p14:cNvContentPartPr/>
                <p14:nvPr/>
              </p14:nvContentPartPr>
              <p14:xfrm>
                <a:off x="10579200" y="5601048"/>
                <a:ext cx="183600" cy="545760"/>
              </p14:xfrm>
            </p:contentPart>
          </mc:Choice>
          <mc:Fallback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0C24EDFF-BC4B-A9D2-2BFA-7120E62C1403}"/>
                    </a:ext>
                  </a:extLst>
                </p:cNvPr>
                <p:cNvPicPr/>
                <p:nvPr/>
              </p:nvPicPr>
              <p:blipFill>
                <a:blip r:embed="rId430"/>
                <a:stretch>
                  <a:fillRect/>
                </a:stretch>
              </p:blipFill>
              <p:spPr>
                <a:xfrm>
                  <a:off x="10561200" y="5583408"/>
                  <a:ext cx="219240" cy="58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1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BC506CA0-1A16-26F7-57AC-DA83201D2A52}"/>
                    </a:ext>
                  </a:extLst>
                </p14:cNvPr>
                <p14:cNvContentPartPr/>
                <p14:nvPr/>
              </p14:nvContentPartPr>
              <p14:xfrm>
                <a:off x="9515760" y="6422568"/>
                <a:ext cx="269640" cy="213840"/>
              </p14:xfrm>
            </p:contentPart>
          </mc:Choice>
          <mc:Fallback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BC506CA0-1A16-26F7-57AC-DA83201D2A52}"/>
                    </a:ext>
                  </a:extLst>
                </p:cNvPr>
                <p:cNvPicPr/>
                <p:nvPr/>
              </p:nvPicPr>
              <p:blipFill>
                <a:blip r:embed="rId432"/>
                <a:stretch>
                  <a:fillRect/>
                </a:stretch>
              </p:blipFill>
              <p:spPr>
                <a:xfrm>
                  <a:off x="9497760" y="6404568"/>
                  <a:ext cx="305280" cy="24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3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B7F43459-2C61-1F84-E58A-7364869EC544}"/>
                    </a:ext>
                  </a:extLst>
                </p14:cNvPr>
                <p14:cNvContentPartPr/>
                <p14:nvPr/>
              </p14:nvContentPartPr>
              <p14:xfrm>
                <a:off x="9816360" y="6458568"/>
                <a:ext cx="114480" cy="159120"/>
              </p14:xfrm>
            </p:contentPart>
          </mc:Choice>
          <mc:Fallback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B7F43459-2C61-1F84-E58A-7364869EC544}"/>
                    </a:ext>
                  </a:extLst>
                </p:cNvPr>
                <p:cNvPicPr/>
                <p:nvPr/>
              </p:nvPicPr>
              <p:blipFill>
                <a:blip r:embed="rId434"/>
                <a:stretch>
                  <a:fillRect/>
                </a:stretch>
              </p:blipFill>
              <p:spPr>
                <a:xfrm>
                  <a:off x="9798720" y="6440928"/>
                  <a:ext cx="15012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5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737789DA-8E14-E4A2-7340-ACB0B1590A94}"/>
                    </a:ext>
                  </a:extLst>
                </p14:cNvPr>
                <p14:cNvContentPartPr/>
                <p14:nvPr/>
              </p14:nvContentPartPr>
              <p14:xfrm>
                <a:off x="9854880" y="6424368"/>
                <a:ext cx="141120" cy="285120"/>
              </p14:xfrm>
            </p:contentPart>
          </mc:Choice>
          <mc:Fallback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737789DA-8E14-E4A2-7340-ACB0B1590A94}"/>
                    </a:ext>
                  </a:extLst>
                </p:cNvPr>
                <p:cNvPicPr/>
                <p:nvPr/>
              </p:nvPicPr>
              <p:blipFill>
                <a:blip r:embed="rId436"/>
                <a:stretch>
                  <a:fillRect/>
                </a:stretch>
              </p:blipFill>
              <p:spPr>
                <a:xfrm>
                  <a:off x="9836880" y="6406728"/>
                  <a:ext cx="176760" cy="32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7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D4E06B7F-F400-9701-827F-19FDDE5D12E0}"/>
                    </a:ext>
                  </a:extLst>
                </p14:cNvPr>
                <p14:cNvContentPartPr/>
                <p14:nvPr/>
              </p14:nvContentPartPr>
              <p14:xfrm>
                <a:off x="10112640" y="6432288"/>
                <a:ext cx="9360" cy="231120"/>
              </p14:xfrm>
            </p:contentPart>
          </mc:Choice>
          <mc:Fallback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D4E06B7F-F400-9701-827F-19FDDE5D12E0}"/>
                    </a:ext>
                  </a:extLst>
                </p:cNvPr>
                <p:cNvPicPr/>
                <p:nvPr/>
              </p:nvPicPr>
              <p:blipFill>
                <a:blip r:embed="rId438"/>
                <a:stretch>
                  <a:fillRect/>
                </a:stretch>
              </p:blipFill>
              <p:spPr>
                <a:xfrm>
                  <a:off x="10094640" y="6414288"/>
                  <a:ext cx="45000" cy="26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9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99105475-4720-8E30-500E-61449F19B96F}"/>
                    </a:ext>
                  </a:extLst>
                </p14:cNvPr>
                <p14:cNvContentPartPr/>
                <p14:nvPr/>
              </p14:nvContentPartPr>
              <p14:xfrm>
                <a:off x="10250880" y="6461808"/>
                <a:ext cx="148320" cy="169920"/>
              </p14:xfrm>
            </p:contentPart>
          </mc:Choice>
          <mc:Fallback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99105475-4720-8E30-500E-61449F19B96F}"/>
                    </a:ext>
                  </a:extLst>
                </p:cNvPr>
                <p:cNvPicPr/>
                <p:nvPr/>
              </p:nvPicPr>
              <p:blipFill>
                <a:blip r:embed="rId440"/>
                <a:stretch>
                  <a:fillRect/>
                </a:stretch>
              </p:blipFill>
              <p:spPr>
                <a:xfrm>
                  <a:off x="10232880" y="6444168"/>
                  <a:ext cx="18396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1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70591C0F-E717-9F20-64D1-90F7040CB10D}"/>
                    </a:ext>
                  </a:extLst>
                </p14:cNvPr>
                <p14:cNvContentPartPr/>
                <p14:nvPr/>
              </p14:nvContentPartPr>
              <p14:xfrm>
                <a:off x="10473720" y="6202248"/>
                <a:ext cx="92160" cy="150480"/>
              </p14:xfrm>
            </p:contentPart>
          </mc:Choice>
          <mc:Fallback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70591C0F-E717-9F20-64D1-90F7040CB10D}"/>
                    </a:ext>
                  </a:extLst>
                </p:cNvPr>
                <p:cNvPicPr/>
                <p:nvPr/>
              </p:nvPicPr>
              <p:blipFill>
                <a:blip r:embed="rId442"/>
                <a:stretch>
                  <a:fillRect/>
                </a:stretch>
              </p:blipFill>
              <p:spPr>
                <a:xfrm>
                  <a:off x="10456080" y="6184248"/>
                  <a:ext cx="12780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3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EAF7AE79-57B8-3083-5CC0-9BF8E74E8736}"/>
                    </a:ext>
                  </a:extLst>
                </p14:cNvPr>
                <p14:cNvContentPartPr/>
                <p14:nvPr/>
              </p14:nvContentPartPr>
              <p14:xfrm>
                <a:off x="10710600" y="6319248"/>
                <a:ext cx="208080" cy="247320"/>
              </p14:xfrm>
            </p:contentPart>
          </mc:Choice>
          <mc:Fallback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EAF7AE79-57B8-3083-5CC0-9BF8E74E8736}"/>
                    </a:ext>
                  </a:extLst>
                </p:cNvPr>
                <p:cNvPicPr/>
                <p:nvPr/>
              </p:nvPicPr>
              <p:blipFill>
                <a:blip r:embed="rId444"/>
                <a:stretch>
                  <a:fillRect/>
                </a:stretch>
              </p:blipFill>
              <p:spPr>
                <a:xfrm>
                  <a:off x="10692600" y="6301248"/>
                  <a:ext cx="243720" cy="282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2" name="Group 331">
            <a:extLst>
              <a:ext uri="{FF2B5EF4-FFF2-40B4-BE49-F238E27FC236}">
                <a16:creationId xmlns:a16="http://schemas.microsoft.com/office/drawing/2014/main" id="{B2E32411-34C4-4152-D1C0-10F745B5B355}"/>
              </a:ext>
            </a:extLst>
          </p:cNvPr>
          <p:cNvGrpSpPr/>
          <p:nvPr/>
        </p:nvGrpSpPr>
        <p:grpSpPr>
          <a:xfrm>
            <a:off x="9047400" y="1392288"/>
            <a:ext cx="958320" cy="672480"/>
            <a:chOff x="9047400" y="1392288"/>
            <a:chExt cx="958320" cy="672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45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28723181-A917-CCF7-8751-1D1D5DB11BD3}"/>
                    </a:ext>
                  </a:extLst>
                </p14:cNvPr>
                <p14:cNvContentPartPr/>
                <p14:nvPr/>
              </p14:nvContentPartPr>
              <p14:xfrm>
                <a:off x="9186000" y="1392288"/>
                <a:ext cx="41040" cy="672480"/>
              </p14:xfrm>
            </p:contentPart>
          </mc:Choice>
          <mc:Fallback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28723181-A917-CCF7-8751-1D1D5DB11BD3}"/>
                    </a:ext>
                  </a:extLst>
                </p:cNvPr>
                <p:cNvPicPr/>
                <p:nvPr/>
              </p:nvPicPr>
              <p:blipFill>
                <a:blip r:embed="rId446"/>
                <a:stretch>
                  <a:fillRect/>
                </a:stretch>
              </p:blipFill>
              <p:spPr>
                <a:xfrm>
                  <a:off x="9168000" y="1374648"/>
                  <a:ext cx="76680" cy="70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7">
              <p14:nvContentPartPr>
                <p14:cNvPr id="322" name="Ink 321">
                  <a:extLst>
                    <a:ext uri="{FF2B5EF4-FFF2-40B4-BE49-F238E27FC236}">
                      <a16:creationId xmlns:a16="http://schemas.microsoft.com/office/drawing/2014/main" id="{5BC727A0-3EE1-5661-3038-31E2998A3325}"/>
                    </a:ext>
                  </a:extLst>
                </p14:cNvPr>
                <p14:cNvContentPartPr/>
                <p14:nvPr/>
              </p14:nvContentPartPr>
              <p14:xfrm>
                <a:off x="9047400" y="1396608"/>
                <a:ext cx="355680" cy="129600"/>
              </p14:xfrm>
            </p:contentPart>
          </mc:Choice>
          <mc:Fallback>
            <p:pic>
              <p:nvPicPr>
                <p:cNvPr id="322" name="Ink 321">
                  <a:extLst>
                    <a:ext uri="{FF2B5EF4-FFF2-40B4-BE49-F238E27FC236}">
                      <a16:creationId xmlns:a16="http://schemas.microsoft.com/office/drawing/2014/main" id="{5BC727A0-3EE1-5661-3038-31E2998A3325}"/>
                    </a:ext>
                  </a:extLst>
                </p:cNvPr>
                <p:cNvPicPr/>
                <p:nvPr/>
              </p:nvPicPr>
              <p:blipFill>
                <a:blip r:embed="rId448"/>
                <a:stretch>
                  <a:fillRect/>
                </a:stretch>
              </p:blipFill>
              <p:spPr>
                <a:xfrm>
                  <a:off x="9029760" y="1378608"/>
                  <a:ext cx="39132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9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B254B013-CB96-1345-47B6-97B5CE9506AB}"/>
                    </a:ext>
                  </a:extLst>
                </p14:cNvPr>
                <p14:cNvContentPartPr/>
                <p14:nvPr/>
              </p14:nvContentPartPr>
              <p14:xfrm>
                <a:off x="9382560" y="1521528"/>
                <a:ext cx="168120" cy="179640"/>
              </p14:xfrm>
            </p:contentPart>
          </mc:Choice>
          <mc:Fallback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B254B013-CB96-1345-47B6-97B5CE9506AB}"/>
                    </a:ext>
                  </a:extLst>
                </p:cNvPr>
                <p:cNvPicPr/>
                <p:nvPr/>
              </p:nvPicPr>
              <p:blipFill>
                <a:blip r:embed="rId450"/>
                <a:stretch>
                  <a:fillRect/>
                </a:stretch>
              </p:blipFill>
              <p:spPr>
                <a:xfrm>
                  <a:off x="9364560" y="1503888"/>
                  <a:ext cx="20376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1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77049A1E-5959-0631-FF96-A2E37B0BE01A}"/>
                    </a:ext>
                  </a:extLst>
                </p14:cNvPr>
                <p14:cNvContentPartPr/>
                <p14:nvPr/>
              </p14:nvContentPartPr>
              <p14:xfrm>
                <a:off x="9647880" y="1506408"/>
                <a:ext cx="147960" cy="269640"/>
              </p14:xfrm>
            </p:contentPart>
          </mc:Choice>
          <mc:Fallback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77049A1E-5959-0631-FF96-A2E37B0BE01A}"/>
                    </a:ext>
                  </a:extLst>
                </p:cNvPr>
                <p:cNvPicPr/>
                <p:nvPr/>
              </p:nvPicPr>
              <p:blipFill>
                <a:blip r:embed="rId452"/>
                <a:stretch>
                  <a:fillRect/>
                </a:stretch>
              </p:blipFill>
              <p:spPr>
                <a:xfrm>
                  <a:off x="9630240" y="1488408"/>
                  <a:ext cx="183600" cy="30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3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96122915-DB44-E9DC-013F-C568A3590ACF}"/>
                    </a:ext>
                  </a:extLst>
                </p14:cNvPr>
                <p14:cNvContentPartPr/>
                <p14:nvPr/>
              </p14:nvContentPartPr>
              <p14:xfrm>
                <a:off x="9894120" y="1404528"/>
                <a:ext cx="111600" cy="324720"/>
              </p14:xfrm>
            </p:contentPart>
          </mc:Choice>
          <mc:Fallback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96122915-DB44-E9DC-013F-C568A3590ACF}"/>
                    </a:ext>
                  </a:extLst>
                </p:cNvPr>
                <p:cNvPicPr/>
                <p:nvPr/>
              </p:nvPicPr>
              <p:blipFill>
                <a:blip r:embed="rId454"/>
                <a:stretch>
                  <a:fillRect/>
                </a:stretch>
              </p:blipFill>
              <p:spPr>
                <a:xfrm>
                  <a:off x="9876480" y="1386888"/>
                  <a:ext cx="147240" cy="360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1" name="Group 330">
            <a:extLst>
              <a:ext uri="{FF2B5EF4-FFF2-40B4-BE49-F238E27FC236}">
                <a16:creationId xmlns:a16="http://schemas.microsoft.com/office/drawing/2014/main" id="{81FA3A2F-70A9-C35C-D046-97B3A754CDFF}"/>
              </a:ext>
            </a:extLst>
          </p:cNvPr>
          <p:cNvGrpSpPr/>
          <p:nvPr/>
        </p:nvGrpSpPr>
        <p:grpSpPr>
          <a:xfrm>
            <a:off x="9246120" y="2733648"/>
            <a:ext cx="806400" cy="595080"/>
            <a:chOff x="9246120" y="2733648"/>
            <a:chExt cx="806400" cy="595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55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7C2B633A-2523-270D-363E-8018AEE201F8}"/>
                    </a:ext>
                  </a:extLst>
                </p14:cNvPr>
                <p14:cNvContentPartPr/>
                <p14:nvPr/>
              </p14:nvContentPartPr>
              <p14:xfrm>
                <a:off x="9272400" y="2733648"/>
                <a:ext cx="58680" cy="465480"/>
              </p14:xfrm>
            </p:contentPart>
          </mc:Choice>
          <mc:Fallback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7C2B633A-2523-270D-363E-8018AEE201F8}"/>
                    </a:ext>
                  </a:extLst>
                </p:cNvPr>
                <p:cNvPicPr/>
                <p:nvPr/>
              </p:nvPicPr>
              <p:blipFill>
                <a:blip r:embed="rId456"/>
                <a:stretch>
                  <a:fillRect/>
                </a:stretch>
              </p:blipFill>
              <p:spPr>
                <a:xfrm>
                  <a:off x="9254760" y="2716008"/>
                  <a:ext cx="94320" cy="50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7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176DBE44-F125-31E2-96FF-17B2E35EACFE}"/>
                    </a:ext>
                  </a:extLst>
                </p14:cNvPr>
                <p14:cNvContentPartPr/>
                <p14:nvPr/>
              </p14:nvContentPartPr>
              <p14:xfrm>
                <a:off x="9246120" y="3167448"/>
                <a:ext cx="122400" cy="60480"/>
              </p14:xfrm>
            </p:contentPart>
          </mc:Choice>
          <mc:Fallback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176DBE44-F125-31E2-96FF-17B2E35EACFE}"/>
                    </a:ext>
                  </a:extLst>
                </p:cNvPr>
                <p:cNvPicPr/>
                <p:nvPr/>
              </p:nvPicPr>
              <p:blipFill>
                <a:blip r:embed="rId458"/>
                <a:stretch>
                  <a:fillRect/>
                </a:stretch>
              </p:blipFill>
              <p:spPr>
                <a:xfrm>
                  <a:off x="9228120" y="3149448"/>
                  <a:ext cx="15804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9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A613C919-28B2-DD3F-6142-7BA060650FC4}"/>
                    </a:ext>
                  </a:extLst>
                </p14:cNvPr>
                <p14:cNvContentPartPr/>
                <p14:nvPr/>
              </p14:nvContentPartPr>
              <p14:xfrm>
                <a:off x="9526200" y="2992848"/>
                <a:ext cx="117360" cy="231480"/>
              </p14:xfrm>
            </p:contentPart>
          </mc:Choice>
          <mc:Fallback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A613C919-28B2-DD3F-6142-7BA060650FC4}"/>
                    </a:ext>
                  </a:extLst>
                </p:cNvPr>
                <p:cNvPicPr/>
                <p:nvPr/>
              </p:nvPicPr>
              <p:blipFill>
                <a:blip r:embed="rId460"/>
                <a:stretch>
                  <a:fillRect/>
                </a:stretch>
              </p:blipFill>
              <p:spPr>
                <a:xfrm>
                  <a:off x="9508200" y="2975208"/>
                  <a:ext cx="15300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1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A2C865E3-633B-E868-4688-9EE16D515144}"/>
                    </a:ext>
                  </a:extLst>
                </p14:cNvPr>
                <p14:cNvContentPartPr/>
                <p14:nvPr/>
              </p14:nvContentPartPr>
              <p14:xfrm>
                <a:off x="9745080" y="3130368"/>
                <a:ext cx="100800" cy="198360"/>
              </p14:xfrm>
            </p:contentPart>
          </mc:Choice>
          <mc:Fallback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A2C865E3-633B-E868-4688-9EE16D515144}"/>
                    </a:ext>
                  </a:extLst>
                </p:cNvPr>
                <p:cNvPicPr/>
                <p:nvPr/>
              </p:nvPicPr>
              <p:blipFill>
                <a:blip r:embed="rId462"/>
                <a:stretch>
                  <a:fillRect/>
                </a:stretch>
              </p:blipFill>
              <p:spPr>
                <a:xfrm>
                  <a:off x="9727080" y="3112368"/>
                  <a:ext cx="13644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3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1521F898-49FB-D5F8-1B7C-2EB23E19D6A9}"/>
                    </a:ext>
                  </a:extLst>
                </p14:cNvPr>
                <p14:cNvContentPartPr/>
                <p14:nvPr/>
              </p14:nvContentPartPr>
              <p14:xfrm>
                <a:off x="9955320" y="3074568"/>
                <a:ext cx="97200" cy="178560"/>
              </p14:xfrm>
            </p:contentPart>
          </mc:Choice>
          <mc:Fallback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1521F898-49FB-D5F8-1B7C-2EB23E19D6A9}"/>
                    </a:ext>
                  </a:extLst>
                </p:cNvPr>
                <p:cNvPicPr/>
                <p:nvPr/>
              </p:nvPicPr>
              <p:blipFill>
                <a:blip r:embed="rId464"/>
                <a:stretch>
                  <a:fillRect/>
                </a:stretch>
              </p:blipFill>
              <p:spPr>
                <a:xfrm>
                  <a:off x="9937320" y="3056928"/>
                  <a:ext cx="132840" cy="214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9" name="Group 338">
            <a:extLst>
              <a:ext uri="{FF2B5EF4-FFF2-40B4-BE49-F238E27FC236}">
                <a16:creationId xmlns:a16="http://schemas.microsoft.com/office/drawing/2014/main" id="{AD5A6BF5-A339-E6A6-52F3-B310257A60D7}"/>
              </a:ext>
            </a:extLst>
          </p:cNvPr>
          <p:cNvGrpSpPr/>
          <p:nvPr/>
        </p:nvGrpSpPr>
        <p:grpSpPr>
          <a:xfrm>
            <a:off x="9342240" y="5389008"/>
            <a:ext cx="2551320" cy="1514160"/>
            <a:chOff x="9342240" y="5389008"/>
            <a:chExt cx="2551320" cy="1514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65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E42F31F5-139D-0673-EBE2-57C791D31FBE}"/>
                    </a:ext>
                  </a:extLst>
                </p14:cNvPr>
                <p14:cNvContentPartPr/>
                <p14:nvPr/>
              </p14:nvContentPartPr>
              <p14:xfrm>
                <a:off x="9342240" y="5653248"/>
                <a:ext cx="1912680" cy="1208160"/>
              </p14:xfrm>
            </p:contentPart>
          </mc:Choice>
          <mc:Fallback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E42F31F5-139D-0673-EBE2-57C791D31FBE}"/>
                    </a:ext>
                  </a:extLst>
                </p:cNvPr>
                <p:cNvPicPr/>
                <p:nvPr/>
              </p:nvPicPr>
              <p:blipFill>
                <a:blip r:embed="rId466"/>
                <a:stretch>
                  <a:fillRect/>
                </a:stretch>
              </p:blipFill>
              <p:spPr>
                <a:xfrm>
                  <a:off x="9324600" y="5635248"/>
                  <a:ext cx="1948320" cy="124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7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A8CFAB7E-A9F2-9F7F-0509-9A5A96372D55}"/>
                    </a:ext>
                  </a:extLst>
                </p14:cNvPr>
                <p14:cNvContentPartPr/>
                <p14:nvPr/>
              </p14:nvContentPartPr>
              <p14:xfrm>
                <a:off x="9543840" y="5389008"/>
                <a:ext cx="1553040" cy="1514160"/>
              </p14:xfrm>
            </p:contentPart>
          </mc:Choice>
          <mc:Fallback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A8CFAB7E-A9F2-9F7F-0509-9A5A96372D55}"/>
                    </a:ext>
                  </a:extLst>
                </p:cNvPr>
                <p:cNvPicPr/>
                <p:nvPr/>
              </p:nvPicPr>
              <p:blipFill>
                <a:blip r:embed="rId468"/>
                <a:stretch>
                  <a:fillRect/>
                </a:stretch>
              </p:blipFill>
              <p:spPr>
                <a:xfrm>
                  <a:off x="9526200" y="5371368"/>
                  <a:ext cx="1588680" cy="154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9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409FD604-F945-9039-99F6-14261809C088}"/>
                    </a:ext>
                  </a:extLst>
                </p14:cNvPr>
                <p14:cNvContentPartPr/>
                <p14:nvPr/>
              </p14:nvContentPartPr>
              <p14:xfrm>
                <a:off x="11019480" y="5788608"/>
                <a:ext cx="214920" cy="28800"/>
              </p14:xfrm>
            </p:contentPart>
          </mc:Choice>
          <mc:Fallback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409FD604-F945-9039-99F6-14261809C088}"/>
                    </a:ext>
                  </a:extLst>
                </p:cNvPr>
                <p:cNvPicPr/>
                <p:nvPr/>
              </p:nvPicPr>
              <p:blipFill>
                <a:blip r:embed="rId470"/>
                <a:stretch>
                  <a:fillRect/>
                </a:stretch>
              </p:blipFill>
              <p:spPr>
                <a:xfrm>
                  <a:off x="11001840" y="5770608"/>
                  <a:ext cx="25056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1">
              <p14:nvContentPartPr>
                <p14:cNvPr id="334" name="Ink 333">
                  <a:extLst>
                    <a:ext uri="{FF2B5EF4-FFF2-40B4-BE49-F238E27FC236}">
                      <a16:creationId xmlns:a16="http://schemas.microsoft.com/office/drawing/2014/main" id="{6F26FA5A-178A-DC79-B91A-DDCD7453BF24}"/>
                    </a:ext>
                  </a:extLst>
                </p14:cNvPr>
                <p14:cNvContentPartPr/>
                <p14:nvPr/>
              </p14:nvContentPartPr>
              <p14:xfrm>
                <a:off x="11071320" y="5859528"/>
                <a:ext cx="161280" cy="42840"/>
              </p14:xfrm>
            </p:contentPart>
          </mc:Choice>
          <mc:Fallback>
            <p:pic>
              <p:nvPicPr>
                <p:cNvPr id="334" name="Ink 333">
                  <a:extLst>
                    <a:ext uri="{FF2B5EF4-FFF2-40B4-BE49-F238E27FC236}">
                      <a16:creationId xmlns:a16="http://schemas.microsoft.com/office/drawing/2014/main" id="{6F26FA5A-178A-DC79-B91A-DDCD7453BF24}"/>
                    </a:ext>
                  </a:extLst>
                </p:cNvPr>
                <p:cNvPicPr/>
                <p:nvPr/>
              </p:nvPicPr>
              <p:blipFill>
                <a:blip r:embed="rId472"/>
                <a:stretch>
                  <a:fillRect/>
                </a:stretch>
              </p:blipFill>
              <p:spPr>
                <a:xfrm>
                  <a:off x="11053680" y="5841528"/>
                  <a:ext cx="19692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3">
              <p14:nvContentPartPr>
                <p14:cNvPr id="336" name="Ink 335">
                  <a:extLst>
                    <a:ext uri="{FF2B5EF4-FFF2-40B4-BE49-F238E27FC236}">
                      <a16:creationId xmlns:a16="http://schemas.microsoft.com/office/drawing/2014/main" id="{2B043828-E30B-EB28-A33F-026B5553D721}"/>
                    </a:ext>
                  </a:extLst>
                </p14:cNvPr>
                <p14:cNvContentPartPr/>
                <p14:nvPr/>
              </p14:nvContentPartPr>
              <p14:xfrm>
                <a:off x="11297760" y="5516088"/>
                <a:ext cx="222840" cy="323640"/>
              </p14:xfrm>
            </p:contentPart>
          </mc:Choice>
          <mc:Fallback>
            <p:pic>
              <p:nvPicPr>
                <p:cNvPr id="336" name="Ink 335">
                  <a:extLst>
                    <a:ext uri="{FF2B5EF4-FFF2-40B4-BE49-F238E27FC236}">
                      <a16:creationId xmlns:a16="http://schemas.microsoft.com/office/drawing/2014/main" id="{2B043828-E30B-EB28-A33F-026B5553D721}"/>
                    </a:ext>
                  </a:extLst>
                </p:cNvPr>
                <p:cNvPicPr/>
                <p:nvPr/>
              </p:nvPicPr>
              <p:blipFill>
                <a:blip r:embed="rId474"/>
                <a:stretch>
                  <a:fillRect/>
                </a:stretch>
              </p:blipFill>
              <p:spPr>
                <a:xfrm>
                  <a:off x="11279760" y="5498448"/>
                  <a:ext cx="258480" cy="35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5">
              <p14:nvContentPartPr>
                <p14:cNvPr id="337" name="Ink 336">
                  <a:extLst>
                    <a:ext uri="{FF2B5EF4-FFF2-40B4-BE49-F238E27FC236}">
                      <a16:creationId xmlns:a16="http://schemas.microsoft.com/office/drawing/2014/main" id="{CFE83B40-4062-E6B5-BB6C-510328F135A1}"/>
                    </a:ext>
                  </a:extLst>
                </p14:cNvPr>
                <p14:cNvContentPartPr/>
                <p14:nvPr/>
              </p14:nvContentPartPr>
              <p14:xfrm>
                <a:off x="11553720" y="5643528"/>
                <a:ext cx="171000" cy="320400"/>
              </p14:xfrm>
            </p:contentPart>
          </mc:Choice>
          <mc:Fallback>
            <p:pic>
              <p:nvPicPr>
                <p:cNvPr id="337" name="Ink 336">
                  <a:extLst>
                    <a:ext uri="{FF2B5EF4-FFF2-40B4-BE49-F238E27FC236}">
                      <a16:creationId xmlns:a16="http://schemas.microsoft.com/office/drawing/2014/main" id="{CFE83B40-4062-E6B5-BB6C-510328F135A1}"/>
                    </a:ext>
                  </a:extLst>
                </p:cNvPr>
                <p:cNvPicPr/>
                <p:nvPr/>
              </p:nvPicPr>
              <p:blipFill>
                <a:blip r:embed="rId476"/>
                <a:stretch>
                  <a:fillRect/>
                </a:stretch>
              </p:blipFill>
              <p:spPr>
                <a:xfrm>
                  <a:off x="11536080" y="5625888"/>
                  <a:ext cx="206640" cy="35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7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62B7F540-2D56-33AC-B41F-12D297D54115}"/>
                    </a:ext>
                  </a:extLst>
                </p14:cNvPr>
                <p14:cNvContentPartPr/>
                <p14:nvPr/>
              </p14:nvContentPartPr>
              <p14:xfrm>
                <a:off x="11772600" y="5663328"/>
                <a:ext cx="120960" cy="270720"/>
              </p14:xfrm>
            </p:contentPart>
          </mc:Choice>
          <mc:Fallback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62B7F540-2D56-33AC-B41F-12D297D54115}"/>
                    </a:ext>
                  </a:extLst>
                </p:cNvPr>
                <p:cNvPicPr/>
                <p:nvPr/>
              </p:nvPicPr>
              <p:blipFill>
                <a:blip r:embed="rId478"/>
                <a:stretch>
                  <a:fillRect/>
                </a:stretch>
              </p:blipFill>
              <p:spPr>
                <a:xfrm>
                  <a:off x="11754600" y="5645328"/>
                  <a:ext cx="156600" cy="3063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1525948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C01F3D-8B5E-DA3F-412C-62903F60A8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3B4095-77D6-0B6F-158A-54942AC93F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8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1E68381-869B-97E8-0F95-37E235BFCBE7}"/>
              </a:ext>
            </a:extLst>
          </p:cNvPr>
          <p:cNvGrpSpPr/>
          <p:nvPr/>
        </p:nvGrpSpPr>
        <p:grpSpPr>
          <a:xfrm>
            <a:off x="1827600" y="1052448"/>
            <a:ext cx="1171080" cy="453960"/>
            <a:chOff x="1827600" y="1052448"/>
            <a:chExt cx="1171080" cy="453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9C6977E1-3ED2-49A0-287D-D0D669285D23}"/>
                    </a:ext>
                  </a:extLst>
                </p14:cNvPr>
                <p14:cNvContentPartPr/>
                <p14:nvPr/>
              </p14:nvContentPartPr>
              <p14:xfrm>
                <a:off x="1827600" y="1054248"/>
                <a:ext cx="194400" cy="38412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9C6977E1-3ED2-49A0-287D-D0D669285D23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809600" y="1036248"/>
                  <a:ext cx="230040" cy="41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7FADE771-B307-F685-5462-B2A78827E863}"/>
                    </a:ext>
                  </a:extLst>
                </p14:cNvPr>
                <p14:cNvContentPartPr/>
                <p14:nvPr/>
              </p14:nvContentPartPr>
              <p14:xfrm>
                <a:off x="2074560" y="1277088"/>
                <a:ext cx="76320" cy="14220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7FADE771-B307-F685-5462-B2A78827E863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056560" y="1259088"/>
                  <a:ext cx="11196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1230B781-73D5-226F-9397-940154851E36}"/>
                    </a:ext>
                  </a:extLst>
                </p14:cNvPr>
                <p14:cNvContentPartPr/>
                <p14:nvPr/>
              </p14:nvContentPartPr>
              <p14:xfrm>
                <a:off x="2137920" y="1130208"/>
                <a:ext cx="48960" cy="10296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1230B781-73D5-226F-9397-940154851E36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120280" y="1112208"/>
                  <a:ext cx="8460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93A06C3F-90FC-4FA8-5555-CE1720DC4A0A}"/>
                    </a:ext>
                  </a:extLst>
                </p14:cNvPr>
                <p14:cNvContentPartPr/>
                <p14:nvPr/>
              </p14:nvContentPartPr>
              <p14:xfrm>
                <a:off x="2265720" y="1238928"/>
                <a:ext cx="171000" cy="9792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93A06C3F-90FC-4FA8-5555-CE1720DC4A0A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248080" y="1220928"/>
                  <a:ext cx="20664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2470AC4E-2F72-6D79-16FB-FD25E273CBAC}"/>
                    </a:ext>
                  </a:extLst>
                </p14:cNvPr>
                <p14:cNvContentPartPr/>
                <p14:nvPr/>
              </p14:nvContentPartPr>
              <p14:xfrm>
                <a:off x="2322600" y="1228848"/>
                <a:ext cx="141480" cy="27756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2470AC4E-2F72-6D79-16FB-FD25E273CBAC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304600" y="1210848"/>
                  <a:ext cx="177120" cy="31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792909FD-A9AF-A3C7-5A7A-DA8270290F32}"/>
                    </a:ext>
                  </a:extLst>
                </p14:cNvPr>
                <p14:cNvContentPartPr/>
                <p14:nvPr/>
              </p14:nvContentPartPr>
              <p14:xfrm>
                <a:off x="2509800" y="1248648"/>
                <a:ext cx="160560" cy="16452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792909FD-A9AF-A3C7-5A7A-DA8270290F32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491800" y="1231008"/>
                  <a:ext cx="19620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594F8528-8672-DDC5-7EBD-B025F5CC35F9}"/>
                    </a:ext>
                  </a:extLst>
                </p14:cNvPr>
                <p14:cNvContentPartPr/>
                <p14:nvPr/>
              </p14:nvContentPartPr>
              <p14:xfrm>
                <a:off x="2707080" y="1250088"/>
                <a:ext cx="118080" cy="11520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594F8528-8672-DDC5-7EBD-B025F5CC35F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689080" y="1232448"/>
                  <a:ext cx="15372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CE4DA363-CA77-6A07-D374-5D0BC1D505F6}"/>
                    </a:ext>
                  </a:extLst>
                </p14:cNvPr>
                <p14:cNvContentPartPr/>
                <p14:nvPr/>
              </p14:nvContentPartPr>
              <p14:xfrm>
                <a:off x="2914080" y="1052448"/>
                <a:ext cx="84600" cy="44496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CE4DA363-CA77-6A07-D374-5D0BC1D505F6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896440" y="1034808"/>
                  <a:ext cx="120240" cy="480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013E29C-42FD-DB6E-21A4-DFE8BBE451E3}"/>
              </a:ext>
            </a:extLst>
          </p:cNvPr>
          <p:cNvGrpSpPr/>
          <p:nvPr/>
        </p:nvGrpSpPr>
        <p:grpSpPr>
          <a:xfrm>
            <a:off x="1364280" y="1945608"/>
            <a:ext cx="642600" cy="444600"/>
            <a:chOff x="1364280" y="1945608"/>
            <a:chExt cx="642600" cy="444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14B3995D-6248-34AE-AF52-10ADC2C72DBF}"/>
                    </a:ext>
                  </a:extLst>
                </p14:cNvPr>
                <p14:cNvContentPartPr/>
                <p14:nvPr/>
              </p14:nvContentPartPr>
              <p14:xfrm>
                <a:off x="1364280" y="2221008"/>
                <a:ext cx="241200" cy="16920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14B3995D-6248-34AE-AF52-10ADC2C72DBF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346280" y="2203368"/>
                  <a:ext cx="27684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2618575E-E160-C1DE-78DD-064E6F3A8350}"/>
                    </a:ext>
                  </a:extLst>
                </p14:cNvPr>
                <p14:cNvContentPartPr/>
                <p14:nvPr/>
              </p14:nvContentPartPr>
              <p14:xfrm>
                <a:off x="1683960" y="1945608"/>
                <a:ext cx="322920" cy="35388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2618575E-E160-C1DE-78DD-064E6F3A835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665960" y="1927608"/>
                  <a:ext cx="358560" cy="389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00D6783-113B-12C1-6B24-D9F6D9D4A167}"/>
              </a:ext>
            </a:extLst>
          </p:cNvPr>
          <p:cNvGrpSpPr/>
          <p:nvPr/>
        </p:nvGrpSpPr>
        <p:grpSpPr>
          <a:xfrm>
            <a:off x="2313240" y="1825368"/>
            <a:ext cx="982080" cy="605520"/>
            <a:chOff x="2313240" y="1825368"/>
            <a:chExt cx="982080" cy="605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658032AD-4CC4-BBDE-5477-844321542509}"/>
                    </a:ext>
                  </a:extLst>
                </p14:cNvPr>
                <p14:cNvContentPartPr/>
                <p14:nvPr/>
              </p14:nvContentPartPr>
              <p14:xfrm>
                <a:off x="2313240" y="1825368"/>
                <a:ext cx="157680" cy="60552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658032AD-4CC4-BBDE-5477-844321542509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295240" y="1807728"/>
                  <a:ext cx="193320" cy="64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6D4062EA-4B29-763D-C681-41F216085496}"/>
                    </a:ext>
                  </a:extLst>
                </p14:cNvPr>
                <p14:cNvContentPartPr/>
                <p14:nvPr/>
              </p14:nvContentPartPr>
              <p14:xfrm>
                <a:off x="2638680" y="1953888"/>
                <a:ext cx="49320" cy="30708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6D4062EA-4B29-763D-C681-41F216085496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620680" y="1935888"/>
                  <a:ext cx="84960" cy="34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D4ABBA19-8CB6-3D82-6F3B-8BA260EC8B26}"/>
                    </a:ext>
                  </a:extLst>
                </p14:cNvPr>
                <p14:cNvContentPartPr/>
                <p14:nvPr/>
              </p14:nvContentPartPr>
              <p14:xfrm>
                <a:off x="2666040" y="1937688"/>
                <a:ext cx="195120" cy="21492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D4ABBA19-8CB6-3D82-6F3B-8BA260EC8B26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648040" y="1919688"/>
                  <a:ext cx="23076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BD80F745-249C-CAC2-343F-AEB39F353AF1}"/>
                    </a:ext>
                  </a:extLst>
                </p14:cNvPr>
                <p14:cNvContentPartPr/>
                <p14:nvPr/>
              </p14:nvContentPartPr>
              <p14:xfrm>
                <a:off x="2617080" y="2037768"/>
                <a:ext cx="192240" cy="6660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BD80F745-249C-CAC2-343F-AEB39F353AF1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599080" y="2020128"/>
                  <a:ext cx="22788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94EA3F45-96B4-3E09-CF6E-1B86E64319C8}"/>
                    </a:ext>
                  </a:extLst>
                </p14:cNvPr>
                <p14:cNvContentPartPr/>
                <p14:nvPr/>
              </p14:nvContentPartPr>
              <p14:xfrm>
                <a:off x="2937480" y="1935888"/>
                <a:ext cx="177480" cy="19764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94EA3F45-96B4-3E09-CF6E-1B86E64319C8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919840" y="1918248"/>
                  <a:ext cx="213120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EFC48D13-3A97-9FDF-821F-D446A2F528F6}"/>
                    </a:ext>
                  </a:extLst>
                </p14:cNvPr>
                <p14:cNvContentPartPr/>
                <p14:nvPr/>
              </p14:nvContentPartPr>
              <p14:xfrm>
                <a:off x="3118560" y="1842288"/>
                <a:ext cx="176760" cy="30348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EFC48D13-3A97-9FDF-821F-D446A2F528F6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100560" y="1824288"/>
                  <a:ext cx="212400" cy="339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F0CEE435-D8D1-3600-2F15-3FFE9F92ECA1}"/>
              </a:ext>
            </a:extLst>
          </p:cNvPr>
          <p:cNvGrpSpPr/>
          <p:nvPr/>
        </p:nvGrpSpPr>
        <p:grpSpPr>
          <a:xfrm>
            <a:off x="431160" y="2672808"/>
            <a:ext cx="3594960" cy="1806120"/>
            <a:chOff x="431160" y="2672808"/>
            <a:chExt cx="3594960" cy="1806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3B4A8910-A782-8E94-4E9D-011B856D18EE}"/>
                    </a:ext>
                  </a:extLst>
                </p14:cNvPr>
                <p14:cNvContentPartPr/>
                <p14:nvPr/>
              </p14:nvContentPartPr>
              <p14:xfrm>
                <a:off x="1275720" y="2672808"/>
                <a:ext cx="2750400" cy="180612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3B4A8910-A782-8E94-4E9D-011B856D18EE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257720" y="2654808"/>
                  <a:ext cx="2786040" cy="18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C3C70AAF-9E7D-F82C-F922-4DF916C9F8EB}"/>
                    </a:ext>
                  </a:extLst>
                </p14:cNvPr>
                <p14:cNvContentPartPr/>
                <p14:nvPr/>
              </p14:nvContentPartPr>
              <p14:xfrm>
                <a:off x="431160" y="3646608"/>
                <a:ext cx="331200" cy="23940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C3C70AAF-9E7D-F82C-F922-4DF916C9F8EB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413160" y="3628608"/>
                  <a:ext cx="366840" cy="2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B46A46A-CB4F-D758-91EB-3FAC08EA6870}"/>
                    </a:ext>
                  </a:extLst>
                </p14:cNvPr>
                <p14:cNvContentPartPr/>
                <p14:nvPr/>
              </p14:nvContentPartPr>
              <p14:xfrm>
                <a:off x="790800" y="3419808"/>
                <a:ext cx="233640" cy="31032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B46A46A-CB4F-D758-91EB-3FAC08EA6870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772800" y="3401808"/>
                  <a:ext cx="269280" cy="345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B598D72E-D818-6C0C-DD16-F5B67C3A82AE}"/>
              </a:ext>
            </a:extLst>
          </p:cNvPr>
          <p:cNvGrpSpPr/>
          <p:nvPr/>
        </p:nvGrpSpPr>
        <p:grpSpPr>
          <a:xfrm>
            <a:off x="9259800" y="784608"/>
            <a:ext cx="1332360" cy="918360"/>
            <a:chOff x="9259800" y="784608"/>
            <a:chExt cx="1332360" cy="918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65F5A6D8-C48C-71EE-CCC2-9377708F9B7D}"/>
                    </a:ext>
                  </a:extLst>
                </p14:cNvPr>
                <p14:cNvContentPartPr/>
                <p14:nvPr/>
              </p14:nvContentPartPr>
              <p14:xfrm>
                <a:off x="9569040" y="980088"/>
                <a:ext cx="47160" cy="34344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65F5A6D8-C48C-71EE-CCC2-9377708F9B7D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9551040" y="962088"/>
                  <a:ext cx="82800" cy="37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10592586-4D56-D51D-7D73-866401D83A96}"/>
                    </a:ext>
                  </a:extLst>
                </p14:cNvPr>
                <p14:cNvContentPartPr/>
                <p14:nvPr/>
              </p14:nvContentPartPr>
              <p14:xfrm>
                <a:off x="9592440" y="1010688"/>
                <a:ext cx="144360" cy="23544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10592586-4D56-D51D-7D73-866401D83A96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9574440" y="993048"/>
                  <a:ext cx="18000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D99D6B55-8DD1-DDEC-30D6-93AC906D114C}"/>
                    </a:ext>
                  </a:extLst>
                </p14:cNvPr>
                <p14:cNvContentPartPr/>
                <p14:nvPr/>
              </p14:nvContentPartPr>
              <p14:xfrm>
                <a:off x="9641400" y="1125168"/>
                <a:ext cx="74160" cy="2304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D99D6B55-8DD1-DDEC-30D6-93AC906D114C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9623400" y="1107528"/>
                  <a:ext cx="10980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41F43F4A-0F9D-493A-EDDD-CB2B6A0DC1CB}"/>
                    </a:ext>
                  </a:extLst>
                </p14:cNvPr>
                <p14:cNvContentPartPr/>
                <p14:nvPr/>
              </p14:nvContentPartPr>
              <p14:xfrm>
                <a:off x="9803760" y="1115808"/>
                <a:ext cx="54000" cy="9468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41F43F4A-0F9D-493A-EDDD-CB2B6A0DC1CB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9785760" y="1097808"/>
                  <a:ext cx="8964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A11EEA1-4E86-5F5E-1548-2EB887E84E97}"/>
                    </a:ext>
                  </a:extLst>
                </p14:cNvPr>
                <p14:cNvContentPartPr/>
                <p14:nvPr/>
              </p14:nvContentPartPr>
              <p14:xfrm>
                <a:off x="9980160" y="961368"/>
                <a:ext cx="146880" cy="27324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A11EEA1-4E86-5F5E-1548-2EB887E84E97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9962160" y="943368"/>
                  <a:ext cx="182520" cy="30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047B1F58-9EA1-92B6-0874-9394BCC5F9D2}"/>
                    </a:ext>
                  </a:extLst>
                </p14:cNvPr>
                <p14:cNvContentPartPr/>
                <p14:nvPr/>
              </p14:nvContentPartPr>
              <p14:xfrm>
                <a:off x="9363120" y="784608"/>
                <a:ext cx="1229040" cy="91404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047B1F58-9EA1-92B6-0874-9394BCC5F9D2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9345480" y="766608"/>
                  <a:ext cx="1264680" cy="9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0A8D125F-D168-E64E-8F34-430C2187C8C8}"/>
                    </a:ext>
                  </a:extLst>
                </p14:cNvPr>
                <p14:cNvContentPartPr/>
                <p14:nvPr/>
              </p14:nvContentPartPr>
              <p14:xfrm>
                <a:off x="9259800" y="895848"/>
                <a:ext cx="125280" cy="80712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0A8D125F-D168-E64E-8F34-430C2187C8C8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9242160" y="877848"/>
                  <a:ext cx="160920" cy="842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4E9B9539-2A0A-F51A-C9AC-69D0E2065CA5}"/>
              </a:ext>
            </a:extLst>
          </p:cNvPr>
          <p:cNvGrpSpPr/>
          <p:nvPr/>
        </p:nvGrpSpPr>
        <p:grpSpPr>
          <a:xfrm>
            <a:off x="7970280" y="794688"/>
            <a:ext cx="584640" cy="687960"/>
            <a:chOff x="7970280" y="794688"/>
            <a:chExt cx="584640" cy="687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08385F11-3224-4344-3A43-08567711616B}"/>
                    </a:ext>
                  </a:extLst>
                </p14:cNvPr>
                <p14:cNvContentPartPr/>
                <p14:nvPr/>
              </p14:nvContentPartPr>
              <p14:xfrm>
                <a:off x="7999440" y="794688"/>
                <a:ext cx="34200" cy="31140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08385F11-3224-4344-3A43-08567711616B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981440" y="776688"/>
                  <a:ext cx="69840" cy="34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4D75843C-6561-DE2C-B093-56953EC5B603}"/>
                    </a:ext>
                  </a:extLst>
                </p14:cNvPr>
                <p14:cNvContentPartPr/>
                <p14:nvPr/>
              </p14:nvContentPartPr>
              <p14:xfrm>
                <a:off x="7970280" y="795768"/>
                <a:ext cx="160920" cy="24408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4D75843C-6561-DE2C-B093-56953EC5B603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7952280" y="777768"/>
                  <a:ext cx="19656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9DBBF630-B467-136D-160E-814DF2AF42B9}"/>
                    </a:ext>
                  </a:extLst>
                </p14:cNvPr>
                <p14:cNvContentPartPr/>
                <p14:nvPr/>
              </p14:nvContentPartPr>
              <p14:xfrm>
                <a:off x="8025360" y="937248"/>
                <a:ext cx="80280" cy="2880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9DBBF630-B467-136D-160E-814DF2AF42B9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8007360" y="919608"/>
                  <a:ext cx="11592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C769CE71-4CCB-AD18-15EB-C9A7BE32CA16}"/>
                    </a:ext>
                  </a:extLst>
                </p14:cNvPr>
                <p14:cNvContentPartPr/>
                <p14:nvPr/>
              </p14:nvContentPartPr>
              <p14:xfrm>
                <a:off x="8199240" y="851928"/>
                <a:ext cx="58680" cy="16128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C769CE71-4CCB-AD18-15EB-C9A7BE32CA1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8181600" y="834288"/>
                  <a:ext cx="9432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8C54DAC1-6CE8-1ACB-7B27-0F210DE417F4}"/>
                    </a:ext>
                  </a:extLst>
                </p14:cNvPr>
                <p14:cNvContentPartPr/>
                <p14:nvPr/>
              </p14:nvContentPartPr>
              <p14:xfrm>
                <a:off x="8196000" y="806568"/>
                <a:ext cx="125280" cy="20052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8C54DAC1-6CE8-1ACB-7B27-0F210DE417F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8178360" y="788928"/>
                  <a:ext cx="16092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B652E4CD-1824-154C-0299-BA74D737765A}"/>
                    </a:ext>
                  </a:extLst>
                </p14:cNvPr>
                <p14:cNvContentPartPr/>
                <p14:nvPr/>
              </p14:nvContentPartPr>
              <p14:xfrm>
                <a:off x="8400840" y="796488"/>
                <a:ext cx="154080" cy="19764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B652E4CD-1824-154C-0299-BA74D737765A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8383200" y="778488"/>
                  <a:ext cx="189720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3F289A39-4849-7912-7802-C9A412D69B41}"/>
                    </a:ext>
                  </a:extLst>
                </p14:cNvPr>
                <p14:cNvContentPartPr/>
                <p14:nvPr/>
              </p14:nvContentPartPr>
              <p14:xfrm>
                <a:off x="7985040" y="1358448"/>
                <a:ext cx="278280" cy="12420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3F289A39-4849-7912-7802-C9A412D69B41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7967040" y="1340808"/>
                  <a:ext cx="31392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F5378471-2AC0-C59E-74FF-E1F0092C0D04}"/>
                    </a:ext>
                  </a:extLst>
                </p14:cNvPr>
                <p14:cNvContentPartPr/>
                <p14:nvPr/>
              </p14:nvContentPartPr>
              <p14:xfrm>
                <a:off x="8287440" y="1110768"/>
                <a:ext cx="181440" cy="27936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F5378471-2AC0-C59E-74FF-E1F0092C0D04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8269440" y="1093128"/>
                  <a:ext cx="217080" cy="315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0ACAF813-27D6-E386-5680-DC071B626FBF}"/>
              </a:ext>
            </a:extLst>
          </p:cNvPr>
          <p:cNvGrpSpPr/>
          <p:nvPr/>
        </p:nvGrpSpPr>
        <p:grpSpPr>
          <a:xfrm>
            <a:off x="4587720" y="2235048"/>
            <a:ext cx="4908960" cy="2486880"/>
            <a:chOff x="4587720" y="2235048"/>
            <a:chExt cx="4908960" cy="2486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32CF3565-C5AC-6777-049A-C95240B93AD3}"/>
                    </a:ext>
                  </a:extLst>
                </p14:cNvPr>
                <p14:cNvContentPartPr/>
                <p14:nvPr/>
              </p14:nvContentPartPr>
              <p14:xfrm>
                <a:off x="4827480" y="2700168"/>
                <a:ext cx="103320" cy="12492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32CF3565-C5AC-6777-049A-C95240B93AD3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4809480" y="2682168"/>
                  <a:ext cx="13896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12EB33FC-5413-BB92-F250-98B6A3F15BBE}"/>
                    </a:ext>
                  </a:extLst>
                </p14:cNvPr>
                <p14:cNvContentPartPr/>
                <p14:nvPr/>
              </p14:nvContentPartPr>
              <p14:xfrm>
                <a:off x="4954920" y="3865848"/>
                <a:ext cx="51840" cy="6948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12EB33FC-5413-BB92-F250-98B6A3F15BBE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4936920" y="3848208"/>
                  <a:ext cx="8748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01BC7F8E-3586-F7C9-CF70-88D44D18FF79}"/>
                    </a:ext>
                  </a:extLst>
                </p14:cNvPr>
                <p14:cNvContentPartPr/>
                <p14:nvPr/>
              </p14:nvContentPartPr>
              <p14:xfrm>
                <a:off x="4703640" y="2645808"/>
                <a:ext cx="1086120" cy="10872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01BC7F8E-3586-F7C9-CF70-88D44D18FF79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4686000" y="2627808"/>
                  <a:ext cx="112176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8033FC2D-C78C-AF5E-A6BB-41093810E5C4}"/>
                    </a:ext>
                  </a:extLst>
                </p14:cNvPr>
                <p14:cNvContentPartPr/>
                <p14:nvPr/>
              </p14:nvContentPartPr>
              <p14:xfrm>
                <a:off x="4968600" y="3925608"/>
                <a:ext cx="867600" cy="7740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8033FC2D-C78C-AF5E-A6BB-41093810E5C4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4950600" y="3907608"/>
                  <a:ext cx="90324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0ABE453-15C4-710E-16DE-D5EE5F6A44B0}"/>
                    </a:ext>
                  </a:extLst>
                </p14:cNvPr>
                <p14:cNvContentPartPr/>
                <p14:nvPr/>
              </p14:nvContentPartPr>
              <p14:xfrm>
                <a:off x="5714160" y="2238648"/>
                <a:ext cx="225720" cy="242640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0ABE453-15C4-710E-16DE-D5EE5F6A44B0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5696520" y="2220648"/>
                  <a:ext cx="261360" cy="246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5D116037-9449-08EC-CBD9-7F811977FF1C}"/>
                    </a:ext>
                  </a:extLst>
                </p14:cNvPr>
                <p14:cNvContentPartPr/>
                <p14:nvPr/>
              </p14:nvContentPartPr>
              <p14:xfrm>
                <a:off x="5471160" y="2235048"/>
                <a:ext cx="2496600" cy="82728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5D116037-9449-08EC-CBD9-7F811977FF1C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5453160" y="2217408"/>
                  <a:ext cx="2532240" cy="86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2B685A51-09DC-CF55-ED95-BBFE73192ACF}"/>
                    </a:ext>
                  </a:extLst>
                </p14:cNvPr>
                <p14:cNvContentPartPr/>
                <p14:nvPr/>
              </p14:nvContentPartPr>
              <p14:xfrm>
                <a:off x="6090720" y="3093648"/>
                <a:ext cx="1812960" cy="162828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2B685A51-09DC-CF55-ED95-BBFE73192ACF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6072720" y="3076008"/>
                  <a:ext cx="1848600" cy="166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015D6FD8-284C-7EC4-0466-291281EBEF4A}"/>
                    </a:ext>
                  </a:extLst>
                </p14:cNvPr>
                <p14:cNvContentPartPr/>
                <p14:nvPr/>
              </p14:nvContentPartPr>
              <p14:xfrm>
                <a:off x="7755000" y="3065568"/>
                <a:ext cx="1684440" cy="9144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015D6FD8-284C-7EC4-0466-291281EBEF4A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7737360" y="3047928"/>
                  <a:ext cx="172008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723194F8-5BEF-9D86-1BF4-D555A3A60040}"/>
                    </a:ext>
                  </a:extLst>
                </p14:cNvPr>
                <p14:cNvContentPartPr/>
                <p14:nvPr/>
              </p14:nvContentPartPr>
              <p14:xfrm>
                <a:off x="9489480" y="3013728"/>
                <a:ext cx="7200" cy="324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723194F8-5BEF-9D86-1BF4-D555A3A60040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471480" y="2995728"/>
                  <a:ext cx="4284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A94C9513-08A3-6840-5EF5-979C13574A52}"/>
                    </a:ext>
                  </a:extLst>
                </p14:cNvPr>
                <p14:cNvContentPartPr/>
                <p14:nvPr/>
              </p14:nvContentPartPr>
              <p14:xfrm>
                <a:off x="4587720" y="3278328"/>
                <a:ext cx="108000" cy="32544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A94C9513-08A3-6840-5EF5-979C13574A52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4569720" y="3260328"/>
                  <a:ext cx="143640" cy="36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8F0D3F78-6B09-4E9A-5A2A-1263E980049C}"/>
                    </a:ext>
                  </a:extLst>
                </p14:cNvPr>
                <p14:cNvContentPartPr/>
                <p14:nvPr/>
              </p14:nvContentPartPr>
              <p14:xfrm>
                <a:off x="4747920" y="3193368"/>
                <a:ext cx="197640" cy="26748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8F0D3F78-6B09-4E9A-5A2A-1263E980049C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4730280" y="3175368"/>
                  <a:ext cx="233280" cy="30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2B43AD4E-AC39-7CAE-FD47-81805C143D0A}"/>
                    </a:ext>
                  </a:extLst>
                </p14:cNvPr>
                <p14:cNvContentPartPr/>
                <p14:nvPr/>
              </p14:nvContentPartPr>
              <p14:xfrm>
                <a:off x="4989120" y="3056568"/>
                <a:ext cx="137880" cy="4320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2B43AD4E-AC39-7CAE-FD47-81805C143D0A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4971480" y="3038928"/>
                  <a:ext cx="17352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78A38EB-7592-5F63-B9D3-1DB2F70C4050}"/>
                    </a:ext>
                  </a:extLst>
                </p14:cNvPr>
                <p14:cNvContentPartPr/>
                <p14:nvPr/>
              </p14:nvContentPartPr>
              <p14:xfrm>
                <a:off x="5137440" y="2884128"/>
                <a:ext cx="135000" cy="23076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78A38EB-7592-5F63-B9D3-1DB2F70C4050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5119800" y="2866128"/>
                  <a:ext cx="170640" cy="26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2A7CD5EA-28CE-79FB-C395-9626D6AB6CD7}"/>
                    </a:ext>
                  </a:extLst>
                </p14:cNvPr>
                <p14:cNvContentPartPr/>
                <p14:nvPr/>
              </p14:nvContentPartPr>
              <p14:xfrm>
                <a:off x="9398760" y="3017688"/>
                <a:ext cx="60120" cy="8892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2A7CD5EA-28CE-79FB-C395-9626D6AB6CD7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9380760" y="2999688"/>
                  <a:ext cx="95760" cy="124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34E2F8EA-5172-3EE9-4103-2C0E22967B14}"/>
              </a:ext>
            </a:extLst>
          </p:cNvPr>
          <p:cNvGrpSpPr/>
          <p:nvPr/>
        </p:nvGrpSpPr>
        <p:grpSpPr>
          <a:xfrm>
            <a:off x="8851560" y="2188968"/>
            <a:ext cx="2018520" cy="421200"/>
            <a:chOff x="8851560" y="2188968"/>
            <a:chExt cx="2018520" cy="421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FF7088AC-5B58-1ADB-4792-5CBD4571151A}"/>
                    </a:ext>
                  </a:extLst>
                </p14:cNvPr>
                <p14:cNvContentPartPr/>
                <p14:nvPr/>
              </p14:nvContentPartPr>
              <p14:xfrm>
                <a:off x="8851560" y="2393808"/>
                <a:ext cx="195840" cy="21636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FF7088AC-5B58-1ADB-4792-5CBD4571151A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8833920" y="2376168"/>
                  <a:ext cx="23148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061BC00F-B82F-B3A7-E4E1-1CEF5962156E}"/>
                    </a:ext>
                  </a:extLst>
                </p14:cNvPr>
                <p14:cNvContentPartPr/>
                <p14:nvPr/>
              </p14:nvContentPartPr>
              <p14:xfrm>
                <a:off x="9090600" y="2433048"/>
                <a:ext cx="50760" cy="13248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061BC00F-B82F-B3A7-E4E1-1CEF5962156E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9072600" y="2415408"/>
                  <a:ext cx="8640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8BBC263B-64D0-5A97-E3D2-E26060C780F2}"/>
                    </a:ext>
                  </a:extLst>
                </p14:cNvPr>
                <p14:cNvContentPartPr/>
                <p14:nvPr/>
              </p14:nvContentPartPr>
              <p14:xfrm>
                <a:off x="9178440" y="2445288"/>
                <a:ext cx="117720" cy="12744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8BBC263B-64D0-5A97-E3D2-E26060C780F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9160440" y="2427648"/>
                  <a:ext cx="15336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2137B9A7-D971-C46B-387A-A87BAA110B45}"/>
                    </a:ext>
                  </a:extLst>
                </p14:cNvPr>
                <p14:cNvContentPartPr/>
                <p14:nvPr/>
              </p14:nvContentPartPr>
              <p14:xfrm>
                <a:off x="9421080" y="2295168"/>
                <a:ext cx="152640" cy="26208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2137B9A7-D971-C46B-387A-A87BAA110B45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9403080" y="2277168"/>
                  <a:ext cx="188280" cy="29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69FE4F8F-9AC9-F234-BBDC-DECCECCF921F}"/>
                    </a:ext>
                  </a:extLst>
                </p14:cNvPr>
                <p14:cNvContentPartPr/>
                <p14:nvPr/>
              </p14:nvContentPartPr>
              <p14:xfrm>
                <a:off x="9605040" y="2349888"/>
                <a:ext cx="114120" cy="22932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69FE4F8F-9AC9-F234-BBDC-DECCECCF921F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9587400" y="2332248"/>
                  <a:ext cx="14976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B3AF652-B24B-9B47-C9AA-613B3ACDC23D}"/>
                    </a:ext>
                  </a:extLst>
                </p14:cNvPr>
                <p14:cNvContentPartPr/>
                <p14:nvPr/>
              </p14:nvContentPartPr>
              <p14:xfrm>
                <a:off x="9972960" y="2286528"/>
                <a:ext cx="60840" cy="27720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B3AF652-B24B-9B47-C9AA-613B3ACDC23D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9954960" y="2268888"/>
                  <a:ext cx="96480" cy="31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32793DAA-0487-EBDE-B383-16CE07CC3A87}"/>
                    </a:ext>
                  </a:extLst>
                </p14:cNvPr>
                <p14:cNvContentPartPr/>
                <p14:nvPr/>
              </p14:nvContentPartPr>
              <p14:xfrm>
                <a:off x="9958200" y="2374728"/>
                <a:ext cx="236160" cy="10656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32793DAA-0487-EBDE-B383-16CE07CC3A87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9940560" y="2356728"/>
                  <a:ext cx="27180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48830FED-6EFC-0933-0B8C-63337A314A7B}"/>
                    </a:ext>
                  </a:extLst>
                </p14:cNvPr>
                <p14:cNvContentPartPr/>
                <p14:nvPr/>
              </p14:nvContentPartPr>
              <p14:xfrm>
                <a:off x="10408200" y="2188968"/>
                <a:ext cx="157320" cy="23796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48830FED-6EFC-0933-0B8C-63337A314A7B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0390560" y="2171328"/>
                  <a:ext cx="192960" cy="2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9380E5B4-0568-9C11-A58F-A7CAEBD241E2}"/>
                    </a:ext>
                  </a:extLst>
                </p14:cNvPr>
                <p14:cNvContentPartPr/>
                <p14:nvPr/>
              </p14:nvContentPartPr>
              <p14:xfrm>
                <a:off x="10669200" y="2266728"/>
                <a:ext cx="200880" cy="13860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9380E5B4-0568-9C11-A58F-A7CAEBD241E2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0651200" y="2249088"/>
                  <a:ext cx="236520" cy="174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0D3AD055-9E9F-4DE1-B818-65087BA2C6C8}"/>
              </a:ext>
            </a:extLst>
          </p:cNvPr>
          <p:cNvGrpSpPr/>
          <p:nvPr/>
        </p:nvGrpSpPr>
        <p:grpSpPr>
          <a:xfrm>
            <a:off x="10045320" y="2733648"/>
            <a:ext cx="1122840" cy="655920"/>
            <a:chOff x="10045320" y="2733648"/>
            <a:chExt cx="1122840" cy="655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4295B89C-F7FF-6728-A10D-67B2092DBB7C}"/>
                    </a:ext>
                  </a:extLst>
                </p14:cNvPr>
                <p14:cNvContentPartPr/>
                <p14:nvPr/>
              </p14:nvContentPartPr>
              <p14:xfrm>
                <a:off x="10045320" y="2973048"/>
                <a:ext cx="57240" cy="41652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4295B89C-F7FF-6728-A10D-67B2092DBB7C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0027320" y="2955408"/>
                  <a:ext cx="92880" cy="45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9F916E0-0C6C-7717-BE14-5D3D7C48EF64}"/>
                    </a:ext>
                  </a:extLst>
                </p14:cNvPr>
                <p14:cNvContentPartPr/>
                <p14:nvPr/>
              </p14:nvContentPartPr>
              <p14:xfrm>
                <a:off x="10216320" y="3030288"/>
                <a:ext cx="138600" cy="19476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9F916E0-0C6C-7717-BE14-5D3D7C48EF64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0198680" y="3012288"/>
                  <a:ext cx="17424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2E55DA37-B5D5-FC2F-031A-E64FEBA9974C}"/>
                    </a:ext>
                  </a:extLst>
                </p14:cNvPr>
                <p14:cNvContentPartPr/>
                <p14:nvPr/>
              </p14:nvContentPartPr>
              <p14:xfrm>
                <a:off x="10450680" y="2869368"/>
                <a:ext cx="128520" cy="4068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2E55DA37-B5D5-FC2F-031A-E64FEBA9974C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0433040" y="2851728"/>
                  <a:ext cx="16416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F7639FB3-BCB2-EDE3-F220-5909AA2743BF}"/>
                    </a:ext>
                  </a:extLst>
                </p14:cNvPr>
                <p14:cNvContentPartPr/>
                <p14:nvPr/>
              </p14:nvContentPartPr>
              <p14:xfrm>
                <a:off x="10675320" y="2733648"/>
                <a:ext cx="164520" cy="20880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F7639FB3-BCB2-EDE3-F220-5909AA2743BF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10657320" y="2716008"/>
                  <a:ext cx="20016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CCE0864D-90F5-B456-C2BD-3E11FB80A346}"/>
                    </a:ext>
                  </a:extLst>
                </p14:cNvPr>
                <p14:cNvContentPartPr/>
                <p14:nvPr/>
              </p14:nvContentPartPr>
              <p14:xfrm>
                <a:off x="10967640" y="2890248"/>
                <a:ext cx="200520" cy="24804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CCE0864D-90F5-B456-C2BD-3E11FB80A346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0949640" y="2872248"/>
                  <a:ext cx="236160" cy="28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46A2D828-89B4-C310-DD01-456058E8D634}"/>
              </a:ext>
            </a:extLst>
          </p:cNvPr>
          <p:cNvGrpSpPr/>
          <p:nvPr/>
        </p:nvGrpSpPr>
        <p:grpSpPr>
          <a:xfrm>
            <a:off x="5503920" y="749328"/>
            <a:ext cx="1904040" cy="1205280"/>
            <a:chOff x="5503920" y="749328"/>
            <a:chExt cx="1904040" cy="1205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EBEB1E85-1621-29D5-B778-17FFF7D60E75}"/>
                    </a:ext>
                  </a:extLst>
                </p14:cNvPr>
                <p14:cNvContentPartPr/>
                <p14:nvPr/>
              </p14:nvContentPartPr>
              <p14:xfrm>
                <a:off x="5515080" y="1377888"/>
                <a:ext cx="46080" cy="36432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EBEB1E85-1621-29D5-B778-17FFF7D60E75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5497440" y="1360248"/>
                  <a:ext cx="81720" cy="39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11917886-FEEE-9D06-658A-28A9333F67D8}"/>
                    </a:ext>
                  </a:extLst>
                </p14:cNvPr>
                <p14:cNvContentPartPr/>
                <p14:nvPr/>
              </p14:nvContentPartPr>
              <p14:xfrm>
                <a:off x="5503920" y="1394448"/>
                <a:ext cx="240120" cy="23256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11917886-FEEE-9D06-658A-28A9333F67D8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5485920" y="1376808"/>
                  <a:ext cx="27576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4CA776E2-577D-4530-8E43-476160CE09EA}"/>
                    </a:ext>
                  </a:extLst>
                </p14:cNvPr>
                <p14:cNvContentPartPr/>
                <p14:nvPr/>
              </p14:nvContentPartPr>
              <p14:xfrm>
                <a:off x="5610120" y="1405968"/>
                <a:ext cx="420120" cy="18504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4CA776E2-577D-4530-8E43-476160CE09EA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5592120" y="1387968"/>
                  <a:ext cx="45576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43B2BDC1-FD5B-8B53-473E-DA37972E308B}"/>
                    </a:ext>
                  </a:extLst>
                </p14:cNvPr>
                <p14:cNvContentPartPr/>
                <p14:nvPr/>
              </p14:nvContentPartPr>
              <p14:xfrm>
                <a:off x="6045000" y="1391208"/>
                <a:ext cx="111240" cy="13248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43B2BDC1-FD5B-8B53-473E-DA37972E308B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6027360" y="1373568"/>
                  <a:ext cx="14688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0EE45E3-5DA6-53CA-95A6-B8A022636726}"/>
                    </a:ext>
                  </a:extLst>
                </p14:cNvPr>
                <p14:cNvContentPartPr/>
                <p14:nvPr/>
              </p14:nvContentPartPr>
              <p14:xfrm>
                <a:off x="6064800" y="1310208"/>
                <a:ext cx="104400" cy="12816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0EE45E3-5DA6-53CA-95A6-B8A022636726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046800" y="1292208"/>
                  <a:ext cx="14004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9358B6E4-4CB7-DA75-A376-ADA0196D189C}"/>
                    </a:ext>
                  </a:extLst>
                </p14:cNvPr>
                <p14:cNvContentPartPr/>
                <p14:nvPr/>
              </p14:nvContentPartPr>
              <p14:xfrm>
                <a:off x="6140040" y="1209408"/>
                <a:ext cx="141480" cy="15732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9358B6E4-4CB7-DA75-A376-ADA0196D189C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6122400" y="1191408"/>
                  <a:ext cx="17712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17DE7820-9310-C5B3-C8A9-C7431BE38066}"/>
                    </a:ext>
                  </a:extLst>
                </p14:cNvPr>
                <p14:cNvContentPartPr/>
                <p14:nvPr/>
              </p14:nvContentPartPr>
              <p14:xfrm>
                <a:off x="6306360" y="1227048"/>
                <a:ext cx="88560" cy="8280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17DE7820-9310-C5B3-C8A9-C7431BE38066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6288360" y="1209408"/>
                  <a:ext cx="12420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E0CEC0BE-8DB1-C019-F031-CCE2C245AE27}"/>
                    </a:ext>
                  </a:extLst>
                </p14:cNvPr>
                <p14:cNvContentPartPr/>
                <p14:nvPr/>
              </p14:nvContentPartPr>
              <p14:xfrm>
                <a:off x="6318240" y="1044168"/>
                <a:ext cx="14400" cy="2772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E0CEC0BE-8DB1-C019-F031-CCE2C245AE27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6300600" y="1026528"/>
                  <a:ext cx="5004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59AA4A5D-ED2D-A38C-8FA1-FC32C49EAD74}"/>
                    </a:ext>
                  </a:extLst>
                </p14:cNvPr>
                <p14:cNvContentPartPr/>
                <p14:nvPr/>
              </p14:nvContentPartPr>
              <p14:xfrm>
                <a:off x="6490680" y="1009968"/>
                <a:ext cx="128880" cy="28836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59AA4A5D-ED2D-A38C-8FA1-FC32C49EAD74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6472680" y="991968"/>
                  <a:ext cx="164520" cy="32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0CC338DC-E621-3F11-E1E8-A7076DE0D6C9}"/>
                    </a:ext>
                  </a:extLst>
                </p14:cNvPr>
                <p14:cNvContentPartPr/>
                <p14:nvPr/>
              </p14:nvContentPartPr>
              <p14:xfrm>
                <a:off x="6548280" y="1081968"/>
                <a:ext cx="138960" cy="11880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0CC338DC-E621-3F11-E1E8-A7076DE0D6C9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6530280" y="1063968"/>
                  <a:ext cx="17460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AA9BA014-AFEA-F974-8C65-C8D27F079E56}"/>
                    </a:ext>
                  </a:extLst>
                </p14:cNvPr>
                <p14:cNvContentPartPr/>
                <p14:nvPr/>
              </p14:nvContentPartPr>
              <p14:xfrm>
                <a:off x="6631080" y="983328"/>
                <a:ext cx="17640" cy="3924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AA9BA014-AFEA-F974-8C65-C8D27F079E56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6613440" y="965688"/>
                  <a:ext cx="5328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A5A7D345-CBF5-C81D-266C-EF2869CD3910}"/>
                    </a:ext>
                  </a:extLst>
                </p14:cNvPr>
                <p14:cNvContentPartPr/>
                <p14:nvPr/>
              </p14:nvContentPartPr>
              <p14:xfrm>
                <a:off x="6751680" y="993768"/>
                <a:ext cx="139680" cy="13896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A5A7D345-CBF5-C81D-266C-EF2869CD3910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6733680" y="976128"/>
                  <a:ext cx="17532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6BDF6191-5E97-0178-1F5C-BF5168D8695F}"/>
                    </a:ext>
                  </a:extLst>
                </p14:cNvPr>
                <p14:cNvContentPartPr/>
                <p14:nvPr/>
              </p14:nvContentPartPr>
              <p14:xfrm>
                <a:off x="6860040" y="948408"/>
                <a:ext cx="110520" cy="14616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6BDF6191-5E97-0178-1F5C-BF5168D8695F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6842400" y="930768"/>
                  <a:ext cx="14616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D680633B-0C4C-C2E7-8B4A-367CFDC1EC07}"/>
                    </a:ext>
                  </a:extLst>
                </p14:cNvPr>
                <p14:cNvContentPartPr/>
                <p14:nvPr/>
              </p14:nvContentPartPr>
              <p14:xfrm>
                <a:off x="6965880" y="840768"/>
                <a:ext cx="97560" cy="20808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D680633B-0C4C-C2E7-8B4A-367CFDC1EC07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6947880" y="823128"/>
                  <a:ext cx="133200" cy="24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DE47498A-E49D-FAD8-5018-5AA95C6CFC16}"/>
                    </a:ext>
                  </a:extLst>
                </p14:cNvPr>
                <p14:cNvContentPartPr/>
                <p14:nvPr/>
              </p14:nvContentPartPr>
              <p14:xfrm>
                <a:off x="6999000" y="901608"/>
                <a:ext cx="124200" cy="8100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DE47498A-E49D-FAD8-5018-5AA95C6CFC16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6981360" y="883968"/>
                  <a:ext cx="15984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8E241F01-5C23-B0EB-066B-631294B2CE55}"/>
                    </a:ext>
                  </a:extLst>
                </p14:cNvPr>
                <p14:cNvContentPartPr/>
                <p14:nvPr/>
              </p14:nvContentPartPr>
              <p14:xfrm>
                <a:off x="7083240" y="753288"/>
                <a:ext cx="30240" cy="3312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8E241F01-5C23-B0EB-066B-631294B2CE55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7065600" y="735288"/>
                  <a:ext cx="6588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1DFE5242-B1CF-C21C-EEC9-1A69B33552C4}"/>
                    </a:ext>
                  </a:extLst>
                </p14:cNvPr>
                <p14:cNvContentPartPr/>
                <p14:nvPr/>
              </p14:nvContentPartPr>
              <p14:xfrm>
                <a:off x="7213200" y="749328"/>
                <a:ext cx="194760" cy="14472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1DFE5242-B1CF-C21C-EEC9-1A69B33552C4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7195200" y="731688"/>
                  <a:ext cx="23040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04BC7719-91F2-3470-801F-930CB5B86B5B}"/>
                    </a:ext>
                  </a:extLst>
                </p14:cNvPr>
                <p14:cNvContentPartPr/>
                <p14:nvPr/>
              </p14:nvContentPartPr>
              <p14:xfrm>
                <a:off x="6426960" y="1585248"/>
                <a:ext cx="170280" cy="36936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04BC7719-91F2-3470-801F-930CB5B86B5B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6409320" y="1567248"/>
                  <a:ext cx="205920" cy="40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3AEC63A1-FE6A-C2AF-8F07-E73B0E103C63}"/>
                    </a:ext>
                  </a:extLst>
                </p14:cNvPr>
                <p14:cNvContentPartPr/>
                <p14:nvPr/>
              </p14:nvContentPartPr>
              <p14:xfrm>
                <a:off x="6672480" y="1584528"/>
                <a:ext cx="134640" cy="19656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3AEC63A1-FE6A-C2AF-8F07-E73B0E103C63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6654840" y="1566888"/>
                  <a:ext cx="17028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38F40D11-EEEA-ACC7-67CE-6159910FF738}"/>
                    </a:ext>
                  </a:extLst>
                </p14:cNvPr>
                <p14:cNvContentPartPr/>
                <p14:nvPr/>
              </p14:nvContentPartPr>
              <p14:xfrm>
                <a:off x="6829440" y="1240368"/>
                <a:ext cx="140400" cy="22320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38F40D11-EEEA-ACC7-67CE-6159910FF738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6811440" y="1222368"/>
                  <a:ext cx="176040" cy="258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352B4885-EF3A-2DFE-7522-4E14410483D4}"/>
              </a:ext>
            </a:extLst>
          </p:cNvPr>
          <p:cNvGrpSpPr/>
          <p:nvPr/>
        </p:nvGrpSpPr>
        <p:grpSpPr>
          <a:xfrm>
            <a:off x="7212120" y="4088328"/>
            <a:ext cx="4925160" cy="1940040"/>
            <a:chOff x="7212120" y="4088328"/>
            <a:chExt cx="4925160" cy="1940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9517D3FA-BFD8-FF40-259F-EFC735B3C837}"/>
                    </a:ext>
                  </a:extLst>
                </p14:cNvPr>
                <p14:cNvContentPartPr/>
                <p14:nvPr/>
              </p14:nvContentPartPr>
              <p14:xfrm>
                <a:off x="8208960" y="4285248"/>
                <a:ext cx="3928320" cy="171864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9517D3FA-BFD8-FF40-259F-EFC735B3C837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8190960" y="4267608"/>
                  <a:ext cx="3963960" cy="175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1F4C73B1-B027-E7DB-1B82-B4E2F9BB00B9}"/>
                    </a:ext>
                  </a:extLst>
                </p14:cNvPr>
                <p14:cNvContentPartPr/>
                <p14:nvPr/>
              </p14:nvContentPartPr>
              <p14:xfrm>
                <a:off x="7892160" y="4355448"/>
                <a:ext cx="314640" cy="2772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1F4C73B1-B027-E7DB-1B82-B4E2F9BB00B9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7874520" y="4337448"/>
                  <a:ext cx="35028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635DF6D6-6654-5D34-8A48-5BF135E7C04E}"/>
                    </a:ext>
                  </a:extLst>
                </p14:cNvPr>
                <p14:cNvContentPartPr/>
                <p14:nvPr/>
              </p14:nvContentPartPr>
              <p14:xfrm>
                <a:off x="7212120" y="4137288"/>
                <a:ext cx="291240" cy="30348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635DF6D6-6654-5D34-8A48-5BF135E7C04E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194480" y="4119648"/>
                  <a:ext cx="326880" cy="33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2063796A-C10A-A882-2C2F-7F99562E8867}"/>
                    </a:ext>
                  </a:extLst>
                </p14:cNvPr>
                <p14:cNvContentPartPr/>
                <p14:nvPr/>
              </p14:nvContentPartPr>
              <p14:xfrm>
                <a:off x="7561320" y="4221528"/>
                <a:ext cx="182520" cy="25812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2063796A-C10A-A882-2C2F-7F99562E8867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543320" y="4203528"/>
                  <a:ext cx="218160" cy="29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B6AEB3BA-929A-ABCA-0019-9DAFB668A225}"/>
                    </a:ext>
                  </a:extLst>
                </p14:cNvPr>
                <p14:cNvContentPartPr/>
                <p14:nvPr/>
              </p14:nvContentPartPr>
              <p14:xfrm>
                <a:off x="7792800" y="4088328"/>
                <a:ext cx="165960" cy="40176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B6AEB3BA-929A-ABCA-0019-9DAFB668A225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7774800" y="4070688"/>
                  <a:ext cx="201600" cy="43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CC560B5A-7B05-4B87-6361-A5B734BAD4B0}"/>
                    </a:ext>
                  </a:extLst>
                </p14:cNvPr>
                <p14:cNvContentPartPr/>
                <p14:nvPr/>
              </p14:nvContentPartPr>
              <p14:xfrm>
                <a:off x="7214640" y="5689248"/>
                <a:ext cx="269280" cy="30276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CC560B5A-7B05-4B87-6361-A5B734BAD4B0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7197000" y="5671248"/>
                  <a:ext cx="304920" cy="33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7C2F231C-428F-F439-7A34-AF6CF5911307}"/>
                    </a:ext>
                  </a:extLst>
                </p14:cNvPr>
                <p14:cNvContentPartPr/>
                <p14:nvPr/>
              </p14:nvContentPartPr>
              <p14:xfrm>
                <a:off x="7596600" y="5828928"/>
                <a:ext cx="98280" cy="18684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7C2F231C-428F-F439-7A34-AF6CF5911307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578600" y="5811288"/>
                  <a:ext cx="13392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3E060422-96A5-F2E4-425B-0F027DD08416}"/>
                    </a:ext>
                  </a:extLst>
                </p14:cNvPr>
                <p14:cNvContentPartPr/>
                <p14:nvPr/>
              </p14:nvContentPartPr>
              <p14:xfrm>
                <a:off x="7795320" y="5800488"/>
                <a:ext cx="72000" cy="22788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3E060422-96A5-F2E4-425B-0F027DD08416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777680" y="5782848"/>
                  <a:ext cx="107640" cy="263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D2103D70-03A4-F44F-4654-8D98BFDEB308}"/>
              </a:ext>
            </a:extLst>
          </p:cNvPr>
          <p:cNvGrpSpPr/>
          <p:nvPr/>
        </p:nvGrpSpPr>
        <p:grpSpPr>
          <a:xfrm>
            <a:off x="8773800" y="6167688"/>
            <a:ext cx="536760" cy="357840"/>
            <a:chOff x="8773800" y="6167688"/>
            <a:chExt cx="536760" cy="357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1EAA4016-2EE9-F492-A58C-D738A536A7E6}"/>
                    </a:ext>
                  </a:extLst>
                </p14:cNvPr>
                <p14:cNvContentPartPr/>
                <p14:nvPr/>
              </p14:nvContentPartPr>
              <p14:xfrm>
                <a:off x="8773800" y="6167688"/>
                <a:ext cx="195120" cy="35784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1EAA4016-2EE9-F492-A58C-D738A536A7E6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8755800" y="6149688"/>
                  <a:ext cx="230760" cy="39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49528EF2-8D66-11E9-1011-E3D6FB55237D}"/>
                    </a:ext>
                  </a:extLst>
                </p14:cNvPr>
                <p14:cNvContentPartPr/>
                <p14:nvPr/>
              </p14:nvContentPartPr>
              <p14:xfrm>
                <a:off x="9010320" y="6358128"/>
                <a:ext cx="144720" cy="11376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49528EF2-8D66-11E9-1011-E3D6FB55237D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8992680" y="6340488"/>
                  <a:ext cx="18036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D6F8D72D-C69D-2440-B126-B1319C9C23FA}"/>
                    </a:ext>
                  </a:extLst>
                </p14:cNvPr>
                <p14:cNvContentPartPr/>
                <p14:nvPr/>
              </p14:nvContentPartPr>
              <p14:xfrm>
                <a:off x="9220920" y="6318888"/>
                <a:ext cx="89640" cy="15696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D6F8D72D-C69D-2440-B126-B1319C9C23FA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9202920" y="6300888"/>
                  <a:ext cx="125280" cy="192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EE04BB24-B0C2-9D77-7E44-D0343D705455}"/>
              </a:ext>
            </a:extLst>
          </p:cNvPr>
          <p:cNvGrpSpPr/>
          <p:nvPr/>
        </p:nvGrpSpPr>
        <p:grpSpPr>
          <a:xfrm>
            <a:off x="9682440" y="6176688"/>
            <a:ext cx="213480" cy="252000"/>
            <a:chOff x="9682440" y="6176688"/>
            <a:chExt cx="213480" cy="252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67E21BC9-E1C7-1426-999B-B3CC0A5DEB95}"/>
                    </a:ext>
                  </a:extLst>
                </p14:cNvPr>
                <p14:cNvContentPartPr/>
                <p14:nvPr/>
              </p14:nvContentPartPr>
              <p14:xfrm>
                <a:off x="9725640" y="6176688"/>
                <a:ext cx="12600" cy="25200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67E21BC9-E1C7-1426-999B-B3CC0A5DEB95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9707640" y="6159048"/>
                  <a:ext cx="48240" cy="28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969F8AAA-7B80-4671-4C7E-A68B2BA4C495}"/>
                    </a:ext>
                  </a:extLst>
                </p14:cNvPr>
                <p14:cNvContentPartPr/>
                <p14:nvPr/>
              </p14:nvContentPartPr>
              <p14:xfrm>
                <a:off x="9682440" y="6289728"/>
                <a:ext cx="213480" cy="9864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969F8AAA-7B80-4671-4C7E-A68B2BA4C495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9664800" y="6271728"/>
                  <a:ext cx="249120" cy="134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7B9CAA2F-C7A1-F0E3-6D92-3EB940120100}"/>
              </a:ext>
            </a:extLst>
          </p:cNvPr>
          <p:cNvGrpSpPr/>
          <p:nvPr/>
        </p:nvGrpSpPr>
        <p:grpSpPr>
          <a:xfrm>
            <a:off x="10253400" y="6116928"/>
            <a:ext cx="1501200" cy="687600"/>
            <a:chOff x="10253400" y="6116928"/>
            <a:chExt cx="1501200" cy="687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4305836C-B7F9-18C6-DF6C-7ACFB5071DC7}"/>
                    </a:ext>
                  </a:extLst>
                </p14:cNvPr>
                <p14:cNvContentPartPr/>
                <p14:nvPr/>
              </p14:nvContentPartPr>
              <p14:xfrm>
                <a:off x="10276440" y="6262368"/>
                <a:ext cx="104400" cy="13284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4305836C-B7F9-18C6-DF6C-7ACFB5071DC7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10258800" y="6244728"/>
                  <a:ext cx="14004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3865BCC3-E9F8-19FE-DA9B-2ED1B6301C9A}"/>
                    </a:ext>
                  </a:extLst>
                </p14:cNvPr>
                <p14:cNvContentPartPr/>
                <p14:nvPr/>
              </p14:nvContentPartPr>
              <p14:xfrm>
                <a:off x="10474440" y="6267408"/>
                <a:ext cx="30600" cy="22176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3865BCC3-E9F8-19FE-DA9B-2ED1B6301C9A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0456440" y="6249408"/>
                  <a:ext cx="6624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8FFD4A4A-367C-62E8-4185-0C7DBE3C3DFB}"/>
                    </a:ext>
                  </a:extLst>
                </p14:cNvPr>
                <p14:cNvContentPartPr/>
                <p14:nvPr/>
              </p14:nvContentPartPr>
              <p14:xfrm>
                <a:off x="10517280" y="6242568"/>
                <a:ext cx="65520" cy="12204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8FFD4A4A-367C-62E8-4185-0C7DBE3C3DFB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0499280" y="6224568"/>
                  <a:ext cx="10116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B31B39E5-05B5-2EE4-D9E1-1D96C306CFFD}"/>
                    </a:ext>
                  </a:extLst>
                </p14:cNvPr>
                <p14:cNvContentPartPr/>
                <p14:nvPr/>
              </p14:nvContentPartPr>
              <p14:xfrm>
                <a:off x="10594320" y="6256608"/>
                <a:ext cx="322920" cy="11376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B31B39E5-05B5-2EE4-D9E1-1D96C306CFFD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10576680" y="6238608"/>
                  <a:ext cx="35856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8FD05ACF-29CC-78A6-CA28-048230B41D61}"/>
                    </a:ext>
                  </a:extLst>
                </p14:cNvPr>
                <p14:cNvContentPartPr/>
                <p14:nvPr/>
              </p14:nvContentPartPr>
              <p14:xfrm>
                <a:off x="11185080" y="6116928"/>
                <a:ext cx="62280" cy="30420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8FD05ACF-29CC-78A6-CA28-048230B41D61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11167080" y="6098928"/>
                  <a:ext cx="97920" cy="33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9EDCED12-99EC-4ACA-5D79-F8BA4C82D6AD}"/>
                    </a:ext>
                  </a:extLst>
                </p14:cNvPr>
                <p14:cNvContentPartPr/>
                <p14:nvPr/>
              </p14:nvContentPartPr>
              <p14:xfrm>
                <a:off x="11332320" y="6291888"/>
                <a:ext cx="82080" cy="9180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9EDCED12-99EC-4ACA-5D79-F8BA4C82D6AD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11314680" y="6274248"/>
                  <a:ext cx="11772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43E53EA4-39D5-C6F8-625E-0A9B622BD8E1}"/>
                    </a:ext>
                  </a:extLst>
                </p14:cNvPr>
                <p14:cNvContentPartPr/>
                <p14:nvPr/>
              </p14:nvContentPartPr>
              <p14:xfrm>
                <a:off x="11508360" y="6250848"/>
                <a:ext cx="108720" cy="14328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43E53EA4-39D5-C6F8-625E-0A9B622BD8E1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11490360" y="6233208"/>
                  <a:ext cx="14436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5E99C534-0680-9841-A4D2-80E92C4B8842}"/>
                    </a:ext>
                  </a:extLst>
                </p14:cNvPr>
                <p14:cNvContentPartPr/>
                <p14:nvPr/>
              </p14:nvContentPartPr>
              <p14:xfrm>
                <a:off x="11659920" y="6239328"/>
                <a:ext cx="37080" cy="21852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5E99C534-0680-9841-A4D2-80E92C4B8842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11641920" y="6221328"/>
                  <a:ext cx="7272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A405F256-D4C6-CE18-87D7-99BAC7D871F8}"/>
                    </a:ext>
                  </a:extLst>
                </p14:cNvPr>
                <p14:cNvContentPartPr/>
                <p14:nvPr/>
              </p14:nvContentPartPr>
              <p14:xfrm>
                <a:off x="11659200" y="6213408"/>
                <a:ext cx="95400" cy="9468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A405F256-D4C6-CE18-87D7-99BAC7D871F8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11641560" y="6195768"/>
                  <a:ext cx="13104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A0BB8CD7-CB5D-34CA-46AD-9188EC63EADF}"/>
                    </a:ext>
                  </a:extLst>
                </p14:cNvPr>
                <p14:cNvContentPartPr/>
                <p14:nvPr/>
              </p14:nvContentPartPr>
              <p14:xfrm>
                <a:off x="10253400" y="6617688"/>
                <a:ext cx="59760" cy="15336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A0BB8CD7-CB5D-34CA-46AD-9188EC63EADF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10235400" y="6600048"/>
                  <a:ext cx="9540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7C683A7E-B810-3DF7-198F-99CAC5C54A02}"/>
                    </a:ext>
                  </a:extLst>
                </p14:cNvPr>
                <p14:cNvContentPartPr/>
                <p14:nvPr/>
              </p14:nvContentPartPr>
              <p14:xfrm>
                <a:off x="10391280" y="6686088"/>
                <a:ext cx="56880" cy="10476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7C683A7E-B810-3DF7-198F-99CAC5C54A02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10373280" y="6668448"/>
                  <a:ext cx="9252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0CC8073E-C5D2-E286-2A18-1F8896401E82}"/>
                    </a:ext>
                  </a:extLst>
                </p14:cNvPr>
                <p14:cNvContentPartPr/>
                <p14:nvPr/>
              </p14:nvContentPartPr>
              <p14:xfrm>
                <a:off x="10513320" y="6670608"/>
                <a:ext cx="129600" cy="8856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0CC8073E-C5D2-E286-2A18-1F8896401E82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10495680" y="6652968"/>
                  <a:ext cx="16524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74549756-4CD6-D119-4CA6-45355731BF5D}"/>
                    </a:ext>
                  </a:extLst>
                </p14:cNvPr>
                <p14:cNvContentPartPr/>
                <p14:nvPr/>
              </p14:nvContentPartPr>
              <p14:xfrm>
                <a:off x="10779720" y="6582048"/>
                <a:ext cx="60840" cy="19980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74549756-4CD6-D119-4CA6-45355731BF5D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10762080" y="6564408"/>
                  <a:ext cx="9648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B1BB5834-F51B-9FDB-F917-238EE3A2B2AA}"/>
                    </a:ext>
                  </a:extLst>
                </p14:cNvPr>
                <p14:cNvContentPartPr/>
                <p14:nvPr/>
              </p14:nvContentPartPr>
              <p14:xfrm>
                <a:off x="10761000" y="6635328"/>
                <a:ext cx="176760" cy="12312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B1BB5834-F51B-9FDB-F917-238EE3A2B2AA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10743360" y="6617328"/>
                  <a:ext cx="21240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697964E7-0C20-7361-5A38-11AAACA5A40B}"/>
                    </a:ext>
                  </a:extLst>
                </p14:cNvPr>
                <p14:cNvContentPartPr/>
                <p14:nvPr/>
              </p14:nvContentPartPr>
              <p14:xfrm>
                <a:off x="10909680" y="6561888"/>
                <a:ext cx="31680" cy="2916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697964E7-0C20-7361-5A38-11AAACA5A40B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10892040" y="6544248"/>
                  <a:ext cx="6732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9ECFF96D-B1EF-FF61-9E2E-F0798819792C}"/>
                    </a:ext>
                  </a:extLst>
                </p14:cNvPr>
                <p14:cNvContentPartPr/>
                <p14:nvPr/>
              </p14:nvContentPartPr>
              <p14:xfrm>
                <a:off x="11018040" y="6583848"/>
                <a:ext cx="146880" cy="22068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9ECFF96D-B1EF-FF61-9E2E-F0798819792C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11000040" y="6566208"/>
                  <a:ext cx="182520" cy="25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55CDE8ED-C315-466B-40A3-93C59BB85854}"/>
                    </a:ext>
                  </a:extLst>
                </p14:cNvPr>
                <p14:cNvContentPartPr/>
                <p14:nvPr/>
              </p14:nvContentPartPr>
              <p14:xfrm>
                <a:off x="11315400" y="6640008"/>
                <a:ext cx="14040" cy="1044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55CDE8ED-C315-466B-40A3-93C59BB85854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11297760" y="6622008"/>
                  <a:ext cx="49680" cy="460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5017246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2941FF-84C4-D157-A676-4B2CE634CE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Non-inverting and inverting </a:t>
            </a:r>
          </a:p>
        </p:txBody>
      </p:sp>
      <p:pic>
        <p:nvPicPr>
          <p:cNvPr id="6" name="Content Placeholder 5" descr="A diagram of a circuit&#10;&#10;Description automatically generated">
            <a:extLst>
              <a:ext uri="{FF2B5EF4-FFF2-40B4-BE49-F238E27FC236}">
                <a16:creationId xmlns:a16="http://schemas.microsoft.com/office/drawing/2014/main" id="{DE3F7821-A5F4-4277-E1E5-9C64B041FE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6873" y="2216990"/>
            <a:ext cx="2415749" cy="150127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044045-A2E1-5988-A113-054B6F7A78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9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3" name="Content Placeholder 5" descr="A diagram of a circuit&#10;&#10;Description automatically generated">
            <a:extLst>
              <a:ext uri="{FF2B5EF4-FFF2-40B4-BE49-F238E27FC236}">
                <a16:creationId xmlns:a16="http://schemas.microsoft.com/office/drawing/2014/main" id="{D52B7068-03B8-9D63-F887-527D04A7CA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3495" y="2137477"/>
            <a:ext cx="2156647" cy="1501270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AB9408A7-5E9E-EDCB-A34C-FAFF1F2F6FE9}"/>
              </a:ext>
            </a:extLst>
          </p:cNvPr>
          <p:cNvGrpSpPr/>
          <p:nvPr/>
        </p:nvGrpSpPr>
        <p:grpSpPr>
          <a:xfrm>
            <a:off x="1477262" y="868705"/>
            <a:ext cx="2412000" cy="1316520"/>
            <a:chOff x="1477262" y="868705"/>
            <a:chExt cx="2412000" cy="1316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1B0CAA21-D603-1E9A-3108-165FFA6B2DEF}"/>
                    </a:ext>
                  </a:extLst>
                </p14:cNvPr>
                <p14:cNvContentPartPr/>
                <p14:nvPr/>
              </p14:nvContentPartPr>
              <p14:xfrm>
                <a:off x="1485542" y="1441465"/>
                <a:ext cx="64800" cy="4100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1B0CAA21-D603-1E9A-3108-165FFA6B2DEF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467902" y="1423465"/>
                  <a:ext cx="100440" cy="44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B0B4B5A8-ADCF-D832-4A3D-0B8401AE2ACE}"/>
                    </a:ext>
                  </a:extLst>
                </p14:cNvPr>
                <p14:cNvContentPartPr/>
                <p14:nvPr/>
              </p14:nvContentPartPr>
              <p14:xfrm>
                <a:off x="1477262" y="1479625"/>
                <a:ext cx="263160" cy="2271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B0B4B5A8-ADCF-D832-4A3D-0B8401AE2ACE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459622" y="1461625"/>
                  <a:ext cx="29880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BD5A586-AE78-EC52-04B4-5FB3B807CA35}"/>
                    </a:ext>
                  </a:extLst>
                </p14:cNvPr>
                <p14:cNvContentPartPr/>
                <p14:nvPr/>
              </p14:nvContentPartPr>
              <p14:xfrm>
                <a:off x="1867142" y="1566025"/>
                <a:ext cx="64800" cy="1051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BD5A586-AE78-EC52-04B4-5FB3B807CA35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849142" y="1548025"/>
                  <a:ext cx="10044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F2CD5481-FC64-CEE9-A48C-2C8BFD77A393}"/>
                    </a:ext>
                  </a:extLst>
                </p14:cNvPr>
                <p14:cNvContentPartPr/>
                <p14:nvPr/>
              </p14:nvContentPartPr>
              <p14:xfrm>
                <a:off x="1971182" y="1485025"/>
                <a:ext cx="165240" cy="1195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F2CD5481-FC64-CEE9-A48C-2C8BFD77A393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953182" y="1467385"/>
                  <a:ext cx="20088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DDBD84DB-BFB2-81BD-EBAA-C95E0BA4660A}"/>
                    </a:ext>
                  </a:extLst>
                </p14:cNvPr>
                <p14:cNvContentPartPr/>
                <p14:nvPr/>
              </p14:nvContentPartPr>
              <p14:xfrm>
                <a:off x="2278982" y="1487905"/>
                <a:ext cx="90360" cy="712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DDBD84DB-BFB2-81BD-EBAA-C95E0BA4660A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260982" y="1470265"/>
                  <a:ext cx="12600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09A7E3D1-D7C8-72A6-9262-534CF5C71080}"/>
                    </a:ext>
                  </a:extLst>
                </p14:cNvPr>
                <p14:cNvContentPartPr/>
                <p14:nvPr/>
              </p14:nvContentPartPr>
              <p14:xfrm>
                <a:off x="2410742" y="1299985"/>
                <a:ext cx="123840" cy="2498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09A7E3D1-D7C8-72A6-9262-534CF5C71080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393102" y="1281985"/>
                  <a:ext cx="15948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CC05EECD-5ACE-8725-8BD2-A428AF68E693}"/>
                    </a:ext>
                  </a:extLst>
                </p14:cNvPr>
                <p14:cNvContentPartPr/>
                <p14:nvPr/>
              </p14:nvContentPartPr>
              <p14:xfrm>
                <a:off x="2560862" y="1262905"/>
                <a:ext cx="116280" cy="1476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CC05EECD-5ACE-8725-8BD2-A428AF68E693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543222" y="1245265"/>
                  <a:ext cx="15192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50DB1DF-664E-0E2E-DA9F-E3D773454E07}"/>
                    </a:ext>
                  </a:extLst>
                </p14:cNvPr>
                <p14:cNvContentPartPr/>
                <p14:nvPr/>
              </p14:nvContentPartPr>
              <p14:xfrm>
                <a:off x="2772542" y="1166065"/>
                <a:ext cx="110520" cy="1238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50DB1DF-664E-0E2E-DA9F-E3D773454E07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754542" y="1148425"/>
                  <a:ext cx="14616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B642F9F9-B8BB-8660-93AA-9BCF624C1583}"/>
                    </a:ext>
                  </a:extLst>
                </p14:cNvPr>
                <p14:cNvContentPartPr/>
                <p14:nvPr/>
              </p14:nvContentPartPr>
              <p14:xfrm>
                <a:off x="2920142" y="1136545"/>
                <a:ext cx="228240" cy="1983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B642F9F9-B8BB-8660-93AA-9BCF624C158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902142" y="1118545"/>
                  <a:ext cx="26388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DD1FB3FA-3554-45F7-83DD-6269411130C1}"/>
                    </a:ext>
                  </a:extLst>
                </p14:cNvPr>
                <p14:cNvContentPartPr/>
                <p14:nvPr/>
              </p14:nvContentPartPr>
              <p14:xfrm>
                <a:off x="3193742" y="943585"/>
                <a:ext cx="124920" cy="2109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DD1FB3FA-3554-45F7-83DD-6269411130C1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175742" y="925585"/>
                  <a:ext cx="16056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CF88846C-A9EA-1464-5195-8E61AFAD2BE2}"/>
                    </a:ext>
                  </a:extLst>
                </p14:cNvPr>
                <p14:cNvContentPartPr/>
                <p14:nvPr/>
              </p14:nvContentPartPr>
              <p14:xfrm>
                <a:off x="3248822" y="990025"/>
                <a:ext cx="235800" cy="1029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CF88846C-A9EA-1464-5195-8E61AFAD2BE2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231182" y="972385"/>
                  <a:ext cx="27144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7D344283-BE6B-D864-DFE9-B5C1810E3F12}"/>
                    </a:ext>
                  </a:extLst>
                </p14:cNvPr>
                <p14:cNvContentPartPr/>
                <p14:nvPr/>
              </p14:nvContentPartPr>
              <p14:xfrm>
                <a:off x="3389582" y="874465"/>
                <a:ext cx="69840" cy="399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7D344283-BE6B-D864-DFE9-B5C1810E3F12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371942" y="856465"/>
                  <a:ext cx="10548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007B4288-F89B-A3E5-B2E9-B47CDE8D4D1A}"/>
                    </a:ext>
                  </a:extLst>
                </p14:cNvPr>
                <p14:cNvContentPartPr/>
                <p14:nvPr/>
              </p14:nvContentPartPr>
              <p14:xfrm>
                <a:off x="3547262" y="914065"/>
                <a:ext cx="187560" cy="979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007B4288-F89B-A3E5-B2E9-B47CDE8D4D1A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529262" y="896425"/>
                  <a:ext cx="22320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BB264F9F-0BE7-1571-FEED-6EC990529855}"/>
                    </a:ext>
                  </a:extLst>
                </p14:cNvPr>
                <p14:cNvContentPartPr/>
                <p14:nvPr/>
              </p14:nvContentPartPr>
              <p14:xfrm>
                <a:off x="3792422" y="868705"/>
                <a:ext cx="96840" cy="1731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BB264F9F-0BE7-1571-FEED-6EC990529855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774422" y="851065"/>
                  <a:ext cx="13248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C4430CA2-9A62-844B-13B1-648E985A124C}"/>
                    </a:ext>
                  </a:extLst>
                </p14:cNvPr>
                <p14:cNvContentPartPr/>
                <p14:nvPr/>
              </p14:nvContentPartPr>
              <p14:xfrm>
                <a:off x="2946422" y="1525345"/>
                <a:ext cx="200880" cy="6598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C4430CA2-9A62-844B-13B1-648E985A124C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928422" y="1507345"/>
                  <a:ext cx="236520" cy="695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72184BCB-A207-007E-EDBD-CB72B27ACE48}"/>
              </a:ext>
            </a:extLst>
          </p:cNvPr>
          <p:cNvGrpSpPr/>
          <p:nvPr/>
        </p:nvGrpSpPr>
        <p:grpSpPr>
          <a:xfrm>
            <a:off x="7549742" y="1467025"/>
            <a:ext cx="202320" cy="731880"/>
            <a:chOff x="7549742" y="1467025"/>
            <a:chExt cx="202320" cy="731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F7484ABF-CEA4-EAAE-8D3A-A0901ECA5D44}"/>
                    </a:ext>
                  </a:extLst>
                </p14:cNvPr>
                <p14:cNvContentPartPr/>
                <p14:nvPr/>
              </p14:nvContentPartPr>
              <p14:xfrm>
                <a:off x="7660262" y="1467025"/>
                <a:ext cx="91800" cy="7318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F7484ABF-CEA4-EAAE-8D3A-A0901ECA5D44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642262" y="1449025"/>
                  <a:ext cx="127440" cy="76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55E2B59E-B1CC-20E1-313F-D17881B7AFFA}"/>
                    </a:ext>
                  </a:extLst>
                </p14:cNvPr>
                <p14:cNvContentPartPr/>
                <p14:nvPr/>
              </p14:nvContentPartPr>
              <p14:xfrm>
                <a:off x="7549742" y="2012425"/>
                <a:ext cx="141480" cy="1609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55E2B59E-B1CC-20E1-313F-D17881B7AFFA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531742" y="1994785"/>
                  <a:ext cx="177120" cy="196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E44A8103-DE57-FDD6-03B6-58327403B51C}"/>
              </a:ext>
            </a:extLst>
          </p:cNvPr>
          <p:cNvGrpSpPr/>
          <p:nvPr/>
        </p:nvGrpSpPr>
        <p:grpSpPr>
          <a:xfrm>
            <a:off x="7913342" y="861145"/>
            <a:ext cx="1709280" cy="455040"/>
            <a:chOff x="7913342" y="861145"/>
            <a:chExt cx="1709280" cy="455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9D1C6D2C-979B-5581-C340-BE9A4305CC78}"/>
                    </a:ext>
                  </a:extLst>
                </p14:cNvPr>
                <p14:cNvContentPartPr/>
                <p14:nvPr/>
              </p14:nvContentPartPr>
              <p14:xfrm>
                <a:off x="7913342" y="892465"/>
                <a:ext cx="122400" cy="4096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9D1C6D2C-979B-5581-C340-BE9A4305CC7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7895702" y="874825"/>
                  <a:ext cx="158040" cy="44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E151D5A5-7458-6387-C1BF-7041AAFD323E}"/>
                    </a:ext>
                  </a:extLst>
                </p14:cNvPr>
                <p14:cNvContentPartPr/>
                <p14:nvPr/>
              </p14:nvContentPartPr>
              <p14:xfrm>
                <a:off x="7964102" y="1222225"/>
                <a:ext cx="117360" cy="662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E151D5A5-7458-6387-C1BF-7041AAFD323E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7946462" y="1204225"/>
                  <a:ext cx="15300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84590F52-7C9E-65D9-FAA9-E48CA4DBF112}"/>
                    </a:ext>
                  </a:extLst>
                </p14:cNvPr>
                <p14:cNvContentPartPr/>
                <p14:nvPr/>
              </p14:nvContentPartPr>
              <p14:xfrm>
                <a:off x="8190902" y="1142305"/>
                <a:ext cx="141480" cy="1296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84590F52-7C9E-65D9-FAA9-E48CA4DBF112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8173262" y="1124665"/>
                  <a:ext cx="17712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F6F69695-BDF6-2F32-F06E-33CB98893A10}"/>
                    </a:ext>
                  </a:extLst>
                </p14:cNvPr>
                <p14:cNvContentPartPr/>
                <p14:nvPr/>
              </p14:nvContentPartPr>
              <p14:xfrm>
                <a:off x="8407262" y="1080385"/>
                <a:ext cx="138960" cy="1033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F6F69695-BDF6-2F32-F06E-33CB98893A10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389622" y="1062745"/>
                  <a:ext cx="17460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C728E6E9-8DC4-24FA-E4C3-A2E52A02141D}"/>
                    </a:ext>
                  </a:extLst>
                </p14:cNvPr>
                <p14:cNvContentPartPr/>
                <p14:nvPr/>
              </p14:nvContentPartPr>
              <p14:xfrm>
                <a:off x="8611382" y="1042225"/>
                <a:ext cx="249120" cy="1094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C728E6E9-8DC4-24FA-E4C3-A2E52A02141D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8593742" y="1024585"/>
                  <a:ext cx="28476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5492CE53-1663-6535-D837-D98728CFC16D}"/>
                    </a:ext>
                  </a:extLst>
                </p14:cNvPr>
                <p14:cNvContentPartPr/>
                <p14:nvPr/>
              </p14:nvContentPartPr>
              <p14:xfrm>
                <a:off x="8964542" y="861145"/>
                <a:ext cx="147960" cy="3016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5492CE53-1663-6535-D837-D98728CFC16D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8946902" y="843505"/>
                  <a:ext cx="183600" cy="33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0AFA292B-87A2-DB80-2391-DEF5AC1ABBF5}"/>
                    </a:ext>
                  </a:extLst>
                </p14:cNvPr>
                <p14:cNvContentPartPr/>
                <p14:nvPr/>
              </p14:nvContentPartPr>
              <p14:xfrm>
                <a:off x="9005222" y="907945"/>
                <a:ext cx="199080" cy="1836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0AFA292B-87A2-DB80-2391-DEF5AC1ABBF5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8987582" y="890305"/>
                  <a:ext cx="23472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0F5B1EEF-F0DA-9415-360E-3FCC6305D0B8}"/>
                    </a:ext>
                  </a:extLst>
                </p14:cNvPr>
                <p14:cNvContentPartPr/>
                <p14:nvPr/>
              </p14:nvContentPartPr>
              <p14:xfrm>
                <a:off x="9293582" y="960505"/>
                <a:ext cx="151560" cy="900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0F5B1EEF-F0DA-9415-360E-3FCC6305D0B8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9275582" y="942865"/>
                  <a:ext cx="18720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F634611F-D2C1-5797-7AB4-2189E7E697D4}"/>
                    </a:ext>
                  </a:extLst>
                </p14:cNvPr>
                <p14:cNvContentPartPr/>
                <p14:nvPr/>
              </p14:nvContentPartPr>
              <p14:xfrm>
                <a:off x="9537662" y="936385"/>
                <a:ext cx="84960" cy="3798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F634611F-D2C1-5797-7AB4-2189E7E697D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9519662" y="918385"/>
                  <a:ext cx="120600" cy="415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F7D81D98-D80C-B0CF-D010-563A067C40BF}"/>
                  </a:ext>
                </a:extLst>
              </p14:cNvPr>
              <p14:cNvContentPartPr/>
              <p14:nvPr/>
            </p14:nvContentPartPr>
            <p14:xfrm>
              <a:off x="2612702" y="2412025"/>
              <a:ext cx="281160" cy="41580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F7D81D98-D80C-B0CF-D010-563A067C40BF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2595062" y="2394025"/>
                <a:ext cx="316800" cy="451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E4B40708-F2A9-184B-2705-0BB4C65F4BEE}"/>
                  </a:ext>
                </a:extLst>
              </p14:cNvPr>
              <p14:cNvContentPartPr/>
              <p14:nvPr/>
            </p14:nvContentPartPr>
            <p14:xfrm>
              <a:off x="7138262" y="2288185"/>
              <a:ext cx="264960" cy="34272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E4B40708-F2A9-184B-2705-0BB4C65F4BEE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7120262" y="2270545"/>
                <a:ext cx="300600" cy="378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659535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0B6787-1794-4170-9A95-E50102A3B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Non-inverting Op Amp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DFBC7D78-1356-2BD1-A933-E30EC1091E96}"/>
                  </a:ext>
                </a:extLst>
              </p14:cNvPr>
              <p14:cNvContentPartPr/>
              <p14:nvPr/>
            </p14:nvContentPartPr>
            <p14:xfrm>
              <a:off x="543694" y="2574877"/>
              <a:ext cx="242640" cy="19836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DFBC7D78-1356-2BD1-A933-E30EC1091E9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25721" y="2556877"/>
                <a:ext cx="278227" cy="23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80BD406F-98F0-2284-03A1-86E75A9FD782}"/>
                  </a:ext>
                </a:extLst>
              </p14:cNvPr>
              <p14:cNvContentPartPr/>
              <p14:nvPr/>
            </p14:nvContentPartPr>
            <p14:xfrm>
              <a:off x="902614" y="2650837"/>
              <a:ext cx="14760" cy="9576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80BD406F-98F0-2284-03A1-86E75A9FD78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84614" y="2632904"/>
                <a:ext cx="50400" cy="13126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3A97F965-CB9F-C1E3-1B5B-17414D6A541E}"/>
                  </a:ext>
                </a:extLst>
              </p14:cNvPr>
              <p14:cNvContentPartPr/>
              <p14:nvPr/>
            </p14:nvContentPartPr>
            <p14:xfrm>
              <a:off x="852934" y="2566597"/>
              <a:ext cx="50760" cy="3384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3A97F965-CB9F-C1E3-1B5B-17414D6A541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34934" y="2548597"/>
                <a:ext cx="86400" cy="6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F496EA19-1B26-C355-88FC-647E5EC6906E}"/>
                  </a:ext>
                </a:extLst>
              </p14:cNvPr>
              <p14:cNvContentPartPr/>
              <p14:nvPr/>
            </p14:nvContentPartPr>
            <p14:xfrm>
              <a:off x="1018174" y="2589637"/>
              <a:ext cx="104040" cy="11700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F496EA19-1B26-C355-88FC-647E5EC6906E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000236" y="2571637"/>
                <a:ext cx="139557" cy="152640"/>
              </a:xfrm>
              <a:prstGeom prst="rect">
                <a:avLst/>
              </a:prstGeom>
            </p:spPr>
          </p:pic>
        </mc:Fallback>
      </mc:AlternateContent>
      <p:grpSp>
        <p:nvGrpSpPr>
          <p:cNvPr id="52" name="Group 51">
            <a:extLst>
              <a:ext uri="{FF2B5EF4-FFF2-40B4-BE49-F238E27FC236}">
                <a16:creationId xmlns:a16="http://schemas.microsoft.com/office/drawing/2014/main" id="{873D8F9A-2DA0-94F4-607D-3CA0313D0672}"/>
              </a:ext>
            </a:extLst>
          </p:cNvPr>
          <p:cNvGrpSpPr/>
          <p:nvPr/>
        </p:nvGrpSpPr>
        <p:grpSpPr>
          <a:xfrm>
            <a:off x="477454" y="548077"/>
            <a:ext cx="4535640" cy="1864440"/>
            <a:chOff x="477454" y="548077"/>
            <a:chExt cx="4535640" cy="1864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E9D3A405-DEB7-E051-9931-BF534DA70472}"/>
                    </a:ext>
                  </a:extLst>
                </p14:cNvPr>
                <p14:cNvContentPartPr/>
                <p14:nvPr/>
              </p14:nvContentPartPr>
              <p14:xfrm>
                <a:off x="2116894" y="1069717"/>
                <a:ext cx="77400" cy="13197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E9D3A405-DEB7-E051-9931-BF534DA70472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098977" y="1051717"/>
                  <a:ext cx="112875" cy="135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23F7BD0E-54E4-D29C-72BB-1ADB3E0C5AC2}"/>
                    </a:ext>
                  </a:extLst>
                </p14:cNvPr>
                <p14:cNvContentPartPr/>
                <p14:nvPr/>
              </p14:nvContentPartPr>
              <p14:xfrm>
                <a:off x="2146774" y="1069717"/>
                <a:ext cx="1195200" cy="13428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23F7BD0E-54E4-D29C-72BB-1ADB3E0C5AC2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128774" y="1051722"/>
                  <a:ext cx="1230840" cy="137843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FA2EE5C3-E73F-78FF-60EC-FEF9DF1D3720}"/>
                    </a:ext>
                  </a:extLst>
                </p14:cNvPr>
                <p14:cNvContentPartPr/>
                <p14:nvPr/>
              </p14:nvContentPartPr>
              <p14:xfrm>
                <a:off x="2304454" y="1417117"/>
                <a:ext cx="169560" cy="36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FA2EE5C3-E73F-78FF-60EC-FEF9DF1D3720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286454" y="1399117"/>
                  <a:ext cx="20520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6E8D61AC-A17B-F9F1-8289-69300E13B0B6}"/>
                    </a:ext>
                  </a:extLst>
                </p14:cNvPr>
                <p14:cNvContentPartPr/>
                <p14:nvPr/>
              </p14:nvContentPartPr>
              <p14:xfrm>
                <a:off x="2339734" y="1890517"/>
                <a:ext cx="167040" cy="237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6E8D61AC-A17B-F9F1-8289-69300E13B0B6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321734" y="1872240"/>
                  <a:ext cx="202680" cy="5994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D782B3D9-12DF-E98C-36E1-D317D386AAE9}"/>
                    </a:ext>
                  </a:extLst>
                </p14:cNvPr>
                <p14:cNvContentPartPr/>
                <p14:nvPr/>
              </p14:nvContentPartPr>
              <p14:xfrm>
                <a:off x="2414974" y="1795477"/>
                <a:ext cx="39240" cy="2228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D782B3D9-12DF-E98C-36E1-D317D386AAE9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396974" y="1777477"/>
                  <a:ext cx="7488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70B4DE89-3C0F-5275-0BD4-904D1E25604B}"/>
                    </a:ext>
                  </a:extLst>
                </p14:cNvPr>
                <p14:cNvContentPartPr/>
                <p14:nvPr/>
              </p14:nvContentPartPr>
              <p14:xfrm>
                <a:off x="1043374" y="2121277"/>
                <a:ext cx="29880" cy="266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70B4DE89-3C0F-5275-0BD4-904D1E25604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025374" y="2103277"/>
                  <a:ext cx="6552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ED35B1EE-50B0-B8DC-D8E6-8A38C1AAEBCF}"/>
                    </a:ext>
                  </a:extLst>
                </p14:cNvPr>
                <p14:cNvContentPartPr/>
                <p14:nvPr/>
              </p14:nvContentPartPr>
              <p14:xfrm>
                <a:off x="1027174" y="2004997"/>
                <a:ext cx="151560" cy="2692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ED35B1EE-50B0-B8DC-D8E6-8A38C1AAEBCF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009174" y="1986997"/>
                  <a:ext cx="187200" cy="30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7FD6E1CB-FE4A-239D-A8EB-857962709BCA}"/>
                    </a:ext>
                  </a:extLst>
                </p14:cNvPr>
                <p14:cNvContentPartPr/>
                <p14:nvPr/>
              </p14:nvContentPartPr>
              <p14:xfrm>
                <a:off x="1226254" y="1976557"/>
                <a:ext cx="923400" cy="1422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7FD6E1CB-FE4A-239D-A8EB-857962709BCA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208254" y="1958557"/>
                  <a:ext cx="95904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BD649457-0D35-0FFA-5B46-5A47AC198279}"/>
                    </a:ext>
                  </a:extLst>
                </p14:cNvPr>
                <p14:cNvContentPartPr/>
                <p14:nvPr/>
              </p14:nvContentPartPr>
              <p14:xfrm>
                <a:off x="545854" y="1339717"/>
                <a:ext cx="68400" cy="4482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BD649457-0D35-0FFA-5B46-5A47AC198279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27854" y="1321717"/>
                  <a:ext cx="104040" cy="48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90E05299-19D8-921F-0542-449325DEBDED}"/>
                    </a:ext>
                  </a:extLst>
                </p14:cNvPr>
                <p14:cNvContentPartPr/>
                <p14:nvPr/>
              </p14:nvContentPartPr>
              <p14:xfrm>
                <a:off x="477454" y="1806997"/>
                <a:ext cx="227880" cy="198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90E05299-19D8-921F-0542-449325DEBDED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59482" y="1788997"/>
                  <a:ext cx="263464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406ED2C2-9419-4871-4B5F-D28C103BDB75}"/>
                    </a:ext>
                  </a:extLst>
                </p14:cNvPr>
                <p14:cNvContentPartPr/>
                <p14:nvPr/>
              </p14:nvContentPartPr>
              <p14:xfrm>
                <a:off x="495094" y="1824997"/>
                <a:ext cx="159480" cy="720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406ED2C2-9419-4871-4B5F-D28C103BDB75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77094" y="1806997"/>
                  <a:ext cx="19512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4F4A9C47-82D9-FB52-74D6-687DA15788D0}"/>
                    </a:ext>
                  </a:extLst>
                </p14:cNvPr>
                <p14:cNvContentPartPr/>
                <p14:nvPr/>
              </p14:nvContentPartPr>
              <p14:xfrm>
                <a:off x="651694" y="1813837"/>
                <a:ext cx="39240" cy="1378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4F4A9C47-82D9-FB52-74D6-687DA15788D0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633694" y="1795837"/>
                  <a:ext cx="7488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AC76C9B5-CEF7-E2B4-563B-1728036BF6C8}"/>
                    </a:ext>
                  </a:extLst>
                </p14:cNvPr>
                <p14:cNvContentPartPr/>
                <p14:nvPr/>
              </p14:nvContentPartPr>
              <p14:xfrm>
                <a:off x="545494" y="1331797"/>
                <a:ext cx="535320" cy="594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AC76C9B5-CEF7-E2B4-563B-1728036BF6C8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27482" y="1313797"/>
                  <a:ext cx="570984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E203D4E8-AA0E-7831-A6B1-BD21426D9582}"/>
                    </a:ext>
                  </a:extLst>
                </p14:cNvPr>
                <p14:cNvContentPartPr/>
                <p14:nvPr/>
              </p14:nvContentPartPr>
              <p14:xfrm>
                <a:off x="1098814" y="1159717"/>
                <a:ext cx="408960" cy="1706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E203D4E8-AA0E-7831-A6B1-BD21426D9582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080814" y="1141717"/>
                  <a:ext cx="44460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426072A0-E245-B98F-9DBC-287450D9811C}"/>
                    </a:ext>
                  </a:extLst>
                </p14:cNvPr>
                <p14:cNvContentPartPr/>
                <p14:nvPr/>
              </p14:nvContentPartPr>
              <p14:xfrm>
                <a:off x="1547734" y="1278877"/>
                <a:ext cx="643680" cy="316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426072A0-E245-B98F-9DBC-287450D9811C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529734" y="1260877"/>
                  <a:ext cx="67932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AF837DD7-331F-C670-D1DE-141C08138450}"/>
                    </a:ext>
                  </a:extLst>
                </p14:cNvPr>
                <p14:cNvContentPartPr/>
                <p14:nvPr/>
              </p14:nvContentPartPr>
              <p14:xfrm>
                <a:off x="1825294" y="830677"/>
                <a:ext cx="54720" cy="5230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AF837DD7-331F-C670-D1DE-141C08138450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807175" y="812677"/>
                  <a:ext cx="90596" cy="55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D277176D-ABE5-C439-2302-64ACC03AB257}"/>
                    </a:ext>
                  </a:extLst>
                </p14:cNvPr>
                <p14:cNvContentPartPr/>
                <p14:nvPr/>
              </p14:nvContentPartPr>
              <p14:xfrm>
                <a:off x="1813054" y="808357"/>
                <a:ext cx="771840" cy="694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D277176D-ABE5-C439-2302-64ACC03AB25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795054" y="790357"/>
                  <a:ext cx="80748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314D569-39CE-763C-53D1-29D90158DE52}"/>
                    </a:ext>
                  </a:extLst>
                </p14:cNvPr>
                <p14:cNvContentPartPr/>
                <p14:nvPr/>
              </p14:nvContentPartPr>
              <p14:xfrm>
                <a:off x="2592454" y="729157"/>
                <a:ext cx="348120" cy="1648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314D569-39CE-763C-53D1-29D90158DE52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2574454" y="711157"/>
                  <a:ext cx="38376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66A62003-CC77-96B4-DB58-CFACD36A4F81}"/>
                    </a:ext>
                  </a:extLst>
                </p14:cNvPr>
                <p14:cNvContentPartPr/>
                <p14:nvPr/>
              </p14:nvContentPartPr>
              <p14:xfrm>
                <a:off x="2967574" y="818077"/>
                <a:ext cx="753480" cy="388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66A62003-CC77-96B4-DB58-CFACD36A4F81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949574" y="800077"/>
                  <a:ext cx="78912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F30FBEEC-751E-EC37-5274-3EA86A4EE5B4}"/>
                    </a:ext>
                  </a:extLst>
                </p14:cNvPr>
                <p14:cNvContentPartPr/>
                <p14:nvPr/>
              </p14:nvContentPartPr>
              <p14:xfrm>
                <a:off x="3675334" y="820957"/>
                <a:ext cx="104760" cy="7801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F30FBEEC-751E-EC37-5274-3EA86A4EE5B4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657272" y="802957"/>
                  <a:ext cx="140523" cy="81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DF1718A6-FC25-FD60-9A7C-0EA06D5B58B4}"/>
                    </a:ext>
                  </a:extLst>
                </p14:cNvPr>
                <p14:cNvContentPartPr/>
                <p14:nvPr/>
              </p14:nvContentPartPr>
              <p14:xfrm>
                <a:off x="3422974" y="1583077"/>
                <a:ext cx="888120" cy="590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DF1718A6-FC25-FD60-9A7C-0EA06D5B58B4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404974" y="1565077"/>
                  <a:ext cx="92376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806FA2BE-2A1F-F8B6-22F6-DC87764A5C87}"/>
                    </a:ext>
                  </a:extLst>
                </p14:cNvPr>
                <p14:cNvContentPartPr/>
                <p14:nvPr/>
              </p14:nvContentPartPr>
              <p14:xfrm>
                <a:off x="4286254" y="1517917"/>
                <a:ext cx="104040" cy="1666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806FA2BE-2A1F-F8B6-22F6-DC87764A5C87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268191" y="1499956"/>
                  <a:ext cx="139804" cy="20224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5E922F5-DFF6-4037-3F7E-C64332D9198D}"/>
                    </a:ext>
                  </a:extLst>
                </p14:cNvPr>
                <p14:cNvContentPartPr/>
                <p14:nvPr/>
              </p14:nvContentPartPr>
              <p14:xfrm>
                <a:off x="4171054" y="1832557"/>
                <a:ext cx="206280" cy="2628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5E922F5-DFF6-4037-3F7E-C64332D9198D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153054" y="1814557"/>
                  <a:ext cx="241920" cy="29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2C82C3B6-9187-83F8-F585-43B92C15EC86}"/>
                    </a:ext>
                  </a:extLst>
                </p14:cNvPr>
                <p14:cNvContentPartPr/>
                <p14:nvPr/>
              </p14:nvContentPartPr>
              <p14:xfrm>
                <a:off x="4524214" y="1977997"/>
                <a:ext cx="80640" cy="1533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2C82C3B6-9187-83F8-F585-43B92C15EC86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4506214" y="1959997"/>
                  <a:ext cx="11628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D9B41571-F3D7-D3FE-D055-D8B8BB29F22B}"/>
                    </a:ext>
                  </a:extLst>
                </p14:cNvPr>
                <p14:cNvContentPartPr/>
                <p14:nvPr/>
              </p14:nvContentPartPr>
              <p14:xfrm>
                <a:off x="4644454" y="1944517"/>
                <a:ext cx="200160" cy="1022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D9B41571-F3D7-D3FE-D055-D8B8BB29F22B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626454" y="1926517"/>
                  <a:ext cx="23580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4CB07A12-0E03-8EAD-7613-3AB689B229B5}"/>
                    </a:ext>
                  </a:extLst>
                </p14:cNvPr>
                <p14:cNvContentPartPr/>
                <p14:nvPr/>
              </p14:nvContentPartPr>
              <p14:xfrm>
                <a:off x="4843534" y="1790797"/>
                <a:ext cx="91440" cy="2775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4CB07A12-0E03-8EAD-7613-3AB689B229B5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4825534" y="1772797"/>
                  <a:ext cx="127080" cy="31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9FCAB0D3-84C0-5081-D7E0-A22EB9AFFEA2}"/>
                    </a:ext>
                  </a:extLst>
                </p14:cNvPr>
                <p14:cNvContentPartPr/>
                <p14:nvPr/>
              </p14:nvContentPartPr>
              <p14:xfrm>
                <a:off x="4866934" y="1818157"/>
                <a:ext cx="146160" cy="972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9FCAB0D3-84C0-5081-D7E0-A22EB9AFFEA2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848934" y="1800157"/>
                  <a:ext cx="18180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2E39F293-9AA7-865E-A151-711DE054578D}"/>
                    </a:ext>
                  </a:extLst>
                </p14:cNvPr>
                <p14:cNvContentPartPr/>
                <p14:nvPr/>
              </p14:nvContentPartPr>
              <p14:xfrm>
                <a:off x="1061374" y="832477"/>
                <a:ext cx="178920" cy="2574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2E39F293-9AA7-865E-A151-711DE054578D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043374" y="814452"/>
                  <a:ext cx="214560" cy="29309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80A15384-D518-9D12-E55F-C9D5CD3079AD}"/>
                    </a:ext>
                  </a:extLst>
                </p14:cNvPr>
                <p14:cNvContentPartPr/>
                <p14:nvPr/>
              </p14:nvContentPartPr>
              <p14:xfrm>
                <a:off x="1087294" y="785317"/>
                <a:ext cx="216360" cy="20664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80A15384-D518-9D12-E55F-C9D5CD3079AD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069294" y="767317"/>
                  <a:ext cx="25200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F1118A22-C298-CE63-12DD-F5658FFCCD7B}"/>
                    </a:ext>
                  </a:extLst>
                </p14:cNvPr>
                <p14:cNvContentPartPr/>
                <p14:nvPr/>
              </p14:nvContentPartPr>
              <p14:xfrm>
                <a:off x="1314814" y="820957"/>
                <a:ext cx="99360" cy="1227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F1118A22-C298-CE63-12DD-F5658FFCCD7B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296814" y="803010"/>
                  <a:ext cx="135000" cy="15829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EA73D0BD-82B9-FE1F-8ABB-7AD9917322B7}"/>
                    </a:ext>
                  </a:extLst>
                </p14:cNvPr>
                <p14:cNvContentPartPr/>
                <p14:nvPr/>
              </p14:nvContentPartPr>
              <p14:xfrm>
                <a:off x="1291054" y="754717"/>
                <a:ext cx="48240" cy="205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EA73D0BD-82B9-FE1F-8ABB-7AD9917322B7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273054" y="736717"/>
                  <a:ext cx="8388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7872315E-4093-A3DC-C072-93A8DE1FF2C6}"/>
                    </a:ext>
                  </a:extLst>
                </p14:cNvPr>
                <p14:cNvContentPartPr/>
                <p14:nvPr/>
              </p14:nvContentPartPr>
              <p14:xfrm>
                <a:off x="3050734" y="598477"/>
                <a:ext cx="117720" cy="1742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7872315E-4093-A3DC-C072-93A8DE1FF2C6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3032734" y="580477"/>
                  <a:ext cx="15336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BF7CEBE6-5947-E96D-15FD-024CD0885E35}"/>
                    </a:ext>
                  </a:extLst>
                </p14:cNvPr>
                <p14:cNvContentPartPr/>
                <p14:nvPr/>
              </p14:nvContentPartPr>
              <p14:xfrm>
                <a:off x="3050014" y="548077"/>
                <a:ext cx="166680" cy="1497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BF7CEBE6-5947-E96D-15FD-024CD0885E35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3032014" y="530077"/>
                  <a:ext cx="20232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750765C6-F2A3-9FC3-A591-8C18E3172342}"/>
                    </a:ext>
                  </a:extLst>
                </p14:cNvPr>
                <p14:cNvContentPartPr/>
                <p14:nvPr/>
              </p14:nvContentPartPr>
              <p14:xfrm>
                <a:off x="3320374" y="566797"/>
                <a:ext cx="142200" cy="2127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750765C6-F2A3-9FC3-A591-8C18E3172342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3302374" y="548797"/>
                  <a:ext cx="17784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30C57BF1-B554-03CA-B0E9-C2EE5DB6999B}"/>
                    </a:ext>
                  </a:extLst>
                </p14:cNvPr>
                <p14:cNvContentPartPr/>
                <p14:nvPr/>
              </p14:nvContentPartPr>
              <p14:xfrm>
                <a:off x="3331894" y="590917"/>
                <a:ext cx="128160" cy="1443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30C57BF1-B554-03CA-B0E9-C2EE5DB6999B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3313944" y="572917"/>
                  <a:ext cx="16370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910D0F4F-3581-A376-F38A-1EB8E8747362}"/>
              </a:ext>
            </a:extLst>
          </p:cNvPr>
          <p:cNvGrpSpPr/>
          <p:nvPr/>
        </p:nvGrpSpPr>
        <p:grpSpPr>
          <a:xfrm>
            <a:off x="143014" y="469957"/>
            <a:ext cx="963000" cy="679320"/>
            <a:chOff x="143014" y="469957"/>
            <a:chExt cx="963000" cy="679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44077D27-ACF9-4AA3-A2A0-AAFDC1DE682D}"/>
                    </a:ext>
                  </a:extLst>
                </p14:cNvPr>
                <p14:cNvContentPartPr/>
                <p14:nvPr/>
              </p14:nvContentPartPr>
              <p14:xfrm>
                <a:off x="272974" y="733477"/>
                <a:ext cx="91080" cy="23004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44077D27-ACF9-4AA3-A2A0-AAFDC1DE682D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254903" y="715449"/>
                  <a:ext cx="126861" cy="26573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FC809CA5-47C9-B2C4-4C6C-491BAE2BD262}"/>
                    </a:ext>
                  </a:extLst>
                </p14:cNvPr>
                <p14:cNvContentPartPr/>
                <p14:nvPr/>
              </p14:nvContentPartPr>
              <p14:xfrm>
                <a:off x="143014" y="617197"/>
                <a:ext cx="348480" cy="5320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FC809CA5-47C9-B2C4-4C6C-491BAE2BD262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25014" y="599197"/>
                  <a:ext cx="384120" cy="56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CD007901-8E48-224E-6C29-464619205331}"/>
                    </a:ext>
                  </a:extLst>
                </p14:cNvPr>
                <p14:cNvContentPartPr/>
                <p14:nvPr/>
              </p14:nvContentPartPr>
              <p14:xfrm>
                <a:off x="621454" y="573277"/>
                <a:ext cx="367920" cy="9360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CD007901-8E48-224E-6C29-464619205331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603454" y="555277"/>
                  <a:ext cx="40356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4AF95E78-644B-90A0-C0F5-BAAB7AA75475}"/>
                    </a:ext>
                  </a:extLst>
                </p14:cNvPr>
                <p14:cNvContentPartPr/>
                <p14:nvPr/>
              </p14:nvContentPartPr>
              <p14:xfrm>
                <a:off x="921694" y="469957"/>
                <a:ext cx="184320" cy="14004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4AF95E78-644B-90A0-C0F5-BAAB7AA75475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03694" y="451957"/>
                  <a:ext cx="219960" cy="175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94D8BD8-0623-7354-7719-C5E1B26770E0}"/>
              </a:ext>
            </a:extLst>
          </p:cNvPr>
          <p:cNvGrpSpPr/>
          <p:nvPr/>
        </p:nvGrpSpPr>
        <p:grpSpPr>
          <a:xfrm>
            <a:off x="2133454" y="478597"/>
            <a:ext cx="609120" cy="291960"/>
            <a:chOff x="2133454" y="478597"/>
            <a:chExt cx="609120" cy="291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F4E7CF2E-F9E3-F626-2C4B-8461698962E0}"/>
                    </a:ext>
                  </a:extLst>
                </p14:cNvPr>
                <p14:cNvContentPartPr/>
                <p14:nvPr/>
              </p14:nvContentPartPr>
              <p14:xfrm>
                <a:off x="2133454" y="571117"/>
                <a:ext cx="218880" cy="1994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F4E7CF2E-F9E3-F626-2C4B-8461698962E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2115454" y="553117"/>
                  <a:ext cx="25452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7FE76640-4491-7E58-ECF1-3C4FD35D81C7}"/>
                    </a:ext>
                  </a:extLst>
                </p14:cNvPr>
                <p14:cNvContentPartPr/>
                <p14:nvPr/>
              </p14:nvContentPartPr>
              <p14:xfrm>
                <a:off x="2443414" y="549877"/>
                <a:ext cx="246600" cy="568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7FE76640-4491-7E58-ECF1-3C4FD35D81C7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2425414" y="531877"/>
                  <a:ext cx="28224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25023AE4-075C-41F0-B4C2-107C8E67D513}"/>
                    </a:ext>
                  </a:extLst>
                </p14:cNvPr>
                <p14:cNvContentPartPr/>
                <p14:nvPr/>
              </p14:nvContentPartPr>
              <p14:xfrm>
                <a:off x="2608294" y="478597"/>
                <a:ext cx="134280" cy="13644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25023AE4-075C-41F0-B4C2-107C8E67D513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590294" y="460644"/>
                  <a:ext cx="169920" cy="171986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205D0275-F603-D2EC-815E-439AF770B548}"/>
                  </a:ext>
                </a:extLst>
              </p14:cNvPr>
              <p14:cNvContentPartPr/>
              <p14:nvPr/>
            </p14:nvContentPartPr>
            <p14:xfrm>
              <a:off x="929342" y="609145"/>
              <a:ext cx="685080" cy="69624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205D0275-F603-D2EC-815E-439AF770B548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911702" y="591505"/>
                <a:ext cx="720720" cy="731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762CF46A-03E0-EBD3-0A63-FF5521EC5675}"/>
                  </a:ext>
                </a:extLst>
              </p14:cNvPr>
              <p14:cNvContentPartPr/>
              <p14:nvPr/>
            </p14:nvContentPartPr>
            <p14:xfrm>
              <a:off x="2959742" y="316465"/>
              <a:ext cx="677160" cy="75960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762CF46A-03E0-EBD3-0A63-FF5521EC5675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2941742" y="298465"/>
                <a:ext cx="712800" cy="795240"/>
              </a:xfrm>
              <a:prstGeom prst="rect">
                <a:avLst/>
              </a:prstGeom>
            </p:spPr>
          </p:pic>
        </mc:Fallback>
      </mc:AlternateContent>
      <p:grpSp>
        <p:nvGrpSpPr>
          <p:cNvPr id="84" name="Group 83">
            <a:extLst>
              <a:ext uri="{FF2B5EF4-FFF2-40B4-BE49-F238E27FC236}">
                <a16:creationId xmlns:a16="http://schemas.microsoft.com/office/drawing/2014/main" id="{66152F1D-12F7-7471-0D85-DBB57388FD6A}"/>
              </a:ext>
            </a:extLst>
          </p:cNvPr>
          <p:cNvGrpSpPr/>
          <p:nvPr/>
        </p:nvGrpSpPr>
        <p:grpSpPr>
          <a:xfrm>
            <a:off x="5421422" y="111625"/>
            <a:ext cx="2760120" cy="1087920"/>
            <a:chOff x="5421422" y="111625"/>
            <a:chExt cx="2760120" cy="1087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A2FAD447-53BD-E1D7-1685-9912DD1B5DB0}"/>
                    </a:ext>
                  </a:extLst>
                </p14:cNvPr>
                <p14:cNvContentPartPr/>
                <p14:nvPr/>
              </p14:nvContentPartPr>
              <p14:xfrm>
                <a:off x="5426102" y="241945"/>
                <a:ext cx="62280" cy="4161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A2FAD447-53BD-E1D7-1685-9912DD1B5DB0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5408462" y="223945"/>
                  <a:ext cx="97920" cy="45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B801FEAB-7AF7-2A2E-E00B-B75B2A84E3AE}"/>
                    </a:ext>
                  </a:extLst>
                </p14:cNvPr>
                <p14:cNvContentPartPr/>
                <p14:nvPr/>
              </p14:nvContentPartPr>
              <p14:xfrm>
                <a:off x="5421422" y="265705"/>
                <a:ext cx="268560" cy="2476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B801FEAB-7AF7-2A2E-E00B-B75B2A84E3AE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5403422" y="247705"/>
                  <a:ext cx="30420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23D43EE2-CC7A-B1C9-4801-0BDBEF7F7955}"/>
                    </a:ext>
                  </a:extLst>
                </p14:cNvPr>
                <p14:cNvContentPartPr/>
                <p14:nvPr/>
              </p14:nvContentPartPr>
              <p14:xfrm>
                <a:off x="5773502" y="412225"/>
                <a:ext cx="34200" cy="1335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23D43EE2-CC7A-B1C9-4801-0BDBEF7F7955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5755502" y="394585"/>
                  <a:ext cx="6984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F1644962-4995-5529-D426-8F1F17DD3775}"/>
                    </a:ext>
                  </a:extLst>
                </p14:cNvPr>
                <p14:cNvContentPartPr/>
                <p14:nvPr/>
              </p14:nvContentPartPr>
              <p14:xfrm>
                <a:off x="5768462" y="321145"/>
                <a:ext cx="19440" cy="241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F1644962-4995-5529-D426-8F1F17DD3775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5750462" y="303145"/>
                  <a:ext cx="5508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DF07553C-F178-F34A-1A8D-5F3E5C6BE4F6}"/>
                    </a:ext>
                  </a:extLst>
                </p14:cNvPr>
                <p14:cNvContentPartPr/>
                <p14:nvPr/>
              </p14:nvContentPartPr>
              <p14:xfrm>
                <a:off x="5996342" y="338425"/>
                <a:ext cx="114840" cy="1213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DF07553C-F178-F34A-1A8D-5F3E5C6BE4F6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5978342" y="320785"/>
                  <a:ext cx="15048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F3011FFD-04F4-1D66-164C-7444C9641BA3}"/>
                    </a:ext>
                  </a:extLst>
                </p14:cNvPr>
                <p14:cNvContentPartPr/>
                <p14:nvPr/>
              </p14:nvContentPartPr>
              <p14:xfrm>
                <a:off x="6188942" y="266065"/>
                <a:ext cx="67320" cy="2689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F3011FFD-04F4-1D66-164C-7444C9641BA3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6170942" y="248425"/>
                  <a:ext cx="102960" cy="30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5C9C446B-E3B0-6221-F562-D004E730E06D}"/>
                    </a:ext>
                  </a:extLst>
                </p14:cNvPr>
                <p14:cNvContentPartPr/>
                <p14:nvPr/>
              </p14:nvContentPartPr>
              <p14:xfrm>
                <a:off x="6236102" y="176065"/>
                <a:ext cx="177840" cy="2379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5C9C446B-E3B0-6221-F562-D004E730E06D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6218102" y="158065"/>
                  <a:ext cx="213480" cy="2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8883D750-9F3A-8E25-3CAD-19F22AF39423}"/>
                    </a:ext>
                  </a:extLst>
                </p14:cNvPr>
                <p14:cNvContentPartPr/>
                <p14:nvPr/>
              </p14:nvContentPartPr>
              <p14:xfrm>
                <a:off x="6614822" y="354265"/>
                <a:ext cx="46080" cy="1004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8883D750-9F3A-8E25-3CAD-19F22AF3942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6597182" y="336625"/>
                  <a:ext cx="8172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40717A0E-1056-105D-86BB-078684F8FA64}"/>
                    </a:ext>
                  </a:extLst>
                </p14:cNvPr>
                <p14:cNvContentPartPr/>
                <p14:nvPr/>
              </p14:nvContentPartPr>
              <p14:xfrm>
                <a:off x="6610862" y="261745"/>
                <a:ext cx="13680" cy="212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40717A0E-1056-105D-86BB-078684F8FA64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6593222" y="243745"/>
                  <a:ext cx="4932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609A9539-F114-5080-1683-EBB17F18D127}"/>
                    </a:ext>
                  </a:extLst>
                </p14:cNvPr>
                <p14:cNvContentPartPr/>
                <p14:nvPr/>
              </p14:nvContentPartPr>
              <p14:xfrm>
                <a:off x="6713102" y="318625"/>
                <a:ext cx="104760" cy="10440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609A9539-F114-5080-1683-EBB17F18D127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6695102" y="300625"/>
                  <a:ext cx="14040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38F460A6-7721-DDF9-8379-50EC518D0933}"/>
                    </a:ext>
                  </a:extLst>
                </p14:cNvPr>
                <p14:cNvContentPartPr/>
                <p14:nvPr/>
              </p14:nvContentPartPr>
              <p14:xfrm>
                <a:off x="6896702" y="237265"/>
                <a:ext cx="129960" cy="23328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38F460A6-7721-DDF9-8379-50EC518D0933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6879062" y="219265"/>
                  <a:ext cx="165600" cy="26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089890B6-18D8-18BD-E440-31DDB0780DDF}"/>
                    </a:ext>
                  </a:extLst>
                </p14:cNvPr>
                <p14:cNvContentPartPr/>
                <p14:nvPr/>
              </p14:nvContentPartPr>
              <p14:xfrm>
                <a:off x="7123502" y="235105"/>
                <a:ext cx="42840" cy="1094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089890B6-18D8-18BD-E440-31DDB0780DDF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7105862" y="217105"/>
                  <a:ext cx="7848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110C3703-5F53-4F92-FA64-89553FA92F1C}"/>
                    </a:ext>
                  </a:extLst>
                </p14:cNvPr>
                <p14:cNvContentPartPr/>
                <p14:nvPr/>
              </p14:nvContentPartPr>
              <p14:xfrm>
                <a:off x="7180742" y="111625"/>
                <a:ext cx="178200" cy="21996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110C3703-5F53-4F92-FA64-89553FA92F1C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7162742" y="93985"/>
                  <a:ext cx="21384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82353796-7BFF-966C-12E6-63173CF9A57F}"/>
                    </a:ext>
                  </a:extLst>
                </p14:cNvPr>
                <p14:cNvContentPartPr/>
                <p14:nvPr/>
              </p14:nvContentPartPr>
              <p14:xfrm>
                <a:off x="7295582" y="151225"/>
                <a:ext cx="144000" cy="8748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82353796-7BFF-966C-12E6-63173CF9A57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7277582" y="133225"/>
                  <a:ext cx="17964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7FAD2196-39B0-3942-2C51-42A147157FB7}"/>
                    </a:ext>
                  </a:extLst>
                </p14:cNvPr>
                <p14:cNvContentPartPr/>
                <p14:nvPr/>
              </p14:nvContentPartPr>
              <p14:xfrm>
                <a:off x="5582342" y="836305"/>
                <a:ext cx="96840" cy="36324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7FAD2196-39B0-3942-2C51-42A147157FB7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5564342" y="818305"/>
                  <a:ext cx="132480" cy="39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7F7319EB-E7EB-7FFB-39BA-FBC7E80DFFF9}"/>
                    </a:ext>
                  </a:extLst>
                </p14:cNvPr>
                <p14:cNvContentPartPr/>
                <p14:nvPr/>
              </p14:nvContentPartPr>
              <p14:xfrm>
                <a:off x="5603222" y="833065"/>
                <a:ext cx="223200" cy="1886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7F7319EB-E7EB-7FFB-39BA-FBC7E80DFFF9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5585222" y="815425"/>
                  <a:ext cx="25884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8BE15AA8-5F33-054A-8C9B-FD3373E3AB8C}"/>
                    </a:ext>
                  </a:extLst>
                </p14:cNvPr>
                <p14:cNvContentPartPr/>
                <p14:nvPr/>
              </p14:nvContentPartPr>
              <p14:xfrm>
                <a:off x="5871422" y="912985"/>
                <a:ext cx="109800" cy="23076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8BE15AA8-5F33-054A-8C9B-FD3373E3AB8C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5853422" y="894985"/>
                  <a:ext cx="145440" cy="26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91EA4B8B-9B0C-9540-B843-AD777E42D5C9}"/>
                    </a:ext>
                  </a:extLst>
                </p14:cNvPr>
                <p14:cNvContentPartPr/>
                <p14:nvPr/>
              </p14:nvContentPartPr>
              <p14:xfrm>
                <a:off x="6072662" y="961585"/>
                <a:ext cx="127080" cy="7632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91EA4B8B-9B0C-9540-B843-AD777E42D5C9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6054662" y="943585"/>
                  <a:ext cx="16272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E144F983-A46B-BF72-59AB-90F57E20CB18}"/>
                    </a:ext>
                  </a:extLst>
                </p14:cNvPr>
                <p14:cNvContentPartPr/>
                <p14:nvPr/>
              </p14:nvContentPartPr>
              <p14:xfrm>
                <a:off x="6344822" y="793465"/>
                <a:ext cx="111240" cy="33660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E144F983-A46B-BF72-59AB-90F57E20CB18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326822" y="775825"/>
                  <a:ext cx="146880" cy="37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7B52FFE4-467C-7E85-E5A4-58C301CF53D1}"/>
                    </a:ext>
                  </a:extLst>
                </p14:cNvPr>
                <p14:cNvContentPartPr/>
                <p14:nvPr/>
              </p14:nvContentPartPr>
              <p14:xfrm>
                <a:off x="6367142" y="775465"/>
                <a:ext cx="211320" cy="19620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7B52FFE4-467C-7E85-E5A4-58C301CF53D1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6349502" y="757825"/>
                  <a:ext cx="24696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959F0172-2706-D68A-83C2-0D2ED6BB1738}"/>
                    </a:ext>
                  </a:extLst>
                </p14:cNvPr>
                <p14:cNvContentPartPr/>
                <p14:nvPr/>
              </p14:nvContentPartPr>
              <p14:xfrm>
                <a:off x="6798062" y="832705"/>
                <a:ext cx="89280" cy="28116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959F0172-2706-D68A-83C2-0D2ED6BB1738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6780422" y="815065"/>
                  <a:ext cx="124920" cy="31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F5FBC954-A6B6-5437-27E5-5AA98580137C}"/>
                    </a:ext>
                  </a:extLst>
                </p14:cNvPr>
                <p14:cNvContentPartPr/>
                <p14:nvPr/>
              </p14:nvContentPartPr>
              <p14:xfrm>
                <a:off x="6780062" y="948265"/>
                <a:ext cx="76680" cy="10296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F5FBC954-A6B6-5437-27E5-5AA98580137C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6762062" y="930265"/>
                  <a:ext cx="11232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6A7C64FF-86FF-CF9C-2249-1F7E3565DBD0}"/>
                    </a:ext>
                  </a:extLst>
                </p14:cNvPr>
                <p14:cNvContentPartPr/>
                <p14:nvPr/>
              </p14:nvContentPartPr>
              <p14:xfrm>
                <a:off x="6942782" y="929545"/>
                <a:ext cx="88200" cy="11952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6A7C64FF-86FF-CF9C-2249-1F7E3565DBD0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6925142" y="911545"/>
                  <a:ext cx="12384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BA02D8BA-BCCA-C4D2-C2AD-70F8F0D0DDE2}"/>
                    </a:ext>
                  </a:extLst>
                </p14:cNvPr>
                <p14:cNvContentPartPr/>
                <p14:nvPr/>
              </p14:nvContentPartPr>
              <p14:xfrm>
                <a:off x="7108742" y="860785"/>
                <a:ext cx="98280" cy="10656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BA02D8BA-BCCA-C4D2-C2AD-70F8F0D0DDE2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7091102" y="843145"/>
                  <a:ext cx="13392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7689C5E2-9482-5FF8-EF05-4AA4012F004D}"/>
                    </a:ext>
                  </a:extLst>
                </p14:cNvPr>
                <p14:cNvContentPartPr/>
                <p14:nvPr/>
              </p14:nvContentPartPr>
              <p14:xfrm>
                <a:off x="7279382" y="683305"/>
                <a:ext cx="129960" cy="22716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7689C5E2-9482-5FF8-EF05-4AA4012F004D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7261382" y="665305"/>
                  <a:ext cx="16560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F5FE9DD1-68ED-D8EE-A2CE-9D63D9D82559}"/>
                    </a:ext>
                  </a:extLst>
                </p14:cNvPr>
                <p14:cNvContentPartPr/>
                <p14:nvPr/>
              </p14:nvContentPartPr>
              <p14:xfrm>
                <a:off x="7454702" y="664585"/>
                <a:ext cx="122040" cy="15480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F5FE9DD1-68ED-D8EE-A2CE-9D63D9D82559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7436702" y="646945"/>
                  <a:ext cx="15768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E3E23A22-DD8E-C959-4881-013541FA2313}"/>
                    </a:ext>
                  </a:extLst>
                </p14:cNvPr>
                <p14:cNvContentPartPr/>
                <p14:nvPr/>
              </p14:nvContentPartPr>
              <p14:xfrm>
                <a:off x="7627502" y="696625"/>
                <a:ext cx="160200" cy="9756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E3E23A22-DD8E-C959-4881-013541FA2313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7609502" y="678625"/>
                  <a:ext cx="19584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673127C2-7155-18B5-AB87-0084354C6723}"/>
                    </a:ext>
                  </a:extLst>
                </p14:cNvPr>
                <p14:cNvContentPartPr/>
                <p14:nvPr/>
              </p14:nvContentPartPr>
              <p14:xfrm>
                <a:off x="7862222" y="651625"/>
                <a:ext cx="75960" cy="12600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673127C2-7155-18B5-AB87-0084354C6723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7844582" y="633625"/>
                  <a:ext cx="11160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1EC35B04-EEF0-F80C-8B42-FC32797F279B}"/>
                    </a:ext>
                  </a:extLst>
                </p14:cNvPr>
                <p14:cNvContentPartPr/>
                <p14:nvPr/>
              </p14:nvContentPartPr>
              <p14:xfrm>
                <a:off x="7987502" y="544345"/>
                <a:ext cx="97920" cy="20844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1EC35B04-EEF0-F80C-8B42-FC32797F279B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7969502" y="526705"/>
                  <a:ext cx="133560" cy="24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0CAEC9C8-D722-6A4F-B98B-2B809F911A91}"/>
                    </a:ext>
                  </a:extLst>
                </p14:cNvPr>
                <p14:cNvContentPartPr/>
                <p14:nvPr/>
              </p14:nvContentPartPr>
              <p14:xfrm>
                <a:off x="8033222" y="547585"/>
                <a:ext cx="148320" cy="1605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0CAEC9C8-D722-6A4F-B98B-2B809F911A91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8015222" y="529585"/>
                  <a:ext cx="183960" cy="196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58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B5A2B503-310B-5263-AA6A-6EE510F42027}"/>
                  </a:ext>
                </a:extLst>
              </p14:cNvPr>
              <p14:cNvContentPartPr/>
              <p14:nvPr/>
            </p14:nvContentPartPr>
            <p14:xfrm>
              <a:off x="2078102" y="1247785"/>
              <a:ext cx="78120" cy="6912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B5A2B503-310B-5263-AA6A-6EE510F42027}"/>
                  </a:ext>
                </a:extLst>
              </p:cNvPr>
              <p:cNvPicPr/>
              <p:nvPr/>
            </p:nvPicPr>
            <p:blipFill>
              <a:blip r:embed="rId159"/>
              <a:stretch>
                <a:fillRect/>
              </a:stretch>
            </p:blipFill>
            <p:spPr>
              <a:xfrm>
                <a:off x="2060102" y="1229785"/>
                <a:ext cx="113760" cy="104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0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553373BC-27C6-964A-1935-5AE22A225D42}"/>
                  </a:ext>
                </a:extLst>
              </p14:cNvPr>
              <p14:cNvContentPartPr/>
              <p14:nvPr/>
            </p14:nvContentPartPr>
            <p14:xfrm>
              <a:off x="1189622" y="1523185"/>
              <a:ext cx="3240" cy="1368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553373BC-27C6-964A-1935-5AE22A225D42}"/>
                  </a:ext>
                </a:extLst>
              </p:cNvPr>
              <p:cNvPicPr/>
              <p:nvPr/>
            </p:nvPicPr>
            <p:blipFill>
              <a:blip r:embed="rId161"/>
              <a:stretch>
                <a:fillRect/>
              </a:stretch>
            </p:blipFill>
            <p:spPr>
              <a:xfrm>
                <a:off x="1171622" y="1505545"/>
                <a:ext cx="38880" cy="49320"/>
              </a:xfrm>
              <a:prstGeom prst="rect">
                <a:avLst/>
              </a:prstGeom>
            </p:spPr>
          </p:pic>
        </mc:Fallback>
      </mc:AlternateContent>
      <p:grpSp>
        <p:nvGrpSpPr>
          <p:cNvPr id="91" name="Group 90">
            <a:extLst>
              <a:ext uri="{FF2B5EF4-FFF2-40B4-BE49-F238E27FC236}">
                <a16:creationId xmlns:a16="http://schemas.microsoft.com/office/drawing/2014/main" id="{365E4133-5BFD-3BD7-A2F0-C62C0B0B2497}"/>
              </a:ext>
            </a:extLst>
          </p:cNvPr>
          <p:cNvGrpSpPr/>
          <p:nvPr/>
        </p:nvGrpSpPr>
        <p:grpSpPr>
          <a:xfrm>
            <a:off x="337502" y="1168225"/>
            <a:ext cx="270360" cy="375120"/>
            <a:chOff x="337502" y="1168225"/>
            <a:chExt cx="270360" cy="375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C7137E28-1945-AAB5-DDDC-BA1CD98CFBC0}"/>
                    </a:ext>
                  </a:extLst>
                </p14:cNvPr>
                <p14:cNvContentPartPr/>
                <p14:nvPr/>
              </p14:nvContentPartPr>
              <p14:xfrm>
                <a:off x="353342" y="1269745"/>
                <a:ext cx="2520" cy="93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C7137E28-1945-AAB5-DDDC-BA1CD98CFBC0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335702" y="1251745"/>
                  <a:ext cx="3816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D24D082C-82BD-D447-FAD0-75D8330A0E11}"/>
                    </a:ext>
                  </a:extLst>
                </p14:cNvPr>
                <p14:cNvContentPartPr/>
                <p14:nvPr/>
              </p14:nvContentPartPr>
              <p14:xfrm>
                <a:off x="337502" y="1229785"/>
                <a:ext cx="66240" cy="31356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D24D082C-82BD-D447-FAD0-75D8330A0E11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319862" y="1211785"/>
                  <a:ext cx="101880" cy="34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C791515A-DD3E-71F9-EA30-9271412C5FC9}"/>
                    </a:ext>
                  </a:extLst>
                </p14:cNvPr>
                <p14:cNvContentPartPr/>
                <p14:nvPr/>
              </p14:nvContentPartPr>
              <p14:xfrm>
                <a:off x="350822" y="1168225"/>
                <a:ext cx="257040" cy="5868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C791515A-DD3E-71F9-EA30-9271412C5FC9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333182" y="1150225"/>
                  <a:ext cx="29268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C73D9CB6-D068-3152-0DE9-9A3D11402A1E}"/>
                    </a:ext>
                  </a:extLst>
                </p14:cNvPr>
                <p14:cNvContentPartPr/>
                <p14:nvPr/>
              </p14:nvContentPartPr>
              <p14:xfrm>
                <a:off x="341462" y="1475665"/>
                <a:ext cx="159840" cy="4968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C73D9CB6-D068-3152-0DE9-9A3D11402A1E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323822" y="1458025"/>
                  <a:ext cx="195480" cy="85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BA8FE514-E002-7D17-94F8-4394D7D0A96D}"/>
              </a:ext>
            </a:extLst>
          </p:cNvPr>
          <p:cNvGrpSpPr/>
          <p:nvPr/>
        </p:nvGrpSpPr>
        <p:grpSpPr>
          <a:xfrm>
            <a:off x="2014742" y="1162465"/>
            <a:ext cx="269640" cy="376560"/>
            <a:chOff x="2014742" y="1162465"/>
            <a:chExt cx="269640" cy="376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484CF860-3F1C-8ABD-850C-50E0F796E91B}"/>
                    </a:ext>
                  </a:extLst>
                </p14:cNvPr>
                <p14:cNvContentPartPr/>
                <p14:nvPr/>
              </p14:nvContentPartPr>
              <p14:xfrm>
                <a:off x="2014742" y="1165705"/>
                <a:ext cx="235800" cy="2808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484CF860-3F1C-8ABD-850C-50E0F796E91B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1997102" y="1147705"/>
                  <a:ext cx="27144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E266344-A923-40A1-0672-D363F54CA6F4}"/>
                    </a:ext>
                  </a:extLst>
                </p14:cNvPr>
                <p14:cNvContentPartPr/>
                <p14:nvPr/>
              </p14:nvContentPartPr>
              <p14:xfrm>
                <a:off x="2038862" y="1162465"/>
                <a:ext cx="245520" cy="3765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E266344-A923-40A1-0672-D363F54CA6F4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2021222" y="1144465"/>
                  <a:ext cx="281160" cy="412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12A9A26C-2F37-1C01-0EB4-390BED633FA8}"/>
              </a:ext>
            </a:extLst>
          </p:cNvPr>
          <p:cNvGrpSpPr/>
          <p:nvPr/>
        </p:nvGrpSpPr>
        <p:grpSpPr>
          <a:xfrm>
            <a:off x="371702" y="3386905"/>
            <a:ext cx="963360" cy="371880"/>
            <a:chOff x="371702" y="3386905"/>
            <a:chExt cx="963360" cy="371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55E2AF76-7971-82DB-5845-804FEBDA7D42}"/>
                    </a:ext>
                  </a:extLst>
                </p14:cNvPr>
                <p14:cNvContentPartPr/>
                <p14:nvPr/>
              </p14:nvContentPartPr>
              <p14:xfrm>
                <a:off x="371702" y="3386905"/>
                <a:ext cx="245160" cy="37188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55E2AF76-7971-82DB-5845-804FEBDA7D42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354062" y="3369265"/>
                  <a:ext cx="280800" cy="40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83C41D49-5CA6-9498-C4FE-5417CC6FE1FB}"/>
                    </a:ext>
                  </a:extLst>
                </p14:cNvPr>
                <p14:cNvContentPartPr/>
                <p14:nvPr/>
              </p14:nvContentPartPr>
              <p14:xfrm>
                <a:off x="599582" y="3535225"/>
                <a:ext cx="102240" cy="11232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83C41D49-5CA6-9498-C4FE-5417CC6FE1FB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581942" y="3517225"/>
                  <a:ext cx="13788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0902A31D-88C9-DE8B-051F-779676D8B6A1}"/>
                    </a:ext>
                  </a:extLst>
                </p14:cNvPr>
                <p14:cNvContentPartPr/>
                <p14:nvPr/>
              </p14:nvContentPartPr>
              <p14:xfrm>
                <a:off x="748262" y="3492745"/>
                <a:ext cx="108720" cy="13140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0902A31D-88C9-DE8B-051F-779676D8B6A1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30262" y="3474745"/>
                  <a:ext cx="14436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900F2B47-5CAD-115E-C5EB-926DC56BD877}"/>
                    </a:ext>
                  </a:extLst>
                </p14:cNvPr>
                <p14:cNvContentPartPr/>
                <p14:nvPr/>
              </p14:nvContentPartPr>
              <p14:xfrm>
                <a:off x="926822" y="3462505"/>
                <a:ext cx="98280" cy="16812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900F2B47-5CAD-115E-C5EB-926DC56BD877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909182" y="3444505"/>
                  <a:ext cx="13392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3575C81E-EABD-9723-1399-7D625D9A23DF}"/>
                    </a:ext>
                  </a:extLst>
                </p14:cNvPr>
                <p14:cNvContentPartPr/>
                <p14:nvPr/>
              </p14:nvContentPartPr>
              <p14:xfrm>
                <a:off x="1110782" y="3418225"/>
                <a:ext cx="224280" cy="16668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3575C81E-EABD-9723-1399-7D625D9A23DF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1092782" y="3400225"/>
                  <a:ext cx="259920" cy="202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CC667BB4-F311-B1AA-8E78-47562A83C669}"/>
              </a:ext>
            </a:extLst>
          </p:cNvPr>
          <p:cNvGrpSpPr/>
          <p:nvPr/>
        </p:nvGrpSpPr>
        <p:grpSpPr>
          <a:xfrm>
            <a:off x="981542" y="3746185"/>
            <a:ext cx="1740960" cy="618480"/>
            <a:chOff x="981542" y="3746185"/>
            <a:chExt cx="1740960" cy="61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29D25F71-79E3-D343-8BB3-C167082342D9}"/>
                    </a:ext>
                  </a:extLst>
                </p14:cNvPr>
                <p14:cNvContentPartPr/>
                <p14:nvPr/>
              </p14:nvContentPartPr>
              <p14:xfrm>
                <a:off x="1051742" y="3952825"/>
                <a:ext cx="218880" cy="32940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29D25F71-79E3-D343-8BB3-C167082342D9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1033742" y="3935185"/>
                  <a:ext cx="254520" cy="36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ED031061-EE79-5E96-53F7-EBB992AED9E9}"/>
                    </a:ext>
                  </a:extLst>
                </p14:cNvPr>
                <p14:cNvContentPartPr/>
                <p14:nvPr/>
              </p14:nvContentPartPr>
              <p14:xfrm>
                <a:off x="1435142" y="4041745"/>
                <a:ext cx="256680" cy="4824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ED031061-EE79-5E96-53F7-EBB992AED9E9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417502" y="4024105"/>
                  <a:ext cx="29232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6EB572DC-C455-8294-0000-5AA688855095}"/>
                    </a:ext>
                  </a:extLst>
                </p14:cNvPr>
                <p14:cNvContentPartPr/>
                <p14:nvPr/>
              </p14:nvContentPartPr>
              <p14:xfrm>
                <a:off x="1781822" y="3746185"/>
                <a:ext cx="194760" cy="32508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6EB572DC-C455-8294-0000-5AA688855095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1763822" y="3728185"/>
                  <a:ext cx="230400" cy="36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1B682A1D-9FA4-45E9-02A2-6C8A2C4DFEAF}"/>
                    </a:ext>
                  </a:extLst>
                </p14:cNvPr>
                <p14:cNvContentPartPr/>
                <p14:nvPr/>
              </p14:nvContentPartPr>
              <p14:xfrm>
                <a:off x="2121302" y="3951025"/>
                <a:ext cx="37440" cy="12456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1B682A1D-9FA4-45E9-02A2-6C8A2C4DFEAF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2103662" y="3933025"/>
                  <a:ext cx="7308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775D8467-72BE-BD91-67B8-BE06E19BD41B}"/>
                    </a:ext>
                  </a:extLst>
                </p14:cNvPr>
                <p14:cNvContentPartPr/>
                <p14:nvPr/>
              </p14:nvContentPartPr>
              <p14:xfrm>
                <a:off x="2109422" y="3868945"/>
                <a:ext cx="17640" cy="1044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775D8467-72BE-BD91-67B8-BE06E19BD41B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2091422" y="3850945"/>
                  <a:ext cx="5328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2A679E34-D27A-A07F-D9A2-76327D41A8E7}"/>
                    </a:ext>
                  </a:extLst>
                </p14:cNvPr>
                <p14:cNvContentPartPr/>
                <p14:nvPr/>
              </p14:nvContentPartPr>
              <p14:xfrm>
                <a:off x="2266382" y="3850585"/>
                <a:ext cx="191160" cy="14832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2A679E34-D27A-A07F-D9A2-76327D41A8E7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2248382" y="3832945"/>
                  <a:ext cx="22680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7F69F206-5868-158F-ACA5-8FCD57D058B2}"/>
                    </a:ext>
                  </a:extLst>
                </p14:cNvPr>
                <p14:cNvContentPartPr/>
                <p14:nvPr/>
              </p14:nvContentPartPr>
              <p14:xfrm>
                <a:off x="981542" y="4073785"/>
                <a:ext cx="1740960" cy="29088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7F69F206-5868-158F-ACA5-8FCD57D058B2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963542" y="4056145"/>
                  <a:ext cx="1776600" cy="32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FA425267-FC33-F256-6098-5D83501060DB}"/>
              </a:ext>
            </a:extLst>
          </p:cNvPr>
          <p:cNvGrpSpPr/>
          <p:nvPr/>
        </p:nvGrpSpPr>
        <p:grpSpPr>
          <a:xfrm>
            <a:off x="1703702" y="4293745"/>
            <a:ext cx="384480" cy="478800"/>
            <a:chOff x="1703702" y="4293745"/>
            <a:chExt cx="384480" cy="478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BF87F259-5D3E-5689-4F41-AE72D56A67C6}"/>
                    </a:ext>
                  </a:extLst>
                </p14:cNvPr>
                <p14:cNvContentPartPr/>
                <p14:nvPr/>
              </p14:nvContentPartPr>
              <p14:xfrm>
                <a:off x="1703702" y="4395265"/>
                <a:ext cx="96480" cy="37728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BF87F259-5D3E-5689-4F41-AE72D56A67C6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1685702" y="4377625"/>
                  <a:ext cx="132120" cy="41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1B9D5738-A08A-D799-CD05-190A198841A6}"/>
                    </a:ext>
                  </a:extLst>
                </p14:cNvPr>
                <p14:cNvContentPartPr/>
                <p14:nvPr/>
              </p14:nvContentPartPr>
              <p14:xfrm>
                <a:off x="1736822" y="4387705"/>
                <a:ext cx="213480" cy="14436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1B9D5738-A08A-D799-CD05-190A198841A6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1718822" y="4370065"/>
                  <a:ext cx="24912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66664B29-5FAA-3056-48D8-EDAB20A7CBD5}"/>
                    </a:ext>
                  </a:extLst>
                </p14:cNvPr>
                <p14:cNvContentPartPr/>
                <p14:nvPr/>
              </p14:nvContentPartPr>
              <p14:xfrm>
                <a:off x="1995302" y="4425145"/>
                <a:ext cx="92880" cy="15480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66664B29-5FAA-3056-48D8-EDAB20A7CBD5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1977662" y="4407145"/>
                  <a:ext cx="12852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C6C269C8-5CB6-7E8A-9C00-81E1702D8F2F}"/>
                    </a:ext>
                  </a:extLst>
                </p14:cNvPr>
                <p14:cNvContentPartPr/>
                <p14:nvPr/>
              </p14:nvContentPartPr>
              <p14:xfrm>
                <a:off x="1993502" y="4293745"/>
                <a:ext cx="8640" cy="1980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C6C269C8-5CB6-7E8A-9C00-81E1702D8F2F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1975502" y="4276105"/>
                  <a:ext cx="44280" cy="55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46103FC3-1AF5-AF8D-2256-07CBD3FDB610}"/>
              </a:ext>
            </a:extLst>
          </p:cNvPr>
          <p:cNvGrpSpPr/>
          <p:nvPr/>
        </p:nvGrpSpPr>
        <p:grpSpPr>
          <a:xfrm>
            <a:off x="2872622" y="3970465"/>
            <a:ext cx="114120" cy="87120"/>
            <a:chOff x="2872622" y="3970465"/>
            <a:chExt cx="114120" cy="87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4147951D-A042-FD60-2F86-612F0E7DB422}"/>
                    </a:ext>
                  </a:extLst>
                </p14:cNvPr>
                <p14:cNvContentPartPr/>
                <p14:nvPr/>
              </p14:nvContentPartPr>
              <p14:xfrm>
                <a:off x="2872622" y="3970465"/>
                <a:ext cx="72720" cy="3276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4147951D-A042-FD60-2F86-612F0E7DB422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854622" y="3952465"/>
                  <a:ext cx="10836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0127736E-4F7D-4385-CBA3-CD6A13D3AD82}"/>
                    </a:ext>
                  </a:extLst>
                </p14:cNvPr>
                <p14:cNvContentPartPr/>
                <p14:nvPr/>
              </p14:nvContentPartPr>
              <p14:xfrm>
                <a:off x="2908262" y="4030945"/>
                <a:ext cx="78480" cy="2664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0127736E-4F7D-4385-CBA3-CD6A13D3AD82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890262" y="4012945"/>
                  <a:ext cx="114120" cy="62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9CF0CE3B-6CFD-9AC3-C423-DDCC177C1E5E}"/>
              </a:ext>
            </a:extLst>
          </p:cNvPr>
          <p:cNvGrpSpPr/>
          <p:nvPr/>
        </p:nvGrpSpPr>
        <p:grpSpPr>
          <a:xfrm>
            <a:off x="1693622" y="1078585"/>
            <a:ext cx="251640" cy="350280"/>
            <a:chOff x="1693622" y="1078585"/>
            <a:chExt cx="251640" cy="350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6516D6F7-BA15-294B-1325-DAE6F2465165}"/>
                    </a:ext>
                  </a:extLst>
                </p14:cNvPr>
                <p14:cNvContentPartPr/>
                <p14:nvPr/>
              </p14:nvContentPartPr>
              <p14:xfrm>
                <a:off x="1711622" y="1114945"/>
                <a:ext cx="53280" cy="26892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6516D6F7-BA15-294B-1325-DAE6F2465165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1693622" y="1097305"/>
                  <a:ext cx="88920" cy="30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D1F68870-B8D7-770D-E73D-E05897D248CA}"/>
                    </a:ext>
                  </a:extLst>
                </p14:cNvPr>
                <p14:cNvContentPartPr/>
                <p14:nvPr/>
              </p14:nvContentPartPr>
              <p14:xfrm>
                <a:off x="1693622" y="1078585"/>
                <a:ext cx="141120" cy="6264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D1F68870-B8D7-770D-E73D-E05897D248CA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1675982" y="1060585"/>
                  <a:ext cx="17676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18D38FFC-49C5-BF2E-4C96-29B8514A02C1}"/>
                    </a:ext>
                  </a:extLst>
                </p14:cNvPr>
                <p14:cNvContentPartPr/>
                <p14:nvPr/>
              </p14:nvContentPartPr>
              <p14:xfrm>
                <a:off x="1761662" y="1400785"/>
                <a:ext cx="183600" cy="2808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18D38FFC-49C5-BF2E-4C96-29B8514A02C1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1743662" y="1383145"/>
                  <a:ext cx="219240" cy="63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B1B8849A-30CE-A85A-CA34-FDB0B3746375}"/>
              </a:ext>
            </a:extLst>
          </p:cNvPr>
          <p:cNvGrpSpPr/>
          <p:nvPr/>
        </p:nvGrpSpPr>
        <p:grpSpPr>
          <a:xfrm>
            <a:off x="3865142" y="1314025"/>
            <a:ext cx="215280" cy="524520"/>
            <a:chOff x="3865142" y="1314025"/>
            <a:chExt cx="215280" cy="52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C11E7168-3C67-E74B-5362-B73A4DBBEE73}"/>
                    </a:ext>
                  </a:extLst>
                </p14:cNvPr>
                <p14:cNvContentPartPr/>
                <p14:nvPr/>
              </p14:nvContentPartPr>
              <p14:xfrm>
                <a:off x="3889622" y="1348945"/>
                <a:ext cx="144360" cy="2916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C11E7168-3C67-E74B-5362-B73A4DBBEE73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3871622" y="1330945"/>
                  <a:ext cx="18000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5B168394-3814-4366-3241-76BD9A5AC1D7}"/>
                    </a:ext>
                  </a:extLst>
                </p14:cNvPr>
                <p14:cNvContentPartPr/>
                <p14:nvPr/>
              </p14:nvContentPartPr>
              <p14:xfrm>
                <a:off x="4023182" y="1314025"/>
                <a:ext cx="40320" cy="5054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5B168394-3814-4366-3241-76BD9A5AC1D7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4005542" y="1296385"/>
                  <a:ext cx="75960" cy="54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15FD22A4-BD8C-096C-4156-23DF995A17B7}"/>
                    </a:ext>
                  </a:extLst>
                </p14:cNvPr>
                <p14:cNvContentPartPr/>
                <p14:nvPr/>
              </p14:nvContentPartPr>
              <p14:xfrm>
                <a:off x="3865142" y="1772665"/>
                <a:ext cx="215280" cy="6588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15FD22A4-BD8C-096C-4156-23DF995A17B7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3847502" y="1755025"/>
                  <a:ext cx="250920" cy="101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7" name="Group 146">
            <a:extLst>
              <a:ext uri="{FF2B5EF4-FFF2-40B4-BE49-F238E27FC236}">
                <a16:creationId xmlns:a16="http://schemas.microsoft.com/office/drawing/2014/main" id="{DB94D81D-481D-6088-734B-82EF4FA928B2}"/>
              </a:ext>
            </a:extLst>
          </p:cNvPr>
          <p:cNvGrpSpPr/>
          <p:nvPr/>
        </p:nvGrpSpPr>
        <p:grpSpPr>
          <a:xfrm>
            <a:off x="3214982" y="3062185"/>
            <a:ext cx="2416320" cy="952200"/>
            <a:chOff x="3214982" y="3062185"/>
            <a:chExt cx="2416320" cy="952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1EF28009-BF01-25B5-D1C9-0F228EB06F09}"/>
                    </a:ext>
                  </a:extLst>
                </p14:cNvPr>
                <p14:cNvContentPartPr/>
                <p14:nvPr/>
              </p14:nvContentPartPr>
              <p14:xfrm>
                <a:off x="3214982" y="3097825"/>
                <a:ext cx="105840" cy="35244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1EF28009-BF01-25B5-D1C9-0F228EB06F09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3196982" y="3079825"/>
                  <a:ext cx="141480" cy="38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DA089166-9D07-2F80-9100-D2D60F748C50}"/>
                    </a:ext>
                  </a:extLst>
                </p14:cNvPr>
                <p14:cNvContentPartPr/>
                <p14:nvPr/>
              </p14:nvContentPartPr>
              <p14:xfrm>
                <a:off x="3264662" y="3096745"/>
                <a:ext cx="200880" cy="3207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DA089166-9D07-2F80-9100-D2D60F748C50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3246662" y="3078745"/>
                  <a:ext cx="236520" cy="35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34733BCB-F3AC-EC6B-0B8E-7CD1D12176F9}"/>
                    </a:ext>
                  </a:extLst>
                </p14:cNvPr>
                <p14:cNvContentPartPr/>
                <p14:nvPr/>
              </p14:nvContentPartPr>
              <p14:xfrm>
                <a:off x="3549062" y="3062185"/>
                <a:ext cx="70200" cy="24516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34733BCB-F3AC-EC6B-0B8E-7CD1D12176F9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3531422" y="3044185"/>
                  <a:ext cx="105840" cy="28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ED15229C-D108-4B4E-7964-FFE10584D289}"/>
                    </a:ext>
                  </a:extLst>
                </p14:cNvPr>
                <p14:cNvContentPartPr/>
                <p14:nvPr/>
              </p14:nvContentPartPr>
              <p14:xfrm>
                <a:off x="3704942" y="3149665"/>
                <a:ext cx="196560" cy="12420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ED15229C-D108-4B4E-7964-FFE10584D289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3687302" y="3132025"/>
                  <a:ext cx="23220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575E6630-A3E4-C484-0FE8-97BEF0163126}"/>
                    </a:ext>
                  </a:extLst>
                </p14:cNvPr>
                <p14:cNvContentPartPr/>
                <p14:nvPr/>
              </p14:nvContentPartPr>
              <p14:xfrm>
                <a:off x="3987902" y="3063265"/>
                <a:ext cx="125640" cy="13752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575E6630-A3E4-C484-0FE8-97BEF0163126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3970262" y="3045265"/>
                  <a:ext cx="16128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30F0D3C6-31B1-4502-FAB5-7AA1EF2BC001}"/>
                    </a:ext>
                  </a:extLst>
                </p14:cNvPr>
                <p14:cNvContentPartPr/>
                <p14:nvPr/>
              </p14:nvContentPartPr>
              <p14:xfrm>
                <a:off x="3389582" y="3681025"/>
                <a:ext cx="181080" cy="17172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30F0D3C6-31B1-4502-FAB5-7AA1EF2BC001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3371582" y="3663385"/>
                  <a:ext cx="21672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F954786B-B80B-18ED-271D-10D63B5E0CE6}"/>
                    </a:ext>
                  </a:extLst>
                </p14:cNvPr>
                <p14:cNvContentPartPr/>
                <p14:nvPr/>
              </p14:nvContentPartPr>
              <p14:xfrm>
                <a:off x="3660302" y="3709465"/>
                <a:ext cx="25200" cy="1216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F954786B-B80B-18ED-271D-10D63B5E0CE6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3642662" y="3691465"/>
                  <a:ext cx="6084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BD2380CA-2481-370E-2894-E8731A3FA032}"/>
                    </a:ext>
                  </a:extLst>
                </p14:cNvPr>
                <p14:cNvContentPartPr/>
                <p14:nvPr/>
              </p14:nvContentPartPr>
              <p14:xfrm>
                <a:off x="3650942" y="3618385"/>
                <a:ext cx="286200" cy="12312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BD2380CA-2481-370E-2894-E8731A3FA032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3633302" y="3600385"/>
                  <a:ext cx="32184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A20E4A38-E1A1-25C4-9E73-08E123833950}"/>
                    </a:ext>
                  </a:extLst>
                </p14:cNvPr>
                <p14:cNvContentPartPr/>
                <p14:nvPr/>
              </p14:nvContentPartPr>
              <p14:xfrm>
                <a:off x="4149542" y="3562225"/>
                <a:ext cx="186120" cy="6804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A20E4A38-E1A1-25C4-9E73-08E123833950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4131542" y="3544585"/>
                  <a:ext cx="22176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B5AA4A4A-FC4E-C9F0-F1BD-F84412EA5287}"/>
                    </a:ext>
                  </a:extLst>
                </p14:cNvPr>
                <p14:cNvContentPartPr/>
                <p14:nvPr/>
              </p14:nvContentPartPr>
              <p14:xfrm>
                <a:off x="4574702" y="3413905"/>
                <a:ext cx="163800" cy="23400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B5AA4A4A-FC4E-C9F0-F1BD-F84412EA5287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4556702" y="3395905"/>
                  <a:ext cx="19944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17CD0D37-4535-4E1F-5D45-CF49A3D8A3B7}"/>
                    </a:ext>
                  </a:extLst>
                </p14:cNvPr>
                <p14:cNvContentPartPr/>
                <p14:nvPr/>
              </p14:nvContentPartPr>
              <p14:xfrm>
                <a:off x="4847942" y="3570505"/>
                <a:ext cx="74160" cy="13860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17CD0D37-4535-4E1F-5D45-CF49A3D8A3B7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4829942" y="3552505"/>
                  <a:ext cx="10980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C257CEC4-2A4E-6E5F-6E2D-875DE2857070}"/>
                    </a:ext>
                  </a:extLst>
                </p14:cNvPr>
                <p14:cNvContentPartPr/>
                <p14:nvPr/>
              </p14:nvContentPartPr>
              <p14:xfrm>
                <a:off x="4972142" y="3541345"/>
                <a:ext cx="115200" cy="9468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C257CEC4-2A4E-6E5F-6E2D-875DE2857070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4954142" y="3523705"/>
                  <a:ext cx="15084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70A8F1A1-A4A8-31C1-97DE-37A7A60A396A}"/>
                    </a:ext>
                  </a:extLst>
                </p14:cNvPr>
                <p14:cNvContentPartPr/>
                <p14:nvPr/>
              </p14:nvContentPartPr>
              <p14:xfrm>
                <a:off x="5098502" y="3405985"/>
                <a:ext cx="134640" cy="30204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70A8F1A1-A4A8-31C1-97DE-37A7A60A396A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5080502" y="3387985"/>
                  <a:ext cx="170280" cy="33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F940F5A1-0220-EBBB-9899-F4A4B9B520DD}"/>
                    </a:ext>
                  </a:extLst>
                </p14:cNvPr>
                <p14:cNvContentPartPr/>
                <p14:nvPr/>
              </p14:nvContentPartPr>
              <p14:xfrm>
                <a:off x="5099222" y="3401305"/>
                <a:ext cx="345960" cy="16128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F940F5A1-0220-EBBB-9899-F4A4B9B520DD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5081582" y="3383665"/>
                  <a:ext cx="38160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745F2EA8-BCB0-B56A-9735-B27AFDC8D1A5}"/>
                    </a:ext>
                  </a:extLst>
                </p14:cNvPr>
                <p14:cNvContentPartPr/>
                <p14:nvPr/>
              </p14:nvContentPartPr>
              <p14:xfrm>
                <a:off x="3442142" y="3790825"/>
                <a:ext cx="2189160" cy="22356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745F2EA8-BCB0-B56A-9735-B27AFDC8D1A5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3424142" y="3772825"/>
                  <a:ext cx="2224800" cy="259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094FFB07-DA25-59FB-BEDC-91AEDDFE5284}"/>
              </a:ext>
            </a:extLst>
          </p:cNvPr>
          <p:cNvGrpSpPr/>
          <p:nvPr/>
        </p:nvGrpSpPr>
        <p:grpSpPr>
          <a:xfrm>
            <a:off x="4288142" y="4173145"/>
            <a:ext cx="434880" cy="293040"/>
            <a:chOff x="4288142" y="4173145"/>
            <a:chExt cx="434880" cy="293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B68ED5B1-EEDC-366A-1CC8-21359C1FC1CE}"/>
                    </a:ext>
                  </a:extLst>
                </p14:cNvPr>
                <p14:cNvContentPartPr/>
                <p14:nvPr/>
              </p14:nvContentPartPr>
              <p14:xfrm>
                <a:off x="4296062" y="4197265"/>
                <a:ext cx="58320" cy="26892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B68ED5B1-EEDC-366A-1CC8-21359C1FC1CE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4278062" y="4179625"/>
                  <a:ext cx="93960" cy="30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2A823C62-318E-C6B4-91F3-DA13BE979AE2}"/>
                    </a:ext>
                  </a:extLst>
                </p14:cNvPr>
                <p14:cNvContentPartPr/>
                <p14:nvPr/>
              </p14:nvContentPartPr>
              <p14:xfrm>
                <a:off x="4288142" y="4173145"/>
                <a:ext cx="208800" cy="16704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2A823C62-318E-C6B4-91F3-DA13BE979AE2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4270142" y="4155505"/>
                  <a:ext cx="24444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B27D2F17-2AB4-D450-AC1C-01A8E01FEEC0}"/>
                    </a:ext>
                  </a:extLst>
                </p14:cNvPr>
                <p14:cNvContentPartPr/>
                <p14:nvPr/>
              </p14:nvContentPartPr>
              <p14:xfrm>
                <a:off x="4640582" y="4192585"/>
                <a:ext cx="82440" cy="27324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B27D2F17-2AB4-D450-AC1C-01A8E01FEEC0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4622942" y="4174945"/>
                  <a:ext cx="118080" cy="30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9DECA092-E591-E741-1DEF-B1B02B2D6653}"/>
                    </a:ext>
                  </a:extLst>
                </p14:cNvPr>
                <p14:cNvContentPartPr/>
                <p14:nvPr/>
              </p14:nvContentPartPr>
              <p14:xfrm>
                <a:off x="4614302" y="4316065"/>
                <a:ext cx="89640" cy="4608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9DECA092-E591-E741-1DEF-B1B02B2D6653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4596662" y="4298425"/>
                  <a:ext cx="125280" cy="817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708358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13D11C-C71B-AEA4-6899-E3E6384A3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4D31AC-ABFB-5EE3-191C-05943BFD5C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Non-inverting Op Amp</a:t>
            </a:r>
          </a:p>
        </p:txBody>
      </p: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2B663C2E-F1E0-C7C4-3D69-421FC8B9715B}"/>
              </a:ext>
            </a:extLst>
          </p:cNvPr>
          <p:cNvGrpSpPr/>
          <p:nvPr/>
        </p:nvGrpSpPr>
        <p:grpSpPr>
          <a:xfrm>
            <a:off x="911211" y="1335960"/>
            <a:ext cx="4675320" cy="1895040"/>
            <a:chOff x="911211" y="1335960"/>
            <a:chExt cx="4675320" cy="1895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4C181428-6D66-F5C8-6328-0765603E2CDE}"/>
                    </a:ext>
                  </a:extLst>
                </p14:cNvPr>
                <p14:cNvContentPartPr/>
                <p14:nvPr/>
              </p14:nvContentPartPr>
              <p14:xfrm>
                <a:off x="2741811" y="1372320"/>
                <a:ext cx="66600" cy="178128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4C181428-6D66-F5C8-6328-0765603E2CDE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723811" y="1354680"/>
                  <a:ext cx="102240" cy="181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370D1042-0CEE-8044-0AC5-747636C94231}"/>
                    </a:ext>
                  </a:extLst>
                </p14:cNvPr>
                <p14:cNvContentPartPr/>
                <p14:nvPr/>
              </p14:nvContentPartPr>
              <p14:xfrm>
                <a:off x="2759091" y="1335960"/>
                <a:ext cx="1873440" cy="189504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370D1042-0CEE-8044-0AC5-747636C94231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741091" y="1318320"/>
                  <a:ext cx="1909080" cy="19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624BB2E9-B6DB-EE07-4046-8B9C59C8C436}"/>
                    </a:ext>
                  </a:extLst>
                </p14:cNvPr>
                <p14:cNvContentPartPr/>
                <p14:nvPr/>
              </p14:nvContentPartPr>
              <p14:xfrm>
                <a:off x="2961051" y="1902960"/>
                <a:ext cx="343440" cy="2736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624BB2E9-B6DB-EE07-4046-8B9C59C8C436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943411" y="1885320"/>
                  <a:ext cx="3790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31FB2E35-FD94-0ADE-FDF7-CC66B0CF13B7}"/>
                    </a:ext>
                  </a:extLst>
                </p14:cNvPr>
                <p14:cNvContentPartPr/>
                <p14:nvPr/>
              </p14:nvContentPartPr>
              <p14:xfrm>
                <a:off x="3103971" y="2531520"/>
                <a:ext cx="252360" cy="3132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31FB2E35-FD94-0ADE-FDF7-CC66B0CF13B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085971" y="2513880"/>
                  <a:ext cx="28800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F908939F-E1C1-46DB-7B8C-2C7FFCF763CF}"/>
                    </a:ext>
                  </a:extLst>
                </p14:cNvPr>
                <p14:cNvContentPartPr/>
                <p14:nvPr/>
              </p14:nvContentPartPr>
              <p14:xfrm>
                <a:off x="3198291" y="2448000"/>
                <a:ext cx="40320" cy="22392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F908939F-E1C1-46DB-7B8C-2C7FFCF763CF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180651" y="2430000"/>
                  <a:ext cx="75960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7E68BCB4-77AF-9E16-D629-3C4C7C2323B5}"/>
                    </a:ext>
                  </a:extLst>
                </p14:cNvPr>
                <p14:cNvContentPartPr/>
                <p14:nvPr/>
              </p14:nvContentPartPr>
              <p14:xfrm>
                <a:off x="4657731" y="2096280"/>
                <a:ext cx="928800" cy="4824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7E68BCB4-77AF-9E16-D629-3C4C7C2323B5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640091" y="2078640"/>
                  <a:ext cx="96444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7828D7D6-737E-8DA0-EA28-8D411F3986C1}"/>
                    </a:ext>
                  </a:extLst>
                </p14:cNvPr>
                <p14:cNvContentPartPr/>
                <p14:nvPr/>
              </p14:nvContentPartPr>
              <p14:xfrm>
                <a:off x="2007771" y="2627280"/>
                <a:ext cx="846000" cy="8388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7828D7D6-737E-8DA0-EA28-8D411F3986C1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990131" y="2609280"/>
                  <a:ext cx="88164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3804BE37-5358-5929-D130-C0BC95AF49FF}"/>
                    </a:ext>
                  </a:extLst>
                </p14:cNvPr>
                <p14:cNvContentPartPr/>
                <p14:nvPr/>
              </p14:nvContentPartPr>
              <p14:xfrm>
                <a:off x="1954491" y="2592720"/>
                <a:ext cx="155160" cy="17604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3804BE37-5358-5929-D130-C0BC95AF49FF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936851" y="2574720"/>
                  <a:ext cx="19080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8C47A846-22E1-0E79-BDEA-532BC2DA52B0}"/>
                    </a:ext>
                  </a:extLst>
                </p14:cNvPr>
                <p14:cNvContentPartPr/>
                <p14:nvPr/>
              </p14:nvContentPartPr>
              <p14:xfrm>
                <a:off x="911211" y="2787480"/>
                <a:ext cx="192960" cy="23688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8C47A846-22E1-0E79-BDEA-532BC2DA52B0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93211" y="2769840"/>
                  <a:ext cx="228600" cy="27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7FD935C9-12EC-D341-4918-3518DF62D825}"/>
                    </a:ext>
                  </a:extLst>
                </p14:cNvPr>
                <p14:cNvContentPartPr/>
                <p14:nvPr/>
              </p14:nvContentPartPr>
              <p14:xfrm>
                <a:off x="1257891" y="2909880"/>
                <a:ext cx="72720" cy="14292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7FD935C9-12EC-D341-4918-3518DF62D82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239891" y="2891880"/>
                  <a:ext cx="10836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81350D1C-7047-26E8-9861-C18354C2DBF0}"/>
                    </a:ext>
                  </a:extLst>
                </p14:cNvPr>
                <p14:cNvContentPartPr/>
                <p14:nvPr/>
              </p14:nvContentPartPr>
              <p14:xfrm>
                <a:off x="1260051" y="2771640"/>
                <a:ext cx="9720" cy="1980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81350D1C-7047-26E8-9861-C18354C2DBF0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242051" y="2753640"/>
                  <a:ext cx="4536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C9AD87D9-DCCA-7C35-1A76-5742B6E0867E}"/>
                    </a:ext>
                  </a:extLst>
                </p14:cNvPr>
                <p14:cNvContentPartPr/>
                <p14:nvPr/>
              </p14:nvContentPartPr>
              <p14:xfrm>
                <a:off x="1388571" y="2867400"/>
                <a:ext cx="217080" cy="13572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C9AD87D9-DCCA-7C35-1A76-5742B6E0867E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370931" y="2849400"/>
                  <a:ext cx="252720" cy="171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6">
            <p14:nvContentPartPr>
              <p14:cNvPr id="178" name="Ink 177">
                <a:extLst>
                  <a:ext uri="{FF2B5EF4-FFF2-40B4-BE49-F238E27FC236}">
                    <a16:creationId xmlns:a16="http://schemas.microsoft.com/office/drawing/2014/main" id="{852EA89C-4F39-0254-842D-90504729A50D}"/>
                  </a:ext>
                </a:extLst>
              </p14:cNvPr>
              <p14:cNvContentPartPr/>
              <p14:nvPr/>
            </p14:nvContentPartPr>
            <p14:xfrm>
              <a:off x="5558091" y="2064240"/>
              <a:ext cx="109080" cy="115200"/>
            </p14:xfrm>
          </p:contentPart>
        </mc:Choice>
        <mc:Fallback>
          <p:pic>
            <p:nvPicPr>
              <p:cNvPr id="178" name="Ink 177">
                <a:extLst>
                  <a:ext uri="{FF2B5EF4-FFF2-40B4-BE49-F238E27FC236}">
                    <a16:creationId xmlns:a16="http://schemas.microsoft.com/office/drawing/2014/main" id="{852EA89C-4F39-0254-842D-90504729A50D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5540451" y="2046240"/>
                <a:ext cx="144720" cy="150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C4AAB00B-B1A4-A254-85B5-C3EB8BD0BE36}"/>
                  </a:ext>
                </a:extLst>
              </p14:cNvPr>
              <p14:cNvContentPartPr/>
              <p14:nvPr/>
            </p14:nvContentPartPr>
            <p14:xfrm>
              <a:off x="5591211" y="2123640"/>
              <a:ext cx="25200" cy="13680"/>
            </p14:xfrm>
          </p:contentPart>
        </mc:Choice>
        <mc:Fallback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C4AAB00B-B1A4-A254-85B5-C3EB8BD0BE36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5573571" y="2105640"/>
                <a:ext cx="60840" cy="49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">
            <p14:nvContentPartPr>
              <p14:cNvPr id="182" name="Ink 181">
                <a:extLst>
                  <a:ext uri="{FF2B5EF4-FFF2-40B4-BE49-F238E27FC236}">
                    <a16:creationId xmlns:a16="http://schemas.microsoft.com/office/drawing/2014/main" id="{4AF481D8-6C38-1CCE-3A0A-EBDA052924FE}"/>
                  </a:ext>
                </a:extLst>
              </p14:cNvPr>
              <p14:cNvContentPartPr/>
              <p14:nvPr/>
            </p14:nvContentPartPr>
            <p14:xfrm>
              <a:off x="5288451" y="51480"/>
              <a:ext cx="242280" cy="668520"/>
            </p14:xfrm>
          </p:contentPart>
        </mc:Choice>
        <mc:Fallback>
          <p:pic>
            <p:nvPicPr>
              <p:cNvPr id="182" name="Ink 181">
                <a:extLst>
                  <a:ext uri="{FF2B5EF4-FFF2-40B4-BE49-F238E27FC236}">
                    <a16:creationId xmlns:a16="http://schemas.microsoft.com/office/drawing/2014/main" id="{4AF481D8-6C38-1CCE-3A0A-EBDA052924FE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5270451" y="33480"/>
                <a:ext cx="277920" cy="704160"/>
              </a:xfrm>
              <a:prstGeom prst="rect">
                <a:avLst/>
              </a:prstGeom>
            </p:spPr>
          </p:pic>
        </mc:Fallback>
      </mc:AlternateContent>
      <p:grpSp>
        <p:nvGrpSpPr>
          <p:cNvPr id="201" name="Group 200">
            <a:extLst>
              <a:ext uri="{FF2B5EF4-FFF2-40B4-BE49-F238E27FC236}">
                <a16:creationId xmlns:a16="http://schemas.microsoft.com/office/drawing/2014/main" id="{4FD46177-429B-97CE-7814-2F53D20BD332}"/>
              </a:ext>
            </a:extLst>
          </p:cNvPr>
          <p:cNvGrpSpPr/>
          <p:nvPr/>
        </p:nvGrpSpPr>
        <p:grpSpPr>
          <a:xfrm>
            <a:off x="5799291" y="226800"/>
            <a:ext cx="1112400" cy="300960"/>
            <a:chOff x="5799291" y="226800"/>
            <a:chExt cx="1112400" cy="300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D31A2691-BB6B-C146-082B-35FF04B3F94E}"/>
                    </a:ext>
                  </a:extLst>
                </p14:cNvPr>
                <p14:cNvContentPartPr/>
                <p14:nvPr/>
              </p14:nvContentPartPr>
              <p14:xfrm>
                <a:off x="5799291" y="233640"/>
                <a:ext cx="166320" cy="24444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D31A2691-BB6B-C146-082B-35FF04B3F94E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781651" y="216000"/>
                  <a:ext cx="201960" cy="28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ED9C7DA7-F3E9-BC98-B04F-18A0F12191C5}"/>
                    </a:ext>
                  </a:extLst>
                </p14:cNvPr>
                <p14:cNvContentPartPr/>
                <p14:nvPr/>
              </p14:nvContentPartPr>
              <p14:xfrm>
                <a:off x="6091611" y="226800"/>
                <a:ext cx="52560" cy="24372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ED9C7DA7-F3E9-BC98-B04F-18A0F12191C5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073971" y="208800"/>
                  <a:ext cx="88200" cy="2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EE8BFF7B-9030-B56D-F952-152A70166166}"/>
                    </a:ext>
                  </a:extLst>
                </p14:cNvPr>
                <p14:cNvContentPartPr/>
                <p14:nvPr/>
              </p14:nvContentPartPr>
              <p14:xfrm>
                <a:off x="6214011" y="347400"/>
                <a:ext cx="132480" cy="11556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EE8BFF7B-9030-B56D-F952-152A70166166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196011" y="329760"/>
                  <a:ext cx="16812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5CED04A3-FE10-EDB8-2155-E40B5120E2EE}"/>
                    </a:ext>
                  </a:extLst>
                </p14:cNvPr>
                <p14:cNvContentPartPr/>
                <p14:nvPr/>
              </p14:nvContentPartPr>
              <p14:xfrm>
                <a:off x="6416691" y="302400"/>
                <a:ext cx="97560" cy="22536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5CED04A3-FE10-EDB8-2155-E40B5120E2EE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399051" y="284400"/>
                  <a:ext cx="13320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4F2C3117-1666-EC42-FC7E-E27841C8B4B6}"/>
                    </a:ext>
                  </a:extLst>
                </p14:cNvPr>
                <p14:cNvContentPartPr/>
                <p14:nvPr/>
              </p14:nvContentPartPr>
              <p14:xfrm>
                <a:off x="6563931" y="354600"/>
                <a:ext cx="82080" cy="12528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4F2C3117-1666-EC42-FC7E-E27841C8B4B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546291" y="336960"/>
                  <a:ext cx="11772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01BB12F4-12B6-1A98-7B1C-E1647FCCD916}"/>
                    </a:ext>
                  </a:extLst>
                </p14:cNvPr>
                <p14:cNvContentPartPr/>
                <p14:nvPr/>
              </p14:nvContentPartPr>
              <p14:xfrm>
                <a:off x="6755811" y="229320"/>
                <a:ext cx="155880" cy="24552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01BB12F4-12B6-1A98-7B1C-E1647FCCD916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737811" y="211680"/>
                  <a:ext cx="191520" cy="281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0" name="Group 199">
            <a:extLst>
              <a:ext uri="{FF2B5EF4-FFF2-40B4-BE49-F238E27FC236}">
                <a16:creationId xmlns:a16="http://schemas.microsoft.com/office/drawing/2014/main" id="{0F32BCEF-1C62-E3B8-463C-0DEC2685A1C9}"/>
              </a:ext>
            </a:extLst>
          </p:cNvPr>
          <p:cNvGrpSpPr/>
          <p:nvPr/>
        </p:nvGrpSpPr>
        <p:grpSpPr>
          <a:xfrm>
            <a:off x="7239291" y="181080"/>
            <a:ext cx="591840" cy="299520"/>
            <a:chOff x="7239291" y="181080"/>
            <a:chExt cx="591840" cy="299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07CF5BCD-BDA3-2984-CB92-2EC44A7F2057}"/>
                    </a:ext>
                  </a:extLst>
                </p14:cNvPr>
                <p14:cNvContentPartPr/>
                <p14:nvPr/>
              </p14:nvContentPartPr>
              <p14:xfrm>
                <a:off x="7300851" y="181080"/>
                <a:ext cx="69120" cy="29952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07CF5BCD-BDA3-2984-CB92-2EC44A7F2057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282851" y="163080"/>
                  <a:ext cx="104760" cy="33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D73358D6-873C-4664-76A2-0C8170F01D8C}"/>
                    </a:ext>
                  </a:extLst>
                </p14:cNvPr>
                <p14:cNvContentPartPr/>
                <p14:nvPr/>
              </p14:nvContentPartPr>
              <p14:xfrm>
                <a:off x="7239291" y="267120"/>
                <a:ext cx="406800" cy="14400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D73358D6-873C-4664-76A2-0C8170F01D8C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221291" y="249480"/>
                  <a:ext cx="44244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C8A4FFA2-B489-ED98-9E2A-8650FF8A8DD2}"/>
                    </a:ext>
                  </a:extLst>
                </p14:cNvPr>
                <p14:cNvContentPartPr/>
                <p14:nvPr/>
              </p14:nvContentPartPr>
              <p14:xfrm>
                <a:off x="7746891" y="262440"/>
                <a:ext cx="84240" cy="12024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C8A4FFA2-B489-ED98-9E2A-8650FF8A8DD2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728891" y="244800"/>
                  <a:ext cx="119880" cy="15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FF03F8EA-CFD5-81CD-457F-5C21E86C1871}"/>
              </a:ext>
            </a:extLst>
          </p:cNvPr>
          <p:cNvGrpSpPr/>
          <p:nvPr/>
        </p:nvGrpSpPr>
        <p:grpSpPr>
          <a:xfrm>
            <a:off x="8279691" y="29160"/>
            <a:ext cx="780480" cy="405720"/>
            <a:chOff x="8279691" y="29160"/>
            <a:chExt cx="780480" cy="405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71569342-23AE-BF6F-0FB8-DE594DF2D0C5}"/>
                    </a:ext>
                  </a:extLst>
                </p14:cNvPr>
                <p14:cNvContentPartPr/>
                <p14:nvPr/>
              </p14:nvContentPartPr>
              <p14:xfrm>
                <a:off x="8279691" y="154440"/>
                <a:ext cx="57960" cy="21744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71569342-23AE-BF6F-0FB8-DE594DF2D0C5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8261691" y="136800"/>
                  <a:ext cx="9360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D1E83024-4E61-E412-613C-EB01BAAD1829}"/>
                    </a:ext>
                  </a:extLst>
                </p14:cNvPr>
                <p14:cNvContentPartPr/>
                <p14:nvPr/>
              </p14:nvContentPartPr>
              <p14:xfrm>
                <a:off x="8426571" y="288360"/>
                <a:ext cx="99360" cy="111240"/>
              </p14:xfrm>
            </p:contentPart>
          </mc:Choice>
          <mc:Fallback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D1E83024-4E61-E412-613C-EB01BAAD1829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8408931" y="270360"/>
                  <a:ext cx="13500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224E051B-560A-4701-2159-9B7E6295CE06}"/>
                    </a:ext>
                  </a:extLst>
                </p14:cNvPr>
                <p14:cNvContentPartPr/>
                <p14:nvPr/>
              </p14:nvContentPartPr>
              <p14:xfrm>
                <a:off x="8568411" y="248760"/>
                <a:ext cx="105480" cy="9468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224E051B-560A-4701-2159-9B7E6295CE06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550771" y="230760"/>
                  <a:ext cx="14112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3E40C117-83C7-637F-DA0C-E957B1D82B4C}"/>
                    </a:ext>
                  </a:extLst>
                </p14:cNvPr>
                <p14:cNvContentPartPr/>
                <p14:nvPr/>
              </p14:nvContentPartPr>
              <p14:xfrm>
                <a:off x="8814291" y="229680"/>
                <a:ext cx="16200" cy="205200"/>
              </p14:xfrm>
            </p:contentPart>
          </mc:Choice>
          <mc:Fallback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3E40C117-83C7-637F-DA0C-E957B1D82B4C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8796291" y="211680"/>
                  <a:ext cx="5184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5E33BA91-9261-408B-E316-D4B9C74547B5}"/>
                    </a:ext>
                  </a:extLst>
                </p14:cNvPr>
                <p14:cNvContentPartPr/>
                <p14:nvPr/>
              </p14:nvContentPartPr>
              <p14:xfrm>
                <a:off x="8801691" y="221760"/>
                <a:ext cx="90720" cy="11916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5E33BA91-9261-408B-E316-D4B9C74547B5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8783691" y="203760"/>
                  <a:ext cx="12636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885DE328-764D-B41F-5EE5-154949CB6535}"/>
                    </a:ext>
                  </a:extLst>
                </p14:cNvPr>
                <p14:cNvContentPartPr/>
                <p14:nvPr/>
              </p14:nvContentPartPr>
              <p14:xfrm>
                <a:off x="9004731" y="29160"/>
                <a:ext cx="55440" cy="38520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885DE328-764D-B41F-5EE5-154949CB6535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8986731" y="11160"/>
                  <a:ext cx="91080" cy="420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1" name="Group 210">
            <a:extLst>
              <a:ext uri="{FF2B5EF4-FFF2-40B4-BE49-F238E27FC236}">
                <a16:creationId xmlns:a16="http://schemas.microsoft.com/office/drawing/2014/main" id="{740D0F60-C536-82B2-9EDA-E78947BC54D8}"/>
              </a:ext>
            </a:extLst>
          </p:cNvPr>
          <p:cNvGrpSpPr/>
          <p:nvPr/>
        </p:nvGrpSpPr>
        <p:grpSpPr>
          <a:xfrm>
            <a:off x="842811" y="660240"/>
            <a:ext cx="4113000" cy="1776240"/>
            <a:chOff x="842811" y="660240"/>
            <a:chExt cx="4113000" cy="1776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4916C3A1-76DF-DE18-34C9-9FED30270653}"/>
                    </a:ext>
                  </a:extLst>
                </p14:cNvPr>
                <p14:cNvContentPartPr/>
                <p14:nvPr/>
              </p14:nvContentPartPr>
              <p14:xfrm>
                <a:off x="987891" y="1712160"/>
                <a:ext cx="19800" cy="54576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4916C3A1-76DF-DE18-34C9-9FED30270653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969891" y="1694520"/>
                  <a:ext cx="55440" cy="58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426D585D-4661-CD2B-412E-17D709B8AF96}"/>
                    </a:ext>
                  </a:extLst>
                </p14:cNvPr>
                <p14:cNvContentPartPr/>
                <p14:nvPr/>
              </p14:nvContentPartPr>
              <p14:xfrm>
                <a:off x="842811" y="2250000"/>
                <a:ext cx="280440" cy="3024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426D585D-4661-CD2B-412E-17D709B8AF96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824811" y="2232360"/>
                  <a:ext cx="31608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2ACA19E0-A7E1-C40B-EB43-ADBE1F5193B5}"/>
                    </a:ext>
                  </a:extLst>
                </p14:cNvPr>
                <p14:cNvContentPartPr/>
                <p14:nvPr/>
              </p14:nvContentPartPr>
              <p14:xfrm>
                <a:off x="845691" y="2316240"/>
                <a:ext cx="209160" cy="11196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2ACA19E0-A7E1-C40B-EB43-ADBE1F5193B5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827691" y="2298600"/>
                  <a:ext cx="24480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8A0DED46-FFDC-FEB3-04D7-AF4869EE6E50}"/>
                    </a:ext>
                  </a:extLst>
                </p14:cNvPr>
                <p14:cNvContentPartPr/>
                <p14:nvPr/>
              </p14:nvContentPartPr>
              <p14:xfrm>
                <a:off x="1029651" y="2260440"/>
                <a:ext cx="55080" cy="17604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8A0DED46-FFDC-FEB3-04D7-AF4869EE6E50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011651" y="2242440"/>
                  <a:ext cx="9072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E1C85CCD-AA1A-B93E-9962-56046F103D6C}"/>
                    </a:ext>
                  </a:extLst>
                </p14:cNvPr>
                <p14:cNvContentPartPr/>
                <p14:nvPr/>
              </p14:nvContentPartPr>
              <p14:xfrm>
                <a:off x="986091" y="1793880"/>
                <a:ext cx="573840" cy="1260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E1C85CCD-AA1A-B93E-9962-56046F103D6C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968451" y="1775880"/>
                  <a:ext cx="60948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31D28096-D69F-AB31-1EF6-49966B3AD89E}"/>
                    </a:ext>
                  </a:extLst>
                </p14:cNvPr>
                <p14:cNvContentPartPr/>
                <p14:nvPr/>
              </p14:nvContentPartPr>
              <p14:xfrm>
                <a:off x="1577571" y="1623240"/>
                <a:ext cx="475560" cy="20952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31D28096-D69F-AB31-1EF6-49966B3AD89E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559571" y="1605240"/>
                  <a:ext cx="51120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A419D538-D0BF-E934-2741-86866C94446F}"/>
                    </a:ext>
                  </a:extLst>
                </p14:cNvPr>
                <p14:cNvContentPartPr/>
                <p14:nvPr/>
              </p14:nvContentPartPr>
              <p14:xfrm>
                <a:off x="2044131" y="1805400"/>
                <a:ext cx="646560" cy="2880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A419D538-D0BF-E934-2741-86866C94446F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026131" y="1787400"/>
                  <a:ext cx="68220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718BC59B-445E-ED45-9248-225532B3BA23}"/>
                    </a:ext>
                  </a:extLst>
                </p14:cNvPr>
                <p14:cNvContentPartPr/>
                <p14:nvPr/>
              </p14:nvContentPartPr>
              <p14:xfrm>
                <a:off x="2717331" y="1779120"/>
                <a:ext cx="82080" cy="2088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718BC59B-445E-ED45-9248-225532B3BA23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2699691" y="1761120"/>
                  <a:ext cx="11772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6D82955F-D6A4-338D-9111-6A01805F6D54}"/>
                    </a:ext>
                  </a:extLst>
                </p14:cNvPr>
                <p14:cNvContentPartPr/>
                <p14:nvPr/>
              </p14:nvContentPartPr>
              <p14:xfrm>
                <a:off x="2747931" y="1791360"/>
                <a:ext cx="720" cy="396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6D82955F-D6A4-338D-9111-6A01805F6D54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2730291" y="1773720"/>
                  <a:ext cx="3636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93419DFA-0444-F50D-A3AD-DB05137C6A98}"/>
                    </a:ext>
                  </a:extLst>
                </p14:cNvPr>
                <p14:cNvContentPartPr/>
                <p14:nvPr/>
              </p14:nvContentPartPr>
              <p14:xfrm>
                <a:off x="2286051" y="918000"/>
                <a:ext cx="59760" cy="97092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93419DFA-0444-F50D-A3AD-DB05137C6A98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2268411" y="900360"/>
                  <a:ext cx="95400" cy="10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6A184671-4349-B127-02B9-21EDF77AD865}"/>
                    </a:ext>
                  </a:extLst>
                </p14:cNvPr>
                <p14:cNvContentPartPr/>
                <p14:nvPr/>
              </p14:nvContentPartPr>
              <p14:xfrm>
                <a:off x="2352291" y="791280"/>
                <a:ext cx="1122120" cy="17856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6A184671-4349-B127-02B9-21EDF77AD865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2334651" y="773640"/>
                  <a:ext cx="115776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9D562BF8-E13F-D2BD-8BCC-DEB2C07ECAC1}"/>
                    </a:ext>
                  </a:extLst>
                </p14:cNvPr>
                <p14:cNvContentPartPr/>
                <p14:nvPr/>
              </p14:nvContentPartPr>
              <p14:xfrm>
                <a:off x="3542811" y="660240"/>
                <a:ext cx="456120" cy="17496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9D562BF8-E13F-D2BD-8BCC-DEB2C07ECAC1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3524811" y="642240"/>
                  <a:ext cx="49176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892D822B-5FD8-4EFE-9E3A-2E202DD3B382}"/>
                    </a:ext>
                  </a:extLst>
                </p14:cNvPr>
                <p14:cNvContentPartPr/>
                <p14:nvPr/>
              </p14:nvContentPartPr>
              <p14:xfrm>
                <a:off x="4017651" y="767880"/>
                <a:ext cx="923400" cy="11124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892D822B-5FD8-4EFE-9E3A-2E202DD3B382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3999651" y="749880"/>
                  <a:ext cx="95904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16771858-B675-2AF4-B88D-906CC3EFA1B0}"/>
                    </a:ext>
                  </a:extLst>
                </p14:cNvPr>
                <p14:cNvContentPartPr/>
                <p14:nvPr/>
              </p14:nvContentPartPr>
              <p14:xfrm>
                <a:off x="4933131" y="830880"/>
                <a:ext cx="22680" cy="132192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16771858-B675-2AF4-B88D-906CC3EFA1B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4915491" y="812880"/>
                  <a:ext cx="58320" cy="135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D03A15B8-E034-9DAC-B3D4-80686D59251B}"/>
                    </a:ext>
                  </a:extLst>
                </p14:cNvPr>
                <p14:cNvContentPartPr/>
                <p14:nvPr/>
              </p14:nvContentPartPr>
              <p14:xfrm>
                <a:off x="1538331" y="1171080"/>
                <a:ext cx="104760" cy="29520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D03A15B8-E034-9DAC-B3D4-80686D59251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520691" y="1153440"/>
                  <a:ext cx="140400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8E44BE77-4155-3205-9956-B079B25FFFBC}"/>
                    </a:ext>
                  </a:extLst>
                </p14:cNvPr>
                <p14:cNvContentPartPr/>
                <p14:nvPr/>
              </p14:nvContentPartPr>
              <p14:xfrm>
                <a:off x="1527531" y="1138680"/>
                <a:ext cx="243720" cy="21168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8E44BE77-4155-3205-9956-B079B25FFFBC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509531" y="1121040"/>
                  <a:ext cx="27936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A80AE5CD-B6EB-5209-3D12-DB0E47A8C7F3}"/>
                    </a:ext>
                  </a:extLst>
                </p14:cNvPr>
                <p14:cNvContentPartPr/>
                <p14:nvPr/>
              </p14:nvContentPartPr>
              <p14:xfrm>
                <a:off x="1840011" y="1211400"/>
                <a:ext cx="77760" cy="15264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A80AE5CD-B6EB-5209-3D12-DB0E47A8C7F3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822011" y="1193760"/>
                  <a:ext cx="11340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B0A9A013-AB61-F855-7A99-050F269407F5}"/>
                    </a:ext>
                  </a:extLst>
                </p14:cNvPr>
                <p14:cNvContentPartPr/>
                <p14:nvPr/>
              </p14:nvContentPartPr>
              <p14:xfrm>
                <a:off x="1827051" y="1068480"/>
                <a:ext cx="5040" cy="360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B0A9A013-AB61-F855-7A99-050F269407F5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809051" y="1050480"/>
                  <a:ext cx="4068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70E7BEC0-CF69-C5F1-1850-82A8A4F6A64E}"/>
                    </a:ext>
                  </a:extLst>
                </p14:cNvPr>
                <p14:cNvContentPartPr/>
                <p14:nvPr/>
              </p14:nvContentPartPr>
              <p14:xfrm>
                <a:off x="3663411" y="1003680"/>
                <a:ext cx="70560" cy="264240"/>
              </p14:xfrm>
            </p:contentPart>
          </mc:Choice>
          <mc:Fallback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70E7BEC0-CF69-C5F1-1850-82A8A4F6A64E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3645411" y="986040"/>
                  <a:ext cx="106200" cy="29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9FFAD917-F9D3-EC27-ACC3-37B13ED014B6}"/>
                    </a:ext>
                  </a:extLst>
                </p14:cNvPr>
                <p14:cNvContentPartPr/>
                <p14:nvPr/>
              </p14:nvContentPartPr>
              <p14:xfrm>
                <a:off x="3650811" y="924840"/>
                <a:ext cx="230040" cy="224640"/>
              </p14:xfrm>
            </p:contentPart>
          </mc:Choice>
          <mc:Fallback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9FFAD917-F9D3-EC27-ACC3-37B13ED014B6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3633171" y="906840"/>
                  <a:ext cx="26568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3EB60673-95DB-B8F3-3AA3-B64AF162EB6F}"/>
                    </a:ext>
                  </a:extLst>
                </p14:cNvPr>
                <p14:cNvContentPartPr/>
                <p14:nvPr/>
              </p14:nvContentPartPr>
              <p14:xfrm>
                <a:off x="3960051" y="991080"/>
                <a:ext cx="109800" cy="324720"/>
              </p14:xfrm>
            </p:contentPart>
          </mc:Choice>
          <mc:Fallback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3EB60673-95DB-B8F3-3AA3-B64AF162EB6F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3942411" y="973080"/>
                  <a:ext cx="145440" cy="36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AA3263C9-A0DC-8134-1FC6-B0FB4A96D451}"/>
                    </a:ext>
                  </a:extLst>
                </p14:cNvPr>
                <p14:cNvContentPartPr/>
                <p14:nvPr/>
              </p14:nvContentPartPr>
              <p14:xfrm>
                <a:off x="3973011" y="1136880"/>
                <a:ext cx="75960" cy="100440"/>
              </p14:xfrm>
            </p:contentPart>
          </mc:Choice>
          <mc:Fallback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AA3263C9-A0DC-8134-1FC6-B0FB4A96D451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955011" y="1119240"/>
                  <a:ext cx="111600" cy="136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2" name="Group 251">
            <a:extLst>
              <a:ext uri="{FF2B5EF4-FFF2-40B4-BE49-F238E27FC236}">
                <a16:creationId xmlns:a16="http://schemas.microsoft.com/office/drawing/2014/main" id="{6F1C73D8-813F-9171-F4F8-EFF1ABDA7046}"/>
              </a:ext>
            </a:extLst>
          </p:cNvPr>
          <p:cNvGrpSpPr/>
          <p:nvPr/>
        </p:nvGrpSpPr>
        <p:grpSpPr>
          <a:xfrm>
            <a:off x="7911771" y="1272240"/>
            <a:ext cx="649080" cy="409680"/>
            <a:chOff x="7911771" y="1272240"/>
            <a:chExt cx="649080" cy="409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FB16520B-597E-5783-6829-9E5E42F10EAC}"/>
                    </a:ext>
                  </a:extLst>
                </p14:cNvPr>
                <p14:cNvContentPartPr/>
                <p14:nvPr/>
              </p14:nvContentPartPr>
              <p14:xfrm>
                <a:off x="7911771" y="1275120"/>
                <a:ext cx="50760" cy="406800"/>
              </p14:xfrm>
            </p:contentPart>
          </mc:Choice>
          <mc:Fallback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FB16520B-597E-5783-6829-9E5E42F10EAC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893771" y="1257120"/>
                  <a:ext cx="86400" cy="44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60A94D1F-C400-2076-71F5-C1BC081EB6E1}"/>
                    </a:ext>
                  </a:extLst>
                </p14:cNvPr>
                <p14:cNvContentPartPr/>
                <p14:nvPr/>
              </p14:nvContentPartPr>
              <p14:xfrm>
                <a:off x="7931931" y="1272240"/>
                <a:ext cx="190440" cy="262440"/>
              </p14:xfrm>
            </p:contentPart>
          </mc:Choice>
          <mc:Fallback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60A94D1F-C400-2076-71F5-C1BC081EB6E1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913931" y="1254240"/>
                  <a:ext cx="22608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07E3F443-8C38-6354-861D-49C8912F13DE}"/>
                    </a:ext>
                  </a:extLst>
                </p14:cNvPr>
                <p14:cNvContentPartPr/>
                <p14:nvPr/>
              </p14:nvContentPartPr>
              <p14:xfrm>
                <a:off x="8260971" y="1504440"/>
                <a:ext cx="50760" cy="9792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07E3F443-8C38-6354-861D-49C8912F13D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8242971" y="1486440"/>
                  <a:ext cx="8640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3865C255-A70B-FFE1-AE4C-01F3BA5DE8B7}"/>
                    </a:ext>
                  </a:extLst>
                </p14:cNvPr>
                <p14:cNvContentPartPr/>
                <p14:nvPr/>
              </p14:nvContentPartPr>
              <p14:xfrm>
                <a:off x="8273931" y="1386360"/>
                <a:ext cx="18720" cy="49320"/>
              </p14:xfrm>
            </p:contentPart>
          </mc:Choice>
          <mc:Fallback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3865C255-A70B-FFE1-AE4C-01F3BA5DE8B7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8255931" y="1368720"/>
                  <a:ext cx="5436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3B22A9D8-F334-1DB3-FE48-F164D69D420C}"/>
                    </a:ext>
                  </a:extLst>
                </p14:cNvPr>
                <p14:cNvContentPartPr/>
                <p14:nvPr/>
              </p14:nvContentPartPr>
              <p14:xfrm>
                <a:off x="8384811" y="1513080"/>
                <a:ext cx="176040" cy="9756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3B22A9D8-F334-1DB3-FE48-F164D69D420C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8367171" y="1495080"/>
                  <a:ext cx="211680" cy="133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1" name="Group 250">
            <a:extLst>
              <a:ext uri="{FF2B5EF4-FFF2-40B4-BE49-F238E27FC236}">
                <a16:creationId xmlns:a16="http://schemas.microsoft.com/office/drawing/2014/main" id="{000A9639-D5F1-8B9F-7047-E033CCA9570C}"/>
              </a:ext>
            </a:extLst>
          </p:cNvPr>
          <p:cNvGrpSpPr/>
          <p:nvPr/>
        </p:nvGrpSpPr>
        <p:grpSpPr>
          <a:xfrm>
            <a:off x="8783691" y="1502280"/>
            <a:ext cx="87120" cy="122760"/>
            <a:chOff x="8783691" y="1502280"/>
            <a:chExt cx="87120" cy="122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9D714EA8-353C-B7BF-8EAC-364B05573BA3}"/>
                    </a:ext>
                  </a:extLst>
                </p14:cNvPr>
                <p14:cNvContentPartPr/>
                <p14:nvPr/>
              </p14:nvContentPartPr>
              <p14:xfrm>
                <a:off x="8783691" y="1502280"/>
                <a:ext cx="73080" cy="17280"/>
              </p14:xfrm>
            </p:contentPart>
          </mc:Choice>
          <mc:Fallback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9D714EA8-353C-B7BF-8EAC-364B05573BA3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8765691" y="1484280"/>
                  <a:ext cx="10872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ED9CEEE8-AB50-B7A9-3258-D9F14945DFCE}"/>
                    </a:ext>
                  </a:extLst>
                </p14:cNvPr>
                <p14:cNvContentPartPr/>
                <p14:nvPr/>
              </p14:nvContentPartPr>
              <p14:xfrm>
                <a:off x="8815731" y="1599840"/>
                <a:ext cx="55080" cy="25200"/>
              </p14:xfrm>
            </p:contentPart>
          </mc:Choice>
          <mc:Fallback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ED9CEEE8-AB50-B7A9-3258-D9F14945DFCE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8797731" y="1582200"/>
                  <a:ext cx="90720" cy="60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0" name="Group 249">
            <a:extLst>
              <a:ext uri="{FF2B5EF4-FFF2-40B4-BE49-F238E27FC236}">
                <a16:creationId xmlns:a16="http://schemas.microsoft.com/office/drawing/2014/main" id="{5835DC5D-EF81-F0FA-F487-E3E037D17108}"/>
              </a:ext>
            </a:extLst>
          </p:cNvPr>
          <p:cNvGrpSpPr/>
          <p:nvPr/>
        </p:nvGrpSpPr>
        <p:grpSpPr>
          <a:xfrm>
            <a:off x="9215691" y="1339200"/>
            <a:ext cx="32400" cy="258120"/>
            <a:chOff x="9215691" y="1339200"/>
            <a:chExt cx="32400" cy="258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877D703E-B74B-5081-4B57-4F23C53B7F0C}"/>
                    </a:ext>
                  </a:extLst>
                </p14:cNvPr>
                <p14:cNvContentPartPr/>
                <p14:nvPr/>
              </p14:nvContentPartPr>
              <p14:xfrm>
                <a:off x="9244491" y="1471320"/>
                <a:ext cx="3600" cy="126000"/>
              </p14:xfrm>
            </p:contentPart>
          </mc:Choice>
          <mc:Fallback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877D703E-B74B-5081-4B57-4F23C53B7F0C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9226851" y="1453320"/>
                  <a:ext cx="3924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62E14DC2-B6E5-4DD4-5396-F8CEF0BD6EA3}"/>
                    </a:ext>
                  </a:extLst>
                </p14:cNvPr>
                <p14:cNvContentPartPr/>
                <p14:nvPr/>
              </p14:nvContentPartPr>
              <p14:xfrm>
                <a:off x="9215691" y="1339200"/>
                <a:ext cx="20160" cy="28800"/>
              </p14:xfrm>
            </p:contentPart>
          </mc:Choice>
          <mc:Fallback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62E14DC2-B6E5-4DD4-5396-F8CEF0BD6EA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9198051" y="1321560"/>
                  <a:ext cx="55800" cy="64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9" name="Group 248">
            <a:extLst>
              <a:ext uri="{FF2B5EF4-FFF2-40B4-BE49-F238E27FC236}">
                <a16:creationId xmlns:a16="http://schemas.microsoft.com/office/drawing/2014/main" id="{62E7B21A-A938-E4D7-24C6-92089D2981DE}"/>
              </a:ext>
            </a:extLst>
          </p:cNvPr>
          <p:cNvGrpSpPr/>
          <p:nvPr/>
        </p:nvGrpSpPr>
        <p:grpSpPr>
          <a:xfrm>
            <a:off x="9403251" y="1343520"/>
            <a:ext cx="827280" cy="377280"/>
            <a:chOff x="9403251" y="1343520"/>
            <a:chExt cx="827280" cy="377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A2E8124D-445D-30E1-4F46-A73F5756D997}"/>
                    </a:ext>
                  </a:extLst>
                </p14:cNvPr>
                <p14:cNvContentPartPr/>
                <p14:nvPr/>
              </p14:nvContentPartPr>
              <p14:xfrm>
                <a:off x="9403251" y="1484280"/>
                <a:ext cx="101520" cy="80280"/>
              </p14:xfrm>
            </p:contentPart>
          </mc:Choice>
          <mc:Fallback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A2E8124D-445D-30E1-4F46-A73F5756D997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9385611" y="1466280"/>
                  <a:ext cx="13716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7006585A-7E7F-FB7A-A5BA-8D5AF40155C5}"/>
                    </a:ext>
                  </a:extLst>
                </p14:cNvPr>
                <p14:cNvContentPartPr/>
                <p14:nvPr/>
              </p14:nvContentPartPr>
              <p14:xfrm>
                <a:off x="9656331" y="1497600"/>
                <a:ext cx="3600" cy="2520"/>
              </p14:xfrm>
            </p:contentPart>
          </mc:Choice>
          <mc:Fallback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7006585A-7E7F-FB7A-A5BA-8D5AF40155C5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9638691" y="1479600"/>
                  <a:ext cx="3924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E2D9FE13-4111-879B-97CD-4DAB065EFF70}"/>
                    </a:ext>
                  </a:extLst>
                </p14:cNvPr>
                <p14:cNvContentPartPr/>
                <p14:nvPr/>
              </p14:nvContentPartPr>
              <p14:xfrm>
                <a:off x="9653091" y="1483200"/>
                <a:ext cx="34920" cy="237600"/>
              </p14:xfrm>
            </p:contentPart>
          </mc:Choice>
          <mc:Fallback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E2D9FE13-4111-879B-97CD-4DAB065EFF70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9635091" y="1465560"/>
                  <a:ext cx="7056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5AEE9ABB-B802-BDF1-A1C9-8698BFECB733}"/>
                    </a:ext>
                  </a:extLst>
                </p14:cNvPr>
                <p14:cNvContentPartPr/>
                <p14:nvPr/>
              </p14:nvContentPartPr>
              <p14:xfrm>
                <a:off x="9658131" y="1483200"/>
                <a:ext cx="98280" cy="91080"/>
              </p14:xfrm>
            </p:contentPart>
          </mc:Choice>
          <mc:Fallback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5AEE9ABB-B802-BDF1-A1C9-8698BFECB733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9640131" y="1465560"/>
                  <a:ext cx="13392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37F3FD01-76FE-53BA-66E2-F242EA6FDD2F}"/>
                    </a:ext>
                  </a:extLst>
                </p14:cNvPr>
                <p14:cNvContentPartPr/>
                <p14:nvPr/>
              </p14:nvContentPartPr>
              <p14:xfrm>
                <a:off x="9842811" y="1476360"/>
                <a:ext cx="130680" cy="80280"/>
              </p14:xfrm>
            </p:contentPart>
          </mc:Choice>
          <mc:Fallback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37F3FD01-76FE-53BA-66E2-F242EA6FDD2F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9825171" y="1458360"/>
                  <a:ext cx="16632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7AA65625-5439-A2B4-6FB9-4FB99F7F1ADC}"/>
                    </a:ext>
                  </a:extLst>
                </p14:cNvPr>
                <p14:cNvContentPartPr/>
                <p14:nvPr/>
              </p14:nvContentPartPr>
              <p14:xfrm>
                <a:off x="10053411" y="1343520"/>
                <a:ext cx="96120" cy="257040"/>
              </p14:xfrm>
            </p:contentPart>
          </mc:Choice>
          <mc:Fallback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7AA65625-5439-A2B4-6FB9-4FB99F7F1ADC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0035411" y="1325880"/>
                  <a:ext cx="131760" cy="29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C0AC2149-DE87-DB0A-2B24-C94EBD7DBCE4}"/>
                    </a:ext>
                  </a:extLst>
                </p14:cNvPr>
                <p14:cNvContentPartPr/>
                <p14:nvPr/>
              </p14:nvContentPartPr>
              <p14:xfrm>
                <a:off x="10038291" y="1470240"/>
                <a:ext cx="192240" cy="76320"/>
              </p14:xfrm>
            </p:contentPart>
          </mc:Choice>
          <mc:Fallback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C0AC2149-DE87-DB0A-2B24-C94EBD7DBCE4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0020291" y="1452240"/>
                  <a:ext cx="227880" cy="11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8" name="Group 247">
            <a:extLst>
              <a:ext uri="{FF2B5EF4-FFF2-40B4-BE49-F238E27FC236}">
                <a16:creationId xmlns:a16="http://schemas.microsoft.com/office/drawing/2014/main" id="{2751C461-75C2-C74A-6C70-C7D804A77E30}"/>
              </a:ext>
            </a:extLst>
          </p:cNvPr>
          <p:cNvGrpSpPr/>
          <p:nvPr/>
        </p:nvGrpSpPr>
        <p:grpSpPr>
          <a:xfrm>
            <a:off x="7895571" y="2172240"/>
            <a:ext cx="519480" cy="419400"/>
            <a:chOff x="7895571" y="2172240"/>
            <a:chExt cx="519480" cy="419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84E475D7-CD33-C61E-193B-4C3E7B6BFBA8}"/>
                    </a:ext>
                  </a:extLst>
                </p14:cNvPr>
                <p14:cNvContentPartPr/>
                <p14:nvPr/>
              </p14:nvContentPartPr>
              <p14:xfrm>
                <a:off x="7895571" y="2211840"/>
                <a:ext cx="74160" cy="351360"/>
              </p14:xfrm>
            </p:contentPart>
          </mc:Choice>
          <mc:Fallback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84E475D7-CD33-C61E-193B-4C3E7B6BFBA8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7877931" y="2194200"/>
                  <a:ext cx="109800" cy="38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FC4F4956-20BA-1771-FAB1-DD05B4DBC83C}"/>
                    </a:ext>
                  </a:extLst>
                </p14:cNvPr>
                <p14:cNvContentPartPr/>
                <p14:nvPr/>
              </p14:nvContentPartPr>
              <p14:xfrm>
                <a:off x="7900971" y="2172240"/>
                <a:ext cx="290160" cy="235440"/>
              </p14:xfrm>
            </p:contentPart>
          </mc:Choice>
          <mc:Fallback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FC4F4956-20BA-1771-FAB1-DD05B4DBC83C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7882971" y="2154600"/>
                  <a:ext cx="32580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CF6CB9C7-E9BE-2E25-BF26-6B67A015410D}"/>
                    </a:ext>
                  </a:extLst>
                </p14:cNvPr>
                <p14:cNvContentPartPr/>
                <p14:nvPr/>
              </p14:nvContentPartPr>
              <p14:xfrm>
                <a:off x="8335491" y="2320920"/>
                <a:ext cx="79560" cy="270720"/>
              </p14:xfrm>
            </p:contentPart>
          </mc:Choice>
          <mc:Fallback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CF6CB9C7-E9BE-2E25-BF26-6B67A015410D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8317851" y="2303280"/>
                  <a:ext cx="115200" cy="30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5F175A1B-9DD1-C00D-A255-A1E8839DF5EC}"/>
                    </a:ext>
                  </a:extLst>
                </p14:cNvPr>
                <p14:cNvContentPartPr/>
                <p14:nvPr/>
              </p14:nvContentPartPr>
              <p14:xfrm>
                <a:off x="8297331" y="2433960"/>
                <a:ext cx="113040" cy="126000"/>
              </p14:xfrm>
            </p:contentPart>
          </mc:Choice>
          <mc:Fallback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5F175A1B-9DD1-C00D-A255-A1E8839DF5EC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8279331" y="2416320"/>
                  <a:ext cx="148680" cy="161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7" name="Group 246">
            <a:extLst>
              <a:ext uri="{FF2B5EF4-FFF2-40B4-BE49-F238E27FC236}">
                <a16:creationId xmlns:a16="http://schemas.microsoft.com/office/drawing/2014/main" id="{D7727DFE-D120-EC33-43DE-E3FBB7646BA1}"/>
              </a:ext>
            </a:extLst>
          </p:cNvPr>
          <p:cNvGrpSpPr/>
          <p:nvPr/>
        </p:nvGrpSpPr>
        <p:grpSpPr>
          <a:xfrm>
            <a:off x="8630691" y="2411280"/>
            <a:ext cx="122760" cy="51840"/>
            <a:chOff x="8630691" y="2411280"/>
            <a:chExt cx="122760" cy="51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DAB0950D-F7FE-F216-8711-3AA217C340A8}"/>
                    </a:ext>
                  </a:extLst>
                </p14:cNvPr>
                <p14:cNvContentPartPr/>
                <p14:nvPr/>
              </p14:nvContentPartPr>
              <p14:xfrm>
                <a:off x="8630691" y="2411280"/>
                <a:ext cx="50040" cy="29160"/>
              </p14:xfrm>
            </p:contentPart>
          </mc:Choice>
          <mc:Fallback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DAB0950D-F7FE-F216-8711-3AA217C340A8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8612691" y="2393640"/>
                  <a:ext cx="8568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1B1867FF-CF25-F994-7A1D-531DA33E1297}"/>
                    </a:ext>
                  </a:extLst>
                </p14:cNvPr>
                <p14:cNvContentPartPr/>
                <p14:nvPr/>
              </p14:nvContentPartPr>
              <p14:xfrm>
                <a:off x="8696211" y="2432880"/>
                <a:ext cx="57240" cy="30240"/>
              </p14:xfrm>
            </p:contentPart>
          </mc:Choice>
          <mc:Fallback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1B1867FF-CF25-F994-7A1D-531DA33E1297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8678571" y="2415240"/>
                  <a:ext cx="92880" cy="6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6" name="Group 245">
            <a:extLst>
              <a:ext uri="{FF2B5EF4-FFF2-40B4-BE49-F238E27FC236}">
                <a16:creationId xmlns:a16="http://schemas.microsoft.com/office/drawing/2014/main" id="{630928E5-7091-52AE-75AA-8EF16BA8C6F4}"/>
              </a:ext>
            </a:extLst>
          </p:cNvPr>
          <p:cNvGrpSpPr/>
          <p:nvPr/>
        </p:nvGrpSpPr>
        <p:grpSpPr>
          <a:xfrm>
            <a:off x="9034251" y="2193120"/>
            <a:ext cx="1288080" cy="371520"/>
            <a:chOff x="9034251" y="2193120"/>
            <a:chExt cx="1288080" cy="371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8491FA80-58AD-7451-146B-2004A2354D29}"/>
                    </a:ext>
                  </a:extLst>
                </p14:cNvPr>
                <p14:cNvContentPartPr/>
                <p14:nvPr/>
              </p14:nvContentPartPr>
              <p14:xfrm>
                <a:off x="9072771" y="2193120"/>
                <a:ext cx="111240" cy="371520"/>
              </p14:xfrm>
            </p:contentPart>
          </mc:Choice>
          <mc:Fallback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8491FA80-58AD-7451-146B-2004A2354D29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9054771" y="2175120"/>
                  <a:ext cx="146880" cy="40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5FDCE6BC-A129-8D92-C2D1-4D1EA8D9E76C}"/>
                    </a:ext>
                  </a:extLst>
                </p14:cNvPr>
                <p14:cNvContentPartPr/>
                <p14:nvPr/>
              </p14:nvContentPartPr>
              <p14:xfrm>
                <a:off x="9034251" y="2396880"/>
                <a:ext cx="93240" cy="82440"/>
              </p14:xfrm>
            </p:contentPart>
          </mc:Choice>
          <mc:Fallback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5FDCE6BC-A129-8D92-C2D1-4D1EA8D9E76C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9016251" y="2378880"/>
                  <a:ext cx="12888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9AD3192B-16D1-3732-0A01-72D39B0EDD49}"/>
                    </a:ext>
                  </a:extLst>
                </p14:cNvPr>
                <p14:cNvContentPartPr/>
                <p14:nvPr/>
              </p14:nvContentPartPr>
              <p14:xfrm>
                <a:off x="9247011" y="2341440"/>
                <a:ext cx="78120" cy="123480"/>
              </p14:xfrm>
            </p:contentPart>
          </mc:Choice>
          <mc:Fallback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9AD3192B-16D1-3732-0A01-72D39B0EDD49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9229011" y="2323800"/>
                  <a:ext cx="11376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7F9A0101-CFB1-EC69-AD7C-10A93AB34E71}"/>
                    </a:ext>
                  </a:extLst>
                </p14:cNvPr>
                <p14:cNvContentPartPr/>
                <p14:nvPr/>
              </p14:nvContentPartPr>
              <p14:xfrm>
                <a:off x="9405051" y="2331720"/>
                <a:ext cx="83520" cy="91800"/>
              </p14:xfrm>
            </p:contentPart>
          </mc:Choice>
          <mc:Fallback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7F9A0101-CFB1-EC69-AD7C-10A93AB34E71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9387051" y="2314080"/>
                  <a:ext cx="11916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8956D377-C9F5-8F70-1B38-ED9B15CE43D7}"/>
                    </a:ext>
                  </a:extLst>
                </p14:cNvPr>
                <p14:cNvContentPartPr/>
                <p14:nvPr/>
              </p14:nvContentPartPr>
              <p14:xfrm>
                <a:off x="9609531" y="2212200"/>
                <a:ext cx="93600" cy="199080"/>
              </p14:xfrm>
            </p:contentPart>
          </mc:Choice>
          <mc:Fallback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8956D377-C9F5-8F70-1B38-ED9B15CE43D7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9591891" y="2194200"/>
                  <a:ext cx="129240" cy="23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21CA5339-81BC-1B2F-AFA4-D3CBB4F1CC85}"/>
                    </a:ext>
                  </a:extLst>
                </p14:cNvPr>
                <p14:cNvContentPartPr/>
                <p14:nvPr/>
              </p14:nvContentPartPr>
              <p14:xfrm>
                <a:off x="9856491" y="2210400"/>
                <a:ext cx="143640" cy="171000"/>
              </p14:xfrm>
            </p:contentPart>
          </mc:Choice>
          <mc:Fallback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21CA5339-81BC-1B2F-AFA4-D3CBB4F1CC85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9838851" y="2192400"/>
                  <a:ext cx="17928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1D963514-45E4-74B3-2637-1E4B35D5A0D5}"/>
                    </a:ext>
                  </a:extLst>
                </p14:cNvPr>
                <p14:cNvContentPartPr/>
                <p14:nvPr/>
              </p14:nvContentPartPr>
              <p14:xfrm>
                <a:off x="10032171" y="2276280"/>
                <a:ext cx="114480" cy="102960"/>
              </p14:xfrm>
            </p:contentPart>
          </mc:Choice>
          <mc:Fallback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1D963514-45E4-74B3-2637-1E4B35D5A0D5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10014171" y="2258280"/>
                  <a:ext cx="15012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DA5B27C9-23A9-FDC7-48C3-E8CD670DEF1F}"/>
                    </a:ext>
                  </a:extLst>
                </p14:cNvPr>
                <p14:cNvContentPartPr/>
                <p14:nvPr/>
              </p14:nvContentPartPr>
              <p14:xfrm>
                <a:off x="10265091" y="2301120"/>
                <a:ext cx="57240" cy="75600"/>
              </p14:xfrm>
            </p:contentPart>
          </mc:Choice>
          <mc:Fallback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DA5B27C9-23A9-FDC7-48C3-E8CD670DEF1F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10247091" y="2283480"/>
                  <a:ext cx="92880" cy="11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5" name="Group 244">
            <a:extLst>
              <a:ext uri="{FF2B5EF4-FFF2-40B4-BE49-F238E27FC236}">
                <a16:creationId xmlns:a16="http://schemas.microsoft.com/office/drawing/2014/main" id="{04EC3178-06FE-08A1-CD2E-D2AC1135D1F2}"/>
              </a:ext>
            </a:extLst>
          </p:cNvPr>
          <p:cNvGrpSpPr/>
          <p:nvPr/>
        </p:nvGrpSpPr>
        <p:grpSpPr>
          <a:xfrm>
            <a:off x="10530051" y="2121120"/>
            <a:ext cx="292320" cy="284040"/>
            <a:chOff x="10530051" y="2121120"/>
            <a:chExt cx="292320" cy="284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5A79BDA8-7478-A66F-7270-3B3308458B35}"/>
                    </a:ext>
                  </a:extLst>
                </p14:cNvPr>
                <p14:cNvContentPartPr/>
                <p14:nvPr/>
              </p14:nvContentPartPr>
              <p14:xfrm>
                <a:off x="10530051" y="2121120"/>
                <a:ext cx="64800" cy="284040"/>
              </p14:xfrm>
            </p:contentPart>
          </mc:Choice>
          <mc:Fallback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5A79BDA8-7478-A66F-7270-3B3308458B35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10512051" y="2103120"/>
                  <a:ext cx="100440" cy="31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4202B9A4-5999-1395-6D8F-AE93A05A542C}"/>
                    </a:ext>
                  </a:extLst>
                </p14:cNvPr>
                <p14:cNvContentPartPr/>
                <p14:nvPr/>
              </p14:nvContentPartPr>
              <p14:xfrm>
                <a:off x="10546971" y="2246040"/>
                <a:ext cx="133560" cy="97920"/>
              </p14:xfrm>
            </p:contentPart>
          </mc:Choice>
          <mc:Fallback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4202B9A4-5999-1395-6D8F-AE93A05A542C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10528971" y="2228400"/>
                  <a:ext cx="16920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1C82B07B-BE11-2561-8AA9-3D69E9272F2E}"/>
                    </a:ext>
                  </a:extLst>
                </p14:cNvPr>
                <p14:cNvContentPartPr/>
                <p14:nvPr/>
              </p14:nvContentPartPr>
              <p14:xfrm>
                <a:off x="10815891" y="2333160"/>
                <a:ext cx="6480" cy="3600"/>
              </p14:xfrm>
            </p:contentPart>
          </mc:Choice>
          <mc:Fallback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1C82B07B-BE11-2561-8AA9-3D69E9272F2E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10798251" y="2315520"/>
                  <a:ext cx="42120" cy="39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0" name="Group 259">
            <a:extLst>
              <a:ext uri="{FF2B5EF4-FFF2-40B4-BE49-F238E27FC236}">
                <a16:creationId xmlns:a16="http://schemas.microsoft.com/office/drawing/2014/main" id="{390C2042-2833-25F7-5578-1851B24EFA82}"/>
              </a:ext>
            </a:extLst>
          </p:cNvPr>
          <p:cNvGrpSpPr/>
          <p:nvPr/>
        </p:nvGrpSpPr>
        <p:grpSpPr>
          <a:xfrm>
            <a:off x="752091" y="1417680"/>
            <a:ext cx="2229120" cy="749160"/>
            <a:chOff x="752091" y="1417680"/>
            <a:chExt cx="2229120" cy="749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39257902-1E11-1E9F-BF4B-005D12E5AF0A}"/>
                    </a:ext>
                  </a:extLst>
                </p14:cNvPr>
                <p14:cNvContentPartPr/>
                <p14:nvPr/>
              </p14:nvContentPartPr>
              <p14:xfrm>
                <a:off x="768291" y="1428120"/>
                <a:ext cx="234000" cy="114480"/>
              </p14:xfrm>
            </p:contentPart>
          </mc:Choice>
          <mc:Fallback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39257902-1E11-1E9F-BF4B-005D12E5AF0A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50291" y="1410120"/>
                  <a:ext cx="26964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6A725D85-8BA8-0D58-0674-3FDDA2A63776}"/>
                    </a:ext>
                  </a:extLst>
                </p14:cNvPr>
                <p14:cNvContentPartPr/>
                <p14:nvPr/>
              </p14:nvContentPartPr>
              <p14:xfrm>
                <a:off x="752091" y="1511280"/>
                <a:ext cx="372960" cy="462960"/>
              </p14:xfrm>
            </p:contentPart>
          </mc:Choice>
          <mc:Fallback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6A725D85-8BA8-0D58-0674-3FDDA2A63776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734091" y="1493280"/>
                  <a:ext cx="408600" cy="49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4F5F10B2-A13B-2FBB-09E0-3720FFA7FC7A}"/>
                    </a:ext>
                  </a:extLst>
                </p14:cNvPr>
                <p14:cNvContentPartPr/>
                <p14:nvPr/>
              </p14:nvContentPartPr>
              <p14:xfrm>
                <a:off x="2764851" y="1553400"/>
                <a:ext cx="216360" cy="579960"/>
              </p14:xfrm>
            </p:contentPart>
          </mc:Choice>
          <mc:Fallback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4F5F10B2-A13B-2FBB-09E0-3720FFA7FC7A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2747211" y="1535400"/>
                  <a:ext cx="252000" cy="61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4B39860B-4AC8-97E1-B15C-52595EC98EC2}"/>
                    </a:ext>
                  </a:extLst>
                </p14:cNvPr>
                <p14:cNvContentPartPr/>
                <p14:nvPr/>
              </p14:nvContentPartPr>
              <p14:xfrm>
                <a:off x="832011" y="1417680"/>
                <a:ext cx="1932480" cy="94320"/>
              </p14:xfrm>
            </p:contentPart>
          </mc:Choice>
          <mc:Fallback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4B39860B-4AC8-97E1-B15C-52595EC98EC2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814011" y="1399680"/>
                  <a:ext cx="196812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1CF09768-77BD-FABA-396D-2BF400992578}"/>
                    </a:ext>
                  </a:extLst>
                </p14:cNvPr>
                <p14:cNvContentPartPr/>
                <p14:nvPr/>
              </p14:nvContentPartPr>
              <p14:xfrm>
                <a:off x="1104531" y="2013120"/>
                <a:ext cx="1720800" cy="153720"/>
              </p14:xfrm>
            </p:contentPart>
          </mc:Choice>
          <mc:Fallback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1CF09768-77BD-FABA-396D-2BF400992578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1086531" y="1995480"/>
                  <a:ext cx="1756440" cy="189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1" name="Group 280">
            <a:extLst>
              <a:ext uri="{FF2B5EF4-FFF2-40B4-BE49-F238E27FC236}">
                <a16:creationId xmlns:a16="http://schemas.microsoft.com/office/drawing/2014/main" id="{5B964703-1229-75AF-7A2F-46C98DF8472C}"/>
              </a:ext>
            </a:extLst>
          </p:cNvPr>
          <p:cNvGrpSpPr/>
          <p:nvPr/>
        </p:nvGrpSpPr>
        <p:grpSpPr>
          <a:xfrm>
            <a:off x="1630491" y="3723120"/>
            <a:ext cx="1254960" cy="403200"/>
            <a:chOff x="1630491" y="3723120"/>
            <a:chExt cx="1254960" cy="403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A3668536-56B3-86A8-C7E2-1FC6F011D1F7}"/>
                    </a:ext>
                  </a:extLst>
                </p14:cNvPr>
                <p14:cNvContentPartPr/>
                <p14:nvPr/>
              </p14:nvContentPartPr>
              <p14:xfrm>
                <a:off x="1630491" y="3835080"/>
                <a:ext cx="135360" cy="291240"/>
              </p14:xfrm>
            </p:contentPart>
          </mc:Choice>
          <mc:Fallback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A3668536-56B3-86A8-C7E2-1FC6F011D1F7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1612851" y="3817080"/>
                  <a:ext cx="171000" cy="32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E4F19D15-B63D-FCFF-5483-1107A48935F2}"/>
                    </a:ext>
                  </a:extLst>
                </p14:cNvPr>
                <p14:cNvContentPartPr/>
                <p14:nvPr/>
              </p14:nvContentPartPr>
              <p14:xfrm>
                <a:off x="1868091" y="3972960"/>
                <a:ext cx="171000" cy="112680"/>
              </p14:xfrm>
            </p:contentPart>
          </mc:Choice>
          <mc:Fallback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E4F19D15-B63D-FCFF-5483-1107A48935F2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1850091" y="3954960"/>
                  <a:ext cx="20664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8FDFFD7A-0762-5EA7-2B72-48C1F1435334}"/>
                    </a:ext>
                  </a:extLst>
                </p14:cNvPr>
                <p14:cNvContentPartPr/>
                <p14:nvPr/>
              </p14:nvContentPartPr>
              <p14:xfrm>
                <a:off x="2073291" y="3956760"/>
                <a:ext cx="66600" cy="64080"/>
              </p14:xfrm>
            </p:contentPart>
          </mc:Choice>
          <mc:Fallback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8FDFFD7A-0762-5EA7-2B72-48C1F1435334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2055651" y="3938760"/>
                  <a:ext cx="10224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BF1F0149-441B-1E0A-99B8-CFA31387FAB0}"/>
                    </a:ext>
                  </a:extLst>
                </p14:cNvPr>
                <p14:cNvContentPartPr/>
                <p14:nvPr/>
              </p14:nvContentPartPr>
              <p14:xfrm>
                <a:off x="2229531" y="3908160"/>
                <a:ext cx="88560" cy="84960"/>
              </p14:xfrm>
            </p:contentPart>
          </mc:Choice>
          <mc:Fallback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BF1F0149-441B-1E0A-99B8-CFA31387FAB0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2211531" y="3890520"/>
                  <a:ext cx="12420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5E192DCE-E0D6-11FA-FA2F-298BE9B0599A}"/>
                    </a:ext>
                  </a:extLst>
                </p14:cNvPr>
                <p14:cNvContentPartPr/>
                <p14:nvPr/>
              </p14:nvContentPartPr>
              <p14:xfrm>
                <a:off x="2437251" y="3874320"/>
                <a:ext cx="261720" cy="110160"/>
              </p14:xfrm>
            </p:contentPart>
          </mc:Choice>
          <mc:Fallback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5E192DCE-E0D6-11FA-FA2F-298BE9B0599A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2419251" y="3856680"/>
                  <a:ext cx="29736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0F236B6B-EADB-8857-F546-30BAB58600C1}"/>
                    </a:ext>
                  </a:extLst>
                </p14:cNvPr>
                <p14:cNvContentPartPr/>
                <p14:nvPr/>
              </p14:nvContentPartPr>
              <p14:xfrm>
                <a:off x="2769891" y="3723120"/>
                <a:ext cx="98280" cy="243360"/>
              </p14:xfrm>
            </p:contentPart>
          </mc:Choice>
          <mc:Fallback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0F236B6B-EADB-8857-F546-30BAB58600C1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2751891" y="3705480"/>
                  <a:ext cx="133920" cy="27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3BF6ED1F-590C-E431-453D-C565F60AE805}"/>
                    </a:ext>
                  </a:extLst>
                </p14:cNvPr>
                <p14:cNvContentPartPr/>
                <p14:nvPr/>
              </p14:nvContentPartPr>
              <p14:xfrm>
                <a:off x="2773131" y="3829680"/>
                <a:ext cx="112320" cy="68400"/>
              </p14:xfrm>
            </p:contentPart>
          </mc:Choice>
          <mc:Fallback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3BF6ED1F-590C-E431-453D-C565F60AE805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2755131" y="3811680"/>
                  <a:ext cx="147960" cy="104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0" name="Group 279">
            <a:extLst>
              <a:ext uri="{FF2B5EF4-FFF2-40B4-BE49-F238E27FC236}">
                <a16:creationId xmlns:a16="http://schemas.microsoft.com/office/drawing/2014/main" id="{BB7661E2-AE30-5E40-25F5-E14259F18B13}"/>
              </a:ext>
            </a:extLst>
          </p:cNvPr>
          <p:cNvGrpSpPr/>
          <p:nvPr/>
        </p:nvGrpSpPr>
        <p:grpSpPr>
          <a:xfrm>
            <a:off x="3386931" y="3655440"/>
            <a:ext cx="1419840" cy="323280"/>
            <a:chOff x="3386931" y="3655440"/>
            <a:chExt cx="1419840" cy="323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8F8C79B8-C5A4-1EB5-D259-12F37B3FBD18}"/>
                    </a:ext>
                  </a:extLst>
                </p14:cNvPr>
                <p14:cNvContentPartPr/>
                <p14:nvPr/>
              </p14:nvContentPartPr>
              <p14:xfrm>
                <a:off x="3454251" y="3693240"/>
                <a:ext cx="7920" cy="285480"/>
              </p14:xfrm>
            </p:contentPart>
          </mc:Choice>
          <mc:Fallback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8F8C79B8-C5A4-1EB5-D259-12F37B3FBD18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3436251" y="3675240"/>
                  <a:ext cx="43560" cy="32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62195A39-95F8-2290-8D99-9AB2D39AFB06}"/>
                    </a:ext>
                  </a:extLst>
                </p14:cNvPr>
                <p14:cNvContentPartPr/>
                <p14:nvPr/>
              </p14:nvContentPartPr>
              <p14:xfrm>
                <a:off x="3386931" y="3830400"/>
                <a:ext cx="109440" cy="88920"/>
              </p14:xfrm>
            </p:contentPart>
          </mc:Choice>
          <mc:Fallback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62195A39-95F8-2290-8D99-9AB2D39AFB06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3368931" y="3812760"/>
                  <a:ext cx="14508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8DE91714-6ED8-734E-C24D-42DD876AEA03}"/>
                    </a:ext>
                  </a:extLst>
                </p14:cNvPr>
                <p14:cNvContentPartPr/>
                <p14:nvPr/>
              </p14:nvContentPartPr>
              <p14:xfrm>
                <a:off x="3583131" y="3792960"/>
                <a:ext cx="61200" cy="149400"/>
              </p14:xfrm>
            </p:contentPart>
          </mc:Choice>
          <mc:Fallback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8DE91714-6ED8-734E-C24D-42DD876AEA03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3565491" y="3775320"/>
                  <a:ext cx="9684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C739C9BD-AB78-7D9B-6E55-53EB0D87AF2B}"/>
                    </a:ext>
                  </a:extLst>
                </p14:cNvPr>
                <p14:cNvContentPartPr/>
                <p14:nvPr/>
              </p14:nvContentPartPr>
              <p14:xfrm>
                <a:off x="3625251" y="3671280"/>
                <a:ext cx="172080" cy="295920"/>
              </p14:xfrm>
            </p:contentPart>
          </mc:Choice>
          <mc:Fallback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C739C9BD-AB78-7D9B-6E55-53EB0D87AF2B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3607611" y="3653280"/>
                  <a:ext cx="207720" cy="33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DC9798DB-241D-A9E9-E88B-4B0CF403C487}"/>
                    </a:ext>
                  </a:extLst>
                </p14:cNvPr>
                <p14:cNvContentPartPr/>
                <p14:nvPr/>
              </p14:nvContentPartPr>
              <p14:xfrm>
                <a:off x="3868251" y="3795480"/>
                <a:ext cx="83880" cy="100440"/>
              </p14:xfrm>
            </p:contentPart>
          </mc:Choice>
          <mc:Fallback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DC9798DB-241D-A9E9-E88B-4B0CF403C487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3850611" y="3777840"/>
                  <a:ext cx="11952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DC9658A3-F2BF-C803-DD51-7F7A17A2B227}"/>
                    </a:ext>
                  </a:extLst>
                </p14:cNvPr>
                <p14:cNvContentPartPr/>
                <p14:nvPr/>
              </p14:nvContentPartPr>
              <p14:xfrm>
                <a:off x="4066611" y="3799800"/>
                <a:ext cx="46080" cy="82080"/>
              </p14:xfrm>
            </p:contentPart>
          </mc:Choice>
          <mc:Fallback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DC9658A3-F2BF-C803-DD51-7F7A17A2B227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4048971" y="3782160"/>
                  <a:ext cx="8172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74BD9BAB-6A45-4A36-BC47-7EC8BE199AF1}"/>
                    </a:ext>
                  </a:extLst>
                </p14:cNvPr>
                <p14:cNvContentPartPr/>
                <p14:nvPr/>
              </p14:nvContentPartPr>
              <p14:xfrm>
                <a:off x="4176771" y="3782160"/>
                <a:ext cx="141840" cy="61920"/>
              </p14:xfrm>
            </p:contentPart>
          </mc:Choice>
          <mc:Fallback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74BD9BAB-6A45-4A36-BC47-7EC8BE199AF1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4158771" y="3764520"/>
                  <a:ext cx="17748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06B38636-E93D-8474-87E2-8917EAE8F49C}"/>
                    </a:ext>
                  </a:extLst>
                </p14:cNvPr>
                <p14:cNvContentPartPr/>
                <p14:nvPr/>
              </p14:nvContentPartPr>
              <p14:xfrm>
                <a:off x="4401051" y="3655440"/>
                <a:ext cx="405720" cy="281520"/>
              </p14:xfrm>
            </p:contentPart>
          </mc:Choice>
          <mc:Fallback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06B38636-E93D-8474-87E2-8917EAE8F49C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4383051" y="3637440"/>
                  <a:ext cx="441360" cy="317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9" name="Group 278">
            <a:extLst>
              <a:ext uri="{FF2B5EF4-FFF2-40B4-BE49-F238E27FC236}">
                <a16:creationId xmlns:a16="http://schemas.microsoft.com/office/drawing/2014/main" id="{C613291F-FBB3-64EC-9728-48FEC7963BA5}"/>
              </a:ext>
            </a:extLst>
          </p:cNvPr>
          <p:cNvGrpSpPr/>
          <p:nvPr/>
        </p:nvGrpSpPr>
        <p:grpSpPr>
          <a:xfrm>
            <a:off x="5126451" y="3589920"/>
            <a:ext cx="322200" cy="291240"/>
            <a:chOff x="5126451" y="3589920"/>
            <a:chExt cx="322200" cy="291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22CCE432-AFF7-A6CC-51F0-B5E266F51FD4}"/>
                    </a:ext>
                  </a:extLst>
                </p14:cNvPr>
                <p14:cNvContentPartPr/>
                <p14:nvPr/>
              </p14:nvContentPartPr>
              <p14:xfrm>
                <a:off x="5164971" y="3628800"/>
                <a:ext cx="10080" cy="229320"/>
              </p14:xfrm>
            </p:contentPart>
          </mc:Choice>
          <mc:Fallback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22CCE432-AFF7-A6CC-51F0-B5E266F51FD4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5146971" y="3610800"/>
                  <a:ext cx="4572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83153096-2DB4-DA36-9DA1-830E22AE97C8}"/>
                    </a:ext>
                  </a:extLst>
                </p14:cNvPr>
                <p14:cNvContentPartPr/>
                <p14:nvPr/>
              </p14:nvContentPartPr>
              <p14:xfrm>
                <a:off x="5126451" y="3589920"/>
                <a:ext cx="208440" cy="168840"/>
              </p14:xfrm>
            </p:contentPart>
          </mc:Choice>
          <mc:Fallback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83153096-2DB4-DA36-9DA1-830E22AE97C8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5108811" y="3571920"/>
                  <a:ext cx="24408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8636E1FC-512E-0FFC-8AC7-79239CF44C13}"/>
                    </a:ext>
                  </a:extLst>
                </p14:cNvPr>
                <p14:cNvContentPartPr/>
                <p14:nvPr/>
              </p14:nvContentPartPr>
              <p14:xfrm>
                <a:off x="5394291" y="3683160"/>
                <a:ext cx="54360" cy="198000"/>
              </p14:xfrm>
            </p:contentPart>
          </mc:Choice>
          <mc:Fallback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8636E1FC-512E-0FFC-8AC7-79239CF44C13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5376291" y="3665520"/>
                  <a:ext cx="90000" cy="233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3" name="Group 292">
            <a:extLst>
              <a:ext uri="{FF2B5EF4-FFF2-40B4-BE49-F238E27FC236}">
                <a16:creationId xmlns:a16="http://schemas.microsoft.com/office/drawing/2014/main" id="{C890F35A-DCC4-2FBA-7098-F4E2A2994091}"/>
              </a:ext>
            </a:extLst>
          </p:cNvPr>
          <p:cNvGrpSpPr/>
          <p:nvPr/>
        </p:nvGrpSpPr>
        <p:grpSpPr>
          <a:xfrm>
            <a:off x="2348331" y="4370400"/>
            <a:ext cx="2579040" cy="801000"/>
            <a:chOff x="2348331" y="4370400"/>
            <a:chExt cx="2579040" cy="801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D1294DB2-8AEB-43BC-F59D-E035AC7A902C}"/>
                    </a:ext>
                  </a:extLst>
                </p14:cNvPr>
                <p14:cNvContentPartPr/>
                <p14:nvPr/>
              </p14:nvContentPartPr>
              <p14:xfrm>
                <a:off x="2495211" y="4624200"/>
                <a:ext cx="217440" cy="273600"/>
              </p14:xfrm>
            </p:contentPart>
          </mc:Choice>
          <mc:Fallback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D1294DB2-8AEB-43BC-F59D-E035AC7A902C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2477211" y="4606560"/>
                  <a:ext cx="25308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5128B508-B613-FED9-537A-A41AB872F3DF}"/>
                    </a:ext>
                  </a:extLst>
                </p14:cNvPr>
                <p14:cNvContentPartPr/>
                <p14:nvPr/>
              </p14:nvContentPartPr>
              <p14:xfrm>
                <a:off x="2768451" y="4671360"/>
                <a:ext cx="72720" cy="198000"/>
              </p14:xfrm>
            </p:contentPart>
          </mc:Choice>
          <mc:Fallback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5128B508-B613-FED9-537A-A41AB872F3DF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2750811" y="4653360"/>
                  <a:ext cx="10836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9ACBFBEF-DEFC-DAED-6CA5-DB75600B9A14}"/>
                    </a:ext>
                  </a:extLst>
                </p14:cNvPr>
                <p14:cNvContentPartPr/>
                <p14:nvPr/>
              </p14:nvContentPartPr>
              <p14:xfrm>
                <a:off x="2790771" y="4626000"/>
                <a:ext cx="153720" cy="146880"/>
              </p14:xfrm>
            </p:contentPart>
          </mc:Choice>
          <mc:Fallback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9ACBFBEF-DEFC-DAED-6CA5-DB75600B9A14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2773131" y="4608360"/>
                  <a:ext cx="18936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10078A9B-A8DB-68CE-4EF4-683EACE78C5E}"/>
                    </a:ext>
                  </a:extLst>
                </p14:cNvPr>
                <p14:cNvContentPartPr/>
                <p14:nvPr/>
              </p14:nvContentPartPr>
              <p14:xfrm>
                <a:off x="3064731" y="4607280"/>
                <a:ext cx="66960" cy="150480"/>
              </p14:xfrm>
            </p:contentPart>
          </mc:Choice>
          <mc:Fallback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10078A9B-A8DB-68CE-4EF4-683EACE78C5E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3046731" y="4589640"/>
                  <a:ext cx="10260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C2370A47-382B-23C8-CDD9-8402834530A6}"/>
                    </a:ext>
                  </a:extLst>
                </p14:cNvPr>
                <p14:cNvContentPartPr/>
                <p14:nvPr/>
              </p14:nvContentPartPr>
              <p14:xfrm>
                <a:off x="3093891" y="4566960"/>
                <a:ext cx="141480" cy="249480"/>
              </p14:xfrm>
            </p:contentPart>
          </mc:Choice>
          <mc:Fallback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C2370A47-382B-23C8-CDD9-8402834530A6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3076251" y="4549320"/>
                  <a:ext cx="177120" cy="28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E3451C08-8B00-38FF-0CCC-D23488A9B85B}"/>
                    </a:ext>
                  </a:extLst>
                </p14:cNvPr>
                <p14:cNvContentPartPr/>
                <p14:nvPr/>
              </p14:nvContentPartPr>
              <p14:xfrm>
                <a:off x="3438051" y="4626000"/>
                <a:ext cx="231480" cy="39600"/>
              </p14:xfrm>
            </p:contentPart>
          </mc:Choice>
          <mc:Fallback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E3451C08-8B00-38FF-0CCC-D23488A9B85B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3420411" y="4608360"/>
                  <a:ext cx="26712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D90837A7-0F0F-C8CA-2447-9053C8CD4095}"/>
                    </a:ext>
                  </a:extLst>
                </p14:cNvPr>
                <p14:cNvContentPartPr/>
                <p14:nvPr/>
              </p14:nvContentPartPr>
              <p14:xfrm>
                <a:off x="3919011" y="4370400"/>
                <a:ext cx="256320" cy="274320"/>
              </p14:xfrm>
            </p:contentPart>
          </mc:Choice>
          <mc:Fallback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D90837A7-0F0F-C8CA-2447-9053C8CD4095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3901371" y="4352760"/>
                  <a:ext cx="291960" cy="30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1ED08782-0C5A-C080-243B-E191510D52E2}"/>
                    </a:ext>
                  </a:extLst>
                </p14:cNvPr>
                <p14:cNvContentPartPr/>
                <p14:nvPr/>
              </p14:nvContentPartPr>
              <p14:xfrm>
                <a:off x="4296291" y="4518720"/>
                <a:ext cx="185040" cy="68040"/>
              </p14:xfrm>
            </p:contentPart>
          </mc:Choice>
          <mc:Fallback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1ED08782-0C5A-C080-243B-E191510D52E2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4278651" y="4500720"/>
                  <a:ext cx="22068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0500A1F3-D3A4-13B6-0EC7-CE4023A418B4}"/>
                    </a:ext>
                  </a:extLst>
                </p14:cNvPr>
                <p14:cNvContentPartPr/>
                <p14:nvPr/>
              </p14:nvContentPartPr>
              <p14:xfrm>
                <a:off x="2348331" y="4836240"/>
                <a:ext cx="2579040" cy="335160"/>
              </p14:xfrm>
            </p:contentPart>
          </mc:Choice>
          <mc:Fallback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0500A1F3-D3A4-13B6-0EC7-CE4023A418B4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2330691" y="4818600"/>
                  <a:ext cx="2614680" cy="370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8" name="Group 297">
            <a:extLst>
              <a:ext uri="{FF2B5EF4-FFF2-40B4-BE49-F238E27FC236}">
                <a16:creationId xmlns:a16="http://schemas.microsoft.com/office/drawing/2014/main" id="{6EDADFE3-1D0E-7A07-4DD3-BA0A9C44D8C1}"/>
              </a:ext>
            </a:extLst>
          </p:cNvPr>
          <p:cNvGrpSpPr/>
          <p:nvPr/>
        </p:nvGrpSpPr>
        <p:grpSpPr>
          <a:xfrm>
            <a:off x="3544251" y="5324400"/>
            <a:ext cx="486720" cy="343800"/>
            <a:chOff x="3544251" y="5324400"/>
            <a:chExt cx="486720" cy="343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317645E0-56F3-206C-BCBD-ABF1C7B04638}"/>
                    </a:ext>
                  </a:extLst>
                </p14:cNvPr>
                <p14:cNvContentPartPr/>
                <p14:nvPr/>
              </p14:nvContentPartPr>
              <p14:xfrm>
                <a:off x="3544251" y="5351760"/>
                <a:ext cx="119160" cy="316440"/>
              </p14:xfrm>
            </p:contentPart>
          </mc:Choice>
          <mc:Fallback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317645E0-56F3-206C-BCBD-ABF1C7B04638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3526251" y="5333760"/>
                  <a:ext cx="154800" cy="35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8C704776-A8E9-2AB3-D85A-3512B30424EF}"/>
                    </a:ext>
                  </a:extLst>
                </p14:cNvPr>
                <p14:cNvContentPartPr/>
                <p14:nvPr/>
              </p14:nvContentPartPr>
              <p14:xfrm>
                <a:off x="3552531" y="5324400"/>
                <a:ext cx="288000" cy="257760"/>
              </p14:xfrm>
            </p:contentPart>
          </mc:Choice>
          <mc:Fallback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8C704776-A8E9-2AB3-D85A-3512B30424EF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3534891" y="5306400"/>
                  <a:ext cx="32364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D7390D05-B588-3CCE-C778-594A1EB163F3}"/>
                    </a:ext>
                  </a:extLst>
                </p14:cNvPr>
                <p14:cNvContentPartPr/>
                <p14:nvPr/>
              </p14:nvContentPartPr>
              <p14:xfrm>
                <a:off x="3921171" y="5484240"/>
                <a:ext cx="109800" cy="127800"/>
              </p14:xfrm>
            </p:contentPart>
          </mc:Choice>
          <mc:Fallback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D7390D05-B588-3CCE-C778-594A1EB163F3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3903171" y="5466240"/>
                  <a:ext cx="14544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549F06DD-4FAE-724B-36E6-2A399DF4EC02}"/>
                    </a:ext>
                  </a:extLst>
                </p14:cNvPr>
                <p14:cNvContentPartPr/>
                <p14:nvPr/>
              </p14:nvContentPartPr>
              <p14:xfrm>
                <a:off x="3899931" y="5327640"/>
                <a:ext cx="33120" cy="46080"/>
              </p14:xfrm>
            </p:contentPart>
          </mc:Choice>
          <mc:Fallback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549F06DD-4FAE-724B-36E6-2A399DF4EC02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3881931" y="5309640"/>
                  <a:ext cx="68760" cy="81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1" name="Group 300">
            <a:extLst>
              <a:ext uri="{FF2B5EF4-FFF2-40B4-BE49-F238E27FC236}">
                <a16:creationId xmlns:a16="http://schemas.microsoft.com/office/drawing/2014/main" id="{F72DF820-DABD-E3DC-EE51-D2D77E210CE9}"/>
              </a:ext>
            </a:extLst>
          </p:cNvPr>
          <p:cNvGrpSpPr/>
          <p:nvPr/>
        </p:nvGrpSpPr>
        <p:grpSpPr>
          <a:xfrm>
            <a:off x="2092731" y="434520"/>
            <a:ext cx="3456720" cy="2089080"/>
            <a:chOff x="2092731" y="434520"/>
            <a:chExt cx="3456720" cy="2089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38E86906-F0D5-8FEE-844F-7F50C6E2704C}"/>
                    </a:ext>
                  </a:extLst>
                </p14:cNvPr>
                <p14:cNvContentPartPr/>
                <p14:nvPr/>
              </p14:nvContentPartPr>
              <p14:xfrm>
                <a:off x="2092731" y="550440"/>
                <a:ext cx="141120" cy="1429920"/>
              </p14:xfrm>
            </p:contentPart>
          </mc:Choice>
          <mc:Fallback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38E86906-F0D5-8FEE-844F-7F50C6E2704C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2074731" y="532800"/>
                  <a:ext cx="176760" cy="146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6B224FC1-BD59-23A5-2277-FD2BE81A0C29}"/>
                    </a:ext>
                  </a:extLst>
                </p14:cNvPr>
                <p14:cNvContentPartPr/>
                <p14:nvPr/>
              </p14:nvContentPartPr>
              <p14:xfrm>
                <a:off x="2097771" y="434520"/>
                <a:ext cx="3451680" cy="2089080"/>
              </p14:xfrm>
            </p:contentPart>
          </mc:Choice>
          <mc:Fallback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6B224FC1-BD59-23A5-2277-FD2BE81A0C29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2080131" y="416880"/>
                  <a:ext cx="3487320" cy="2124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2" name="Group 311">
            <a:extLst>
              <a:ext uri="{FF2B5EF4-FFF2-40B4-BE49-F238E27FC236}">
                <a16:creationId xmlns:a16="http://schemas.microsoft.com/office/drawing/2014/main" id="{505C2A57-1134-8147-760C-3184500417E9}"/>
              </a:ext>
            </a:extLst>
          </p:cNvPr>
          <p:cNvGrpSpPr/>
          <p:nvPr/>
        </p:nvGrpSpPr>
        <p:grpSpPr>
          <a:xfrm>
            <a:off x="796011" y="528120"/>
            <a:ext cx="945360" cy="703440"/>
            <a:chOff x="796011" y="528120"/>
            <a:chExt cx="945360" cy="703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4DA1B65D-3868-9BD7-8446-208AC7EC0249}"/>
                    </a:ext>
                  </a:extLst>
                </p14:cNvPr>
                <p14:cNvContentPartPr/>
                <p14:nvPr/>
              </p14:nvContentPartPr>
              <p14:xfrm>
                <a:off x="1447611" y="528120"/>
                <a:ext cx="46440" cy="406080"/>
              </p14:xfrm>
            </p:contentPart>
          </mc:Choice>
          <mc:Fallback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4DA1B65D-3868-9BD7-8446-208AC7EC0249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1429611" y="510120"/>
                  <a:ext cx="82080" cy="44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FAE02968-91BA-A928-C8A3-CCA3DA298F14}"/>
                    </a:ext>
                  </a:extLst>
                </p14:cNvPr>
                <p14:cNvContentPartPr/>
                <p14:nvPr/>
              </p14:nvContentPartPr>
              <p14:xfrm>
                <a:off x="1265091" y="593640"/>
                <a:ext cx="228600" cy="67320"/>
              </p14:xfrm>
            </p:contentPart>
          </mc:Choice>
          <mc:Fallback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FAE02968-91BA-A928-C8A3-CCA3DA298F14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1247451" y="575640"/>
                  <a:ext cx="26424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C63D1A3D-555F-DEAE-FDE9-2D67176C375E}"/>
                    </a:ext>
                  </a:extLst>
                </p14:cNvPr>
                <p14:cNvContentPartPr/>
                <p14:nvPr/>
              </p14:nvContentPartPr>
              <p14:xfrm>
                <a:off x="1413051" y="866520"/>
                <a:ext cx="129600" cy="32400"/>
              </p14:xfrm>
            </p:contentPart>
          </mc:Choice>
          <mc:Fallback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C63D1A3D-555F-DEAE-FDE9-2D67176C375E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1395411" y="848520"/>
                  <a:ext cx="16524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1107B5ED-6E42-C843-3221-DD6DB09A8889}"/>
                    </a:ext>
                  </a:extLst>
                </p14:cNvPr>
                <p14:cNvContentPartPr/>
                <p14:nvPr/>
              </p14:nvContentPartPr>
              <p14:xfrm>
                <a:off x="1720491" y="694800"/>
                <a:ext cx="20880" cy="218880"/>
              </p14:xfrm>
            </p:contentPart>
          </mc:Choice>
          <mc:Fallback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1107B5ED-6E42-C843-3221-DD6DB09A8889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1702851" y="676800"/>
                  <a:ext cx="5652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064045BC-A282-72C9-7BFF-2FA7B8D473B3}"/>
                    </a:ext>
                  </a:extLst>
                </p14:cNvPr>
                <p14:cNvContentPartPr/>
                <p14:nvPr/>
              </p14:nvContentPartPr>
              <p14:xfrm>
                <a:off x="796011" y="1026000"/>
                <a:ext cx="531000" cy="77400"/>
              </p14:xfrm>
            </p:contentPart>
          </mc:Choice>
          <mc:Fallback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064045BC-A282-72C9-7BFF-2FA7B8D473B3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778371" y="1008360"/>
                  <a:ext cx="56664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BC0FA7AB-CD50-6F2F-9A7F-369182313520}"/>
                    </a:ext>
                  </a:extLst>
                </p14:cNvPr>
                <p14:cNvContentPartPr/>
                <p14:nvPr/>
              </p14:nvContentPartPr>
              <p14:xfrm>
                <a:off x="1184811" y="894600"/>
                <a:ext cx="197280" cy="336960"/>
              </p14:xfrm>
            </p:contentPart>
          </mc:Choice>
          <mc:Fallback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BC0FA7AB-CD50-6F2F-9A7F-369182313520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1166811" y="876960"/>
                  <a:ext cx="232920" cy="372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9" name="Group 318">
            <a:extLst>
              <a:ext uri="{FF2B5EF4-FFF2-40B4-BE49-F238E27FC236}">
                <a16:creationId xmlns:a16="http://schemas.microsoft.com/office/drawing/2014/main" id="{4A6A9A6F-B1A3-1415-86F1-09516776203D}"/>
              </a:ext>
            </a:extLst>
          </p:cNvPr>
          <p:cNvGrpSpPr/>
          <p:nvPr/>
        </p:nvGrpSpPr>
        <p:grpSpPr>
          <a:xfrm>
            <a:off x="4312131" y="68400"/>
            <a:ext cx="632880" cy="617760"/>
            <a:chOff x="4312131" y="68400"/>
            <a:chExt cx="632880" cy="617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CB9318F6-58E9-DE9B-8406-5BD4E46339B9}"/>
                    </a:ext>
                  </a:extLst>
                </p14:cNvPr>
                <p14:cNvContentPartPr/>
                <p14:nvPr/>
              </p14:nvContentPartPr>
              <p14:xfrm>
                <a:off x="4312131" y="554400"/>
                <a:ext cx="509760" cy="49320"/>
              </p14:xfrm>
            </p:contentPart>
          </mc:Choice>
          <mc:Fallback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CB9318F6-58E9-DE9B-8406-5BD4E46339B9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4294131" y="536760"/>
                  <a:ext cx="54540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97B5047D-34CF-1E80-EDC9-68EF19F74C5A}"/>
                    </a:ext>
                  </a:extLst>
                </p14:cNvPr>
                <p14:cNvContentPartPr/>
                <p14:nvPr/>
              </p14:nvContentPartPr>
              <p14:xfrm>
                <a:off x="4708851" y="459360"/>
                <a:ext cx="128160" cy="226800"/>
              </p14:xfrm>
            </p:contentPart>
          </mc:Choice>
          <mc:Fallback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97B5047D-34CF-1E80-EDC9-68EF19F74C5A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4690851" y="441720"/>
                  <a:ext cx="16380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33862AE6-20DE-BBC2-B841-097DCE9DE86B}"/>
                    </a:ext>
                  </a:extLst>
                </p14:cNvPr>
                <p14:cNvContentPartPr/>
                <p14:nvPr/>
              </p14:nvContentPartPr>
              <p14:xfrm>
                <a:off x="4599051" y="99720"/>
                <a:ext cx="68760" cy="248760"/>
              </p14:xfrm>
            </p:contentPart>
          </mc:Choice>
          <mc:Fallback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33862AE6-20DE-BBC2-B841-097DCE9DE86B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4581051" y="81720"/>
                  <a:ext cx="10440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E1B63A88-4F8E-DFFF-4F91-37FCD19412CE}"/>
                    </a:ext>
                  </a:extLst>
                </p14:cNvPr>
                <p14:cNvContentPartPr/>
                <p14:nvPr/>
              </p14:nvContentPartPr>
              <p14:xfrm>
                <a:off x="4565571" y="68400"/>
                <a:ext cx="155880" cy="105840"/>
              </p14:xfrm>
            </p:contentPart>
          </mc:Choice>
          <mc:Fallback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E1B63A88-4F8E-DFFF-4F91-37FCD19412CE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4547931" y="50400"/>
                  <a:ext cx="19152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C3DA290D-8503-71A2-1B19-FA09CCB327D1}"/>
                    </a:ext>
                  </a:extLst>
                </p14:cNvPr>
                <p14:cNvContentPartPr/>
                <p14:nvPr/>
              </p14:nvContentPartPr>
              <p14:xfrm>
                <a:off x="4613811" y="320040"/>
                <a:ext cx="89280" cy="52920"/>
              </p14:xfrm>
            </p:contentPart>
          </mc:Choice>
          <mc:Fallback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C3DA290D-8503-71A2-1B19-FA09CCB327D1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4595811" y="302040"/>
                  <a:ext cx="12492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64285CFB-87AC-33D9-2AD5-4685C7435B2F}"/>
                    </a:ext>
                  </a:extLst>
                </p14:cNvPr>
                <p14:cNvContentPartPr/>
                <p14:nvPr/>
              </p14:nvContentPartPr>
              <p14:xfrm>
                <a:off x="4761051" y="233280"/>
                <a:ext cx="183960" cy="116640"/>
              </p14:xfrm>
            </p:contentPart>
          </mc:Choice>
          <mc:Fallback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64285CFB-87AC-33D9-2AD5-4685C7435B2F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4743051" y="215640"/>
                  <a:ext cx="219600" cy="152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2" name="Group 331">
            <a:extLst>
              <a:ext uri="{FF2B5EF4-FFF2-40B4-BE49-F238E27FC236}">
                <a16:creationId xmlns:a16="http://schemas.microsoft.com/office/drawing/2014/main" id="{B4665579-938A-224F-3955-0B2D247E7693}"/>
              </a:ext>
            </a:extLst>
          </p:cNvPr>
          <p:cNvGrpSpPr/>
          <p:nvPr/>
        </p:nvGrpSpPr>
        <p:grpSpPr>
          <a:xfrm>
            <a:off x="3504291" y="4061160"/>
            <a:ext cx="413640" cy="291960"/>
            <a:chOff x="3504291" y="4061160"/>
            <a:chExt cx="413640" cy="291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9C8353EE-2958-4BEC-9D43-C22AE2555B30}"/>
                    </a:ext>
                  </a:extLst>
                </p14:cNvPr>
                <p14:cNvContentPartPr/>
                <p14:nvPr/>
              </p14:nvContentPartPr>
              <p14:xfrm>
                <a:off x="3579891" y="4082760"/>
                <a:ext cx="87120" cy="270360"/>
              </p14:xfrm>
            </p:contentPart>
          </mc:Choice>
          <mc:Fallback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9C8353EE-2958-4BEC-9D43-C22AE2555B30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3561891" y="4064760"/>
                  <a:ext cx="12276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4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B1CCA60B-2BE6-B9BA-2F37-BE5D28F689E8}"/>
                    </a:ext>
                  </a:extLst>
                </p14:cNvPr>
                <p14:cNvContentPartPr/>
                <p14:nvPr/>
              </p14:nvContentPartPr>
              <p14:xfrm>
                <a:off x="3504291" y="4061160"/>
                <a:ext cx="162360" cy="110160"/>
              </p14:xfrm>
            </p:contentPart>
          </mc:Choice>
          <mc:Fallback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B1CCA60B-2BE6-B9BA-2F37-BE5D28F689E8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3486651" y="4043520"/>
                  <a:ext cx="19800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6">
              <p14:nvContentPartPr>
                <p14:cNvPr id="322" name="Ink 321">
                  <a:extLst>
                    <a:ext uri="{FF2B5EF4-FFF2-40B4-BE49-F238E27FC236}">
                      <a16:creationId xmlns:a16="http://schemas.microsoft.com/office/drawing/2014/main" id="{33CDC9F7-A9B6-B446-F205-544E7714C0B2}"/>
                    </a:ext>
                  </a:extLst>
                </p14:cNvPr>
                <p14:cNvContentPartPr/>
                <p14:nvPr/>
              </p14:nvContentPartPr>
              <p14:xfrm>
                <a:off x="3611571" y="4268160"/>
                <a:ext cx="106200" cy="77760"/>
              </p14:xfrm>
            </p:contentPart>
          </mc:Choice>
          <mc:Fallback>
            <p:pic>
              <p:nvPicPr>
                <p:cNvPr id="322" name="Ink 321">
                  <a:extLst>
                    <a:ext uri="{FF2B5EF4-FFF2-40B4-BE49-F238E27FC236}">
                      <a16:creationId xmlns:a16="http://schemas.microsoft.com/office/drawing/2014/main" id="{33CDC9F7-A9B6-B446-F205-544E7714C0B2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3593931" y="4250520"/>
                  <a:ext cx="14184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5960D736-9777-5627-EACF-547B837F552F}"/>
                    </a:ext>
                  </a:extLst>
                </p14:cNvPr>
                <p14:cNvContentPartPr/>
                <p14:nvPr/>
              </p14:nvContentPartPr>
              <p14:xfrm>
                <a:off x="3880851" y="4143960"/>
                <a:ext cx="37080" cy="98640"/>
              </p14:xfrm>
            </p:contentPart>
          </mc:Choice>
          <mc:Fallback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5960D736-9777-5627-EACF-547B837F552F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3862851" y="4126320"/>
                  <a:ext cx="72720" cy="134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1" name="Group 360">
            <a:extLst>
              <a:ext uri="{FF2B5EF4-FFF2-40B4-BE49-F238E27FC236}">
                <a16:creationId xmlns:a16="http://schemas.microsoft.com/office/drawing/2014/main" id="{39AA96FC-97E1-8F9A-9994-1F99A62FE29A}"/>
              </a:ext>
            </a:extLst>
          </p:cNvPr>
          <p:cNvGrpSpPr/>
          <p:nvPr/>
        </p:nvGrpSpPr>
        <p:grpSpPr>
          <a:xfrm>
            <a:off x="5140131" y="3409200"/>
            <a:ext cx="3328920" cy="1509840"/>
            <a:chOff x="5140131" y="3409200"/>
            <a:chExt cx="3328920" cy="1509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0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54CECA9A-E999-13BA-9C3E-AA4D18D103EE}"/>
                    </a:ext>
                  </a:extLst>
                </p14:cNvPr>
                <p14:cNvContentPartPr/>
                <p14:nvPr/>
              </p14:nvContentPartPr>
              <p14:xfrm>
                <a:off x="5393211" y="4758120"/>
                <a:ext cx="128520" cy="37080"/>
              </p14:xfrm>
            </p:contentPart>
          </mc:Choice>
          <mc:Fallback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54CECA9A-E999-13BA-9C3E-AA4D18D103EE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5375571" y="4740480"/>
                  <a:ext cx="16416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2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9CAB37A5-7361-8F4F-8400-FBCCDF0375B2}"/>
                    </a:ext>
                  </a:extLst>
                </p14:cNvPr>
                <p14:cNvContentPartPr/>
                <p14:nvPr/>
              </p14:nvContentPartPr>
              <p14:xfrm>
                <a:off x="5445411" y="4835520"/>
                <a:ext cx="116280" cy="14400"/>
              </p14:xfrm>
            </p:contentPart>
          </mc:Choice>
          <mc:Fallback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9CAB37A5-7361-8F4F-8400-FBCCDF0375B2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5427411" y="4817880"/>
                  <a:ext cx="15192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4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541D50EE-45E0-117D-098B-7E4EA15005E6}"/>
                    </a:ext>
                  </a:extLst>
                </p14:cNvPr>
                <p14:cNvContentPartPr/>
                <p14:nvPr/>
              </p14:nvContentPartPr>
              <p14:xfrm>
                <a:off x="5140131" y="4107600"/>
                <a:ext cx="122760" cy="19440"/>
              </p14:xfrm>
            </p:contentPart>
          </mc:Choice>
          <mc:Fallback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541D50EE-45E0-117D-098B-7E4EA15005E6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5122131" y="4089600"/>
                  <a:ext cx="158400" cy="5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6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FD358163-BE90-3D58-94D4-0F7F4424DB6F}"/>
                    </a:ext>
                  </a:extLst>
                </p14:cNvPr>
                <p14:cNvContentPartPr/>
                <p14:nvPr/>
              </p14:nvContentPartPr>
              <p14:xfrm>
                <a:off x="5229411" y="4145760"/>
                <a:ext cx="81360" cy="37440"/>
              </p14:xfrm>
            </p:contentPart>
          </mc:Choice>
          <mc:Fallback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FD358163-BE90-3D58-94D4-0F7F4424DB6F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5211411" y="4128120"/>
                  <a:ext cx="11700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8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1356634D-4E9B-D459-DF25-38174518712F}"/>
                    </a:ext>
                  </a:extLst>
                </p14:cNvPr>
                <p14:cNvContentPartPr/>
                <p14:nvPr/>
              </p14:nvContentPartPr>
              <p14:xfrm>
                <a:off x="5731611" y="3931920"/>
                <a:ext cx="56880" cy="273960"/>
              </p14:xfrm>
            </p:contentPart>
          </mc:Choice>
          <mc:Fallback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1356634D-4E9B-D459-DF25-38174518712F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5713971" y="3914280"/>
                  <a:ext cx="92520" cy="30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0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D04B373F-1951-6C2E-4B22-9145F648ADC1}"/>
                    </a:ext>
                  </a:extLst>
                </p14:cNvPr>
                <p14:cNvContentPartPr/>
                <p14:nvPr/>
              </p14:nvContentPartPr>
              <p14:xfrm>
                <a:off x="5687331" y="3899160"/>
                <a:ext cx="104760" cy="62280"/>
              </p14:xfrm>
            </p:contentPart>
          </mc:Choice>
          <mc:Fallback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D04B373F-1951-6C2E-4B22-9145F648ADC1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5669691" y="3881160"/>
                  <a:ext cx="14040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2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76E68C2E-0ED3-4D51-A400-C88C514D2C36}"/>
                    </a:ext>
                  </a:extLst>
                </p14:cNvPr>
                <p14:cNvContentPartPr/>
                <p14:nvPr/>
              </p14:nvContentPartPr>
              <p14:xfrm>
                <a:off x="5753211" y="4144320"/>
                <a:ext cx="87480" cy="47520"/>
              </p14:xfrm>
            </p:contentPart>
          </mc:Choice>
          <mc:Fallback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76E68C2E-0ED3-4D51-A400-C88C514D2C36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5735211" y="4126320"/>
                  <a:ext cx="12312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4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6BA91751-60D5-1A3D-3310-7B746BC37D0A}"/>
                    </a:ext>
                  </a:extLst>
                </p14:cNvPr>
                <p14:cNvContentPartPr/>
                <p14:nvPr/>
              </p14:nvContentPartPr>
              <p14:xfrm>
                <a:off x="5982891" y="4029480"/>
                <a:ext cx="202320" cy="145080"/>
              </p14:xfrm>
            </p:contentPart>
          </mc:Choice>
          <mc:Fallback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6BA91751-60D5-1A3D-3310-7B746BC37D0A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5965251" y="4011840"/>
                  <a:ext cx="23796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6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239B4A1C-DC1B-AEAF-C189-178AD4795F6B}"/>
                    </a:ext>
                  </a:extLst>
                </p14:cNvPr>
                <p14:cNvContentPartPr/>
                <p14:nvPr/>
              </p14:nvContentPartPr>
              <p14:xfrm>
                <a:off x="6649971" y="3538800"/>
                <a:ext cx="285480" cy="632880"/>
              </p14:xfrm>
            </p:contentPart>
          </mc:Choice>
          <mc:Fallback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239B4A1C-DC1B-AEAF-C189-178AD4795F6B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6631971" y="3521160"/>
                  <a:ext cx="321120" cy="66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8">
              <p14:nvContentPartPr>
                <p14:cNvPr id="334" name="Ink 333">
                  <a:extLst>
                    <a:ext uri="{FF2B5EF4-FFF2-40B4-BE49-F238E27FC236}">
                      <a16:creationId xmlns:a16="http://schemas.microsoft.com/office/drawing/2014/main" id="{4850E45D-DF38-B4B4-648B-C1DA23B50A66}"/>
                    </a:ext>
                  </a:extLst>
                </p14:cNvPr>
                <p14:cNvContentPartPr/>
                <p14:nvPr/>
              </p14:nvContentPartPr>
              <p14:xfrm>
                <a:off x="7044891" y="3690000"/>
                <a:ext cx="91440" cy="282960"/>
              </p14:xfrm>
            </p:contentPart>
          </mc:Choice>
          <mc:Fallback>
            <p:pic>
              <p:nvPicPr>
                <p:cNvPr id="334" name="Ink 333">
                  <a:extLst>
                    <a:ext uri="{FF2B5EF4-FFF2-40B4-BE49-F238E27FC236}">
                      <a16:creationId xmlns:a16="http://schemas.microsoft.com/office/drawing/2014/main" id="{4850E45D-DF38-B4B4-648B-C1DA23B50A66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7026891" y="3672360"/>
                  <a:ext cx="127080" cy="31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0">
              <p14:nvContentPartPr>
                <p14:cNvPr id="335" name="Ink 334">
                  <a:extLst>
                    <a:ext uri="{FF2B5EF4-FFF2-40B4-BE49-F238E27FC236}">
                      <a16:creationId xmlns:a16="http://schemas.microsoft.com/office/drawing/2014/main" id="{676446BD-6F82-90D9-0F3A-9EA953A4C410}"/>
                    </a:ext>
                  </a:extLst>
                </p14:cNvPr>
                <p14:cNvContentPartPr/>
                <p14:nvPr/>
              </p14:nvContentPartPr>
              <p14:xfrm>
                <a:off x="7012491" y="3672360"/>
                <a:ext cx="73440" cy="150480"/>
              </p14:xfrm>
            </p:contentPart>
          </mc:Choice>
          <mc:Fallback>
            <p:pic>
              <p:nvPicPr>
                <p:cNvPr id="335" name="Ink 334">
                  <a:extLst>
                    <a:ext uri="{FF2B5EF4-FFF2-40B4-BE49-F238E27FC236}">
                      <a16:creationId xmlns:a16="http://schemas.microsoft.com/office/drawing/2014/main" id="{676446BD-6F82-90D9-0F3A-9EA953A4C410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6994851" y="3654360"/>
                  <a:ext cx="10908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2">
              <p14:nvContentPartPr>
                <p14:cNvPr id="336" name="Ink 335">
                  <a:extLst>
                    <a:ext uri="{FF2B5EF4-FFF2-40B4-BE49-F238E27FC236}">
                      <a16:creationId xmlns:a16="http://schemas.microsoft.com/office/drawing/2014/main" id="{F74A1F1F-DD1B-5B40-CDA0-E91F18BA8FC9}"/>
                    </a:ext>
                  </a:extLst>
                </p14:cNvPr>
                <p14:cNvContentPartPr/>
                <p14:nvPr/>
              </p14:nvContentPartPr>
              <p14:xfrm>
                <a:off x="7105731" y="3915000"/>
                <a:ext cx="127080" cy="63720"/>
              </p14:xfrm>
            </p:contentPart>
          </mc:Choice>
          <mc:Fallback>
            <p:pic>
              <p:nvPicPr>
                <p:cNvPr id="336" name="Ink 335">
                  <a:extLst>
                    <a:ext uri="{FF2B5EF4-FFF2-40B4-BE49-F238E27FC236}">
                      <a16:creationId xmlns:a16="http://schemas.microsoft.com/office/drawing/2014/main" id="{F74A1F1F-DD1B-5B40-CDA0-E91F18BA8FC9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7088091" y="3897000"/>
                  <a:ext cx="16272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4">
              <p14:nvContentPartPr>
                <p14:cNvPr id="337" name="Ink 336">
                  <a:extLst>
                    <a:ext uri="{FF2B5EF4-FFF2-40B4-BE49-F238E27FC236}">
                      <a16:creationId xmlns:a16="http://schemas.microsoft.com/office/drawing/2014/main" id="{DCA3D7AD-4073-B6B4-7F7E-E8897C50580A}"/>
                    </a:ext>
                  </a:extLst>
                </p14:cNvPr>
                <p14:cNvContentPartPr/>
                <p14:nvPr/>
              </p14:nvContentPartPr>
              <p14:xfrm>
                <a:off x="7351251" y="3803760"/>
                <a:ext cx="98640" cy="36360"/>
              </p14:xfrm>
            </p:contentPart>
          </mc:Choice>
          <mc:Fallback>
            <p:pic>
              <p:nvPicPr>
                <p:cNvPr id="337" name="Ink 336">
                  <a:extLst>
                    <a:ext uri="{FF2B5EF4-FFF2-40B4-BE49-F238E27FC236}">
                      <a16:creationId xmlns:a16="http://schemas.microsoft.com/office/drawing/2014/main" id="{DCA3D7AD-4073-B6B4-7F7E-E8897C50580A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7333611" y="3785760"/>
                  <a:ext cx="13428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6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77DCAA5E-1369-0320-A30F-364C001FC365}"/>
                    </a:ext>
                  </a:extLst>
                </p14:cNvPr>
                <p14:cNvContentPartPr/>
                <p14:nvPr/>
              </p14:nvContentPartPr>
              <p14:xfrm>
                <a:off x="7639971" y="3709440"/>
                <a:ext cx="60120" cy="44280"/>
              </p14:xfrm>
            </p:contentPart>
          </mc:Choice>
          <mc:Fallback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77DCAA5E-1369-0320-A30F-364C001FC365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7621971" y="3691440"/>
                  <a:ext cx="9576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8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69894921-7F8F-B993-D066-070729FC35FB}"/>
                    </a:ext>
                  </a:extLst>
                </p14:cNvPr>
                <p14:cNvContentPartPr/>
                <p14:nvPr/>
              </p14:nvContentPartPr>
              <p14:xfrm>
                <a:off x="7676691" y="3763080"/>
                <a:ext cx="89280" cy="36360"/>
              </p14:xfrm>
            </p:contentPart>
          </mc:Choice>
          <mc:Fallback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69894921-7F8F-B993-D066-070729FC35FB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7658691" y="3745080"/>
                  <a:ext cx="12492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0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CC9EA490-E803-DDDB-73E7-97E0DF5DD6CF}"/>
                    </a:ext>
                  </a:extLst>
                </p14:cNvPr>
                <p14:cNvContentPartPr/>
                <p14:nvPr/>
              </p14:nvContentPartPr>
              <p14:xfrm>
                <a:off x="7842651" y="3624120"/>
                <a:ext cx="180360" cy="219600"/>
              </p14:xfrm>
            </p:contentPart>
          </mc:Choice>
          <mc:Fallback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CC9EA490-E803-DDDB-73E7-97E0DF5DD6CF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7824651" y="3606120"/>
                  <a:ext cx="216000" cy="25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2">
              <p14:nvContentPartPr>
                <p14:cNvPr id="341" name="Ink 340">
                  <a:extLst>
                    <a:ext uri="{FF2B5EF4-FFF2-40B4-BE49-F238E27FC236}">
                      <a16:creationId xmlns:a16="http://schemas.microsoft.com/office/drawing/2014/main" id="{CD1B92CD-D8C9-FAE8-F145-1CF5F5DEB3D7}"/>
                    </a:ext>
                  </a:extLst>
                </p14:cNvPr>
                <p14:cNvContentPartPr/>
                <p14:nvPr/>
              </p14:nvContentPartPr>
              <p14:xfrm>
                <a:off x="8132811" y="3409200"/>
                <a:ext cx="164520" cy="488880"/>
              </p14:xfrm>
            </p:contentPart>
          </mc:Choice>
          <mc:Fallback>
            <p:pic>
              <p:nvPicPr>
                <p:cNvPr id="341" name="Ink 340">
                  <a:extLst>
                    <a:ext uri="{FF2B5EF4-FFF2-40B4-BE49-F238E27FC236}">
                      <a16:creationId xmlns:a16="http://schemas.microsoft.com/office/drawing/2014/main" id="{CD1B92CD-D8C9-FAE8-F145-1CF5F5DEB3D7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8115171" y="3391200"/>
                  <a:ext cx="200160" cy="52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4">
              <p14:nvContentPartPr>
                <p14:cNvPr id="344" name="Ink 343">
                  <a:extLst>
                    <a:ext uri="{FF2B5EF4-FFF2-40B4-BE49-F238E27FC236}">
                      <a16:creationId xmlns:a16="http://schemas.microsoft.com/office/drawing/2014/main" id="{A082377B-7FD5-98B2-97C0-F59AA8F80598}"/>
                    </a:ext>
                  </a:extLst>
                </p14:cNvPr>
                <p14:cNvContentPartPr/>
                <p14:nvPr/>
              </p14:nvContentPartPr>
              <p14:xfrm>
                <a:off x="5995131" y="4417920"/>
                <a:ext cx="157320" cy="255960"/>
              </p14:xfrm>
            </p:contentPart>
          </mc:Choice>
          <mc:Fallback>
            <p:pic>
              <p:nvPicPr>
                <p:cNvPr id="344" name="Ink 343">
                  <a:extLst>
                    <a:ext uri="{FF2B5EF4-FFF2-40B4-BE49-F238E27FC236}">
                      <a16:creationId xmlns:a16="http://schemas.microsoft.com/office/drawing/2014/main" id="{A082377B-7FD5-98B2-97C0-F59AA8F80598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5977131" y="4400280"/>
                  <a:ext cx="192960" cy="29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6">
              <p14:nvContentPartPr>
                <p14:cNvPr id="345" name="Ink 344">
                  <a:extLst>
                    <a:ext uri="{FF2B5EF4-FFF2-40B4-BE49-F238E27FC236}">
                      <a16:creationId xmlns:a16="http://schemas.microsoft.com/office/drawing/2014/main" id="{36A2C758-8B61-6431-AB88-9C4C464A4CBF}"/>
                    </a:ext>
                  </a:extLst>
                </p14:cNvPr>
                <p14:cNvContentPartPr/>
                <p14:nvPr/>
              </p14:nvContentPartPr>
              <p14:xfrm>
                <a:off x="6317331" y="4655880"/>
                <a:ext cx="143280" cy="36360"/>
              </p14:xfrm>
            </p:contentPart>
          </mc:Choice>
          <mc:Fallback>
            <p:pic>
              <p:nvPicPr>
                <p:cNvPr id="345" name="Ink 344">
                  <a:extLst>
                    <a:ext uri="{FF2B5EF4-FFF2-40B4-BE49-F238E27FC236}">
                      <a16:creationId xmlns:a16="http://schemas.microsoft.com/office/drawing/2014/main" id="{36A2C758-8B61-6431-AB88-9C4C464A4CBF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6299331" y="4637880"/>
                  <a:ext cx="17892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8">
              <p14:nvContentPartPr>
                <p14:cNvPr id="347" name="Ink 346">
                  <a:extLst>
                    <a:ext uri="{FF2B5EF4-FFF2-40B4-BE49-F238E27FC236}">
                      <a16:creationId xmlns:a16="http://schemas.microsoft.com/office/drawing/2014/main" id="{93B2311C-6FC9-1045-A16B-A231B4371A9C}"/>
                    </a:ext>
                  </a:extLst>
                </p14:cNvPr>
                <p14:cNvContentPartPr/>
                <p14:nvPr/>
              </p14:nvContentPartPr>
              <p14:xfrm>
                <a:off x="6794331" y="4466160"/>
                <a:ext cx="313200" cy="47160"/>
              </p14:xfrm>
            </p:contentPart>
          </mc:Choice>
          <mc:Fallback>
            <p:pic>
              <p:nvPicPr>
                <p:cNvPr id="347" name="Ink 346">
                  <a:extLst>
                    <a:ext uri="{FF2B5EF4-FFF2-40B4-BE49-F238E27FC236}">
                      <a16:creationId xmlns:a16="http://schemas.microsoft.com/office/drawing/2014/main" id="{93B2311C-6FC9-1045-A16B-A231B4371A9C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6776691" y="4448160"/>
                  <a:ext cx="34884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0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23E4A11D-6192-8DBA-CBCF-BC0A4DA45E1F}"/>
                    </a:ext>
                  </a:extLst>
                </p14:cNvPr>
                <p14:cNvContentPartPr/>
                <p14:nvPr/>
              </p14:nvContentPartPr>
              <p14:xfrm>
                <a:off x="7228131" y="4260600"/>
                <a:ext cx="188640" cy="270720"/>
              </p14:xfrm>
            </p:contentPart>
          </mc:Choice>
          <mc:Fallback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23E4A11D-6192-8DBA-CBCF-BC0A4DA45E1F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7210491" y="4242600"/>
                  <a:ext cx="224280" cy="30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2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E39BE038-C685-1A91-8855-2299CF4011FE}"/>
                    </a:ext>
                  </a:extLst>
                </p14:cNvPr>
                <p14:cNvContentPartPr/>
                <p14:nvPr/>
              </p14:nvContentPartPr>
              <p14:xfrm>
                <a:off x="7609731" y="4452120"/>
                <a:ext cx="133920" cy="150120"/>
              </p14:xfrm>
            </p:contentPart>
          </mc:Choice>
          <mc:Fallback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E39BE038-C685-1A91-8855-2299CF4011FE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7592091" y="4434120"/>
                  <a:ext cx="16956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4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592F467B-119C-4000-607D-1A4B8B7D6E0A}"/>
                    </a:ext>
                  </a:extLst>
                </p14:cNvPr>
                <p14:cNvContentPartPr/>
                <p14:nvPr/>
              </p14:nvContentPartPr>
              <p14:xfrm>
                <a:off x="7867131" y="4450680"/>
                <a:ext cx="155880" cy="107280"/>
              </p14:xfrm>
            </p:contentPart>
          </mc:Choice>
          <mc:Fallback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592F467B-119C-4000-607D-1A4B8B7D6E0A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7849131" y="4432680"/>
                  <a:ext cx="19152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6">
              <p14:nvContentPartPr>
                <p14:cNvPr id="351" name="Ink 350">
                  <a:extLst>
                    <a:ext uri="{FF2B5EF4-FFF2-40B4-BE49-F238E27FC236}">
                      <a16:creationId xmlns:a16="http://schemas.microsoft.com/office/drawing/2014/main" id="{A7384B01-DA51-7A3C-7FDD-0C939F995A01}"/>
                    </a:ext>
                  </a:extLst>
                </p14:cNvPr>
                <p14:cNvContentPartPr/>
                <p14:nvPr/>
              </p14:nvContentPartPr>
              <p14:xfrm>
                <a:off x="8111211" y="4274280"/>
                <a:ext cx="88560" cy="329040"/>
              </p14:xfrm>
            </p:contentPart>
          </mc:Choice>
          <mc:Fallback>
            <p:pic>
              <p:nvPicPr>
                <p:cNvPr id="351" name="Ink 350">
                  <a:extLst>
                    <a:ext uri="{FF2B5EF4-FFF2-40B4-BE49-F238E27FC236}">
                      <a16:creationId xmlns:a16="http://schemas.microsoft.com/office/drawing/2014/main" id="{A7384B01-DA51-7A3C-7FDD-0C939F995A01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8093211" y="4256280"/>
                  <a:ext cx="124200" cy="36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8">
              <p14:nvContentPartPr>
                <p14:cNvPr id="352" name="Ink 351">
                  <a:extLst>
                    <a:ext uri="{FF2B5EF4-FFF2-40B4-BE49-F238E27FC236}">
                      <a16:creationId xmlns:a16="http://schemas.microsoft.com/office/drawing/2014/main" id="{740C05FB-1BF5-381A-6B8D-884F218DD3FD}"/>
                    </a:ext>
                  </a:extLst>
                </p14:cNvPr>
                <p14:cNvContentPartPr/>
                <p14:nvPr/>
              </p14:nvContentPartPr>
              <p14:xfrm>
                <a:off x="8091771" y="4367520"/>
                <a:ext cx="211320" cy="119520"/>
              </p14:xfrm>
            </p:contentPart>
          </mc:Choice>
          <mc:Fallback>
            <p:pic>
              <p:nvPicPr>
                <p:cNvPr id="352" name="Ink 351">
                  <a:extLst>
                    <a:ext uri="{FF2B5EF4-FFF2-40B4-BE49-F238E27FC236}">
                      <a16:creationId xmlns:a16="http://schemas.microsoft.com/office/drawing/2014/main" id="{740C05FB-1BF5-381A-6B8D-884F218DD3FD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8074131" y="4349520"/>
                  <a:ext cx="24696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0">
              <p14:nvContentPartPr>
                <p14:cNvPr id="355" name="Ink 354">
                  <a:extLst>
                    <a:ext uri="{FF2B5EF4-FFF2-40B4-BE49-F238E27FC236}">
                      <a16:creationId xmlns:a16="http://schemas.microsoft.com/office/drawing/2014/main" id="{1049C4DF-3FFA-8FC2-FCA7-CC41F827CF6A}"/>
                    </a:ext>
                  </a:extLst>
                </p14:cNvPr>
                <p14:cNvContentPartPr/>
                <p14:nvPr/>
              </p14:nvContentPartPr>
              <p14:xfrm>
                <a:off x="6064611" y="4668120"/>
                <a:ext cx="2404440" cy="250920"/>
              </p14:xfrm>
            </p:contentPart>
          </mc:Choice>
          <mc:Fallback>
            <p:pic>
              <p:nvPicPr>
                <p:cNvPr id="355" name="Ink 354">
                  <a:extLst>
                    <a:ext uri="{FF2B5EF4-FFF2-40B4-BE49-F238E27FC236}">
                      <a16:creationId xmlns:a16="http://schemas.microsoft.com/office/drawing/2014/main" id="{1049C4DF-3FFA-8FC2-FCA7-CC41F827CF6A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6046611" y="4650120"/>
                  <a:ext cx="2440080" cy="286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0" name="Group 359">
            <a:extLst>
              <a:ext uri="{FF2B5EF4-FFF2-40B4-BE49-F238E27FC236}">
                <a16:creationId xmlns:a16="http://schemas.microsoft.com/office/drawing/2014/main" id="{1FA7B9B5-AE59-A2FF-D8BE-C8E0891EDD61}"/>
              </a:ext>
            </a:extLst>
          </p:cNvPr>
          <p:cNvGrpSpPr/>
          <p:nvPr/>
        </p:nvGrpSpPr>
        <p:grpSpPr>
          <a:xfrm>
            <a:off x="6978651" y="5152320"/>
            <a:ext cx="474120" cy="354240"/>
            <a:chOff x="6978651" y="5152320"/>
            <a:chExt cx="474120" cy="354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32">
              <p14:nvContentPartPr>
                <p14:cNvPr id="356" name="Ink 355">
                  <a:extLst>
                    <a:ext uri="{FF2B5EF4-FFF2-40B4-BE49-F238E27FC236}">
                      <a16:creationId xmlns:a16="http://schemas.microsoft.com/office/drawing/2014/main" id="{E1319A8A-D974-F035-5ED7-5B4C28DFF8B0}"/>
                    </a:ext>
                  </a:extLst>
                </p14:cNvPr>
                <p14:cNvContentPartPr/>
                <p14:nvPr/>
              </p14:nvContentPartPr>
              <p14:xfrm>
                <a:off x="6978651" y="5255280"/>
                <a:ext cx="59400" cy="239760"/>
              </p14:xfrm>
            </p:contentPart>
          </mc:Choice>
          <mc:Fallback>
            <p:pic>
              <p:nvPicPr>
                <p:cNvPr id="356" name="Ink 355">
                  <a:extLst>
                    <a:ext uri="{FF2B5EF4-FFF2-40B4-BE49-F238E27FC236}">
                      <a16:creationId xmlns:a16="http://schemas.microsoft.com/office/drawing/2014/main" id="{E1319A8A-D974-F035-5ED7-5B4C28DFF8B0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6960651" y="5237280"/>
                  <a:ext cx="9504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4">
              <p14:nvContentPartPr>
                <p14:cNvPr id="357" name="Ink 356">
                  <a:extLst>
                    <a:ext uri="{FF2B5EF4-FFF2-40B4-BE49-F238E27FC236}">
                      <a16:creationId xmlns:a16="http://schemas.microsoft.com/office/drawing/2014/main" id="{2E0A7161-69AA-CAE3-3031-10D9AD2C6ECF}"/>
                    </a:ext>
                  </a:extLst>
                </p14:cNvPr>
                <p14:cNvContentPartPr/>
                <p14:nvPr/>
              </p14:nvContentPartPr>
              <p14:xfrm>
                <a:off x="6981531" y="5152320"/>
                <a:ext cx="218160" cy="207360"/>
              </p14:xfrm>
            </p:contentPart>
          </mc:Choice>
          <mc:Fallback>
            <p:pic>
              <p:nvPicPr>
                <p:cNvPr id="357" name="Ink 356">
                  <a:extLst>
                    <a:ext uri="{FF2B5EF4-FFF2-40B4-BE49-F238E27FC236}">
                      <a16:creationId xmlns:a16="http://schemas.microsoft.com/office/drawing/2014/main" id="{2E0A7161-69AA-CAE3-3031-10D9AD2C6ECF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6963891" y="5134680"/>
                  <a:ext cx="25380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6">
              <p14:nvContentPartPr>
                <p14:cNvPr id="358" name="Ink 357">
                  <a:extLst>
                    <a:ext uri="{FF2B5EF4-FFF2-40B4-BE49-F238E27FC236}">
                      <a16:creationId xmlns:a16="http://schemas.microsoft.com/office/drawing/2014/main" id="{E25D3968-F863-27DF-53D3-3B283C19549F}"/>
                    </a:ext>
                  </a:extLst>
                </p14:cNvPr>
                <p14:cNvContentPartPr/>
                <p14:nvPr/>
              </p14:nvContentPartPr>
              <p14:xfrm>
                <a:off x="7361331" y="5197680"/>
                <a:ext cx="83880" cy="308880"/>
              </p14:xfrm>
            </p:contentPart>
          </mc:Choice>
          <mc:Fallback>
            <p:pic>
              <p:nvPicPr>
                <p:cNvPr id="358" name="Ink 357">
                  <a:extLst>
                    <a:ext uri="{FF2B5EF4-FFF2-40B4-BE49-F238E27FC236}">
                      <a16:creationId xmlns:a16="http://schemas.microsoft.com/office/drawing/2014/main" id="{E25D3968-F863-27DF-53D3-3B283C19549F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7343691" y="5179680"/>
                  <a:ext cx="119520" cy="34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8">
              <p14:nvContentPartPr>
                <p14:cNvPr id="359" name="Ink 358">
                  <a:extLst>
                    <a:ext uri="{FF2B5EF4-FFF2-40B4-BE49-F238E27FC236}">
                      <a16:creationId xmlns:a16="http://schemas.microsoft.com/office/drawing/2014/main" id="{58D7D098-D5CB-8DB5-DE6C-398B97475F85}"/>
                    </a:ext>
                  </a:extLst>
                </p14:cNvPr>
                <p14:cNvContentPartPr/>
                <p14:nvPr/>
              </p14:nvContentPartPr>
              <p14:xfrm>
                <a:off x="7328931" y="5302800"/>
                <a:ext cx="123840" cy="104040"/>
              </p14:xfrm>
            </p:contentPart>
          </mc:Choice>
          <mc:Fallback>
            <p:pic>
              <p:nvPicPr>
                <p:cNvPr id="359" name="Ink 358">
                  <a:extLst>
                    <a:ext uri="{FF2B5EF4-FFF2-40B4-BE49-F238E27FC236}">
                      <a16:creationId xmlns:a16="http://schemas.microsoft.com/office/drawing/2014/main" id="{58D7D098-D5CB-8DB5-DE6C-398B97475F85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7310931" y="5284800"/>
                  <a:ext cx="159480" cy="1396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345686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A43518-DF36-E8E5-C780-AB2A7C97B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97FF1-8298-7954-304E-5FC584AFB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Non-inverting Op Amp</a:t>
            </a:r>
          </a:p>
        </p:txBody>
      </p: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B8A140D9-E588-ECD8-6E5D-371915E127E3}"/>
              </a:ext>
            </a:extLst>
          </p:cNvPr>
          <p:cNvGrpSpPr/>
          <p:nvPr/>
        </p:nvGrpSpPr>
        <p:grpSpPr>
          <a:xfrm>
            <a:off x="911211" y="1335960"/>
            <a:ext cx="4675320" cy="1895040"/>
            <a:chOff x="911211" y="1335960"/>
            <a:chExt cx="4675320" cy="1895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0F6F6EC3-AED6-6D6B-7AA1-1770EA2DD1E7}"/>
                    </a:ext>
                  </a:extLst>
                </p14:cNvPr>
                <p14:cNvContentPartPr/>
                <p14:nvPr/>
              </p14:nvContentPartPr>
              <p14:xfrm>
                <a:off x="2741811" y="1372320"/>
                <a:ext cx="66600" cy="178128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0F6F6EC3-AED6-6D6B-7AA1-1770EA2DD1E7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723811" y="1354320"/>
                  <a:ext cx="102240" cy="181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081D8D44-28FB-42A6-22D7-39011E0882E1}"/>
                    </a:ext>
                  </a:extLst>
                </p14:cNvPr>
                <p14:cNvContentPartPr/>
                <p14:nvPr/>
              </p14:nvContentPartPr>
              <p14:xfrm>
                <a:off x="2759091" y="1335960"/>
                <a:ext cx="1873440" cy="189504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081D8D44-28FB-42A6-22D7-39011E0882E1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741094" y="1317957"/>
                  <a:ext cx="1909073" cy="193068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638D9F79-B8A5-CCAA-E6EE-CDDE7F3DF541}"/>
                    </a:ext>
                  </a:extLst>
                </p14:cNvPr>
                <p14:cNvContentPartPr/>
                <p14:nvPr/>
              </p14:nvContentPartPr>
              <p14:xfrm>
                <a:off x="2961051" y="1902960"/>
                <a:ext cx="343440" cy="2736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638D9F79-B8A5-CCAA-E6EE-CDDE7F3DF541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943051" y="1884720"/>
                  <a:ext cx="379080" cy="6347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50FDEB74-6F83-439A-0CD9-86DF1431FEEE}"/>
                    </a:ext>
                  </a:extLst>
                </p14:cNvPr>
                <p14:cNvContentPartPr/>
                <p14:nvPr/>
              </p14:nvContentPartPr>
              <p14:xfrm>
                <a:off x="3103971" y="2531520"/>
                <a:ext cx="252360" cy="3132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50FDEB74-6F83-439A-0CD9-86DF1431FEEE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085971" y="2513520"/>
                  <a:ext cx="28800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96673F9C-FDA0-FBFA-4EB0-B892CC1DD2B3}"/>
                    </a:ext>
                  </a:extLst>
                </p14:cNvPr>
                <p14:cNvContentPartPr/>
                <p14:nvPr/>
              </p14:nvContentPartPr>
              <p14:xfrm>
                <a:off x="3198291" y="2448000"/>
                <a:ext cx="40320" cy="22392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96673F9C-FDA0-FBFA-4EB0-B892CC1DD2B3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180129" y="2430000"/>
                  <a:ext cx="76281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B4FE326C-932F-2E0D-FC35-07CFDB6E06B3}"/>
                    </a:ext>
                  </a:extLst>
                </p14:cNvPr>
                <p14:cNvContentPartPr/>
                <p14:nvPr/>
              </p14:nvContentPartPr>
              <p14:xfrm>
                <a:off x="4657731" y="2096280"/>
                <a:ext cx="928800" cy="4824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B4FE326C-932F-2E0D-FC35-07CFDB6E06B3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639731" y="2078145"/>
                  <a:ext cx="964440" cy="8414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86F55C78-5A0C-27DA-3995-FA1454894FA8}"/>
                    </a:ext>
                  </a:extLst>
                </p14:cNvPr>
                <p14:cNvContentPartPr/>
                <p14:nvPr/>
              </p14:nvContentPartPr>
              <p14:xfrm>
                <a:off x="2007771" y="2627280"/>
                <a:ext cx="846000" cy="8388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86F55C78-5A0C-27DA-3995-FA1454894FA8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989763" y="2609357"/>
                  <a:ext cx="881655" cy="11936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3DFF306F-824C-17D9-36E1-9616AC7AE377}"/>
                    </a:ext>
                  </a:extLst>
                </p14:cNvPr>
                <p14:cNvContentPartPr/>
                <p14:nvPr/>
              </p14:nvContentPartPr>
              <p14:xfrm>
                <a:off x="1954491" y="2592720"/>
                <a:ext cx="155160" cy="17604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3DFF306F-824C-17D9-36E1-9616AC7AE377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936449" y="2574720"/>
                  <a:ext cx="190883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D15B959C-73E5-BA67-245C-58197F8C32F2}"/>
                    </a:ext>
                  </a:extLst>
                </p14:cNvPr>
                <p14:cNvContentPartPr/>
                <p14:nvPr/>
              </p14:nvContentPartPr>
              <p14:xfrm>
                <a:off x="911211" y="2787480"/>
                <a:ext cx="192960" cy="23688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D15B959C-73E5-BA67-245C-58197F8C32F2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93245" y="2769453"/>
                  <a:ext cx="228534" cy="27257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DBB68BAB-3DF5-C379-5651-E4189C210F3C}"/>
                    </a:ext>
                  </a:extLst>
                </p14:cNvPr>
                <p14:cNvContentPartPr/>
                <p14:nvPr/>
              </p14:nvContentPartPr>
              <p14:xfrm>
                <a:off x="1257891" y="2909880"/>
                <a:ext cx="72720" cy="14292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DBB68BAB-3DF5-C379-5651-E4189C210F3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239891" y="2891880"/>
                  <a:ext cx="10836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A8F07C0B-DEE0-CA08-5A8C-7F0CAF665850}"/>
                    </a:ext>
                  </a:extLst>
                </p14:cNvPr>
                <p14:cNvContentPartPr/>
                <p14:nvPr/>
              </p14:nvContentPartPr>
              <p14:xfrm>
                <a:off x="1260051" y="2771640"/>
                <a:ext cx="9720" cy="1980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A8F07C0B-DEE0-CA08-5A8C-7F0CAF665850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242051" y="2753640"/>
                  <a:ext cx="4536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47BF138B-3A50-1F1C-9503-593934955D6E}"/>
                    </a:ext>
                  </a:extLst>
                </p14:cNvPr>
                <p14:cNvContentPartPr/>
                <p14:nvPr/>
              </p14:nvContentPartPr>
              <p14:xfrm>
                <a:off x="1388571" y="2867400"/>
                <a:ext cx="217080" cy="13572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47BF138B-3A50-1F1C-9503-593934955D6E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370571" y="2849400"/>
                  <a:ext cx="252720" cy="171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6">
            <p14:nvContentPartPr>
              <p14:cNvPr id="178" name="Ink 177">
                <a:extLst>
                  <a:ext uri="{FF2B5EF4-FFF2-40B4-BE49-F238E27FC236}">
                    <a16:creationId xmlns:a16="http://schemas.microsoft.com/office/drawing/2014/main" id="{AC74CF2C-034E-F6BA-5A9F-EE8249384F10}"/>
                  </a:ext>
                </a:extLst>
              </p14:cNvPr>
              <p14:cNvContentPartPr/>
              <p14:nvPr/>
            </p14:nvContentPartPr>
            <p14:xfrm>
              <a:off x="5558091" y="2064240"/>
              <a:ext cx="109080" cy="115200"/>
            </p14:xfrm>
          </p:contentPart>
        </mc:Choice>
        <mc:Fallback>
          <p:pic>
            <p:nvPicPr>
              <p:cNvPr id="178" name="Ink 177">
                <a:extLst>
                  <a:ext uri="{FF2B5EF4-FFF2-40B4-BE49-F238E27FC236}">
                    <a16:creationId xmlns:a16="http://schemas.microsoft.com/office/drawing/2014/main" id="{AC74CF2C-034E-F6BA-5A9F-EE8249384F10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5540031" y="2046296"/>
                <a:ext cx="144838" cy="15072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E8FD3A7E-C133-1A93-F2A0-26D132A1E2B8}"/>
                  </a:ext>
                </a:extLst>
              </p14:cNvPr>
              <p14:cNvContentPartPr/>
              <p14:nvPr/>
            </p14:nvContentPartPr>
            <p14:xfrm>
              <a:off x="5591211" y="2123640"/>
              <a:ext cx="25200" cy="13680"/>
            </p14:xfrm>
          </p:contentPart>
        </mc:Choice>
        <mc:Fallback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E8FD3A7E-C133-1A93-F2A0-26D132A1E2B8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5573211" y="2106102"/>
                <a:ext cx="60840" cy="4840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">
            <p14:nvContentPartPr>
              <p14:cNvPr id="182" name="Ink 181">
                <a:extLst>
                  <a:ext uri="{FF2B5EF4-FFF2-40B4-BE49-F238E27FC236}">
                    <a16:creationId xmlns:a16="http://schemas.microsoft.com/office/drawing/2014/main" id="{BA3EA22A-CF26-8923-6EA0-4671BA4C4501}"/>
                  </a:ext>
                </a:extLst>
              </p14:cNvPr>
              <p14:cNvContentPartPr/>
              <p14:nvPr/>
            </p14:nvContentPartPr>
            <p14:xfrm>
              <a:off x="5288451" y="51480"/>
              <a:ext cx="242280" cy="668520"/>
            </p14:xfrm>
          </p:contentPart>
        </mc:Choice>
        <mc:Fallback>
          <p:pic>
            <p:nvPicPr>
              <p:cNvPr id="182" name="Ink 181">
                <a:extLst>
                  <a:ext uri="{FF2B5EF4-FFF2-40B4-BE49-F238E27FC236}">
                    <a16:creationId xmlns:a16="http://schemas.microsoft.com/office/drawing/2014/main" id="{BA3EA22A-CF26-8923-6EA0-4671BA4C4501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5270478" y="33480"/>
                <a:ext cx="277867" cy="704160"/>
              </a:xfrm>
              <a:prstGeom prst="rect">
                <a:avLst/>
              </a:prstGeom>
            </p:spPr>
          </p:pic>
        </mc:Fallback>
      </mc:AlternateContent>
      <p:grpSp>
        <p:nvGrpSpPr>
          <p:cNvPr id="201" name="Group 200">
            <a:extLst>
              <a:ext uri="{FF2B5EF4-FFF2-40B4-BE49-F238E27FC236}">
                <a16:creationId xmlns:a16="http://schemas.microsoft.com/office/drawing/2014/main" id="{7D118674-1DC2-C590-81D9-E0BCDF211809}"/>
              </a:ext>
            </a:extLst>
          </p:cNvPr>
          <p:cNvGrpSpPr/>
          <p:nvPr/>
        </p:nvGrpSpPr>
        <p:grpSpPr>
          <a:xfrm>
            <a:off x="5799291" y="226800"/>
            <a:ext cx="1112400" cy="300960"/>
            <a:chOff x="5799291" y="226800"/>
            <a:chExt cx="1112400" cy="300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40867D87-ADA9-33AE-2A8B-95755BE17BC4}"/>
                    </a:ext>
                  </a:extLst>
                </p14:cNvPr>
                <p14:cNvContentPartPr/>
                <p14:nvPr/>
              </p14:nvContentPartPr>
              <p14:xfrm>
                <a:off x="5799291" y="233640"/>
                <a:ext cx="166320" cy="24444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40867D87-ADA9-33AE-2A8B-95755BE17BC4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781291" y="215640"/>
                  <a:ext cx="201960" cy="28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86068821-47EF-2434-BE52-C6624EB74612}"/>
                    </a:ext>
                  </a:extLst>
                </p14:cNvPr>
                <p14:cNvContentPartPr/>
                <p14:nvPr/>
              </p14:nvContentPartPr>
              <p14:xfrm>
                <a:off x="6091611" y="226800"/>
                <a:ext cx="52560" cy="24372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86068821-47EF-2434-BE52-C6624EB7461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073611" y="208827"/>
                  <a:ext cx="88200" cy="27930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44D531E7-6F49-2842-3C18-3BA2F32B9C53}"/>
                    </a:ext>
                  </a:extLst>
                </p14:cNvPr>
                <p14:cNvContentPartPr/>
                <p14:nvPr/>
              </p14:nvContentPartPr>
              <p14:xfrm>
                <a:off x="6214011" y="347400"/>
                <a:ext cx="132480" cy="11556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44D531E7-6F49-2842-3C18-3BA2F32B9C53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196011" y="329400"/>
                  <a:ext cx="16812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095AB3DE-6DA9-AA13-37BF-25A73823C4CA}"/>
                    </a:ext>
                  </a:extLst>
                </p14:cNvPr>
                <p14:cNvContentPartPr/>
                <p14:nvPr/>
              </p14:nvContentPartPr>
              <p14:xfrm>
                <a:off x="6416691" y="302400"/>
                <a:ext cx="97560" cy="22536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095AB3DE-6DA9-AA13-37BF-25A73823C4CA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398691" y="284429"/>
                  <a:ext cx="133200" cy="26094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6D5C48BA-5AEA-F3CC-CAB7-1308A993F6D5}"/>
                    </a:ext>
                  </a:extLst>
                </p14:cNvPr>
                <p14:cNvContentPartPr/>
                <p14:nvPr/>
              </p14:nvContentPartPr>
              <p14:xfrm>
                <a:off x="6563931" y="354600"/>
                <a:ext cx="82080" cy="12528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6D5C48BA-5AEA-F3CC-CAB7-1308A993F6D5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545931" y="336548"/>
                  <a:ext cx="117720" cy="16102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DEB4DA22-F79A-4BCC-D8DE-6699E6E02C68}"/>
                    </a:ext>
                  </a:extLst>
                </p14:cNvPr>
                <p14:cNvContentPartPr/>
                <p14:nvPr/>
              </p14:nvContentPartPr>
              <p14:xfrm>
                <a:off x="6755811" y="229320"/>
                <a:ext cx="155880" cy="24552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DEB4DA22-F79A-4BCC-D8DE-6699E6E02C68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737811" y="211320"/>
                  <a:ext cx="191520" cy="281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0" name="Group 199">
            <a:extLst>
              <a:ext uri="{FF2B5EF4-FFF2-40B4-BE49-F238E27FC236}">
                <a16:creationId xmlns:a16="http://schemas.microsoft.com/office/drawing/2014/main" id="{B48F99C1-770B-3EE0-99F3-8BF1948C17BB}"/>
              </a:ext>
            </a:extLst>
          </p:cNvPr>
          <p:cNvGrpSpPr/>
          <p:nvPr/>
        </p:nvGrpSpPr>
        <p:grpSpPr>
          <a:xfrm>
            <a:off x="7239291" y="181080"/>
            <a:ext cx="591840" cy="299520"/>
            <a:chOff x="7239291" y="181080"/>
            <a:chExt cx="591840" cy="299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420C5A4A-9E6D-D6E0-59AE-065F0F55A258}"/>
                    </a:ext>
                  </a:extLst>
                </p14:cNvPr>
                <p14:cNvContentPartPr/>
                <p14:nvPr/>
              </p14:nvContentPartPr>
              <p14:xfrm>
                <a:off x="7300851" y="181080"/>
                <a:ext cx="69120" cy="29952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420C5A4A-9E6D-D6E0-59AE-065F0F55A258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282851" y="163080"/>
                  <a:ext cx="104760" cy="33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A2AACE03-3F35-F70D-2920-96703B1D734F}"/>
                    </a:ext>
                  </a:extLst>
                </p14:cNvPr>
                <p14:cNvContentPartPr/>
                <p14:nvPr/>
              </p14:nvContentPartPr>
              <p14:xfrm>
                <a:off x="7239291" y="267120"/>
                <a:ext cx="406800" cy="14400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A2AACE03-3F35-F70D-2920-96703B1D734F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221291" y="249120"/>
                  <a:ext cx="44244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6159E7E8-F48A-F9A2-ADCB-315E0C874C63}"/>
                    </a:ext>
                  </a:extLst>
                </p14:cNvPr>
                <p14:cNvContentPartPr/>
                <p14:nvPr/>
              </p14:nvContentPartPr>
              <p14:xfrm>
                <a:off x="7746891" y="262440"/>
                <a:ext cx="84240" cy="12024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6159E7E8-F48A-F9A2-ADCB-315E0C874C63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728891" y="244440"/>
                  <a:ext cx="119880" cy="15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ABBEF826-11CF-5B6A-7B3C-991697A0E31C}"/>
              </a:ext>
            </a:extLst>
          </p:cNvPr>
          <p:cNvGrpSpPr/>
          <p:nvPr/>
        </p:nvGrpSpPr>
        <p:grpSpPr>
          <a:xfrm>
            <a:off x="8279691" y="29160"/>
            <a:ext cx="780480" cy="405720"/>
            <a:chOff x="8279691" y="29160"/>
            <a:chExt cx="780480" cy="405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6A062EFE-B3ED-4FCC-FEA5-7C66064C8E8D}"/>
                    </a:ext>
                  </a:extLst>
                </p14:cNvPr>
                <p14:cNvContentPartPr/>
                <p14:nvPr/>
              </p14:nvContentPartPr>
              <p14:xfrm>
                <a:off x="8279691" y="154440"/>
                <a:ext cx="57960" cy="21744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6A062EFE-B3ED-4FCC-FEA5-7C66064C8E8D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8261691" y="136440"/>
                  <a:ext cx="9360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ADB806DE-9411-F95B-E91D-6B82F73AAF44}"/>
                    </a:ext>
                  </a:extLst>
                </p14:cNvPr>
                <p14:cNvContentPartPr/>
                <p14:nvPr/>
              </p14:nvContentPartPr>
              <p14:xfrm>
                <a:off x="8426571" y="288360"/>
                <a:ext cx="99360" cy="111240"/>
              </p14:xfrm>
            </p:contentPart>
          </mc:Choice>
          <mc:Fallback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ADB806DE-9411-F95B-E91D-6B82F73AAF44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8408571" y="270418"/>
                  <a:ext cx="135000" cy="14676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F076C835-F877-35DA-7398-433391A0A265}"/>
                    </a:ext>
                  </a:extLst>
                </p14:cNvPr>
                <p14:cNvContentPartPr/>
                <p14:nvPr/>
              </p14:nvContentPartPr>
              <p14:xfrm>
                <a:off x="8568411" y="248760"/>
                <a:ext cx="105480" cy="9468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F076C835-F877-35DA-7398-433391A0A265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550411" y="230828"/>
                  <a:ext cx="141120" cy="13018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D5189D68-C64E-C429-CE75-E303F2708C4D}"/>
                    </a:ext>
                  </a:extLst>
                </p14:cNvPr>
                <p14:cNvContentPartPr/>
                <p14:nvPr/>
              </p14:nvContentPartPr>
              <p14:xfrm>
                <a:off x="8814291" y="229680"/>
                <a:ext cx="16200" cy="205200"/>
              </p14:xfrm>
            </p:contentPart>
          </mc:Choice>
          <mc:Fallback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D5189D68-C64E-C429-CE75-E303F2708C4D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8796291" y="211680"/>
                  <a:ext cx="5184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2F4530AC-0C26-BDF4-E6F7-A2CD1E70D120}"/>
                    </a:ext>
                  </a:extLst>
                </p14:cNvPr>
                <p14:cNvContentPartPr/>
                <p14:nvPr/>
              </p14:nvContentPartPr>
              <p14:xfrm>
                <a:off x="8801691" y="221760"/>
                <a:ext cx="90720" cy="11916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2F4530AC-0C26-BDF4-E6F7-A2CD1E70D120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8783762" y="203814"/>
                  <a:ext cx="126219" cy="1546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98C7A938-0215-7E37-0784-38B24F826CF7}"/>
                    </a:ext>
                  </a:extLst>
                </p14:cNvPr>
                <p14:cNvContentPartPr/>
                <p14:nvPr/>
              </p14:nvContentPartPr>
              <p14:xfrm>
                <a:off x="9004731" y="29160"/>
                <a:ext cx="55440" cy="38520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98C7A938-0215-7E37-0784-38B24F826CF7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8986731" y="11160"/>
                  <a:ext cx="91080" cy="420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1" name="Group 210">
            <a:extLst>
              <a:ext uri="{FF2B5EF4-FFF2-40B4-BE49-F238E27FC236}">
                <a16:creationId xmlns:a16="http://schemas.microsoft.com/office/drawing/2014/main" id="{A5F106AB-17E2-4CF3-B485-51575064B47C}"/>
              </a:ext>
            </a:extLst>
          </p:cNvPr>
          <p:cNvGrpSpPr/>
          <p:nvPr/>
        </p:nvGrpSpPr>
        <p:grpSpPr>
          <a:xfrm>
            <a:off x="842811" y="660240"/>
            <a:ext cx="4113000" cy="1776240"/>
            <a:chOff x="842811" y="660240"/>
            <a:chExt cx="4113000" cy="1776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BDDE79D5-702B-663B-616F-5FFC80E9AC41}"/>
                    </a:ext>
                  </a:extLst>
                </p14:cNvPr>
                <p14:cNvContentPartPr/>
                <p14:nvPr/>
              </p14:nvContentPartPr>
              <p14:xfrm>
                <a:off x="987891" y="1712160"/>
                <a:ext cx="19800" cy="54576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BDDE79D5-702B-663B-616F-5FFC80E9AC41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969891" y="1694160"/>
                  <a:ext cx="55440" cy="58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7E52D829-6D84-3F78-BA26-4D27EF31521F}"/>
                    </a:ext>
                  </a:extLst>
                </p14:cNvPr>
                <p14:cNvContentPartPr/>
                <p14:nvPr/>
              </p14:nvContentPartPr>
              <p14:xfrm>
                <a:off x="842811" y="2250000"/>
                <a:ext cx="280440" cy="3024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7E52D829-6D84-3F78-BA26-4D27EF31521F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824811" y="2232000"/>
                  <a:ext cx="31608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D990A7C4-76CD-B5D6-E68E-783A4BEF69D6}"/>
                    </a:ext>
                  </a:extLst>
                </p14:cNvPr>
                <p14:cNvContentPartPr/>
                <p14:nvPr/>
              </p14:nvContentPartPr>
              <p14:xfrm>
                <a:off x="845691" y="2316240"/>
                <a:ext cx="209160" cy="11196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D990A7C4-76CD-B5D6-E68E-783A4BEF69D6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827691" y="2298182"/>
                  <a:ext cx="244800" cy="14771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CBB13819-2716-9183-C2C5-A139AE5A6B85}"/>
                    </a:ext>
                  </a:extLst>
                </p14:cNvPr>
                <p14:cNvContentPartPr/>
                <p14:nvPr/>
              </p14:nvContentPartPr>
              <p14:xfrm>
                <a:off x="1029651" y="2260440"/>
                <a:ext cx="55080" cy="17604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CBB13819-2716-9183-C2C5-A139AE5A6B8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011651" y="2242440"/>
                  <a:ext cx="9072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8FEE7E11-CED2-F283-2F97-A47DB00C7E6F}"/>
                    </a:ext>
                  </a:extLst>
                </p14:cNvPr>
                <p14:cNvContentPartPr/>
                <p14:nvPr/>
              </p14:nvContentPartPr>
              <p14:xfrm>
                <a:off x="986091" y="1793880"/>
                <a:ext cx="573840" cy="1260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8FEE7E11-CED2-F283-2F97-A47DB00C7E6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968080" y="1775880"/>
                  <a:ext cx="609502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E20B7D0A-9F8D-EB53-5ABC-E1ED4B6527E6}"/>
                    </a:ext>
                  </a:extLst>
                </p14:cNvPr>
                <p14:cNvContentPartPr/>
                <p14:nvPr/>
              </p14:nvContentPartPr>
              <p14:xfrm>
                <a:off x="1577571" y="1623240"/>
                <a:ext cx="475560" cy="20952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E20B7D0A-9F8D-EB53-5ABC-E1ED4B6527E6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559571" y="1605240"/>
                  <a:ext cx="51120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E7C8190B-5BBB-AD4D-02A0-2B506F80916A}"/>
                    </a:ext>
                  </a:extLst>
                </p14:cNvPr>
                <p14:cNvContentPartPr/>
                <p14:nvPr/>
              </p14:nvContentPartPr>
              <p14:xfrm>
                <a:off x="2044131" y="1805400"/>
                <a:ext cx="646560" cy="2880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E7C8190B-5BBB-AD4D-02A0-2B506F80916A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026131" y="1787400"/>
                  <a:ext cx="68220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F9DAB894-3F1B-842B-795B-6A9597A6E0B5}"/>
                    </a:ext>
                  </a:extLst>
                </p14:cNvPr>
                <p14:cNvContentPartPr/>
                <p14:nvPr/>
              </p14:nvContentPartPr>
              <p14:xfrm>
                <a:off x="2717331" y="1779120"/>
                <a:ext cx="82080" cy="2088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F9DAB894-3F1B-842B-795B-6A9597A6E0B5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2699331" y="1761425"/>
                  <a:ext cx="117720" cy="5591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05F80B69-B9BE-50CE-D704-1C6D8877095E}"/>
                    </a:ext>
                  </a:extLst>
                </p14:cNvPr>
                <p14:cNvContentPartPr/>
                <p14:nvPr/>
              </p14:nvContentPartPr>
              <p14:xfrm>
                <a:off x="2747931" y="1791360"/>
                <a:ext cx="720" cy="396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05F80B69-B9BE-50CE-D704-1C6D8877095E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2729931" y="1773360"/>
                  <a:ext cx="3636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7EE7ADFE-7906-06F3-1082-6F04DD78C86E}"/>
                    </a:ext>
                  </a:extLst>
                </p14:cNvPr>
                <p14:cNvContentPartPr/>
                <p14:nvPr/>
              </p14:nvContentPartPr>
              <p14:xfrm>
                <a:off x="2286051" y="918000"/>
                <a:ext cx="59760" cy="97092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7EE7ADFE-7906-06F3-1082-6F04DD78C86E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2268051" y="900000"/>
                  <a:ext cx="95400" cy="10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C3DBFE98-450A-C978-85CD-2B39A90A5A10}"/>
                    </a:ext>
                  </a:extLst>
                </p14:cNvPr>
                <p14:cNvContentPartPr/>
                <p14:nvPr/>
              </p14:nvContentPartPr>
              <p14:xfrm>
                <a:off x="2352291" y="791280"/>
                <a:ext cx="1122120" cy="17856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C3DBFE98-450A-C978-85CD-2B39A90A5A10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2334291" y="773280"/>
                  <a:ext cx="115776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20DE95B1-F75D-706F-1711-F9B6AEE03D16}"/>
                    </a:ext>
                  </a:extLst>
                </p14:cNvPr>
                <p14:cNvContentPartPr/>
                <p14:nvPr/>
              </p14:nvContentPartPr>
              <p14:xfrm>
                <a:off x="3542811" y="660240"/>
                <a:ext cx="456120" cy="17496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20DE95B1-F75D-706F-1711-F9B6AEE03D16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3524811" y="642240"/>
                  <a:ext cx="49176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7448E9A3-0FF9-F41D-7C9B-48081D2CB830}"/>
                    </a:ext>
                  </a:extLst>
                </p14:cNvPr>
                <p14:cNvContentPartPr/>
                <p14:nvPr/>
              </p14:nvContentPartPr>
              <p14:xfrm>
                <a:off x="4017651" y="767880"/>
                <a:ext cx="923400" cy="11124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7448E9A3-0FF9-F41D-7C9B-48081D2CB830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3999651" y="749880"/>
                  <a:ext cx="95904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E3BA37E8-62AC-5955-B87A-702AE38CEF57}"/>
                    </a:ext>
                  </a:extLst>
                </p14:cNvPr>
                <p14:cNvContentPartPr/>
                <p14:nvPr/>
              </p14:nvContentPartPr>
              <p14:xfrm>
                <a:off x="4933131" y="830880"/>
                <a:ext cx="22680" cy="132192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E3BA37E8-62AC-5955-B87A-702AE38CEF57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4915131" y="812885"/>
                  <a:ext cx="58320" cy="135755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7718CFDD-EA66-523D-517C-0181D1B9F6EA}"/>
                    </a:ext>
                  </a:extLst>
                </p14:cNvPr>
                <p14:cNvContentPartPr/>
                <p14:nvPr/>
              </p14:nvContentPartPr>
              <p14:xfrm>
                <a:off x="1538331" y="1171080"/>
                <a:ext cx="104760" cy="29520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7718CFDD-EA66-523D-517C-0181D1B9F6EA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520269" y="1153080"/>
                  <a:ext cx="140523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B2FB9914-10F9-DA71-F2FF-BF7B8CA04A3B}"/>
                    </a:ext>
                  </a:extLst>
                </p14:cNvPr>
                <p14:cNvContentPartPr/>
                <p14:nvPr/>
              </p14:nvContentPartPr>
              <p14:xfrm>
                <a:off x="1527531" y="1138680"/>
                <a:ext cx="243720" cy="21168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B2FB9914-10F9-DA71-F2FF-BF7B8CA04A3B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509531" y="1120680"/>
                  <a:ext cx="27936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272CE384-5096-5B08-CB5B-FDE0161F53AC}"/>
                    </a:ext>
                  </a:extLst>
                </p14:cNvPr>
                <p14:cNvContentPartPr/>
                <p14:nvPr/>
              </p14:nvContentPartPr>
              <p14:xfrm>
                <a:off x="1840011" y="1211400"/>
                <a:ext cx="77760" cy="15264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272CE384-5096-5B08-CB5B-FDE0161F53AC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822094" y="1193357"/>
                  <a:ext cx="113236" cy="18836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888795B2-AC1D-5BEC-7FD6-4B587350E6CC}"/>
                    </a:ext>
                  </a:extLst>
                </p14:cNvPr>
                <p14:cNvContentPartPr/>
                <p14:nvPr/>
              </p14:nvContentPartPr>
              <p14:xfrm>
                <a:off x="1827051" y="1068480"/>
                <a:ext cx="5040" cy="360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888795B2-AC1D-5BEC-7FD6-4B587350E6CC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809051" y="1050480"/>
                  <a:ext cx="4068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F184B467-B13D-4A7C-05B2-2728C83FBDAE}"/>
                    </a:ext>
                  </a:extLst>
                </p14:cNvPr>
                <p14:cNvContentPartPr/>
                <p14:nvPr/>
              </p14:nvContentPartPr>
              <p14:xfrm>
                <a:off x="3663411" y="1003680"/>
                <a:ext cx="70560" cy="264240"/>
              </p14:xfrm>
            </p:contentPart>
          </mc:Choice>
          <mc:Fallback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F184B467-B13D-4A7C-05B2-2728C83FBDAE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3645502" y="985680"/>
                  <a:ext cx="106019" cy="29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78948A3F-1434-89AB-5B6F-8297960802B0}"/>
                    </a:ext>
                  </a:extLst>
                </p14:cNvPr>
                <p14:cNvContentPartPr/>
                <p14:nvPr/>
              </p14:nvContentPartPr>
              <p14:xfrm>
                <a:off x="3650811" y="924840"/>
                <a:ext cx="230040" cy="224640"/>
              </p14:xfrm>
            </p:contentPart>
          </mc:Choice>
          <mc:Fallback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78948A3F-1434-89AB-5B6F-8297960802B0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3632811" y="906840"/>
                  <a:ext cx="26568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7720AA0A-14A6-B107-CA5C-3BF490F34233}"/>
                    </a:ext>
                  </a:extLst>
                </p14:cNvPr>
                <p14:cNvContentPartPr/>
                <p14:nvPr/>
              </p14:nvContentPartPr>
              <p14:xfrm>
                <a:off x="3960051" y="991080"/>
                <a:ext cx="109800" cy="324720"/>
              </p14:xfrm>
            </p:contentPart>
          </mc:Choice>
          <mc:Fallback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7720AA0A-14A6-B107-CA5C-3BF490F34233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3942051" y="973080"/>
                  <a:ext cx="145440" cy="36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154DC1B6-BA47-967B-C8BF-470B09C8B7A1}"/>
                    </a:ext>
                  </a:extLst>
                </p14:cNvPr>
                <p14:cNvContentPartPr/>
                <p14:nvPr/>
              </p14:nvContentPartPr>
              <p14:xfrm>
                <a:off x="3973011" y="1136880"/>
                <a:ext cx="75960" cy="100440"/>
              </p14:xfrm>
            </p:contentPart>
          </mc:Choice>
          <mc:Fallback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154DC1B6-BA47-967B-C8BF-470B09C8B7A1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955011" y="1118880"/>
                  <a:ext cx="111600" cy="136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2" name="Group 251">
            <a:extLst>
              <a:ext uri="{FF2B5EF4-FFF2-40B4-BE49-F238E27FC236}">
                <a16:creationId xmlns:a16="http://schemas.microsoft.com/office/drawing/2014/main" id="{8E2D471E-998E-4088-8EC9-994E735BBFE6}"/>
              </a:ext>
            </a:extLst>
          </p:cNvPr>
          <p:cNvGrpSpPr/>
          <p:nvPr/>
        </p:nvGrpSpPr>
        <p:grpSpPr>
          <a:xfrm>
            <a:off x="7911771" y="1272240"/>
            <a:ext cx="649080" cy="409680"/>
            <a:chOff x="7911771" y="1272240"/>
            <a:chExt cx="649080" cy="409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B2D0C03C-BE24-6BC4-E2FD-C87FEC2EC820}"/>
                    </a:ext>
                  </a:extLst>
                </p14:cNvPr>
                <p14:cNvContentPartPr/>
                <p14:nvPr/>
              </p14:nvContentPartPr>
              <p14:xfrm>
                <a:off x="7911771" y="1275120"/>
                <a:ext cx="50760" cy="406800"/>
              </p14:xfrm>
            </p:contentPart>
          </mc:Choice>
          <mc:Fallback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B2D0C03C-BE24-6BC4-E2FD-C87FEC2EC820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893898" y="1257120"/>
                  <a:ext cx="86149" cy="44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2F7070EB-F83E-A09A-0F33-76023256ED4B}"/>
                    </a:ext>
                  </a:extLst>
                </p14:cNvPr>
                <p14:cNvContentPartPr/>
                <p14:nvPr/>
              </p14:nvContentPartPr>
              <p14:xfrm>
                <a:off x="7931931" y="1272240"/>
                <a:ext cx="190440" cy="262440"/>
              </p14:xfrm>
            </p:contentPart>
          </mc:Choice>
          <mc:Fallback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2F7070EB-F83E-A09A-0F33-76023256ED4B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913931" y="1254240"/>
                  <a:ext cx="22608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8E31288D-E9BA-F5C2-A42A-5E8AB305FFCE}"/>
                    </a:ext>
                  </a:extLst>
                </p14:cNvPr>
                <p14:cNvContentPartPr/>
                <p14:nvPr/>
              </p14:nvContentPartPr>
              <p14:xfrm>
                <a:off x="8260971" y="1504440"/>
                <a:ext cx="50760" cy="9792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8E31288D-E9BA-F5C2-A42A-5E8AB305FFC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8243098" y="1486440"/>
                  <a:ext cx="86149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78FA838B-8119-E913-A8EC-9BA841817AB9}"/>
                    </a:ext>
                  </a:extLst>
                </p14:cNvPr>
                <p14:cNvContentPartPr/>
                <p14:nvPr/>
              </p14:nvContentPartPr>
              <p14:xfrm>
                <a:off x="8273931" y="1386360"/>
                <a:ext cx="18720" cy="49320"/>
              </p14:xfrm>
            </p:contentPart>
          </mc:Choice>
          <mc:Fallback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78FA838B-8119-E913-A8EC-9BA841817AB9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8256271" y="1368360"/>
                  <a:ext cx="53688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232637A3-505D-C238-A893-42A9E4BD4F22}"/>
                    </a:ext>
                  </a:extLst>
                </p14:cNvPr>
                <p14:cNvContentPartPr/>
                <p14:nvPr/>
              </p14:nvContentPartPr>
              <p14:xfrm>
                <a:off x="8384811" y="1513080"/>
                <a:ext cx="176040" cy="9756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232637A3-505D-C238-A893-42A9E4BD4F22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8366774" y="1495080"/>
                  <a:ext cx="211753" cy="133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1" name="Group 250">
            <a:extLst>
              <a:ext uri="{FF2B5EF4-FFF2-40B4-BE49-F238E27FC236}">
                <a16:creationId xmlns:a16="http://schemas.microsoft.com/office/drawing/2014/main" id="{63D69F14-646F-9B25-EB87-98370B72902A}"/>
              </a:ext>
            </a:extLst>
          </p:cNvPr>
          <p:cNvGrpSpPr/>
          <p:nvPr/>
        </p:nvGrpSpPr>
        <p:grpSpPr>
          <a:xfrm>
            <a:off x="8783691" y="1502280"/>
            <a:ext cx="87120" cy="122760"/>
            <a:chOff x="8783691" y="1502280"/>
            <a:chExt cx="87120" cy="122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1248530F-5356-F705-873C-A10B8A96F6B9}"/>
                    </a:ext>
                  </a:extLst>
                </p14:cNvPr>
                <p14:cNvContentPartPr/>
                <p14:nvPr/>
              </p14:nvContentPartPr>
              <p14:xfrm>
                <a:off x="8783691" y="1502280"/>
                <a:ext cx="73080" cy="17280"/>
              </p14:xfrm>
            </p:contentPart>
          </mc:Choice>
          <mc:Fallback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1248530F-5356-F705-873C-A10B8A96F6B9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8765691" y="1484647"/>
                  <a:ext cx="108720" cy="521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E5A81E72-51D2-843E-C8CC-81103A952BB4}"/>
                    </a:ext>
                  </a:extLst>
                </p14:cNvPr>
                <p14:cNvContentPartPr/>
                <p14:nvPr/>
              </p14:nvContentPartPr>
              <p14:xfrm>
                <a:off x="8815731" y="1599840"/>
                <a:ext cx="55080" cy="25200"/>
              </p14:xfrm>
            </p:contentPart>
          </mc:Choice>
          <mc:Fallback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E5A81E72-51D2-843E-C8CC-81103A952BB4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8797731" y="1581579"/>
                  <a:ext cx="90720" cy="61357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0" name="Group 249">
            <a:extLst>
              <a:ext uri="{FF2B5EF4-FFF2-40B4-BE49-F238E27FC236}">
                <a16:creationId xmlns:a16="http://schemas.microsoft.com/office/drawing/2014/main" id="{AEF23059-8B8A-45C3-BB1A-29CBCEAA9C22}"/>
              </a:ext>
            </a:extLst>
          </p:cNvPr>
          <p:cNvGrpSpPr/>
          <p:nvPr/>
        </p:nvGrpSpPr>
        <p:grpSpPr>
          <a:xfrm>
            <a:off x="9215691" y="1339200"/>
            <a:ext cx="32400" cy="258120"/>
            <a:chOff x="9215691" y="1339200"/>
            <a:chExt cx="32400" cy="258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F67E2D8F-3390-1ED5-259B-BC4B06C99DD5}"/>
                    </a:ext>
                  </a:extLst>
                </p14:cNvPr>
                <p14:cNvContentPartPr/>
                <p14:nvPr/>
              </p14:nvContentPartPr>
              <p14:xfrm>
                <a:off x="9244491" y="1471320"/>
                <a:ext cx="3600" cy="126000"/>
              </p14:xfrm>
            </p:contentPart>
          </mc:Choice>
          <mc:Fallback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F67E2D8F-3390-1ED5-259B-BC4B06C99DD5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9226491" y="1453320"/>
                  <a:ext cx="3924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EC6F4347-4B51-1A02-7931-194B578607E3}"/>
                    </a:ext>
                  </a:extLst>
                </p14:cNvPr>
                <p14:cNvContentPartPr/>
                <p14:nvPr/>
              </p14:nvContentPartPr>
              <p14:xfrm>
                <a:off x="9215691" y="1339200"/>
                <a:ext cx="20160" cy="28800"/>
              </p14:xfrm>
            </p:contentPart>
          </mc:Choice>
          <mc:Fallback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EC6F4347-4B51-1A02-7931-194B578607E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9197691" y="1321200"/>
                  <a:ext cx="55800" cy="64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9" name="Group 248">
            <a:extLst>
              <a:ext uri="{FF2B5EF4-FFF2-40B4-BE49-F238E27FC236}">
                <a16:creationId xmlns:a16="http://schemas.microsoft.com/office/drawing/2014/main" id="{904F38A6-DF34-DED6-B383-08E3F3CA6920}"/>
              </a:ext>
            </a:extLst>
          </p:cNvPr>
          <p:cNvGrpSpPr/>
          <p:nvPr/>
        </p:nvGrpSpPr>
        <p:grpSpPr>
          <a:xfrm>
            <a:off x="9403251" y="1343520"/>
            <a:ext cx="827280" cy="377280"/>
            <a:chOff x="9403251" y="1343520"/>
            <a:chExt cx="827280" cy="377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F61057FC-51C6-C39E-FAA4-2FDC77CAB983}"/>
                    </a:ext>
                  </a:extLst>
                </p14:cNvPr>
                <p14:cNvContentPartPr/>
                <p14:nvPr/>
              </p14:nvContentPartPr>
              <p14:xfrm>
                <a:off x="9403251" y="1484280"/>
                <a:ext cx="101520" cy="80280"/>
              </p14:xfrm>
            </p:contentPart>
          </mc:Choice>
          <mc:Fallback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F61057FC-51C6-C39E-FAA4-2FDC77CAB983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9385251" y="1466280"/>
                  <a:ext cx="13716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3042642C-2B60-316E-B4F1-30E17CCE5356}"/>
                    </a:ext>
                  </a:extLst>
                </p14:cNvPr>
                <p14:cNvContentPartPr/>
                <p14:nvPr/>
              </p14:nvContentPartPr>
              <p14:xfrm>
                <a:off x="9656331" y="1497600"/>
                <a:ext cx="3600" cy="2520"/>
              </p14:xfrm>
            </p:contentPart>
          </mc:Choice>
          <mc:Fallback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3042642C-2B60-316E-B4F1-30E17CCE5356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9636331" y="1479600"/>
                  <a:ext cx="4320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9099342E-175C-ED98-F8EF-F4330D341C08}"/>
                    </a:ext>
                  </a:extLst>
                </p14:cNvPr>
                <p14:cNvContentPartPr/>
                <p14:nvPr/>
              </p14:nvContentPartPr>
              <p14:xfrm>
                <a:off x="9653091" y="1483200"/>
                <a:ext cx="34920" cy="237600"/>
              </p14:xfrm>
            </p:contentPart>
          </mc:Choice>
          <mc:Fallback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9099342E-175C-ED98-F8EF-F4330D341C08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9635091" y="1465200"/>
                  <a:ext cx="7056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1BB33905-5152-61AD-8759-282BE24B7686}"/>
                    </a:ext>
                  </a:extLst>
                </p14:cNvPr>
                <p14:cNvContentPartPr/>
                <p14:nvPr/>
              </p14:nvContentPartPr>
              <p14:xfrm>
                <a:off x="9658131" y="1483200"/>
                <a:ext cx="98280" cy="91080"/>
              </p14:xfrm>
            </p:contentPart>
          </mc:Choice>
          <mc:Fallback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1BB33905-5152-61AD-8759-282BE24B7686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9640131" y="1465200"/>
                  <a:ext cx="13392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390A3C2F-5E90-EBA2-336E-DCC3921B5B8C}"/>
                    </a:ext>
                  </a:extLst>
                </p14:cNvPr>
                <p14:cNvContentPartPr/>
                <p14:nvPr/>
              </p14:nvContentPartPr>
              <p14:xfrm>
                <a:off x="9842811" y="1476360"/>
                <a:ext cx="130680" cy="80280"/>
              </p14:xfrm>
            </p:contentPart>
          </mc:Choice>
          <mc:Fallback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390A3C2F-5E90-EBA2-336E-DCC3921B5B8C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9824761" y="1458360"/>
                  <a:ext cx="166418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6A015713-D6EA-9542-027B-34FB7D310506}"/>
                    </a:ext>
                  </a:extLst>
                </p14:cNvPr>
                <p14:cNvContentPartPr/>
                <p14:nvPr/>
              </p14:nvContentPartPr>
              <p14:xfrm>
                <a:off x="10053411" y="1343520"/>
                <a:ext cx="96120" cy="257040"/>
              </p14:xfrm>
            </p:contentPart>
          </mc:Choice>
          <mc:Fallback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6A015713-D6EA-9542-027B-34FB7D310506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0035478" y="1325520"/>
                  <a:ext cx="131627" cy="29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7346890D-DB1E-A109-1372-6206A125D440}"/>
                    </a:ext>
                  </a:extLst>
                </p14:cNvPr>
                <p14:cNvContentPartPr/>
                <p14:nvPr/>
              </p14:nvContentPartPr>
              <p14:xfrm>
                <a:off x="10038291" y="1470240"/>
                <a:ext cx="192240" cy="76320"/>
              </p14:xfrm>
            </p:contentPart>
          </mc:Choice>
          <mc:Fallback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7346890D-DB1E-A109-1372-6206A125D440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0020325" y="1452240"/>
                  <a:ext cx="227813" cy="11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8" name="Group 247">
            <a:extLst>
              <a:ext uri="{FF2B5EF4-FFF2-40B4-BE49-F238E27FC236}">
                <a16:creationId xmlns:a16="http://schemas.microsoft.com/office/drawing/2014/main" id="{553AF736-2CE3-EAA3-840F-267ADF8E7632}"/>
              </a:ext>
            </a:extLst>
          </p:cNvPr>
          <p:cNvGrpSpPr/>
          <p:nvPr/>
        </p:nvGrpSpPr>
        <p:grpSpPr>
          <a:xfrm>
            <a:off x="7895571" y="2172240"/>
            <a:ext cx="519480" cy="419400"/>
            <a:chOff x="7895571" y="2172240"/>
            <a:chExt cx="519480" cy="419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6DA9AAAD-FFC2-CDBE-D834-42DB40ABA8B0}"/>
                    </a:ext>
                  </a:extLst>
                </p14:cNvPr>
                <p14:cNvContentPartPr/>
                <p14:nvPr/>
              </p14:nvContentPartPr>
              <p14:xfrm>
                <a:off x="7895571" y="2211840"/>
                <a:ext cx="74160" cy="351360"/>
              </p14:xfrm>
            </p:contentPart>
          </mc:Choice>
          <mc:Fallback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6DA9AAAD-FFC2-CDBE-D834-42DB40ABA8B0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7877571" y="2193840"/>
                  <a:ext cx="109800" cy="38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5CBC84F8-645A-A45D-B9F9-B4E63FD9DA37}"/>
                    </a:ext>
                  </a:extLst>
                </p14:cNvPr>
                <p14:cNvContentPartPr/>
                <p14:nvPr/>
              </p14:nvContentPartPr>
              <p14:xfrm>
                <a:off x="7900971" y="2172240"/>
                <a:ext cx="290160" cy="235440"/>
              </p14:xfrm>
            </p:contentPart>
          </mc:Choice>
          <mc:Fallback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5CBC84F8-645A-A45D-B9F9-B4E63FD9DA37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7882971" y="2154212"/>
                  <a:ext cx="325800" cy="27113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DAAA2130-5F3D-6876-5FBB-C7EB56D5EC20}"/>
                    </a:ext>
                  </a:extLst>
                </p14:cNvPr>
                <p14:cNvContentPartPr/>
                <p14:nvPr/>
              </p14:nvContentPartPr>
              <p14:xfrm>
                <a:off x="8335491" y="2320920"/>
                <a:ext cx="79560" cy="270720"/>
              </p14:xfrm>
            </p:contentPart>
          </mc:Choice>
          <mc:Fallback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DAAA2130-5F3D-6876-5FBB-C7EB56D5EC20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8317491" y="2302920"/>
                  <a:ext cx="115200" cy="30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3B6F75CB-5252-CD71-DCDB-3293997B013E}"/>
                    </a:ext>
                  </a:extLst>
                </p14:cNvPr>
                <p14:cNvContentPartPr/>
                <p14:nvPr/>
              </p14:nvContentPartPr>
              <p14:xfrm>
                <a:off x="8297331" y="2433960"/>
                <a:ext cx="113040" cy="126000"/>
              </p14:xfrm>
            </p:contentPart>
          </mc:Choice>
          <mc:Fallback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3B6F75CB-5252-CD71-DCDB-3293997B013E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8279388" y="2415908"/>
                  <a:ext cx="148567" cy="161742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7" name="Group 246">
            <a:extLst>
              <a:ext uri="{FF2B5EF4-FFF2-40B4-BE49-F238E27FC236}">
                <a16:creationId xmlns:a16="http://schemas.microsoft.com/office/drawing/2014/main" id="{8FF8F4F5-46EE-8F21-3105-53CCE3D78DE7}"/>
              </a:ext>
            </a:extLst>
          </p:cNvPr>
          <p:cNvGrpSpPr/>
          <p:nvPr/>
        </p:nvGrpSpPr>
        <p:grpSpPr>
          <a:xfrm>
            <a:off x="8630691" y="2411280"/>
            <a:ext cx="122760" cy="51840"/>
            <a:chOff x="8630691" y="2411280"/>
            <a:chExt cx="122760" cy="51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9B8461CE-1796-0AC6-07AE-FECBF92E6F43}"/>
                    </a:ext>
                  </a:extLst>
                </p14:cNvPr>
                <p14:cNvContentPartPr/>
                <p14:nvPr/>
              </p14:nvContentPartPr>
              <p14:xfrm>
                <a:off x="8630691" y="2411280"/>
                <a:ext cx="50040" cy="29160"/>
              </p14:xfrm>
            </p:contentPart>
          </mc:Choice>
          <mc:Fallback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9B8461CE-1796-0AC6-07AE-FECBF92E6F43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8612691" y="2393280"/>
                  <a:ext cx="8568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886E30FA-52AD-F69E-FAED-0B2F334C9809}"/>
                    </a:ext>
                  </a:extLst>
                </p14:cNvPr>
                <p14:cNvContentPartPr/>
                <p14:nvPr/>
              </p14:nvContentPartPr>
              <p14:xfrm>
                <a:off x="8696211" y="2432880"/>
                <a:ext cx="57240" cy="30240"/>
              </p14:xfrm>
            </p:contentPart>
          </mc:Choice>
          <mc:Fallback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886E30FA-52AD-F69E-FAED-0B2F334C9809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8678097" y="2414880"/>
                  <a:ext cx="93106" cy="6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6" name="Group 245">
            <a:extLst>
              <a:ext uri="{FF2B5EF4-FFF2-40B4-BE49-F238E27FC236}">
                <a16:creationId xmlns:a16="http://schemas.microsoft.com/office/drawing/2014/main" id="{13421C49-2FD6-0205-9304-446912B3D2BC}"/>
              </a:ext>
            </a:extLst>
          </p:cNvPr>
          <p:cNvGrpSpPr/>
          <p:nvPr/>
        </p:nvGrpSpPr>
        <p:grpSpPr>
          <a:xfrm>
            <a:off x="9034251" y="2193120"/>
            <a:ext cx="1288080" cy="371520"/>
            <a:chOff x="9034251" y="2193120"/>
            <a:chExt cx="1288080" cy="371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6C239238-AFA4-73FB-09F1-B127F8B1FBBD}"/>
                    </a:ext>
                  </a:extLst>
                </p14:cNvPr>
                <p14:cNvContentPartPr/>
                <p14:nvPr/>
              </p14:nvContentPartPr>
              <p14:xfrm>
                <a:off x="9072771" y="2193120"/>
                <a:ext cx="111240" cy="371520"/>
              </p14:xfrm>
            </p:contentPart>
          </mc:Choice>
          <mc:Fallback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6C239238-AFA4-73FB-09F1-B127F8B1FBBD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9054771" y="2175120"/>
                  <a:ext cx="146880" cy="40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EE0A2AD4-F21A-1C85-13D2-50FE0DD0C3D6}"/>
                    </a:ext>
                  </a:extLst>
                </p14:cNvPr>
                <p14:cNvContentPartPr/>
                <p14:nvPr/>
              </p14:nvContentPartPr>
              <p14:xfrm>
                <a:off x="9034251" y="2396880"/>
                <a:ext cx="93240" cy="82440"/>
              </p14:xfrm>
            </p:contentPart>
          </mc:Choice>
          <mc:Fallback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EE0A2AD4-F21A-1C85-13D2-50FE0DD0C3D6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9016251" y="2378958"/>
                  <a:ext cx="128880" cy="11792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43977F59-3CBE-C34E-FFEA-21152C9438E2}"/>
                    </a:ext>
                  </a:extLst>
                </p14:cNvPr>
                <p14:cNvContentPartPr/>
                <p14:nvPr/>
              </p14:nvContentPartPr>
              <p14:xfrm>
                <a:off x="9247011" y="2341440"/>
                <a:ext cx="78120" cy="123480"/>
              </p14:xfrm>
            </p:contentPart>
          </mc:Choice>
          <mc:Fallback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43977F59-3CBE-C34E-FFEA-21152C9438E2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9229011" y="2323440"/>
                  <a:ext cx="11376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7DA49239-7467-4F7C-83EF-7E0F4526B61F}"/>
                    </a:ext>
                  </a:extLst>
                </p14:cNvPr>
                <p14:cNvContentPartPr/>
                <p14:nvPr/>
              </p14:nvContentPartPr>
              <p14:xfrm>
                <a:off x="9405051" y="2331720"/>
                <a:ext cx="83520" cy="91800"/>
              </p14:xfrm>
            </p:contentPart>
          </mc:Choice>
          <mc:Fallback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7DA49239-7467-4F7C-83EF-7E0F4526B61F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9387051" y="2313649"/>
                  <a:ext cx="119160" cy="1275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BA065671-2136-8B2C-3631-4A13353FB672}"/>
                    </a:ext>
                  </a:extLst>
                </p14:cNvPr>
                <p14:cNvContentPartPr/>
                <p14:nvPr/>
              </p14:nvContentPartPr>
              <p14:xfrm>
                <a:off x="9609531" y="2212200"/>
                <a:ext cx="93600" cy="199080"/>
              </p14:xfrm>
            </p:contentPart>
          </mc:Choice>
          <mc:Fallback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BA065671-2136-8B2C-3631-4A13353FB672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9591531" y="2194200"/>
                  <a:ext cx="129240" cy="23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8BCE2773-54B5-51FD-7959-A5B03374F654}"/>
                    </a:ext>
                  </a:extLst>
                </p14:cNvPr>
                <p14:cNvContentPartPr/>
                <p14:nvPr/>
              </p14:nvContentPartPr>
              <p14:xfrm>
                <a:off x="9856491" y="2210400"/>
                <a:ext cx="143640" cy="171000"/>
              </p14:xfrm>
            </p:contentPart>
          </mc:Choice>
          <mc:Fallback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8BCE2773-54B5-51FD-7959-A5B03374F654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9838491" y="2192400"/>
                  <a:ext cx="17928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91FF1728-2A0A-E396-F4B9-6AC25D1671F2}"/>
                    </a:ext>
                  </a:extLst>
                </p14:cNvPr>
                <p14:cNvContentPartPr/>
                <p14:nvPr/>
              </p14:nvContentPartPr>
              <p14:xfrm>
                <a:off x="10032171" y="2276280"/>
                <a:ext cx="114480" cy="102960"/>
              </p14:xfrm>
            </p:contentPart>
          </mc:Choice>
          <mc:Fallback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91FF1728-2A0A-E396-F4B9-6AC25D1671F2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10014171" y="2258280"/>
                  <a:ext cx="15012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F46BF830-5AF4-1598-1597-8CFFC2CBB8A0}"/>
                    </a:ext>
                  </a:extLst>
                </p14:cNvPr>
                <p14:cNvContentPartPr/>
                <p14:nvPr/>
              </p14:nvContentPartPr>
              <p14:xfrm>
                <a:off x="10265091" y="2301120"/>
                <a:ext cx="57240" cy="75600"/>
              </p14:xfrm>
            </p:contentPart>
          </mc:Choice>
          <mc:Fallback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F46BF830-5AF4-1598-1597-8CFFC2CBB8A0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10247091" y="2283120"/>
                  <a:ext cx="92880" cy="11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5" name="Group 244">
            <a:extLst>
              <a:ext uri="{FF2B5EF4-FFF2-40B4-BE49-F238E27FC236}">
                <a16:creationId xmlns:a16="http://schemas.microsoft.com/office/drawing/2014/main" id="{6D02C082-A6A6-BE53-19C2-41C49C1C53C9}"/>
              </a:ext>
            </a:extLst>
          </p:cNvPr>
          <p:cNvGrpSpPr/>
          <p:nvPr/>
        </p:nvGrpSpPr>
        <p:grpSpPr>
          <a:xfrm>
            <a:off x="10530051" y="2121120"/>
            <a:ext cx="292320" cy="284040"/>
            <a:chOff x="10530051" y="2121120"/>
            <a:chExt cx="292320" cy="284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D0BF43D9-A32D-E9DF-193A-6153D2031EDA}"/>
                    </a:ext>
                  </a:extLst>
                </p14:cNvPr>
                <p14:cNvContentPartPr/>
                <p14:nvPr/>
              </p14:nvContentPartPr>
              <p14:xfrm>
                <a:off x="10530051" y="2121120"/>
                <a:ext cx="64800" cy="284040"/>
              </p14:xfrm>
            </p:contentPart>
          </mc:Choice>
          <mc:Fallback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D0BF43D9-A32D-E9DF-193A-6153D2031EDA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10512051" y="2103120"/>
                  <a:ext cx="100440" cy="31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ACC20FB8-0A08-EC9C-1885-0365B31CA061}"/>
                    </a:ext>
                  </a:extLst>
                </p14:cNvPr>
                <p14:cNvContentPartPr/>
                <p14:nvPr/>
              </p14:nvContentPartPr>
              <p14:xfrm>
                <a:off x="10546971" y="2246040"/>
                <a:ext cx="133560" cy="97920"/>
              </p14:xfrm>
            </p:contentPart>
          </mc:Choice>
          <mc:Fallback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ACC20FB8-0A08-EC9C-1885-0365B31CA061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10529019" y="2228040"/>
                  <a:ext cx="169104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AE51CE9F-0087-B2AD-32B6-AD7B070E7101}"/>
                    </a:ext>
                  </a:extLst>
                </p14:cNvPr>
                <p14:cNvContentPartPr/>
                <p14:nvPr/>
              </p14:nvContentPartPr>
              <p14:xfrm>
                <a:off x="10815891" y="2333160"/>
                <a:ext cx="6480" cy="3600"/>
              </p14:xfrm>
            </p:contentPart>
          </mc:Choice>
          <mc:Fallback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AE51CE9F-0087-B2AD-32B6-AD7B070E7101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10797891" y="2315160"/>
                  <a:ext cx="42120" cy="39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0" name="Group 259">
            <a:extLst>
              <a:ext uri="{FF2B5EF4-FFF2-40B4-BE49-F238E27FC236}">
                <a16:creationId xmlns:a16="http://schemas.microsoft.com/office/drawing/2014/main" id="{59EB435B-6005-5810-24EE-2E1CEF6BCE76}"/>
              </a:ext>
            </a:extLst>
          </p:cNvPr>
          <p:cNvGrpSpPr/>
          <p:nvPr/>
        </p:nvGrpSpPr>
        <p:grpSpPr>
          <a:xfrm>
            <a:off x="752091" y="1417680"/>
            <a:ext cx="2229120" cy="749160"/>
            <a:chOff x="752091" y="1417680"/>
            <a:chExt cx="2229120" cy="749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942D152F-FB5F-5C77-3523-884A784C0B07}"/>
                    </a:ext>
                  </a:extLst>
                </p14:cNvPr>
                <p14:cNvContentPartPr/>
                <p14:nvPr/>
              </p14:nvContentPartPr>
              <p14:xfrm>
                <a:off x="768291" y="1428120"/>
                <a:ext cx="234000" cy="114480"/>
              </p14:xfrm>
            </p:contentPart>
          </mc:Choice>
          <mc:Fallback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942D152F-FB5F-5C77-3523-884A784C0B07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50291" y="1410120"/>
                  <a:ext cx="26964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BA9FAB3E-AE6A-D7A3-4E2B-3A82AF3DB294}"/>
                    </a:ext>
                  </a:extLst>
                </p14:cNvPr>
                <p14:cNvContentPartPr/>
                <p14:nvPr/>
              </p14:nvContentPartPr>
              <p14:xfrm>
                <a:off x="752091" y="1511280"/>
                <a:ext cx="372960" cy="462960"/>
              </p14:xfrm>
            </p:contentPart>
          </mc:Choice>
          <mc:Fallback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BA9FAB3E-AE6A-D7A3-4E2B-3A82AF3DB294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734091" y="1493294"/>
                  <a:ext cx="408600" cy="49857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431CDFEC-A1CC-D2A7-4C88-A76069C087B6}"/>
                    </a:ext>
                  </a:extLst>
                </p14:cNvPr>
                <p14:cNvContentPartPr/>
                <p14:nvPr/>
              </p14:nvContentPartPr>
              <p14:xfrm>
                <a:off x="2764851" y="1553400"/>
                <a:ext cx="216360" cy="579960"/>
              </p14:xfrm>
            </p:contentPart>
          </mc:Choice>
          <mc:Fallback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431CDFEC-A1CC-D2A7-4C88-A76069C087B6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2746851" y="1535400"/>
                  <a:ext cx="252000" cy="61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024DDDD4-2EE9-D59E-349B-3CB6F0B13612}"/>
                    </a:ext>
                  </a:extLst>
                </p14:cNvPr>
                <p14:cNvContentPartPr/>
                <p14:nvPr/>
              </p14:nvContentPartPr>
              <p14:xfrm>
                <a:off x="832011" y="1417680"/>
                <a:ext cx="1932480" cy="94320"/>
              </p14:xfrm>
            </p:contentPart>
          </mc:Choice>
          <mc:Fallback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024DDDD4-2EE9-D59E-349B-3CB6F0B13612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814011" y="1399680"/>
                  <a:ext cx="196812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DC31FB32-C059-54E3-2F85-A4D9FD2D812A}"/>
                    </a:ext>
                  </a:extLst>
                </p14:cNvPr>
                <p14:cNvContentPartPr/>
                <p14:nvPr/>
              </p14:nvContentPartPr>
              <p14:xfrm>
                <a:off x="1104531" y="2013120"/>
                <a:ext cx="1720800" cy="153720"/>
              </p14:xfrm>
            </p:contentPart>
          </mc:Choice>
          <mc:Fallback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DC31FB32-C059-54E3-2F85-A4D9FD2D812A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1086531" y="1995078"/>
                  <a:ext cx="1756440" cy="189444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1" name="Group 300">
            <a:extLst>
              <a:ext uri="{FF2B5EF4-FFF2-40B4-BE49-F238E27FC236}">
                <a16:creationId xmlns:a16="http://schemas.microsoft.com/office/drawing/2014/main" id="{E888A9E7-4F53-74EF-2E48-A0488825C15B}"/>
              </a:ext>
            </a:extLst>
          </p:cNvPr>
          <p:cNvGrpSpPr/>
          <p:nvPr/>
        </p:nvGrpSpPr>
        <p:grpSpPr>
          <a:xfrm>
            <a:off x="2092731" y="434520"/>
            <a:ext cx="3456720" cy="2089080"/>
            <a:chOff x="2092731" y="434520"/>
            <a:chExt cx="3456720" cy="2089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378C2240-9FE7-30D4-1A34-B776B6558042}"/>
                    </a:ext>
                  </a:extLst>
                </p14:cNvPr>
                <p14:cNvContentPartPr/>
                <p14:nvPr/>
              </p14:nvContentPartPr>
              <p14:xfrm>
                <a:off x="2092731" y="550440"/>
                <a:ext cx="141120" cy="1429920"/>
              </p14:xfrm>
            </p:contentPart>
          </mc:Choice>
          <mc:Fallback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378C2240-9FE7-30D4-1A34-B776B6558042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2074777" y="532440"/>
                  <a:ext cx="176669" cy="146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58918AAA-016A-C70E-8A11-F0DE8C4802E4}"/>
                    </a:ext>
                  </a:extLst>
                </p14:cNvPr>
                <p14:cNvContentPartPr/>
                <p14:nvPr/>
              </p14:nvContentPartPr>
              <p14:xfrm>
                <a:off x="2097771" y="434520"/>
                <a:ext cx="3451680" cy="2089080"/>
              </p14:xfrm>
            </p:contentPart>
          </mc:Choice>
          <mc:Fallback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58918AAA-016A-C70E-8A11-F0DE8C4802E4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2079769" y="416520"/>
                  <a:ext cx="3487324" cy="2124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2" name="Group 311">
            <a:extLst>
              <a:ext uri="{FF2B5EF4-FFF2-40B4-BE49-F238E27FC236}">
                <a16:creationId xmlns:a16="http://schemas.microsoft.com/office/drawing/2014/main" id="{38FCE4EA-8B25-EC95-8782-20A1BD08407E}"/>
              </a:ext>
            </a:extLst>
          </p:cNvPr>
          <p:cNvGrpSpPr/>
          <p:nvPr/>
        </p:nvGrpSpPr>
        <p:grpSpPr>
          <a:xfrm>
            <a:off x="796011" y="528120"/>
            <a:ext cx="945360" cy="703440"/>
            <a:chOff x="796011" y="528120"/>
            <a:chExt cx="945360" cy="703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CE41D7CC-8E09-3C01-0C77-19933D38E682}"/>
                    </a:ext>
                  </a:extLst>
                </p14:cNvPr>
                <p14:cNvContentPartPr/>
                <p14:nvPr/>
              </p14:nvContentPartPr>
              <p14:xfrm>
                <a:off x="1447611" y="528120"/>
                <a:ext cx="46440" cy="406080"/>
              </p14:xfrm>
            </p:contentPart>
          </mc:Choice>
          <mc:Fallback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CE41D7CC-8E09-3C01-0C77-19933D38E682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429611" y="510136"/>
                  <a:ext cx="82080" cy="44168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9D917DAB-A0A4-D60E-67F9-F2E2FE823434}"/>
                    </a:ext>
                  </a:extLst>
                </p14:cNvPr>
                <p14:cNvContentPartPr/>
                <p14:nvPr/>
              </p14:nvContentPartPr>
              <p14:xfrm>
                <a:off x="1265091" y="593640"/>
                <a:ext cx="228600" cy="67320"/>
              </p14:xfrm>
            </p:contentPart>
          </mc:Choice>
          <mc:Fallback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9D917DAB-A0A4-D60E-67F9-F2E2FE823434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1247091" y="575640"/>
                  <a:ext cx="26424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E6D0FA84-DEC6-09C3-7E6D-6A21FF8C8958}"/>
                    </a:ext>
                  </a:extLst>
                </p14:cNvPr>
                <p14:cNvContentPartPr/>
                <p14:nvPr/>
              </p14:nvContentPartPr>
              <p14:xfrm>
                <a:off x="1413051" y="866520"/>
                <a:ext cx="129600" cy="32400"/>
              </p14:xfrm>
            </p:contentPart>
          </mc:Choice>
          <mc:Fallback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E6D0FA84-DEC6-09C3-7E6D-6A21FF8C8958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1395051" y="848520"/>
                  <a:ext cx="16524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119A54A0-9603-E652-2E5A-7DF5FC5EF993}"/>
                    </a:ext>
                  </a:extLst>
                </p14:cNvPr>
                <p14:cNvContentPartPr/>
                <p14:nvPr/>
              </p14:nvContentPartPr>
              <p14:xfrm>
                <a:off x="1720491" y="694800"/>
                <a:ext cx="20880" cy="218880"/>
              </p14:xfrm>
            </p:contentPart>
          </mc:Choice>
          <mc:Fallback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119A54A0-9603-E652-2E5A-7DF5FC5EF993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1702491" y="676830"/>
                  <a:ext cx="56520" cy="25446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8B47E02E-ACB6-FD47-C07B-AFE146FC23C1}"/>
                    </a:ext>
                  </a:extLst>
                </p14:cNvPr>
                <p14:cNvContentPartPr/>
                <p14:nvPr/>
              </p14:nvContentPartPr>
              <p14:xfrm>
                <a:off x="796011" y="1026000"/>
                <a:ext cx="531000" cy="77400"/>
              </p14:xfrm>
            </p:contentPart>
          </mc:Choice>
          <mc:Fallback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8B47E02E-ACB6-FD47-C07B-AFE146FC23C1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778011" y="1008000"/>
                  <a:ext cx="56664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96036DBB-E405-F25A-8822-F25B20EDC64D}"/>
                    </a:ext>
                  </a:extLst>
                </p14:cNvPr>
                <p14:cNvContentPartPr/>
                <p14:nvPr/>
              </p14:nvContentPartPr>
              <p14:xfrm>
                <a:off x="1184811" y="894600"/>
                <a:ext cx="197280" cy="336960"/>
              </p14:xfrm>
            </p:contentPart>
          </mc:Choice>
          <mc:Fallback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96036DBB-E405-F25A-8822-F25B20EDC64D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166844" y="876600"/>
                  <a:ext cx="232855" cy="372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9" name="Group 318">
            <a:extLst>
              <a:ext uri="{FF2B5EF4-FFF2-40B4-BE49-F238E27FC236}">
                <a16:creationId xmlns:a16="http://schemas.microsoft.com/office/drawing/2014/main" id="{D07B70FE-04AC-C983-1BC4-AB9C5FBDCD79}"/>
              </a:ext>
            </a:extLst>
          </p:cNvPr>
          <p:cNvGrpSpPr/>
          <p:nvPr/>
        </p:nvGrpSpPr>
        <p:grpSpPr>
          <a:xfrm>
            <a:off x="4312131" y="68400"/>
            <a:ext cx="632880" cy="617760"/>
            <a:chOff x="4312131" y="68400"/>
            <a:chExt cx="632880" cy="617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919F89C7-1AC3-97EE-61CE-453334191A9C}"/>
                    </a:ext>
                  </a:extLst>
                </p14:cNvPr>
                <p14:cNvContentPartPr/>
                <p14:nvPr/>
              </p14:nvContentPartPr>
              <p14:xfrm>
                <a:off x="4312131" y="554400"/>
                <a:ext cx="509760" cy="49320"/>
              </p14:xfrm>
            </p:contentPart>
          </mc:Choice>
          <mc:Fallback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919F89C7-1AC3-97EE-61CE-453334191A9C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4294131" y="536400"/>
                  <a:ext cx="54540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9F74CDD5-9668-A977-D20C-941CF1BE8C3E}"/>
                    </a:ext>
                  </a:extLst>
                </p14:cNvPr>
                <p14:cNvContentPartPr/>
                <p14:nvPr/>
              </p14:nvContentPartPr>
              <p14:xfrm>
                <a:off x="4708851" y="459360"/>
                <a:ext cx="128160" cy="226800"/>
              </p14:xfrm>
            </p:contentPart>
          </mc:Choice>
          <mc:Fallback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9F74CDD5-9668-A977-D20C-941CF1BE8C3E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4690851" y="441360"/>
                  <a:ext cx="16380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210672CC-DC9A-413E-49F4-999CBB74A479}"/>
                    </a:ext>
                  </a:extLst>
                </p14:cNvPr>
                <p14:cNvContentPartPr/>
                <p14:nvPr/>
              </p14:nvContentPartPr>
              <p14:xfrm>
                <a:off x="4599051" y="99720"/>
                <a:ext cx="68760" cy="248760"/>
              </p14:xfrm>
            </p:contentPart>
          </mc:Choice>
          <mc:Fallback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210672CC-DC9A-413E-49F4-999CBB74A479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4581051" y="81746"/>
                  <a:ext cx="104400" cy="28434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1CEFC43E-F0F7-EF27-FBB5-4571F65F3E1C}"/>
                    </a:ext>
                  </a:extLst>
                </p14:cNvPr>
                <p14:cNvContentPartPr/>
                <p14:nvPr/>
              </p14:nvContentPartPr>
              <p14:xfrm>
                <a:off x="4565571" y="68400"/>
                <a:ext cx="155880" cy="105840"/>
              </p14:xfrm>
            </p:contentPart>
          </mc:Choice>
          <mc:Fallback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1CEFC43E-F0F7-EF27-FBB5-4571F65F3E1C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4547571" y="50400"/>
                  <a:ext cx="19152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15818CFA-F077-840E-0C09-9ABF3E9710EA}"/>
                    </a:ext>
                  </a:extLst>
                </p14:cNvPr>
                <p14:cNvContentPartPr/>
                <p14:nvPr/>
              </p14:nvContentPartPr>
              <p14:xfrm>
                <a:off x="4613811" y="320040"/>
                <a:ext cx="89280" cy="52920"/>
              </p14:xfrm>
            </p:contentPart>
          </mc:Choice>
          <mc:Fallback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15818CFA-F077-840E-0C09-9ABF3E9710EA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4595811" y="302040"/>
                  <a:ext cx="12492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C92A5BD1-DEEF-64BD-170D-D910C51DC172}"/>
                    </a:ext>
                  </a:extLst>
                </p14:cNvPr>
                <p14:cNvContentPartPr/>
                <p14:nvPr/>
              </p14:nvContentPartPr>
              <p14:xfrm>
                <a:off x="4761051" y="233280"/>
                <a:ext cx="183960" cy="116640"/>
              </p14:xfrm>
            </p:contentPart>
          </mc:Choice>
          <mc:Fallback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C92A5BD1-DEEF-64BD-170D-D910C51DC172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4743086" y="215280"/>
                  <a:ext cx="219530" cy="152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A51B4BA6-CC62-0D0B-EE9B-F27362D4A762}"/>
              </a:ext>
            </a:extLst>
          </p:cNvPr>
          <p:cNvGrpSpPr/>
          <p:nvPr/>
        </p:nvGrpSpPr>
        <p:grpSpPr>
          <a:xfrm>
            <a:off x="5836371" y="1840320"/>
            <a:ext cx="742680" cy="462600"/>
            <a:chOff x="5836371" y="1840320"/>
            <a:chExt cx="742680" cy="462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1E7CCC3A-71F6-F895-59DD-99E7BE48F94F}"/>
                    </a:ext>
                  </a:extLst>
                </p14:cNvPr>
                <p14:cNvContentPartPr/>
                <p14:nvPr/>
              </p14:nvContentPartPr>
              <p14:xfrm>
                <a:off x="5836371" y="2069280"/>
                <a:ext cx="176400" cy="23364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1E7CCC3A-71F6-F895-59DD-99E7BE48F94F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5818731" y="2051280"/>
                  <a:ext cx="21204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0FC804B2-0A91-4901-37A4-74BEC4DB2CE0}"/>
                    </a:ext>
                  </a:extLst>
                </p14:cNvPr>
                <p14:cNvContentPartPr/>
                <p14:nvPr/>
              </p14:nvContentPartPr>
              <p14:xfrm>
                <a:off x="6186651" y="2012760"/>
                <a:ext cx="206280" cy="14508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0FC804B2-0A91-4901-37A4-74BEC4DB2CE0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6168651" y="1995120"/>
                  <a:ext cx="24192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47638D77-8B0B-8378-5B11-72C00D3875BB}"/>
                    </a:ext>
                  </a:extLst>
                </p14:cNvPr>
                <p14:cNvContentPartPr/>
                <p14:nvPr/>
              </p14:nvContentPartPr>
              <p14:xfrm>
                <a:off x="6419211" y="1840320"/>
                <a:ext cx="105120" cy="22788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47638D77-8B0B-8378-5B11-72C00D3875BB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6401211" y="1822320"/>
                  <a:ext cx="14076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5DBEF97F-C7D2-980B-6F17-3FF65DBF345E}"/>
                    </a:ext>
                  </a:extLst>
                </p14:cNvPr>
                <p14:cNvContentPartPr/>
                <p14:nvPr/>
              </p14:nvContentPartPr>
              <p14:xfrm>
                <a:off x="6409131" y="1866960"/>
                <a:ext cx="169920" cy="13104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5DBEF97F-C7D2-980B-6F17-3FF65DBF345E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6391131" y="1848960"/>
                  <a:ext cx="205560" cy="166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21E9A2E-9B1E-35D3-11F7-470847836179}"/>
              </a:ext>
            </a:extLst>
          </p:cNvPr>
          <p:cNvGrpSpPr/>
          <p:nvPr/>
        </p:nvGrpSpPr>
        <p:grpSpPr>
          <a:xfrm>
            <a:off x="1545171" y="3891240"/>
            <a:ext cx="1306080" cy="427320"/>
            <a:chOff x="1545171" y="3891240"/>
            <a:chExt cx="1306080" cy="427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30C7B6F3-F7B8-6116-1DD1-A321D28E9D08}"/>
                    </a:ext>
                  </a:extLst>
                </p14:cNvPr>
                <p14:cNvContentPartPr/>
                <p14:nvPr/>
              </p14:nvContentPartPr>
              <p14:xfrm>
                <a:off x="1545171" y="3983400"/>
                <a:ext cx="237600" cy="33516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30C7B6F3-F7B8-6116-1DD1-A321D28E9D08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1527171" y="3965400"/>
                  <a:ext cx="27324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799FE2CD-339B-2A3B-5E3B-B0E56CDEBF65}"/>
                    </a:ext>
                  </a:extLst>
                </p14:cNvPr>
                <p14:cNvContentPartPr/>
                <p14:nvPr/>
              </p14:nvContentPartPr>
              <p14:xfrm>
                <a:off x="1872411" y="4119840"/>
                <a:ext cx="20520" cy="14004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799FE2CD-339B-2A3B-5E3B-B0E56CDEBF65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1854771" y="4102200"/>
                  <a:ext cx="5616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7D011610-91DB-B98B-9838-6152482FAE93}"/>
                    </a:ext>
                  </a:extLst>
                </p14:cNvPr>
                <p14:cNvContentPartPr/>
                <p14:nvPr/>
              </p14:nvContentPartPr>
              <p14:xfrm>
                <a:off x="1802571" y="3985200"/>
                <a:ext cx="34560" cy="4680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7D011610-91DB-B98B-9838-6152482FAE93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1784931" y="3967200"/>
                  <a:ext cx="7020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92107C2A-26EF-42F9-FAD8-52BCB6300A94}"/>
                    </a:ext>
                  </a:extLst>
                </p14:cNvPr>
                <p14:cNvContentPartPr/>
                <p14:nvPr/>
              </p14:nvContentPartPr>
              <p14:xfrm>
                <a:off x="2058891" y="4044960"/>
                <a:ext cx="120960" cy="26100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92107C2A-26EF-42F9-FAD8-52BCB6300A94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2040891" y="4027320"/>
                  <a:ext cx="156600" cy="29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0B298460-A613-C57F-15B7-57526F5D6A2F}"/>
                    </a:ext>
                  </a:extLst>
                </p14:cNvPr>
                <p14:cNvContentPartPr/>
                <p14:nvPr/>
              </p14:nvContentPartPr>
              <p14:xfrm>
                <a:off x="2265531" y="4046760"/>
                <a:ext cx="200880" cy="13320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0B298460-A613-C57F-15B7-57526F5D6A2F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2247891" y="4029120"/>
                  <a:ext cx="23652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4A222D3-225B-C289-2DE0-28726718AEAF}"/>
                    </a:ext>
                  </a:extLst>
                </p14:cNvPr>
                <p14:cNvContentPartPr/>
                <p14:nvPr/>
              </p14:nvContentPartPr>
              <p14:xfrm>
                <a:off x="2566491" y="4024080"/>
                <a:ext cx="181440" cy="10764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4A222D3-225B-C289-2DE0-28726718AEAF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2548491" y="4006440"/>
                  <a:ext cx="21708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201C17A3-13B1-DD49-814A-FC5EE39D9261}"/>
                    </a:ext>
                  </a:extLst>
                </p14:cNvPr>
                <p14:cNvContentPartPr/>
                <p14:nvPr/>
              </p14:nvContentPartPr>
              <p14:xfrm>
                <a:off x="2755131" y="3891240"/>
                <a:ext cx="96120" cy="29448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201C17A3-13B1-DD49-814A-FC5EE39D9261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2737491" y="3873600"/>
                  <a:ext cx="131760" cy="330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50A0BCE6-0F9E-97C2-6399-0376CF8E81C8}"/>
              </a:ext>
            </a:extLst>
          </p:cNvPr>
          <p:cNvGrpSpPr/>
          <p:nvPr/>
        </p:nvGrpSpPr>
        <p:grpSpPr>
          <a:xfrm>
            <a:off x="3403131" y="3835080"/>
            <a:ext cx="803520" cy="336600"/>
            <a:chOff x="3403131" y="3835080"/>
            <a:chExt cx="803520" cy="336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555773E6-185F-D751-D020-E744D2589371}"/>
                    </a:ext>
                  </a:extLst>
                </p14:cNvPr>
                <p14:cNvContentPartPr/>
                <p14:nvPr/>
              </p14:nvContentPartPr>
              <p14:xfrm>
                <a:off x="3403131" y="3914640"/>
                <a:ext cx="136440" cy="25704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555773E6-185F-D751-D020-E744D2589371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3385491" y="3896640"/>
                  <a:ext cx="172080" cy="29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70624C89-7EB5-5257-F5C6-3EA40E2DF795}"/>
                    </a:ext>
                  </a:extLst>
                </p14:cNvPr>
                <p14:cNvContentPartPr/>
                <p14:nvPr/>
              </p14:nvContentPartPr>
              <p14:xfrm>
                <a:off x="3675651" y="3939840"/>
                <a:ext cx="86400" cy="12204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70624C89-7EB5-5257-F5C6-3EA40E2DF795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3658011" y="3921840"/>
                  <a:ext cx="12204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E70716BB-A5BC-BC5F-5B0B-C0224A2EEA2D}"/>
                    </a:ext>
                  </a:extLst>
                </p14:cNvPr>
                <p14:cNvContentPartPr/>
                <p14:nvPr/>
              </p14:nvContentPartPr>
              <p14:xfrm>
                <a:off x="3867171" y="3874680"/>
                <a:ext cx="90360" cy="15192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E70716BB-A5BC-BC5F-5B0B-C0224A2EEA2D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3849531" y="3856680"/>
                  <a:ext cx="12600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42FB92CE-0340-56E2-EE8A-BD28D0749E19}"/>
                    </a:ext>
                  </a:extLst>
                </p14:cNvPr>
                <p14:cNvContentPartPr/>
                <p14:nvPr/>
              </p14:nvContentPartPr>
              <p14:xfrm>
                <a:off x="4109811" y="3835080"/>
                <a:ext cx="96840" cy="16416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42FB92CE-0340-56E2-EE8A-BD28D0749E19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4091811" y="3817440"/>
                  <a:ext cx="132480" cy="199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E52B72B9-9645-50F5-C024-E79963B64001}"/>
              </a:ext>
            </a:extLst>
          </p:cNvPr>
          <p:cNvGrpSpPr/>
          <p:nvPr/>
        </p:nvGrpSpPr>
        <p:grpSpPr>
          <a:xfrm>
            <a:off x="4570611" y="3645720"/>
            <a:ext cx="405360" cy="294840"/>
            <a:chOff x="4570611" y="3645720"/>
            <a:chExt cx="405360" cy="294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72989A79-7A79-E165-98CA-B5612B3E289F}"/>
                    </a:ext>
                  </a:extLst>
                </p14:cNvPr>
                <p14:cNvContentPartPr/>
                <p14:nvPr/>
              </p14:nvContentPartPr>
              <p14:xfrm>
                <a:off x="4662411" y="3645720"/>
                <a:ext cx="38880" cy="29484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72989A79-7A79-E165-98CA-B5612B3E289F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4644771" y="3628080"/>
                  <a:ext cx="74520" cy="33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70F31112-CE43-DA70-ABA4-2D2008AFA862}"/>
                    </a:ext>
                  </a:extLst>
                </p14:cNvPr>
                <p14:cNvContentPartPr/>
                <p14:nvPr/>
              </p14:nvContentPartPr>
              <p14:xfrm>
                <a:off x="4570611" y="3774240"/>
                <a:ext cx="178920" cy="9180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70F31112-CE43-DA70-ABA4-2D2008AFA862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4552971" y="3756600"/>
                  <a:ext cx="21456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BEF7F845-ADEC-606C-CDD3-B9CC7EEF6683}"/>
                    </a:ext>
                  </a:extLst>
                </p14:cNvPr>
                <p14:cNvContentPartPr/>
                <p14:nvPr/>
              </p14:nvContentPartPr>
              <p14:xfrm>
                <a:off x="4858971" y="3764880"/>
                <a:ext cx="117000" cy="12816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BEF7F845-ADEC-606C-CDD3-B9CC7EEF6683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4841331" y="3746880"/>
                  <a:ext cx="152640" cy="163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F3EF0814-D16B-4AD7-1328-165ECDBE7250}"/>
              </a:ext>
            </a:extLst>
          </p:cNvPr>
          <p:cNvGrpSpPr/>
          <p:nvPr/>
        </p:nvGrpSpPr>
        <p:grpSpPr>
          <a:xfrm>
            <a:off x="5180811" y="3525840"/>
            <a:ext cx="425520" cy="468360"/>
            <a:chOff x="5180811" y="3525840"/>
            <a:chExt cx="425520" cy="468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863F2C04-E695-B59F-8E27-FCE732255FAD}"/>
                    </a:ext>
                  </a:extLst>
                </p14:cNvPr>
                <p14:cNvContentPartPr/>
                <p14:nvPr/>
              </p14:nvContentPartPr>
              <p14:xfrm>
                <a:off x="5398251" y="3637080"/>
                <a:ext cx="208080" cy="29808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863F2C04-E695-B59F-8E27-FCE732255FAD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5380611" y="3619440"/>
                  <a:ext cx="243720" cy="33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C24541BC-A6CB-00E1-6123-B498C7F0C818}"/>
                    </a:ext>
                  </a:extLst>
                </p14:cNvPr>
                <p14:cNvContentPartPr/>
                <p14:nvPr/>
              </p14:nvContentPartPr>
              <p14:xfrm>
                <a:off x="5180811" y="3525840"/>
                <a:ext cx="318600" cy="46836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C24541BC-A6CB-00E1-6123-B498C7F0C818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5162811" y="3508200"/>
                  <a:ext cx="354240" cy="504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BF3EBB31-8EE8-6780-DBD6-D1EE2EFF7E2B}"/>
              </a:ext>
            </a:extLst>
          </p:cNvPr>
          <p:cNvGrpSpPr/>
          <p:nvPr/>
        </p:nvGrpSpPr>
        <p:grpSpPr>
          <a:xfrm>
            <a:off x="5762931" y="3580920"/>
            <a:ext cx="367560" cy="511560"/>
            <a:chOff x="5762931" y="3580920"/>
            <a:chExt cx="367560" cy="511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F7DEB7E2-E29D-EB8E-4CA6-DE3F313676B0}"/>
                    </a:ext>
                  </a:extLst>
                </p14:cNvPr>
                <p14:cNvContentPartPr/>
                <p14:nvPr/>
              </p14:nvContentPartPr>
              <p14:xfrm>
                <a:off x="5762931" y="3835800"/>
                <a:ext cx="168840" cy="3996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F7DEB7E2-E29D-EB8E-4CA6-DE3F313676B0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5744931" y="3818160"/>
                  <a:ext cx="20448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35B10336-DDCC-F8DA-C303-ADA5746E1B5E}"/>
                    </a:ext>
                  </a:extLst>
                </p14:cNvPr>
                <p14:cNvContentPartPr/>
                <p14:nvPr/>
              </p14:nvContentPartPr>
              <p14:xfrm>
                <a:off x="5865171" y="3774960"/>
                <a:ext cx="66600" cy="19584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35B10336-DDCC-F8DA-C303-ADA5746E1B5E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5847531" y="3756960"/>
                  <a:ext cx="10224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68ECCB22-F060-2FC5-2F20-902E1ECA17A8}"/>
                    </a:ext>
                  </a:extLst>
                </p14:cNvPr>
                <p14:cNvContentPartPr/>
                <p14:nvPr/>
              </p14:nvContentPartPr>
              <p14:xfrm>
                <a:off x="5938251" y="3580920"/>
                <a:ext cx="192240" cy="51156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68ECCB22-F060-2FC5-2F20-902E1ECA17A8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5920251" y="3562920"/>
                  <a:ext cx="227880" cy="547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81B2454E-A0A0-20D5-864C-B7C83D174709}"/>
              </a:ext>
            </a:extLst>
          </p:cNvPr>
          <p:cNvGrpSpPr/>
          <p:nvPr/>
        </p:nvGrpSpPr>
        <p:grpSpPr>
          <a:xfrm>
            <a:off x="1623651" y="4622760"/>
            <a:ext cx="1419480" cy="715320"/>
            <a:chOff x="1623651" y="4622760"/>
            <a:chExt cx="1419480" cy="715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8A2223EE-4E89-9C4B-1475-F2C077EF838E}"/>
                    </a:ext>
                  </a:extLst>
                </p14:cNvPr>
                <p14:cNvContentPartPr/>
                <p14:nvPr/>
              </p14:nvContentPartPr>
              <p14:xfrm>
                <a:off x="1848651" y="4830480"/>
                <a:ext cx="50040" cy="39636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8A2223EE-4E89-9C4B-1475-F2C077EF838E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1831011" y="4812840"/>
                  <a:ext cx="85680" cy="43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BCBBC827-1BC2-A3C2-F44B-A8075AEA7972}"/>
                    </a:ext>
                  </a:extLst>
                </p14:cNvPr>
                <p14:cNvContentPartPr/>
                <p14:nvPr/>
              </p14:nvContentPartPr>
              <p14:xfrm>
                <a:off x="1868811" y="4861080"/>
                <a:ext cx="214560" cy="21744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BCBBC827-1BC2-A3C2-F44B-A8075AEA7972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1851171" y="4843440"/>
                  <a:ext cx="25020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A10F8BE8-736F-832D-F8E3-79B9FEA603F6}"/>
                    </a:ext>
                  </a:extLst>
                </p14:cNvPr>
                <p14:cNvContentPartPr/>
                <p14:nvPr/>
              </p14:nvContentPartPr>
              <p14:xfrm>
                <a:off x="2189571" y="4848840"/>
                <a:ext cx="188640" cy="19296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A10F8BE8-736F-832D-F8E3-79B9FEA603F6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2171931" y="4830840"/>
                  <a:ext cx="22428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1671C179-A4AE-220A-519B-054F9A1EE15D}"/>
                    </a:ext>
                  </a:extLst>
                </p14:cNvPr>
                <p14:cNvContentPartPr/>
                <p14:nvPr/>
              </p14:nvContentPartPr>
              <p14:xfrm>
                <a:off x="2473611" y="4832280"/>
                <a:ext cx="187200" cy="21276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1671C179-A4AE-220A-519B-054F9A1EE15D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2455971" y="4814640"/>
                  <a:ext cx="22284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6F327D5A-382C-8687-60CE-6AB80E509B74}"/>
                    </a:ext>
                  </a:extLst>
                </p14:cNvPr>
                <p14:cNvContentPartPr/>
                <p14:nvPr/>
              </p14:nvContentPartPr>
              <p14:xfrm>
                <a:off x="1645971" y="4622760"/>
                <a:ext cx="113760" cy="71532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6F327D5A-382C-8687-60CE-6AB80E509B74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1627971" y="4605120"/>
                  <a:ext cx="149400" cy="75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367F4858-BC4B-1C6E-945C-CEC0C8552374}"/>
                    </a:ext>
                  </a:extLst>
                </p14:cNvPr>
                <p14:cNvContentPartPr/>
                <p14:nvPr/>
              </p14:nvContentPartPr>
              <p14:xfrm>
                <a:off x="1623651" y="4668840"/>
                <a:ext cx="1419480" cy="66420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367F4858-BC4B-1C6E-945C-CEC0C8552374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1606011" y="4650840"/>
                  <a:ext cx="1455120" cy="699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BD566F50-73A2-8042-E8E2-5ED46B5E42F1}"/>
              </a:ext>
            </a:extLst>
          </p:cNvPr>
          <p:cNvGrpSpPr/>
          <p:nvPr/>
        </p:nvGrpSpPr>
        <p:grpSpPr>
          <a:xfrm>
            <a:off x="3500331" y="4740120"/>
            <a:ext cx="389880" cy="285120"/>
            <a:chOff x="3500331" y="4740120"/>
            <a:chExt cx="389880" cy="285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F5704350-9AA0-7884-A543-3E8EE4505D17}"/>
                    </a:ext>
                  </a:extLst>
                </p14:cNvPr>
                <p14:cNvContentPartPr/>
                <p14:nvPr/>
              </p14:nvContentPartPr>
              <p14:xfrm>
                <a:off x="3560811" y="4740120"/>
                <a:ext cx="108720" cy="28512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F5704350-9AA0-7884-A543-3E8EE4505D17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3543171" y="4722120"/>
                  <a:ext cx="144360" cy="32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A373A86A-8E71-3E95-1FA9-7C4E9B571379}"/>
                    </a:ext>
                  </a:extLst>
                </p14:cNvPr>
                <p14:cNvContentPartPr/>
                <p14:nvPr/>
              </p14:nvContentPartPr>
              <p14:xfrm>
                <a:off x="3500331" y="4827960"/>
                <a:ext cx="235800" cy="16380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A373A86A-8E71-3E95-1FA9-7C4E9B571379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3482691" y="4810320"/>
                  <a:ext cx="27144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2A50718D-C16D-6358-F61B-85AADE23145D}"/>
                    </a:ext>
                  </a:extLst>
                </p14:cNvPr>
                <p14:cNvContentPartPr/>
                <p14:nvPr/>
              </p14:nvContentPartPr>
              <p14:xfrm>
                <a:off x="3751251" y="4800240"/>
                <a:ext cx="138960" cy="11268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2A50718D-C16D-6358-F61B-85AADE23145D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3733611" y="4782600"/>
                  <a:ext cx="174600" cy="14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2C990625-6971-1E51-89B6-18FBB00B9BD6}"/>
              </a:ext>
            </a:extLst>
          </p:cNvPr>
          <p:cNvGrpSpPr/>
          <p:nvPr/>
        </p:nvGrpSpPr>
        <p:grpSpPr>
          <a:xfrm>
            <a:off x="4225731" y="4615560"/>
            <a:ext cx="506160" cy="362880"/>
            <a:chOff x="4225731" y="4615560"/>
            <a:chExt cx="506160" cy="362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B2BBCFA0-27AC-01C3-D42B-3A30BFF42519}"/>
                    </a:ext>
                  </a:extLst>
                </p14:cNvPr>
                <p14:cNvContentPartPr/>
                <p14:nvPr/>
              </p14:nvContentPartPr>
              <p14:xfrm>
                <a:off x="4225731" y="4615560"/>
                <a:ext cx="245160" cy="36288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B2BBCFA0-27AC-01C3-D42B-3A30BFF42519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4208091" y="4597920"/>
                  <a:ext cx="280800" cy="39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EA836EA2-88EB-E4B5-CDED-C54340F9ED3C}"/>
                    </a:ext>
                  </a:extLst>
                </p14:cNvPr>
                <p14:cNvContentPartPr/>
                <p14:nvPr/>
              </p14:nvContentPartPr>
              <p14:xfrm>
                <a:off x="4581051" y="4865760"/>
                <a:ext cx="150840" cy="3204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EA836EA2-88EB-E4B5-CDED-C54340F9ED3C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4563411" y="4847760"/>
                  <a:ext cx="186480" cy="67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78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3CFBA9CE-B969-16B6-B39B-AFE1645DF582}"/>
                  </a:ext>
                </a:extLst>
              </p14:cNvPr>
              <p14:cNvContentPartPr/>
              <p14:nvPr/>
            </p14:nvContentPartPr>
            <p14:xfrm>
              <a:off x="2716611" y="1705320"/>
              <a:ext cx="87120" cy="109440"/>
            </p14:xfrm>
          </p:contentPart>
        </mc:Choice>
        <mc:Fallback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3CFBA9CE-B969-16B6-B39B-AFE1645DF582}"/>
                  </a:ext>
                </a:extLst>
              </p:cNvPr>
              <p:cNvPicPr/>
              <p:nvPr/>
            </p:nvPicPr>
            <p:blipFill>
              <a:blip r:embed="rId279"/>
              <a:stretch>
                <a:fillRect/>
              </a:stretch>
            </p:blipFill>
            <p:spPr>
              <a:xfrm>
                <a:off x="2698971" y="1687320"/>
                <a:ext cx="122760" cy="145080"/>
              </a:xfrm>
              <a:prstGeom prst="rect">
                <a:avLst/>
              </a:prstGeom>
            </p:spPr>
          </p:pic>
        </mc:Fallback>
      </mc:AlternateContent>
      <p:grpSp>
        <p:nvGrpSpPr>
          <p:cNvPr id="65" name="Group 64">
            <a:extLst>
              <a:ext uri="{FF2B5EF4-FFF2-40B4-BE49-F238E27FC236}">
                <a16:creationId xmlns:a16="http://schemas.microsoft.com/office/drawing/2014/main" id="{3379018E-E4E4-CF1F-F386-DD62A688AE4F}"/>
              </a:ext>
            </a:extLst>
          </p:cNvPr>
          <p:cNvGrpSpPr/>
          <p:nvPr/>
        </p:nvGrpSpPr>
        <p:grpSpPr>
          <a:xfrm>
            <a:off x="3364251" y="5589000"/>
            <a:ext cx="1463400" cy="529560"/>
            <a:chOff x="3364251" y="5589000"/>
            <a:chExt cx="1463400" cy="529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F721DC2A-2DD1-1DD9-9DE9-15C488C8A2D9}"/>
                    </a:ext>
                  </a:extLst>
                </p14:cNvPr>
                <p14:cNvContentPartPr/>
                <p14:nvPr/>
              </p14:nvContentPartPr>
              <p14:xfrm>
                <a:off x="3435891" y="5692680"/>
                <a:ext cx="45360" cy="30348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F721DC2A-2DD1-1DD9-9DE9-15C488C8A2D9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3417891" y="5675040"/>
                  <a:ext cx="81000" cy="33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3396E880-89FC-EEE3-F6C3-40FCF5E37BC0}"/>
                    </a:ext>
                  </a:extLst>
                </p14:cNvPr>
                <p14:cNvContentPartPr/>
                <p14:nvPr/>
              </p14:nvContentPartPr>
              <p14:xfrm>
                <a:off x="3364251" y="5705640"/>
                <a:ext cx="196200" cy="5544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3396E880-89FC-EEE3-F6C3-40FCF5E37BC0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3346251" y="5688000"/>
                  <a:ext cx="23184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A5885413-C5A2-7BDC-72B8-129D911DB6E5}"/>
                    </a:ext>
                  </a:extLst>
                </p14:cNvPr>
                <p14:cNvContentPartPr/>
                <p14:nvPr/>
              </p14:nvContentPartPr>
              <p14:xfrm>
                <a:off x="3404931" y="6013080"/>
                <a:ext cx="159480" cy="10548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A5885413-C5A2-7BDC-72B8-129D911DB6E5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3387291" y="5995080"/>
                  <a:ext cx="19512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DBE27D5-2904-69F8-7793-6C58AEE81116}"/>
                    </a:ext>
                  </a:extLst>
                </p14:cNvPr>
                <p14:cNvContentPartPr/>
                <p14:nvPr/>
              </p14:nvContentPartPr>
              <p14:xfrm>
                <a:off x="3747651" y="5835960"/>
                <a:ext cx="20160" cy="16740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DBE27D5-2904-69F8-7793-6C58AEE81116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3730011" y="5817960"/>
                  <a:ext cx="5580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F39DD94E-A8A7-8275-95A1-EA080B6F9FF9}"/>
                    </a:ext>
                  </a:extLst>
                </p14:cNvPr>
                <p14:cNvContentPartPr/>
                <p14:nvPr/>
              </p14:nvContentPartPr>
              <p14:xfrm>
                <a:off x="3939531" y="5819040"/>
                <a:ext cx="97560" cy="2052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F39DD94E-A8A7-8275-95A1-EA080B6F9FF9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3921891" y="5801040"/>
                  <a:ext cx="13320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3599214C-8A29-06FB-1A07-B2C3C7D45F4E}"/>
                    </a:ext>
                  </a:extLst>
                </p14:cNvPr>
                <p14:cNvContentPartPr/>
                <p14:nvPr/>
              </p14:nvContentPartPr>
              <p14:xfrm>
                <a:off x="4020171" y="5852880"/>
                <a:ext cx="89640" cy="3276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3599214C-8A29-06FB-1A07-B2C3C7D45F4E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4002531" y="5835240"/>
                  <a:ext cx="12528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DDFECFE0-43D7-9CCA-5FF5-29E58FE3BE62}"/>
                    </a:ext>
                  </a:extLst>
                </p14:cNvPr>
                <p14:cNvContentPartPr/>
                <p14:nvPr/>
              </p14:nvContentPartPr>
              <p14:xfrm>
                <a:off x="4373691" y="5606640"/>
                <a:ext cx="75960" cy="31608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DDFECFE0-43D7-9CCA-5FF5-29E58FE3BE62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4355691" y="5588640"/>
                  <a:ext cx="111600" cy="35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C11B2A09-94EF-0C45-6A73-D3D47F0B0D4F}"/>
                    </a:ext>
                  </a:extLst>
                </p14:cNvPr>
                <p14:cNvContentPartPr/>
                <p14:nvPr/>
              </p14:nvContentPartPr>
              <p14:xfrm>
                <a:off x="4322931" y="5589000"/>
                <a:ext cx="131760" cy="5724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C11B2A09-94EF-0C45-6A73-D3D47F0B0D4F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4305291" y="5571000"/>
                  <a:ext cx="16740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6BF06020-C72D-01B6-1DB8-517A75EAD285}"/>
                    </a:ext>
                  </a:extLst>
                </p14:cNvPr>
                <p14:cNvContentPartPr/>
                <p14:nvPr/>
              </p14:nvContentPartPr>
              <p14:xfrm>
                <a:off x="4379811" y="5847840"/>
                <a:ext cx="114480" cy="8856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6BF06020-C72D-01B6-1DB8-517A75EAD285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4361811" y="5829840"/>
                  <a:ext cx="15012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3F1B16CB-F749-4FF9-5F58-7510921553A4}"/>
                    </a:ext>
                  </a:extLst>
                </p14:cNvPr>
                <p14:cNvContentPartPr/>
                <p14:nvPr/>
              </p14:nvContentPartPr>
              <p14:xfrm>
                <a:off x="4623171" y="5721120"/>
                <a:ext cx="204480" cy="12744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3F1B16CB-F749-4FF9-5F58-7510921553A4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4605171" y="5703480"/>
                  <a:ext cx="240120" cy="163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00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CA7DC673-6C39-4334-E9D6-F1DA9B03E1FF}"/>
                  </a:ext>
                </a:extLst>
              </p14:cNvPr>
              <p14:cNvContentPartPr/>
              <p14:nvPr/>
            </p14:nvContentPartPr>
            <p14:xfrm>
              <a:off x="5198451" y="5317200"/>
              <a:ext cx="186840" cy="539640"/>
            </p14:xfrm>
          </p:contentPart>
        </mc:Choice>
        <mc:Fallback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CA7DC673-6C39-4334-E9D6-F1DA9B03E1FF}"/>
                  </a:ext>
                </a:extLst>
              </p:cNvPr>
              <p:cNvPicPr/>
              <p:nvPr/>
            </p:nvPicPr>
            <p:blipFill>
              <a:blip r:embed="rId301"/>
              <a:stretch>
                <a:fillRect/>
              </a:stretch>
            </p:blipFill>
            <p:spPr>
              <a:xfrm>
                <a:off x="5180451" y="5299560"/>
                <a:ext cx="222480" cy="575280"/>
              </a:xfrm>
              <a:prstGeom prst="rect">
                <a:avLst/>
              </a:prstGeom>
            </p:spPr>
          </p:pic>
        </mc:Fallback>
      </mc:AlternateContent>
      <p:grpSp>
        <p:nvGrpSpPr>
          <p:cNvPr id="81" name="Group 80">
            <a:extLst>
              <a:ext uri="{FF2B5EF4-FFF2-40B4-BE49-F238E27FC236}">
                <a16:creationId xmlns:a16="http://schemas.microsoft.com/office/drawing/2014/main" id="{1B0283C1-F2F9-58EF-9063-DECDB4AFB211}"/>
              </a:ext>
            </a:extLst>
          </p:cNvPr>
          <p:cNvGrpSpPr/>
          <p:nvPr/>
        </p:nvGrpSpPr>
        <p:grpSpPr>
          <a:xfrm>
            <a:off x="5577531" y="5239440"/>
            <a:ext cx="990000" cy="412920"/>
            <a:chOff x="5577531" y="5239440"/>
            <a:chExt cx="990000" cy="412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2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6F857C94-F2D3-6E12-A0DF-EA6B2E8309D0}"/>
                    </a:ext>
                  </a:extLst>
                </p14:cNvPr>
                <p14:cNvContentPartPr/>
                <p14:nvPr/>
              </p14:nvContentPartPr>
              <p14:xfrm>
                <a:off x="5577531" y="5396760"/>
                <a:ext cx="24840" cy="25560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6F857C94-F2D3-6E12-A0DF-EA6B2E8309D0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5559531" y="5378760"/>
                  <a:ext cx="60480" cy="29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4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732DC07A-683D-404B-60AF-9CEB5E28E57C}"/>
                    </a:ext>
                  </a:extLst>
                </p14:cNvPr>
                <p14:cNvContentPartPr/>
                <p14:nvPr/>
              </p14:nvContentPartPr>
              <p14:xfrm>
                <a:off x="5593371" y="5398920"/>
                <a:ext cx="147240" cy="14688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732DC07A-683D-404B-60AF-9CEB5E28E57C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5575731" y="5381280"/>
                  <a:ext cx="18288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6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BE99CEA6-3561-5473-68AA-DE94BB225F87}"/>
                    </a:ext>
                  </a:extLst>
                </p14:cNvPr>
                <p14:cNvContentPartPr/>
                <p14:nvPr/>
              </p14:nvContentPartPr>
              <p14:xfrm>
                <a:off x="5608851" y="5450400"/>
                <a:ext cx="131040" cy="8496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BE99CEA6-3561-5473-68AA-DE94BB225F87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5591211" y="5432760"/>
                  <a:ext cx="16668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8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D4B243CE-D4E6-F56C-5EA0-85446E0EC501}"/>
                    </a:ext>
                  </a:extLst>
                </p14:cNvPr>
                <p14:cNvContentPartPr/>
                <p14:nvPr/>
              </p14:nvContentPartPr>
              <p14:xfrm>
                <a:off x="5911971" y="5428800"/>
                <a:ext cx="11880" cy="18108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D4B243CE-D4E6-F56C-5EA0-85446E0EC501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5894331" y="5411160"/>
                  <a:ext cx="4752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0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1D5C78B3-2D9F-2C4C-F818-EB81AF8141F2}"/>
                    </a:ext>
                  </a:extLst>
                </p14:cNvPr>
                <p14:cNvContentPartPr/>
                <p14:nvPr/>
              </p14:nvContentPartPr>
              <p14:xfrm>
                <a:off x="5896131" y="5384160"/>
                <a:ext cx="93960" cy="12060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1D5C78B3-2D9F-2C4C-F818-EB81AF8141F2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5878491" y="5366520"/>
                  <a:ext cx="12960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2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84E1677E-A869-7EC7-CAE3-ED4DC74EA1B4}"/>
                    </a:ext>
                  </a:extLst>
                </p14:cNvPr>
                <p14:cNvContentPartPr/>
                <p14:nvPr/>
              </p14:nvContentPartPr>
              <p14:xfrm>
                <a:off x="6088011" y="5424120"/>
                <a:ext cx="15120" cy="15984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84E1677E-A869-7EC7-CAE3-ED4DC74EA1B4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6070011" y="5406480"/>
                  <a:ext cx="5076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4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58D69C9F-0047-4843-5E20-C324D44B3FAD}"/>
                    </a:ext>
                  </a:extLst>
                </p14:cNvPr>
                <p14:cNvContentPartPr/>
                <p14:nvPr/>
              </p14:nvContentPartPr>
              <p14:xfrm>
                <a:off x="6099171" y="5386680"/>
                <a:ext cx="82800" cy="13500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58D69C9F-0047-4843-5E20-C324D44B3FAD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6081531" y="5369040"/>
                  <a:ext cx="11844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6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BB2F600C-174C-7789-7630-50F60938AF3B}"/>
                    </a:ext>
                  </a:extLst>
                </p14:cNvPr>
                <p14:cNvContentPartPr/>
                <p14:nvPr/>
              </p14:nvContentPartPr>
              <p14:xfrm>
                <a:off x="6317691" y="5239440"/>
                <a:ext cx="249840" cy="34884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BB2F600C-174C-7789-7630-50F60938AF3B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6300051" y="5221800"/>
                  <a:ext cx="285480" cy="384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A7BEEC5-BE85-5ADC-73FB-C43FD4647783}"/>
              </a:ext>
            </a:extLst>
          </p:cNvPr>
          <p:cNvGrpSpPr/>
          <p:nvPr/>
        </p:nvGrpSpPr>
        <p:grpSpPr>
          <a:xfrm>
            <a:off x="6999171" y="5107320"/>
            <a:ext cx="1159560" cy="461520"/>
            <a:chOff x="6999171" y="5107320"/>
            <a:chExt cx="1159560" cy="461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1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B3D57AB-A604-4A78-39AD-716D68D5665F}"/>
                    </a:ext>
                  </a:extLst>
                </p14:cNvPr>
                <p14:cNvContentPartPr/>
                <p14:nvPr/>
              </p14:nvContentPartPr>
              <p14:xfrm>
                <a:off x="6999171" y="5299920"/>
                <a:ext cx="155880" cy="26892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B3D57AB-A604-4A78-39AD-716D68D5665F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6981531" y="5281920"/>
                  <a:ext cx="191520" cy="30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0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D31C0932-19E6-BC7E-DBE0-530E42D97760}"/>
                    </a:ext>
                  </a:extLst>
                </p14:cNvPr>
                <p14:cNvContentPartPr/>
                <p14:nvPr/>
              </p14:nvContentPartPr>
              <p14:xfrm>
                <a:off x="7268091" y="5271840"/>
                <a:ext cx="71640" cy="14220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D31C0932-19E6-BC7E-DBE0-530E42D97760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7250091" y="5253840"/>
                  <a:ext cx="10728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2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C6CDCDF1-00CB-1874-1019-7A30F2B515D4}"/>
                    </a:ext>
                  </a:extLst>
                </p14:cNvPr>
                <p14:cNvContentPartPr/>
                <p14:nvPr/>
              </p14:nvContentPartPr>
              <p14:xfrm>
                <a:off x="7426491" y="5116320"/>
                <a:ext cx="33840" cy="25956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C6CDCDF1-00CB-1874-1019-7A30F2B515D4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7408851" y="5098680"/>
                  <a:ext cx="69480" cy="29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4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9B81177B-E8CE-EC71-EAEA-67EFA246ED52}"/>
                    </a:ext>
                  </a:extLst>
                </p14:cNvPr>
                <p14:cNvContentPartPr/>
                <p14:nvPr/>
              </p14:nvContentPartPr>
              <p14:xfrm>
                <a:off x="7580571" y="5107320"/>
                <a:ext cx="213840" cy="26208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9B81177B-E8CE-EC71-EAEA-67EFA246ED52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7562571" y="5089320"/>
                  <a:ext cx="249480" cy="29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6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70FB09FD-EE7D-26E9-C581-95242D3223FD}"/>
                    </a:ext>
                  </a:extLst>
                </p14:cNvPr>
                <p14:cNvContentPartPr/>
                <p14:nvPr/>
              </p14:nvContentPartPr>
              <p14:xfrm>
                <a:off x="7865331" y="5196960"/>
                <a:ext cx="293400" cy="12060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70FB09FD-EE7D-26E9-C581-95242D3223FD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7847331" y="5179320"/>
                  <a:ext cx="329040" cy="156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0877D99B-6380-DD79-F14B-DDFF8F7DFC38}"/>
              </a:ext>
            </a:extLst>
          </p:cNvPr>
          <p:cNvGrpSpPr/>
          <p:nvPr/>
        </p:nvGrpSpPr>
        <p:grpSpPr>
          <a:xfrm>
            <a:off x="8511171" y="5052960"/>
            <a:ext cx="669960" cy="214560"/>
            <a:chOff x="8511171" y="5052960"/>
            <a:chExt cx="669960" cy="214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8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8EF40694-CDC9-51EF-7BD6-BC87A5AF7B7A}"/>
                    </a:ext>
                  </a:extLst>
                </p14:cNvPr>
                <p14:cNvContentPartPr/>
                <p14:nvPr/>
              </p14:nvContentPartPr>
              <p14:xfrm>
                <a:off x="8511171" y="5158080"/>
                <a:ext cx="84600" cy="9936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8EF40694-CDC9-51EF-7BD6-BC87A5AF7B7A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8493531" y="5140440"/>
                  <a:ext cx="12024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0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36DCCC7A-E9FA-DEC1-5FB0-5846FB18BC14}"/>
                    </a:ext>
                  </a:extLst>
                </p14:cNvPr>
                <p14:cNvContentPartPr/>
                <p14:nvPr/>
              </p14:nvContentPartPr>
              <p14:xfrm>
                <a:off x="8700891" y="5163840"/>
                <a:ext cx="139320" cy="10368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36DCCC7A-E9FA-DEC1-5FB0-5846FB18BC14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8683251" y="5146200"/>
                  <a:ext cx="17496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2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A3B45A03-AE2C-27EC-6266-705AFD38C3F1}"/>
                    </a:ext>
                  </a:extLst>
                </p14:cNvPr>
                <p14:cNvContentPartPr/>
                <p14:nvPr/>
              </p14:nvContentPartPr>
              <p14:xfrm>
                <a:off x="8998971" y="5052960"/>
                <a:ext cx="32040" cy="21132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A3B45A03-AE2C-27EC-6266-705AFD38C3F1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8980971" y="5034960"/>
                  <a:ext cx="67680" cy="24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4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882489A2-B0F3-FA92-358A-FAF4D5F0B0AD}"/>
                    </a:ext>
                  </a:extLst>
                </p14:cNvPr>
                <p14:cNvContentPartPr/>
                <p14:nvPr/>
              </p14:nvContentPartPr>
              <p14:xfrm>
                <a:off x="9075291" y="5111640"/>
                <a:ext cx="105840" cy="14580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882489A2-B0F3-FA92-358A-FAF4D5F0B0AD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9057651" y="5093640"/>
                  <a:ext cx="141480" cy="181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0DBB0809-6683-8995-1F3B-321871C4E4B2}"/>
              </a:ext>
            </a:extLst>
          </p:cNvPr>
          <p:cNvGrpSpPr/>
          <p:nvPr/>
        </p:nvGrpSpPr>
        <p:grpSpPr>
          <a:xfrm>
            <a:off x="9420531" y="4826520"/>
            <a:ext cx="783360" cy="607320"/>
            <a:chOff x="9420531" y="4826520"/>
            <a:chExt cx="783360" cy="607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36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FCC10C69-4CC5-9314-FF32-A706749153F4}"/>
                    </a:ext>
                  </a:extLst>
                </p14:cNvPr>
                <p14:cNvContentPartPr/>
                <p14:nvPr/>
              </p14:nvContentPartPr>
              <p14:xfrm>
                <a:off x="9627891" y="5034600"/>
                <a:ext cx="6120" cy="14076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FCC10C69-4CC5-9314-FF32-A706749153F4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9610251" y="5016960"/>
                  <a:ext cx="4176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8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3500FC9B-7F95-457D-51C6-616FBEFF2C47}"/>
                    </a:ext>
                  </a:extLst>
                </p14:cNvPr>
                <p14:cNvContentPartPr/>
                <p14:nvPr/>
              </p14:nvContentPartPr>
              <p14:xfrm>
                <a:off x="9492891" y="4933080"/>
                <a:ext cx="11520" cy="2376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3500FC9B-7F95-457D-51C6-616FBEFF2C47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9474891" y="4915080"/>
                  <a:ext cx="4716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0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23CCF8C3-CD98-B04A-9E25-93C0A93C4EEE}"/>
                    </a:ext>
                  </a:extLst>
                </p14:cNvPr>
                <p14:cNvContentPartPr/>
                <p14:nvPr/>
              </p14:nvContentPartPr>
              <p14:xfrm>
                <a:off x="9493971" y="4870080"/>
                <a:ext cx="374040" cy="52452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23CCF8C3-CD98-B04A-9E25-93C0A93C4EEE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9476331" y="4852080"/>
                  <a:ext cx="409680" cy="56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2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A7E25DF8-6B58-2764-DD7B-B03C2F5B9008}"/>
                    </a:ext>
                  </a:extLst>
                </p14:cNvPr>
                <p14:cNvContentPartPr/>
                <p14:nvPr/>
              </p14:nvContentPartPr>
              <p14:xfrm>
                <a:off x="9420531" y="5011560"/>
                <a:ext cx="20160" cy="38844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A7E25DF8-6B58-2764-DD7B-B03C2F5B9008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9402531" y="4993560"/>
                  <a:ext cx="55800" cy="42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4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326DCC0E-9EED-5EBE-C3C1-A66EE88D175D}"/>
                    </a:ext>
                  </a:extLst>
                </p14:cNvPr>
                <p14:cNvContentPartPr/>
                <p14:nvPr/>
              </p14:nvContentPartPr>
              <p14:xfrm>
                <a:off x="10014891" y="4826520"/>
                <a:ext cx="189000" cy="60732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326DCC0E-9EED-5EBE-C3C1-A66EE88D175D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9997251" y="4808880"/>
                  <a:ext cx="224640" cy="642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60DE669E-E3D9-B6BD-FE12-3FC833E9AACA}"/>
              </a:ext>
            </a:extLst>
          </p:cNvPr>
          <p:cNvGrpSpPr/>
          <p:nvPr/>
        </p:nvGrpSpPr>
        <p:grpSpPr>
          <a:xfrm>
            <a:off x="6612171" y="5852880"/>
            <a:ext cx="376560" cy="220320"/>
            <a:chOff x="6612171" y="5852880"/>
            <a:chExt cx="376560" cy="220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6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E36B8FE0-C9FA-670A-31FF-997DA0BA86B7}"/>
                    </a:ext>
                  </a:extLst>
                </p14:cNvPr>
                <p14:cNvContentPartPr/>
                <p14:nvPr/>
              </p14:nvContentPartPr>
              <p14:xfrm>
                <a:off x="6612171" y="5852880"/>
                <a:ext cx="195120" cy="22032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E36B8FE0-C9FA-670A-31FF-997DA0BA86B7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6594171" y="5835240"/>
                  <a:ext cx="23076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8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5E4101B7-A2FA-BA9E-211B-FF243E2026F9}"/>
                    </a:ext>
                  </a:extLst>
                </p14:cNvPr>
                <p14:cNvContentPartPr/>
                <p14:nvPr/>
              </p14:nvContentPartPr>
              <p14:xfrm>
                <a:off x="6904851" y="5853960"/>
                <a:ext cx="83880" cy="12276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5E4101B7-A2FA-BA9E-211B-FF243E2026F9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6887211" y="5835960"/>
                  <a:ext cx="119520" cy="158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05CEF95F-9788-C970-393E-A73B80FFC008}"/>
              </a:ext>
            </a:extLst>
          </p:cNvPr>
          <p:cNvGrpSpPr/>
          <p:nvPr/>
        </p:nvGrpSpPr>
        <p:grpSpPr>
          <a:xfrm>
            <a:off x="7348011" y="5535360"/>
            <a:ext cx="1475280" cy="443160"/>
            <a:chOff x="7348011" y="5535360"/>
            <a:chExt cx="1475280" cy="443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50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4E4ADE81-0CF3-8704-D320-556EC3EA4200}"/>
                    </a:ext>
                  </a:extLst>
                </p14:cNvPr>
                <p14:cNvContentPartPr/>
                <p14:nvPr/>
              </p14:nvContentPartPr>
              <p14:xfrm>
                <a:off x="7348011" y="5818680"/>
                <a:ext cx="95040" cy="15624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4E4ADE81-0CF3-8704-D320-556EC3EA4200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7330011" y="5801040"/>
                  <a:ext cx="13068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2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23B65F79-9F83-D3C8-1232-075A084E6FD8}"/>
                    </a:ext>
                  </a:extLst>
                </p14:cNvPr>
                <p14:cNvContentPartPr/>
                <p14:nvPr/>
              </p14:nvContentPartPr>
              <p14:xfrm>
                <a:off x="7537011" y="5825520"/>
                <a:ext cx="37080" cy="15300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23B65F79-9F83-D3C8-1232-075A084E6FD8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7519011" y="5807520"/>
                  <a:ext cx="7272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4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6D6C8736-7502-E5D5-B15D-7988DDE83FC0}"/>
                    </a:ext>
                  </a:extLst>
                </p14:cNvPr>
                <p14:cNvContentPartPr/>
                <p14:nvPr/>
              </p14:nvContentPartPr>
              <p14:xfrm>
                <a:off x="7568331" y="5832360"/>
                <a:ext cx="145800" cy="12636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6D6C8736-7502-E5D5-B15D-7988DDE83FC0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7550691" y="5814360"/>
                  <a:ext cx="18144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6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04C22500-3B74-1C07-A728-C7055A88A890}"/>
                    </a:ext>
                  </a:extLst>
                </p14:cNvPr>
                <p14:cNvContentPartPr/>
                <p14:nvPr/>
              </p14:nvContentPartPr>
              <p14:xfrm>
                <a:off x="7702611" y="5794560"/>
                <a:ext cx="22320" cy="17532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04C22500-3B74-1C07-A728-C7055A88A890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7684971" y="5776560"/>
                  <a:ext cx="5796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8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3331C041-B7C4-269D-F314-3DD24CC37859}"/>
                    </a:ext>
                  </a:extLst>
                </p14:cNvPr>
                <p14:cNvContentPartPr/>
                <p14:nvPr/>
              </p14:nvContentPartPr>
              <p14:xfrm>
                <a:off x="7788291" y="5813280"/>
                <a:ext cx="116640" cy="12744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3331C041-B7C4-269D-F314-3DD24CC37859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7770291" y="5795280"/>
                  <a:ext cx="15228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0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AAA084E1-6A4F-59EF-C2E2-DD8EED7CE37C}"/>
                    </a:ext>
                  </a:extLst>
                </p14:cNvPr>
                <p14:cNvContentPartPr/>
                <p14:nvPr/>
              </p14:nvContentPartPr>
              <p14:xfrm>
                <a:off x="8018691" y="5750280"/>
                <a:ext cx="129600" cy="16596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AAA084E1-6A4F-59EF-C2E2-DD8EED7CE37C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8000691" y="5732280"/>
                  <a:ext cx="16524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2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1B6BA6C9-AC9A-7107-D06D-3DE0DFF78C2F}"/>
                    </a:ext>
                  </a:extLst>
                </p14:cNvPr>
                <p14:cNvContentPartPr/>
                <p14:nvPr/>
              </p14:nvContentPartPr>
              <p14:xfrm>
                <a:off x="8201931" y="5749200"/>
                <a:ext cx="374760" cy="11628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1B6BA6C9-AC9A-7107-D06D-3DE0DFF78C2F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8184291" y="5731200"/>
                  <a:ext cx="41040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4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31ADB5F2-4E41-03A7-DF8A-C44FA2A653DB}"/>
                    </a:ext>
                  </a:extLst>
                </p14:cNvPr>
                <p14:cNvContentPartPr/>
                <p14:nvPr/>
              </p14:nvContentPartPr>
              <p14:xfrm>
                <a:off x="8749491" y="5535360"/>
                <a:ext cx="16200" cy="26424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31ADB5F2-4E41-03A7-DF8A-C44FA2A653DB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8731851" y="5517360"/>
                  <a:ext cx="51840" cy="29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6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4785B5C5-7C36-8D04-5F2D-1B899D11BC27}"/>
                    </a:ext>
                  </a:extLst>
                </p14:cNvPr>
                <p14:cNvContentPartPr/>
                <p14:nvPr/>
              </p14:nvContentPartPr>
              <p14:xfrm>
                <a:off x="8673891" y="5647680"/>
                <a:ext cx="149400" cy="7164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4785B5C5-7C36-8D04-5F2D-1B899D11BC27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8655891" y="5630040"/>
                  <a:ext cx="185040" cy="107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DABBF867-CC6F-D0E3-576C-999C0EBFBF5D}"/>
              </a:ext>
            </a:extLst>
          </p:cNvPr>
          <p:cNvGrpSpPr/>
          <p:nvPr/>
        </p:nvGrpSpPr>
        <p:grpSpPr>
          <a:xfrm>
            <a:off x="8132811" y="6115680"/>
            <a:ext cx="824040" cy="242640"/>
            <a:chOff x="8132811" y="6115680"/>
            <a:chExt cx="824040" cy="242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8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D4EFCB33-12AF-3E76-E1BE-5FAC0EBDAF3F}"/>
                    </a:ext>
                  </a:extLst>
                </p14:cNvPr>
                <p14:cNvContentPartPr/>
                <p14:nvPr/>
              </p14:nvContentPartPr>
              <p14:xfrm>
                <a:off x="8140371" y="6248520"/>
                <a:ext cx="42840" cy="10980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D4EFCB33-12AF-3E76-E1BE-5FAC0EBDAF3F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8122731" y="6230880"/>
                  <a:ext cx="7848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0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A03CB1E3-995B-D382-9A5F-2FAC6813911F}"/>
                    </a:ext>
                  </a:extLst>
                </p14:cNvPr>
                <p14:cNvContentPartPr/>
                <p14:nvPr/>
              </p14:nvContentPartPr>
              <p14:xfrm>
                <a:off x="8132811" y="6115680"/>
                <a:ext cx="34920" cy="1512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A03CB1E3-995B-D382-9A5F-2FAC6813911F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8114811" y="6098040"/>
                  <a:ext cx="7056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2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25A86F55-F3EA-E2F6-5500-546446DA5E24}"/>
                    </a:ext>
                  </a:extLst>
                </p14:cNvPr>
                <p14:cNvContentPartPr/>
                <p14:nvPr/>
              </p14:nvContentPartPr>
              <p14:xfrm>
                <a:off x="8342331" y="6234120"/>
                <a:ext cx="159120" cy="8964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25A86F55-F3EA-E2F6-5500-546446DA5E24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8324691" y="6216120"/>
                  <a:ext cx="19476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4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E533C444-86EC-3D4C-1FC7-8F2527F2D2EF}"/>
                    </a:ext>
                  </a:extLst>
                </p14:cNvPr>
                <p14:cNvContentPartPr/>
                <p14:nvPr/>
              </p14:nvContentPartPr>
              <p14:xfrm>
                <a:off x="8598651" y="6130440"/>
                <a:ext cx="66960" cy="16560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E533C444-86EC-3D4C-1FC7-8F2527F2D2EF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8580651" y="6112800"/>
                  <a:ext cx="10260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6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7F82316D-0840-7D78-13CF-B52A2317F4A5}"/>
                    </a:ext>
                  </a:extLst>
                </p14:cNvPr>
                <p14:cNvContentPartPr/>
                <p14:nvPr/>
              </p14:nvContentPartPr>
              <p14:xfrm>
                <a:off x="8604411" y="6191280"/>
                <a:ext cx="181080" cy="4536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7F82316D-0840-7D78-13CF-B52A2317F4A5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8586411" y="6173280"/>
                  <a:ext cx="21672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8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9E3982E5-9034-6A20-0A72-1D00FB74280C}"/>
                    </a:ext>
                  </a:extLst>
                </p14:cNvPr>
                <p14:cNvContentPartPr/>
                <p14:nvPr/>
              </p14:nvContentPartPr>
              <p14:xfrm>
                <a:off x="8862891" y="6158160"/>
                <a:ext cx="93960" cy="14760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9E3982E5-9034-6A20-0A72-1D00FB74280C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8844891" y="6140160"/>
                  <a:ext cx="129600" cy="183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B0DFE0B1-1F6B-0386-0F78-CDE4014CF4E7}"/>
              </a:ext>
            </a:extLst>
          </p:cNvPr>
          <p:cNvGrpSpPr/>
          <p:nvPr/>
        </p:nvGrpSpPr>
        <p:grpSpPr>
          <a:xfrm>
            <a:off x="9272931" y="5620680"/>
            <a:ext cx="1446840" cy="728280"/>
            <a:chOff x="9272931" y="5620680"/>
            <a:chExt cx="1446840" cy="728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8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29CEF0BF-8127-786B-866E-B42205AEA4B5}"/>
                    </a:ext>
                  </a:extLst>
                </p14:cNvPr>
                <p14:cNvContentPartPr/>
                <p14:nvPr/>
              </p14:nvContentPartPr>
              <p14:xfrm>
                <a:off x="9305331" y="5620680"/>
                <a:ext cx="38160" cy="35676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29CEF0BF-8127-786B-866E-B42205AEA4B5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9287691" y="5603040"/>
                  <a:ext cx="73800" cy="39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2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E2BE8AE0-22CA-3FBE-DBAA-471E67BEDD81}"/>
                    </a:ext>
                  </a:extLst>
                </p14:cNvPr>
                <p14:cNvContentPartPr/>
                <p14:nvPr/>
              </p14:nvContentPartPr>
              <p14:xfrm>
                <a:off x="9272931" y="5794920"/>
                <a:ext cx="81720" cy="5580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E2BE8AE0-22CA-3FBE-DBAA-471E67BEDD81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9255291" y="5776920"/>
                  <a:ext cx="11736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4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0F6345EB-3432-2DE7-291A-2B99FB7338D7}"/>
                    </a:ext>
                  </a:extLst>
                </p14:cNvPr>
                <p14:cNvContentPartPr/>
                <p14:nvPr/>
              </p14:nvContentPartPr>
              <p14:xfrm>
                <a:off x="9473811" y="5703480"/>
                <a:ext cx="47880" cy="15012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0F6345EB-3432-2DE7-291A-2B99FB7338D7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9455811" y="5685840"/>
                  <a:ext cx="8352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6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27C15315-9B50-21BE-C503-8111B9928C66}"/>
                    </a:ext>
                  </a:extLst>
                </p14:cNvPr>
                <p14:cNvContentPartPr/>
                <p14:nvPr/>
              </p14:nvContentPartPr>
              <p14:xfrm>
                <a:off x="9636891" y="5743800"/>
                <a:ext cx="109440" cy="10908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27C15315-9B50-21BE-C503-8111B9928C66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9619251" y="5725800"/>
                  <a:ext cx="14508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8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1DF36FD2-0B9F-FF43-9486-23865516C49F}"/>
                    </a:ext>
                  </a:extLst>
                </p14:cNvPr>
                <p14:cNvContentPartPr/>
                <p14:nvPr/>
              </p14:nvContentPartPr>
              <p14:xfrm>
                <a:off x="9900411" y="5688720"/>
                <a:ext cx="198360" cy="15300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1DF36FD2-0B9F-FF43-9486-23865516C49F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9882411" y="5670720"/>
                  <a:ext cx="23400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0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9F1493B6-17DB-BD96-389D-8425979C01F7}"/>
                    </a:ext>
                  </a:extLst>
                </p14:cNvPr>
                <p14:cNvContentPartPr/>
                <p14:nvPr/>
              </p14:nvContentPartPr>
              <p14:xfrm>
                <a:off x="10247811" y="5659200"/>
                <a:ext cx="47880" cy="15264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9F1493B6-17DB-BD96-389D-8425979C01F7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10230171" y="5641200"/>
                  <a:ext cx="8352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2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BFA7FD57-DA05-D9D5-892C-CCC5CB1A99DA}"/>
                    </a:ext>
                  </a:extLst>
                </p14:cNvPr>
                <p14:cNvContentPartPr/>
                <p14:nvPr/>
              </p14:nvContentPartPr>
              <p14:xfrm>
                <a:off x="9546531" y="6091920"/>
                <a:ext cx="28800" cy="25704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BFA7FD57-DA05-D9D5-892C-CCC5CB1A99DA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9528531" y="6074280"/>
                  <a:ext cx="64440" cy="29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4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42B631CE-2169-0A99-3DDA-6C0037C8F128}"/>
                    </a:ext>
                  </a:extLst>
                </p14:cNvPr>
                <p14:cNvContentPartPr/>
                <p14:nvPr/>
              </p14:nvContentPartPr>
              <p14:xfrm>
                <a:off x="9492891" y="6139080"/>
                <a:ext cx="341280" cy="14796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42B631CE-2169-0A99-3DDA-6C0037C8F128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9474891" y="6121440"/>
                  <a:ext cx="37692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6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4256AF68-22BA-1E5B-136E-DB88630682AF}"/>
                    </a:ext>
                  </a:extLst>
                </p14:cNvPr>
                <p14:cNvContentPartPr/>
                <p14:nvPr/>
              </p14:nvContentPartPr>
              <p14:xfrm>
                <a:off x="9964131" y="6130800"/>
                <a:ext cx="84960" cy="13968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4256AF68-22BA-1E5B-136E-DB88630682AF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9946491" y="6113160"/>
                  <a:ext cx="12060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8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2CBDD4E7-BDE6-7DCC-E525-B284F04E362E}"/>
                    </a:ext>
                  </a:extLst>
                </p14:cNvPr>
                <p14:cNvContentPartPr/>
                <p14:nvPr/>
              </p14:nvContentPartPr>
              <p14:xfrm>
                <a:off x="10405491" y="6033960"/>
                <a:ext cx="138600" cy="18216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2CBDD4E7-BDE6-7DCC-E525-B284F04E362E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10387491" y="6015960"/>
                  <a:ext cx="17424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0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C99FA9BA-5C43-EF1E-DEF1-E13DF3849327}"/>
                    </a:ext>
                  </a:extLst>
                </p14:cNvPr>
                <p14:cNvContentPartPr/>
                <p14:nvPr/>
              </p14:nvContentPartPr>
              <p14:xfrm>
                <a:off x="10677291" y="6156000"/>
                <a:ext cx="9000" cy="15300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C99FA9BA-5C43-EF1E-DEF1-E13DF3849327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10659651" y="6138360"/>
                  <a:ext cx="4464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2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A12AA500-FE14-14AC-3254-A8FD88C1607E}"/>
                    </a:ext>
                  </a:extLst>
                </p14:cNvPr>
                <p14:cNvContentPartPr/>
                <p14:nvPr/>
              </p14:nvContentPartPr>
              <p14:xfrm>
                <a:off x="10664691" y="6071400"/>
                <a:ext cx="55080" cy="10728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A12AA500-FE14-14AC-3254-A8FD88C1607E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10647051" y="6053400"/>
                  <a:ext cx="90720" cy="142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136F6AA6-5CCA-0202-FEFB-5D5C078C57DB}"/>
              </a:ext>
            </a:extLst>
          </p:cNvPr>
          <p:cNvGrpSpPr/>
          <p:nvPr/>
        </p:nvGrpSpPr>
        <p:grpSpPr>
          <a:xfrm>
            <a:off x="10996611" y="5875560"/>
            <a:ext cx="794160" cy="302760"/>
            <a:chOff x="10996611" y="5875560"/>
            <a:chExt cx="794160" cy="302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4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D9B978B8-0173-BCE9-F542-1C05DBA266CB}"/>
                    </a:ext>
                  </a:extLst>
                </p14:cNvPr>
                <p14:cNvContentPartPr/>
                <p14:nvPr/>
              </p14:nvContentPartPr>
              <p14:xfrm>
                <a:off x="10996611" y="5961960"/>
                <a:ext cx="69480" cy="21636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D9B978B8-0173-BCE9-F542-1C05DBA266CB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10978611" y="5943960"/>
                  <a:ext cx="10512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6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F660E5A6-A9B6-A367-E875-C72B36C742E9}"/>
                    </a:ext>
                  </a:extLst>
                </p14:cNvPr>
                <p14:cNvContentPartPr/>
                <p14:nvPr/>
              </p14:nvContentPartPr>
              <p14:xfrm>
                <a:off x="11035491" y="5921280"/>
                <a:ext cx="111960" cy="19008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F660E5A6-A9B6-A367-E875-C72B36C742E9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11017851" y="5903640"/>
                  <a:ext cx="14760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8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D139E9E4-344E-631B-0F5C-9F98B19316AF}"/>
                    </a:ext>
                  </a:extLst>
                </p14:cNvPr>
                <p14:cNvContentPartPr/>
                <p14:nvPr/>
              </p14:nvContentPartPr>
              <p14:xfrm>
                <a:off x="11050971" y="5942520"/>
                <a:ext cx="570600" cy="22212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D139E9E4-344E-631B-0F5C-9F98B19316AF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11033331" y="5924520"/>
                  <a:ext cx="606240" cy="25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0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7A83EE01-F644-E8AB-68BC-4CA6D713BABA}"/>
                    </a:ext>
                  </a:extLst>
                </p14:cNvPr>
                <p14:cNvContentPartPr/>
                <p14:nvPr/>
              </p14:nvContentPartPr>
              <p14:xfrm>
                <a:off x="11635251" y="5875560"/>
                <a:ext cx="124920" cy="14220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7A83EE01-F644-E8AB-68BC-4CA6D713BABA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11617611" y="5857920"/>
                  <a:ext cx="16056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2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05DFF0CA-CDE5-FD45-D34E-0F08892CE414}"/>
                    </a:ext>
                  </a:extLst>
                </p14:cNvPr>
                <p14:cNvContentPartPr/>
                <p14:nvPr/>
              </p14:nvContentPartPr>
              <p14:xfrm>
                <a:off x="11782131" y="5949000"/>
                <a:ext cx="8640" cy="756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05DFF0CA-CDE5-FD45-D34E-0F08892CE414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11764131" y="5931000"/>
                  <a:ext cx="44280" cy="432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7516891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B1F42E-E764-0A53-6938-51DA8216F6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8D9A46-5A69-6A54-E323-0F28B38077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Non-inverting Op Amp</a:t>
            </a:r>
          </a:p>
        </p:txBody>
      </p: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D9D698EA-C87F-F79A-3131-6A3A7CD44560}"/>
              </a:ext>
            </a:extLst>
          </p:cNvPr>
          <p:cNvGrpSpPr/>
          <p:nvPr/>
        </p:nvGrpSpPr>
        <p:grpSpPr>
          <a:xfrm>
            <a:off x="911211" y="1335960"/>
            <a:ext cx="4675320" cy="1895040"/>
            <a:chOff x="911211" y="1335960"/>
            <a:chExt cx="4675320" cy="1895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C33BB7BE-F2D3-52E1-228D-74E2C89F1CCB}"/>
                    </a:ext>
                  </a:extLst>
                </p14:cNvPr>
                <p14:cNvContentPartPr/>
                <p14:nvPr/>
              </p14:nvContentPartPr>
              <p14:xfrm>
                <a:off x="2741811" y="1372320"/>
                <a:ext cx="66600" cy="178128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C33BB7BE-F2D3-52E1-228D-74E2C89F1CCB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723811" y="1354320"/>
                  <a:ext cx="102240" cy="181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9BC20385-60F3-FB13-A1BF-2404476B61FA}"/>
                    </a:ext>
                  </a:extLst>
                </p14:cNvPr>
                <p14:cNvContentPartPr/>
                <p14:nvPr/>
              </p14:nvContentPartPr>
              <p14:xfrm>
                <a:off x="2759091" y="1335960"/>
                <a:ext cx="1873440" cy="189504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9BC20385-60F3-FB13-A1BF-2404476B61FA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741094" y="1317957"/>
                  <a:ext cx="1909073" cy="193068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91EDDBEE-EBC4-63CD-1E49-F34D527FCE79}"/>
                    </a:ext>
                  </a:extLst>
                </p14:cNvPr>
                <p14:cNvContentPartPr/>
                <p14:nvPr/>
              </p14:nvContentPartPr>
              <p14:xfrm>
                <a:off x="2961051" y="1902960"/>
                <a:ext cx="343440" cy="2736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91EDDBEE-EBC4-63CD-1E49-F34D527FCE79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943051" y="1884720"/>
                  <a:ext cx="379080" cy="6347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82D99CB1-380E-1C26-73DF-98BADB688B72}"/>
                    </a:ext>
                  </a:extLst>
                </p14:cNvPr>
                <p14:cNvContentPartPr/>
                <p14:nvPr/>
              </p14:nvContentPartPr>
              <p14:xfrm>
                <a:off x="3103971" y="2531520"/>
                <a:ext cx="252360" cy="3132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82D99CB1-380E-1C26-73DF-98BADB688B72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085971" y="2513520"/>
                  <a:ext cx="28800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3856873C-ED04-17DE-C711-7CEC60E7C189}"/>
                    </a:ext>
                  </a:extLst>
                </p14:cNvPr>
                <p14:cNvContentPartPr/>
                <p14:nvPr/>
              </p14:nvContentPartPr>
              <p14:xfrm>
                <a:off x="3198291" y="2448000"/>
                <a:ext cx="40320" cy="22392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3856873C-ED04-17DE-C711-7CEC60E7C189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180129" y="2430000"/>
                  <a:ext cx="76281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F17429D9-7F93-5F24-213A-B70F6F8F5330}"/>
                    </a:ext>
                  </a:extLst>
                </p14:cNvPr>
                <p14:cNvContentPartPr/>
                <p14:nvPr/>
              </p14:nvContentPartPr>
              <p14:xfrm>
                <a:off x="4657731" y="2096280"/>
                <a:ext cx="928800" cy="4824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F17429D9-7F93-5F24-213A-B70F6F8F5330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639731" y="2078145"/>
                  <a:ext cx="964440" cy="8414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68A37C75-8E04-B706-5340-6C176037F5A3}"/>
                    </a:ext>
                  </a:extLst>
                </p14:cNvPr>
                <p14:cNvContentPartPr/>
                <p14:nvPr/>
              </p14:nvContentPartPr>
              <p14:xfrm>
                <a:off x="2007771" y="2627280"/>
                <a:ext cx="846000" cy="8388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68A37C75-8E04-B706-5340-6C176037F5A3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989763" y="2609357"/>
                  <a:ext cx="881655" cy="11936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724E5833-D9A3-4FE6-3AF1-1E46509238CE}"/>
                    </a:ext>
                  </a:extLst>
                </p14:cNvPr>
                <p14:cNvContentPartPr/>
                <p14:nvPr/>
              </p14:nvContentPartPr>
              <p14:xfrm>
                <a:off x="1954491" y="2592720"/>
                <a:ext cx="155160" cy="17604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724E5833-D9A3-4FE6-3AF1-1E46509238CE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936449" y="2574720"/>
                  <a:ext cx="190883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D75ABFD0-2AFA-EE8B-0B54-90A768CF6AB8}"/>
                    </a:ext>
                  </a:extLst>
                </p14:cNvPr>
                <p14:cNvContentPartPr/>
                <p14:nvPr/>
              </p14:nvContentPartPr>
              <p14:xfrm>
                <a:off x="911211" y="2787480"/>
                <a:ext cx="192960" cy="23688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D75ABFD0-2AFA-EE8B-0B54-90A768CF6AB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93245" y="2769453"/>
                  <a:ext cx="228534" cy="27257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87703C3E-A3CF-6BEC-59B2-F9E7242C1067}"/>
                    </a:ext>
                  </a:extLst>
                </p14:cNvPr>
                <p14:cNvContentPartPr/>
                <p14:nvPr/>
              </p14:nvContentPartPr>
              <p14:xfrm>
                <a:off x="1257891" y="2909880"/>
                <a:ext cx="72720" cy="14292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87703C3E-A3CF-6BEC-59B2-F9E7242C106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239891" y="2891880"/>
                  <a:ext cx="10836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AB93E278-1B75-7267-C1F4-1AE8C476B8F0}"/>
                    </a:ext>
                  </a:extLst>
                </p14:cNvPr>
                <p14:cNvContentPartPr/>
                <p14:nvPr/>
              </p14:nvContentPartPr>
              <p14:xfrm>
                <a:off x="1260051" y="2771640"/>
                <a:ext cx="9720" cy="1980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AB93E278-1B75-7267-C1F4-1AE8C476B8F0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242051" y="2753640"/>
                  <a:ext cx="4536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86EF52EE-9F91-B491-A26B-69B900E47F98}"/>
                    </a:ext>
                  </a:extLst>
                </p14:cNvPr>
                <p14:cNvContentPartPr/>
                <p14:nvPr/>
              </p14:nvContentPartPr>
              <p14:xfrm>
                <a:off x="1388571" y="2867400"/>
                <a:ext cx="217080" cy="13572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86EF52EE-9F91-B491-A26B-69B900E47F98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370571" y="2849400"/>
                  <a:ext cx="252720" cy="171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6">
            <p14:nvContentPartPr>
              <p14:cNvPr id="178" name="Ink 177">
                <a:extLst>
                  <a:ext uri="{FF2B5EF4-FFF2-40B4-BE49-F238E27FC236}">
                    <a16:creationId xmlns:a16="http://schemas.microsoft.com/office/drawing/2014/main" id="{CD83B913-BDAC-7F9C-BABF-EAA3B56ADC7A}"/>
                  </a:ext>
                </a:extLst>
              </p14:cNvPr>
              <p14:cNvContentPartPr/>
              <p14:nvPr/>
            </p14:nvContentPartPr>
            <p14:xfrm>
              <a:off x="5558091" y="2064240"/>
              <a:ext cx="109080" cy="115200"/>
            </p14:xfrm>
          </p:contentPart>
        </mc:Choice>
        <mc:Fallback>
          <p:pic>
            <p:nvPicPr>
              <p:cNvPr id="178" name="Ink 177">
                <a:extLst>
                  <a:ext uri="{FF2B5EF4-FFF2-40B4-BE49-F238E27FC236}">
                    <a16:creationId xmlns:a16="http://schemas.microsoft.com/office/drawing/2014/main" id="{CD83B913-BDAC-7F9C-BABF-EAA3B56ADC7A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5540031" y="2046296"/>
                <a:ext cx="144838" cy="15072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341B0263-6AF8-B208-B855-0175062E11D0}"/>
                  </a:ext>
                </a:extLst>
              </p14:cNvPr>
              <p14:cNvContentPartPr/>
              <p14:nvPr/>
            </p14:nvContentPartPr>
            <p14:xfrm>
              <a:off x="5591211" y="2123640"/>
              <a:ext cx="25200" cy="13680"/>
            </p14:xfrm>
          </p:contentPart>
        </mc:Choice>
        <mc:Fallback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341B0263-6AF8-B208-B855-0175062E11D0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5573211" y="2106102"/>
                <a:ext cx="60840" cy="4840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">
            <p14:nvContentPartPr>
              <p14:cNvPr id="182" name="Ink 181">
                <a:extLst>
                  <a:ext uri="{FF2B5EF4-FFF2-40B4-BE49-F238E27FC236}">
                    <a16:creationId xmlns:a16="http://schemas.microsoft.com/office/drawing/2014/main" id="{BFA3EF34-485F-9858-2FFB-68D92D39D582}"/>
                  </a:ext>
                </a:extLst>
              </p14:cNvPr>
              <p14:cNvContentPartPr/>
              <p14:nvPr/>
            </p14:nvContentPartPr>
            <p14:xfrm>
              <a:off x="5288451" y="51480"/>
              <a:ext cx="242280" cy="668520"/>
            </p14:xfrm>
          </p:contentPart>
        </mc:Choice>
        <mc:Fallback>
          <p:pic>
            <p:nvPicPr>
              <p:cNvPr id="182" name="Ink 181">
                <a:extLst>
                  <a:ext uri="{FF2B5EF4-FFF2-40B4-BE49-F238E27FC236}">
                    <a16:creationId xmlns:a16="http://schemas.microsoft.com/office/drawing/2014/main" id="{BFA3EF34-485F-9858-2FFB-68D92D39D58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5270478" y="33480"/>
                <a:ext cx="277867" cy="704160"/>
              </a:xfrm>
              <a:prstGeom prst="rect">
                <a:avLst/>
              </a:prstGeom>
            </p:spPr>
          </p:pic>
        </mc:Fallback>
      </mc:AlternateContent>
      <p:grpSp>
        <p:nvGrpSpPr>
          <p:cNvPr id="201" name="Group 200">
            <a:extLst>
              <a:ext uri="{FF2B5EF4-FFF2-40B4-BE49-F238E27FC236}">
                <a16:creationId xmlns:a16="http://schemas.microsoft.com/office/drawing/2014/main" id="{06A61201-CD05-7F03-348A-2C893CCA909B}"/>
              </a:ext>
            </a:extLst>
          </p:cNvPr>
          <p:cNvGrpSpPr/>
          <p:nvPr/>
        </p:nvGrpSpPr>
        <p:grpSpPr>
          <a:xfrm>
            <a:off x="5799291" y="226800"/>
            <a:ext cx="1112400" cy="300960"/>
            <a:chOff x="5799291" y="226800"/>
            <a:chExt cx="1112400" cy="300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DFCCDE07-DC8E-3F9C-3701-3BBD07114CE5}"/>
                    </a:ext>
                  </a:extLst>
                </p14:cNvPr>
                <p14:cNvContentPartPr/>
                <p14:nvPr/>
              </p14:nvContentPartPr>
              <p14:xfrm>
                <a:off x="5799291" y="233640"/>
                <a:ext cx="166320" cy="24444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DFCCDE07-DC8E-3F9C-3701-3BBD07114CE5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781291" y="215640"/>
                  <a:ext cx="201960" cy="28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7AC1B1C4-9895-F9E4-E4E5-76F653AFE49A}"/>
                    </a:ext>
                  </a:extLst>
                </p14:cNvPr>
                <p14:cNvContentPartPr/>
                <p14:nvPr/>
              </p14:nvContentPartPr>
              <p14:xfrm>
                <a:off x="6091611" y="226800"/>
                <a:ext cx="52560" cy="24372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7AC1B1C4-9895-F9E4-E4E5-76F653AFE49A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073611" y="208827"/>
                  <a:ext cx="88200" cy="27930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7DC73395-5E61-E27E-6F8B-24A67EA4C5B6}"/>
                    </a:ext>
                  </a:extLst>
                </p14:cNvPr>
                <p14:cNvContentPartPr/>
                <p14:nvPr/>
              </p14:nvContentPartPr>
              <p14:xfrm>
                <a:off x="6214011" y="347400"/>
                <a:ext cx="132480" cy="11556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7DC73395-5E61-E27E-6F8B-24A67EA4C5B6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196011" y="329400"/>
                  <a:ext cx="16812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22E8E60A-D3AF-0917-D18A-0E8DF073369C}"/>
                    </a:ext>
                  </a:extLst>
                </p14:cNvPr>
                <p14:cNvContentPartPr/>
                <p14:nvPr/>
              </p14:nvContentPartPr>
              <p14:xfrm>
                <a:off x="6416691" y="302400"/>
                <a:ext cx="97560" cy="22536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22E8E60A-D3AF-0917-D18A-0E8DF073369C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398691" y="284429"/>
                  <a:ext cx="133200" cy="26094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454DB90D-D43A-6FDC-A469-DEDB3F0BE507}"/>
                    </a:ext>
                  </a:extLst>
                </p14:cNvPr>
                <p14:cNvContentPartPr/>
                <p14:nvPr/>
              </p14:nvContentPartPr>
              <p14:xfrm>
                <a:off x="6563931" y="354600"/>
                <a:ext cx="82080" cy="12528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454DB90D-D43A-6FDC-A469-DEDB3F0BE507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545931" y="336548"/>
                  <a:ext cx="117720" cy="16102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789E844F-CBC1-07C2-B470-FCD0177BB48D}"/>
                    </a:ext>
                  </a:extLst>
                </p14:cNvPr>
                <p14:cNvContentPartPr/>
                <p14:nvPr/>
              </p14:nvContentPartPr>
              <p14:xfrm>
                <a:off x="6755811" y="229320"/>
                <a:ext cx="155880" cy="24552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789E844F-CBC1-07C2-B470-FCD0177BB48D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737811" y="211320"/>
                  <a:ext cx="191520" cy="281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0" name="Group 199">
            <a:extLst>
              <a:ext uri="{FF2B5EF4-FFF2-40B4-BE49-F238E27FC236}">
                <a16:creationId xmlns:a16="http://schemas.microsoft.com/office/drawing/2014/main" id="{8D12250B-12BC-3581-28B0-86413E04928E}"/>
              </a:ext>
            </a:extLst>
          </p:cNvPr>
          <p:cNvGrpSpPr/>
          <p:nvPr/>
        </p:nvGrpSpPr>
        <p:grpSpPr>
          <a:xfrm>
            <a:off x="7239291" y="181080"/>
            <a:ext cx="591840" cy="299520"/>
            <a:chOff x="7239291" y="181080"/>
            <a:chExt cx="591840" cy="299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C34D3A24-50C4-F5A4-31DD-E637DCC4B1B2}"/>
                    </a:ext>
                  </a:extLst>
                </p14:cNvPr>
                <p14:cNvContentPartPr/>
                <p14:nvPr/>
              </p14:nvContentPartPr>
              <p14:xfrm>
                <a:off x="7300851" y="181080"/>
                <a:ext cx="69120" cy="29952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C34D3A24-50C4-F5A4-31DD-E637DCC4B1B2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282851" y="163080"/>
                  <a:ext cx="104760" cy="33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099E8E38-62D6-16DF-C143-00DC6E00C4EE}"/>
                    </a:ext>
                  </a:extLst>
                </p14:cNvPr>
                <p14:cNvContentPartPr/>
                <p14:nvPr/>
              </p14:nvContentPartPr>
              <p14:xfrm>
                <a:off x="7239291" y="267120"/>
                <a:ext cx="406800" cy="14400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099E8E38-62D6-16DF-C143-00DC6E00C4EE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221291" y="249120"/>
                  <a:ext cx="44244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024C96B6-B9AD-B688-8674-0227116B55EC}"/>
                    </a:ext>
                  </a:extLst>
                </p14:cNvPr>
                <p14:cNvContentPartPr/>
                <p14:nvPr/>
              </p14:nvContentPartPr>
              <p14:xfrm>
                <a:off x="7746891" y="262440"/>
                <a:ext cx="84240" cy="12024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024C96B6-B9AD-B688-8674-0227116B55EC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728891" y="244440"/>
                  <a:ext cx="119880" cy="15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BBD87963-4890-F344-CBAF-84349D748D0A}"/>
              </a:ext>
            </a:extLst>
          </p:cNvPr>
          <p:cNvGrpSpPr/>
          <p:nvPr/>
        </p:nvGrpSpPr>
        <p:grpSpPr>
          <a:xfrm>
            <a:off x="8279691" y="29160"/>
            <a:ext cx="780480" cy="405720"/>
            <a:chOff x="8279691" y="29160"/>
            <a:chExt cx="780480" cy="405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F150684C-EADA-F128-9E0B-D5A780A919DF}"/>
                    </a:ext>
                  </a:extLst>
                </p14:cNvPr>
                <p14:cNvContentPartPr/>
                <p14:nvPr/>
              </p14:nvContentPartPr>
              <p14:xfrm>
                <a:off x="8279691" y="154440"/>
                <a:ext cx="57960" cy="21744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F150684C-EADA-F128-9E0B-D5A780A919DF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8261691" y="136440"/>
                  <a:ext cx="9360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63E2C572-203E-AA45-147A-FD7C969CA49A}"/>
                    </a:ext>
                  </a:extLst>
                </p14:cNvPr>
                <p14:cNvContentPartPr/>
                <p14:nvPr/>
              </p14:nvContentPartPr>
              <p14:xfrm>
                <a:off x="8426571" y="288360"/>
                <a:ext cx="99360" cy="111240"/>
              </p14:xfrm>
            </p:contentPart>
          </mc:Choice>
          <mc:Fallback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63E2C572-203E-AA45-147A-FD7C969CA49A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8408571" y="270418"/>
                  <a:ext cx="135000" cy="14676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4EF8FC00-78C5-5E5F-FAA6-57959CF8870F}"/>
                    </a:ext>
                  </a:extLst>
                </p14:cNvPr>
                <p14:cNvContentPartPr/>
                <p14:nvPr/>
              </p14:nvContentPartPr>
              <p14:xfrm>
                <a:off x="8568411" y="248760"/>
                <a:ext cx="105480" cy="9468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4EF8FC00-78C5-5E5F-FAA6-57959CF8870F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550411" y="230828"/>
                  <a:ext cx="141120" cy="13018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AEC59E64-1E72-8F2A-82B5-6139A1B56D30}"/>
                    </a:ext>
                  </a:extLst>
                </p14:cNvPr>
                <p14:cNvContentPartPr/>
                <p14:nvPr/>
              </p14:nvContentPartPr>
              <p14:xfrm>
                <a:off x="8814291" y="229680"/>
                <a:ext cx="16200" cy="205200"/>
              </p14:xfrm>
            </p:contentPart>
          </mc:Choice>
          <mc:Fallback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AEC59E64-1E72-8F2A-82B5-6139A1B56D30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8796291" y="211680"/>
                  <a:ext cx="5184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45EBF353-E2D5-5F62-B9F3-14F79D3BBF72}"/>
                    </a:ext>
                  </a:extLst>
                </p14:cNvPr>
                <p14:cNvContentPartPr/>
                <p14:nvPr/>
              </p14:nvContentPartPr>
              <p14:xfrm>
                <a:off x="8801691" y="221760"/>
                <a:ext cx="90720" cy="11916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45EBF353-E2D5-5F62-B9F3-14F79D3BBF72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8783762" y="203814"/>
                  <a:ext cx="126219" cy="1546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DBD36852-6E52-79FA-3D7D-244CEA52027C}"/>
                    </a:ext>
                  </a:extLst>
                </p14:cNvPr>
                <p14:cNvContentPartPr/>
                <p14:nvPr/>
              </p14:nvContentPartPr>
              <p14:xfrm>
                <a:off x="9004731" y="29160"/>
                <a:ext cx="55440" cy="38520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DBD36852-6E52-79FA-3D7D-244CEA52027C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8986731" y="11160"/>
                  <a:ext cx="91080" cy="420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1" name="Group 210">
            <a:extLst>
              <a:ext uri="{FF2B5EF4-FFF2-40B4-BE49-F238E27FC236}">
                <a16:creationId xmlns:a16="http://schemas.microsoft.com/office/drawing/2014/main" id="{13CD4BB5-38F7-F5E2-5679-B3ECA9FCC0B7}"/>
              </a:ext>
            </a:extLst>
          </p:cNvPr>
          <p:cNvGrpSpPr/>
          <p:nvPr/>
        </p:nvGrpSpPr>
        <p:grpSpPr>
          <a:xfrm>
            <a:off x="842811" y="660240"/>
            <a:ext cx="4113000" cy="1776240"/>
            <a:chOff x="842811" y="660240"/>
            <a:chExt cx="4113000" cy="1776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CE3DCC31-D3EA-66AD-A0C6-10956F83231A}"/>
                    </a:ext>
                  </a:extLst>
                </p14:cNvPr>
                <p14:cNvContentPartPr/>
                <p14:nvPr/>
              </p14:nvContentPartPr>
              <p14:xfrm>
                <a:off x="987891" y="1712160"/>
                <a:ext cx="19800" cy="54576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CE3DCC31-D3EA-66AD-A0C6-10956F83231A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969891" y="1694160"/>
                  <a:ext cx="55440" cy="58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C8494D48-2EA0-3D7B-15A1-82473D771687}"/>
                    </a:ext>
                  </a:extLst>
                </p14:cNvPr>
                <p14:cNvContentPartPr/>
                <p14:nvPr/>
              </p14:nvContentPartPr>
              <p14:xfrm>
                <a:off x="842811" y="2250000"/>
                <a:ext cx="280440" cy="3024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C8494D48-2EA0-3D7B-15A1-82473D771687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824811" y="2232000"/>
                  <a:ext cx="31608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2A3B2E99-4347-C744-B09E-4D2ED4C681B5}"/>
                    </a:ext>
                  </a:extLst>
                </p14:cNvPr>
                <p14:cNvContentPartPr/>
                <p14:nvPr/>
              </p14:nvContentPartPr>
              <p14:xfrm>
                <a:off x="845691" y="2316240"/>
                <a:ext cx="209160" cy="11196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2A3B2E99-4347-C744-B09E-4D2ED4C681B5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827691" y="2298182"/>
                  <a:ext cx="244800" cy="14771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846E3100-248C-B5CA-3BA9-4153E1DB0703}"/>
                    </a:ext>
                  </a:extLst>
                </p14:cNvPr>
                <p14:cNvContentPartPr/>
                <p14:nvPr/>
              </p14:nvContentPartPr>
              <p14:xfrm>
                <a:off x="1029651" y="2260440"/>
                <a:ext cx="55080" cy="17604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846E3100-248C-B5CA-3BA9-4153E1DB0703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011651" y="2242440"/>
                  <a:ext cx="9072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C6BEF291-A5A5-0B50-2548-9FC0B432BA36}"/>
                    </a:ext>
                  </a:extLst>
                </p14:cNvPr>
                <p14:cNvContentPartPr/>
                <p14:nvPr/>
              </p14:nvContentPartPr>
              <p14:xfrm>
                <a:off x="986091" y="1793880"/>
                <a:ext cx="573840" cy="1260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C6BEF291-A5A5-0B50-2548-9FC0B432BA36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968080" y="1775880"/>
                  <a:ext cx="609502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BE069670-4C6A-2B00-95D2-A4905028EEE4}"/>
                    </a:ext>
                  </a:extLst>
                </p14:cNvPr>
                <p14:cNvContentPartPr/>
                <p14:nvPr/>
              </p14:nvContentPartPr>
              <p14:xfrm>
                <a:off x="1577571" y="1623240"/>
                <a:ext cx="475560" cy="20952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BE069670-4C6A-2B00-95D2-A4905028EEE4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559571" y="1605240"/>
                  <a:ext cx="51120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E8992E7B-D00C-D860-6D06-1DD8669D6682}"/>
                    </a:ext>
                  </a:extLst>
                </p14:cNvPr>
                <p14:cNvContentPartPr/>
                <p14:nvPr/>
              </p14:nvContentPartPr>
              <p14:xfrm>
                <a:off x="2044131" y="1805400"/>
                <a:ext cx="646560" cy="2880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E8992E7B-D00C-D860-6D06-1DD8669D6682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026131" y="1787400"/>
                  <a:ext cx="68220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34610448-AC04-57E1-3B89-CA814DD90331}"/>
                    </a:ext>
                  </a:extLst>
                </p14:cNvPr>
                <p14:cNvContentPartPr/>
                <p14:nvPr/>
              </p14:nvContentPartPr>
              <p14:xfrm>
                <a:off x="2717331" y="1779120"/>
                <a:ext cx="82080" cy="2088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34610448-AC04-57E1-3B89-CA814DD90331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2699331" y="1761425"/>
                  <a:ext cx="117720" cy="5591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D1CFA6F2-C596-E803-4A48-4BF3A21FDB9B}"/>
                    </a:ext>
                  </a:extLst>
                </p14:cNvPr>
                <p14:cNvContentPartPr/>
                <p14:nvPr/>
              </p14:nvContentPartPr>
              <p14:xfrm>
                <a:off x="2747931" y="1791360"/>
                <a:ext cx="720" cy="396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D1CFA6F2-C596-E803-4A48-4BF3A21FDB9B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2729931" y="1773360"/>
                  <a:ext cx="3636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882220F6-5B95-B6E4-6CC4-E5170931B488}"/>
                    </a:ext>
                  </a:extLst>
                </p14:cNvPr>
                <p14:cNvContentPartPr/>
                <p14:nvPr/>
              </p14:nvContentPartPr>
              <p14:xfrm>
                <a:off x="2286051" y="918000"/>
                <a:ext cx="59760" cy="97092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882220F6-5B95-B6E4-6CC4-E5170931B488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2268051" y="900000"/>
                  <a:ext cx="95400" cy="10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2AD0964A-0F1B-FBBE-CED2-6375E105498B}"/>
                    </a:ext>
                  </a:extLst>
                </p14:cNvPr>
                <p14:cNvContentPartPr/>
                <p14:nvPr/>
              </p14:nvContentPartPr>
              <p14:xfrm>
                <a:off x="2352291" y="791280"/>
                <a:ext cx="1122120" cy="17856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2AD0964A-0F1B-FBBE-CED2-6375E105498B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2334291" y="773280"/>
                  <a:ext cx="115776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2522DFF5-8EA1-0E92-CF68-0A817BAACF4D}"/>
                    </a:ext>
                  </a:extLst>
                </p14:cNvPr>
                <p14:cNvContentPartPr/>
                <p14:nvPr/>
              </p14:nvContentPartPr>
              <p14:xfrm>
                <a:off x="3542811" y="660240"/>
                <a:ext cx="456120" cy="17496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2522DFF5-8EA1-0E92-CF68-0A817BAACF4D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3524811" y="642240"/>
                  <a:ext cx="49176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3B3495D6-A475-5E3A-FE9A-6084722E286C}"/>
                    </a:ext>
                  </a:extLst>
                </p14:cNvPr>
                <p14:cNvContentPartPr/>
                <p14:nvPr/>
              </p14:nvContentPartPr>
              <p14:xfrm>
                <a:off x="4017651" y="767880"/>
                <a:ext cx="923400" cy="11124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3B3495D6-A475-5E3A-FE9A-6084722E286C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3999651" y="749880"/>
                  <a:ext cx="95904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B20A42F0-9426-409D-54F0-6C36490D548A}"/>
                    </a:ext>
                  </a:extLst>
                </p14:cNvPr>
                <p14:cNvContentPartPr/>
                <p14:nvPr/>
              </p14:nvContentPartPr>
              <p14:xfrm>
                <a:off x="4933131" y="830880"/>
                <a:ext cx="22680" cy="132192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B20A42F0-9426-409D-54F0-6C36490D548A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4915131" y="812885"/>
                  <a:ext cx="58320" cy="135755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DDDC75E1-1746-4267-0791-0EB7A30DC850}"/>
                    </a:ext>
                  </a:extLst>
                </p14:cNvPr>
                <p14:cNvContentPartPr/>
                <p14:nvPr/>
              </p14:nvContentPartPr>
              <p14:xfrm>
                <a:off x="1538331" y="1171080"/>
                <a:ext cx="104760" cy="29520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DDDC75E1-1746-4267-0791-0EB7A30DC850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520269" y="1153080"/>
                  <a:ext cx="140523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39C79612-EDBD-2DA0-9590-CDFF668F51F0}"/>
                    </a:ext>
                  </a:extLst>
                </p14:cNvPr>
                <p14:cNvContentPartPr/>
                <p14:nvPr/>
              </p14:nvContentPartPr>
              <p14:xfrm>
                <a:off x="1527531" y="1138680"/>
                <a:ext cx="243720" cy="21168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39C79612-EDBD-2DA0-9590-CDFF668F51F0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509531" y="1120680"/>
                  <a:ext cx="27936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6D4800AB-D23D-EBC7-76F3-253D26F7DCE1}"/>
                    </a:ext>
                  </a:extLst>
                </p14:cNvPr>
                <p14:cNvContentPartPr/>
                <p14:nvPr/>
              </p14:nvContentPartPr>
              <p14:xfrm>
                <a:off x="1840011" y="1211400"/>
                <a:ext cx="77760" cy="15264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6D4800AB-D23D-EBC7-76F3-253D26F7DCE1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822094" y="1193357"/>
                  <a:ext cx="113236" cy="18836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88601CCA-89F2-B013-773A-643483F1B1FC}"/>
                    </a:ext>
                  </a:extLst>
                </p14:cNvPr>
                <p14:cNvContentPartPr/>
                <p14:nvPr/>
              </p14:nvContentPartPr>
              <p14:xfrm>
                <a:off x="1827051" y="1068480"/>
                <a:ext cx="5040" cy="360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88601CCA-89F2-B013-773A-643483F1B1FC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809051" y="1050480"/>
                  <a:ext cx="4068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2289A905-F2E8-9363-3859-B14FADEF8F31}"/>
                    </a:ext>
                  </a:extLst>
                </p14:cNvPr>
                <p14:cNvContentPartPr/>
                <p14:nvPr/>
              </p14:nvContentPartPr>
              <p14:xfrm>
                <a:off x="3663411" y="1003680"/>
                <a:ext cx="70560" cy="264240"/>
              </p14:xfrm>
            </p:contentPart>
          </mc:Choice>
          <mc:Fallback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2289A905-F2E8-9363-3859-B14FADEF8F3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3645502" y="985680"/>
                  <a:ext cx="106019" cy="29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C1D411C1-5618-E9A4-67C1-34F615FEAF00}"/>
                    </a:ext>
                  </a:extLst>
                </p14:cNvPr>
                <p14:cNvContentPartPr/>
                <p14:nvPr/>
              </p14:nvContentPartPr>
              <p14:xfrm>
                <a:off x="3650811" y="924840"/>
                <a:ext cx="230040" cy="224640"/>
              </p14:xfrm>
            </p:contentPart>
          </mc:Choice>
          <mc:Fallback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C1D411C1-5618-E9A4-67C1-34F615FEAF00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3632811" y="906840"/>
                  <a:ext cx="26568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A80EB3D9-4C78-722E-F2F7-BD658D2AA43E}"/>
                    </a:ext>
                  </a:extLst>
                </p14:cNvPr>
                <p14:cNvContentPartPr/>
                <p14:nvPr/>
              </p14:nvContentPartPr>
              <p14:xfrm>
                <a:off x="3960051" y="991080"/>
                <a:ext cx="109800" cy="324720"/>
              </p14:xfrm>
            </p:contentPart>
          </mc:Choice>
          <mc:Fallback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A80EB3D9-4C78-722E-F2F7-BD658D2AA43E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3942051" y="973080"/>
                  <a:ext cx="145440" cy="36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3BAF7832-FE20-C800-8D3F-593AE196D924}"/>
                    </a:ext>
                  </a:extLst>
                </p14:cNvPr>
                <p14:cNvContentPartPr/>
                <p14:nvPr/>
              </p14:nvContentPartPr>
              <p14:xfrm>
                <a:off x="3973011" y="1136880"/>
                <a:ext cx="75960" cy="100440"/>
              </p14:xfrm>
            </p:contentPart>
          </mc:Choice>
          <mc:Fallback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3BAF7832-FE20-C800-8D3F-593AE196D924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955011" y="1118880"/>
                  <a:ext cx="111600" cy="136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2" name="Group 251">
            <a:extLst>
              <a:ext uri="{FF2B5EF4-FFF2-40B4-BE49-F238E27FC236}">
                <a16:creationId xmlns:a16="http://schemas.microsoft.com/office/drawing/2014/main" id="{723008BE-029E-4E14-38D8-1DC507C1D999}"/>
              </a:ext>
            </a:extLst>
          </p:cNvPr>
          <p:cNvGrpSpPr/>
          <p:nvPr/>
        </p:nvGrpSpPr>
        <p:grpSpPr>
          <a:xfrm>
            <a:off x="7911771" y="1272240"/>
            <a:ext cx="649080" cy="409680"/>
            <a:chOff x="7911771" y="1272240"/>
            <a:chExt cx="649080" cy="409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94DEB392-74B0-2709-9587-5452560E1181}"/>
                    </a:ext>
                  </a:extLst>
                </p14:cNvPr>
                <p14:cNvContentPartPr/>
                <p14:nvPr/>
              </p14:nvContentPartPr>
              <p14:xfrm>
                <a:off x="7911771" y="1275120"/>
                <a:ext cx="50760" cy="406800"/>
              </p14:xfrm>
            </p:contentPart>
          </mc:Choice>
          <mc:Fallback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94DEB392-74B0-2709-9587-5452560E1181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893898" y="1257120"/>
                  <a:ext cx="86149" cy="44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8BEDB8BC-2AEA-FCDD-2A0A-41C74C53A606}"/>
                    </a:ext>
                  </a:extLst>
                </p14:cNvPr>
                <p14:cNvContentPartPr/>
                <p14:nvPr/>
              </p14:nvContentPartPr>
              <p14:xfrm>
                <a:off x="7931931" y="1272240"/>
                <a:ext cx="190440" cy="262440"/>
              </p14:xfrm>
            </p:contentPart>
          </mc:Choice>
          <mc:Fallback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8BEDB8BC-2AEA-FCDD-2A0A-41C74C53A606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913931" y="1254240"/>
                  <a:ext cx="22608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3B154F29-7A63-2933-2AC5-2286524D865C}"/>
                    </a:ext>
                  </a:extLst>
                </p14:cNvPr>
                <p14:cNvContentPartPr/>
                <p14:nvPr/>
              </p14:nvContentPartPr>
              <p14:xfrm>
                <a:off x="8260971" y="1504440"/>
                <a:ext cx="50760" cy="9792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3B154F29-7A63-2933-2AC5-2286524D865C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8243098" y="1486440"/>
                  <a:ext cx="86149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C7933040-F7F7-A0EC-6FF2-FCD2B7972A8A}"/>
                    </a:ext>
                  </a:extLst>
                </p14:cNvPr>
                <p14:cNvContentPartPr/>
                <p14:nvPr/>
              </p14:nvContentPartPr>
              <p14:xfrm>
                <a:off x="8273931" y="1386360"/>
                <a:ext cx="18720" cy="49320"/>
              </p14:xfrm>
            </p:contentPart>
          </mc:Choice>
          <mc:Fallback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C7933040-F7F7-A0EC-6FF2-FCD2B7972A8A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8256271" y="1368360"/>
                  <a:ext cx="53688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A4FBCB10-0CC5-C753-9AB4-FF3BD125BBAA}"/>
                    </a:ext>
                  </a:extLst>
                </p14:cNvPr>
                <p14:cNvContentPartPr/>
                <p14:nvPr/>
              </p14:nvContentPartPr>
              <p14:xfrm>
                <a:off x="8384811" y="1513080"/>
                <a:ext cx="176040" cy="9756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A4FBCB10-0CC5-C753-9AB4-FF3BD125BBAA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8366774" y="1495080"/>
                  <a:ext cx="211753" cy="133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1" name="Group 250">
            <a:extLst>
              <a:ext uri="{FF2B5EF4-FFF2-40B4-BE49-F238E27FC236}">
                <a16:creationId xmlns:a16="http://schemas.microsoft.com/office/drawing/2014/main" id="{10748B6B-6CDB-DAE6-2D23-8872360C8097}"/>
              </a:ext>
            </a:extLst>
          </p:cNvPr>
          <p:cNvGrpSpPr/>
          <p:nvPr/>
        </p:nvGrpSpPr>
        <p:grpSpPr>
          <a:xfrm>
            <a:off x="8783691" y="1502280"/>
            <a:ext cx="87120" cy="122760"/>
            <a:chOff x="8783691" y="1502280"/>
            <a:chExt cx="87120" cy="122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F419881D-395B-F924-168F-9B7CC631263B}"/>
                    </a:ext>
                  </a:extLst>
                </p14:cNvPr>
                <p14:cNvContentPartPr/>
                <p14:nvPr/>
              </p14:nvContentPartPr>
              <p14:xfrm>
                <a:off x="8783691" y="1502280"/>
                <a:ext cx="73080" cy="17280"/>
              </p14:xfrm>
            </p:contentPart>
          </mc:Choice>
          <mc:Fallback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F419881D-395B-F924-168F-9B7CC631263B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8765691" y="1484647"/>
                  <a:ext cx="108720" cy="521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5763FAD4-02DB-395A-7DB5-76AD0EFEC89F}"/>
                    </a:ext>
                  </a:extLst>
                </p14:cNvPr>
                <p14:cNvContentPartPr/>
                <p14:nvPr/>
              </p14:nvContentPartPr>
              <p14:xfrm>
                <a:off x="8815731" y="1599840"/>
                <a:ext cx="55080" cy="25200"/>
              </p14:xfrm>
            </p:contentPart>
          </mc:Choice>
          <mc:Fallback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5763FAD4-02DB-395A-7DB5-76AD0EFEC89F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8797731" y="1581579"/>
                  <a:ext cx="90720" cy="61357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0" name="Group 249">
            <a:extLst>
              <a:ext uri="{FF2B5EF4-FFF2-40B4-BE49-F238E27FC236}">
                <a16:creationId xmlns:a16="http://schemas.microsoft.com/office/drawing/2014/main" id="{3DFD8325-A476-1FE0-0ABD-5242BFD68111}"/>
              </a:ext>
            </a:extLst>
          </p:cNvPr>
          <p:cNvGrpSpPr/>
          <p:nvPr/>
        </p:nvGrpSpPr>
        <p:grpSpPr>
          <a:xfrm>
            <a:off x="9215691" y="1339200"/>
            <a:ext cx="32400" cy="258120"/>
            <a:chOff x="9215691" y="1339200"/>
            <a:chExt cx="32400" cy="258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3C97456B-142E-1F58-B348-80F5677ABD37}"/>
                    </a:ext>
                  </a:extLst>
                </p14:cNvPr>
                <p14:cNvContentPartPr/>
                <p14:nvPr/>
              </p14:nvContentPartPr>
              <p14:xfrm>
                <a:off x="9244491" y="1471320"/>
                <a:ext cx="3600" cy="126000"/>
              </p14:xfrm>
            </p:contentPart>
          </mc:Choice>
          <mc:Fallback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3C97456B-142E-1F58-B348-80F5677ABD37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9226491" y="1453320"/>
                  <a:ext cx="3924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A36ECCDF-90C7-9803-E22F-4758852840EA}"/>
                    </a:ext>
                  </a:extLst>
                </p14:cNvPr>
                <p14:cNvContentPartPr/>
                <p14:nvPr/>
              </p14:nvContentPartPr>
              <p14:xfrm>
                <a:off x="9215691" y="1339200"/>
                <a:ext cx="20160" cy="28800"/>
              </p14:xfrm>
            </p:contentPart>
          </mc:Choice>
          <mc:Fallback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A36ECCDF-90C7-9803-E22F-4758852840EA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9197691" y="1321200"/>
                  <a:ext cx="55800" cy="64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9" name="Group 248">
            <a:extLst>
              <a:ext uri="{FF2B5EF4-FFF2-40B4-BE49-F238E27FC236}">
                <a16:creationId xmlns:a16="http://schemas.microsoft.com/office/drawing/2014/main" id="{B522AAF3-E96B-F804-5B91-A99204F3FFD9}"/>
              </a:ext>
            </a:extLst>
          </p:cNvPr>
          <p:cNvGrpSpPr/>
          <p:nvPr/>
        </p:nvGrpSpPr>
        <p:grpSpPr>
          <a:xfrm>
            <a:off x="9403251" y="1343520"/>
            <a:ext cx="827280" cy="377280"/>
            <a:chOff x="9403251" y="1343520"/>
            <a:chExt cx="827280" cy="377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0B9CEE20-5A23-9518-73A5-AF98F7833588}"/>
                    </a:ext>
                  </a:extLst>
                </p14:cNvPr>
                <p14:cNvContentPartPr/>
                <p14:nvPr/>
              </p14:nvContentPartPr>
              <p14:xfrm>
                <a:off x="9403251" y="1484280"/>
                <a:ext cx="101520" cy="80280"/>
              </p14:xfrm>
            </p:contentPart>
          </mc:Choice>
          <mc:Fallback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0B9CEE20-5A23-9518-73A5-AF98F7833588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9385251" y="1466280"/>
                  <a:ext cx="13716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8D3981DE-45B5-D56B-5F9F-F9290594E740}"/>
                    </a:ext>
                  </a:extLst>
                </p14:cNvPr>
                <p14:cNvContentPartPr/>
                <p14:nvPr/>
              </p14:nvContentPartPr>
              <p14:xfrm>
                <a:off x="9656331" y="1497600"/>
                <a:ext cx="3600" cy="2520"/>
              </p14:xfrm>
            </p:contentPart>
          </mc:Choice>
          <mc:Fallback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8D3981DE-45B5-D56B-5F9F-F9290594E740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9636331" y="1479600"/>
                  <a:ext cx="4320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7E79D1B0-07E2-89D4-2D95-09891E0D059C}"/>
                    </a:ext>
                  </a:extLst>
                </p14:cNvPr>
                <p14:cNvContentPartPr/>
                <p14:nvPr/>
              </p14:nvContentPartPr>
              <p14:xfrm>
                <a:off x="9653091" y="1483200"/>
                <a:ext cx="34920" cy="237600"/>
              </p14:xfrm>
            </p:contentPart>
          </mc:Choice>
          <mc:Fallback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7E79D1B0-07E2-89D4-2D95-09891E0D059C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9635091" y="1465200"/>
                  <a:ext cx="7056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F6EB4DB3-7AE9-49B3-0D93-A0AE177FD1A5}"/>
                    </a:ext>
                  </a:extLst>
                </p14:cNvPr>
                <p14:cNvContentPartPr/>
                <p14:nvPr/>
              </p14:nvContentPartPr>
              <p14:xfrm>
                <a:off x="9658131" y="1483200"/>
                <a:ext cx="98280" cy="91080"/>
              </p14:xfrm>
            </p:contentPart>
          </mc:Choice>
          <mc:Fallback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F6EB4DB3-7AE9-49B3-0D93-A0AE177FD1A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9640131" y="1465200"/>
                  <a:ext cx="13392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1CC2F272-BFCC-2AD0-BBFF-40B576EDCCB8}"/>
                    </a:ext>
                  </a:extLst>
                </p14:cNvPr>
                <p14:cNvContentPartPr/>
                <p14:nvPr/>
              </p14:nvContentPartPr>
              <p14:xfrm>
                <a:off x="9842811" y="1476360"/>
                <a:ext cx="130680" cy="80280"/>
              </p14:xfrm>
            </p:contentPart>
          </mc:Choice>
          <mc:Fallback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1CC2F272-BFCC-2AD0-BBFF-40B576EDCCB8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9824761" y="1458360"/>
                  <a:ext cx="166418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A8EDA8C3-0484-1EA4-55BF-1D8E3099205B}"/>
                    </a:ext>
                  </a:extLst>
                </p14:cNvPr>
                <p14:cNvContentPartPr/>
                <p14:nvPr/>
              </p14:nvContentPartPr>
              <p14:xfrm>
                <a:off x="10053411" y="1343520"/>
                <a:ext cx="96120" cy="257040"/>
              </p14:xfrm>
            </p:contentPart>
          </mc:Choice>
          <mc:Fallback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A8EDA8C3-0484-1EA4-55BF-1D8E3099205B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0035478" y="1325520"/>
                  <a:ext cx="131627" cy="29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30C3BDF0-1514-58D0-4675-C90E54A02042}"/>
                    </a:ext>
                  </a:extLst>
                </p14:cNvPr>
                <p14:cNvContentPartPr/>
                <p14:nvPr/>
              </p14:nvContentPartPr>
              <p14:xfrm>
                <a:off x="10038291" y="1470240"/>
                <a:ext cx="192240" cy="76320"/>
              </p14:xfrm>
            </p:contentPart>
          </mc:Choice>
          <mc:Fallback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30C3BDF0-1514-58D0-4675-C90E54A02042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0020325" y="1452240"/>
                  <a:ext cx="227813" cy="11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8" name="Group 247">
            <a:extLst>
              <a:ext uri="{FF2B5EF4-FFF2-40B4-BE49-F238E27FC236}">
                <a16:creationId xmlns:a16="http://schemas.microsoft.com/office/drawing/2014/main" id="{74A4F2FD-6AB8-D93D-77D5-428EB4AFC257}"/>
              </a:ext>
            </a:extLst>
          </p:cNvPr>
          <p:cNvGrpSpPr/>
          <p:nvPr/>
        </p:nvGrpSpPr>
        <p:grpSpPr>
          <a:xfrm>
            <a:off x="7895571" y="2172240"/>
            <a:ext cx="519480" cy="419400"/>
            <a:chOff x="7895571" y="2172240"/>
            <a:chExt cx="519480" cy="419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CC74702A-8738-8A0A-8817-84CAF6FA756D}"/>
                    </a:ext>
                  </a:extLst>
                </p14:cNvPr>
                <p14:cNvContentPartPr/>
                <p14:nvPr/>
              </p14:nvContentPartPr>
              <p14:xfrm>
                <a:off x="7895571" y="2211840"/>
                <a:ext cx="74160" cy="351360"/>
              </p14:xfrm>
            </p:contentPart>
          </mc:Choice>
          <mc:Fallback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CC74702A-8738-8A0A-8817-84CAF6FA756D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7877571" y="2193840"/>
                  <a:ext cx="109800" cy="38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4C4F17F6-BA39-F20C-A323-FBABA97D153C}"/>
                    </a:ext>
                  </a:extLst>
                </p14:cNvPr>
                <p14:cNvContentPartPr/>
                <p14:nvPr/>
              </p14:nvContentPartPr>
              <p14:xfrm>
                <a:off x="7900971" y="2172240"/>
                <a:ext cx="290160" cy="235440"/>
              </p14:xfrm>
            </p:contentPart>
          </mc:Choice>
          <mc:Fallback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4C4F17F6-BA39-F20C-A323-FBABA97D153C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7882971" y="2154212"/>
                  <a:ext cx="325800" cy="27113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BE522E38-4545-A1C1-EDA7-7518A4F5313D}"/>
                    </a:ext>
                  </a:extLst>
                </p14:cNvPr>
                <p14:cNvContentPartPr/>
                <p14:nvPr/>
              </p14:nvContentPartPr>
              <p14:xfrm>
                <a:off x="8335491" y="2320920"/>
                <a:ext cx="79560" cy="270720"/>
              </p14:xfrm>
            </p:contentPart>
          </mc:Choice>
          <mc:Fallback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BE522E38-4545-A1C1-EDA7-7518A4F5313D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8317491" y="2302920"/>
                  <a:ext cx="115200" cy="30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7F56B4D2-D8F8-BA53-6533-058CE3A82862}"/>
                    </a:ext>
                  </a:extLst>
                </p14:cNvPr>
                <p14:cNvContentPartPr/>
                <p14:nvPr/>
              </p14:nvContentPartPr>
              <p14:xfrm>
                <a:off x="8297331" y="2433960"/>
                <a:ext cx="113040" cy="126000"/>
              </p14:xfrm>
            </p:contentPart>
          </mc:Choice>
          <mc:Fallback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7F56B4D2-D8F8-BA53-6533-058CE3A82862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8279388" y="2415908"/>
                  <a:ext cx="148567" cy="161742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7" name="Group 246">
            <a:extLst>
              <a:ext uri="{FF2B5EF4-FFF2-40B4-BE49-F238E27FC236}">
                <a16:creationId xmlns:a16="http://schemas.microsoft.com/office/drawing/2014/main" id="{4AE26BCC-CB68-2B7A-59A2-2A1E9A99170C}"/>
              </a:ext>
            </a:extLst>
          </p:cNvPr>
          <p:cNvGrpSpPr/>
          <p:nvPr/>
        </p:nvGrpSpPr>
        <p:grpSpPr>
          <a:xfrm>
            <a:off x="8630691" y="2411280"/>
            <a:ext cx="122760" cy="51840"/>
            <a:chOff x="8630691" y="2411280"/>
            <a:chExt cx="122760" cy="51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67FEBD46-FF79-ABA3-8FCD-F08029F50DF9}"/>
                    </a:ext>
                  </a:extLst>
                </p14:cNvPr>
                <p14:cNvContentPartPr/>
                <p14:nvPr/>
              </p14:nvContentPartPr>
              <p14:xfrm>
                <a:off x="8630691" y="2411280"/>
                <a:ext cx="50040" cy="29160"/>
              </p14:xfrm>
            </p:contentPart>
          </mc:Choice>
          <mc:Fallback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67FEBD46-FF79-ABA3-8FCD-F08029F50DF9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8612691" y="2393280"/>
                  <a:ext cx="8568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E81ACD47-740F-19D4-6ECB-2DFDC8B42274}"/>
                    </a:ext>
                  </a:extLst>
                </p14:cNvPr>
                <p14:cNvContentPartPr/>
                <p14:nvPr/>
              </p14:nvContentPartPr>
              <p14:xfrm>
                <a:off x="8696211" y="2432880"/>
                <a:ext cx="57240" cy="30240"/>
              </p14:xfrm>
            </p:contentPart>
          </mc:Choice>
          <mc:Fallback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E81ACD47-740F-19D4-6ECB-2DFDC8B42274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8678097" y="2414880"/>
                  <a:ext cx="93106" cy="6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6" name="Group 245">
            <a:extLst>
              <a:ext uri="{FF2B5EF4-FFF2-40B4-BE49-F238E27FC236}">
                <a16:creationId xmlns:a16="http://schemas.microsoft.com/office/drawing/2014/main" id="{5FF3FAD2-148D-80F5-269B-5BA79B0F38EF}"/>
              </a:ext>
            </a:extLst>
          </p:cNvPr>
          <p:cNvGrpSpPr/>
          <p:nvPr/>
        </p:nvGrpSpPr>
        <p:grpSpPr>
          <a:xfrm>
            <a:off x="9034251" y="2193120"/>
            <a:ext cx="1288080" cy="371520"/>
            <a:chOff x="9034251" y="2193120"/>
            <a:chExt cx="1288080" cy="371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40DBB56F-9C4E-3493-0DDE-35D7B839C7D6}"/>
                    </a:ext>
                  </a:extLst>
                </p14:cNvPr>
                <p14:cNvContentPartPr/>
                <p14:nvPr/>
              </p14:nvContentPartPr>
              <p14:xfrm>
                <a:off x="9072771" y="2193120"/>
                <a:ext cx="111240" cy="371520"/>
              </p14:xfrm>
            </p:contentPart>
          </mc:Choice>
          <mc:Fallback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40DBB56F-9C4E-3493-0DDE-35D7B839C7D6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9054771" y="2175120"/>
                  <a:ext cx="146880" cy="40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59F1B422-9878-EC08-3CE7-A57A4C6A28E6}"/>
                    </a:ext>
                  </a:extLst>
                </p14:cNvPr>
                <p14:cNvContentPartPr/>
                <p14:nvPr/>
              </p14:nvContentPartPr>
              <p14:xfrm>
                <a:off x="9034251" y="2396880"/>
                <a:ext cx="93240" cy="82440"/>
              </p14:xfrm>
            </p:contentPart>
          </mc:Choice>
          <mc:Fallback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59F1B422-9878-EC08-3CE7-A57A4C6A28E6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9016251" y="2378958"/>
                  <a:ext cx="128880" cy="11792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9A9F1517-5805-D0B3-1FBF-88049EE55FB2}"/>
                    </a:ext>
                  </a:extLst>
                </p14:cNvPr>
                <p14:cNvContentPartPr/>
                <p14:nvPr/>
              </p14:nvContentPartPr>
              <p14:xfrm>
                <a:off x="9247011" y="2341440"/>
                <a:ext cx="78120" cy="123480"/>
              </p14:xfrm>
            </p:contentPart>
          </mc:Choice>
          <mc:Fallback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9A9F1517-5805-D0B3-1FBF-88049EE55FB2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9229011" y="2323440"/>
                  <a:ext cx="11376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47F3B21B-085B-ED20-58B7-D94B04A02F42}"/>
                    </a:ext>
                  </a:extLst>
                </p14:cNvPr>
                <p14:cNvContentPartPr/>
                <p14:nvPr/>
              </p14:nvContentPartPr>
              <p14:xfrm>
                <a:off x="9405051" y="2331720"/>
                <a:ext cx="83520" cy="91800"/>
              </p14:xfrm>
            </p:contentPart>
          </mc:Choice>
          <mc:Fallback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47F3B21B-085B-ED20-58B7-D94B04A02F42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9387051" y="2313649"/>
                  <a:ext cx="119160" cy="1275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AE67F678-3B8A-7ED2-DBCA-20A2F37FAFF1}"/>
                    </a:ext>
                  </a:extLst>
                </p14:cNvPr>
                <p14:cNvContentPartPr/>
                <p14:nvPr/>
              </p14:nvContentPartPr>
              <p14:xfrm>
                <a:off x="9609531" y="2212200"/>
                <a:ext cx="93600" cy="199080"/>
              </p14:xfrm>
            </p:contentPart>
          </mc:Choice>
          <mc:Fallback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AE67F678-3B8A-7ED2-DBCA-20A2F37FAFF1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9591531" y="2194200"/>
                  <a:ext cx="129240" cy="23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2014EF00-02C2-F2D0-62FC-189EC03A7E1B}"/>
                    </a:ext>
                  </a:extLst>
                </p14:cNvPr>
                <p14:cNvContentPartPr/>
                <p14:nvPr/>
              </p14:nvContentPartPr>
              <p14:xfrm>
                <a:off x="9856491" y="2210400"/>
                <a:ext cx="143640" cy="171000"/>
              </p14:xfrm>
            </p:contentPart>
          </mc:Choice>
          <mc:Fallback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2014EF00-02C2-F2D0-62FC-189EC03A7E1B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9838491" y="2192400"/>
                  <a:ext cx="17928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7A69F96C-050B-09CE-C1E2-C86FF26E480A}"/>
                    </a:ext>
                  </a:extLst>
                </p14:cNvPr>
                <p14:cNvContentPartPr/>
                <p14:nvPr/>
              </p14:nvContentPartPr>
              <p14:xfrm>
                <a:off x="10032171" y="2276280"/>
                <a:ext cx="114480" cy="102960"/>
              </p14:xfrm>
            </p:contentPart>
          </mc:Choice>
          <mc:Fallback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7A69F96C-050B-09CE-C1E2-C86FF26E480A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10014171" y="2258280"/>
                  <a:ext cx="15012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7E058781-9AE8-BE7C-1271-1BEFC5A690BB}"/>
                    </a:ext>
                  </a:extLst>
                </p14:cNvPr>
                <p14:cNvContentPartPr/>
                <p14:nvPr/>
              </p14:nvContentPartPr>
              <p14:xfrm>
                <a:off x="10265091" y="2301120"/>
                <a:ext cx="57240" cy="75600"/>
              </p14:xfrm>
            </p:contentPart>
          </mc:Choice>
          <mc:Fallback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7E058781-9AE8-BE7C-1271-1BEFC5A690BB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10247091" y="2283120"/>
                  <a:ext cx="92880" cy="11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5" name="Group 244">
            <a:extLst>
              <a:ext uri="{FF2B5EF4-FFF2-40B4-BE49-F238E27FC236}">
                <a16:creationId xmlns:a16="http://schemas.microsoft.com/office/drawing/2014/main" id="{6ABE6F5A-CDFE-9F4F-6D9F-8B727FA81F75}"/>
              </a:ext>
            </a:extLst>
          </p:cNvPr>
          <p:cNvGrpSpPr/>
          <p:nvPr/>
        </p:nvGrpSpPr>
        <p:grpSpPr>
          <a:xfrm>
            <a:off x="10530051" y="2121120"/>
            <a:ext cx="292320" cy="284040"/>
            <a:chOff x="10530051" y="2121120"/>
            <a:chExt cx="292320" cy="284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ADD550DB-9D2C-9017-6555-44301DCBC240}"/>
                    </a:ext>
                  </a:extLst>
                </p14:cNvPr>
                <p14:cNvContentPartPr/>
                <p14:nvPr/>
              </p14:nvContentPartPr>
              <p14:xfrm>
                <a:off x="10530051" y="2121120"/>
                <a:ext cx="64800" cy="284040"/>
              </p14:xfrm>
            </p:contentPart>
          </mc:Choice>
          <mc:Fallback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ADD550DB-9D2C-9017-6555-44301DCBC240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10512051" y="2103120"/>
                  <a:ext cx="100440" cy="31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32EC776D-A071-E090-8ADD-40DA3F80F964}"/>
                    </a:ext>
                  </a:extLst>
                </p14:cNvPr>
                <p14:cNvContentPartPr/>
                <p14:nvPr/>
              </p14:nvContentPartPr>
              <p14:xfrm>
                <a:off x="10546971" y="2246040"/>
                <a:ext cx="133560" cy="97920"/>
              </p14:xfrm>
            </p:contentPart>
          </mc:Choice>
          <mc:Fallback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32EC776D-A071-E090-8ADD-40DA3F80F964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10529019" y="2228040"/>
                  <a:ext cx="169104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93E7F8C8-956A-951A-BCA8-08A185BF496F}"/>
                    </a:ext>
                  </a:extLst>
                </p14:cNvPr>
                <p14:cNvContentPartPr/>
                <p14:nvPr/>
              </p14:nvContentPartPr>
              <p14:xfrm>
                <a:off x="10815891" y="2333160"/>
                <a:ext cx="6480" cy="3600"/>
              </p14:xfrm>
            </p:contentPart>
          </mc:Choice>
          <mc:Fallback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93E7F8C8-956A-951A-BCA8-08A185BF496F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10797891" y="2315160"/>
                  <a:ext cx="42120" cy="39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0" name="Group 259">
            <a:extLst>
              <a:ext uri="{FF2B5EF4-FFF2-40B4-BE49-F238E27FC236}">
                <a16:creationId xmlns:a16="http://schemas.microsoft.com/office/drawing/2014/main" id="{0A7B8365-F798-12D3-7A8C-A6D37E18B436}"/>
              </a:ext>
            </a:extLst>
          </p:cNvPr>
          <p:cNvGrpSpPr/>
          <p:nvPr/>
        </p:nvGrpSpPr>
        <p:grpSpPr>
          <a:xfrm>
            <a:off x="752091" y="1417680"/>
            <a:ext cx="2229120" cy="749160"/>
            <a:chOff x="752091" y="1417680"/>
            <a:chExt cx="2229120" cy="749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1B90821C-2156-C9F2-162A-12C07F7C132B}"/>
                    </a:ext>
                  </a:extLst>
                </p14:cNvPr>
                <p14:cNvContentPartPr/>
                <p14:nvPr/>
              </p14:nvContentPartPr>
              <p14:xfrm>
                <a:off x="768291" y="1428120"/>
                <a:ext cx="234000" cy="114480"/>
              </p14:xfrm>
            </p:contentPart>
          </mc:Choice>
          <mc:Fallback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1B90821C-2156-C9F2-162A-12C07F7C132B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50291" y="1410120"/>
                  <a:ext cx="26964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64495F74-08AA-E555-5AE3-A49913E676A0}"/>
                    </a:ext>
                  </a:extLst>
                </p14:cNvPr>
                <p14:cNvContentPartPr/>
                <p14:nvPr/>
              </p14:nvContentPartPr>
              <p14:xfrm>
                <a:off x="752091" y="1511280"/>
                <a:ext cx="372960" cy="462960"/>
              </p14:xfrm>
            </p:contentPart>
          </mc:Choice>
          <mc:Fallback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64495F74-08AA-E555-5AE3-A49913E676A0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734091" y="1493294"/>
                  <a:ext cx="408600" cy="49857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28F171F7-FF5B-DA4A-0262-747389483D71}"/>
                    </a:ext>
                  </a:extLst>
                </p14:cNvPr>
                <p14:cNvContentPartPr/>
                <p14:nvPr/>
              </p14:nvContentPartPr>
              <p14:xfrm>
                <a:off x="2764851" y="1553400"/>
                <a:ext cx="216360" cy="579960"/>
              </p14:xfrm>
            </p:contentPart>
          </mc:Choice>
          <mc:Fallback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28F171F7-FF5B-DA4A-0262-747389483D71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2746851" y="1535400"/>
                  <a:ext cx="252000" cy="61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22EC34E9-C6F3-F93C-CE24-5A83C99E4F63}"/>
                    </a:ext>
                  </a:extLst>
                </p14:cNvPr>
                <p14:cNvContentPartPr/>
                <p14:nvPr/>
              </p14:nvContentPartPr>
              <p14:xfrm>
                <a:off x="832011" y="1417680"/>
                <a:ext cx="1932480" cy="94320"/>
              </p14:xfrm>
            </p:contentPart>
          </mc:Choice>
          <mc:Fallback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22EC34E9-C6F3-F93C-CE24-5A83C99E4F63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814011" y="1399680"/>
                  <a:ext cx="196812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F00C0C68-3CF8-55F0-A15C-2F8A6F6B9214}"/>
                    </a:ext>
                  </a:extLst>
                </p14:cNvPr>
                <p14:cNvContentPartPr/>
                <p14:nvPr/>
              </p14:nvContentPartPr>
              <p14:xfrm>
                <a:off x="1104531" y="2013120"/>
                <a:ext cx="1720800" cy="153720"/>
              </p14:xfrm>
            </p:contentPart>
          </mc:Choice>
          <mc:Fallback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F00C0C68-3CF8-55F0-A15C-2F8A6F6B9214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1086531" y="1995078"/>
                  <a:ext cx="1756440" cy="189444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1" name="Group 300">
            <a:extLst>
              <a:ext uri="{FF2B5EF4-FFF2-40B4-BE49-F238E27FC236}">
                <a16:creationId xmlns:a16="http://schemas.microsoft.com/office/drawing/2014/main" id="{7A0865DD-7B20-D41C-1A81-8C31D5F20DFA}"/>
              </a:ext>
            </a:extLst>
          </p:cNvPr>
          <p:cNvGrpSpPr/>
          <p:nvPr/>
        </p:nvGrpSpPr>
        <p:grpSpPr>
          <a:xfrm>
            <a:off x="2092731" y="434520"/>
            <a:ext cx="3456720" cy="2089080"/>
            <a:chOff x="2092731" y="434520"/>
            <a:chExt cx="3456720" cy="2089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DEB87A74-7757-777E-1660-E1ED38645E3B}"/>
                    </a:ext>
                  </a:extLst>
                </p14:cNvPr>
                <p14:cNvContentPartPr/>
                <p14:nvPr/>
              </p14:nvContentPartPr>
              <p14:xfrm>
                <a:off x="2092731" y="550440"/>
                <a:ext cx="141120" cy="1429920"/>
              </p14:xfrm>
            </p:contentPart>
          </mc:Choice>
          <mc:Fallback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DEB87A74-7757-777E-1660-E1ED38645E3B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2074777" y="532440"/>
                  <a:ext cx="176669" cy="146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34BDC084-1CF2-477E-2E3A-E65E0B400114}"/>
                    </a:ext>
                  </a:extLst>
                </p14:cNvPr>
                <p14:cNvContentPartPr/>
                <p14:nvPr/>
              </p14:nvContentPartPr>
              <p14:xfrm>
                <a:off x="2097771" y="434520"/>
                <a:ext cx="3451680" cy="2089080"/>
              </p14:xfrm>
            </p:contentPart>
          </mc:Choice>
          <mc:Fallback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34BDC084-1CF2-477E-2E3A-E65E0B400114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2079769" y="416520"/>
                  <a:ext cx="3487324" cy="2124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2" name="Group 311">
            <a:extLst>
              <a:ext uri="{FF2B5EF4-FFF2-40B4-BE49-F238E27FC236}">
                <a16:creationId xmlns:a16="http://schemas.microsoft.com/office/drawing/2014/main" id="{88E760C1-8E9A-AB06-19A3-6870585C0CFF}"/>
              </a:ext>
            </a:extLst>
          </p:cNvPr>
          <p:cNvGrpSpPr/>
          <p:nvPr/>
        </p:nvGrpSpPr>
        <p:grpSpPr>
          <a:xfrm>
            <a:off x="796011" y="528120"/>
            <a:ext cx="945360" cy="703440"/>
            <a:chOff x="796011" y="528120"/>
            <a:chExt cx="945360" cy="703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352C8F05-947E-0C50-900A-95749376D8F9}"/>
                    </a:ext>
                  </a:extLst>
                </p14:cNvPr>
                <p14:cNvContentPartPr/>
                <p14:nvPr/>
              </p14:nvContentPartPr>
              <p14:xfrm>
                <a:off x="1447611" y="528120"/>
                <a:ext cx="46440" cy="406080"/>
              </p14:xfrm>
            </p:contentPart>
          </mc:Choice>
          <mc:Fallback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352C8F05-947E-0C50-900A-95749376D8F9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429611" y="510136"/>
                  <a:ext cx="82080" cy="44168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4B16DB93-ED65-4724-41F3-42BDB3B978DB}"/>
                    </a:ext>
                  </a:extLst>
                </p14:cNvPr>
                <p14:cNvContentPartPr/>
                <p14:nvPr/>
              </p14:nvContentPartPr>
              <p14:xfrm>
                <a:off x="1265091" y="593640"/>
                <a:ext cx="228600" cy="67320"/>
              </p14:xfrm>
            </p:contentPart>
          </mc:Choice>
          <mc:Fallback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4B16DB93-ED65-4724-41F3-42BDB3B978DB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1247091" y="575640"/>
                  <a:ext cx="26424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99E48DF9-14DC-E349-2DEB-DA73792ABDEB}"/>
                    </a:ext>
                  </a:extLst>
                </p14:cNvPr>
                <p14:cNvContentPartPr/>
                <p14:nvPr/>
              </p14:nvContentPartPr>
              <p14:xfrm>
                <a:off x="1413051" y="866520"/>
                <a:ext cx="129600" cy="32400"/>
              </p14:xfrm>
            </p:contentPart>
          </mc:Choice>
          <mc:Fallback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99E48DF9-14DC-E349-2DEB-DA73792ABDEB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1395051" y="848520"/>
                  <a:ext cx="16524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34B6568C-BE16-C8E5-73F4-5935B9C938E3}"/>
                    </a:ext>
                  </a:extLst>
                </p14:cNvPr>
                <p14:cNvContentPartPr/>
                <p14:nvPr/>
              </p14:nvContentPartPr>
              <p14:xfrm>
                <a:off x="1720491" y="694800"/>
                <a:ext cx="20880" cy="218880"/>
              </p14:xfrm>
            </p:contentPart>
          </mc:Choice>
          <mc:Fallback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34B6568C-BE16-C8E5-73F4-5935B9C938E3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1702491" y="676830"/>
                  <a:ext cx="56520" cy="25446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20EDB535-0EF4-55E0-92D8-E9948D9E5334}"/>
                    </a:ext>
                  </a:extLst>
                </p14:cNvPr>
                <p14:cNvContentPartPr/>
                <p14:nvPr/>
              </p14:nvContentPartPr>
              <p14:xfrm>
                <a:off x="796011" y="1026000"/>
                <a:ext cx="531000" cy="77400"/>
              </p14:xfrm>
            </p:contentPart>
          </mc:Choice>
          <mc:Fallback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20EDB535-0EF4-55E0-92D8-E9948D9E5334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778011" y="1008000"/>
                  <a:ext cx="56664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F57AD33F-AA6E-453E-723B-DAC397881B73}"/>
                    </a:ext>
                  </a:extLst>
                </p14:cNvPr>
                <p14:cNvContentPartPr/>
                <p14:nvPr/>
              </p14:nvContentPartPr>
              <p14:xfrm>
                <a:off x="1184811" y="894600"/>
                <a:ext cx="197280" cy="336960"/>
              </p14:xfrm>
            </p:contentPart>
          </mc:Choice>
          <mc:Fallback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F57AD33F-AA6E-453E-723B-DAC397881B73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166844" y="876600"/>
                  <a:ext cx="232855" cy="372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9" name="Group 318">
            <a:extLst>
              <a:ext uri="{FF2B5EF4-FFF2-40B4-BE49-F238E27FC236}">
                <a16:creationId xmlns:a16="http://schemas.microsoft.com/office/drawing/2014/main" id="{BF2C6F97-EE12-B56D-C4C5-F55FB607E901}"/>
              </a:ext>
            </a:extLst>
          </p:cNvPr>
          <p:cNvGrpSpPr/>
          <p:nvPr/>
        </p:nvGrpSpPr>
        <p:grpSpPr>
          <a:xfrm>
            <a:off x="4312131" y="68400"/>
            <a:ext cx="632880" cy="617760"/>
            <a:chOff x="4312131" y="68400"/>
            <a:chExt cx="632880" cy="617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3EE4FB30-2EF7-C72A-5DEF-46DC740C7DB4}"/>
                    </a:ext>
                  </a:extLst>
                </p14:cNvPr>
                <p14:cNvContentPartPr/>
                <p14:nvPr/>
              </p14:nvContentPartPr>
              <p14:xfrm>
                <a:off x="4312131" y="554400"/>
                <a:ext cx="509760" cy="49320"/>
              </p14:xfrm>
            </p:contentPart>
          </mc:Choice>
          <mc:Fallback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3EE4FB30-2EF7-C72A-5DEF-46DC740C7DB4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4294131" y="536400"/>
                  <a:ext cx="54540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66471762-3F9D-D7D2-3323-CD088E7FD963}"/>
                    </a:ext>
                  </a:extLst>
                </p14:cNvPr>
                <p14:cNvContentPartPr/>
                <p14:nvPr/>
              </p14:nvContentPartPr>
              <p14:xfrm>
                <a:off x="4708851" y="459360"/>
                <a:ext cx="128160" cy="226800"/>
              </p14:xfrm>
            </p:contentPart>
          </mc:Choice>
          <mc:Fallback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66471762-3F9D-D7D2-3323-CD088E7FD963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4690851" y="441360"/>
                  <a:ext cx="16380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D13FEC43-5327-F674-3FA3-32BF5321D8AD}"/>
                    </a:ext>
                  </a:extLst>
                </p14:cNvPr>
                <p14:cNvContentPartPr/>
                <p14:nvPr/>
              </p14:nvContentPartPr>
              <p14:xfrm>
                <a:off x="4599051" y="99720"/>
                <a:ext cx="68760" cy="248760"/>
              </p14:xfrm>
            </p:contentPart>
          </mc:Choice>
          <mc:Fallback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D13FEC43-5327-F674-3FA3-32BF5321D8AD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4581051" y="81746"/>
                  <a:ext cx="104400" cy="28434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13478355-89ED-9CCE-23D7-273C3BA8D466}"/>
                    </a:ext>
                  </a:extLst>
                </p14:cNvPr>
                <p14:cNvContentPartPr/>
                <p14:nvPr/>
              </p14:nvContentPartPr>
              <p14:xfrm>
                <a:off x="4565571" y="68400"/>
                <a:ext cx="155880" cy="105840"/>
              </p14:xfrm>
            </p:contentPart>
          </mc:Choice>
          <mc:Fallback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13478355-89ED-9CCE-23D7-273C3BA8D466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4547571" y="50400"/>
                  <a:ext cx="19152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5A7EB8A4-61FE-B4AF-DDAA-15E96C2DBB97}"/>
                    </a:ext>
                  </a:extLst>
                </p14:cNvPr>
                <p14:cNvContentPartPr/>
                <p14:nvPr/>
              </p14:nvContentPartPr>
              <p14:xfrm>
                <a:off x="4613811" y="320040"/>
                <a:ext cx="89280" cy="52920"/>
              </p14:xfrm>
            </p:contentPart>
          </mc:Choice>
          <mc:Fallback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5A7EB8A4-61FE-B4AF-DDAA-15E96C2DBB97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4595811" y="302040"/>
                  <a:ext cx="12492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E3CAB007-C961-0187-344D-0E5DE3E3757A}"/>
                    </a:ext>
                  </a:extLst>
                </p14:cNvPr>
                <p14:cNvContentPartPr/>
                <p14:nvPr/>
              </p14:nvContentPartPr>
              <p14:xfrm>
                <a:off x="4761051" y="233280"/>
                <a:ext cx="183960" cy="116640"/>
              </p14:xfrm>
            </p:contentPart>
          </mc:Choice>
          <mc:Fallback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E3CAB007-C961-0187-344D-0E5DE3E3757A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4743086" y="215280"/>
                  <a:ext cx="219530" cy="152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41B79E40-CBBB-BA4D-9754-7DA7C6D36D0D}"/>
              </a:ext>
            </a:extLst>
          </p:cNvPr>
          <p:cNvGrpSpPr/>
          <p:nvPr/>
        </p:nvGrpSpPr>
        <p:grpSpPr>
          <a:xfrm>
            <a:off x="5836371" y="1840320"/>
            <a:ext cx="742680" cy="462600"/>
            <a:chOff x="5836371" y="1840320"/>
            <a:chExt cx="742680" cy="462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5ECC18DD-3412-06C4-150A-DF7F0373869F}"/>
                    </a:ext>
                  </a:extLst>
                </p14:cNvPr>
                <p14:cNvContentPartPr/>
                <p14:nvPr/>
              </p14:nvContentPartPr>
              <p14:xfrm>
                <a:off x="5836371" y="2069280"/>
                <a:ext cx="176400" cy="23364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5ECC18DD-3412-06C4-150A-DF7F0373869F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5818371" y="2051280"/>
                  <a:ext cx="21204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D0529240-927F-3536-6FAB-50053C9B03C1}"/>
                    </a:ext>
                  </a:extLst>
                </p14:cNvPr>
                <p14:cNvContentPartPr/>
                <p14:nvPr/>
              </p14:nvContentPartPr>
              <p14:xfrm>
                <a:off x="6186651" y="2012760"/>
                <a:ext cx="206280" cy="14508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D0529240-927F-3536-6FAB-50053C9B03C1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6168651" y="1994715"/>
                  <a:ext cx="241920" cy="18080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9BFD04F8-FBA2-2258-1B85-59BD648663E6}"/>
                    </a:ext>
                  </a:extLst>
                </p14:cNvPr>
                <p14:cNvContentPartPr/>
                <p14:nvPr/>
              </p14:nvContentPartPr>
              <p14:xfrm>
                <a:off x="6419211" y="1840320"/>
                <a:ext cx="105120" cy="22788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9BFD04F8-FBA2-2258-1B85-59BD648663E6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6401211" y="1822320"/>
                  <a:ext cx="14076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F1F1029E-6232-633D-53DA-21A6A5F1EB31}"/>
                    </a:ext>
                  </a:extLst>
                </p14:cNvPr>
                <p14:cNvContentPartPr/>
                <p14:nvPr/>
              </p14:nvContentPartPr>
              <p14:xfrm>
                <a:off x="6409131" y="1866960"/>
                <a:ext cx="169920" cy="13104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F1F1029E-6232-633D-53DA-21A6A5F1EB31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6391131" y="1848960"/>
                  <a:ext cx="205560" cy="166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18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DCBC917C-A488-D5FD-84F4-1A701849B440}"/>
                  </a:ext>
                </a:extLst>
              </p14:cNvPr>
              <p14:cNvContentPartPr/>
              <p14:nvPr/>
            </p14:nvContentPartPr>
            <p14:xfrm>
              <a:off x="2716611" y="1705320"/>
              <a:ext cx="87120" cy="109440"/>
            </p14:xfrm>
          </p:contentPart>
        </mc:Choice>
        <mc:Fallback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DCBC917C-A488-D5FD-84F4-1A701849B440}"/>
                  </a:ext>
                </a:extLst>
              </p:cNvPr>
              <p:cNvPicPr/>
              <p:nvPr/>
            </p:nvPicPr>
            <p:blipFill>
              <a:blip r:embed="rId219"/>
              <a:stretch>
                <a:fillRect/>
              </a:stretch>
            </p:blipFill>
            <p:spPr>
              <a:xfrm>
                <a:off x="2698611" y="1687379"/>
                <a:ext cx="122760" cy="144963"/>
              </a:xfrm>
              <a:prstGeom prst="rect">
                <a:avLst/>
              </a:prstGeom>
            </p:spPr>
          </p:pic>
        </mc:Fallback>
      </mc:AlternateContent>
      <p:grpSp>
        <p:nvGrpSpPr>
          <p:cNvPr id="138" name="Group 137">
            <a:extLst>
              <a:ext uri="{FF2B5EF4-FFF2-40B4-BE49-F238E27FC236}">
                <a16:creationId xmlns:a16="http://schemas.microsoft.com/office/drawing/2014/main" id="{8F812697-450C-BD42-AB71-B3AB1B9043DC}"/>
              </a:ext>
            </a:extLst>
          </p:cNvPr>
          <p:cNvGrpSpPr/>
          <p:nvPr/>
        </p:nvGrpSpPr>
        <p:grpSpPr>
          <a:xfrm>
            <a:off x="2475771" y="3646800"/>
            <a:ext cx="453240" cy="409680"/>
            <a:chOff x="2475771" y="3646800"/>
            <a:chExt cx="453240" cy="409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BF313BEB-D9C2-035F-A180-E69CEE2A8103}"/>
                    </a:ext>
                  </a:extLst>
                </p14:cNvPr>
                <p14:cNvContentPartPr/>
                <p14:nvPr/>
              </p14:nvContentPartPr>
              <p14:xfrm>
                <a:off x="2596731" y="3646800"/>
                <a:ext cx="70200" cy="38448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BF313BEB-D9C2-035F-A180-E69CEE2A8103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2579091" y="3628800"/>
                  <a:ext cx="105840" cy="42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F55FA1E1-53E1-222E-6F44-C909DE19176B}"/>
                    </a:ext>
                  </a:extLst>
                </p14:cNvPr>
                <p14:cNvContentPartPr/>
                <p14:nvPr/>
              </p14:nvContentPartPr>
              <p14:xfrm>
                <a:off x="2475771" y="3702240"/>
                <a:ext cx="105120" cy="3420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F55FA1E1-53E1-222E-6F44-C909DE19176B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2457771" y="3684240"/>
                  <a:ext cx="14076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D94B1EA5-F95D-800B-DAAB-4A8C29B15F92}"/>
                    </a:ext>
                  </a:extLst>
                </p14:cNvPr>
                <p14:cNvContentPartPr/>
                <p14:nvPr/>
              </p14:nvContentPartPr>
              <p14:xfrm>
                <a:off x="2645331" y="3995640"/>
                <a:ext cx="140400" cy="6084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D94B1EA5-F95D-800B-DAAB-4A8C29B15F92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2627331" y="3977640"/>
                  <a:ext cx="17604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07F15FD4-3246-B2D4-994C-E50DF164A620}"/>
                    </a:ext>
                  </a:extLst>
                </p14:cNvPr>
                <p14:cNvContentPartPr/>
                <p14:nvPr/>
              </p14:nvContentPartPr>
              <p14:xfrm>
                <a:off x="2907411" y="3872520"/>
                <a:ext cx="21600" cy="18072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07F15FD4-3246-B2D4-994C-E50DF164A620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2889771" y="3854880"/>
                  <a:ext cx="57240" cy="216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3FF3F2E4-2230-AEBF-B437-90BDCF257624}"/>
              </a:ext>
            </a:extLst>
          </p:cNvPr>
          <p:cNvGrpSpPr/>
          <p:nvPr/>
        </p:nvGrpSpPr>
        <p:grpSpPr>
          <a:xfrm>
            <a:off x="3138531" y="3854160"/>
            <a:ext cx="181080" cy="114480"/>
            <a:chOff x="3138531" y="3854160"/>
            <a:chExt cx="181080" cy="114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27C716EA-D586-4468-49D9-D48EBCE81110}"/>
                    </a:ext>
                  </a:extLst>
                </p14:cNvPr>
                <p14:cNvContentPartPr/>
                <p14:nvPr/>
              </p14:nvContentPartPr>
              <p14:xfrm>
                <a:off x="3138531" y="3854160"/>
                <a:ext cx="110880" cy="3636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27C716EA-D586-4468-49D9-D48EBCE81110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3120531" y="3836160"/>
                  <a:ext cx="14652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80090513-13A8-96BA-B68E-B1FBC9D1DD6A}"/>
                    </a:ext>
                  </a:extLst>
                </p14:cNvPr>
                <p14:cNvContentPartPr/>
                <p14:nvPr/>
              </p14:nvContentPartPr>
              <p14:xfrm>
                <a:off x="3229971" y="3906720"/>
                <a:ext cx="89640" cy="6192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80090513-13A8-96BA-B68E-B1FBC9D1DD6A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3211971" y="3888720"/>
                  <a:ext cx="125280" cy="9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8CC34D66-12D5-650C-598B-5B5DBCD1F888}"/>
              </a:ext>
            </a:extLst>
          </p:cNvPr>
          <p:cNvGrpSpPr/>
          <p:nvPr/>
        </p:nvGrpSpPr>
        <p:grpSpPr>
          <a:xfrm>
            <a:off x="3574851" y="3593880"/>
            <a:ext cx="476280" cy="404640"/>
            <a:chOff x="3574851" y="3593880"/>
            <a:chExt cx="476280" cy="404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B82C6871-EA4F-421C-D2B4-FE6095F6E9C0}"/>
                    </a:ext>
                  </a:extLst>
                </p14:cNvPr>
                <p14:cNvContentPartPr/>
                <p14:nvPr/>
              </p14:nvContentPartPr>
              <p14:xfrm>
                <a:off x="3642891" y="3593880"/>
                <a:ext cx="36720" cy="29844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B82C6871-EA4F-421C-D2B4-FE6095F6E9C0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3625251" y="3576240"/>
                  <a:ext cx="72360" cy="33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FB65047E-FA81-13AA-5B77-BDCED511F4A2}"/>
                    </a:ext>
                  </a:extLst>
                </p14:cNvPr>
                <p14:cNvContentPartPr/>
                <p14:nvPr/>
              </p14:nvContentPartPr>
              <p14:xfrm>
                <a:off x="3574851" y="3599280"/>
                <a:ext cx="140760" cy="11196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FB65047E-FA81-13AA-5B77-BDCED511F4A2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3557211" y="3581640"/>
                  <a:ext cx="17640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B66D705D-EAE1-4472-665D-03D6D1D38AD4}"/>
                    </a:ext>
                  </a:extLst>
                </p14:cNvPr>
                <p14:cNvContentPartPr/>
                <p14:nvPr/>
              </p14:nvContentPartPr>
              <p14:xfrm>
                <a:off x="3625251" y="3868560"/>
                <a:ext cx="117720" cy="6084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B66D705D-EAE1-4472-665D-03D6D1D38AD4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3607611" y="3850560"/>
                  <a:ext cx="15336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9B834F16-3B3A-2D4C-752C-FD6AF34582CE}"/>
                    </a:ext>
                  </a:extLst>
                </p14:cNvPr>
                <p14:cNvContentPartPr/>
                <p14:nvPr/>
              </p14:nvContentPartPr>
              <p14:xfrm>
                <a:off x="3889131" y="3822480"/>
                <a:ext cx="162000" cy="17604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9B834F16-3B3A-2D4C-752C-FD6AF34582CE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3871131" y="3804840"/>
                  <a:ext cx="197640" cy="211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40">
            <p14:nvContentPartPr>
              <p14:cNvPr id="139" name="Ink 138">
                <a:extLst>
                  <a:ext uri="{FF2B5EF4-FFF2-40B4-BE49-F238E27FC236}">
                    <a16:creationId xmlns:a16="http://schemas.microsoft.com/office/drawing/2014/main" id="{43D30312-8CDF-B9CE-76FD-3CBACEBB980D}"/>
                  </a:ext>
                </a:extLst>
              </p14:cNvPr>
              <p14:cNvContentPartPr/>
              <p14:nvPr/>
            </p14:nvContentPartPr>
            <p14:xfrm>
              <a:off x="906891" y="1691280"/>
              <a:ext cx="165960" cy="182520"/>
            </p14:xfrm>
          </p:contentPart>
        </mc:Choice>
        <mc:Fallback>
          <p:pic>
            <p:nvPicPr>
              <p:cNvPr id="139" name="Ink 138">
                <a:extLst>
                  <a:ext uri="{FF2B5EF4-FFF2-40B4-BE49-F238E27FC236}">
                    <a16:creationId xmlns:a16="http://schemas.microsoft.com/office/drawing/2014/main" id="{43D30312-8CDF-B9CE-76FD-3CBACEBB980D}"/>
                  </a:ext>
                </a:extLst>
              </p:cNvPr>
              <p:cNvPicPr/>
              <p:nvPr/>
            </p:nvPicPr>
            <p:blipFill>
              <a:blip r:embed="rId241"/>
              <a:stretch>
                <a:fillRect/>
              </a:stretch>
            </p:blipFill>
            <p:spPr>
              <a:xfrm>
                <a:off x="888891" y="1673640"/>
                <a:ext cx="201600" cy="218160"/>
              </a:xfrm>
              <a:prstGeom prst="rect">
                <a:avLst/>
              </a:prstGeom>
            </p:spPr>
          </p:pic>
        </mc:Fallback>
      </mc:AlternateContent>
      <p:grpSp>
        <p:nvGrpSpPr>
          <p:cNvPr id="146" name="Group 145">
            <a:extLst>
              <a:ext uri="{FF2B5EF4-FFF2-40B4-BE49-F238E27FC236}">
                <a16:creationId xmlns:a16="http://schemas.microsoft.com/office/drawing/2014/main" id="{1453F980-7CCD-18C4-F07C-CD1A834834F9}"/>
              </a:ext>
            </a:extLst>
          </p:cNvPr>
          <p:cNvGrpSpPr/>
          <p:nvPr/>
        </p:nvGrpSpPr>
        <p:grpSpPr>
          <a:xfrm>
            <a:off x="1501971" y="4574520"/>
            <a:ext cx="785520" cy="258480"/>
            <a:chOff x="1501971" y="4574520"/>
            <a:chExt cx="785520" cy="258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6ADA015A-E5E8-7BE3-C886-EF059FE721D1}"/>
                    </a:ext>
                  </a:extLst>
                </p14:cNvPr>
                <p14:cNvContentPartPr/>
                <p14:nvPr/>
              </p14:nvContentPartPr>
              <p14:xfrm>
                <a:off x="1501971" y="4578840"/>
                <a:ext cx="239760" cy="22068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6ADA015A-E5E8-7BE3-C886-EF059FE721D1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1484331" y="4561200"/>
                  <a:ext cx="275400" cy="25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BAE453E5-086D-DB4E-DD55-D47BFC92C097}"/>
                    </a:ext>
                  </a:extLst>
                </p14:cNvPr>
                <p14:cNvContentPartPr/>
                <p14:nvPr/>
              </p14:nvContentPartPr>
              <p14:xfrm>
                <a:off x="1836411" y="4634640"/>
                <a:ext cx="21960" cy="19836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BAE453E5-086D-DB4E-DD55-D47BFC92C097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1818771" y="4617000"/>
                  <a:ext cx="5760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E495763D-E952-9885-96F8-1B02B78A2489}"/>
                    </a:ext>
                  </a:extLst>
                </p14:cNvPr>
                <p14:cNvContentPartPr/>
                <p14:nvPr/>
              </p14:nvContentPartPr>
              <p14:xfrm>
                <a:off x="1822731" y="4582440"/>
                <a:ext cx="169560" cy="16380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E495763D-E952-9885-96F8-1B02B78A2489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1804731" y="4564440"/>
                  <a:ext cx="20520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EF27880E-3A5B-4756-9AB7-08068E950FDF}"/>
                    </a:ext>
                  </a:extLst>
                </p14:cNvPr>
                <p14:cNvContentPartPr/>
                <p14:nvPr/>
              </p14:nvContentPartPr>
              <p14:xfrm>
                <a:off x="2082291" y="4609080"/>
                <a:ext cx="77040" cy="18432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EF27880E-3A5B-4756-9AB7-08068E950FDF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2064651" y="4591080"/>
                  <a:ext cx="11268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63DAF5B3-DF58-B252-390C-6A0AF3E67FE8}"/>
                    </a:ext>
                  </a:extLst>
                </p14:cNvPr>
                <p14:cNvContentPartPr/>
                <p14:nvPr/>
              </p14:nvContentPartPr>
              <p14:xfrm>
                <a:off x="2105691" y="4574520"/>
                <a:ext cx="181800" cy="21708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63DAF5B3-DF58-B252-390C-6A0AF3E67FE8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2087691" y="4556880"/>
                  <a:ext cx="217440" cy="252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52">
            <p14:nvContentPartPr>
              <p14:cNvPr id="145" name="Ink 144">
                <a:extLst>
                  <a:ext uri="{FF2B5EF4-FFF2-40B4-BE49-F238E27FC236}">
                    <a16:creationId xmlns:a16="http://schemas.microsoft.com/office/drawing/2014/main" id="{05DEF6CF-822B-B1C6-3E91-542BCD716394}"/>
                  </a:ext>
                </a:extLst>
              </p14:cNvPr>
              <p14:cNvContentPartPr/>
              <p14:nvPr/>
            </p14:nvContentPartPr>
            <p14:xfrm>
              <a:off x="2571531" y="4629600"/>
              <a:ext cx="305280" cy="40320"/>
            </p14:xfrm>
          </p:contentPart>
        </mc:Choice>
        <mc:Fallback>
          <p:pic>
            <p:nvPicPr>
              <p:cNvPr id="145" name="Ink 144">
                <a:extLst>
                  <a:ext uri="{FF2B5EF4-FFF2-40B4-BE49-F238E27FC236}">
                    <a16:creationId xmlns:a16="http://schemas.microsoft.com/office/drawing/2014/main" id="{05DEF6CF-822B-B1C6-3E91-542BCD716394}"/>
                  </a:ext>
                </a:extLst>
              </p:cNvPr>
              <p:cNvPicPr/>
              <p:nvPr/>
            </p:nvPicPr>
            <p:blipFill>
              <a:blip r:embed="rId253"/>
              <a:stretch>
                <a:fillRect/>
              </a:stretch>
            </p:blipFill>
            <p:spPr>
              <a:xfrm>
                <a:off x="2553891" y="4611960"/>
                <a:ext cx="340920" cy="75960"/>
              </a:xfrm>
              <a:prstGeom prst="rect">
                <a:avLst/>
              </a:prstGeom>
            </p:spPr>
          </p:pic>
        </mc:Fallback>
      </mc:AlternateContent>
      <p:grpSp>
        <p:nvGrpSpPr>
          <p:cNvPr id="206" name="Group 205">
            <a:extLst>
              <a:ext uri="{FF2B5EF4-FFF2-40B4-BE49-F238E27FC236}">
                <a16:creationId xmlns:a16="http://schemas.microsoft.com/office/drawing/2014/main" id="{78F94648-7AA3-C76D-5F44-45091BDCDEE9}"/>
              </a:ext>
            </a:extLst>
          </p:cNvPr>
          <p:cNvGrpSpPr/>
          <p:nvPr/>
        </p:nvGrpSpPr>
        <p:grpSpPr>
          <a:xfrm>
            <a:off x="382371" y="1392120"/>
            <a:ext cx="433440" cy="488160"/>
            <a:chOff x="382371" y="1392120"/>
            <a:chExt cx="433440" cy="488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8B3677F7-5123-3232-6B17-DCFB1E7DBB78}"/>
                    </a:ext>
                  </a:extLst>
                </p14:cNvPr>
                <p14:cNvContentPartPr/>
                <p14:nvPr/>
              </p14:nvContentPartPr>
              <p14:xfrm>
                <a:off x="558051" y="1581120"/>
                <a:ext cx="66960" cy="16632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8B3677F7-5123-3232-6B17-DCFB1E7DBB78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540051" y="1563120"/>
                  <a:ext cx="10260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B9106823-C277-A767-B95D-F7D2E5A6E95D}"/>
                    </a:ext>
                  </a:extLst>
                </p14:cNvPr>
                <p14:cNvContentPartPr/>
                <p14:nvPr/>
              </p14:nvContentPartPr>
              <p14:xfrm>
                <a:off x="382371" y="1392120"/>
                <a:ext cx="433440" cy="48816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B9106823-C277-A767-B95D-F7D2E5A6E95D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364731" y="1374480"/>
                  <a:ext cx="469080" cy="523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9816B3F6-F083-D443-7CF7-D8BAF8552C46}"/>
              </a:ext>
            </a:extLst>
          </p:cNvPr>
          <p:cNvGrpSpPr/>
          <p:nvPr/>
        </p:nvGrpSpPr>
        <p:grpSpPr>
          <a:xfrm>
            <a:off x="2626971" y="1340280"/>
            <a:ext cx="345960" cy="489600"/>
            <a:chOff x="2626971" y="1340280"/>
            <a:chExt cx="345960" cy="489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88BCD23A-BC50-9F64-A322-04A0BDEC0A29}"/>
                    </a:ext>
                  </a:extLst>
                </p14:cNvPr>
                <p14:cNvContentPartPr/>
                <p14:nvPr/>
              </p14:nvContentPartPr>
              <p14:xfrm>
                <a:off x="2689971" y="1672920"/>
                <a:ext cx="135360" cy="15696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88BCD23A-BC50-9F64-A322-04A0BDEC0A29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2672331" y="1655280"/>
                  <a:ext cx="17100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20FA919C-C810-0373-A0CF-111AE6C662A6}"/>
                    </a:ext>
                  </a:extLst>
                </p14:cNvPr>
                <p14:cNvContentPartPr/>
                <p14:nvPr/>
              </p14:nvContentPartPr>
              <p14:xfrm>
                <a:off x="2697891" y="1493280"/>
                <a:ext cx="165240" cy="12276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20FA919C-C810-0373-A0CF-111AE6C662A6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2679891" y="1475640"/>
                  <a:ext cx="20088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40FF57D5-CEF1-E72C-067D-7E95F2FBF9DB}"/>
                    </a:ext>
                  </a:extLst>
                </p14:cNvPr>
                <p14:cNvContentPartPr/>
                <p14:nvPr/>
              </p14:nvContentPartPr>
              <p14:xfrm>
                <a:off x="2626971" y="1340280"/>
                <a:ext cx="345960" cy="33984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40FF57D5-CEF1-E72C-067D-7E95F2FBF9DB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2609331" y="1322280"/>
                  <a:ext cx="381600" cy="375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1" name="Group 180">
            <a:extLst>
              <a:ext uri="{FF2B5EF4-FFF2-40B4-BE49-F238E27FC236}">
                <a16:creationId xmlns:a16="http://schemas.microsoft.com/office/drawing/2014/main" id="{48FC9826-EBE9-A39A-2962-A4107056603C}"/>
              </a:ext>
            </a:extLst>
          </p:cNvPr>
          <p:cNvGrpSpPr/>
          <p:nvPr/>
        </p:nvGrpSpPr>
        <p:grpSpPr>
          <a:xfrm>
            <a:off x="1139451" y="4140360"/>
            <a:ext cx="405360" cy="428400"/>
            <a:chOff x="1139451" y="4140360"/>
            <a:chExt cx="405360" cy="428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B484386C-EEE8-576C-EBC0-DE5E15D3CFD2}"/>
                    </a:ext>
                  </a:extLst>
                </p14:cNvPr>
                <p14:cNvContentPartPr/>
                <p14:nvPr/>
              </p14:nvContentPartPr>
              <p14:xfrm>
                <a:off x="1287411" y="4336200"/>
                <a:ext cx="61200" cy="11988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B484386C-EEE8-576C-EBC0-DE5E15D3CFD2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1269411" y="4318200"/>
                  <a:ext cx="9684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31E657AF-942A-1865-2D33-1071FFCA7532}"/>
                    </a:ext>
                  </a:extLst>
                </p14:cNvPr>
                <p14:cNvContentPartPr/>
                <p14:nvPr/>
              </p14:nvContentPartPr>
              <p14:xfrm>
                <a:off x="1139451" y="4140360"/>
                <a:ext cx="405360" cy="42840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31E657AF-942A-1865-2D33-1071FFCA7532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1121451" y="4122360"/>
                  <a:ext cx="441000" cy="464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3" name="Group 262">
            <a:extLst>
              <a:ext uri="{FF2B5EF4-FFF2-40B4-BE49-F238E27FC236}">
                <a16:creationId xmlns:a16="http://schemas.microsoft.com/office/drawing/2014/main" id="{D9F321FD-8A0D-28FC-88EA-258E3119C016}"/>
              </a:ext>
            </a:extLst>
          </p:cNvPr>
          <p:cNvGrpSpPr/>
          <p:nvPr/>
        </p:nvGrpSpPr>
        <p:grpSpPr>
          <a:xfrm>
            <a:off x="3166251" y="4164840"/>
            <a:ext cx="678960" cy="592560"/>
            <a:chOff x="3166251" y="4164840"/>
            <a:chExt cx="678960" cy="592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640A534B-FA99-209E-8506-44485D9F52AD}"/>
                    </a:ext>
                  </a:extLst>
                </p14:cNvPr>
                <p14:cNvContentPartPr/>
                <p14:nvPr/>
              </p14:nvContentPartPr>
              <p14:xfrm>
                <a:off x="3166251" y="4450680"/>
                <a:ext cx="244440" cy="243360"/>
              </p14:xfrm>
            </p:contentPart>
          </mc:Choice>
          <mc:Fallback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640A534B-FA99-209E-8506-44485D9F52AD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3148611" y="4433040"/>
                  <a:ext cx="280080" cy="27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ECE3519B-E143-9079-F572-328EC978C2B2}"/>
                    </a:ext>
                  </a:extLst>
                </p14:cNvPr>
                <p14:cNvContentPartPr/>
                <p14:nvPr/>
              </p14:nvContentPartPr>
              <p14:xfrm>
                <a:off x="3530211" y="4744440"/>
                <a:ext cx="146880" cy="12960"/>
              </p14:xfrm>
            </p:contentPart>
          </mc:Choice>
          <mc:Fallback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ECE3519B-E143-9079-F572-328EC978C2B2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3512571" y="4726440"/>
                  <a:ext cx="18252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DFA1C800-9FD4-234A-F3E9-D4808C77BFD2}"/>
                    </a:ext>
                  </a:extLst>
                </p14:cNvPr>
                <p14:cNvContentPartPr/>
                <p14:nvPr/>
              </p14:nvContentPartPr>
              <p14:xfrm>
                <a:off x="3614091" y="4268880"/>
                <a:ext cx="139320" cy="141840"/>
              </p14:xfrm>
            </p:contentPart>
          </mc:Choice>
          <mc:Fallback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DFA1C800-9FD4-234A-F3E9-D4808C77BFD2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3596451" y="4250880"/>
                  <a:ext cx="17496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4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F1FA1209-79A9-06E3-F93F-3D1B7CF51992}"/>
                    </a:ext>
                  </a:extLst>
                </p14:cNvPr>
                <p14:cNvContentPartPr/>
                <p14:nvPr/>
              </p14:nvContentPartPr>
              <p14:xfrm>
                <a:off x="3475131" y="4164840"/>
                <a:ext cx="370080" cy="369360"/>
              </p14:xfrm>
            </p:contentPart>
          </mc:Choice>
          <mc:Fallback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F1FA1209-79A9-06E3-F93F-3D1B7CF51992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3457491" y="4147200"/>
                  <a:ext cx="405720" cy="405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76">
            <p14:nvContentPartPr>
              <p14:cNvPr id="264" name="Ink 263">
                <a:extLst>
                  <a:ext uri="{FF2B5EF4-FFF2-40B4-BE49-F238E27FC236}">
                    <a16:creationId xmlns:a16="http://schemas.microsoft.com/office/drawing/2014/main" id="{15DF4D45-7127-0D54-9C9A-ED1ADA85F0C9}"/>
                  </a:ext>
                </a:extLst>
              </p14:cNvPr>
              <p14:cNvContentPartPr/>
              <p14:nvPr/>
            </p14:nvContentPartPr>
            <p14:xfrm>
              <a:off x="1046211" y="5021640"/>
              <a:ext cx="2782440" cy="95040"/>
            </p14:xfrm>
          </p:contentPart>
        </mc:Choice>
        <mc:Fallback>
          <p:pic>
            <p:nvPicPr>
              <p:cNvPr id="264" name="Ink 263">
                <a:extLst>
                  <a:ext uri="{FF2B5EF4-FFF2-40B4-BE49-F238E27FC236}">
                    <a16:creationId xmlns:a16="http://schemas.microsoft.com/office/drawing/2014/main" id="{15DF4D45-7127-0D54-9C9A-ED1ADA85F0C9}"/>
                  </a:ext>
                </a:extLst>
              </p:cNvPr>
              <p:cNvPicPr/>
              <p:nvPr/>
            </p:nvPicPr>
            <p:blipFill>
              <a:blip r:embed="rId277"/>
              <a:stretch>
                <a:fillRect/>
              </a:stretch>
            </p:blipFill>
            <p:spPr>
              <a:xfrm>
                <a:off x="1028211" y="5003640"/>
                <a:ext cx="2818080" cy="130680"/>
              </a:xfrm>
              <a:prstGeom prst="rect">
                <a:avLst/>
              </a:prstGeom>
            </p:spPr>
          </p:pic>
        </mc:Fallback>
      </mc:AlternateContent>
      <p:grpSp>
        <p:nvGrpSpPr>
          <p:cNvPr id="270" name="Group 269">
            <a:extLst>
              <a:ext uri="{FF2B5EF4-FFF2-40B4-BE49-F238E27FC236}">
                <a16:creationId xmlns:a16="http://schemas.microsoft.com/office/drawing/2014/main" id="{30A354A3-8CEC-0D11-2143-D717F48EF778}"/>
              </a:ext>
            </a:extLst>
          </p:cNvPr>
          <p:cNvGrpSpPr/>
          <p:nvPr/>
        </p:nvGrpSpPr>
        <p:grpSpPr>
          <a:xfrm>
            <a:off x="2283891" y="5364000"/>
            <a:ext cx="428760" cy="312480"/>
            <a:chOff x="2283891" y="5364000"/>
            <a:chExt cx="428760" cy="312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3DE4D85E-5EBA-3877-2478-3452B01C0779}"/>
                    </a:ext>
                  </a:extLst>
                </p14:cNvPr>
                <p14:cNvContentPartPr/>
                <p14:nvPr/>
              </p14:nvContentPartPr>
              <p14:xfrm>
                <a:off x="2283891" y="5428800"/>
                <a:ext cx="118800" cy="247680"/>
              </p14:xfrm>
            </p:contentPart>
          </mc:Choice>
          <mc:Fallback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3DE4D85E-5EBA-3877-2478-3452B01C0779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2266251" y="5411160"/>
                  <a:ext cx="15444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0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00CE683E-148B-1F9A-A808-FDB897B92ABF}"/>
                    </a:ext>
                  </a:extLst>
                </p14:cNvPr>
                <p14:cNvContentPartPr/>
                <p14:nvPr/>
              </p14:nvContentPartPr>
              <p14:xfrm>
                <a:off x="2396571" y="5666040"/>
                <a:ext cx="360" cy="360"/>
              </p14:xfrm>
            </p:contentPart>
          </mc:Choice>
          <mc:Fallback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00CE683E-148B-1F9A-A808-FDB897B92ABF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2378931" y="564804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2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755FC7B6-E047-3BAB-A4C6-DE627EB1D500}"/>
                    </a:ext>
                  </a:extLst>
                </p14:cNvPr>
                <p14:cNvContentPartPr/>
                <p14:nvPr/>
              </p14:nvContentPartPr>
              <p14:xfrm>
                <a:off x="2294331" y="5364000"/>
                <a:ext cx="236880" cy="200160"/>
              </p14:xfrm>
            </p:contentPart>
          </mc:Choice>
          <mc:Fallback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755FC7B6-E047-3BAB-A4C6-DE627EB1D500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2276691" y="5346000"/>
                  <a:ext cx="27252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4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5BA4EA47-8480-3F3E-C832-A52C452BF27D}"/>
                    </a:ext>
                  </a:extLst>
                </p14:cNvPr>
                <p14:cNvContentPartPr/>
                <p14:nvPr/>
              </p14:nvContentPartPr>
              <p14:xfrm>
                <a:off x="2677731" y="5516640"/>
                <a:ext cx="34920" cy="88920"/>
              </p14:xfrm>
            </p:contentPart>
          </mc:Choice>
          <mc:Fallback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5BA4EA47-8480-3F3E-C832-A52C452BF27D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2659731" y="5498640"/>
                  <a:ext cx="7056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6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8AE365DE-8133-71F3-D9FC-159504242A2B}"/>
                    </a:ext>
                  </a:extLst>
                </p14:cNvPr>
                <p14:cNvContentPartPr/>
                <p14:nvPr/>
              </p14:nvContentPartPr>
              <p14:xfrm>
                <a:off x="2602491" y="5406480"/>
                <a:ext cx="10440" cy="21600"/>
              </p14:xfrm>
            </p:contentPart>
          </mc:Choice>
          <mc:Fallback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8AE365DE-8133-71F3-D9FC-159504242A2B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2584851" y="5388840"/>
                  <a:ext cx="46080" cy="57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3" name="Group 272">
            <a:extLst>
              <a:ext uri="{FF2B5EF4-FFF2-40B4-BE49-F238E27FC236}">
                <a16:creationId xmlns:a16="http://schemas.microsoft.com/office/drawing/2014/main" id="{EA9581F3-A51D-20BA-1FA6-E18BEB472D20}"/>
              </a:ext>
            </a:extLst>
          </p:cNvPr>
          <p:cNvGrpSpPr/>
          <p:nvPr/>
        </p:nvGrpSpPr>
        <p:grpSpPr>
          <a:xfrm>
            <a:off x="4161651" y="4971240"/>
            <a:ext cx="228600" cy="133560"/>
            <a:chOff x="4161651" y="4971240"/>
            <a:chExt cx="228600" cy="133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8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02B95EE0-6670-E0CF-959C-9D9E1C3E3A3B}"/>
                    </a:ext>
                  </a:extLst>
                </p14:cNvPr>
                <p14:cNvContentPartPr/>
                <p14:nvPr/>
              </p14:nvContentPartPr>
              <p14:xfrm>
                <a:off x="4161651" y="4971240"/>
                <a:ext cx="163080" cy="21240"/>
              </p14:xfrm>
            </p:contentPart>
          </mc:Choice>
          <mc:Fallback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02B95EE0-6670-E0CF-959C-9D9E1C3E3A3B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4144011" y="4953240"/>
                  <a:ext cx="19872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0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36E2569B-5AE2-1991-E9E8-FDC16A16661E}"/>
                    </a:ext>
                  </a:extLst>
                </p14:cNvPr>
                <p14:cNvContentPartPr/>
                <p14:nvPr/>
              </p14:nvContentPartPr>
              <p14:xfrm>
                <a:off x="4273251" y="5078160"/>
                <a:ext cx="117000" cy="26640"/>
              </p14:xfrm>
            </p:contentPart>
          </mc:Choice>
          <mc:Fallback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36E2569B-5AE2-1991-E9E8-FDC16A16661E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4255611" y="5060520"/>
                  <a:ext cx="152640" cy="62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2" name="Group 281">
            <a:extLst>
              <a:ext uri="{FF2B5EF4-FFF2-40B4-BE49-F238E27FC236}">
                <a16:creationId xmlns:a16="http://schemas.microsoft.com/office/drawing/2014/main" id="{4B2B91EA-A241-EE9F-ECC2-73DBE55194A4}"/>
              </a:ext>
            </a:extLst>
          </p:cNvPr>
          <p:cNvGrpSpPr/>
          <p:nvPr/>
        </p:nvGrpSpPr>
        <p:grpSpPr>
          <a:xfrm>
            <a:off x="4479891" y="1500480"/>
            <a:ext cx="412560" cy="533160"/>
            <a:chOff x="4479891" y="1500480"/>
            <a:chExt cx="412560" cy="533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2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25638634-7BCF-75F9-400B-B6BCD74830E8}"/>
                    </a:ext>
                  </a:extLst>
                </p14:cNvPr>
                <p14:cNvContentPartPr/>
                <p14:nvPr/>
              </p14:nvContentPartPr>
              <p14:xfrm>
                <a:off x="4514091" y="1739520"/>
                <a:ext cx="180360" cy="166680"/>
              </p14:xfrm>
            </p:contentPart>
          </mc:Choice>
          <mc:Fallback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25638634-7BCF-75F9-400B-B6BCD74830E8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4496091" y="1721520"/>
                  <a:ext cx="21600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4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F5D98E3F-C5C8-9E7C-EE4A-65D79E547D3F}"/>
                    </a:ext>
                  </a:extLst>
                </p14:cNvPr>
                <p14:cNvContentPartPr/>
                <p14:nvPr/>
              </p14:nvContentPartPr>
              <p14:xfrm>
                <a:off x="4479891" y="1500480"/>
                <a:ext cx="412560" cy="533160"/>
              </p14:xfrm>
            </p:contentPart>
          </mc:Choice>
          <mc:Fallback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F5D98E3F-C5C8-9E7C-EE4A-65D79E547D3F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4462251" y="1482840"/>
                  <a:ext cx="448200" cy="56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1" name="Group 290">
            <a:extLst>
              <a:ext uri="{FF2B5EF4-FFF2-40B4-BE49-F238E27FC236}">
                <a16:creationId xmlns:a16="http://schemas.microsoft.com/office/drawing/2014/main" id="{82B8D9C8-B4A4-A818-06A9-93BF48EED0E4}"/>
              </a:ext>
            </a:extLst>
          </p:cNvPr>
          <p:cNvGrpSpPr/>
          <p:nvPr/>
        </p:nvGrpSpPr>
        <p:grpSpPr>
          <a:xfrm>
            <a:off x="4553331" y="3988800"/>
            <a:ext cx="2343960" cy="980280"/>
            <a:chOff x="4553331" y="3988800"/>
            <a:chExt cx="2343960" cy="980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6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A88C2E53-E7E9-25CB-FCCD-AFE3A6FD3ADA}"/>
                    </a:ext>
                  </a:extLst>
                </p14:cNvPr>
                <p14:cNvContentPartPr/>
                <p14:nvPr/>
              </p14:nvContentPartPr>
              <p14:xfrm>
                <a:off x="4553331" y="4432680"/>
                <a:ext cx="208080" cy="239040"/>
              </p14:xfrm>
            </p:contentPart>
          </mc:Choice>
          <mc:Fallback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A88C2E53-E7E9-25CB-FCCD-AFE3A6FD3ADA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4535331" y="4414680"/>
                  <a:ext cx="243720" cy="27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8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545A37E3-54EB-FD9C-353D-D6F1E44DB389}"/>
                    </a:ext>
                  </a:extLst>
                </p14:cNvPr>
                <p14:cNvContentPartPr/>
                <p14:nvPr/>
              </p14:nvContentPartPr>
              <p14:xfrm>
                <a:off x="4913331" y="4579200"/>
                <a:ext cx="89280" cy="60120"/>
              </p14:xfrm>
            </p:contentPart>
          </mc:Choice>
          <mc:Fallback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545A37E3-54EB-FD9C-353D-D6F1E44DB389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4895331" y="4561200"/>
                  <a:ext cx="12492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0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BDF86CA6-BEFB-09C0-A354-58B6B4C7BBC1}"/>
                    </a:ext>
                  </a:extLst>
                </p14:cNvPr>
                <p14:cNvContentPartPr/>
                <p14:nvPr/>
              </p14:nvContentPartPr>
              <p14:xfrm>
                <a:off x="4984971" y="4155480"/>
                <a:ext cx="152280" cy="122760"/>
              </p14:xfrm>
            </p:contentPart>
          </mc:Choice>
          <mc:Fallback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BDF86CA6-BEFB-09C0-A354-58B6B4C7BBC1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4967331" y="4137840"/>
                  <a:ext cx="18792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2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BC9C3110-A21B-7638-0CDC-263D8275CEF2}"/>
                    </a:ext>
                  </a:extLst>
                </p14:cNvPr>
                <p14:cNvContentPartPr/>
                <p14:nvPr/>
              </p14:nvContentPartPr>
              <p14:xfrm>
                <a:off x="4872651" y="3988800"/>
                <a:ext cx="395280" cy="395640"/>
              </p14:xfrm>
            </p:contentPart>
          </mc:Choice>
          <mc:Fallback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BC9C3110-A21B-7638-0CDC-263D8275CEF2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4855011" y="3970800"/>
                  <a:ext cx="430920" cy="43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4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4DB2C367-CF0A-EFEA-C48C-FEFB800FAD07}"/>
                    </a:ext>
                  </a:extLst>
                </p14:cNvPr>
                <p14:cNvContentPartPr/>
                <p14:nvPr/>
              </p14:nvContentPartPr>
              <p14:xfrm>
                <a:off x="5482851" y="4523760"/>
                <a:ext cx="259200" cy="23040"/>
              </p14:xfrm>
            </p:contentPart>
          </mc:Choice>
          <mc:Fallback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4DB2C367-CF0A-EFEA-C48C-FEFB800FAD07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5465211" y="4506120"/>
                  <a:ext cx="29484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6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C8AB0401-6B78-1D40-7307-5B54A45616B6}"/>
                    </a:ext>
                  </a:extLst>
                </p14:cNvPr>
                <p14:cNvContentPartPr/>
                <p14:nvPr/>
              </p14:nvContentPartPr>
              <p14:xfrm>
                <a:off x="5911251" y="4282560"/>
                <a:ext cx="222840" cy="281160"/>
              </p14:xfrm>
            </p:contentPart>
          </mc:Choice>
          <mc:Fallback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C8AB0401-6B78-1D40-7307-5B54A45616B6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5893251" y="4264920"/>
                  <a:ext cx="258480" cy="31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8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C601D600-947E-7C61-F3CA-5B769A8080DB}"/>
                    </a:ext>
                  </a:extLst>
                </p14:cNvPr>
                <p14:cNvContentPartPr/>
                <p14:nvPr/>
              </p14:nvContentPartPr>
              <p14:xfrm>
                <a:off x="6284931" y="4442400"/>
                <a:ext cx="76680" cy="120240"/>
              </p14:xfrm>
            </p:contentPart>
          </mc:Choice>
          <mc:Fallback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C601D600-947E-7C61-F3CA-5B769A8080DB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6267291" y="4424400"/>
                  <a:ext cx="11232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0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E97D51EA-9D2A-23E5-CFC0-548310D8DB60}"/>
                    </a:ext>
                  </a:extLst>
                </p14:cNvPr>
                <p14:cNvContentPartPr/>
                <p14:nvPr/>
              </p14:nvContentPartPr>
              <p14:xfrm>
                <a:off x="6415251" y="4466160"/>
                <a:ext cx="155880" cy="73080"/>
              </p14:xfrm>
            </p:contentPart>
          </mc:Choice>
          <mc:Fallback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E97D51EA-9D2A-23E5-CFC0-548310D8DB60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6397611" y="4448160"/>
                  <a:ext cx="19152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2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71F72A99-016C-10A4-5843-9B4F286D006E}"/>
                    </a:ext>
                  </a:extLst>
                </p14:cNvPr>
                <p14:cNvContentPartPr/>
                <p14:nvPr/>
              </p14:nvContentPartPr>
              <p14:xfrm>
                <a:off x="6580131" y="4294440"/>
                <a:ext cx="51840" cy="263520"/>
              </p14:xfrm>
            </p:contentPart>
          </mc:Choice>
          <mc:Fallback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71F72A99-016C-10A4-5843-9B4F286D006E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6562491" y="4276440"/>
                  <a:ext cx="87480" cy="29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4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DA02654F-21CC-3C49-AB08-4E20E7901516}"/>
                    </a:ext>
                  </a:extLst>
                </p14:cNvPr>
                <p14:cNvContentPartPr/>
                <p14:nvPr/>
              </p14:nvContentPartPr>
              <p14:xfrm>
                <a:off x="6597051" y="4406760"/>
                <a:ext cx="51840" cy="33840"/>
              </p14:xfrm>
            </p:contentPart>
          </mc:Choice>
          <mc:Fallback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DA02654F-21CC-3C49-AB08-4E20E7901516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6579411" y="4388760"/>
                  <a:ext cx="8748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6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1B615F75-AF0A-05CA-408C-45E2E12B58FF}"/>
                    </a:ext>
                  </a:extLst>
                </p14:cNvPr>
                <p14:cNvContentPartPr/>
                <p14:nvPr/>
              </p14:nvContentPartPr>
              <p14:xfrm>
                <a:off x="4778691" y="4737240"/>
                <a:ext cx="2118600" cy="231840"/>
              </p14:xfrm>
            </p:contentPart>
          </mc:Choice>
          <mc:Fallback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1B615F75-AF0A-05CA-408C-45E2E12B58FF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4760691" y="4719240"/>
                  <a:ext cx="2154240" cy="267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6" name="Group 295">
            <a:extLst>
              <a:ext uri="{FF2B5EF4-FFF2-40B4-BE49-F238E27FC236}">
                <a16:creationId xmlns:a16="http://schemas.microsoft.com/office/drawing/2014/main" id="{34472C64-709A-3213-3FF9-CCFE40D58042}"/>
              </a:ext>
            </a:extLst>
          </p:cNvPr>
          <p:cNvGrpSpPr/>
          <p:nvPr/>
        </p:nvGrpSpPr>
        <p:grpSpPr>
          <a:xfrm>
            <a:off x="5480331" y="5132520"/>
            <a:ext cx="438480" cy="371880"/>
            <a:chOff x="5480331" y="5132520"/>
            <a:chExt cx="438480" cy="371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18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9F850CDA-856D-8F7B-20B3-4E4B1058E9C6}"/>
                    </a:ext>
                  </a:extLst>
                </p14:cNvPr>
                <p14:cNvContentPartPr/>
                <p14:nvPr/>
              </p14:nvContentPartPr>
              <p14:xfrm>
                <a:off x="5480331" y="5180400"/>
                <a:ext cx="98640" cy="299160"/>
              </p14:xfrm>
            </p:contentPart>
          </mc:Choice>
          <mc:Fallback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9F850CDA-856D-8F7B-20B3-4E4B1058E9C6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5462331" y="5162760"/>
                  <a:ext cx="134280" cy="33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0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096164B1-4E8A-B043-C734-7E301526E431}"/>
                    </a:ext>
                  </a:extLst>
                </p14:cNvPr>
                <p14:cNvContentPartPr/>
                <p14:nvPr/>
              </p14:nvContentPartPr>
              <p14:xfrm>
                <a:off x="5521011" y="5132520"/>
                <a:ext cx="192960" cy="174240"/>
              </p14:xfrm>
            </p:contentPart>
          </mc:Choice>
          <mc:Fallback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096164B1-4E8A-B043-C734-7E301526E431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5503371" y="5114880"/>
                  <a:ext cx="22860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2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ADF382C9-B1C4-6F17-032F-AF4113F3A42D}"/>
                    </a:ext>
                  </a:extLst>
                </p14:cNvPr>
                <p14:cNvContentPartPr/>
                <p14:nvPr/>
              </p14:nvContentPartPr>
              <p14:xfrm>
                <a:off x="5789931" y="5149080"/>
                <a:ext cx="119160" cy="355320"/>
              </p14:xfrm>
            </p:contentPart>
          </mc:Choice>
          <mc:Fallback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ADF382C9-B1C4-6F17-032F-AF4113F3A42D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5771931" y="5131440"/>
                  <a:ext cx="154800" cy="39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4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3E40045F-123E-D0EF-0207-88C6432008D5}"/>
                    </a:ext>
                  </a:extLst>
                </p14:cNvPr>
                <p14:cNvContentPartPr/>
                <p14:nvPr/>
              </p14:nvContentPartPr>
              <p14:xfrm>
                <a:off x="5785611" y="5320080"/>
                <a:ext cx="133200" cy="79920"/>
              </p14:xfrm>
            </p:contentPart>
          </mc:Choice>
          <mc:Fallback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3E40045F-123E-D0EF-0207-88C6432008D5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5767971" y="5302080"/>
                  <a:ext cx="168840" cy="11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8" name="Group 337">
            <a:extLst>
              <a:ext uri="{FF2B5EF4-FFF2-40B4-BE49-F238E27FC236}">
                <a16:creationId xmlns:a16="http://schemas.microsoft.com/office/drawing/2014/main" id="{734BBA1A-B24B-D190-DEE2-29AE5AFDD50A}"/>
              </a:ext>
            </a:extLst>
          </p:cNvPr>
          <p:cNvGrpSpPr/>
          <p:nvPr/>
        </p:nvGrpSpPr>
        <p:grpSpPr>
          <a:xfrm>
            <a:off x="5834931" y="2912760"/>
            <a:ext cx="4102560" cy="3741120"/>
            <a:chOff x="5834931" y="2912760"/>
            <a:chExt cx="4102560" cy="3741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6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7C1E3F4C-6225-6E19-5B07-A1C81BF209F3}"/>
                    </a:ext>
                  </a:extLst>
                </p14:cNvPr>
                <p14:cNvContentPartPr/>
                <p14:nvPr/>
              </p14:nvContentPartPr>
              <p14:xfrm>
                <a:off x="6791811" y="3041280"/>
                <a:ext cx="362520" cy="3612600"/>
              </p14:xfrm>
            </p:contentPart>
          </mc:Choice>
          <mc:Fallback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7C1E3F4C-6225-6E19-5B07-A1C81BF209F3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6774171" y="3023280"/>
                  <a:ext cx="398160" cy="36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8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D74C3270-33FA-8961-DB3B-F2665B8D1472}"/>
                    </a:ext>
                  </a:extLst>
                </p14:cNvPr>
                <p14:cNvContentPartPr/>
                <p14:nvPr/>
              </p14:nvContentPartPr>
              <p14:xfrm>
                <a:off x="5834931" y="2993400"/>
                <a:ext cx="1562400" cy="2983680"/>
              </p14:xfrm>
            </p:contentPart>
          </mc:Choice>
          <mc:Fallback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D74C3270-33FA-8961-DB3B-F2665B8D1472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5816931" y="2975760"/>
                  <a:ext cx="1598040" cy="301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0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82738B3E-0EED-DBF5-C414-7DC2395CEF53}"/>
                    </a:ext>
                  </a:extLst>
                </p14:cNvPr>
                <p14:cNvContentPartPr/>
                <p14:nvPr/>
              </p14:nvContentPartPr>
              <p14:xfrm>
                <a:off x="7276371" y="2952360"/>
                <a:ext cx="327240" cy="113040"/>
              </p14:xfrm>
            </p:contentPart>
          </mc:Choice>
          <mc:Fallback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82738B3E-0EED-DBF5-C414-7DC2395CEF53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7258371" y="2934720"/>
                  <a:ext cx="36288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2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5E07B5B2-BD1C-E0F2-3BD0-833EAB936E48}"/>
                    </a:ext>
                  </a:extLst>
                </p14:cNvPr>
                <p14:cNvContentPartPr/>
                <p14:nvPr/>
              </p14:nvContentPartPr>
              <p14:xfrm>
                <a:off x="7342971" y="2958840"/>
                <a:ext cx="3960" cy="1800"/>
              </p14:xfrm>
            </p:contentPart>
          </mc:Choice>
          <mc:Fallback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5E07B5B2-BD1C-E0F2-3BD0-833EAB936E48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7324971" y="2940840"/>
                  <a:ext cx="3960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4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DBFAFA99-2C8A-7641-92DD-E8A157AD76BE}"/>
                    </a:ext>
                  </a:extLst>
                </p14:cNvPr>
                <p14:cNvContentPartPr/>
                <p14:nvPr/>
              </p14:nvContentPartPr>
              <p14:xfrm>
                <a:off x="7330731" y="2912760"/>
                <a:ext cx="276840" cy="196560"/>
              </p14:xfrm>
            </p:contentPart>
          </mc:Choice>
          <mc:Fallback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DBFAFA99-2C8A-7641-92DD-E8A157AD76BE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7313091" y="2895120"/>
                  <a:ext cx="31248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6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D75BFF1B-5FC2-44A0-624D-1B2F63075491}"/>
                    </a:ext>
                  </a:extLst>
                </p14:cNvPr>
                <p14:cNvContentPartPr/>
                <p14:nvPr/>
              </p14:nvContentPartPr>
              <p14:xfrm>
                <a:off x="7978011" y="3056040"/>
                <a:ext cx="214200" cy="279000"/>
              </p14:xfrm>
            </p:contentPart>
          </mc:Choice>
          <mc:Fallback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D75BFF1B-5FC2-44A0-624D-1B2F63075491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7960371" y="3038040"/>
                  <a:ext cx="249840" cy="31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8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D534B38B-A603-FD5D-39B7-D9DF831E82A8}"/>
                    </a:ext>
                  </a:extLst>
                </p14:cNvPr>
                <p14:cNvContentPartPr/>
                <p14:nvPr/>
              </p14:nvContentPartPr>
              <p14:xfrm>
                <a:off x="8386251" y="3185640"/>
                <a:ext cx="159480" cy="23400"/>
              </p14:xfrm>
            </p:contentPart>
          </mc:Choice>
          <mc:Fallback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D534B38B-A603-FD5D-39B7-D9DF831E82A8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8368611" y="3168000"/>
                  <a:ext cx="195120" cy="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0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1D4884F2-FE08-B513-5484-FC13D4B57BA3}"/>
                    </a:ext>
                  </a:extLst>
                </p14:cNvPr>
                <p14:cNvContentPartPr/>
                <p14:nvPr/>
              </p14:nvContentPartPr>
              <p14:xfrm>
                <a:off x="8735811" y="2958120"/>
                <a:ext cx="216360" cy="252000"/>
              </p14:xfrm>
            </p:contentPart>
          </mc:Choice>
          <mc:Fallback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1D4884F2-FE08-B513-5484-FC13D4B57BA3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8718171" y="2940120"/>
                  <a:ext cx="252000" cy="28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2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349F2C19-9CEE-CAD1-3FEB-5045068ACEBE}"/>
                    </a:ext>
                  </a:extLst>
                </p14:cNvPr>
                <p14:cNvContentPartPr/>
                <p14:nvPr/>
              </p14:nvContentPartPr>
              <p14:xfrm>
                <a:off x="9034611" y="3229920"/>
                <a:ext cx="101520" cy="23040"/>
              </p14:xfrm>
            </p:contentPart>
          </mc:Choice>
          <mc:Fallback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349F2C19-9CEE-CAD1-3FEB-5045068ACEBE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9016971" y="3212280"/>
                  <a:ext cx="13716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4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6A635281-7B6E-D96B-8478-41492386BC52}"/>
                    </a:ext>
                  </a:extLst>
                </p14:cNvPr>
                <p14:cNvContentPartPr/>
                <p14:nvPr/>
              </p14:nvContentPartPr>
              <p14:xfrm>
                <a:off x="9119931" y="3209760"/>
                <a:ext cx="43560" cy="206280"/>
              </p14:xfrm>
            </p:contentPart>
          </mc:Choice>
          <mc:Fallback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6A635281-7B6E-D96B-8478-41492386BC52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9102291" y="3191760"/>
                  <a:ext cx="7920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6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CBFB9B55-F912-57AD-24F4-876311ABB11E}"/>
                    </a:ext>
                  </a:extLst>
                </p14:cNvPr>
                <p14:cNvContentPartPr/>
                <p14:nvPr/>
              </p14:nvContentPartPr>
              <p14:xfrm>
                <a:off x="9069531" y="3108960"/>
                <a:ext cx="24840" cy="35280"/>
              </p14:xfrm>
            </p:contentPart>
          </mc:Choice>
          <mc:Fallback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CBFB9B55-F912-57AD-24F4-876311ABB11E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9051531" y="3090960"/>
                  <a:ext cx="6048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8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CB36EB82-9DCF-5B47-7270-ED8E10933013}"/>
                    </a:ext>
                  </a:extLst>
                </p14:cNvPr>
                <p14:cNvContentPartPr/>
                <p14:nvPr/>
              </p14:nvContentPartPr>
              <p14:xfrm>
                <a:off x="9219651" y="3200040"/>
                <a:ext cx="149040" cy="138960"/>
              </p14:xfrm>
            </p:contentPart>
          </mc:Choice>
          <mc:Fallback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CB36EB82-9DCF-5B47-7270-ED8E10933013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9201651" y="3182040"/>
                  <a:ext cx="18468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0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AD87EB53-9847-F688-57A7-341400118C33}"/>
                    </a:ext>
                  </a:extLst>
                </p14:cNvPr>
                <p14:cNvContentPartPr/>
                <p14:nvPr/>
              </p14:nvContentPartPr>
              <p14:xfrm>
                <a:off x="7685331" y="3519000"/>
                <a:ext cx="1966320" cy="194760"/>
              </p14:xfrm>
            </p:contentPart>
          </mc:Choice>
          <mc:Fallback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AD87EB53-9847-F688-57A7-341400118C33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7667691" y="3501360"/>
                  <a:ext cx="200196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2">
              <p14:nvContentPartPr>
                <p14:cNvPr id="331" name="Ink 330">
                  <a:extLst>
                    <a:ext uri="{FF2B5EF4-FFF2-40B4-BE49-F238E27FC236}">
                      <a16:creationId xmlns:a16="http://schemas.microsoft.com/office/drawing/2014/main" id="{F029E602-62E8-9D7F-73B2-3874740C686C}"/>
                    </a:ext>
                  </a:extLst>
                </p14:cNvPr>
                <p14:cNvContentPartPr/>
                <p14:nvPr/>
              </p14:nvContentPartPr>
              <p14:xfrm>
                <a:off x="8534571" y="3884400"/>
                <a:ext cx="61920" cy="187920"/>
              </p14:xfrm>
            </p:contentPart>
          </mc:Choice>
          <mc:Fallback>
            <p:pic>
              <p:nvPicPr>
                <p:cNvPr id="331" name="Ink 330">
                  <a:extLst>
                    <a:ext uri="{FF2B5EF4-FFF2-40B4-BE49-F238E27FC236}">
                      <a16:creationId xmlns:a16="http://schemas.microsoft.com/office/drawing/2014/main" id="{F029E602-62E8-9D7F-73B2-3874740C686C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8516931" y="3866760"/>
                  <a:ext cx="9756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4">
              <p14:nvContentPartPr>
                <p14:cNvPr id="332" name="Ink 331">
                  <a:extLst>
                    <a:ext uri="{FF2B5EF4-FFF2-40B4-BE49-F238E27FC236}">
                      <a16:creationId xmlns:a16="http://schemas.microsoft.com/office/drawing/2014/main" id="{C5442843-931F-B651-8281-8C2BF9BC6713}"/>
                    </a:ext>
                  </a:extLst>
                </p14:cNvPr>
                <p14:cNvContentPartPr/>
                <p14:nvPr/>
              </p14:nvContentPartPr>
              <p14:xfrm>
                <a:off x="8498931" y="3768120"/>
                <a:ext cx="223200" cy="184680"/>
              </p14:xfrm>
            </p:contentPart>
          </mc:Choice>
          <mc:Fallback>
            <p:pic>
              <p:nvPicPr>
                <p:cNvPr id="332" name="Ink 331">
                  <a:extLst>
                    <a:ext uri="{FF2B5EF4-FFF2-40B4-BE49-F238E27FC236}">
                      <a16:creationId xmlns:a16="http://schemas.microsoft.com/office/drawing/2014/main" id="{C5442843-931F-B651-8281-8C2BF9BC6713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8480931" y="3750480"/>
                  <a:ext cx="25884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6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B543F191-06D4-D5B3-9647-1434347251D0}"/>
                    </a:ext>
                  </a:extLst>
                </p14:cNvPr>
                <p14:cNvContentPartPr/>
                <p14:nvPr/>
              </p14:nvContentPartPr>
              <p14:xfrm>
                <a:off x="8900691" y="3886920"/>
                <a:ext cx="85680" cy="164160"/>
              </p14:xfrm>
            </p:contentPart>
          </mc:Choice>
          <mc:Fallback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B543F191-06D4-D5B3-9647-1434347251D0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8883051" y="3868920"/>
                  <a:ext cx="12132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8">
              <p14:nvContentPartPr>
                <p14:cNvPr id="334" name="Ink 333">
                  <a:extLst>
                    <a:ext uri="{FF2B5EF4-FFF2-40B4-BE49-F238E27FC236}">
                      <a16:creationId xmlns:a16="http://schemas.microsoft.com/office/drawing/2014/main" id="{41BCFF51-E636-408B-AA73-F134CC8893D9}"/>
                    </a:ext>
                  </a:extLst>
                </p14:cNvPr>
                <p14:cNvContentPartPr/>
                <p14:nvPr/>
              </p14:nvContentPartPr>
              <p14:xfrm>
                <a:off x="8935611" y="3795120"/>
                <a:ext cx="18720" cy="10440"/>
              </p14:xfrm>
            </p:contentPart>
          </mc:Choice>
          <mc:Fallback>
            <p:pic>
              <p:nvPicPr>
                <p:cNvPr id="334" name="Ink 333">
                  <a:extLst>
                    <a:ext uri="{FF2B5EF4-FFF2-40B4-BE49-F238E27FC236}">
                      <a16:creationId xmlns:a16="http://schemas.microsoft.com/office/drawing/2014/main" id="{41BCFF51-E636-408B-AA73-F134CC8893D9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8917611" y="3777480"/>
                  <a:ext cx="5436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0">
              <p14:nvContentPartPr>
                <p14:cNvPr id="336" name="Ink 335">
                  <a:extLst>
                    <a:ext uri="{FF2B5EF4-FFF2-40B4-BE49-F238E27FC236}">
                      <a16:creationId xmlns:a16="http://schemas.microsoft.com/office/drawing/2014/main" id="{44006522-E8FD-4BE2-A290-BFAA5F42C2A1}"/>
                    </a:ext>
                  </a:extLst>
                </p14:cNvPr>
                <p14:cNvContentPartPr/>
                <p14:nvPr/>
              </p14:nvContentPartPr>
              <p14:xfrm>
                <a:off x="9858651" y="3376800"/>
                <a:ext cx="56520" cy="26280"/>
              </p14:xfrm>
            </p:contentPart>
          </mc:Choice>
          <mc:Fallback>
            <p:pic>
              <p:nvPicPr>
                <p:cNvPr id="336" name="Ink 335">
                  <a:extLst>
                    <a:ext uri="{FF2B5EF4-FFF2-40B4-BE49-F238E27FC236}">
                      <a16:creationId xmlns:a16="http://schemas.microsoft.com/office/drawing/2014/main" id="{44006522-E8FD-4BE2-A290-BFAA5F42C2A1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9840651" y="3358800"/>
                  <a:ext cx="9216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2">
              <p14:nvContentPartPr>
                <p14:cNvPr id="337" name="Ink 336">
                  <a:extLst>
                    <a:ext uri="{FF2B5EF4-FFF2-40B4-BE49-F238E27FC236}">
                      <a16:creationId xmlns:a16="http://schemas.microsoft.com/office/drawing/2014/main" id="{183B1A2C-7554-230A-41BB-1E329BFA769D}"/>
                    </a:ext>
                  </a:extLst>
                </p14:cNvPr>
                <p14:cNvContentPartPr/>
                <p14:nvPr/>
              </p14:nvContentPartPr>
              <p14:xfrm>
                <a:off x="9859011" y="3485160"/>
                <a:ext cx="78480" cy="24840"/>
              </p14:xfrm>
            </p:contentPart>
          </mc:Choice>
          <mc:Fallback>
            <p:pic>
              <p:nvPicPr>
                <p:cNvPr id="337" name="Ink 336">
                  <a:extLst>
                    <a:ext uri="{FF2B5EF4-FFF2-40B4-BE49-F238E27FC236}">
                      <a16:creationId xmlns:a16="http://schemas.microsoft.com/office/drawing/2014/main" id="{183B1A2C-7554-230A-41BB-1E329BFA769D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9841011" y="3467160"/>
                  <a:ext cx="114120" cy="60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3" name="Group 342">
            <a:extLst>
              <a:ext uri="{FF2B5EF4-FFF2-40B4-BE49-F238E27FC236}">
                <a16:creationId xmlns:a16="http://schemas.microsoft.com/office/drawing/2014/main" id="{1062C531-1990-B7E5-9025-C40B971B1BA9}"/>
              </a:ext>
            </a:extLst>
          </p:cNvPr>
          <p:cNvGrpSpPr/>
          <p:nvPr/>
        </p:nvGrpSpPr>
        <p:grpSpPr>
          <a:xfrm>
            <a:off x="10144851" y="2943000"/>
            <a:ext cx="680400" cy="281520"/>
            <a:chOff x="10144851" y="2943000"/>
            <a:chExt cx="680400" cy="281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4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73827B0F-2728-D697-47AB-5A0932D27C5A}"/>
                    </a:ext>
                  </a:extLst>
                </p14:cNvPr>
                <p14:cNvContentPartPr/>
                <p14:nvPr/>
              </p14:nvContentPartPr>
              <p14:xfrm>
                <a:off x="10144851" y="2965320"/>
                <a:ext cx="217440" cy="207360"/>
              </p14:xfrm>
            </p:contentPart>
          </mc:Choice>
          <mc:Fallback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73827B0F-2728-D697-47AB-5A0932D27C5A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10127211" y="2947320"/>
                  <a:ext cx="25308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6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537FA834-A955-16DD-BABD-31C0EFA704E6}"/>
                    </a:ext>
                  </a:extLst>
                </p14:cNvPr>
                <p14:cNvContentPartPr/>
                <p14:nvPr/>
              </p14:nvContentPartPr>
              <p14:xfrm>
                <a:off x="10554531" y="3085920"/>
                <a:ext cx="35640" cy="138600"/>
              </p14:xfrm>
            </p:contentPart>
          </mc:Choice>
          <mc:Fallback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537FA834-A955-16DD-BABD-31C0EFA704E6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10536531" y="3068280"/>
                  <a:ext cx="7128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8">
              <p14:nvContentPartPr>
                <p14:cNvPr id="341" name="Ink 340">
                  <a:extLst>
                    <a:ext uri="{FF2B5EF4-FFF2-40B4-BE49-F238E27FC236}">
                      <a16:creationId xmlns:a16="http://schemas.microsoft.com/office/drawing/2014/main" id="{124D221E-98A9-0C8F-7749-CC6899572BBD}"/>
                    </a:ext>
                  </a:extLst>
                </p14:cNvPr>
                <p14:cNvContentPartPr/>
                <p14:nvPr/>
              </p14:nvContentPartPr>
              <p14:xfrm>
                <a:off x="10532931" y="2943000"/>
                <a:ext cx="19440" cy="19800"/>
              </p14:xfrm>
            </p:contentPart>
          </mc:Choice>
          <mc:Fallback>
            <p:pic>
              <p:nvPicPr>
                <p:cNvPr id="341" name="Ink 340">
                  <a:extLst>
                    <a:ext uri="{FF2B5EF4-FFF2-40B4-BE49-F238E27FC236}">
                      <a16:creationId xmlns:a16="http://schemas.microsoft.com/office/drawing/2014/main" id="{124D221E-98A9-0C8F-7749-CC6899572BBD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10514931" y="2925000"/>
                  <a:ext cx="5508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0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F2FEC972-BC08-1449-FC84-45A2FC84C3BB}"/>
                    </a:ext>
                  </a:extLst>
                </p14:cNvPr>
                <p14:cNvContentPartPr/>
                <p14:nvPr/>
              </p14:nvContentPartPr>
              <p14:xfrm>
                <a:off x="10664691" y="3005640"/>
                <a:ext cx="160560" cy="114120"/>
              </p14:xfrm>
            </p:contentPart>
          </mc:Choice>
          <mc:Fallback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F2FEC972-BC08-1449-FC84-45A2FC84C3BB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10646691" y="2988000"/>
                  <a:ext cx="196200" cy="149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6" name="Group 355">
            <a:extLst>
              <a:ext uri="{FF2B5EF4-FFF2-40B4-BE49-F238E27FC236}">
                <a16:creationId xmlns:a16="http://schemas.microsoft.com/office/drawing/2014/main" id="{94001067-A2A6-5FA0-8EEF-E76415B15190}"/>
              </a:ext>
            </a:extLst>
          </p:cNvPr>
          <p:cNvGrpSpPr/>
          <p:nvPr/>
        </p:nvGrpSpPr>
        <p:grpSpPr>
          <a:xfrm>
            <a:off x="11082651" y="2808360"/>
            <a:ext cx="1015200" cy="308880"/>
            <a:chOff x="11082651" y="2808360"/>
            <a:chExt cx="1015200" cy="308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72">
              <p14:nvContentPartPr>
                <p14:cNvPr id="344" name="Ink 343">
                  <a:extLst>
                    <a:ext uri="{FF2B5EF4-FFF2-40B4-BE49-F238E27FC236}">
                      <a16:creationId xmlns:a16="http://schemas.microsoft.com/office/drawing/2014/main" id="{F7C47CFB-96BE-C724-BFA6-1E19A6D4D4C9}"/>
                    </a:ext>
                  </a:extLst>
                </p14:cNvPr>
                <p14:cNvContentPartPr/>
                <p14:nvPr/>
              </p14:nvContentPartPr>
              <p14:xfrm>
                <a:off x="11082651" y="3027600"/>
                <a:ext cx="167400" cy="26280"/>
              </p14:xfrm>
            </p:contentPart>
          </mc:Choice>
          <mc:Fallback>
            <p:pic>
              <p:nvPicPr>
                <p:cNvPr id="344" name="Ink 343">
                  <a:extLst>
                    <a:ext uri="{FF2B5EF4-FFF2-40B4-BE49-F238E27FC236}">
                      <a16:creationId xmlns:a16="http://schemas.microsoft.com/office/drawing/2014/main" id="{F7C47CFB-96BE-C724-BFA6-1E19A6D4D4C9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11065011" y="3009960"/>
                  <a:ext cx="20304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4">
              <p14:nvContentPartPr>
                <p14:cNvPr id="345" name="Ink 344">
                  <a:extLst>
                    <a:ext uri="{FF2B5EF4-FFF2-40B4-BE49-F238E27FC236}">
                      <a16:creationId xmlns:a16="http://schemas.microsoft.com/office/drawing/2014/main" id="{87BC136C-A41C-31A3-4AA7-6A9DA24E2DF5}"/>
                    </a:ext>
                  </a:extLst>
                </p14:cNvPr>
                <p14:cNvContentPartPr/>
                <p14:nvPr/>
              </p14:nvContentPartPr>
              <p14:xfrm>
                <a:off x="11358411" y="2808360"/>
                <a:ext cx="228600" cy="308880"/>
              </p14:xfrm>
            </p:contentPart>
          </mc:Choice>
          <mc:Fallback>
            <p:pic>
              <p:nvPicPr>
                <p:cNvPr id="345" name="Ink 344">
                  <a:extLst>
                    <a:ext uri="{FF2B5EF4-FFF2-40B4-BE49-F238E27FC236}">
                      <a16:creationId xmlns:a16="http://schemas.microsoft.com/office/drawing/2014/main" id="{87BC136C-A41C-31A3-4AA7-6A9DA24E2DF5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11340411" y="2790720"/>
                  <a:ext cx="264240" cy="34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6">
              <p14:nvContentPartPr>
                <p14:cNvPr id="346" name="Ink 345">
                  <a:extLst>
                    <a:ext uri="{FF2B5EF4-FFF2-40B4-BE49-F238E27FC236}">
                      <a16:creationId xmlns:a16="http://schemas.microsoft.com/office/drawing/2014/main" id="{CE8E08C8-951C-9180-544F-B69E1ECB4462}"/>
                    </a:ext>
                  </a:extLst>
                </p14:cNvPr>
                <p14:cNvContentPartPr/>
                <p14:nvPr/>
              </p14:nvContentPartPr>
              <p14:xfrm>
                <a:off x="11679171" y="3004920"/>
                <a:ext cx="87840" cy="106200"/>
              </p14:xfrm>
            </p:contentPart>
          </mc:Choice>
          <mc:Fallback>
            <p:pic>
              <p:nvPicPr>
                <p:cNvPr id="346" name="Ink 345">
                  <a:extLst>
                    <a:ext uri="{FF2B5EF4-FFF2-40B4-BE49-F238E27FC236}">
                      <a16:creationId xmlns:a16="http://schemas.microsoft.com/office/drawing/2014/main" id="{CE8E08C8-951C-9180-544F-B69E1ECB4462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11661171" y="2986920"/>
                  <a:ext cx="12348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8">
              <p14:nvContentPartPr>
                <p14:cNvPr id="347" name="Ink 346">
                  <a:extLst>
                    <a:ext uri="{FF2B5EF4-FFF2-40B4-BE49-F238E27FC236}">
                      <a16:creationId xmlns:a16="http://schemas.microsoft.com/office/drawing/2014/main" id="{D4944FD8-EE3D-3414-8313-8CFAF9C5F614}"/>
                    </a:ext>
                  </a:extLst>
                </p14:cNvPr>
                <p14:cNvContentPartPr/>
                <p14:nvPr/>
              </p14:nvContentPartPr>
              <p14:xfrm>
                <a:off x="11815971" y="2983320"/>
                <a:ext cx="124920" cy="93600"/>
              </p14:xfrm>
            </p:contentPart>
          </mc:Choice>
          <mc:Fallback>
            <p:pic>
              <p:nvPicPr>
                <p:cNvPr id="347" name="Ink 346">
                  <a:extLst>
                    <a:ext uri="{FF2B5EF4-FFF2-40B4-BE49-F238E27FC236}">
                      <a16:creationId xmlns:a16="http://schemas.microsoft.com/office/drawing/2014/main" id="{D4944FD8-EE3D-3414-8313-8CFAF9C5F614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11797971" y="2965320"/>
                  <a:ext cx="16056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0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7DB6D76D-6E49-F6B8-6775-63C5CE9F33EC}"/>
                    </a:ext>
                  </a:extLst>
                </p14:cNvPr>
                <p14:cNvContentPartPr/>
                <p14:nvPr/>
              </p14:nvContentPartPr>
              <p14:xfrm>
                <a:off x="12030531" y="2845800"/>
                <a:ext cx="32040" cy="170640"/>
              </p14:xfrm>
            </p:contentPart>
          </mc:Choice>
          <mc:Fallback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7DB6D76D-6E49-F6B8-6775-63C5CE9F33EC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12012531" y="2828160"/>
                  <a:ext cx="6768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2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302FB7F5-A681-DF31-EF45-2B67B4D571D6}"/>
                    </a:ext>
                  </a:extLst>
                </p14:cNvPr>
                <p14:cNvContentPartPr/>
                <p14:nvPr/>
              </p14:nvContentPartPr>
              <p14:xfrm>
                <a:off x="11986251" y="2928960"/>
                <a:ext cx="111600" cy="58320"/>
              </p14:xfrm>
            </p:contentPart>
          </mc:Choice>
          <mc:Fallback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302FB7F5-A681-DF31-EF45-2B67B4D571D6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11968251" y="2910960"/>
                  <a:ext cx="147240" cy="93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84">
            <p14:nvContentPartPr>
              <p14:cNvPr id="350" name="Ink 349">
                <a:extLst>
                  <a:ext uri="{FF2B5EF4-FFF2-40B4-BE49-F238E27FC236}">
                    <a16:creationId xmlns:a16="http://schemas.microsoft.com/office/drawing/2014/main" id="{685AE6DB-6216-D9A3-6F49-6F3122AFE92E}"/>
                  </a:ext>
                </a:extLst>
              </p14:cNvPr>
              <p14:cNvContentPartPr/>
              <p14:nvPr/>
            </p14:nvContentPartPr>
            <p14:xfrm>
              <a:off x="10435371" y="3269880"/>
              <a:ext cx="1740600" cy="132120"/>
            </p14:xfrm>
          </p:contentPart>
        </mc:Choice>
        <mc:Fallback>
          <p:pic>
            <p:nvPicPr>
              <p:cNvPr id="350" name="Ink 349">
                <a:extLst>
                  <a:ext uri="{FF2B5EF4-FFF2-40B4-BE49-F238E27FC236}">
                    <a16:creationId xmlns:a16="http://schemas.microsoft.com/office/drawing/2014/main" id="{685AE6DB-6216-D9A3-6F49-6F3122AFE92E}"/>
                  </a:ext>
                </a:extLst>
              </p:cNvPr>
              <p:cNvPicPr/>
              <p:nvPr/>
            </p:nvPicPr>
            <p:blipFill>
              <a:blip r:embed="rId385"/>
              <a:stretch>
                <a:fillRect/>
              </a:stretch>
            </p:blipFill>
            <p:spPr>
              <a:xfrm>
                <a:off x="10417371" y="3251880"/>
                <a:ext cx="1776240" cy="167760"/>
              </a:xfrm>
              <a:prstGeom prst="rect">
                <a:avLst/>
              </a:prstGeom>
            </p:spPr>
          </p:pic>
        </mc:Fallback>
      </mc:AlternateContent>
      <p:grpSp>
        <p:nvGrpSpPr>
          <p:cNvPr id="355" name="Group 354">
            <a:extLst>
              <a:ext uri="{FF2B5EF4-FFF2-40B4-BE49-F238E27FC236}">
                <a16:creationId xmlns:a16="http://schemas.microsoft.com/office/drawing/2014/main" id="{21E71319-2611-10BC-2F1D-74C841AC1A86}"/>
              </a:ext>
            </a:extLst>
          </p:cNvPr>
          <p:cNvGrpSpPr/>
          <p:nvPr/>
        </p:nvGrpSpPr>
        <p:grpSpPr>
          <a:xfrm>
            <a:off x="10943691" y="3574080"/>
            <a:ext cx="509760" cy="311760"/>
            <a:chOff x="10943691" y="3574080"/>
            <a:chExt cx="509760" cy="311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86">
              <p14:nvContentPartPr>
                <p14:cNvPr id="351" name="Ink 350">
                  <a:extLst>
                    <a:ext uri="{FF2B5EF4-FFF2-40B4-BE49-F238E27FC236}">
                      <a16:creationId xmlns:a16="http://schemas.microsoft.com/office/drawing/2014/main" id="{71547577-14FF-CFFD-8212-C68C2DF430CA}"/>
                    </a:ext>
                  </a:extLst>
                </p14:cNvPr>
                <p14:cNvContentPartPr/>
                <p14:nvPr/>
              </p14:nvContentPartPr>
              <p14:xfrm>
                <a:off x="10943691" y="3614400"/>
                <a:ext cx="110160" cy="256680"/>
              </p14:xfrm>
            </p:contentPart>
          </mc:Choice>
          <mc:Fallback>
            <p:pic>
              <p:nvPicPr>
                <p:cNvPr id="351" name="Ink 350">
                  <a:extLst>
                    <a:ext uri="{FF2B5EF4-FFF2-40B4-BE49-F238E27FC236}">
                      <a16:creationId xmlns:a16="http://schemas.microsoft.com/office/drawing/2014/main" id="{71547577-14FF-CFFD-8212-C68C2DF430CA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10925691" y="3596400"/>
                  <a:ext cx="145800" cy="29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8">
              <p14:nvContentPartPr>
                <p14:cNvPr id="352" name="Ink 351">
                  <a:extLst>
                    <a:ext uri="{FF2B5EF4-FFF2-40B4-BE49-F238E27FC236}">
                      <a16:creationId xmlns:a16="http://schemas.microsoft.com/office/drawing/2014/main" id="{3EDF5C67-0D87-5C49-14C1-DD73D5A9B432}"/>
                    </a:ext>
                  </a:extLst>
                </p14:cNvPr>
                <p14:cNvContentPartPr/>
                <p14:nvPr/>
              </p14:nvContentPartPr>
              <p14:xfrm>
                <a:off x="10958091" y="3574080"/>
                <a:ext cx="154080" cy="120600"/>
              </p14:xfrm>
            </p:contentPart>
          </mc:Choice>
          <mc:Fallback>
            <p:pic>
              <p:nvPicPr>
                <p:cNvPr id="352" name="Ink 351">
                  <a:extLst>
                    <a:ext uri="{FF2B5EF4-FFF2-40B4-BE49-F238E27FC236}">
                      <a16:creationId xmlns:a16="http://schemas.microsoft.com/office/drawing/2014/main" id="{3EDF5C67-0D87-5C49-14C1-DD73D5A9B432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10940091" y="3556440"/>
                  <a:ext cx="18972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0">
              <p14:nvContentPartPr>
                <p14:cNvPr id="353" name="Ink 352">
                  <a:extLst>
                    <a:ext uri="{FF2B5EF4-FFF2-40B4-BE49-F238E27FC236}">
                      <a16:creationId xmlns:a16="http://schemas.microsoft.com/office/drawing/2014/main" id="{BDFCEDD6-05BC-70C1-B8CA-EA8302D1A0A5}"/>
                    </a:ext>
                  </a:extLst>
                </p14:cNvPr>
                <p14:cNvContentPartPr/>
                <p14:nvPr/>
              </p14:nvContentPartPr>
              <p14:xfrm>
                <a:off x="11351571" y="3623400"/>
                <a:ext cx="101880" cy="262440"/>
              </p14:xfrm>
            </p:contentPart>
          </mc:Choice>
          <mc:Fallback>
            <p:pic>
              <p:nvPicPr>
                <p:cNvPr id="353" name="Ink 352">
                  <a:extLst>
                    <a:ext uri="{FF2B5EF4-FFF2-40B4-BE49-F238E27FC236}">
                      <a16:creationId xmlns:a16="http://schemas.microsoft.com/office/drawing/2014/main" id="{BDFCEDD6-05BC-70C1-B8CA-EA8302D1A0A5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11333931" y="3605400"/>
                  <a:ext cx="13752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2">
              <p14:nvContentPartPr>
                <p14:cNvPr id="354" name="Ink 353">
                  <a:extLst>
                    <a:ext uri="{FF2B5EF4-FFF2-40B4-BE49-F238E27FC236}">
                      <a16:creationId xmlns:a16="http://schemas.microsoft.com/office/drawing/2014/main" id="{3ACE1A2E-917E-9CFF-235F-7342126EEC64}"/>
                    </a:ext>
                  </a:extLst>
                </p14:cNvPr>
                <p14:cNvContentPartPr/>
                <p14:nvPr/>
              </p14:nvContentPartPr>
              <p14:xfrm>
                <a:off x="11309811" y="3738600"/>
                <a:ext cx="125640" cy="95040"/>
              </p14:xfrm>
            </p:contentPart>
          </mc:Choice>
          <mc:Fallback>
            <p:pic>
              <p:nvPicPr>
                <p:cNvPr id="354" name="Ink 353">
                  <a:extLst>
                    <a:ext uri="{FF2B5EF4-FFF2-40B4-BE49-F238E27FC236}">
                      <a16:creationId xmlns:a16="http://schemas.microsoft.com/office/drawing/2014/main" id="{3ACE1A2E-917E-9CFF-235F-7342126EEC64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11292171" y="3720960"/>
                  <a:ext cx="161280" cy="130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2" name="Group 371">
            <a:extLst>
              <a:ext uri="{FF2B5EF4-FFF2-40B4-BE49-F238E27FC236}">
                <a16:creationId xmlns:a16="http://schemas.microsoft.com/office/drawing/2014/main" id="{6E6CF7C8-C941-FD29-A9B0-6FA0F098D45F}"/>
              </a:ext>
            </a:extLst>
          </p:cNvPr>
          <p:cNvGrpSpPr/>
          <p:nvPr/>
        </p:nvGrpSpPr>
        <p:grpSpPr>
          <a:xfrm>
            <a:off x="8018331" y="4413240"/>
            <a:ext cx="1406160" cy="670680"/>
            <a:chOff x="8018331" y="4413240"/>
            <a:chExt cx="1406160" cy="670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94">
              <p14:nvContentPartPr>
                <p14:cNvPr id="357" name="Ink 356">
                  <a:extLst>
                    <a:ext uri="{FF2B5EF4-FFF2-40B4-BE49-F238E27FC236}">
                      <a16:creationId xmlns:a16="http://schemas.microsoft.com/office/drawing/2014/main" id="{5448FBC6-D356-13A5-73FC-2E931B26CDBE}"/>
                    </a:ext>
                  </a:extLst>
                </p14:cNvPr>
                <p14:cNvContentPartPr/>
                <p14:nvPr/>
              </p14:nvContentPartPr>
              <p14:xfrm>
                <a:off x="8018331" y="4500360"/>
                <a:ext cx="207000" cy="33480"/>
              </p14:xfrm>
            </p:contentPart>
          </mc:Choice>
          <mc:Fallback>
            <p:pic>
              <p:nvPicPr>
                <p:cNvPr id="357" name="Ink 356">
                  <a:extLst>
                    <a:ext uri="{FF2B5EF4-FFF2-40B4-BE49-F238E27FC236}">
                      <a16:creationId xmlns:a16="http://schemas.microsoft.com/office/drawing/2014/main" id="{5448FBC6-D356-13A5-73FC-2E931B26CDBE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8000691" y="4482360"/>
                  <a:ext cx="24264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6">
              <p14:nvContentPartPr>
                <p14:cNvPr id="358" name="Ink 357">
                  <a:extLst>
                    <a:ext uri="{FF2B5EF4-FFF2-40B4-BE49-F238E27FC236}">
                      <a16:creationId xmlns:a16="http://schemas.microsoft.com/office/drawing/2014/main" id="{47DD9A56-CE5C-2492-17C5-AD3208B028A9}"/>
                    </a:ext>
                  </a:extLst>
                </p14:cNvPr>
                <p14:cNvContentPartPr/>
                <p14:nvPr/>
              </p14:nvContentPartPr>
              <p14:xfrm>
                <a:off x="8047491" y="4537080"/>
                <a:ext cx="288360" cy="546840"/>
              </p14:xfrm>
            </p:contentPart>
          </mc:Choice>
          <mc:Fallback>
            <p:pic>
              <p:nvPicPr>
                <p:cNvPr id="358" name="Ink 357">
                  <a:extLst>
                    <a:ext uri="{FF2B5EF4-FFF2-40B4-BE49-F238E27FC236}">
                      <a16:creationId xmlns:a16="http://schemas.microsoft.com/office/drawing/2014/main" id="{47DD9A56-CE5C-2492-17C5-AD3208B028A9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8029491" y="4519440"/>
                  <a:ext cx="324000" cy="58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8">
              <p14:nvContentPartPr>
                <p14:cNvPr id="359" name="Ink 358">
                  <a:extLst>
                    <a:ext uri="{FF2B5EF4-FFF2-40B4-BE49-F238E27FC236}">
                      <a16:creationId xmlns:a16="http://schemas.microsoft.com/office/drawing/2014/main" id="{2983A8C0-9FE3-85DF-05EF-0C025BC1049D}"/>
                    </a:ext>
                  </a:extLst>
                </p14:cNvPr>
                <p14:cNvContentPartPr/>
                <p14:nvPr/>
              </p14:nvContentPartPr>
              <p14:xfrm>
                <a:off x="8561211" y="4596480"/>
                <a:ext cx="217800" cy="188280"/>
              </p14:xfrm>
            </p:contentPart>
          </mc:Choice>
          <mc:Fallback>
            <p:pic>
              <p:nvPicPr>
                <p:cNvPr id="359" name="Ink 358">
                  <a:extLst>
                    <a:ext uri="{FF2B5EF4-FFF2-40B4-BE49-F238E27FC236}">
                      <a16:creationId xmlns:a16="http://schemas.microsoft.com/office/drawing/2014/main" id="{2983A8C0-9FE3-85DF-05EF-0C025BC1049D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8543571" y="4578480"/>
                  <a:ext cx="25344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0">
              <p14:nvContentPartPr>
                <p14:cNvPr id="360" name="Ink 359">
                  <a:extLst>
                    <a:ext uri="{FF2B5EF4-FFF2-40B4-BE49-F238E27FC236}">
                      <a16:creationId xmlns:a16="http://schemas.microsoft.com/office/drawing/2014/main" id="{1B508771-5D55-E92F-02FB-3A46D607C4F8}"/>
                    </a:ext>
                  </a:extLst>
                </p14:cNvPr>
                <p14:cNvContentPartPr/>
                <p14:nvPr/>
              </p14:nvContentPartPr>
              <p14:xfrm>
                <a:off x="8891691" y="4539960"/>
                <a:ext cx="88920" cy="207000"/>
              </p14:xfrm>
            </p:contentPart>
          </mc:Choice>
          <mc:Fallback>
            <p:pic>
              <p:nvPicPr>
                <p:cNvPr id="360" name="Ink 359">
                  <a:extLst>
                    <a:ext uri="{FF2B5EF4-FFF2-40B4-BE49-F238E27FC236}">
                      <a16:creationId xmlns:a16="http://schemas.microsoft.com/office/drawing/2014/main" id="{1B508771-5D55-E92F-02FB-3A46D607C4F8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8873691" y="4521960"/>
                  <a:ext cx="12456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2">
              <p14:nvContentPartPr>
                <p14:cNvPr id="361" name="Ink 360">
                  <a:extLst>
                    <a:ext uri="{FF2B5EF4-FFF2-40B4-BE49-F238E27FC236}">
                      <a16:creationId xmlns:a16="http://schemas.microsoft.com/office/drawing/2014/main" id="{52C77767-1FE8-743E-6A00-9ED35FE1C4F3}"/>
                    </a:ext>
                  </a:extLst>
                </p14:cNvPr>
                <p14:cNvContentPartPr/>
                <p14:nvPr/>
              </p14:nvContentPartPr>
              <p14:xfrm>
                <a:off x="9007971" y="4413240"/>
                <a:ext cx="416520" cy="297720"/>
              </p14:xfrm>
            </p:contentPart>
          </mc:Choice>
          <mc:Fallback>
            <p:pic>
              <p:nvPicPr>
                <p:cNvPr id="361" name="Ink 360">
                  <a:extLst>
                    <a:ext uri="{FF2B5EF4-FFF2-40B4-BE49-F238E27FC236}">
                      <a16:creationId xmlns:a16="http://schemas.microsoft.com/office/drawing/2014/main" id="{52C77767-1FE8-743E-6A00-9ED35FE1C4F3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8990331" y="4395240"/>
                  <a:ext cx="452160" cy="333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1" name="Group 370">
            <a:extLst>
              <a:ext uri="{FF2B5EF4-FFF2-40B4-BE49-F238E27FC236}">
                <a16:creationId xmlns:a16="http://schemas.microsoft.com/office/drawing/2014/main" id="{536D898F-50E4-3B46-3617-1C4A7925FDEE}"/>
              </a:ext>
            </a:extLst>
          </p:cNvPr>
          <p:cNvGrpSpPr/>
          <p:nvPr/>
        </p:nvGrpSpPr>
        <p:grpSpPr>
          <a:xfrm>
            <a:off x="9812211" y="4167360"/>
            <a:ext cx="489600" cy="536400"/>
            <a:chOff x="9812211" y="4167360"/>
            <a:chExt cx="489600" cy="536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4">
              <p14:nvContentPartPr>
                <p14:cNvPr id="362" name="Ink 361">
                  <a:extLst>
                    <a:ext uri="{FF2B5EF4-FFF2-40B4-BE49-F238E27FC236}">
                      <a16:creationId xmlns:a16="http://schemas.microsoft.com/office/drawing/2014/main" id="{240135E2-7CB5-34D7-0E97-8F0B81B16F6B}"/>
                    </a:ext>
                  </a:extLst>
                </p14:cNvPr>
                <p14:cNvContentPartPr/>
                <p14:nvPr/>
              </p14:nvContentPartPr>
              <p14:xfrm>
                <a:off x="9812211" y="4464720"/>
                <a:ext cx="186480" cy="239040"/>
              </p14:xfrm>
            </p:contentPart>
          </mc:Choice>
          <mc:Fallback>
            <p:pic>
              <p:nvPicPr>
                <p:cNvPr id="362" name="Ink 361">
                  <a:extLst>
                    <a:ext uri="{FF2B5EF4-FFF2-40B4-BE49-F238E27FC236}">
                      <a16:creationId xmlns:a16="http://schemas.microsoft.com/office/drawing/2014/main" id="{240135E2-7CB5-34D7-0E97-8F0B81B16F6B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9794571" y="4446720"/>
                  <a:ext cx="222120" cy="27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6">
              <p14:nvContentPartPr>
                <p14:cNvPr id="363" name="Ink 362">
                  <a:extLst>
                    <a:ext uri="{FF2B5EF4-FFF2-40B4-BE49-F238E27FC236}">
                      <a16:creationId xmlns:a16="http://schemas.microsoft.com/office/drawing/2014/main" id="{F53188AB-EBDC-42FA-5B63-814957037A12}"/>
                    </a:ext>
                  </a:extLst>
                </p14:cNvPr>
                <p14:cNvContentPartPr/>
                <p14:nvPr/>
              </p14:nvContentPartPr>
              <p14:xfrm>
                <a:off x="9978891" y="4313880"/>
                <a:ext cx="141120" cy="124560"/>
              </p14:xfrm>
            </p:contentPart>
          </mc:Choice>
          <mc:Fallback>
            <p:pic>
              <p:nvPicPr>
                <p:cNvPr id="363" name="Ink 362">
                  <a:extLst>
                    <a:ext uri="{FF2B5EF4-FFF2-40B4-BE49-F238E27FC236}">
                      <a16:creationId xmlns:a16="http://schemas.microsoft.com/office/drawing/2014/main" id="{F53188AB-EBDC-42FA-5B63-814957037A12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9960891" y="4295880"/>
                  <a:ext cx="17676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8">
              <p14:nvContentPartPr>
                <p14:cNvPr id="364" name="Ink 363">
                  <a:extLst>
                    <a:ext uri="{FF2B5EF4-FFF2-40B4-BE49-F238E27FC236}">
                      <a16:creationId xmlns:a16="http://schemas.microsoft.com/office/drawing/2014/main" id="{F1FBFD3E-FA10-5CE8-3A41-37C29308114D}"/>
                    </a:ext>
                  </a:extLst>
                </p14:cNvPr>
                <p14:cNvContentPartPr/>
                <p14:nvPr/>
              </p14:nvContentPartPr>
              <p14:xfrm>
                <a:off x="10248531" y="4167360"/>
                <a:ext cx="53280" cy="200880"/>
              </p14:xfrm>
            </p:contentPart>
          </mc:Choice>
          <mc:Fallback>
            <p:pic>
              <p:nvPicPr>
                <p:cNvPr id="364" name="Ink 363">
                  <a:extLst>
                    <a:ext uri="{FF2B5EF4-FFF2-40B4-BE49-F238E27FC236}">
                      <a16:creationId xmlns:a16="http://schemas.microsoft.com/office/drawing/2014/main" id="{F1FBFD3E-FA10-5CE8-3A41-37C29308114D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10230531" y="4149360"/>
                  <a:ext cx="88920" cy="23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0" name="Group 369">
            <a:extLst>
              <a:ext uri="{FF2B5EF4-FFF2-40B4-BE49-F238E27FC236}">
                <a16:creationId xmlns:a16="http://schemas.microsoft.com/office/drawing/2014/main" id="{3D07998C-2928-9409-6130-C4EDDC1AFE10}"/>
              </a:ext>
            </a:extLst>
          </p:cNvPr>
          <p:cNvGrpSpPr/>
          <p:nvPr/>
        </p:nvGrpSpPr>
        <p:grpSpPr>
          <a:xfrm>
            <a:off x="10596651" y="4384800"/>
            <a:ext cx="1048320" cy="392040"/>
            <a:chOff x="10596651" y="4384800"/>
            <a:chExt cx="1048320" cy="392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10">
              <p14:nvContentPartPr>
                <p14:cNvPr id="365" name="Ink 364">
                  <a:extLst>
                    <a:ext uri="{FF2B5EF4-FFF2-40B4-BE49-F238E27FC236}">
                      <a16:creationId xmlns:a16="http://schemas.microsoft.com/office/drawing/2014/main" id="{CAF59A2D-D903-FE8E-63C2-1CCD70781154}"/>
                    </a:ext>
                  </a:extLst>
                </p14:cNvPr>
                <p14:cNvContentPartPr/>
                <p14:nvPr/>
              </p14:nvContentPartPr>
              <p14:xfrm>
                <a:off x="10596651" y="4457160"/>
                <a:ext cx="121680" cy="319680"/>
              </p14:xfrm>
            </p:contentPart>
          </mc:Choice>
          <mc:Fallback>
            <p:pic>
              <p:nvPicPr>
                <p:cNvPr id="365" name="Ink 364">
                  <a:extLst>
                    <a:ext uri="{FF2B5EF4-FFF2-40B4-BE49-F238E27FC236}">
                      <a16:creationId xmlns:a16="http://schemas.microsoft.com/office/drawing/2014/main" id="{CAF59A2D-D903-FE8E-63C2-1CCD70781154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10579011" y="4439160"/>
                  <a:ext cx="157320" cy="35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2">
              <p14:nvContentPartPr>
                <p14:cNvPr id="366" name="Ink 365">
                  <a:extLst>
                    <a:ext uri="{FF2B5EF4-FFF2-40B4-BE49-F238E27FC236}">
                      <a16:creationId xmlns:a16="http://schemas.microsoft.com/office/drawing/2014/main" id="{2BBC50E8-431B-8410-8C3C-D36C9B05C972}"/>
                    </a:ext>
                  </a:extLst>
                </p14:cNvPr>
                <p14:cNvContentPartPr/>
                <p14:nvPr/>
              </p14:nvContentPartPr>
              <p14:xfrm>
                <a:off x="10820931" y="4502880"/>
                <a:ext cx="56160" cy="91440"/>
              </p14:xfrm>
            </p:contentPart>
          </mc:Choice>
          <mc:Fallback>
            <p:pic>
              <p:nvPicPr>
                <p:cNvPr id="366" name="Ink 365">
                  <a:extLst>
                    <a:ext uri="{FF2B5EF4-FFF2-40B4-BE49-F238E27FC236}">
                      <a16:creationId xmlns:a16="http://schemas.microsoft.com/office/drawing/2014/main" id="{2BBC50E8-431B-8410-8C3C-D36C9B05C972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10803291" y="4484880"/>
                  <a:ext cx="9180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4">
              <p14:nvContentPartPr>
                <p14:cNvPr id="367" name="Ink 366">
                  <a:extLst>
                    <a:ext uri="{FF2B5EF4-FFF2-40B4-BE49-F238E27FC236}">
                      <a16:creationId xmlns:a16="http://schemas.microsoft.com/office/drawing/2014/main" id="{0C421D89-8179-DF9B-8A6A-EB09D3D11A3D}"/>
                    </a:ext>
                  </a:extLst>
                </p14:cNvPr>
                <p14:cNvContentPartPr/>
                <p14:nvPr/>
              </p14:nvContentPartPr>
              <p14:xfrm>
                <a:off x="10992651" y="4392000"/>
                <a:ext cx="19080" cy="190080"/>
              </p14:xfrm>
            </p:contentPart>
          </mc:Choice>
          <mc:Fallback>
            <p:pic>
              <p:nvPicPr>
                <p:cNvPr id="367" name="Ink 366">
                  <a:extLst>
                    <a:ext uri="{FF2B5EF4-FFF2-40B4-BE49-F238E27FC236}">
                      <a16:creationId xmlns:a16="http://schemas.microsoft.com/office/drawing/2014/main" id="{0C421D89-8179-DF9B-8A6A-EB09D3D11A3D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10974651" y="4374360"/>
                  <a:ext cx="5472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6">
              <p14:nvContentPartPr>
                <p14:cNvPr id="368" name="Ink 367">
                  <a:extLst>
                    <a:ext uri="{FF2B5EF4-FFF2-40B4-BE49-F238E27FC236}">
                      <a16:creationId xmlns:a16="http://schemas.microsoft.com/office/drawing/2014/main" id="{AF206B8F-A9F4-7610-06DF-89028571C22C}"/>
                    </a:ext>
                  </a:extLst>
                </p14:cNvPr>
                <p14:cNvContentPartPr/>
                <p14:nvPr/>
              </p14:nvContentPartPr>
              <p14:xfrm>
                <a:off x="11128371" y="4384800"/>
                <a:ext cx="135720" cy="220320"/>
              </p14:xfrm>
            </p:contentPart>
          </mc:Choice>
          <mc:Fallback>
            <p:pic>
              <p:nvPicPr>
                <p:cNvPr id="368" name="Ink 367">
                  <a:extLst>
                    <a:ext uri="{FF2B5EF4-FFF2-40B4-BE49-F238E27FC236}">
                      <a16:creationId xmlns:a16="http://schemas.microsoft.com/office/drawing/2014/main" id="{AF206B8F-A9F4-7610-06DF-89028571C22C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11110371" y="4366800"/>
                  <a:ext cx="17136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8">
              <p14:nvContentPartPr>
                <p14:cNvPr id="369" name="Ink 368">
                  <a:extLst>
                    <a:ext uri="{FF2B5EF4-FFF2-40B4-BE49-F238E27FC236}">
                      <a16:creationId xmlns:a16="http://schemas.microsoft.com/office/drawing/2014/main" id="{05165A81-BD69-B578-5515-E6BF41B68E68}"/>
                    </a:ext>
                  </a:extLst>
                </p14:cNvPr>
                <p14:cNvContentPartPr/>
                <p14:nvPr/>
              </p14:nvContentPartPr>
              <p14:xfrm>
                <a:off x="11392971" y="4463280"/>
                <a:ext cx="252000" cy="136440"/>
              </p14:xfrm>
            </p:contentPart>
          </mc:Choice>
          <mc:Fallback>
            <p:pic>
              <p:nvPicPr>
                <p:cNvPr id="369" name="Ink 368">
                  <a:extLst>
                    <a:ext uri="{FF2B5EF4-FFF2-40B4-BE49-F238E27FC236}">
                      <a16:creationId xmlns:a16="http://schemas.microsoft.com/office/drawing/2014/main" id="{05165A81-BD69-B578-5515-E6BF41B68E68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11374971" y="4445280"/>
                  <a:ext cx="287640" cy="172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7" name="Group 376">
            <a:extLst>
              <a:ext uri="{FF2B5EF4-FFF2-40B4-BE49-F238E27FC236}">
                <a16:creationId xmlns:a16="http://schemas.microsoft.com/office/drawing/2014/main" id="{44BE1F80-CDCC-A15C-D917-76A4018BEE8D}"/>
              </a:ext>
            </a:extLst>
          </p:cNvPr>
          <p:cNvGrpSpPr/>
          <p:nvPr/>
        </p:nvGrpSpPr>
        <p:grpSpPr>
          <a:xfrm>
            <a:off x="9034251" y="5127120"/>
            <a:ext cx="817200" cy="298080"/>
            <a:chOff x="9034251" y="5127120"/>
            <a:chExt cx="817200" cy="298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20">
              <p14:nvContentPartPr>
                <p14:cNvPr id="373" name="Ink 372">
                  <a:extLst>
                    <a:ext uri="{FF2B5EF4-FFF2-40B4-BE49-F238E27FC236}">
                      <a16:creationId xmlns:a16="http://schemas.microsoft.com/office/drawing/2014/main" id="{01FBE5FF-1B20-549A-91B9-249638FCC910}"/>
                    </a:ext>
                  </a:extLst>
                </p14:cNvPr>
                <p14:cNvContentPartPr/>
                <p14:nvPr/>
              </p14:nvContentPartPr>
              <p14:xfrm>
                <a:off x="9034251" y="5232960"/>
                <a:ext cx="222480" cy="186120"/>
              </p14:xfrm>
            </p:contentPart>
          </mc:Choice>
          <mc:Fallback>
            <p:pic>
              <p:nvPicPr>
                <p:cNvPr id="373" name="Ink 372">
                  <a:extLst>
                    <a:ext uri="{FF2B5EF4-FFF2-40B4-BE49-F238E27FC236}">
                      <a16:creationId xmlns:a16="http://schemas.microsoft.com/office/drawing/2014/main" id="{01FBE5FF-1B20-549A-91B9-249638FCC910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9016251" y="5215320"/>
                  <a:ext cx="25812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2">
              <p14:nvContentPartPr>
                <p14:cNvPr id="374" name="Ink 373">
                  <a:extLst>
                    <a:ext uri="{FF2B5EF4-FFF2-40B4-BE49-F238E27FC236}">
                      <a16:creationId xmlns:a16="http://schemas.microsoft.com/office/drawing/2014/main" id="{1E4EAF87-C878-7BCD-5FCA-FBC3F7B3C3A3}"/>
                    </a:ext>
                  </a:extLst>
                </p14:cNvPr>
                <p14:cNvContentPartPr/>
                <p14:nvPr/>
              </p14:nvContentPartPr>
              <p14:xfrm>
                <a:off x="9363291" y="5290920"/>
                <a:ext cx="178920" cy="124200"/>
              </p14:xfrm>
            </p:contentPart>
          </mc:Choice>
          <mc:Fallback>
            <p:pic>
              <p:nvPicPr>
                <p:cNvPr id="374" name="Ink 373">
                  <a:extLst>
                    <a:ext uri="{FF2B5EF4-FFF2-40B4-BE49-F238E27FC236}">
                      <a16:creationId xmlns:a16="http://schemas.microsoft.com/office/drawing/2014/main" id="{1E4EAF87-C878-7BCD-5FCA-FBC3F7B3C3A3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9345291" y="5272920"/>
                  <a:ext cx="21456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4">
              <p14:nvContentPartPr>
                <p14:cNvPr id="375" name="Ink 374">
                  <a:extLst>
                    <a:ext uri="{FF2B5EF4-FFF2-40B4-BE49-F238E27FC236}">
                      <a16:creationId xmlns:a16="http://schemas.microsoft.com/office/drawing/2014/main" id="{C2A8B195-8E15-0B67-2268-F4802DBDA58F}"/>
                    </a:ext>
                  </a:extLst>
                </p14:cNvPr>
                <p14:cNvContentPartPr/>
                <p14:nvPr/>
              </p14:nvContentPartPr>
              <p14:xfrm>
                <a:off x="9637971" y="5127120"/>
                <a:ext cx="10440" cy="234360"/>
              </p14:xfrm>
            </p:contentPart>
          </mc:Choice>
          <mc:Fallback>
            <p:pic>
              <p:nvPicPr>
                <p:cNvPr id="375" name="Ink 374">
                  <a:extLst>
                    <a:ext uri="{FF2B5EF4-FFF2-40B4-BE49-F238E27FC236}">
                      <a16:creationId xmlns:a16="http://schemas.microsoft.com/office/drawing/2014/main" id="{C2A8B195-8E15-0B67-2268-F4802DBDA58F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9620331" y="5109480"/>
                  <a:ext cx="46080" cy="27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6">
              <p14:nvContentPartPr>
                <p14:cNvPr id="376" name="Ink 375">
                  <a:extLst>
                    <a:ext uri="{FF2B5EF4-FFF2-40B4-BE49-F238E27FC236}">
                      <a16:creationId xmlns:a16="http://schemas.microsoft.com/office/drawing/2014/main" id="{F35E0964-2D9F-B81E-5629-595A9AFBDC86}"/>
                    </a:ext>
                  </a:extLst>
                </p14:cNvPr>
                <p14:cNvContentPartPr/>
                <p14:nvPr/>
              </p14:nvContentPartPr>
              <p14:xfrm>
                <a:off x="9724011" y="5256720"/>
                <a:ext cx="127440" cy="168480"/>
              </p14:xfrm>
            </p:contentPart>
          </mc:Choice>
          <mc:Fallback>
            <p:pic>
              <p:nvPicPr>
                <p:cNvPr id="376" name="Ink 375">
                  <a:extLst>
                    <a:ext uri="{FF2B5EF4-FFF2-40B4-BE49-F238E27FC236}">
                      <a16:creationId xmlns:a16="http://schemas.microsoft.com/office/drawing/2014/main" id="{F35E0964-2D9F-B81E-5629-595A9AFBDC86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9706011" y="5239080"/>
                  <a:ext cx="163080" cy="204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3" name="Group 392">
            <a:extLst>
              <a:ext uri="{FF2B5EF4-FFF2-40B4-BE49-F238E27FC236}">
                <a16:creationId xmlns:a16="http://schemas.microsoft.com/office/drawing/2014/main" id="{E9B0D737-76E3-65CC-10DD-9537365A9F68}"/>
              </a:ext>
            </a:extLst>
          </p:cNvPr>
          <p:cNvGrpSpPr/>
          <p:nvPr/>
        </p:nvGrpSpPr>
        <p:grpSpPr>
          <a:xfrm>
            <a:off x="9270051" y="5622120"/>
            <a:ext cx="2194560" cy="392040"/>
            <a:chOff x="9270051" y="5622120"/>
            <a:chExt cx="2194560" cy="392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28">
              <p14:nvContentPartPr>
                <p14:cNvPr id="378" name="Ink 377">
                  <a:extLst>
                    <a:ext uri="{FF2B5EF4-FFF2-40B4-BE49-F238E27FC236}">
                      <a16:creationId xmlns:a16="http://schemas.microsoft.com/office/drawing/2014/main" id="{171274C5-1CEA-315C-77F5-CC1A65DA7428}"/>
                    </a:ext>
                  </a:extLst>
                </p14:cNvPr>
                <p14:cNvContentPartPr/>
                <p14:nvPr/>
              </p14:nvContentPartPr>
              <p14:xfrm>
                <a:off x="9270051" y="5758560"/>
                <a:ext cx="194400" cy="224640"/>
              </p14:xfrm>
            </p:contentPart>
          </mc:Choice>
          <mc:Fallback>
            <p:pic>
              <p:nvPicPr>
                <p:cNvPr id="378" name="Ink 377">
                  <a:extLst>
                    <a:ext uri="{FF2B5EF4-FFF2-40B4-BE49-F238E27FC236}">
                      <a16:creationId xmlns:a16="http://schemas.microsoft.com/office/drawing/2014/main" id="{171274C5-1CEA-315C-77F5-CC1A65DA7428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9252051" y="5740560"/>
                  <a:ext cx="23004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0">
              <p14:nvContentPartPr>
                <p14:cNvPr id="379" name="Ink 378">
                  <a:extLst>
                    <a:ext uri="{FF2B5EF4-FFF2-40B4-BE49-F238E27FC236}">
                      <a16:creationId xmlns:a16="http://schemas.microsoft.com/office/drawing/2014/main" id="{372B5552-F528-2B36-D7AB-1EA0A08D5652}"/>
                    </a:ext>
                  </a:extLst>
                </p14:cNvPr>
                <p14:cNvContentPartPr/>
                <p14:nvPr/>
              </p14:nvContentPartPr>
              <p14:xfrm>
                <a:off x="9539331" y="5906520"/>
                <a:ext cx="203760" cy="15840"/>
              </p14:xfrm>
            </p:contentPart>
          </mc:Choice>
          <mc:Fallback>
            <p:pic>
              <p:nvPicPr>
                <p:cNvPr id="379" name="Ink 378">
                  <a:extLst>
                    <a:ext uri="{FF2B5EF4-FFF2-40B4-BE49-F238E27FC236}">
                      <a16:creationId xmlns:a16="http://schemas.microsoft.com/office/drawing/2014/main" id="{372B5552-F528-2B36-D7AB-1EA0A08D5652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9521331" y="5888880"/>
                  <a:ext cx="23940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2">
              <p14:nvContentPartPr>
                <p14:cNvPr id="380" name="Ink 379">
                  <a:extLst>
                    <a:ext uri="{FF2B5EF4-FFF2-40B4-BE49-F238E27FC236}">
                      <a16:creationId xmlns:a16="http://schemas.microsoft.com/office/drawing/2014/main" id="{41037BA0-61EB-3F1F-4320-F84A9A43B251}"/>
                    </a:ext>
                  </a:extLst>
                </p14:cNvPr>
                <p14:cNvContentPartPr/>
                <p14:nvPr/>
              </p14:nvContentPartPr>
              <p14:xfrm>
                <a:off x="9633651" y="5790240"/>
                <a:ext cx="45360" cy="223920"/>
              </p14:xfrm>
            </p:contentPart>
          </mc:Choice>
          <mc:Fallback>
            <p:pic>
              <p:nvPicPr>
                <p:cNvPr id="380" name="Ink 379">
                  <a:extLst>
                    <a:ext uri="{FF2B5EF4-FFF2-40B4-BE49-F238E27FC236}">
                      <a16:creationId xmlns:a16="http://schemas.microsoft.com/office/drawing/2014/main" id="{41037BA0-61EB-3F1F-4320-F84A9A43B251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9615651" y="5772600"/>
                  <a:ext cx="81000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4">
              <p14:nvContentPartPr>
                <p14:cNvPr id="381" name="Ink 380">
                  <a:extLst>
                    <a:ext uri="{FF2B5EF4-FFF2-40B4-BE49-F238E27FC236}">
                      <a16:creationId xmlns:a16="http://schemas.microsoft.com/office/drawing/2014/main" id="{AA2E7A71-87B0-8143-00DD-395AC76CCD34}"/>
                    </a:ext>
                  </a:extLst>
                </p14:cNvPr>
                <p14:cNvContentPartPr/>
                <p14:nvPr/>
              </p14:nvContentPartPr>
              <p14:xfrm>
                <a:off x="9906891" y="5835240"/>
                <a:ext cx="69840" cy="19440"/>
              </p14:xfrm>
            </p:contentPart>
          </mc:Choice>
          <mc:Fallback>
            <p:pic>
              <p:nvPicPr>
                <p:cNvPr id="381" name="Ink 380">
                  <a:extLst>
                    <a:ext uri="{FF2B5EF4-FFF2-40B4-BE49-F238E27FC236}">
                      <a16:creationId xmlns:a16="http://schemas.microsoft.com/office/drawing/2014/main" id="{AA2E7A71-87B0-8143-00DD-395AC76CCD34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9889251" y="5817600"/>
                  <a:ext cx="105480" cy="5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6">
              <p14:nvContentPartPr>
                <p14:cNvPr id="382" name="Ink 381">
                  <a:extLst>
                    <a:ext uri="{FF2B5EF4-FFF2-40B4-BE49-F238E27FC236}">
                      <a16:creationId xmlns:a16="http://schemas.microsoft.com/office/drawing/2014/main" id="{E800AD7D-BD1A-1228-4560-20ABD686FA5C}"/>
                    </a:ext>
                  </a:extLst>
                </p14:cNvPr>
                <p14:cNvContentPartPr/>
                <p14:nvPr/>
              </p14:nvContentPartPr>
              <p14:xfrm>
                <a:off x="9947931" y="5906160"/>
                <a:ext cx="81720" cy="10800"/>
              </p14:xfrm>
            </p:contentPart>
          </mc:Choice>
          <mc:Fallback>
            <p:pic>
              <p:nvPicPr>
                <p:cNvPr id="382" name="Ink 381">
                  <a:extLst>
                    <a:ext uri="{FF2B5EF4-FFF2-40B4-BE49-F238E27FC236}">
                      <a16:creationId xmlns:a16="http://schemas.microsoft.com/office/drawing/2014/main" id="{E800AD7D-BD1A-1228-4560-20ABD686FA5C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9929931" y="5888160"/>
                  <a:ext cx="11736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8">
              <p14:nvContentPartPr>
                <p14:cNvPr id="383" name="Ink 382">
                  <a:extLst>
                    <a:ext uri="{FF2B5EF4-FFF2-40B4-BE49-F238E27FC236}">
                      <a16:creationId xmlns:a16="http://schemas.microsoft.com/office/drawing/2014/main" id="{786DB329-F1D5-5017-27F1-F1867423F917}"/>
                    </a:ext>
                  </a:extLst>
                </p14:cNvPr>
                <p14:cNvContentPartPr/>
                <p14:nvPr/>
              </p14:nvContentPartPr>
              <p14:xfrm>
                <a:off x="10164651" y="5692320"/>
                <a:ext cx="206280" cy="242280"/>
              </p14:xfrm>
            </p:contentPart>
          </mc:Choice>
          <mc:Fallback>
            <p:pic>
              <p:nvPicPr>
                <p:cNvPr id="383" name="Ink 382">
                  <a:extLst>
                    <a:ext uri="{FF2B5EF4-FFF2-40B4-BE49-F238E27FC236}">
                      <a16:creationId xmlns:a16="http://schemas.microsoft.com/office/drawing/2014/main" id="{786DB329-F1D5-5017-27F1-F1867423F917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10146651" y="5674680"/>
                  <a:ext cx="24192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0">
              <p14:nvContentPartPr>
                <p14:cNvPr id="384" name="Ink 383">
                  <a:extLst>
                    <a:ext uri="{FF2B5EF4-FFF2-40B4-BE49-F238E27FC236}">
                      <a16:creationId xmlns:a16="http://schemas.microsoft.com/office/drawing/2014/main" id="{6BC2D2C9-6B0D-F8E9-71C3-6A5F409BE2A2}"/>
                    </a:ext>
                  </a:extLst>
                </p14:cNvPr>
                <p14:cNvContentPartPr/>
                <p14:nvPr/>
              </p14:nvContentPartPr>
              <p14:xfrm>
                <a:off x="10456611" y="5894640"/>
                <a:ext cx="120600" cy="12240"/>
              </p14:xfrm>
            </p:contentPart>
          </mc:Choice>
          <mc:Fallback>
            <p:pic>
              <p:nvPicPr>
                <p:cNvPr id="384" name="Ink 383">
                  <a:extLst>
                    <a:ext uri="{FF2B5EF4-FFF2-40B4-BE49-F238E27FC236}">
                      <a16:creationId xmlns:a16="http://schemas.microsoft.com/office/drawing/2014/main" id="{6BC2D2C9-6B0D-F8E9-71C3-6A5F409BE2A2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10438611" y="5877000"/>
                  <a:ext cx="15624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2">
              <p14:nvContentPartPr>
                <p14:cNvPr id="385" name="Ink 384">
                  <a:extLst>
                    <a:ext uri="{FF2B5EF4-FFF2-40B4-BE49-F238E27FC236}">
                      <a16:creationId xmlns:a16="http://schemas.microsoft.com/office/drawing/2014/main" id="{34AA0AF2-AAC9-ACBF-639C-6D9DE86AECDD}"/>
                    </a:ext>
                  </a:extLst>
                </p14:cNvPr>
                <p14:cNvContentPartPr/>
                <p14:nvPr/>
              </p14:nvContentPartPr>
              <p14:xfrm>
                <a:off x="10768371" y="5771880"/>
                <a:ext cx="59040" cy="15840"/>
              </p14:xfrm>
            </p:contentPart>
          </mc:Choice>
          <mc:Fallback>
            <p:pic>
              <p:nvPicPr>
                <p:cNvPr id="385" name="Ink 384">
                  <a:extLst>
                    <a:ext uri="{FF2B5EF4-FFF2-40B4-BE49-F238E27FC236}">
                      <a16:creationId xmlns:a16="http://schemas.microsoft.com/office/drawing/2014/main" id="{34AA0AF2-AAC9-ACBF-639C-6D9DE86AECDD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10750731" y="5753880"/>
                  <a:ext cx="9468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4">
              <p14:nvContentPartPr>
                <p14:cNvPr id="386" name="Ink 385">
                  <a:extLst>
                    <a:ext uri="{FF2B5EF4-FFF2-40B4-BE49-F238E27FC236}">
                      <a16:creationId xmlns:a16="http://schemas.microsoft.com/office/drawing/2014/main" id="{91FA974E-72DA-3C3A-4FDA-29C9F028F209}"/>
                    </a:ext>
                  </a:extLst>
                </p14:cNvPr>
                <p14:cNvContentPartPr/>
                <p14:nvPr/>
              </p14:nvContentPartPr>
              <p14:xfrm>
                <a:off x="10793571" y="5839920"/>
                <a:ext cx="57240" cy="11160"/>
              </p14:xfrm>
            </p:contentPart>
          </mc:Choice>
          <mc:Fallback>
            <p:pic>
              <p:nvPicPr>
                <p:cNvPr id="386" name="Ink 385">
                  <a:extLst>
                    <a:ext uri="{FF2B5EF4-FFF2-40B4-BE49-F238E27FC236}">
                      <a16:creationId xmlns:a16="http://schemas.microsoft.com/office/drawing/2014/main" id="{91FA974E-72DA-3C3A-4FDA-29C9F028F209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10775931" y="5822280"/>
                  <a:ext cx="9288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6">
              <p14:nvContentPartPr>
                <p14:cNvPr id="387" name="Ink 386">
                  <a:extLst>
                    <a:ext uri="{FF2B5EF4-FFF2-40B4-BE49-F238E27FC236}">
                      <a16:creationId xmlns:a16="http://schemas.microsoft.com/office/drawing/2014/main" id="{11C8DA3C-7DE3-8F6D-921A-75E3F1235FB8}"/>
                    </a:ext>
                  </a:extLst>
                </p14:cNvPr>
                <p14:cNvContentPartPr/>
                <p14:nvPr/>
              </p14:nvContentPartPr>
              <p14:xfrm>
                <a:off x="11054571" y="5622120"/>
                <a:ext cx="25560" cy="251640"/>
              </p14:xfrm>
            </p:contentPart>
          </mc:Choice>
          <mc:Fallback>
            <p:pic>
              <p:nvPicPr>
                <p:cNvPr id="387" name="Ink 386">
                  <a:extLst>
                    <a:ext uri="{FF2B5EF4-FFF2-40B4-BE49-F238E27FC236}">
                      <a16:creationId xmlns:a16="http://schemas.microsoft.com/office/drawing/2014/main" id="{11C8DA3C-7DE3-8F6D-921A-75E3F1235FB8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11036571" y="5604480"/>
                  <a:ext cx="61200" cy="28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8">
              <p14:nvContentPartPr>
                <p14:cNvPr id="388" name="Ink 387">
                  <a:extLst>
                    <a:ext uri="{FF2B5EF4-FFF2-40B4-BE49-F238E27FC236}">
                      <a16:creationId xmlns:a16="http://schemas.microsoft.com/office/drawing/2014/main" id="{16FF82C8-AADF-F3CC-0D7A-9F9A2072B977}"/>
                    </a:ext>
                  </a:extLst>
                </p14:cNvPr>
                <p14:cNvContentPartPr/>
                <p14:nvPr/>
              </p14:nvContentPartPr>
              <p14:xfrm>
                <a:off x="10887531" y="5659200"/>
                <a:ext cx="129960" cy="185040"/>
              </p14:xfrm>
            </p:contentPart>
          </mc:Choice>
          <mc:Fallback>
            <p:pic>
              <p:nvPicPr>
                <p:cNvPr id="388" name="Ink 387">
                  <a:extLst>
                    <a:ext uri="{FF2B5EF4-FFF2-40B4-BE49-F238E27FC236}">
                      <a16:creationId xmlns:a16="http://schemas.microsoft.com/office/drawing/2014/main" id="{16FF82C8-AADF-F3CC-0D7A-9F9A2072B977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10869531" y="5641560"/>
                  <a:ext cx="16560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0">
              <p14:nvContentPartPr>
                <p14:cNvPr id="389" name="Ink 388">
                  <a:extLst>
                    <a:ext uri="{FF2B5EF4-FFF2-40B4-BE49-F238E27FC236}">
                      <a16:creationId xmlns:a16="http://schemas.microsoft.com/office/drawing/2014/main" id="{3F48A766-6829-5946-D5CE-78527B22D6D8}"/>
                    </a:ext>
                  </a:extLst>
                </p14:cNvPr>
                <p14:cNvContentPartPr/>
                <p14:nvPr/>
              </p14:nvContentPartPr>
              <p14:xfrm>
                <a:off x="11184171" y="5784480"/>
                <a:ext cx="25200" cy="123480"/>
              </p14:xfrm>
            </p:contentPart>
          </mc:Choice>
          <mc:Fallback>
            <p:pic>
              <p:nvPicPr>
                <p:cNvPr id="389" name="Ink 388">
                  <a:extLst>
                    <a:ext uri="{FF2B5EF4-FFF2-40B4-BE49-F238E27FC236}">
                      <a16:creationId xmlns:a16="http://schemas.microsoft.com/office/drawing/2014/main" id="{3F48A766-6829-5946-D5CE-78527B22D6D8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11166171" y="5766480"/>
                  <a:ext cx="6084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2">
              <p14:nvContentPartPr>
                <p14:cNvPr id="390" name="Ink 389">
                  <a:extLst>
                    <a:ext uri="{FF2B5EF4-FFF2-40B4-BE49-F238E27FC236}">
                      <a16:creationId xmlns:a16="http://schemas.microsoft.com/office/drawing/2014/main" id="{A9EACE60-DE80-B2B1-0C6D-F2CB3C32723B}"/>
                    </a:ext>
                  </a:extLst>
                </p14:cNvPr>
                <p14:cNvContentPartPr/>
                <p14:nvPr/>
              </p14:nvContentPartPr>
              <p14:xfrm>
                <a:off x="11207931" y="5692320"/>
                <a:ext cx="19440" cy="13320"/>
              </p14:xfrm>
            </p:contentPart>
          </mc:Choice>
          <mc:Fallback>
            <p:pic>
              <p:nvPicPr>
                <p:cNvPr id="390" name="Ink 389">
                  <a:extLst>
                    <a:ext uri="{FF2B5EF4-FFF2-40B4-BE49-F238E27FC236}">
                      <a16:creationId xmlns:a16="http://schemas.microsoft.com/office/drawing/2014/main" id="{A9EACE60-DE80-B2B1-0C6D-F2CB3C32723B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11189931" y="5674320"/>
                  <a:ext cx="5508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4">
              <p14:nvContentPartPr>
                <p14:cNvPr id="391" name="Ink 390">
                  <a:extLst>
                    <a:ext uri="{FF2B5EF4-FFF2-40B4-BE49-F238E27FC236}">
                      <a16:creationId xmlns:a16="http://schemas.microsoft.com/office/drawing/2014/main" id="{5EA2B03B-0E8D-E434-33C8-8C02179EC49E}"/>
                    </a:ext>
                  </a:extLst>
                </p14:cNvPr>
                <p14:cNvContentPartPr/>
                <p14:nvPr/>
              </p14:nvContentPartPr>
              <p14:xfrm>
                <a:off x="11309811" y="5740920"/>
                <a:ext cx="154800" cy="97200"/>
              </p14:xfrm>
            </p:contentPart>
          </mc:Choice>
          <mc:Fallback>
            <p:pic>
              <p:nvPicPr>
                <p:cNvPr id="391" name="Ink 390">
                  <a:extLst>
                    <a:ext uri="{FF2B5EF4-FFF2-40B4-BE49-F238E27FC236}">
                      <a16:creationId xmlns:a16="http://schemas.microsoft.com/office/drawing/2014/main" id="{5EA2B03B-0E8D-E434-33C8-8C02179EC49E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11291811" y="5723280"/>
                  <a:ext cx="190440" cy="132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56">
            <p14:nvContentPartPr>
              <p14:cNvPr id="392" name="Ink 391">
                <a:extLst>
                  <a:ext uri="{FF2B5EF4-FFF2-40B4-BE49-F238E27FC236}">
                    <a16:creationId xmlns:a16="http://schemas.microsoft.com/office/drawing/2014/main" id="{BCD4B458-FA02-A722-F364-CC1F50A436CE}"/>
                  </a:ext>
                </a:extLst>
              </p14:cNvPr>
              <p14:cNvContentPartPr/>
              <p14:nvPr/>
            </p14:nvContentPartPr>
            <p14:xfrm>
              <a:off x="11709771" y="4150080"/>
              <a:ext cx="317520" cy="865800"/>
            </p14:xfrm>
          </p:contentPart>
        </mc:Choice>
        <mc:Fallback>
          <p:pic>
            <p:nvPicPr>
              <p:cNvPr id="392" name="Ink 391">
                <a:extLst>
                  <a:ext uri="{FF2B5EF4-FFF2-40B4-BE49-F238E27FC236}">
                    <a16:creationId xmlns:a16="http://schemas.microsoft.com/office/drawing/2014/main" id="{BCD4B458-FA02-A722-F364-CC1F50A436CE}"/>
                  </a:ext>
                </a:extLst>
              </p:cNvPr>
              <p:cNvPicPr/>
              <p:nvPr/>
            </p:nvPicPr>
            <p:blipFill>
              <a:blip r:embed="rId457"/>
              <a:stretch>
                <a:fillRect/>
              </a:stretch>
            </p:blipFill>
            <p:spPr>
              <a:xfrm>
                <a:off x="11691771" y="4132440"/>
                <a:ext cx="353160" cy="901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6052932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65F3C9-68A4-5DD9-2646-20D25B343E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D9401D-CC92-1C24-FDEF-4C853181A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Non-inverting Op Amp</a:t>
            </a:r>
          </a:p>
        </p:txBody>
      </p: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FE61C779-3EB1-0DE7-714A-B28757D3BAC7}"/>
              </a:ext>
            </a:extLst>
          </p:cNvPr>
          <p:cNvGrpSpPr/>
          <p:nvPr/>
        </p:nvGrpSpPr>
        <p:grpSpPr>
          <a:xfrm>
            <a:off x="911211" y="1335960"/>
            <a:ext cx="4675320" cy="1895040"/>
            <a:chOff x="911211" y="1335960"/>
            <a:chExt cx="4675320" cy="1895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BD15971E-C6FE-42FA-3B28-5BE1B166E99C}"/>
                    </a:ext>
                  </a:extLst>
                </p14:cNvPr>
                <p14:cNvContentPartPr/>
                <p14:nvPr/>
              </p14:nvContentPartPr>
              <p14:xfrm>
                <a:off x="2741811" y="1372320"/>
                <a:ext cx="66600" cy="178128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BD15971E-C6FE-42FA-3B28-5BE1B166E99C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723811" y="1354320"/>
                  <a:ext cx="102240" cy="181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348F1B14-20CB-F7EC-3B78-9C348EB57B2F}"/>
                    </a:ext>
                  </a:extLst>
                </p14:cNvPr>
                <p14:cNvContentPartPr/>
                <p14:nvPr/>
              </p14:nvContentPartPr>
              <p14:xfrm>
                <a:off x="2759091" y="1335960"/>
                <a:ext cx="1873440" cy="189504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348F1B14-20CB-F7EC-3B78-9C348EB57B2F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741094" y="1317957"/>
                  <a:ext cx="1909073" cy="193068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AF45E53A-7C2F-B33E-3FE6-69FD78A608C2}"/>
                    </a:ext>
                  </a:extLst>
                </p14:cNvPr>
                <p14:cNvContentPartPr/>
                <p14:nvPr/>
              </p14:nvContentPartPr>
              <p14:xfrm>
                <a:off x="2961051" y="1902960"/>
                <a:ext cx="343440" cy="2736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AF45E53A-7C2F-B33E-3FE6-69FD78A608C2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943051" y="1884720"/>
                  <a:ext cx="379080" cy="6347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0477999E-F853-4B16-5547-91E6AF85D94C}"/>
                    </a:ext>
                  </a:extLst>
                </p14:cNvPr>
                <p14:cNvContentPartPr/>
                <p14:nvPr/>
              </p14:nvContentPartPr>
              <p14:xfrm>
                <a:off x="3103971" y="2531520"/>
                <a:ext cx="252360" cy="3132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0477999E-F853-4B16-5547-91E6AF85D94C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085971" y="2513520"/>
                  <a:ext cx="28800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A599C569-9AF8-05FE-1891-1B07D2820376}"/>
                    </a:ext>
                  </a:extLst>
                </p14:cNvPr>
                <p14:cNvContentPartPr/>
                <p14:nvPr/>
              </p14:nvContentPartPr>
              <p14:xfrm>
                <a:off x="3198291" y="2448000"/>
                <a:ext cx="40320" cy="22392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A599C569-9AF8-05FE-1891-1B07D2820376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180129" y="2430000"/>
                  <a:ext cx="76281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D925C847-0844-13D2-D829-5B038EF3828D}"/>
                    </a:ext>
                  </a:extLst>
                </p14:cNvPr>
                <p14:cNvContentPartPr/>
                <p14:nvPr/>
              </p14:nvContentPartPr>
              <p14:xfrm>
                <a:off x="4657731" y="2096280"/>
                <a:ext cx="928800" cy="4824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D925C847-0844-13D2-D829-5B038EF3828D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639731" y="2078145"/>
                  <a:ext cx="964440" cy="8414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E4DAC2A1-26BE-1742-D9F9-C970CD4DDB7B}"/>
                    </a:ext>
                  </a:extLst>
                </p14:cNvPr>
                <p14:cNvContentPartPr/>
                <p14:nvPr/>
              </p14:nvContentPartPr>
              <p14:xfrm>
                <a:off x="2007771" y="2627280"/>
                <a:ext cx="846000" cy="8388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E4DAC2A1-26BE-1742-D9F9-C970CD4DDB7B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989763" y="2609357"/>
                  <a:ext cx="881655" cy="11936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22BF7FDD-3DC9-3D53-116F-FAC77EFFF148}"/>
                    </a:ext>
                  </a:extLst>
                </p14:cNvPr>
                <p14:cNvContentPartPr/>
                <p14:nvPr/>
              </p14:nvContentPartPr>
              <p14:xfrm>
                <a:off x="1954491" y="2592720"/>
                <a:ext cx="155160" cy="17604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22BF7FDD-3DC9-3D53-116F-FAC77EFFF148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936449" y="2574720"/>
                  <a:ext cx="190883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A809979C-7DFA-815B-D22F-7BC9AAF49F77}"/>
                    </a:ext>
                  </a:extLst>
                </p14:cNvPr>
                <p14:cNvContentPartPr/>
                <p14:nvPr/>
              </p14:nvContentPartPr>
              <p14:xfrm>
                <a:off x="911211" y="2787480"/>
                <a:ext cx="192960" cy="23688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A809979C-7DFA-815B-D22F-7BC9AAF49F77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93245" y="2769453"/>
                  <a:ext cx="228534" cy="27257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846C1604-FE9D-8D2E-7D0D-CC736CDD34B3}"/>
                    </a:ext>
                  </a:extLst>
                </p14:cNvPr>
                <p14:cNvContentPartPr/>
                <p14:nvPr/>
              </p14:nvContentPartPr>
              <p14:xfrm>
                <a:off x="1257891" y="2909880"/>
                <a:ext cx="72720" cy="14292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846C1604-FE9D-8D2E-7D0D-CC736CDD34B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239891" y="2891880"/>
                  <a:ext cx="10836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DE035969-1031-FDBB-8522-39F011A3B482}"/>
                    </a:ext>
                  </a:extLst>
                </p14:cNvPr>
                <p14:cNvContentPartPr/>
                <p14:nvPr/>
              </p14:nvContentPartPr>
              <p14:xfrm>
                <a:off x="1260051" y="2771640"/>
                <a:ext cx="9720" cy="1980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DE035969-1031-FDBB-8522-39F011A3B482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242051" y="2753640"/>
                  <a:ext cx="4536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F6022B8C-6020-E669-780F-DB3FCAC7F0B9}"/>
                    </a:ext>
                  </a:extLst>
                </p14:cNvPr>
                <p14:cNvContentPartPr/>
                <p14:nvPr/>
              </p14:nvContentPartPr>
              <p14:xfrm>
                <a:off x="1388571" y="2867400"/>
                <a:ext cx="217080" cy="13572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F6022B8C-6020-E669-780F-DB3FCAC7F0B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370571" y="2849400"/>
                  <a:ext cx="252720" cy="171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6">
            <p14:nvContentPartPr>
              <p14:cNvPr id="178" name="Ink 177">
                <a:extLst>
                  <a:ext uri="{FF2B5EF4-FFF2-40B4-BE49-F238E27FC236}">
                    <a16:creationId xmlns:a16="http://schemas.microsoft.com/office/drawing/2014/main" id="{926E5E09-9591-3240-7A64-C68E779003E0}"/>
                  </a:ext>
                </a:extLst>
              </p14:cNvPr>
              <p14:cNvContentPartPr/>
              <p14:nvPr/>
            </p14:nvContentPartPr>
            <p14:xfrm>
              <a:off x="5558091" y="2064240"/>
              <a:ext cx="109080" cy="115200"/>
            </p14:xfrm>
          </p:contentPart>
        </mc:Choice>
        <mc:Fallback>
          <p:pic>
            <p:nvPicPr>
              <p:cNvPr id="178" name="Ink 177">
                <a:extLst>
                  <a:ext uri="{FF2B5EF4-FFF2-40B4-BE49-F238E27FC236}">
                    <a16:creationId xmlns:a16="http://schemas.microsoft.com/office/drawing/2014/main" id="{926E5E09-9591-3240-7A64-C68E779003E0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5540031" y="2046296"/>
                <a:ext cx="144838" cy="15072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8BD67D52-B305-F9A7-DFC0-E96D4FDD58A2}"/>
                  </a:ext>
                </a:extLst>
              </p14:cNvPr>
              <p14:cNvContentPartPr/>
              <p14:nvPr/>
            </p14:nvContentPartPr>
            <p14:xfrm>
              <a:off x="5591211" y="2123640"/>
              <a:ext cx="25200" cy="13680"/>
            </p14:xfrm>
          </p:contentPart>
        </mc:Choice>
        <mc:Fallback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8BD67D52-B305-F9A7-DFC0-E96D4FDD58A2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5573211" y="2106102"/>
                <a:ext cx="60840" cy="4840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">
            <p14:nvContentPartPr>
              <p14:cNvPr id="182" name="Ink 181">
                <a:extLst>
                  <a:ext uri="{FF2B5EF4-FFF2-40B4-BE49-F238E27FC236}">
                    <a16:creationId xmlns:a16="http://schemas.microsoft.com/office/drawing/2014/main" id="{5F97B192-942D-78CA-3689-4F7DCE5EB77E}"/>
                  </a:ext>
                </a:extLst>
              </p14:cNvPr>
              <p14:cNvContentPartPr/>
              <p14:nvPr/>
            </p14:nvContentPartPr>
            <p14:xfrm>
              <a:off x="5288451" y="51480"/>
              <a:ext cx="242280" cy="668520"/>
            </p14:xfrm>
          </p:contentPart>
        </mc:Choice>
        <mc:Fallback>
          <p:pic>
            <p:nvPicPr>
              <p:cNvPr id="182" name="Ink 181">
                <a:extLst>
                  <a:ext uri="{FF2B5EF4-FFF2-40B4-BE49-F238E27FC236}">
                    <a16:creationId xmlns:a16="http://schemas.microsoft.com/office/drawing/2014/main" id="{5F97B192-942D-78CA-3689-4F7DCE5EB77E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5270478" y="33480"/>
                <a:ext cx="277867" cy="704160"/>
              </a:xfrm>
              <a:prstGeom prst="rect">
                <a:avLst/>
              </a:prstGeom>
            </p:spPr>
          </p:pic>
        </mc:Fallback>
      </mc:AlternateContent>
      <p:grpSp>
        <p:nvGrpSpPr>
          <p:cNvPr id="201" name="Group 200">
            <a:extLst>
              <a:ext uri="{FF2B5EF4-FFF2-40B4-BE49-F238E27FC236}">
                <a16:creationId xmlns:a16="http://schemas.microsoft.com/office/drawing/2014/main" id="{9CF94AA9-B2E9-AD9F-2FA3-9708222DC11B}"/>
              </a:ext>
            </a:extLst>
          </p:cNvPr>
          <p:cNvGrpSpPr/>
          <p:nvPr/>
        </p:nvGrpSpPr>
        <p:grpSpPr>
          <a:xfrm>
            <a:off x="5799291" y="226800"/>
            <a:ext cx="1112400" cy="300960"/>
            <a:chOff x="5799291" y="226800"/>
            <a:chExt cx="1112400" cy="300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7DFB94E0-92A4-C4E9-7927-A8FED72B04DA}"/>
                    </a:ext>
                  </a:extLst>
                </p14:cNvPr>
                <p14:cNvContentPartPr/>
                <p14:nvPr/>
              </p14:nvContentPartPr>
              <p14:xfrm>
                <a:off x="5799291" y="233640"/>
                <a:ext cx="166320" cy="24444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7DFB94E0-92A4-C4E9-7927-A8FED72B04D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781291" y="215640"/>
                  <a:ext cx="201960" cy="28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527F287D-AA60-2722-8E95-7058508A83B7}"/>
                    </a:ext>
                  </a:extLst>
                </p14:cNvPr>
                <p14:cNvContentPartPr/>
                <p14:nvPr/>
              </p14:nvContentPartPr>
              <p14:xfrm>
                <a:off x="6091611" y="226800"/>
                <a:ext cx="52560" cy="24372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527F287D-AA60-2722-8E95-7058508A83B7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073611" y="208827"/>
                  <a:ext cx="88200" cy="27930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388A8063-1AF6-98A8-D322-C9850F032DAE}"/>
                    </a:ext>
                  </a:extLst>
                </p14:cNvPr>
                <p14:cNvContentPartPr/>
                <p14:nvPr/>
              </p14:nvContentPartPr>
              <p14:xfrm>
                <a:off x="6214011" y="347400"/>
                <a:ext cx="132480" cy="11556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388A8063-1AF6-98A8-D322-C9850F032DAE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196011" y="329400"/>
                  <a:ext cx="16812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46A5C474-A335-0694-F5E6-C754BF281940}"/>
                    </a:ext>
                  </a:extLst>
                </p14:cNvPr>
                <p14:cNvContentPartPr/>
                <p14:nvPr/>
              </p14:nvContentPartPr>
              <p14:xfrm>
                <a:off x="6416691" y="302400"/>
                <a:ext cx="97560" cy="22536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46A5C474-A335-0694-F5E6-C754BF281940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398691" y="284429"/>
                  <a:ext cx="133200" cy="26094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4B786A71-47AF-A8D7-0156-25022477E77F}"/>
                    </a:ext>
                  </a:extLst>
                </p14:cNvPr>
                <p14:cNvContentPartPr/>
                <p14:nvPr/>
              </p14:nvContentPartPr>
              <p14:xfrm>
                <a:off x="6563931" y="354600"/>
                <a:ext cx="82080" cy="12528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4B786A71-47AF-A8D7-0156-25022477E77F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545931" y="336548"/>
                  <a:ext cx="117720" cy="16102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BDF7BF4E-C58D-FD35-52EE-B66075EEA590}"/>
                    </a:ext>
                  </a:extLst>
                </p14:cNvPr>
                <p14:cNvContentPartPr/>
                <p14:nvPr/>
              </p14:nvContentPartPr>
              <p14:xfrm>
                <a:off x="6755811" y="229320"/>
                <a:ext cx="155880" cy="24552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BDF7BF4E-C58D-FD35-52EE-B66075EEA590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737811" y="211320"/>
                  <a:ext cx="191520" cy="281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0" name="Group 199">
            <a:extLst>
              <a:ext uri="{FF2B5EF4-FFF2-40B4-BE49-F238E27FC236}">
                <a16:creationId xmlns:a16="http://schemas.microsoft.com/office/drawing/2014/main" id="{9FEF5BE3-1C86-8A84-9599-1550957DA848}"/>
              </a:ext>
            </a:extLst>
          </p:cNvPr>
          <p:cNvGrpSpPr/>
          <p:nvPr/>
        </p:nvGrpSpPr>
        <p:grpSpPr>
          <a:xfrm>
            <a:off x="7239291" y="181080"/>
            <a:ext cx="591840" cy="299520"/>
            <a:chOff x="7239291" y="181080"/>
            <a:chExt cx="591840" cy="299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38CFB69F-9719-0A1E-E436-C7967F323ED5}"/>
                    </a:ext>
                  </a:extLst>
                </p14:cNvPr>
                <p14:cNvContentPartPr/>
                <p14:nvPr/>
              </p14:nvContentPartPr>
              <p14:xfrm>
                <a:off x="7300851" y="181080"/>
                <a:ext cx="69120" cy="29952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38CFB69F-9719-0A1E-E436-C7967F323ED5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282851" y="163080"/>
                  <a:ext cx="104760" cy="33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76ECB3AB-22A8-A815-2DA3-E6178BF85BD2}"/>
                    </a:ext>
                  </a:extLst>
                </p14:cNvPr>
                <p14:cNvContentPartPr/>
                <p14:nvPr/>
              </p14:nvContentPartPr>
              <p14:xfrm>
                <a:off x="7239291" y="267120"/>
                <a:ext cx="406800" cy="14400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76ECB3AB-22A8-A815-2DA3-E6178BF85BD2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221291" y="249120"/>
                  <a:ext cx="44244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B7C9C0E0-9C65-A743-AE1E-C94D5C7415C8}"/>
                    </a:ext>
                  </a:extLst>
                </p14:cNvPr>
                <p14:cNvContentPartPr/>
                <p14:nvPr/>
              </p14:nvContentPartPr>
              <p14:xfrm>
                <a:off x="7746891" y="262440"/>
                <a:ext cx="84240" cy="12024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B7C9C0E0-9C65-A743-AE1E-C94D5C7415C8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728891" y="244440"/>
                  <a:ext cx="119880" cy="15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1D1A2B4F-B4A1-FFE9-1A00-11A9C4F22F8D}"/>
              </a:ext>
            </a:extLst>
          </p:cNvPr>
          <p:cNvGrpSpPr/>
          <p:nvPr/>
        </p:nvGrpSpPr>
        <p:grpSpPr>
          <a:xfrm>
            <a:off x="8279691" y="29160"/>
            <a:ext cx="780480" cy="405720"/>
            <a:chOff x="8279691" y="29160"/>
            <a:chExt cx="780480" cy="405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BDE57E69-C796-FDC0-D513-CC9AB014E44A}"/>
                    </a:ext>
                  </a:extLst>
                </p14:cNvPr>
                <p14:cNvContentPartPr/>
                <p14:nvPr/>
              </p14:nvContentPartPr>
              <p14:xfrm>
                <a:off x="8279691" y="154440"/>
                <a:ext cx="57960" cy="21744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BDE57E69-C796-FDC0-D513-CC9AB014E44A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8261691" y="136440"/>
                  <a:ext cx="9360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7F7178C1-DED0-9B3E-7AC1-5227ED2AC4C4}"/>
                    </a:ext>
                  </a:extLst>
                </p14:cNvPr>
                <p14:cNvContentPartPr/>
                <p14:nvPr/>
              </p14:nvContentPartPr>
              <p14:xfrm>
                <a:off x="8426571" y="288360"/>
                <a:ext cx="99360" cy="111240"/>
              </p14:xfrm>
            </p:contentPart>
          </mc:Choice>
          <mc:Fallback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7F7178C1-DED0-9B3E-7AC1-5227ED2AC4C4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8408571" y="270418"/>
                  <a:ext cx="135000" cy="14676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29241D35-E990-1509-0AFF-E598CCB3B643}"/>
                    </a:ext>
                  </a:extLst>
                </p14:cNvPr>
                <p14:cNvContentPartPr/>
                <p14:nvPr/>
              </p14:nvContentPartPr>
              <p14:xfrm>
                <a:off x="8568411" y="248760"/>
                <a:ext cx="105480" cy="9468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29241D35-E990-1509-0AFF-E598CCB3B643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550411" y="230828"/>
                  <a:ext cx="141120" cy="13018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BC0358D3-CBFC-9B7E-C289-E2C502878CD0}"/>
                    </a:ext>
                  </a:extLst>
                </p14:cNvPr>
                <p14:cNvContentPartPr/>
                <p14:nvPr/>
              </p14:nvContentPartPr>
              <p14:xfrm>
                <a:off x="8814291" y="229680"/>
                <a:ext cx="16200" cy="205200"/>
              </p14:xfrm>
            </p:contentPart>
          </mc:Choice>
          <mc:Fallback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BC0358D3-CBFC-9B7E-C289-E2C502878CD0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8796291" y="211680"/>
                  <a:ext cx="5184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A57DABDC-DF29-984B-10C4-C8FC353F8D52}"/>
                    </a:ext>
                  </a:extLst>
                </p14:cNvPr>
                <p14:cNvContentPartPr/>
                <p14:nvPr/>
              </p14:nvContentPartPr>
              <p14:xfrm>
                <a:off x="8801691" y="221760"/>
                <a:ext cx="90720" cy="11916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A57DABDC-DF29-984B-10C4-C8FC353F8D52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8783762" y="203814"/>
                  <a:ext cx="126219" cy="1546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E0DE3332-8B2A-4480-3AE5-B0CAF00EBDA5}"/>
                    </a:ext>
                  </a:extLst>
                </p14:cNvPr>
                <p14:cNvContentPartPr/>
                <p14:nvPr/>
              </p14:nvContentPartPr>
              <p14:xfrm>
                <a:off x="9004731" y="29160"/>
                <a:ext cx="55440" cy="38520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E0DE3332-8B2A-4480-3AE5-B0CAF00EBDA5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8986731" y="11160"/>
                  <a:ext cx="91080" cy="420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1" name="Group 210">
            <a:extLst>
              <a:ext uri="{FF2B5EF4-FFF2-40B4-BE49-F238E27FC236}">
                <a16:creationId xmlns:a16="http://schemas.microsoft.com/office/drawing/2014/main" id="{10CB59A6-3C07-5162-9B97-D38EE3C4D660}"/>
              </a:ext>
            </a:extLst>
          </p:cNvPr>
          <p:cNvGrpSpPr/>
          <p:nvPr/>
        </p:nvGrpSpPr>
        <p:grpSpPr>
          <a:xfrm>
            <a:off x="842811" y="660240"/>
            <a:ext cx="4113000" cy="1776240"/>
            <a:chOff x="842811" y="660240"/>
            <a:chExt cx="4113000" cy="1776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C2B92895-A141-E7DA-92C7-5481BC8A0F1F}"/>
                    </a:ext>
                  </a:extLst>
                </p14:cNvPr>
                <p14:cNvContentPartPr/>
                <p14:nvPr/>
              </p14:nvContentPartPr>
              <p14:xfrm>
                <a:off x="987891" y="1712160"/>
                <a:ext cx="19800" cy="54576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C2B92895-A141-E7DA-92C7-5481BC8A0F1F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969891" y="1694160"/>
                  <a:ext cx="55440" cy="58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5FB49541-661A-748F-4E51-70BAE308ADD7}"/>
                    </a:ext>
                  </a:extLst>
                </p14:cNvPr>
                <p14:cNvContentPartPr/>
                <p14:nvPr/>
              </p14:nvContentPartPr>
              <p14:xfrm>
                <a:off x="842811" y="2250000"/>
                <a:ext cx="280440" cy="3024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5FB49541-661A-748F-4E51-70BAE308ADD7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824811" y="2232000"/>
                  <a:ext cx="31608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5C4CD174-E11B-34AD-C9B3-9D9B199CE61C}"/>
                    </a:ext>
                  </a:extLst>
                </p14:cNvPr>
                <p14:cNvContentPartPr/>
                <p14:nvPr/>
              </p14:nvContentPartPr>
              <p14:xfrm>
                <a:off x="845691" y="2316240"/>
                <a:ext cx="209160" cy="11196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5C4CD174-E11B-34AD-C9B3-9D9B199CE61C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827691" y="2298182"/>
                  <a:ext cx="244800" cy="14771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1EEC6AAB-CF53-C172-3FE4-EAF0C40D0884}"/>
                    </a:ext>
                  </a:extLst>
                </p14:cNvPr>
                <p14:cNvContentPartPr/>
                <p14:nvPr/>
              </p14:nvContentPartPr>
              <p14:xfrm>
                <a:off x="1029651" y="2260440"/>
                <a:ext cx="55080" cy="17604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1EEC6AAB-CF53-C172-3FE4-EAF0C40D0884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011651" y="2242440"/>
                  <a:ext cx="9072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B0A28E53-BF40-004E-E07B-AD3D60BD5706}"/>
                    </a:ext>
                  </a:extLst>
                </p14:cNvPr>
                <p14:cNvContentPartPr/>
                <p14:nvPr/>
              </p14:nvContentPartPr>
              <p14:xfrm>
                <a:off x="986091" y="1793880"/>
                <a:ext cx="573840" cy="1260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B0A28E53-BF40-004E-E07B-AD3D60BD5706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968080" y="1775880"/>
                  <a:ext cx="609502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C633BFC2-58B6-D6EA-CC08-11A5F38C7CFB}"/>
                    </a:ext>
                  </a:extLst>
                </p14:cNvPr>
                <p14:cNvContentPartPr/>
                <p14:nvPr/>
              </p14:nvContentPartPr>
              <p14:xfrm>
                <a:off x="1577571" y="1623240"/>
                <a:ext cx="475560" cy="20952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C633BFC2-58B6-D6EA-CC08-11A5F38C7CFB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559571" y="1605240"/>
                  <a:ext cx="51120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1E97241E-8C64-CB49-4B0F-F1C54AE16C61}"/>
                    </a:ext>
                  </a:extLst>
                </p14:cNvPr>
                <p14:cNvContentPartPr/>
                <p14:nvPr/>
              </p14:nvContentPartPr>
              <p14:xfrm>
                <a:off x="2044131" y="1805400"/>
                <a:ext cx="646560" cy="2880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1E97241E-8C64-CB49-4B0F-F1C54AE16C61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026131" y="1787400"/>
                  <a:ext cx="68220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72C79AD3-7313-8FA0-E4A5-7DE50E386D79}"/>
                    </a:ext>
                  </a:extLst>
                </p14:cNvPr>
                <p14:cNvContentPartPr/>
                <p14:nvPr/>
              </p14:nvContentPartPr>
              <p14:xfrm>
                <a:off x="2717331" y="1779120"/>
                <a:ext cx="82080" cy="2088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72C79AD3-7313-8FA0-E4A5-7DE50E386D79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2699331" y="1761425"/>
                  <a:ext cx="117720" cy="5591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79251816-E6EC-0D66-FD95-F1B41CDABFC6}"/>
                    </a:ext>
                  </a:extLst>
                </p14:cNvPr>
                <p14:cNvContentPartPr/>
                <p14:nvPr/>
              </p14:nvContentPartPr>
              <p14:xfrm>
                <a:off x="2747931" y="1791360"/>
                <a:ext cx="720" cy="396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79251816-E6EC-0D66-FD95-F1B41CDABFC6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2729931" y="1773360"/>
                  <a:ext cx="3636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96C07AFB-613C-9DB8-8084-50D4ACCD9637}"/>
                    </a:ext>
                  </a:extLst>
                </p14:cNvPr>
                <p14:cNvContentPartPr/>
                <p14:nvPr/>
              </p14:nvContentPartPr>
              <p14:xfrm>
                <a:off x="2286051" y="918000"/>
                <a:ext cx="59760" cy="97092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96C07AFB-613C-9DB8-8084-50D4ACCD963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2268051" y="900000"/>
                  <a:ext cx="95400" cy="10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324518C9-CB07-02C5-D14B-0FCA1729F252}"/>
                    </a:ext>
                  </a:extLst>
                </p14:cNvPr>
                <p14:cNvContentPartPr/>
                <p14:nvPr/>
              </p14:nvContentPartPr>
              <p14:xfrm>
                <a:off x="2352291" y="791280"/>
                <a:ext cx="1122120" cy="17856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324518C9-CB07-02C5-D14B-0FCA1729F252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2334291" y="773280"/>
                  <a:ext cx="115776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FBDB2672-332E-A6DB-D881-B2A45F81901B}"/>
                    </a:ext>
                  </a:extLst>
                </p14:cNvPr>
                <p14:cNvContentPartPr/>
                <p14:nvPr/>
              </p14:nvContentPartPr>
              <p14:xfrm>
                <a:off x="3542811" y="660240"/>
                <a:ext cx="456120" cy="17496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FBDB2672-332E-A6DB-D881-B2A45F81901B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3524811" y="642240"/>
                  <a:ext cx="49176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6A540E6D-028B-C062-455F-1538F02F3358}"/>
                    </a:ext>
                  </a:extLst>
                </p14:cNvPr>
                <p14:cNvContentPartPr/>
                <p14:nvPr/>
              </p14:nvContentPartPr>
              <p14:xfrm>
                <a:off x="4017651" y="767880"/>
                <a:ext cx="923400" cy="11124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6A540E6D-028B-C062-455F-1538F02F3358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3999651" y="749880"/>
                  <a:ext cx="95904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FFDD0C7C-F7B9-D579-D101-CC98BE59B053}"/>
                    </a:ext>
                  </a:extLst>
                </p14:cNvPr>
                <p14:cNvContentPartPr/>
                <p14:nvPr/>
              </p14:nvContentPartPr>
              <p14:xfrm>
                <a:off x="4933131" y="830880"/>
                <a:ext cx="22680" cy="132192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FFDD0C7C-F7B9-D579-D101-CC98BE59B053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4915131" y="812885"/>
                  <a:ext cx="58320" cy="135755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37192A92-C518-CF77-1D1C-7D401E4E3A9C}"/>
                    </a:ext>
                  </a:extLst>
                </p14:cNvPr>
                <p14:cNvContentPartPr/>
                <p14:nvPr/>
              </p14:nvContentPartPr>
              <p14:xfrm>
                <a:off x="1538331" y="1171080"/>
                <a:ext cx="104760" cy="29520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37192A92-C518-CF77-1D1C-7D401E4E3A9C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520269" y="1153080"/>
                  <a:ext cx="140523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261764B1-1951-7009-50CE-E3ACAB992506}"/>
                    </a:ext>
                  </a:extLst>
                </p14:cNvPr>
                <p14:cNvContentPartPr/>
                <p14:nvPr/>
              </p14:nvContentPartPr>
              <p14:xfrm>
                <a:off x="1527531" y="1138680"/>
                <a:ext cx="243720" cy="21168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261764B1-1951-7009-50CE-E3ACAB992506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509531" y="1120680"/>
                  <a:ext cx="27936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9036E898-EE17-C617-32F3-56AA361BC6EB}"/>
                    </a:ext>
                  </a:extLst>
                </p14:cNvPr>
                <p14:cNvContentPartPr/>
                <p14:nvPr/>
              </p14:nvContentPartPr>
              <p14:xfrm>
                <a:off x="1840011" y="1211400"/>
                <a:ext cx="77760" cy="15264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9036E898-EE17-C617-32F3-56AA361BC6EB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822094" y="1193357"/>
                  <a:ext cx="113236" cy="18836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8561BEE3-A2F5-1793-26AF-3A56993668AD}"/>
                    </a:ext>
                  </a:extLst>
                </p14:cNvPr>
                <p14:cNvContentPartPr/>
                <p14:nvPr/>
              </p14:nvContentPartPr>
              <p14:xfrm>
                <a:off x="1827051" y="1068480"/>
                <a:ext cx="5040" cy="360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8561BEE3-A2F5-1793-26AF-3A56993668A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809051" y="1050480"/>
                  <a:ext cx="4068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04A50034-A046-E066-51EA-17F7774516FF}"/>
                    </a:ext>
                  </a:extLst>
                </p14:cNvPr>
                <p14:cNvContentPartPr/>
                <p14:nvPr/>
              </p14:nvContentPartPr>
              <p14:xfrm>
                <a:off x="3663411" y="1003680"/>
                <a:ext cx="70560" cy="264240"/>
              </p14:xfrm>
            </p:contentPart>
          </mc:Choice>
          <mc:Fallback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04A50034-A046-E066-51EA-17F7774516FF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3645502" y="985680"/>
                  <a:ext cx="106019" cy="29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6D44900D-6BE9-300F-2AFF-05AC67F5D680}"/>
                    </a:ext>
                  </a:extLst>
                </p14:cNvPr>
                <p14:cNvContentPartPr/>
                <p14:nvPr/>
              </p14:nvContentPartPr>
              <p14:xfrm>
                <a:off x="3650811" y="924840"/>
                <a:ext cx="230040" cy="224640"/>
              </p14:xfrm>
            </p:contentPart>
          </mc:Choice>
          <mc:Fallback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6D44900D-6BE9-300F-2AFF-05AC67F5D680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3632811" y="906840"/>
                  <a:ext cx="26568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81DD27CE-3253-77E4-9367-01C09182FD79}"/>
                    </a:ext>
                  </a:extLst>
                </p14:cNvPr>
                <p14:cNvContentPartPr/>
                <p14:nvPr/>
              </p14:nvContentPartPr>
              <p14:xfrm>
                <a:off x="3960051" y="991080"/>
                <a:ext cx="109800" cy="324720"/>
              </p14:xfrm>
            </p:contentPart>
          </mc:Choice>
          <mc:Fallback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81DD27CE-3253-77E4-9367-01C09182FD79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3942051" y="973080"/>
                  <a:ext cx="145440" cy="36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F8E397A2-F5B0-2924-3838-02BD7E35B269}"/>
                    </a:ext>
                  </a:extLst>
                </p14:cNvPr>
                <p14:cNvContentPartPr/>
                <p14:nvPr/>
              </p14:nvContentPartPr>
              <p14:xfrm>
                <a:off x="3973011" y="1136880"/>
                <a:ext cx="75960" cy="100440"/>
              </p14:xfrm>
            </p:contentPart>
          </mc:Choice>
          <mc:Fallback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F8E397A2-F5B0-2924-3838-02BD7E35B269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955011" y="1118880"/>
                  <a:ext cx="111600" cy="136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2" name="Group 251">
            <a:extLst>
              <a:ext uri="{FF2B5EF4-FFF2-40B4-BE49-F238E27FC236}">
                <a16:creationId xmlns:a16="http://schemas.microsoft.com/office/drawing/2014/main" id="{AAA42D13-576C-555F-281F-FA713B9AC938}"/>
              </a:ext>
            </a:extLst>
          </p:cNvPr>
          <p:cNvGrpSpPr/>
          <p:nvPr/>
        </p:nvGrpSpPr>
        <p:grpSpPr>
          <a:xfrm>
            <a:off x="7911771" y="1272240"/>
            <a:ext cx="649080" cy="409680"/>
            <a:chOff x="7911771" y="1272240"/>
            <a:chExt cx="649080" cy="409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FF6568DD-5A6C-816E-6B6E-7E5C83D3F113}"/>
                    </a:ext>
                  </a:extLst>
                </p14:cNvPr>
                <p14:cNvContentPartPr/>
                <p14:nvPr/>
              </p14:nvContentPartPr>
              <p14:xfrm>
                <a:off x="7911771" y="1275120"/>
                <a:ext cx="50760" cy="406800"/>
              </p14:xfrm>
            </p:contentPart>
          </mc:Choice>
          <mc:Fallback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FF6568DD-5A6C-816E-6B6E-7E5C83D3F113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893898" y="1257120"/>
                  <a:ext cx="86149" cy="44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070E4B0B-178A-BF50-C6AD-615922A239E2}"/>
                    </a:ext>
                  </a:extLst>
                </p14:cNvPr>
                <p14:cNvContentPartPr/>
                <p14:nvPr/>
              </p14:nvContentPartPr>
              <p14:xfrm>
                <a:off x="7931931" y="1272240"/>
                <a:ext cx="190440" cy="262440"/>
              </p14:xfrm>
            </p:contentPart>
          </mc:Choice>
          <mc:Fallback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070E4B0B-178A-BF50-C6AD-615922A239E2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913931" y="1254240"/>
                  <a:ext cx="22608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E80029CD-5FEE-839A-EB3E-730080B5F859}"/>
                    </a:ext>
                  </a:extLst>
                </p14:cNvPr>
                <p14:cNvContentPartPr/>
                <p14:nvPr/>
              </p14:nvContentPartPr>
              <p14:xfrm>
                <a:off x="8260971" y="1504440"/>
                <a:ext cx="50760" cy="9792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E80029CD-5FEE-839A-EB3E-730080B5F859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8243098" y="1486440"/>
                  <a:ext cx="86149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67E2389B-6587-6509-B160-1F6552DD0011}"/>
                    </a:ext>
                  </a:extLst>
                </p14:cNvPr>
                <p14:cNvContentPartPr/>
                <p14:nvPr/>
              </p14:nvContentPartPr>
              <p14:xfrm>
                <a:off x="8273931" y="1386360"/>
                <a:ext cx="18720" cy="49320"/>
              </p14:xfrm>
            </p:contentPart>
          </mc:Choice>
          <mc:Fallback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67E2389B-6587-6509-B160-1F6552DD0011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8256271" y="1368360"/>
                  <a:ext cx="53688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978387FE-5162-23E7-EB01-9876E456C056}"/>
                    </a:ext>
                  </a:extLst>
                </p14:cNvPr>
                <p14:cNvContentPartPr/>
                <p14:nvPr/>
              </p14:nvContentPartPr>
              <p14:xfrm>
                <a:off x="8384811" y="1513080"/>
                <a:ext cx="176040" cy="9756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978387FE-5162-23E7-EB01-9876E456C056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8366774" y="1495080"/>
                  <a:ext cx="211753" cy="133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1" name="Group 250">
            <a:extLst>
              <a:ext uri="{FF2B5EF4-FFF2-40B4-BE49-F238E27FC236}">
                <a16:creationId xmlns:a16="http://schemas.microsoft.com/office/drawing/2014/main" id="{4897F27E-7CE3-75A0-7A7D-2477AC995BFE}"/>
              </a:ext>
            </a:extLst>
          </p:cNvPr>
          <p:cNvGrpSpPr/>
          <p:nvPr/>
        </p:nvGrpSpPr>
        <p:grpSpPr>
          <a:xfrm>
            <a:off x="8783691" y="1502280"/>
            <a:ext cx="87120" cy="122760"/>
            <a:chOff x="8783691" y="1502280"/>
            <a:chExt cx="87120" cy="122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04094EB2-9147-D4F4-6C7B-952B3DE3BAF7}"/>
                    </a:ext>
                  </a:extLst>
                </p14:cNvPr>
                <p14:cNvContentPartPr/>
                <p14:nvPr/>
              </p14:nvContentPartPr>
              <p14:xfrm>
                <a:off x="8783691" y="1502280"/>
                <a:ext cx="73080" cy="17280"/>
              </p14:xfrm>
            </p:contentPart>
          </mc:Choice>
          <mc:Fallback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04094EB2-9147-D4F4-6C7B-952B3DE3BAF7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8765691" y="1484647"/>
                  <a:ext cx="108720" cy="521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6EC681C3-EBCC-AC65-C9F0-9C15547D02A1}"/>
                    </a:ext>
                  </a:extLst>
                </p14:cNvPr>
                <p14:cNvContentPartPr/>
                <p14:nvPr/>
              </p14:nvContentPartPr>
              <p14:xfrm>
                <a:off x="8815731" y="1599840"/>
                <a:ext cx="55080" cy="25200"/>
              </p14:xfrm>
            </p:contentPart>
          </mc:Choice>
          <mc:Fallback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6EC681C3-EBCC-AC65-C9F0-9C15547D02A1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8797731" y="1581579"/>
                  <a:ext cx="90720" cy="61357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0" name="Group 249">
            <a:extLst>
              <a:ext uri="{FF2B5EF4-FFF2-40B4-BE49-F238E27FC236}">
                <a16:creationId xmlns:a16="http://schemas.microsoft.com/office/drawing/2014/main" id="{91A3364B-C4A5-A4B2-14B2-DEE1522E5205}"/>
              </a:ext>
            </a:extLst>
          </p:cNvPr>
          <p:cNvGrpSpPr/>
          <p:nvPr/>
        </p:nvGrpSpPr>
        <p:grpSpPr>
          <a:xfrm>
            <a:off x="9215691" y="1339200"/>
            <a:ext cx="32400" cy="258120"/>
            <a:chOff x="9215691" y="1339200"/>
            <a:chExt cx="32400" cy="258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5C661E20-F34D-0989-3467-EFCA5CE243AE}"/>
                    </a:ext>
                  </a:extLst>
                </p14:cNvPr>
                <p14:cNvContentPartPr/>
                <p14:nvPr/>
              </p14:nvContentPartPr>
              <p14:xfrm>
                <a:off x="9244491" y="1471320"/>
                <a:ext cx="3600" cy="126000"/>
              </p14:xfrm>
            </p:contentPart>
          </mc:Choice>
          <mc:Fallback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5C661E20-F34D-0989-3467-EFCA5CE243AE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9226491" y="1453320"/>
                  <a:ext cx="3924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DFD5667F-4DA2-9ED6-F322-07FA01F8460C}"/>
                    </a:ext>
                  </a:extLst>
                </p14:cNvPr>
                <p14:cNvContentPartPr/>
                <p14:nvPr/>
              </p14:nvContentPartPr>
              <p14:xfrm>
                <a:off x="9215691" y="1339200"/>
                <a:ext cx="20160" cy="28800"/>
              </p14:xfrm>
            </p:contentPart>
          </mc:Choice>
          <mc:Fallback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DFD5667F-4DA2-9ED6-F322-07FA01F8460C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9197691" y="1321200"/>
                  <a:ext cx="55800" cy="64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9" name="Group 248">
            <a:extLst>
              <a:ext uri="{FF2B5EF4-FFF2-40B4-BE49-F238E27FC236}">
                <a16:creationId xmlns:a16="http://schemas.microsoft.com/office/drawing/2014/main" id="{23580FF7-B74E-13AE-43C2-9F0B9083B709}"/>
              </a:ext>
            </a:extLst>
          </p:cNvPr>
          <p:cNvGrpSpPr/>
          <p:nvPr/>
        </p:nvGrpSpPr>
        <p:grpSpPr>
          <a:xfrm>
            <a:off x="9403251" y="1343520"/>
            <a:ext cx="827280" cy="377280"/>
            <a:chOff x="9403251" y="1343520"/>
            <a:chExt cx="827280" cy="377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219EA782-A5F7-0C7B-B6FE-8952FF6D42F0}"/>
                    </a:ext>
                  </a:extLst>
                </p14:cNvPr>
                <p14:cNvContentPartPr/>
                <p14:nvPr/>
              </p14:nvContentPartPr>
              <p14:xfrm>
                <a:off x="9403251" y="1484280"/>
                <a:ext cx="101520" cy="80280"/>
              </p14:xfrm>
            </p:contentPart>
          </mc:Choice>
          <mc:Fallback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219EA782-A5F7-0C7B-B6FE-8952FF6D42F0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9385251" y="1466280"/>
                  <a:ext cx="13716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B3F02E42-5CF0-6C9D-B37D-5BECA9FDEDAE}"/>
                    </a:ext>
                  </a:extLst>
                </p14:cNvPr>
                <p14:cNvContentPartPr/>
                <p14:nvPr/>
              </p14:nvContentPartPr>
              <p14:xfrm>
                <a:off x="9656331" y="1497600"/>
                <a:ext cx="3600" cy="2520"/>
              </p14:xfrm>
            </p:contentPart>
          </mc:Choice>
          <mc:Fallback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B3F02E42-5CF0-6C9D-B37D-5BECA9FDEDAE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9636331" y="1479600"/>
                  <a:ext cx="4320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36D086DA-FFB0-7871-1B38-511A139952EB}"/>
                    </a:ext>
                  </a:extLst>
                </p14:cNvPr>
                <p14:cNvContentPartPr/>
                <p14:nvPr/>
              </p14:nvContentPartPr>
              <p14:xfrm>
                <a:off x="9653091" y="1483200"/>
                <a:ext cx="34920" cy="237600"/>
              </p14:xfrm>
            </p:contentPart>
          </mc:Choice>
          <mc:Fallback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36D086DA-FFB0-7871-1B38-511A139952EB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9635091" y="1465200"/>
                  <a:ext cx="7056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DF838D49-FC77-D962-FD7E-2F9321F3DAFE}"/>
                    </a:ext>
                  </a:extLst>
                </p14:cNvPr>
                <p14:cNvContentPartPr/>
                <p14:nvPr/>
              </p14:nvContentPartPr>
              <p14:xfrm>
                <a:off x="9658131" y="1483200"/>
                <a:ext cx="98280" cy="91080"/>
              </p14:xfrm>
            </p:contentPart>
          </mc:Choice>
          <mc:Fallback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DF838D49-FC77-D962-FD7E-2F9321F3DAFE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9640131" y="1465200"/>
                  <a:ext cx="13392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FF5E8EEB-0C45-DBEB-7DDA-FA30987650DF}"/>
                    </a:ext>
                  </a:extLst>
                </p14:cNvPr>
                <p14:cNvContentPartPr/>
                <p14:nvPr/>
              </p14:nvContentPartPr>
              <p14:xfrm>
                <a:off x="9842811" y="1476360"/>
                <a:ext cx="130680" cy="80280"/>
              </p14:xfrm>
            </p:contentPart>
          </mc:Choice>
          <mc:Fallback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FF5E8EEB-0C45-DBEB-7DDA-FA30987650DF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9824761" y="1458360"/>
                  <a:ext cx="166418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1B43C5DF-6BCB-19A7-EA00-175DA626543D}"/>
                    </a:ext>
                  </a:extLst>
                </p14:cNvPr>
                <p14:cNvContentPartPr/>
                <p14:nvPr/>
              </p14:nvContentPartPr>
              <p14:xfrm>
                <a:off x="10053411" y="1343520"/>
                <a:ext cx="96120" cy="257040"/>
              </p14:xfrm>
            </p:contentPart>
          </mc:Choice>
          <mc:Fallback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1B43C5DF-6BCB-19A7-EA00-175DA626543D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0035478" y="1325520"/>
                  <a:ext cx="131627" cy="29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6D7B2C35-CE3C-8D7A-4977-5605B864048A}"/>
                    </a:ext>
                  </a:extLst>
                </p14:cNvPr>
                <p14:cNvContentPartPr/>
                <p14:nvPr/>
              </p14:nvContentPartPr>
              <p14:xfrm>
                <a:off x="10038291" y="1470240"/>
                <a:ext cx="192240" cy="76320"/>
              </p14:xfrm>
            </p:contentPart>
          </mc:Choice>
          <mc:Fallback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6D7B2C35-CE3C-8D7A-4977-5605B864048A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0020325" y="1452240"/>
                  <a:ext cx="227813" cy="11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8" name="Group 247">
            <a:extLst>
              <a:ext uri="{FF2B5EF4-FFF2-40B4-BE49-F238E27FC236}">
                <a16:creationId xmlns:a16="http://schemas.microsoft.com/office/drawing/2014/main" id="{829C3240-CC4F-0473-CE34-06B47CF7C796}"/>
              </a:ext>
            </a:extLst>
          </p:cNvPr>
          <p:cNvGrpSpPr/>
          <p:nvPr/>
        </p:nvGrpSpPr>
        <p:grpSpPr>
          <a:xfrm>
            <a:off x="7895571" y="2172240"/>
            <a:ext cx="519480" cy="419400"/>
            <a:chOff x="7895571" y="2172240"/>
            <a:chExt cx="519480" cy="419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36CD0B77-7EA1-0415-AC5B-1E36BB9AEF94}"/>
                    </a:ext>
                  </a:extLst>
                </p14:cNvPr>
                <p14:cNvContentPartPr/>
                <p14:nvPr/>
              </p14:nvContentPartPr>
              <p14:xfrm>
                <a:off x="7895571" y="2211840"/>
                <a:ext cx="74160" cy="351360"/>
              </p14:xfrm>
            </p:contentPart>
          </mc:Choice>
          <mc:Fallback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36CD0B77-7EA1-0415-AC5B-1E36BB9AEF94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7877571" y="2193840"/>
                  <a:ext cx="109800" cy="38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1751DB51-6DB7-7DB0-D6FA-69B17F20EEFC}"/>
                    </a:ext>
                  </a:extLst>
                </p14:cNvPr>
                <p14:cNvContentPartPr/>
                <p14:nvPr/>
              </p14:nvContentPartPr>
              <p14:xfrm>
                <a:off x="7900971" y="2172240"/>
                <a:ext cx="290160" cy="235440"/>
              </p14:xfrm>
            </p:contentPart>
          </mc:Choice>
          <mc:Fallback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1751DB51-6DB7-7DB0-D6FA-69B17F20EEFC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7882971" y="2154212"/>
                  <a:ext cx="325800" cy="27113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739048AB-BBBA-2FE0-11BC-D66A09584E31}"/>
                    </a:ext>
                  </a:extLst>
                </p14:cNvPr>
                <p14:cNvContentPartPr/>
                <p14:nvPr/>
              </p14:nvContentPartPr>
              <p14:xfrm>
                <a:off x="8335491" y="2320920"/>
                <a:ext cx="79560" cy="270720"/>
              </p14:xfrm>
            </p:contentPart>
          </mc:Choice>
          <mc:Fallback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739048AB-BBBA-2FE0-11BC-D66A09584E31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8317491" y="2302920"/>
                  <a:ext cx="115200" cy="30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3D7D66F3-2EB7-5048-05CD-F7BB72B96E11}"/>
                    </a:ext>
                  </a:extLst>
                </p14:cNvPr>
                <p14:cNvContentPartPr/>
                <p14:nvPr/>
              </p14:nvContentPartPr>
              <p14:xfrm>
                <a:off x="8297331" y="2433960"/>
                <a:ext cx="113040" cy="126000"/>
              </p14:xfrm>
            </p:contentPart>
          </mc:Choice>
          <mc:Fallback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3D7D66F3-2EB7-5048-05CD-F7BB72B96E11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8279388" y="2415908"/>
                  <a:ext cx="148567" cy="161742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7" name="Group 246">
            <a:extLst>
              <a:ext uri="{FF2B5EF4-FFF2-40B4-BE49-F238E27FC236}">
                <a16:creationId xmlns:a16="http://schemas.microsoft.com/office/drawing/2014/main" id="{822961B6-8436-5CD9-9202-BBEA68477FF5}"/>
              </a:ext>
            </a:extLst>
          </p:cNvPr>
          <p:cNvGrpSpPr/>
          <p:nvPr/>
        </p:nvGrpSpPr>
        <p:grpSpPr>
          <a:xfrm>
            <a:off x="8630691" y="2411280"/>
            <a:ext cx="122760" cy="51840"/>
            <a:chOff x="8630691" y="2411280"/>
            <a:chExt cx="122760" cy="51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BE9B3789-3BFF-C1C2-79FE-00C778E4FF74}"/>
                    </a:ext>
                  </a:extLst>
                </p14:cNvPr>
                <p14:cNvContentPartPr/>
                <p14:nvPr/>
              </p14:nvContentPartPr>
              <p14:xfrm>
                <a:off x="8630691" y="2411280"/>
                <a:ext cx="50040" cy="29160"/>
              </p14:xfrm>
            </p:contentPart>
          </mc:Choice>
          <mc:Fallback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BE9B3789-3BFF-C1C2-79FE-00C778E4FF74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8612691" y="2393280"/>
                  <a:ext cx="8568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B86DF154-6355-2B47-7E79-0DDAF52525C5}"/>
                    </a:ext>
                  </a:extLst>
                </p14:cNvPr>
                <p14:cNvContentPartPr/>
                <p14:nvPr/>
              </p14:nvContentPartPr>
              <p14:xfrm>
                <a:off x="8696211" y="2432880"/>
                <a:ext cx="57240" cy="30240"/>
              </p14:xfrm>
            </p:contentPart>
          </mc:Choice>
          <mc:Fallback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B86DF154-6355-2B47-7E79-0DDAF52525C5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8678097" y="2414880"/>
                  <a:ext cx="93106" cy="6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6" name="Group 245">
            <a:extLst>
              <a:ext uri="{FF2B5EF4-FFF2-40B4-BE49-F238E27FC236}">
                <a16:creationId xmlns:a16="http://schemas.microsoft.com/office/drawing/2014/main" id="{FA845941-0351-76C3-B5A0-B0A434F42F32}"/>
              </a:ext>
            </a:extLst>
          </p:cNvPr>
          <p:cNvGrpSpPr/>
          <p:nvPr/>
        </p:nvGrpSpPr>
        <p:grpSpPr>
          <a:xfrm>
            <a:off x="9034251" y="2193120"/>
            <a:ext cx="1288080" cy="371520"/>
            <a:chOff x="9034251" y="2193120"/>
            <a:chExt cx="1288080" cy="371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5AA34EB0-1D65-4145-4301-C3F84475AA0B}"/>
                    </a:ext>
                  </a:extLst>
                </p14:cNvPr>
                <p14:cNvContentPartPr/>
                <p14:nvPr/>
              </p14:nvContentPartPr>
              <p14:xfrm>
                <a:off x="9072771" y="2193120"/>
                <a:ext cx="111240" cy="371520"/>
              </p14:xfrm>
            </p:contentPart>
          </mc:Choice>
          <mc:Fallback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5AA34EB0-1D65-4145-4301-C3F84475AA0B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9054771" y="2175120"/>
                  <a:ext cx="146880" cy="40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B7F976C3-99EE-D813-F70B-E7F4E793853C}"/>
                    </a:ext>
                  </a:extLst>
                </p14:cNvPr>
                <p14:cNvContentPartPr/>
                <p14:nvPr/>
              </p14:nvContentPartPr>
              <p14:xfrm>
                <a:off x="9034251" y="2396880"/>
                <a:ext cx="93240" cy="82440"/>
              </p14:xfrm>
            </p:contentPart>
          </mc:Choice>
          <mc:Fallback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B7F976C3-99EE-D813-F70B-E7F4E793853C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9016251" y="2378958"/>
                  <a:ext cx="128880" cy="11792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E9B607CD-F793-531D-E110-C601E2E6BB4C}"/>
                    </a:ext>
                  </a:extLst>
                </p14:cNvPr>
                <p14:cNvContentPartPr/>
                <p14:nvPr/>
              </p14:nvContentPartPr>
              <p14:xfrm>
                <a:off x="9247011" y="2341440"/>
                <a:ext cx="78120" cy="123480"/>
              </p14:xfrm>
            </p:contentPart>
          </mc:Choice>
          <mc:Fallback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E9B607CD-F793-531D-E110-C601E2E6BB4C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9229011" y="2323440"/>
                  <a:ext cx="11376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386A2D8C-11F6-174C-6E87-07DCFC9FEECB}"/>
                    </a:ext>
                  </a:extLst>
                </p14:cNvPr>
                <p14:cNvContentPartPr/>
                <p14:nvPr/>
              </p14:nvContentPartPr>
              <p14:xfrm>
                <a:off x="9405051" y="2331720"/>
                <a:ext cx="83520" cy="91800"/>
              </p14:xfrm>
            </p:contentPart>
          </mc:Choice>
          <mc:Fallback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386A2D8C-11F6-174C-6E87-07DCFC9FEECB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9387051" y="2313649"/>
                  <a:ext cx="119160" cy="1275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C593216C-7235-BD17-1DB9-E4CB5FC21B49}"/>
                    </a:ext>
                  </a:extLst>
                </p14:cNvPr>
                <p14:cNvContentPartPr/>
                <p14:nvPr/>
              </p14:nvContentPartPr>
              <p14:xfrm>
                <a:off x="9609531" y="2212200"/>
                <a:ext cx="93600" cy="199080"/>
              </p14:xfrm>
            </p:contentPart>
          </mc:Choice>
          <mc:Fallback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C593216C-7235-BD17-1DB9-E4CB5FC21B49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9591531" y="2194200"/>
                  <a:ext cx="129240" cy="23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9E11767D-78C0-AB5C-703F-B6B1FA6A4A57}"/>
                    </a:ext>
                  </a:extLst>
                </p14:cNvPr>
                <p14:cNvContentPartPr/>
                <p14:nvPr/>
              </p14:nvContentPartPr>
              <p14:xfrm>
                <a:off x="9856491" y="2210400"/>
                <a:ext cx="143640" cy="171000"/>
              </p14:xfrm>
            </p:contentPart>
          </mc:Choice>
          <mc:Fallback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9E11767D-78C0-AB5C-703F-B6B1FA6A4A57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9838491" y="2192400"/>
                  <a:ext cx="17928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42C58A7D-D45F-4BA9-11D5-1325E71F5DBC}"/>
                    </a:ext>
                  </a:extLst>
                </p14:cNvPr>
                <p14:cNvContentPartPr/>
                <p14:nvPr/>
              </p14:nvContentPartPr>
              <p14:xfrm>
                <a:off x="10032171" y="2276280"/>
                <a:ext cx="114480" cy="102960"/>
              </p14:xfrm>
            </p:contentPart>
          </mc:Choice>
          <mc:Fallback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42C58A7D-D45F-4BA9-11D5-1325E71F5DBC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10014171" y="2258280"/>
                  <a:ext cx="15012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49B7800F-5A0D-D46F-DF9C-63C4815BD46D}"/>
                    </a:ext>
                  </a:extLst>
                </p14:cNvPr>
                <p14:cNvContentPartPr/>
                <p14:nvPr/>
              </p14:nvContentPartPr>
              <p14:xfrm>
                <a:off x="10265091" y="2301120"/>
                <a:ext cx="57240" cy="75600"/>
              </p14:xfrm>
            </p:contentPart>
          </mc:Choice>
          <mc:Fallback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49B7800F-5A0D-D46F-DF9C-63C4815BD46D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10247091" y="2283120"/>
                  <a:ext cx="92880" cy="11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5" name="Group 244">
            <a:extLst>
              <a:ext uri="{FF2B5EF4-FFF2-40B4-BE49-F238E27FC236}">
                <a16:creationId xmlns:a16="http://schemas.microsoft.com/office/drawing/2014/main" id="{0D495F15-9950-8D30-607A-DF64BA887B31}"/>
              </a:ext>
            </a:extLst>
          </p:cNvPr>
          <p:cNvGrpSpPr/>
          <p:nvPr/>
        </p:nvGrpSpPr>
        <p:grpSpPr>
          <a:xfrm>
            <a:off x="10530051" y="2121120"/>
            <a:ext cx="292320" cy="284040"/>
            <a:chOff x="10530051" y="2121120"/>
            <a:chExt cx="292320" cy="284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5B9A568E-D8D0-6014-3ACD-49E6BA0001FF}"/>
                    </a:ext>
                  </a:extLst>
                </p14:cNvPr>
                <p14:cNvContentPartPr/>
                <p14:nvPr/>
              </p14:nvContentPartPr>
              <p14:xfrm>
                <a:off x="10530051" y="2121120"/>
                <a:ext cx="64800" cy="284040"/>
              </p14:xfrm>
            </p:contentPart>
          </mc:Choice>
          <mc:Fallback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5B9A568E-D8D0-6014-3ACD-49E6BA0001FF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10512051" y="2103120"/>
                  <a:ext cx="100440" cy="31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96AA624D-E90F-5EC4-0315-086463007292}"/>
                    </a:ext>
                  </a:extLst>
                </p14:cNvPr>
                <p14:cNvContentPartPr/>
                <p14:nvPr/>
              </p14:nvContentPartPr>
              <p14:xfrm>
                <a:off x="10546971" y="2246040"/>
                <a:ext cx="133560" cy="97920"/>
              </p14:xfrm>
            </p:contentPart>
          </mc:Choice>
          <mc:Fallback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96AA624D-E90F-5EC4-0315-086463007292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10529019" y="2228040"/>
                  <a:ext cx="169104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8D814AC5-562D-FAB5-FA9F-7619862E7D75}"/>
                    </a:ext>
                  </a:extLst>
                </p14:cNvPr>
                <p14:cNvContentPartPr/>
                <p14:nvPr/>
              </p14:nvContentPartPr>
              <p14:xfrm>
                <a:off x="10815891" y="2333160"/>
                <a:ext cx="6480" cy="3600"/>
              </p14:xfrm>
            </p:contentPart>
          </mc:Choice>
          <mc:Fallback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8D814AC5-562D-FAB5-FA9F-7619862E7D75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10797891" y="2315160"/>
                  <a:ext cx="42120" cy="39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0" name="Group 259">
            <a:extLst>
              <a:ext uri="{FF2B5EF4-FFF2-40B4-BE49-F238E27FC236}">
                <a16:creationId xmlns:a16="http://schemas.microsoft.com/office/drawing/2014/main" id="{778B4F43-FB61-9AD9-CCE6-B2F293738F06}"/>
              </a:ext>
            </a:extLst>
          </p:cNvPr>
          <p:cNvGrpSpPr/>
          <p:nvPr/>
        </p:nvGrpSpPr>
        <p:grpSpPr>
          <a:xfrm>
            <a:off x="752091" y="1417680"/>
            <a:ext cx="2229120" cy="749160"/>
            <a:chOff x="752091" y="1417680"/>
            <a:chExt cx="2229120" cy="749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EBB75308-650A-9BC2-D086-7DDDC563BC0C}"/>
                    </a:ext>
                  </a:extLst>
                </p14:cNvPr>
                <p14:cNvContentPartPr/>
                <p14:nvPr/>
              </p14:nvContentPartPr>
              <p14:xfrm>
                <a:off x="768291" y="1428120"/>
                <a:ext cx="234000" cy="114480"/>
              </p14:xfrm>
            </p:contentPart>
          </mc:Choice>
          <mc:Fallback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EBB75308-650A-9BC2-D086-7DDDC563BC0C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50291" y="1410120"/>
                  <a:ext cx="26964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3C3A2BEB-A903-01AD-2A40-E32BE5D1D718}"/>
                    </a:ext>
                  </a:extLst>
                </p14:cNvPr>
                <p14:cNvContentPartPr/>
                <p14:nvPr/>
              </p14:nvContentPartPr>
              <p14:xfrm>
                <a:off x="752091" y="1511280"/>
                <a:ext cx="372960" cy="462960"/>
              </p14:xfrm>
            </p:contentPart>
          </mc:Choice>
          <mc:Fallback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3C3A2BEB-A903-01AD-2A40-E32BE5D1D718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734091" y="1493294"/>
                  <a:ext cx="408600" cy="49857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E51BC8A1-0C2B-8FAD-95A8-896CB2756796}"/>
                    </a:ext>
                  </a:extLst>
                </p14:cNvPr>
                <p14:cNvContentPartPr/>
                <p14:nvPr/>
              </p14:nvContentPartPr>
              <p14:xfrm>
                <a:off x="2764851" y="1553400"/>
                <a:ext cx="216360" cy="579960"/>
              </p14:xfrm>
            </p:contentPart>
          </mc:Choice>
          <mc:Fallback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E51BC8A1-0C2B-8FAD-95A8-896CB2756796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2746851" y="1535400"/>
                  <a:ext cx="252000" cy="61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65324BD6-D627-2321-D318-B32FB739C4D1}"/>
                    </a:ext>
                  </a:extLst>
                </p14:cNvPr>
                <p14:cNvContentPartPr/>
                <p14:nvPr/>
              </p14:nvContentPartPr>
              <p14:xfrm>
                <a:off x="832011" y="1417680"/>
                <a:ext cx="1932480" cy="94320"/>
              </p14:xfrm>
            </p:contentPart>
          </mc:Choice>
          <mc:Fallback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65324BD6-D627-2321-D318-B32FB739C4D1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814011" y="1399680"/>
                  <a:ext cx="196812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0E875398-7528-6352-6F73-8CE27B6ED0EC}"/>
                    </a:ext>
                  </a:extLst>
                </p14:cNvPr>
                <p14:cNvContentPartPr/>
                <p14:nvPr/>
              </p14:nvContentPartPr>
              <p14:xfrm>
                <a:off x="1104531" y="2013120"/>
                <a:ext cx="1720800" cy="153720"/>
              </p14:xfrm>
            </p:contentPart>
          </mc:Choice>
          <mc:Fallback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0E875398-7528-6352-6F73-8CE27B6ED0EC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1086531" y="1995078"/>
                  <a:ext cx="1756440" cy="189444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1" name="Group 300">
            <a:extLst>
              <a:ext uri="{FF2B5EF4-FFF2-40B4-BE49-F238E27FC236}">
                <a16:creationId xmlns:a16="http://schemas.microsoft.com/office/drawing/2014/main" id="{39B19C58-4664-931C-A3D5-905BD045F7F0}"/>
              </a:ext>
            </a:extLst>
          </p:cNvPr>
          <p:cNvGrpSpPr/>
          <p:nvPr/>
        </p:nvGrpSpPr>
        <p:grpSpPr>
          <a:xfrm>
            <a:off x="2092731" y="434520"/>
            <a:ext cx="3456720" cy="2089080"/>
            <a:chOff x="2092731" y="434520"/>
            <a:chExt cx="3456720" cy="2089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7AC02150-BB68-6639-43BB-833F4EB1DFDC}"/>
                    </a:ext>
                  </a:extLst>
                </p14:cNvPr>
                <p14:cNvContentPartPr/>
                <p14:nvPr/>
              </p14:nvContentPartPr>
              <p14:xfrm>
                <a:off x="2092731" y="550440"/>
                <a:ext cx="141120" cy="1429920"/>
              </p14:xfrm>
            </p:contentPart>
          </mc:Choice>
          <mc:Fallback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7AC02150-BB68-6639-43BB-833F4EB1DFDC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2074777" y="532440"/>
                  <a:ext cx="176669" cy="146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7A127678-8618-23DF-0576-B68E6E7EF1CC}"/>
                    </a:ext>
                  </a:extLst>
                </p14:cNvPr>
                <p14:cNvContentPartPr/>
                <p14:nvPr/>
              </p14:nvContentPartPr>
              <p14:xfrm>
                <a:off x="2097771" y="434520"/>
                <a:ext cx="3451680" cy="2089080"/>
              </p14:xfrm>
            </p:contentPart>
          </mc:Choice>
          <mc:Fallback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7A127678-8618-23DF-0576-B68E6E7EF1CC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2079769" y="416520"/>
                  <a:ext cx="3487324" cy="2124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2" name="Group 311">
            <a:extLst>
              <a:ext uri="{FF2B5EF4-FFF2-40B4-BE49-F238E27FC236}">
                <a16:creationId xmlns:a16="http://schemas.microsoft.com/office/drawing/2014/main" id="{4F2F569C-878C-8CED-2A92-F50F5C79A110}"/>
              </a:ext>
            </a:extLst>
          </p:cNvPr>
          <p:cNvGrpSpPr/>
          <p:nvPr/>
        </p:nvGrpSpPr>
        <p:grpSpPr>
          <a:xfrm>
            <a:off x="796011" y="528120"/>
            <a:ext cx="945360" cy="703440"/>
            <a:chOff x="796011" y="528120"/>
            <a:chExt cx="945360" cy="703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E7B72FFE-E722-0EB5-16E4-45D13EF90868}"/>
                    </a:ext>
                  </a:extLst>
                </p14:cNvPr>
                <p14:cNvContentPartPr/>
                <p14:nvPr/>
              </p14:nvContentPartPr>
              <p14:xfrm>
                <a:off x="1447611" y="528120"/>
                <a:ext cx="46440" cy="406080"/>
              </p14:xfrm>
            </p:contentPart>
          </mc:Choice>
          <mc:Fallback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E7B72FFE-E722-0EB5-16E4-45D13EF90868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429611" y="510136"/>
                  <a:ext cx="82080" cy="44168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38EDC909-D261-FEFF-608B-53146DB3C8FE}"/>
                    </a:ext>
                  </a:extLst>
                </p14:cNvPr>
                <p14:cNvContentPartPr/>
                <p14:nvPr/>
              </p14:nvContentPartPr>
              <p14:xfrm>
                <a:off x="1265091" y="593640"/>
                <a:ext cx="228600" cy="67320"/>
              </p14:xfrm>
            </p:contentPart>
          </mc:Choice>
          <mc:Fallback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38EDC909-D261-FEFF-608B-53146DB3C8FE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1247091" y="575640"/>
                  <a:ext cx="26424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7C7F324A-AF9A-1CE4-8D60-DDF671F36225}"/>
                    </a:ext>
                  </a:extLst>
                </p14:cNvPr>
                <p14:cNvContentPartPr/>
                <p14:nvPr/>
              </p14:nvContentPartPr>
              <p14:xfrm>
                <a:off x="1413051" y="866520"/>
                <a:ext cx="129600" cy="32400"/>
              </p14:xfrm>
            </p:contentPart>
          </mc:Choice>
          <mc:Fallback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7C7F324A-AF9A-1CE4-8D60-DDF671F36225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1395051" y="848520"/>
                  <a:ext cx="16524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72FC2BB2-93B0-4F45-57C4-84C70D72F6A8}"/>
                    </a:ext>
                  </a:extLst>
                </p14:cNvPr>
                <p14:cNvContentPartPr/>
                <p14:nvPr/>
              </p14:nvContentPartPr>
              <p14:xfrm>
                <a:off x="1720491" y="694800"/>
                <a:ext cx="20880" cy="218880"/>
              </p14:xfrm>
            </p:contentPart>
          </mc:Choice>
          <mc:Fallback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72FC2BB2-93B0-4F45-57C4-84C70D72F6A8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1702491" y="676830"/>
                  <a:ext cx="56520" cy="25446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2CA28DDA-95B1-4F7E-494C-BC040D2872B1}"/>
                    </a:ext>
                  </a:extLst>
                </p14:cNvPr>
                <p14:cNvContentPartPr/>
                <p14:nvPr/>
              </p14:nvContentPartPr>
              <p14:xfrm>
                <a:off x="796011" y="1026000"/>
                <a:ext cx="531000" cy="77400"/>
              </p14:xfrm>
            </p:contentPart>
          </mc:Choice>
          <mc:Fallback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2CA28DDA-95B1-4F7E-494C-BC040D2872B1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778011" y="1008000"/>
                  <a:ext cx="56664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EECBD67C-F17B-4B00-275F-8588D7AEC971}"/>
                    </a:ext>
                  </a:extLst>
                </p14:cNvPr>
                <p14:cNvContentPartPr/>
                <p14:nvPr/>
              </p14:nvContentPartPr>
              <p14:xfrm>
                <a:off x="1184811" y="894600"/>
                <a:ext cx="197280" cy="336960"/>
              </p14:xfrm>
            </p:contentPart>
          </mc:Choice>
          <mc:Fallback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EECBD67C-F17B-4B00-275F-8588D7AEC971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166844" y="876600"/>
                  <a:ext cx="232855" cy="372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9" name="Group 318">
            <a:extLst>
              <a:ext uri="{FF2B5EF4-FFF2-40B4-BE49-F238E27FC236}">
                <a16:creationId xmlns:a16="http://schemas.microsoft.com/office/drawing/2014/main" id="{4B096EB7-77C7-8515-70A8-39FD3B582202}"/>
              </a:ext>
            </a:extLst>
          </p:cNvPr>
          <p:cNvGrpSpPr/>
          <p:nvPr/>
        </p:nvGrpSpPr>
        <p:grpSpPr>
          <a:xfrm>
            <a:off x="4312131" y="68400"/>
            <a:ext cx="632880" cy="617760"/>
            <a:chOff x="4312131" y="68400"/>
            <a:chExt cx="632880" cy="617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7F8457E7-9264-7423-3FE9-47D4ECABC607}"/>
                    </a:ext>
                  </a:extLst>
                </p14:cNvPr>
                <p14:cNvContentPartPr/>
                <p14:nvPr/>
              </p14:nvContentPartPr>
              <p14:xfrm>
                <a:off x="4312131" y="554400"/>
                <a:ext cx="509760" cy="49320"/>
              </p14:xfrm>
            </p:contentPart>
          </mc:Choice>
          <mc:Fallback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7F8457E7-9264-7423-3FE9-47D4ECABC607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4294131" y="536400"/>
                  <a:ext cx="54540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0C84B081-28F8-F9F6-D66C-56BE69B81732}"/>
                    </a:ext>
                  </a:extLst>
                </p14:cNvPr>
                <p14:cNvContentPartPr/>
                <p14:nvPr/>
              </p14:nvContentPartPr>
              <p14:xfrm>
                <a:off x="4708851" y="459360"/>
                <a:ext cx="128160" cy="226800"/>
              </p14:xfrm>
            </p:contentPart>
          </mc:Choice>
          <mc:Fallback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0C84B081-28F8-F9F6-D66C-56BE69B81732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4690851" y="441360"/>
                  <a:ext cx="16380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C8CDBF85-E521-CB3D-FDDD-966D3AE4D932}"/>
                    </a:ext>
                  </a:extLst>
                </p14:cNvPr>
                <p14:cNvContentPartPr/>
                <p14:nvPr/>
              </p14:nvContentPartPr>
              <p14:xfrm>
                <a:off x="4599051" y="99720"/>
                <a:ext cx="68760" cy="248760"/>
              </p14:xfrm>
            </p:contentPart>
          </mc:Choice>
          <mc:Fallback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C8CDBF85-E521-CB3D-FDDD-966D3AE4D932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4581051" y="81746"/>
                  <a:ext cx="104400" cy="28434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1BE0245F-73EA-286F-5937-6E8712929B25}"/>
                    </a:ext>
                  </a:extLst>
                </p14:cNvPr>
                <p14:cNvContentPartPr/>
                <p14:nvPr/>
              </p14:nvContentPartPr>
              <p14:xfrm>
                <a:off x="4565571" y="68400"/>
                <a:ext cx="155880" cy="105840"/>
              </p14:xfrm>
            </p:contentPart>
          </mc:Choice>
          <mc:Fallback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1BE0245F-73EA-286F-5937-6E8712929B25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4547571" y="50400"/>
                  <a:ext cx="19152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790C7DA2-4E03-EAE3-A340-DFB4AC576BED}"/>
                    </a:ext>
                  </a:extLst>
                </p14:cNvPr>
                <p14:cNvContentPartPr/>
                <p14:nvPr/>
              </p14:nvContentPartPr>
              <p14:xfrm>
                <a:off x="4613811" y="320040"/>
                <a:ext cx="89280" cy="52920"/>
              </p14:xfrm>
            </p:contentPart>
          </mc:Choice>
          <mc:Fallback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790C7DA2-4E03-EAE3-A340-DFB4AC576BED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4595811" y="302040"/>
                  <a:ext cx="12492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2C013114-4C5D-143B-CDB7-56C810E82BA6}"/>
                    </a:ext>
                  </a:extLst>
                </p14:cNvPr>
                <p14:cNvContentPartPr/>
                <p14:nvPr/>
              </p14:nvContentPartPr>
              <p14:xfrm>
                <a:off x="4761051" y="233280"/>
                <a:ext cx="183960" cy="116640"/>
              </p14:xfrm>
            </p:contentPart>
          </mc:Choice>
          <mc:Fallback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2C013114-4C5D-143B-CDB7-56C810E82BA6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4743086" y="215280"/>
                  <a:ext cx="219530" cy="152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2AF70CF3-B2E2-44E3-4C41-483D37FE8472}"/>
              </a:ext>
            </a:extLst>
          </p:cNvPr>
          <p:cNvGrpSpPr/>
          <p:nvPr/>
        </p:nvGrpSpPr>
        <p:grpSpPr>
          <a:xfrm>
            <a:off x="5836371" y="1840320"/>
            <a:ext cx="742680" cy="462600"/>
            <a:chOff x="5836371" y="1840320"/>
            <a:chExt cx="742680" cy="462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B8303606-0899-CA97-E2C6-7CE32A45EE63}"/>
                    </a:ext>
                  </a:extLst>
                </p14:cNvPr>
                <p14:cNvContentPartPr/>
                <p14:nvPr/>
              </p14:nvContentPartPr>
              <p14:xfrm>
                <a:off x="5836371" y="2069280"/>
                <a:ext cx="176400" cy="23364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B8303606-0899-CA97-E2C6-7CE32A45EE63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5818371" y="2051280"/>
                  <a:ext cx="21204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AF9BDD44-34A8-2B0C-6968-967BEF8E2B81}"/>
                    </a:ext>
                  </a:extLst>
                </p14:cNvPr>
                <p14:cNvContentPartPr/>
                <p14:nvPr/>
              </p14:nvContentPartPr>
              <p14:xfrm>
                <a:off x="6186651" y="2012760"/>
                <a:ext cx="206280" cy="14508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AF9BDD44-34A8-2B0C-6968-967BEF8E2B81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6168651" y="1994715"/>
                  <a:ext cx="241920" cy="18080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E068068C-C76C-1E99-E995-183833DF8A9C}"/>
                    </a:ext>
                  </a:extLst>
                </p14:cNvPr>
                <p14:cNvContentPartPr/>
                <p14:nvPr/>
              </p14:nvContentPartPr>
              <p14:xfrm>
                <a:off x="6419211" y="1840320"/>
                <a:ext cx="105120" cy="22788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E068068C-C76C-1E99-E995-183833DF8A9C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6401211" y="1822320"/>
                  <a:ext cx="14076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2C1B4184-4662-17EB-FA32-E10301499D26}"/>
                    </a:ext>
                  </a:extLst>
                </p14:cNvPr>
                <p14:cNvContentPartPr/>
                <p14:nvPr/>
              </p14:nvContentPartPr>
              <p14:xfrm>
                <a:off x="6409131" y="1866960"/>
                <a:ext cx="169920" cy="13104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2C1B4184-4662-17EB-FA32-E10301499D26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6391131" y="1848960"/>
                  <a:ext cx="205560" cy="166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18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911B44B7-F208-A3CF-6E13-343C1E86B65F}"/>
                  </a:ext>
                </a:extLst>
              </p14:cNvPr>
              <p14:cNvContentPartPr/>
              <p14:nvPr/>
            </p14:nvContentPartPr>
            <p14:xfrm>
              <a:off x="2716611" y="1705320"/>
              <a:ext cx="87120" cy="109440"/>
            </p14:xfrm>
          </p:contentPart>
        </mc:Choice>
        <mc:Fallback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911B44B7-F208-A3CF-6E13-343C1E86B65F}"/>
                  </a:ext>
                </a:extLst>
              </p:cNvPr>
              <p:cNvPicPr/>
              <p:nvPr/>
            </p:nvPicPr>
            <p:blipFill>
              <a:blip r:embed="rId219"/>
              <a:stretch>
                <a:fillRect/>
              </a:stretch>
            </p:blipFill>
            <p:spPr>
              <a:xfrm>
                <a:off x="2698611" y="1687379"/>
                <a:ext cx="122760" cy="14496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0">
            <p14:nvContentPartPr>
              <p14:cNvPr id="139" name="Ink 138">
                <a:extLst>
                  <a:ext uri="{FF2B5EF4-FFF2-40B4-BE49-F238E27FC236}">
                    <a16:creationId xmlns:a16="http://schemas.microsoft.com/office/drawing/2014/main" id="{85A9ABAB-6BE0-33F2-FCE6-B0EF0F0572DC}"/>
                  </a:ext>
                </a:extLst>
              </p14:cNvPr>
              <p14:cNvContentPartPr/>
              <p14:nvPr/>
            </p14:nvContentPartPr>
            <p14:xfrm>
              <a:off x="906891" y="1691280"/>
              <a:ext cx="165960" cy="182520"/>
            </p14:xfrm>
          </p:contentPart>
        </mc:Choice>
        <mc:Fallback>
          <p:pic>
            <p:nvPicPr>
              <p:cNvPr id="139" name="Ink 138">
                <a:extLst>
                  <a:ext uri="{FF2B5EF4-FFF2-40B4-BE49-F238E27FC236}">
                    <a16:creationId xmlns:a16="http://schemas.microsoft.com/office/drawing/2014/main" id="{85A9ABAB-6BE0-33F2-FCE6-B0EF0F0572DC}"/>
                  </a:ext>
                </a:extLst>
              </p:cNvPr>
              <p:cNvPicPr/>
              <p:nvPr/>
            </p:nvPicPr>
            <p:blipFill>
              <a:blip r:embed="rId221"/>
              <a:stretch>
                <a:fillRect/>
              </a:stretch>
            </p:blipFill>
            <p:spPr>
              <a:xfrm>
                <a:off x="888891" y="1673280"/>
                <a:ext cx="201600" cy="218160"/>
              </a:xfrm>
              <a:prstGeom prst="rect">
                <a:avLst/>
              </a:prstGeom>
            </p:spPr>
          </p:pic>
        </mc:Fallback>
      </mc:AlternateContent>
      <p:grpSp>
        <p:nvGrpSpPr>
          <p:cNvPr id="206" name="Group 205">
            <a:extLst>
              <a:ext uri="{FF2B5EF4-FFF2-40B4-BE49-F238E27FC236}">
                <a16:creationId xmlns:a16="http://schemas.microsoft.com/office/drawing/2014/main" id="{5FD484DE-234C-5F75-FEBF-738233089BF2}"/>
              </a:ext>
            </a:extLst>
          </p:cNvPr>
          <p:cNvGrpSpPr/>
          <p:nvPr/>
        </p:nvGrpSpPr>
        <p:grpSpPr>
          <a:xfrm>
            <a:off x="382371" y="1392120"/>
            <a:ext cx="433440" cy="488160"/>
            <a:chOff x="382371" y="1392120"/>
            <a:chExt cx="433440" cy="488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43CB09E6-7DEE-8502-5DD6-29667FBB1655}"/>
                    </a:ext>
                  </a:extLst>
                </p14:cNvPr>
                <p14:cNvContentPartPr/>
                <p14:nvPr/>
              </p14:nvContentPartPr>
              <p14:xfrm>
                <a:off x="558051" y="1581120"/>
                <a:ext cx="66960" cy="16632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43CB09E6-7DEE-8502-5DD6-29667FBB1655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540051" y="1563120"/>
                  <a:ext cx="10260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E48846E0-8571-00D3-44D7-488DCAD8AE90}"/>
                    </a:ext>
                  </a:extLst>
                </p14:cNvPr>
                <p14:cNvContentPartPr/>
                <p14:nvPr/>
              </p14:nvContentPartPr>
              <p14:xfrm>
                <a:off x="382371" y="1392120"/>
                <a:ext cx="433440" cy="48816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E48846E0-8571-00D3-44D7-488DCAD8AE90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364371" y="1374120"/>
                  <a:ext cx="469080" cy="523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FCD41FB2-9A87-29A5-60A4-C3AAE2DAD186}"/>
              </a:ext>
            </a:extLst>
          </p:cNvPr>
          <p:cNvGrpSpPr/>
          <p:nvPr/>
        </p:nvGrpSpPr>
        <p:grpSpPr>
          <a:xfrm>
            <a:off x="2626971" y="1340280"/>
            <a:ext cx="345960" cy="489600"/>
            <a:chOff x="2626971" y="1340280"/>
            <a:chExt cx="345960" cy="489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25D791F5-023B-4EA6-1F9E-1146C72EF41E}"/>
                    </a:ext>
                  </a:extLst>
                </p14:cNvPr>
                <p14:cNvContentPartPr/>
                <p14:nvPr/>
              </p14:nvContentPartPr>
              <p14:xfrm>
                <a:off x="2689971" y="1672920"/>
                <a:ext cx="135360" cy="15696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25D791F5-023B-4EA6-1F9E-1146C72EF41E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2671971" y="1654920"/>
                  <a:ext cx="17100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50E1540F-6C3A-F3C9-15A1-CA23B9C6D0E0}"/>
                    </a:ext>
                  </a:extLst>
                </p14:cNvPr>
                <p14:cNvContentPartPr/>
                <p14:nvPr/>
              </p14:nvContentPartPr>
              <p14:xfrm>
                <a:off x="2697891" y="1493280"/>
                <a:ext cx="165240" cy="12276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50E1540F-6C3A-F3C9-15A1-CA23B9C6D0E0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2679891" y="1475280"/>
                  <a:ext cx="20088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7FF66AED-C308-67EB-31D5-09A025D8FE3F}"/>
                    </a:ext>
                  </a:extLst>
                </p14:cNvPr>
                <p14:cNvContentPartPr/>
                <p14:nvPr/>
              </p14:nvContentPartPr>
              <p14:xfrm>
                <a:off x="2626971" y="1340280"/>
                <a:ext cx="345960" cy="33984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7FF66AED-C308-67EB-31D5-09A025D8FE3F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2608971" y="1322280"/>
                  <a:ext cx="381600" cy="375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2" name="Group 281">
            <a:extLst>
              <a:ext uri="{FF2B5EF4-FFF2-40B4-BE49-F238E27FC236}">
                <a16:creationId xmlns:a16="http://schemas.microsoft.com/office/drawing/2014/main" id="{5421B8D1-5B74-A2C3-53A6-2F6681E9E190}"/>
              </a:ext>
            </a:extLst>
          </p:cNvPr>
          <p:cNvGrpSpPr/>
          <p:nvPr/>
        </p:nvGrpSpPr>
        <p:grpSpPr>
          <a:xfrm>
            <a:off x="4479891" y="1500480"/>
            <a:ext cx="412560" cy="533160"/>
            <a:chOff x="4479891" y="1500480"/>
            <a:chExt cx="412560" cy="533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154F867E-BFC3-68E8-6D20-E0CE6A59E169}"/>
                    </a:ext>
                  </a:extLst>
                </p14:cNvPr>
                <p14:cNvContentPartPr/>
                <p14:nvPr/>
              </p14:nvContentPartPr>
              <p14:xfrm>
                <a:off x="4514091" y="1739520"/>
                <a:ext cx="180360" cy="166680"/>
              </p14:xfrm>
            </p:contentPart>
          </mc:Choice>
          <mc:Fallback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154F867E-BFC3-68E8-6D20-E0CE6A59E169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4496091" y="1721559"/>
                  <a:ext cx="216000" cy="20224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0D0B23B0-83E9-5469-3401-B4A4018F4073}"/>
                    </a:ext>
                  </a:extLst>
                </p14:cNvPr>
                <p14:cNvContentPartPr/>
                <p14:nvPr/>
              </p14:nvContentPartPr>
              <p14:xfrm>
                <a:off x="4479891" y="1500480"/>
                <a:ext cx="412560" cy="533160"/>
              </p14:xfrm>
            </p:contentPart>
          </mc:Choice>
          <mc:Fallback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0D0B23B0-83E9-5469-3401-B4A4018F4073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4461891" y="1482480"/>
                  <a:ext cx="448200" cy="56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9" name="Group 308">
            <a:extLst>
              <a:ext uri="{FF2B5EF4-FFF2-40B4-BE49-F238E27FC236}">
                <a16:creationId xmlns:a16="http://schemas.microsoft.com/office/drawing/2014/main" id="{C8A2E37E-4D7B-61AC-20CE-BA077A303B7E}"/>
              </a:ext>
            </a:extLst>
          </p:cNvPr>
          <p:cNvGrpSpPr/>
          <p:nvPr/>
        </p:nvGrpSpPr>
        <p:grpSpPr>
          <a:xfrm>
            <a:off x="6820663" y="3375720"/>
            <a:ext cx="996840" cy="360720"/>
            <a:chOff x="6820663" y="3375720"/>
            <a:chExt cx="996840" cy="360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478ED5E9-A0FB-DCD9-5AFC-E19170BE9577}"/>
                    </a:ext>
                  </a:extLst>
                </p14:cNvPr>
                <p14:cNvContentPartPr/>
                <p14:nvPr/>
              </p14:nvContentPartPr>
              <p14:xfrm>
                <a:off x="6820663" y="3402000"/>
                <a:ext cx="247680" cy="33444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478ED5E9-A0FB-DCD9-5AFC-E19170BE9577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6803023" y="3384360"/>
                  <a:ext cx="283320" cy="37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302E6898-D13B-F1B5-3A07-9ED6911AA755}"/>
                    </a:ext>
                  </a:extLst>
                </p14:cNvPr>
                <p14:cNvContentPartPr/>
                <p14:nvPr/>
              </p14:nvContentPartPr>
              <p14:xfrm>
                <a:off x="7225663" y="3553560"/>
                <a:ext cx="70200" cy="16200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302E6898-D13B-F1B5-3A07-9ED6911AA755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7207663" y="3535560"/>
                  <a:ext cx="10584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7EE29E07-349D-F377-4887-A331B006B7EB}"/>
                    </a:ext>
                  </a:extLst>
                </p14:cNvPr>
                <p14:cNvContentPartPr/>
                <p14:nvPr/>
              </p14:nvContentPartPr>
              <p14:xfrm>
                <a:off x="7384783" y="3510000"/>
                <a:ext cx="174600" cy="12636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7EE29E07-349D-F377-4887-A331B006B7EB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7366783" y="3492360"/>
                  <a:ext cx="21024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E85223A0-B954-AE5D-9846-6945677C07D0}"/>
                    </a:ext>
                  </a:extLst>
                </p14:cNvPr>
                <p14:cNvContentPartPr/>
                <p14:nvPr/>
              </p14:nvContentPartPr>
              <p14:xfrm>
                <a:off x="7678183" y="3375720"/>
                <a:ext cx="55080" cy="27792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E85223A0-B954-AE5D-9846-6945677C07D0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7660183" y="3358080"/>
                  <a:ext cx="90720" cy="31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03937758-8564-3F0E-2B41-F68B8858E05E}"/>
                    </a:ext>
                  </a:extLst>
                </p14:cNvPr>
                <p14:cNvContentPartPr/>
                <p14:nvPr/>
              </p14:nvContentPartPr>
              <p14:xfrm>
                <a:off x="7648663" y="3483000"/>
                <a:ext cx="168840" cy="8352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03937758-8564-3F0E-2B41-F68B8858E05E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7630663" y="3465360"/>
                  <a:ext cx="204480" cy="119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9" name="Group 288">
            <a:extLst>
              <a:ext uri="{FF2B5EF4-FFF2-40B4-BE49-F238E27FC236}">
                <a16:creationId xmlns:a16="http://schemas.microsoft.com/office/drawing/2014/main" id="{AEFE304F-DFC1-7802-7148-11CBC1DD30E9}"/>
              </a:ext>
            </a:extLst>
          </p:cNvPr>
          <p:cNvGrpSpPr/>
          <p:nvPr/>
        </p:nvGrpSpPr>
        <p:grpSpPr>
          <a:xfrm>
            <a:off x="6809863" y="3865680"/>
            <a:ext cx="1065960" cy="528120"/>
            <a:chOff x="6809863" y="3865680"/>
            <a:chExt cx="1065960" cy="528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FF65A7DE-83E3-A5CE-461A-94001F6E3E5E}"/>
                    </a:ext>
                  </a:extLst>
                </p14:cNvPr>
                <p14:cNvContentPartPr/>
                <p14:nvPr/>
              </p14:nvContentPartPr>
              <p14:xfrm>
                <a:off x="6809863" y="3865680"/>
                <a:ext cx="1065960" cy="15120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FF65A7DE-83E3-A5CE-461A-94001F6E3E5E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6791863" y="3848040"/>
                  <a:ext cx="110160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752D2B76-10BA-9BE2-2370-646C85BCBD9B}"/>
                    </a:ext>
                  </a:extLst>
                </p14:cNvPr>
                <p14:cNvContentPartPr/>
                <p14:nvPr/>
              </p14:nvContentPartPr>
              <p14:xfrm>
                <a:off x="7302343" y="4147920"/>
                <a:ext cx="82080" cy="24588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752D2B76-10BA-9BE2-2370-646C85BCBD9B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7284343" y="4129920"/>
                  <a:ext cx="117720" cy="28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74135444-3FCF-8761-8472-E8CF9679E03E}"/>
                    </a:ext>
                  </a:extLst>
                </p14:cNvPr>
                <p14:cNvContentPartPr/>
                <p14:nvPr/>
              </p14:nvContentPartPr>
              <p14:xfrm>
                <a:off x="7297303" y="4090320"/>
                <a:ext cx="163080" cy="16740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74135444-3FCF-8761-8472-E8CF9679E03E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7279663" y="4072680"/>
                  <a:ext cx="19872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21273939-6FD6-528B-8522-ADD41BBB97CC}"/>
                    </a:ext>
                  </a:extLst>
                </p14:cNvPr>
                <p14:cNvContentPartPr/>
                <p14:nvPr/>
              </p14:nvContentPartPr>
              <p14:xfrm>
                <a:off x="7571263" y="4143960"/>
                <a:ext cx="75600" cy="20232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21273939-6FD6-528B-8522-ADD41BBB97CC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7553623" y="4126320"/>
                  <a:ext cx="11124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370C48E5-9E17-8A22-58CD-F04D0F4448E6}"/>
                    </a:ext>
                  </a:extLst>
                </p14:cNvPr>
                <p14:cNvContentPartPr/>
                <p14:nvPr/>
              </p14:nvContentPartPr>
              <p14:xfrm>
                <a:off x="7564423" y="4230360"/>
                <a:ext cx="102600" cy="9648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370C48E5-9E17-8A22-58CD-F04D0F4448E6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7546783" y="4212720"/>
                  <a:ext cx="138240" cy="132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9" name="Group 278">
            <a:extLst>
              <a:ext uri="{FF2B5EF4-FFF2-40B4-BE49-F238E27FC236}">
                <a16:creationId xmlns:a16="http://schemas.microsoft.com/office/drawing/2014/main" id="{D9ECC3CF-9A4D-26B0-85E6-17488A195D94}"/>
              </a:ext>
            </a:extLst>
          </p:cNvPr>
          <p:cNvGrpSpPr/>
          <p:nvPr/>
        </p:nvGrpSpPr>
        <p:grpSpPr>
          <a:xfrm>
            <a:off x="8145103" y="3315600"/>
            <a:ext cx="1251360" cy="688320"/>
            <a:chOff x="8145103" y="3315600"/>
            <a:chExt cx="1251360" cy="688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6E1CEA55-89BE-E55D-2443-F9617E52764C}"/>
                    </a:ext>
                  </a:extLst>
                </p14:cNvPr>
                <p14:cNvContentPartPr/>
                <p14:nvPr/>
              </p14:nvContentPartPr>
              <p14:xfrm>
                <a:off x="8145103" y="3754440"/>
                <a:ext cx="72720" cy="5760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6E1CEA55-89BE-E55D-2443-F9617E52764C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8127103" y="3736440"/>
                  <a:ext cx="10836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E0B250E7-712C-034A-BB40-D15CAD6BFF2A}"/>
                    </a:ext>
                  </a:extLst>
                </p14:cNvPr>
                <p14:cNvContentPartPr/>
                <p14:nvPr/>
              </p14:nvContentPartPr>
              <p14:xfrm>
                <a:off x="8154103" y="3860640"/>
                <a:ext cx="33120" cy="3060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E0B250E7-712C-034A-BB40-D15CAD6BFF2A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8136463" y="3843000"/>
                  <a:ext cx="6876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D1FA8D8B-F65B-6251-D887-3312D3025281}"/>
                    </a:ext>
                  </a:extLst>
                </p14:cNvPr>
                <p14:cNvContentPartPr/>
                <p14:nvPr/>
              </p14:nvContentPartPr>
              <p14:xfrm>
                <a:off x="8360743" y="3490920"/>
                <a:ext cx="223920" cy="25920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D1FA8D8B-F65B-6251-D887-3312D3025281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8343103" y="3472920"/>
                  <a:ext cx="25956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EC9B85C0-0AE7-61A9-E676-A7D586440F38}"/>
                    </a:ext>
                  </a:extLst>
                </p14:cNvPr>
                <p14:cNvContentPartPr/>
                <p14:nvPr/>
              </p14:nvContentPartPr>
              <p14:xfrm>
                <a:off x="8711023" y="3653280"/>
                <a:ext cx="46080" cy="10332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EC9B85C0-0AE7-61A9-E676-A7D586440F38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8693383" y="3635280"/>
                  <a:ext cx="8172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FACDA12F-3CF8-AB2C-7A0C-B8854185E8E1}"/>
                    </a:ext>
                  </a:extLst>
                </p14:cNvPr>
                <p14:cNvContentPartPr/>
                <p14:nvPr/>
              </p14:nvContentPartPr>
              <p14:xfrm>
                <a:off x="8685463" y="3500640"/>
                <a:ext cx="37080" cy="4608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FACDA12F-3CF8-AB2C-7A0C-B8854185E8E1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8667823" y="3483000"/>
                  <a:ext cx="7272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1911C595-E518-B233-7630-EA5293CC8F96}"/>
                    </a:ext>
                  </a:extLst>
                </p14:cNvPr>
                <p14:cNvContentPartPr/>
                <p14:nvPr/>
              </p14:nvContentPartPr>
              <p14:xfrm>
                <a:off x="8837023" y="3588480"/>
                <a:ext cx="138240" cy="11880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1911C595-E518-B233-7630-EA5293CC8F96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8819383" y="3570480"/>
                  <a:ext cx="17388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1C04B5AE-4158-5702-D715-6A60D4694B1A}"/>
                    </a:ext>
                  </a:extLst>
                </p14:cNvPr>
                <p14:cNvContentPartPr/>
                <p14:nvPr/>
              </p14:nvContentPartPr>
              <p14:xfrm>
                <a:off x="9096943" y="3315600"/>
                <a:ext cx="299520" cy="688320"/>
              </p14:xfrm>
            </p:contentPart>
          </mc:Choice>
          <mc:Fallback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1C04B5AE-4158-5702-D715-6A60D4694B1A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9078943" y="3297960"/>
                  <a:ext cx="335160" cy="723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9" name="Group 328">
            <a:extLst>
              <a:ext uri="{FF2B5EF4-FFF2-40B4-BE49-F238E27FC236}">
                <a16:creationId xmlns:a16="http://schemas.microsoft.com/office/drawing/2014/main" id="{D3A28C32-913B-560C-F375-D1CA1A183AFA}"/>
              </a:ext>
            </a:extLst>
          </p:cNvPr>
          <p:cNvGrpSpPr/>
          <p:nvPr/>
        </p:nvGrpSpPr>
        <p:grpSpPr>
          <a:xfrm>
            <a:off x="666771" y="3538440"/>
            <a:ext cx="5306452" cy="3360600"/>
            <a:chOff x="666771" y="3538440"/>
            <a:chExt cx="5306452" cy="3360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EB67B083-F250-2E2E-886E-3C6AF6669E15}"/>
                    </a:ext>
                  </a:extLst>
                </p14:cNvPr>
                <p14:cNvContentPartPr/>
                <p14:nvPr/>
              </p14:nvContentPartPr>
              <p14:xfrm>
                <a:off x="752451" y="3808440"/>
                <a:ext cx="222120" cy="34272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EB67B083-F250-2E2E-886E-3C6AF6669E15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734811" y="3790440"/>
                  <a:ext cx="257760" cy="37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E90E93C0-2BC8-DF61-838F-67186EB8924E}"/>
                    </a:ext>
                  </a:extLst>
                </p14:cNvPr>
                <p14:cNvContentPartPr/>
                <p14:nvPr/>
              </p14:nvContentPartPr>
              <p14:xfrm>
                <a:off x="1228011" y="3966120"/>
                <a:ext cx="102240" cy="3744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E90E93C0-2BC8-DF61-838F-67186EB8924E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1210011" y="3948120"/>
                  <a:ext cx="13788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CC337727-7FDF-40A1-0ECC-881B2F175DFD}"/>
                    </a:ext>
                  </a:extLst>
                </p14:cNvPr>
                <p14:cNvContentPartPr/>
                <p14:nvPr/>
              </p14:nvContentPartPr>
              <p14:xfrm>
                <a:off x="1415931" y="3828960"/>
                <a:ext cx="191520" cy="17424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CC337727-7FDF-40A1-0ECC-881B2F175DFD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1397931" y="3811320"/>
                  <a:ext cx="22716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7D26DC11-3F60-3771-3968-9CD8B8AF3C7D}"/>
                    </a:ext>
                  </a:extLst>
                </p14:cNvPr>
                <p14:cNvContentPartPr/>
                <p14:nvPr/>
              </p14:nvContentPartPr>
              <p14:xfrm>
                <a:off x="1707891" y="3934080"/>
                <a:ext cx="32040" cy="12744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7D26DC11-3F60-3771-3968-9CD8B8AF3C7D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1690251" y="3916080"/>
                  <a:ext cx="6768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97B10CE1-8B2B-3C2F-C9BF-168D2E50EB3B}"/>
                    </a:ext>
                  </a:extLst>
                </p14:cNvPr>
                <p14:cNvContentPartPr/>
                <p14:nvPr/>
              </p14:nvContentPartPr>
              <p14:xfrm>
                <a:off x="1697091" y="3807000"/>
                <a:ext cx="8640" cy="2628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97B10CE1-8B2B-3C2F-C9BF-168D2E50EB3B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1679451" y="3789000"/>
                  <a:ext cx="4428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96D3AD71-B88A-3E0A-47D8-6CA7BA1CFD1B}"/>
                    </a:ext>
                  </a:extLst>
                </p14:cNvPr>
                <p14:cNvContentPartPr/>
                <p14:nvPr/>
              </p14:nvContentPartPr>
              <p14:xfrm>
                <a:off x="1840731" y="3839400"/>
                <a:ext cx="132480" cy="13752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96D3AD71-B88A-3E0A-47D8-6CA7BA1CFD1B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1823091" y="3821400"/>
                  <a:ext cx="16812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B4D1AF75-B9CD-5437-7C9D-67780096DD56}"/>
                    </a:ext>
                  </a:extLst>
                </p14:cNvPr>
                <p14:cNvContentPartPr/>
                <p14:nvPr/>
              </p14:nvContentPartPr>
              <p14:xfrm>
                <a:off x="666771" y="4133520"/>
                <a:ext cx="1674360" cy="31320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B4D1AF75-B9CD-5437-7C9D-67780096DD56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648771" y="4115520"/>
                  <a:ext cx="171000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ECE5439E-5565-5F53-3F20-FE068CE0AB3B}"/>
                    </a:ext>
                  </a:extLst>
                </p14:cNvPr>
                <p14:cNvContentPartPr/>
                <p14:nvPr/>
              </p14:nvContentPartPr>
              <p14:xfrm>
                <a:off x="1319091" y="4668840"/>
                <a:ext cx="65880" cy="21348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ECE5439E-5565-5F53-3F20-FE068CE0AB3B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1301451" y="4651200"/>
                  <a:ext cx="10152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EBF7F6B6-1EA9-CFE4-0347-655EA72E7AF2}"/>
                    </a:ext>
                  </a:extLst>
                </p14:cNvPr>
                <p14:cNvContentPartPr/>
                <p14:nvPr/>
              </p14:nvContentPartPr>
              <p14:xfrm>
                <a:off x="1311171" y="4591800"/>
                <a:ext cx="218880" cy="17748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EBF7F6B6-1EA9-CFE4-0347-655EA72E7AF2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1293531" y="4573800"/>
                  <a:ext cx="25452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D8DDAFCC-6D8F-E1A2-84F7-4E6A263D191D}"/>
                    </a:ext>
                  </a:extLst>
                </p14:cNvPr>
                <p14:cNvContentPartPr/>
                <p14:nvPr/>
              </p14:nvContentPartPr>
              <p14:xfrm>
                <a:off x="1688811" y="4661280"/>
                <a:ext cx="48960" cy="9540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D8DDAFCC-6D8F-E1A2-84F7-4E6A263D191D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1671171" y="4643280"/>
                  <a:ext cx="8460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D91C9CD1-5379-38D9-1A92-FD8EE7843963}"/>
                    </a:ext>
                  </a:extLst>
                </p14:cNvPr>
                <p14:cNvContentPartPr/>
                <p14:nvPr/>
              </p14:nvContentPartPr>
              <p14:xfrm>
                <a:off x="1672971" y="4537800"/>
                <a:ext cx="30960" cy="4932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D91C9CD1-5379-38D9-1A92-FD8EE7843963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1654971" y="4520160"/>
                  <a:ext cx="6660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3279AEE9-6730-AE48-15DC-8F16F18D6163}"/>
                    </a:ext>
                  </a:extLst>
                </p14:cNvPr>
                <p14:cNvContentPartPr/>
                <p14:nvPr/>
              </p14:nvContentPartPr>
              <p14:xfrm>
                <a:off x="2552811" y="4096800"/>
                <a:ext cx="92160" cy="4428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3279AEE9-6730-AE48-15DC-8F16F18D6163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2535171" y="4078800"/>
                  <a:ext cx="12780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9A172503-34D0-639C-E048-407C2C0A4961}"/>
                    </a:ext>
                  </a:extLst>
                </p14:cNvPr>
                <p14:cNvContentPartPr/>
                <p14:nvPr/>
              </p14:nvContentPartPr>
              <p14:xfrm>
                <a:off x="2593851" y="4196520"/>
                <a:ext cx="80280" cy="4680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9A172503-34D0-639C-E048-407C2C0A4961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2576211" y="4178520"/>
                  <a:ext cx="11592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EA1A3575-3F5E-449D-8BFB-89E9CA4AF6CE}"/>
                    </a:ext>
                  </a:extLst>
                </p14:cNvPr>
                <p14:cNvContentPartPr/>
                <p14:nvPr/>
              </p14:nvContentPartPr>
              <p14:xfrm>
                <a:off x="2761611" y="3795480"/>
                <a:ext cx="207000" cy="23112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EA1A3575-3F5E-449D-8BFB-89E9CA4AF6CE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2743611" y="3777840"/>
                  <a:ext cx="242640" cy="26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ED82D2AC-82F8-F241-2ED1-5EA38555FBDD}"/>
                    </a:ext>
                  </a:extLst>
                </p14:cNvPr>
                <p14:cNvContentPartPr/>
                <p14:nvPr/>
              </p14:nvContentPartPr>
              <p14:xfrm>
                <a:off x="3123771" y="3873600"/>
                <a:ext cx="32040" cy="14616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ED82D2AC-82F8-F241-2ED1-5EA38555FBDD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3106131" y="3855600"/>
                  <a:ext cx="6768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0650F548-40B8-D966-6D73-F7DBD240C66A}"/>
                    </a:ext>
                  </a:extLst>
                </p14:cNvPr>
                <p14:cNvContentPartPr/>
                <p14:nvPr/>
              </p14:nvContentPartPr>
              <p14:xfrm>
                <a:off x="3091371" y="3789000"/>
                <a:ext cx="13320" cy="2268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0650F548-40B8-D966-6D73-F7DBD240C66A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3073371" y="3771000"/>
                  <a:ext cx="4896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A4766340-DD8D-2F1C-8FAC-5BCCC349F175}"/>
                    </a:ext>
                  </a:extLst>
                </p14:cNvPr>
                <p14:cNvContentPartPr/>
                <p14:nvPr/>
              </p14:nvContentPartPr>
              <p14:xfrm>
                <a:off x="3246171" y="3831480"/>
                <a:ext cx="111960" cy="7236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A4766340-DD8D-2F1C-8FAC-5BCCC349F175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3228531" y="3813840"/>
                  <a:ext cx="14760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89FDCD70-44DF-6002-CFFF-FE18C0DF4BA8}"/>
                    </a:ext>
                  </a:extLst>
                </p14:cNvPr>
                <p14:cNvContentPartPr/>
                <p14:nvPr/>
              </p14:nvContentPartPr>
              <p14:xfrm>
                <a:off x="3533811" y="3802320"/>
                <a:ext cx="181440" cy="4932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89FDCD70-44DF-6002-CFFF-FE18C0DF4BA8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3516171" y="3784320"/>
                  <a:ext cx="21708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B32A9AB2-6B18-86B7-8FEA-6E2E499CCCCC}"/>
                    </a:ext>
                  </a:extLst>
                </p14:cNvPr>
                <p14:cNvContentPartPr/>
                <p14:nvPr/>
              </p14:nvContentPartPr>
              <p14:xfrm>
                <a:off x="3800571" y="3538440"/>
                <a:ext cx="210960" cy="27360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B32A9AB2-6B18-86B7-8FEA-6E2E499CCCCC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3782571" y="3520800"/>
                  <a:ext cx="24660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BC5FD6CB-6A54-AA19-15FC-B417AFADE1FC}"/>
                    </a:ext>
                  </a:extLst>
                </p14:cNvPr>
                <p14:cNvContentPartPr/>
                <p14:nvPr/>
              </p14:nvContentPartPr>
              <p14:xfrm>
                <a:off x="4179651" y="3755880"/>
                <a:ext cx="105840" cy="12348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BC5FD6CB-6A54-AA19-15FC-B417AFADE1FC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4161651" y="3738240"/>
                  <a:ext cx="14148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2691EED0-F80B-E780-2360-9C79B463D265}"/>
                    </a:ext>
                  </a:extLst>
                </p14:cNvPr>
                <p14:cNvContentPartPr/>
                <p14:nvPr/>
              </p14:nvContentPartPr>
              <p14:xfrm>
                <a:off x="4332651" y="3759840"/>
                <a:ext cx="132120" cy="8136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2691EED0-F80B-E780-2360-9C79B463D265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4314651" y="3742200"/>
                  <a:ext cx="16776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0FAA0892-F073-0281-399F-44943A5E6057}"/>
                    </a:ext>
                  </a:extLst>
                </p14:cNvPr>
                <p14:cNvContentPartPr/>
                <p14:nvPr/>
              </p14:nvContentPartPr>
              <p14:xfrm>
                <a:off x="4542531" y="3649320"/>
                <a:ext cx="47160" cy="10584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0FAA0892-F073-0281-399F-44943A5E6057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4524531" y="3631680"/>
                  <a:ext cx="8280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184F12E3-E524-31E6-48C2-E147FD869BEB}"/>
                    </a:ext>
                  </a:extLst>
                </p14:cNvPr>
                <p14:cNvContentPartPr/>
                <p14:nvPr/>
              </p14:nvContentPartPr>
              <p14:xfrm>
                <a:off x="4532811" y="3695040"/>
                <a:ext cx="205560" cy="6480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184F12E3-E524-31E6-48C2-E147FD869BEB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4515171" y="3677040"/>
                  <a:ext cx="24120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E1566BE2-4B3D-AB34-E93A-A057D98B4D61}"/>
                    </a:ext>
                  </a:extLst>
                </p14:cNvPr>
                <p14:cNvContentPartPr/>
                <p14:nvPr/>
              </p14:nvContentPartPr>
              <p14:xfrm>
                <a:off x="2890851" y="3927960"/>
                <a:ext cx="1859040" cy="32508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E1566BE2-4B3D-AB34-E93A-A057D98B4D61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2872851" y="3910320"/>
                  <a:ext cx="1894680" cy="36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B7FC4C3C-74DE-897B-C293-4CE18ADF5239}"/>
                    </a:ext>
                  </a:extLst>
                </p14:cNvPr>
                <p14:cNvContentPartPr/>
                <p14:nvPr/>
              </p14:nvContentPartPr>
              <p14:xfrm>
                <a:off x="3603291" y="4426560"/>
                <a:ext cx="115200" cy="23652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B7FC4C3C-74DE-897B-C293-4CE18ADF5239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3585651" y="4408920"/>
                  <a:ext cx="150840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48740A7-2999-6D21-0EDF-C8CD3F1D2D8D}"/>
                    </a:ext>
                  </a:extLst>
                </p14:cNvPr>
                <p14:cNvContentPartPr/>
                <p14:nvPr/>
              </p14:nvContentPartPr>
              <p14:xfrm>
                <a:off x="3642891" y="4314600"/>
                <a:ext cx="119160" cy="17316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48740A7-2999-6D21-0EDF-C8CD3F1D2D8D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3625251" y="4296960"/>
                  <a:ext cx="15480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4B0C3415-8B98-9BF3-F8C4-C7A16D03EE4B}"/>
                    </a:ext>
                  </a:extLst>
                </p14:cNvPr>
                <p14:cNvContentPartPr/>
                <p14:nvPr/>
              </p14:nvContentPartPr>
              <p14:xfrm>
                <a:off x="3894891" y="4361400"/>
                <a:ext cx="59400" cy="17568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4B0C3415-8B98-9BF3-F8C4-C7A16D03EE4B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3877251" y="4343760"/>
                  <a:ext cx="9504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0951961B-E469-1243-F1D3-A78AE296AA27}"/>
                    </a:ext>
                  </a:extLst>
                </p14:cNvPr>
                <p14:cNvContentPartPr/>
                <p14:nvPr/>
              </p14:nvContentPartPr>
              <p14:xfrm>
                <a:off x="3929091" y="4406040"/>
                <a:ext cx="166680" cy="11088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0951961B-E469-1243-F1D3-A78AE296AA27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3911091" y="4388400"/>
                  <a:ext cx="20232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64E7936-DEB3-A884-F7E5-09EB45F4E7A0}"/>
                    </a:ext>
                  </a:extLst>
                </p14:cNvPr>
                <p14:cNvContentPartPr/>
                <p14:nvPr/>
              </p14:nvContentPartPr>
              <p14:xfrm>
                <a:off x="1222971" y="5456880"/>
                <a:ext cx="243000" cy="5400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64E7936-DEB3-A884-F7E5-09EB45F4E7A0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1205331" y="5438880"/>
                  <a:ext cx="27864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BE5D1F4C-EFF6-DE3A-6ECF-15E009FB850D}"/>
                    </a:ext>
                  </a:extLst>
                </p14:cNvPr>
                <p14:cNvContentPartPr/>
                <p14:nvPr/>
              </p14:nvContentPartPr>
              <p14:xfrm>
                <a:off x="1527171" y="5187240"/>
                <a:ext cx="159480" cy="24012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BE5D1F4C-EFF6-DE3A-6ECF-15E009FB850D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1509171" y="5169240"/>
                  <a:ext cx="195120" cy="27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0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4ACDE782-60BA-F4B4-DC28-28E1B6FB1C85}"/>
                    </a:ext>
                  </a:extLst>
                </p14:cNvPr>
                <p14:cNvContentPartPr/>
                <p14:nvPr/>
              </p14:nvContentPartPr>
              <p14:xfrm>
                <a:off x="1845771" y="5384520"/>
                <a:ext cx="46080" cy="9144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4ACDE782-60BA-F4B4-DC28-28E1B6FB1C85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1828131" y="5366520"/>
                  <a:ext cx="8172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2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319103AC-9580-44C2-CF8F-F86A8B5DD5AA}"/>
                    </a:ext>
                  </a:extLst>
                </p14:cNvPr>
                <p14:cNvContentPartPr/>
                <p14:nvPr/>
              </p14:nvContentPartPr>
              <p14:xfrm>
                <a:off x="1831371" y="5210280"/>
                <a:ext cx="6480" cy="1800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319103AC-9580-44C2-CF8F-F86A8B5DD5AA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1813731" y="5192640"/>
                  <a:ext cx="4212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4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C58DA194-2C4A-9351-9B7A-15733EAAB44E}"/>
                    </a:ext>
                  </a:extLst>
                </p14:cNvPr>
                <p14:cNvContentPartPr/>
                <p14:nvPr/>
              </p14:nvContentPartPr>
              <p14:xfrm>
                <a:off x="1956651" y="5254920"/>
                <a:ext cx="183240" cy="1083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C58DA194-2C4A-9351-9B7A-15733EAAB44E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1938651" y="5237280"/>
                  <a:ext cx="21888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6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5982BE3B-D7C2-6A9F-A2C7-7E4C2B4F428C}"/>
                    </a:ext>
                  </a:extLst>
                </p14:cNvPr>
                <p14:cNvContentPartPr/>
                <p14:nvPr/>
              </p14:nvContentPartPr>
              <p14:xfrm>
                <a:off x="1440771" y="5468760"/>
                <a:ext cx="1058400" cy="19908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5982BE3B-D7C2-6A9F-A2C7-7E4C2B4F428C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1422771" y="5450760"/>
                  <a:ext cx="1094040" cy="23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8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EC62866D-0D21-6770-3534-4FFB37E8212E}"/>
                    </a:ext>
                  </a:extLst>
                </p14:cNvPr>
                <p14:cNvContentPartPr/>
                <p14:nvPr/>
              </p14:nvContentPartPr>
              <p14:xfrm>
                <a:off x="1828491" y="5778360"/>
                <a:ext cx="177120" cy="16380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EC62866D-0D21-6770-3534-4FFB37E8212E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1810491" y="5760720"/>
                  <a:ext cx="21276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0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EB4B95CF-11D9-61D6-07BE-3D83D8B30D75}"/>
                    </a:ext>
                  </a:extLst>
                </p14:cNvPr>
                <p14:cNvContentPartPr/>
                <p14:nvPr/>
              </p14:nvContentPartPr>
              <p14:xfrm>
                <a:off x="1891851" y="5649120"/>
                <a:ext cx="218880" cy="22140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EB4B95CF-11D9-61D6-07BE-3D83D8B30D75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1874211" y="5631480"/>
                  <a:ext cx="25452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9430A43B-71A0-0A65-69A8-FACA2A00FF9F}"/>
                    </a:ext>
                  </a:extLst>
                </p14:cNvPr>
                <p14:cNvContentPartPr/>
                <p14:nvPr/>
              </p14:nvContentPartPr>
              <p14:xfrm>
                <a:off x="2238531" y="5789880"/>
                <a:ext cx="30600" cy="9000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9430A43B-71A0-0A65-69A8-FACA2A00FF9F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2220531" y="5771880"/>
                  <a:ext cx="6624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97EB833B-EBB3-2104-A5F8-65C37407006D}"/>
                    </a:ext>
                  </a:extLst>
                </p14:cNvPr>
                <p14:cNvContentPartPr/>
                <p14:nvPr/>
              </p14:nvContentPartPr>
              <p14:xfrm>
                <a:off x="2196411" y="5679000"/>
                <a:ext cx="22320" cy="4572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97EB833B-EBB3-2104-A5F8-65C37407006D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2178411" y="5661000"/>
                  <a:ext cx="5796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BF91350F-9EA2-8D3D-70F5-F7B9E8BD1FB8}"/>
                    </a:ext>
                  </a:extLst>
                </p14:cNvPr>
                <p14:cNvContentPartPr/>
                <p14:nvPr/>
              </p14:nvContentPartPr>
              <p14:xfrm>
                <a:off x="2719491" y="5352480"/>
                <a:ext cx="128520" cy="4788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BF91350F-9EA2-8D3D-70F5-F7B9E8BD1FB8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2701491" y="5334480"/>
                  <a:ext cx="16416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15928736-9A41-2E48-3821-9F390FFB9586}"/>
                    </a:ext>
                  </a:extLst>
                </p14:cNvPr>
                <p14:cNvContentPartPr/>
                <p14:nvPr/>
              </p14:nvContentPartPr>
              <p14:xfrm>
                <a:off x="2823891" y="5465880"/>
                <a:ext cx="91440" cy="5508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15928736-9A41-2E48-3821-9F390FFB9586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2805891" y="5448240"/>
                  <a:ext cx="12708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2F1AE896-C20A-2FE9-A449-40529DF3DB51}"/>
                    </a:ext>
                  </a:extLst>
                </p14:cNvPr>
                <p14:cNvContentPartPr/>
                <p14:nvPr/>
              </p14:nvContentPartPr>
              <p14:xfrm>
                <a:off x="3051411" y="5011920"/>
                <a:ext cx="151560" cy="24300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2F1AE896-C20A-2FE9-A449-40529DF3DB51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3033771" y="4994280"/>
                  <a:ext cx="18720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DAC4A806-B443-13F8-3F04-E20B83872591}"/>
                    </a:ext>
                  </a:extLst>
                </p14:cNvPr>
                <p14:cNvContentPartPr/>
                <p14:nvPr/>
              </p14:nvContentPartPr>
              <p14:xfrm>
                <a:off x="3354891" y="5162040"/>
                <a:ext cx="32040" cy="8892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DAC4A806-B443-13F8-3F04-E20B83872591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3337251" y="5144400"/>
                  <a:ext cx="6768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947B9C26-A8F7-EC97-8E89-0F687FF122A7}"/>
                    </a:ext>
                  </a:extLst>
                </p14:cNvPr>
                <p14:cNvContentPartPr/>
                <p14:nvPr/>
              </p14:nvContentPartPr>
              <p14:xfrm>
                <a:off x="3298011" y="5007240"/>
                <a:ext cx="14760" cy="2376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947B9C26-A8F7-EC97-8E89-0F687FF122A7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3280011" y="4989600"/>
                  <a:ext cx="5040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0755851E-31B7-39A8-7528-1239525B4477}"/>
                    </a:ext>
                  </a:extLst>
                </p14:cNvPr>
                <p14:cNvContentPartPr/>
                <p14:nvPr/>
              </p14:nvContentPartPr>
              <p14:xfrm>
                <a:off x="3445251" y="5065560"/>
                <a:ext cx="156600" cy="8820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0755851E-31B7-39A8-7528-1239525B4477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3427251" y="5047920"/>
                  <a:ext cx="19224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A968EF69-E7EF-B4C3-A27B-BBCE553145E7}"/>
                    </a:ext>
                  </a:extLst>
                </p14:cNvPr>
                <p14:cNvContentPartPr/>
                <p14:nvPr/>
              </p14:nvContentPartPr>
              <p14:xfrm>
                <a:off x="3120891" y="5320440"/>
                <a:ext cx="745200" cy="17964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A968EF69-E7EF-B4C3-A27B-BBCE553145E7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3102891" y="5302800"/>
                  <a:ext cx="78084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132CF133-E008-2521-4BA4-29CC79B560CA}"/>
                    </a:ext>
                  </a:extLst>
                </p14:cNvPr>
                <p14:cNvContentPartPr/>
                <p14:nvPr/>
              </p14:nvContentPartPr>
              <p14:xfrm>
                <a:off x="3496011" y="5606640"/>
                <a:ext cx="135000" cy="22068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132CF133-E008-2521-4BA4-29CC79B560CA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3478371" y="5589000"/>
                  <a:ext cx="170640" cy="25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97FAB440-80FB-DAEF-D854-FE2020AF363B}"/>
                    </a:ext>
                  </a:extLst>
                </p14:cNvPr>
                <p14:cNvContentPartPr/>
                <p14:nvPr/>
              </p14:nvContentPartPr>
              <p14:xfrm>
                <a:off x="3474051" y="5530320"/>
                <a:ext cx="285840" cy="22068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97FAB440-80FB-DAEF-D854-FE2020AF363B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3456051" y="5512320"/>
                  <a:ext cx="321480" cy="25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4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2C00D029-A9A9-CC90-23E7-D2BED23D7062}"/>
                    </a:ext>
                  </a:extLst>
                </p14:cNvPr>
                <p14:cNvContentPartPr/>
                <p14:nvPr/>
              </p14:nvContentPartPr>
              <p14:xfrm>
                <a:off x="3778971" y="5598360"/>
                <a:ext cx="95760" cy="23220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2C00D029-A9A9-CC90-23E7-D2BED23D7062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3760971" y="5580360"/>
                  <a:ext cx="131400" cy="26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6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BA02410C-7A7E-A3E2-3425-B2D44AD0C919}"/>
                    </a:ext>
                  </a:extLst>
                </p14:cNvPr>
                <p14:cNvContentPartPr/>
                <p14:nvPr/>
              </p14:nvContentPartPr>
              <p14:xfrm>
                <a:off x="3786171" y="5723640"/>
                <a:ext cx="114120" cy="9936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BA02410C-7A7E-A3E2-3425-B2D44AD0C919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3768171" y="5706000"/>
                  <a:ext cx="14976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8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DE42C9AD-A5FC-240A-EC6D-6E80419E7A4E}"/>
                    </a:ext>
                  </a:extLst>
                </p14:cNvPr>
                <p14:cNvContentPartPr/>
                <p14:nvPr/>
              </p14:nvContentPartPr>
              <p14:xfrm>
                <a:off x="4154811" y="5235120"/>
                <a:ext cx="181080" cy="2304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DE42C9AD-A5FC-240A-EC6D-6E80419E7A4E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4136811" y="5217480"/>
                  <a:ext cx="21672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0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C156112E-ACD8-DDE2-7C08-AFB1C13DDDA1}"/>
                    </a:ext>
                  </a:extLst>
                </p14:cNvPr>
                <p14:cNvContentPartPr/>
                <p14:nvPr/>
              </p14:nvContentPartPr>
              <p14:xfrm>
                <a:off x="4437771" y="4764600"/>
                <a:ext cx="235800" cy="24912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C156112E-ACD8-DDE2-7C08-AFB1C13DDDA1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4419771" y="4746600"/>
                  <a:ext cx="271440" cy="28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2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91F09D46-1F71-6E8F-5FA6-9B97C58AE27E}"/>
                    </a:ext>
                  </a:extLst>
                </p14:cNvPr>
                <p14:cNvContentPartPr/>
                <p14:nvPr/>
              </p14:nvContentPartPr>
              <p14:xfrm>
                <a:off x="4856811" y="4944240"/>
                <a:ext cx="77040" cy="12564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91F09D46-1F71-6E8F-5FA6-9B97C58AE27E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4838811" y="4926240"/>
                  <a:ext cx="11268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E2674383-E91D-ED8F-F8E8-00A36FE830B7}"/>
                    </a:ext>
                  </a:extLst>
                </p14:cNvPr>
                <p14:cNvContentPartPr/>
                <p14:nvPr/>
              </p14:nvContentPartPr>
              <p14:xfrm>
                <a:off x="5044371" y="4828320"/>
                <a:ext cx="181800" cy="14112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E2674383-E91D-ED8F-F8E8-00A36FE830B7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5026371" y="4810320"/>
                  <a:ext cx="21744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00E81AB1-1285-3209-4D3C-6A7D81C696DA}"/>
                    </a:ext>
                  </a:extLst>
                </p14:cNvPr>
                <p14:cNvContentPartPr/>
                <p14:nvPr/>
              </p14:nvContentPartPr>
              <p14:xfrm>
                <a:off x="5328771" y="4630320"/>
                <a:ext cx="80280" cy="21276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00E81AB1-1285-3209-4D3C-6A7D81C696DA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5311131" y="4612680"/>
                  <a:ext cx="11592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4375ACF6-244B-C889-A2C0-60ECEB6A86C9}"/>
                    </a:ext>
                  </a:extLst>
                </p14:cNvPr>
                <p14:cNvContentPartPr/>
                <p14:nvPr/>
              </p14:nvContentPartPr>
              <p14:xfrm>
                <a:off x="5318691" y="4753800"/>
                <a:ext cx="138600" cy="5256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4375ACF6-244B-C889-A2C0-60ECEB6A86C9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5301051" y="4735800"/>
                  <a:ext cx="17424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1B2EACBF-C1FC-4456-3468-90FF4F5FC940}"/>
                    </a:ext>
                  </a:extLst>
                </p14:cNvPr>
                <p14:cNvContentPartPr/>
                <p14:nvPr/>
              </p14:nvContentPartPr>
              <p14:xfrm>
                <a:off x="4605531" y="5037120"/>
                <a:ext cx="1028160" cy="25200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1B2EACBF-C1FC-4456-3468-90FF4F5FC940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4587531" y="5019120"/>
                  <a:ext cx="1063800" cy="28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116DD073-E23F-859E-FAA2-0CD9DBFF28BA}"/>
                    </a:ext>
                  </a:extLst>
                </p14:cNvPr>
                <p14:cNvContentPartPr/>
                <p14:nvPr/>
              </p14:nvContentPartPr>
              <p14:xfrm>
                <a:off x="4774011" y="5564520"/>
                <a:ext cx="192240" cy="13284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116DD073-E23F-859E-FAA2-0CD9DBFF28BA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4756371" y="5546520"/>
                  <a:ext cx="22788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2868EDC8-E878-B61C-EC3F-D901E55ECB5D}"/>
                    </a:ext>
                  </a:extLst>
                </p14:cNvPr>
                <p14:cNvContentPartPr/>
                <p14:nvPr/>
              </p14:nvContentPartPr>
              <p14:xfrm>
                <a:off x="4793811" y="5433120"/>
                <a:ext cx="243720" cy="15696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2868EDC8-E878-B61C-EC3F-D901E55ECB5D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4775811" y="5415480"/>
                  <a:ext cx="27936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6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8512DE52-FDA0-B858-B589-821BFB9EC21F}"/>
                    </a:ext>
                  </a:extLst>
                </p14:cNvPr>
                <p14:cNvContentPartPr/>
                <p14:nvPr/>
              </p14:nvContentPartPr>
              <p14:xfrm>
                <a:off x="5152371" y="5415120"/>
                <a:ext cx="84960" cy="22860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8512DE52-FDA0-B858-B589-821BFB9EC21F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5134731" y="5397120"/>
                  <a:ext cx="120600" cy="26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8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CD3AAFD2-388D-9CAB-79A7-FDAE80DB082A}"/>
                    </a:ext>
                  </a:extLst>
                </p14:cNvPr>
                <p14:cNvContentPartPr/>
                <p14:nvPr/>
              </p14:nvContentPartPr>
              <p14:xfrm>
                <a:off x="5141211" y="5534280"/>
                <a:ext cx="138240" cy="7524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CD3AAFD2-388D-9CAB-79A7-FDAE80DB082A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5123571" y="5516280"/>
                  <a:ext cx="17388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0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05CC87A4-9869-319D-4280-9F1553318467}"/>
                    </a:ext>
                  </a:extLst>
                </p14:cNvPr>
                <p14:cNvContentPartPr/>
                <p14:nvPr/>
              </p14:nvContentPartPr>
              <p14:xfrm>
                <a:off x="2371731" y="6269040"/>
                <a:ext cx="160560" cy="22032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05CC87A4-9869-319D-4280-9F1553318467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2353731" y="6251400"/>
                  <a:ext cx="19620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2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0576EFF4-DAE2-D90F-E5DF-B09D65C706FB}"/>
                    </a:ext>
                  </a:extLst>
                </p14:cNvPr>
                <p14:cNvContentPartPr/>
                <p14:nvPr/>
              </p14:nvContentPartPr>
              <p14:xfrm>
                <a:off x="2722371" y="6434280"/>
                <a:ext cx="87120" cy="10656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0576EFF4-DAE2-D90F-E5DF-B09D65C706FB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2704731" y="6416280"/>
                  <a:ext cx="12276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CDBC2A4B-2B3A-0889-256B-BB01676107BA}"/>
                    </a:ext>
                  </a:extLst>
                </p14:cNvPr>
                <p14:cNvContentPartPr/>
                <p14:nvPr/>
              </p14:nvContentPartPr>
              <p14:xfrm>
                <a:off x="2894451" y="6373800"/>
                <a:ext cx="154440" cy="9648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CDBC2A4B-2B3A-0889-256B-BB01676107BA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2876811" y="6356160"/>
                  <a:ext cx="19008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3851B908-A7D9-C8DC-A2AB-4E9418CA4EAC}"/>
                    </a:ext>
                  </a:extLst>
                </p14:cNvPr>
                <p14:cNvContentPartPr/>
                <p14:nvPr/>
              </p14:nvContentPartPr>
              <p14:xfrm>
                <a:off x="3083091" y="6193440"/>
                <a:ext cx="83880" cy="19296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3851B908-A7D9-C8DC-A2AB-4E9418CA4EAC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3065091" y="6175440"/>
                  <a:ext cx="11952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46FCB7E6-3F5E-12D7-D8D1-54D1E37049C8}"/>
                    </a:ext>
                  </a:extLst>
                </p14:cNvPr>
                <p14:cNvContentPartPr/>
                <p14:nvPr/>
              </p14:nvContentPartPr>
              <p14:xfrm>
                <a:off x="3067971" y="6285240"/>
                <a:ext cx="197640" cy="7632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46FCB7E6-3F5E-12D7-D8D1-54D1E37049C8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3050331" y="6267600"/>
                  <a:ext cx="23328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0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F60FB652-3FB8-88E8-61B6-8849A5BB076E}"/>
                    </a:ext>
                  </a:extLst>
                </p14:cNvPr>
                <p14:cNvContentPartPr/>
                <p14:nvPr/>
              </p14:nvContentPartPr>
              <p14:xfrm>
                <a:off x="2746131" y="6528600"/>
                <a:ext cx="713520" cy="9936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F60FB652-3FB8-88E8-61B6-8849A5BB076E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2728491" y="6510600"/>
                  <a:ext cx="74916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2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8D35BFA4-F0F1-7037-179E-D11EB7FB3FC7}"/>
                    </a:ext>
                  </a:extLst>
                </p14:cNvPr>
                <p14:cNvContentPartPr/>
                <p14:nvPr/>
              </p14:nvContentPartPr>
              <p14:xfrm>
                <a:off x="3175611" y="6680880"/>
                <a:ext cx="92160" cy="21816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8D35BFA4-F0F1-7037-179E-D11EB7FB3FC7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3157611" y="6663240"/>
                  <a:ext cx="12780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4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70C64BAA-7129-C77B-0825-089829739E02}"/>
                    </a:ext>
                  </a:extLst>
                </p14:cNvPr>
                <p14:cNvContentPartPr/>
                <p14:nvPr/>
              </p14:nvContentPartPr>
              <p14:xfrm>
                <a:off x="3199731" y="6677280"/>
                <a:ext cx="189000" cy="14904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70C64BAA-7129-C77B-0825-089829739E02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3181731" y="6659280"/>
                  <a:ext cx="22464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6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12DC1550-B413-D143-87F5-766DA5747E63}"/>
                    </a:ext>
                  </a:extLst>
                </p14:cNvPr>
                <p14:cNvContentPartPr/>
                <p14:nvPr/>
              </p14:nvContentPartPr>
              <p14:xfrm>
                <a:off x="3447771" y="6689520"/>
                <a:ext cx="75600" cy="19764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12DC1550-B413-D143-87F5-766DA5747E63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3430131" y="6671880"/>
                  <a:ext cx="111240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8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34CA8F76-2A16-DD45-1C9E-1CB94FE2FD3D}"/>
                    </a:ext>
                  </a:extLst>
                </p14:cNvPr>
                <p14:cNvContentPartPr/>
                <p14:nvPr/>
              </p14:nvContentPartPr>
              <p14:xfrm>
                <a:off x="3476571" y="6770880"/>
                <a:ext cx="76680" cy="7740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34CA8F76-2A16-DD45-1C9E-1CB94FE2FD3D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3458931" y="6752880"/>
                  <a:ext cx="11232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0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B779A9BC-7BB6-70A7-5A55-6F265CEDF3F6}"/>
                    </a:ext>
                  </a:extLst>
                </p14:cNvPr>
                <p14:cNvContentPartPr/>
                <p14:nvPr/>
              </p14:nvContentPartPr>
              <p14:xfrm>
                <a:off x="3674931" y="6409800"/>
                <a:ext cx="82080" cy="1872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B779A9BC-7BB6-70A7-5A55-6F265CEDF3F6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3657291" y="6392160"/>
                  <a:ext cx="11772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2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26DC3F40-D5B9-58B2-9146-3A7CE4301A8A}"/>
                    </a:ext>
                  </a:extLst>
                </p14:cNvPr>
                <p14:cNvContentPartPr/>
                <p14:nvPr/>
              </p14:nvContentPartPr>
              <p14:xfrm>
                <a:off x="3727131" y="6454080"/>
                <a:ext cx="57960" cy="5112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26DC3F40-D5B9-58B2-9146-3A7CE4301A8A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3709491" y="6436440"/>
                  <a:ext cx="9360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4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022D7794-988A-1B04-19C0-6867792D7F39}"/>
                    </a:ext>
                  </a:extLst>
                </p14:cNvPr>
                <p14:cNvContentPartPr/>
                <p14:nvPr/>
              </p14:nvContentPartPr>
              <p14:xfrm>
                <a:off x="3902811" y="5977800"/>
                <a:ext cx="187920" cy="22140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022D7794-988A-1B04-19C0-6867792D7F39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3884811" y="5960160"/>
                  <a:ext cx="22356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6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C58B8C6B-F110-29C8-F431-2DBB64EBD4A5}"/>
                    </a:ext>
                  </a:extLst>
                </p14:cNvPr>
                <p14:cNvContentPartPr/>
                <p14:nvPr/>
              </p14:nvContentPartPr>
              <p14:xfrm>
                <a:off x="4247331" y="6095160"/>
                <a:ext cx="41400" cy="6228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C58B8C6B-F110-29C8-F431-2DBB64EBD4A5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4229691" y="6077160"/>
                  <a:ext cx="7704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8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DA663798-7FAE-CCA8-9F8F-52A685DB53E1}"/>
                    </a:ext>
                  </a:extLst>
                </p14:cNvPr>
                <p14:cNvContentPartPr/>
                <p14:nvPr/>
              </p14:nvContentPartPr>
              <p14:xfrm>
                <a:off x="4220331" y="5969160"/>
                <a:ext cx="17280" cy="3276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DA663798-7FAE-CCA8-9F8F-52A685DB53E1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4202691" y="5951160"/>
                  <a:ext cx="5292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0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149ED2C6-A870-CC6B-7EAB-4D59EF4ED9DC}"/>
                    </a:ext>
                  </a:extLst>
                </p14:cNvPr>
                <p14:cNvContentPartPr/>
                <p14:nvPr/>
              </p14:nvContentPartPr>
              <p14:xfrm>
                <a:off x="4356411" y="6025320"/>
                <a:ext cx="156960" cy="8316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149ED2C6-A870-CC6B-7EAB-4D59EF4ED9DC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4338411" y="6007320"/>
                  <a:ext cx="19260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2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B5810AEA-41C4-5BDC-1E8B-3EEBA255BAEC}"/>
                    </a:ext>
                  </a:extLst>
                </p14:cNvPr>
                <p14:cNvContentPartPr/>
                <p14:nvPr/>
              </p14:nvContentPartPr>
              <p14:xfrm>
                <a:off x="3962571" y="6241320"/>
                <a:ext cx="717840" cy="16056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B5810AEA-41C4-5BDC-1E8B-3EEBA255BAEC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3944931" y="6223320"/>
                  <a:ext cx="75348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4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C62B170A-86D9-19DD-F891-AAA5C682D4ED}"/>
                    </a:ext>
                  </a:extLst>
                </p14:cNvPr>
                <p14:cNvContentPartPr/>
                <p14:nvPr/>
              </p14:nvContentPartPr>
              <p14:xfrm>
                <a:off x="4328691" y="6527520"/>
                <a:ext cx="118800" cy="11088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C62B170A-86D9-19DD-F891-AAA5C682D4ED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4310691" y="6509520"/>
                  <a:ext cx="15444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6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6ED1B739-3C39-8B09-31BE-86BB67B7EBB4}"/>
                    </a:ext>
                  </a:extLst>
                </p14:cNvPr>
                <p14:cNvContentPartPr/>
                <p14:nvPr/>
              </p14:nvContentPartPr>
              <p14:xfrm>
                <a:off x="4341651" y="6394680"/>
                <a:ext cx="237600" cy="17424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6ED1B739-3C39-8B09-31BE-86BB67B7EBB4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4324011" y="6376680"/>
                  <a:ext cx="27324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8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E9C5B8A7-43D6-0190-4F73-18DA3CCE850E}"/>
                    </a:ext>
                  </a:extLst>
                </p14:cNvPr>
                <p14:cNvContentPartPr/>
                <p14:nvPr/>
              </p14:nvContentPartPr>
              <p14:xfrm>
                <a:off x="4697691" y="6451200"/>
                <a:ext cx="57240" cy="16848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E9C5B8A7-43D6-0190-4F73-18DA3CCE850E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4679691" y="6433560"/>
                  <a:ext cx="9288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0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9EAB6D1E-0C48-4760-62E7-4C97E2E154D0}"/>
                    </a:ext>
                  </a:extLst>
                </p14:cNvPr>
                <p14:cNvContentPartPr/>
                <p14:nvPr/>
              </p14:nvContentPartPr>
              <p14:xfrm>
                <a:off x="4695531" y="6529680"/>
                <a:ext cx="76320" cy="8748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9EAB6D1E-0C48-4760-62E7-4C97E2E154D0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4677891" y="6511680"/>
                  <a:ext cx="11196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2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FC226D34-6581-AD3D-C260-C13C766E88B7}"/>
                    </a:ext>
                  </a:extLst>
                </p14:cNvPr>
                <p14:cNvContentPartPr/>
                <p14:nvPr/>
              </p14:nvContentPartPr>
              <p14:xfrm>
                <a:off x="4882011" y="6107040"/>
                <a:ext cx="251280" cy="5148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FC226D34-6581-AD3D-C260-C13C766E88B7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4864371" y="6089040"/>
                  <a:ext cx="28692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4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28215297-E312-D5A6-6637-F55538DCBE3D}"/>
                    </a:ext>
                  </a:extLst>
                </p14:cNvPr>
                <p14:cNvContentPartPr/>
                <p14:nvPr/>
              </p14:nvContentPartPr>
              <p14:xfrm>
                <a:off x="4984971" y="6037560"/>
                <a:ext cx="61200" cy="19692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28215297-E312-D5A6-6637-F55538DCBE3D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4966971" y="6019920"/>
                  <a:ext cx="9684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6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420AC9EE-2888-7DF1-9FD4-A2A25AE22244}"/>
                    </a:ext>
                  </a:extLst>
                </p14:cNvPr>
                <p14:cNvContentPartPr/>
                <p14:nvPr/>
              </p14:nvContentPartPr>
              <p14:xfrm>
                <a:off x="5136531" y="5783760"/>
                <a:ext cx="205920" cy="23292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420AC9EE-2888-7DF1-9FD4-A2A25AE22244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5118891" y="5765760"/>
                  <a:ext cx="24156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8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1490B460-36C2-EA69-28C0-1FD0EA8FAE6B}"/>
                    </a:ext>
                  </a:extLst>
                </p14:cNvPr>
                <p14:cNvContentPartPr/>
                <p14:nvPr/>
              </p14:nvContentPartPr>
              <p14:xfrm>
                <a:off x="5510211" y="5858640"/>
                <a:ext cx="36360" cy="11556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1490B460-36C2-EA69-28C0-1FD0EA8FAE6B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5492571" y="5840640"/>
                  <a:ext cx="7200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0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78131EFD-7BE8-AB1A-5CCB-24AAC176F9F8}"/>
                    </a:ext>
                  </a:extLst>
                </p14:cNvPr>
                <p14:cNvContentPartPr/>
                <p14:nvPr/>
              </p14:nvContentPartPr>
              <p14:xfrm>
                <a:off x="5491491" y="5730840"/>
                <a:ext cx="23760" cy="3816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78131EFD-7BE8-AB1A-5CCB-24AAC176F9F8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5473851" y="5713200"/>
                  <a:ext cx="5940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2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BC56069E-E053-1AD9-9D88-5BF79DF10F25}"/>
                    </a:ext>
                  </a:extLst>
                </p14:cNvPr>
                <p14:cNvContentPartPr/>
                <p14:nvPr/>
              </p14:nvContentPartPr>
              <p14:xfrm>
                <a:off x="5618571" y="5753880"/>
                <a:ext cx="177120" cy="10188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BC56069E-E053-1AD9-9D88-5BF79DF10F25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5600931" y="5736240"/>
                  <a:ext cx="21276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4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5AD4193D-0B0B-2BE8-C579-6922C27F0A7D}"/>
                    </a:ext>
                  </a:extLst>
                </p14:cNvPr>
                <p14:cNvContentPartPr/>
                <p14:nvPr/>
              </p14:nvContentPartPr>
              <p14:xfrm>
                <a:off x="5206011" y="6059520"/>
                <a:ext cx="695520" cy="20412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5AD4193D-0B0B-2BE8-C579-6922C27F0A7D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5188371" y="6041520"/>
                  <a:ext cx="73116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6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E6C265D7-A18E-45A4-A647-700C11451DFB}"/>
                    </a:ext>
                  </a:extLst>
                </p14:cNvPr>
                <p14:cNvContentPartPr/>
                <p14:nvPr/>
              </p14:nvContentPartPr>
              <p14:xfrm>
                <a:off x="5500851" y="6349680"/>
                <a:ext cx="145800" cy="23292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E6C265D7-A18E-45A4-A647-700C11451DFB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5483211" y="6332040"/>
                  <a:ext cx="18144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8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8628E2AA-5491-FF45-4724-A0CBB9F41AA2}"/>
                    </a:ext>
                  </a:extLst>
                </p14:cNvPr>
                <p14:cNvContentPartPr/>
                <p14:nvPr/>
              </p14:nvContentPartPr>
              <p14:xfrm>
                <a:off x="5508771" y="6249240"/>
                <a:ext cx="234360" cy="17964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8628E2AA-5491-FF45-4724-A0CBB9F41AA2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5490771" y="6231240"/>
                  <a:ext cx="27000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0">
              <p14:nvContentPartPr>
                <p14:cNvPr id="322" name="Ink 321">
                  <a:extLst>
                    <a:ext uri="{FF2B5EF4-FFF2-40B4-BE49-F238E27FC236}">
                      <a16:creationId xmlns:a16="http://schemas.microsoft.com/office/drawing/2014/main" id="{F25A2AA1-7DEA-3A1E-2C9F-739186B1BA1E}"/>
                    </a:ext>
                  </a:extLst>
                </p14:cNvPr>
                <p14:cNvContentPartPr/>
                <p14:nvPr/>
              </p14:nvContentPartPr>
              <p14:xfrm>
                <a:off x="5900863" y="6360120"/>
                <a:ext cx="72360" cy="133200"/>
              </p14:xfrm>
            </p:contentPart>
          </mc:Choice>
          <mc:Fallback>
            <p:pic>
              <p:nvPicPr>
                <p:cNvPr id="322" name="Ink 321">
                  <a:extLst>
                    <a:ext uri="{FF2B5EF4-FFF2-40B4-BE49-F238E27FC236}">
                      <a16:creationId xmlns:a16="http://schemas.microsoft.com/office/drawing/2014/main" id="{F25A2AA1-7DEA-3A1E-2C9F-739186B1BA1E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5883223" y="6342120"/>
                  <a:ext cx="10800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2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771A9B15-61FE-2281-8781-A569A1788D65}"/>
                    </a:ext>
                  </a:extLst>
                </p14:cNvPr>
                <p14:cNvContentPartPr/>
                <p14:nvPr/>
              </p14:nvContentPartPr>
              <p14:xfrm>
                <a:off x="5897623" y="6192000"/>
                <a:ext cx="17640" cy="23760"/>
              </p14:xfrm>
            </p:contentPart>
          </mc:Choice>
          <mc:Fallback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771A9B15-61FE-2281-8781-A569A1788D65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5879983" y="6174000"/>
                  <a:ext cx="53280" cy="59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9" name="Group 398">
            <a:extLst>
              <a:ext uri="{FF2B5EF4-FFF2-40B4-BE49-F238E27FC236}">
                <a16:creationId xmlns:a16="http://schemas.microsoft.com/office/drawing/2014/main" id="{D9E2C068-1172-06B0-F797-9BD06A812707}"/>
              </a:ext>
            </a:extLst>
          </p:cNvPr>
          <p:cNvGrpSpPr/>
          <p:nvPr/>
        </p:nvGrpSpPr>
        <p:grpSpPr>
          <a:xfrm>
            <a:off x="9370543" y="3182760"/>
            <a:ext cx="737640" cy="810720"/>
            <a:chOff x="9370543" y="3182760"/>
            <a:chExt cx="737640" cy="810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54">
              <p14:nvContentPartPr>
                <p14:cNvPr id="335" name="Ink 334">
                  <a:extLst>
                    <a:ext uri="{FF2B5EF4-FFF2-40B4-BE49-F238E27FC236}">
                      <a16:creationId xmlns:a16="http://schemas.microsoft.com/office/drawing/2014/main" id="{D482BB4E-A8FF-6344-6F7D-7E934A1979EC}"/>
                    </a:ext>
                  </a:extLst>
                </p14:cNvPr>
                <p14:cNvContentPartPr/>
                <p14:nvPr/>
              </p14:nvContentPartPr>
              <p14:xfrm>
                <a:off x="9597343" y="3182760"/>
                <a:ext cx="65880" cy="313200"/>
              </p14:xfrm>
            </p:contentPart>
          </mc:Choice>
          <mc:Fallback>
            <p:pic>
              <p:nvPicPr>
                <p:cNvPr id="335" name="Ink 334">
                  <a:extLst>
                    <a:ext uri="{FF2B5EF4-FFF2-40B4-BE49-F238E27FC236}">
                      <a16:creationId xmlns:a16="http://schemas.microsoft.com/office/drawing/2014/main" id="{D482BB4E-A8FF-6344-6F7D-7E934A1979EC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9579703" y="3164760"/>
                  <a:ext cx="10152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6">
              <p14:nvContentPartPr>
                <p14:cNvPr id="394" name="Ink 393">
                  <a:extLst>
                    <a:ext uri="{FF2B5EF4-FFF2-40B4-BE49-F238E27FC236}">
                      <a16:creationId xmlns:a16="http://schemas.microsoft.com/office/drawing/2014/main" id="{F4DCE010-342E-359B-3D82-5B4AAA78B949}"/>
                    </a:ext>
                  </a:extLst>
                </p14:cNvPr>
                <p14:cNvContentPartPr/>
                <p14:nvPr/>
              </p14:nvContentPartPr>
              <p14:xfrm>
                <a:off x="9370543" y="3490920"/>
                <a:ext cx="737640" cy="119520"/>
              </p14:xfrm>
            </p:contentPart>
          </mc:Choice>
          <mc:Fallback>
            <p:pic>
              <p:nvPicPr>
                <p:cNvPr id="394" name="Ink 393">
                  <a:extLst>
                    <a:ext uri="{FF2B5EF4-FFF2-40B4-BE49-F238E27FC236}">
                      <a16:creationId xmlns:a16="http://schemas.microsoft.com/office/drawing/2014/main" id="{F4DCE010-342E-359B-3D82-5B4AAA78B949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9352903" y="3472920"/>
                  <a:ext cx="77328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8">
              <p14:nvContentPartPr>
                <p14:cNvPr id="395" name="Ink 394">
                  <a:extLst>
                    <a:ext uri="{FF2B5EF4-FFF2-40B4-BE49-F238E27FC236}">
                      <a16:creationId xmlns:a16="http://schemas.microsoft.com/office/drawing/2014/main" id="{F207A3D6-6B21-6233-946F-E19A212CB0D5}"/>
                    </a:ext>
                  </a:extLst>
                </p14:cNvPr>
                <p14:cNvContentPartPr/>
                <p14:nvPr/>
              </p14:nvContentPartPr>
              <p14:xfrm>
                <a:off x="9640903" y="3726360"/>
                <a:ext cx="117360" cy="251640"/>
              </p14:xfrm>
            </p:contentPart>
          </mc:Choice>
          <mc:Fallback>
            <p:pic>
              <p:nvPicPr>
                <p:cNvPr id="395" name="Ink 394">
                  <a:extLst>
                    <a:ext uri="{FF2B5EF4-FFF2-40B4-BE49-F238E27FC236}">
                      <a16:creationId xmlns:a16="http://schemas.microsoft.com/office/drawing/2014/main" id="{F207A3D6-6B21-6233-946F-E19A212CB0D5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9622903" y="3708360"/>
                  <a:ext cx="153000" cy="28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0">
              <p14:nvContentPartPr>
                <p14:cNvPr id="396" name="Ink 395">
                  <a:extLst>
                    <a:ext uri="{FF2B5EF4-FFF2-40B4-BE49-F238E27FC236}">
                      <a16:creationId xmlns:a16="http://schemas.microsoft.com/office/drawing/2014/main" id="{92907328-9575-57B7-111B-20775DCF6E9D}"/>
                    </a:ext>
                  </a:extLst>
                </p14:cNvPr>
                <p14:cNvContentPartPr/>
                <p14:nvPr/>
              </p14:nvContentPartPr>
              <p14:xfrm>
                <a:off x="9636223" y="3691440"/>
                <a:ext cx="233640" cy="144000"/>
              </p14:xfrm>
            </p:contentPart>
          </mc:Choice>
          <mc:Fallback>
            <p:pic>
              <p:nvPicPr>
                <p:cNvPr id="396" name="Ink 395">
                  <a:extLst>
                    <a:ext uri="{FF2B5EF4-FFF2-40B4-BE49-F238E27FC236}">
                      <a16:creationId xmlns:a16="http://schemas.microsoft.com/office/drawing/2014/main" id="{92907328-9575-57B7-111B-20775DCF6E9D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9618583" y="3673440"/>
                  <a:ext cx="26928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2">
              <p14:nvContentPartPr>
                <p14:cNvPr id="397" name="Ink 396">
                  <a:extLst>
                    <a:ext uri="{FF2B5EF4-FFF2-40B4-BE49-F238E27FC236}">
                      <a16:creationId xmlns:a16="http://schemas.microsoft.com/office/drawing/2014/main" id="{41007630-8041-C145-C344-B2554B6F8200}"/>
                    </a:ext>
                  </a:extLst>
                </p14:cNvPr>
                <p14:cNvContentPartPr/>
                <p14:nvPr/>
              </p14:nvContentPartPr>
              <p14:xfrm>
                <a:off x="10005943" y="3754080"/>
                <a:ext cx="56160" cy="239400"/>
              </p14:xfrm>
            </p:contentPart>
          </mc:Choice>
          <mc:Fallback>
            <p:pic>
              <p:nvPicPr>
                <p:cNvPr id="397" name="Ink 396">
                  <a:extLst>
                    <a:ext uri="{FF2B5EF4-FFF2-40B4-BE49-F238E27FC236}">
                      <a16:creationId xmlns:a16="http://schemas.microsoft.com/office/drawing/2014/main" id="{41007630-8041-C145-C344-B2554B6F8200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9988303" y="3736080"/>
                  <a:ext cx="91800" cy="2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4">
              <p14:nvContentPartPr>
                <p14:cNvPr id="398" name="Ink 397">
                  <a:extLst>
                    <a:ext uri="{FF2B5EF4-FFF2-40B4-BE49-F238E27FC236}">
                      <a16:creationId xmlns:a16="http://schemas.microsoft.com/office/drawing/2014/main" id="{E3C310FC-8497-9302-D326-938EC1E7BE34}"/>
                    </a:ext>
                  </a:extLst>
                </p14:cNvPr>
                <p14:cNvContentPartPr/>
                <p14:nvPr/>
              </p14:nvContentPartPr>
              <p14:xfrm>
                <a:off x="9965983" y="3880800"/>
                <a:ext cx="81360" cy="93240"/>
              </p14:xfrm>
            </p:contentPart>
          </mc:Choice>
          <mc:Fallback>
            <p:pic>
              <p:nvPicPr>
                <p:cNvPr id="398" name="Ink 397">
                  <a:extLst>
                    <a:ext uri="{FF2B5EF4-FFF2-40B4-BE49-F238E27FC236}">
                      <a16:creationId xmlns:a16="http://schemas.microsoft.com/office/drawing/2014/main" id="{E3C310FC-8497-9302-D326-938EC1E7BE34}"/>
                    </a:ext>
                  </a:extLst>
                </p:cNvPr>
                <p:cNvPicPr/>
                <p:nvPr/>
              </p:nvPicPr>
              <p:blipFill>
                <a:blip r:embed="rId465"/>
                <a:stretch>
                  <a:fillRect/>
                </a:stretch>
              </p:blipFill>
              <p:spPr>
                <a:xfrm>
                  <a:off x="9948343" y="3863160"/>
                  <a:ext cx="117000" cy="12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9" name="Group 408">
            <a:extLst>
              <a:ext uri="{FF2B5EF4-FFF2-40B4-BE49-F238E27FC236}">
                <a16:creationId xmlns:a16="http://schemas.microsoft.com/office/drawing/2014/main" id="{A1F7668A-0E15-8AE2-B32C-954EBE1FFF51}"/>
              </a:ext>
            </a:extLst>
          </p:cNvPr>
          <p:cNvGrpSpPr/>
          <p:nvPr/>
        </p:nvGrpSpPr>
        <p:grpSpPr>
          <a:xfrm>
            <a:off x="10275223" y="3022920"/>
            <a:ext cx="1130400" cy="794880"/>
            <a:chOff x="10275223" y="3022920"/>
            <a:chExt cx="1130400" cy="794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66">
              <p14:nvContentPartPr>
                <p14:cNvPr id="400" name="Ink 399">
                  <a:extLst>
                    <a:ext uri="{FF2B5EF4-FFF2-40B4-BE49-F238E27FC236}">
                      <a16:creationId xmlns:a16="http://schemas.microsoft.com/office/drawing/2014/main" id="{92CB9B5B-E748-2F54-AE01-4C7F3466C921}"/>
                    </a:ext>
                  </a:extLst>
                </p14:cNvPr>
                <p14:cNvContentPartPr/>
                <p14:nvPr/>
              </p14:nvContentPartPr>
              <p14:xfrm>
                <a:off x="10275223" y="3426840"/>
                <a:ext cx="201240" cy="35280"/>
              </p14:xfrm>
            </p:contentPart>
          </mc:Choice>
          <mc:Fallback>
            <p:pic>
              <p:nvPicPr>
                <p:cNvPr id="400" name="Ink 399">
                  <a:extLst>
                    <a:ext uri="{FF2B5EF4-FFF2-40B4-BE49-F238E27FC236}">
                      <a16:creationId xmlns:a16="http://schemas.microsoft.com/office/drawing/2014/main" id="{92CB9B5B-E748-2F54-AE01-4C7F3466C921}"/>
                    </a:ext>
                  </a:extLst>
                </p:cNvPr>
                <p:cNvPicPr/>
                <p:nvPr/>
              </p:nvPicPr>
              <p:blipFill>
                <a:blip r:embed="rId467"/>
                <a:stretch>
                  <a:fillRect/>
                </a:stretch>
              </p:blipFill>
              <p:spPr>
                <a:xfrm>
                  <a:off x="10257223" y="3408840"/>
                  <a:ext cx="23688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8">
              <p14:nvContentPartPr>
                <p14:cNvPr id="401" name="Ink 400">
                  <a:extLst>
                    <a:ext uri="{FF2B5EF4-FFF2-40B4-BE49-F238E27FC236}">
                      <a16:creationId xmlns:a16="http://schemas.microsoft.com/office/drawing/2014/main" id="{5F7BEBC7-4363-A0EA-7C71-0228123E9E23}"/>
                    </a:ext>
                  </a:extLst>
                </p14:cNvPr>
                <p14:cNvContentPartPr/>
                <p14:nvPr/>
              </p14:nvContentPartPr>
              <p14:xfrm>
                <a:off x="10402663" y="3389760"/>
                <a:ext cx="39600" cy="114120"/>
              </p14:xfrm>
            </p:contentPart>
          </mc:Choice>
          <mc:Fallback>
            <p:pic>
              <p:nvPicPr>
                <p:cNvPr id="401" name="Ink 400">
                  <a:extLst>
                    <a:ext uri="{FF2B5EF4-FFF2-40B4-BE49-F238E27FC236}">
                      <a16:creationId xmlns:a16="http://schemas.microsoft.com/office/drawing/2014/main" id="{5F7BEBC7-4363-A0EA-7C71-0228123E9E23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10384663" y="3371760"/>
                  <a:ext cx="7524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0">
              <p14:nvContentPartPr>
                <p14:cNvPr id="402" name="Ink 401">
                  <a:extLst>
                    <a:ext uri="{FF2B5EF4-FFF2-40B4-BE49-F238E27FC236}">
                      <a16:creationId xmlns:a16="http://schemas.microsoft.com/office/drawing/2014/main" id="{1E4E2218-FB91-9BBF-46AD-4A6C056702BD}"/>
                    </a:ext>
                  </a:extLst>
                </p14:cNvPr>
                <p14:cNvContentPartPr/>
                <p14:nvPr/>
              </p14:nvContentPartPr>
              <p14:xfrm>
                <a:off x="10686703" y="3022920"/>
                <a:ext cx="39240" cy="288360"/>
              </p14:xfrm>
            </p:contentPart>
          </mc:Choice>
          <mc:Fallback>
            <p:pic>
              <p:nvPicPr>
                <p:cNvPr id="402" name="Ink 401">
                  <a:extLst>
                    <a:ext uri="{FF2B5EF4-FFF2-40B4-BE49-F238E27FC236}">
                      <a16:creationId xmlns:a16="http://schemas.microsoft.com/office/drawing/2014/main" id="{1E4E2218-FB91-9BBF-46AD-4A6C056702BD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10669063" y="3005280"/>
                  <a:ext cx="74880" cy="32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2">
              <p14:nvContentPartPr>
                <p14:cNvPr id="403" name="Ink 402">
                  <a:extLst>
                    <a:ext uri="{FF2B5EF4-FFF2-40B4-BE49-F238E27FC236}">
                      <a16:creationId xmlns:a16="http://schemas.microsoft.com/office/drawing/2014/main" id="{6FE9F304-796E-E8A1-30BC-B026BDD37EBB}"/>
                    </a:ext>
                  </a:extLst>
                </p14:cNvPr>
                <p14:cNvContentPartPr/>
                <p14:nvPr/>
              </p14:nvContentPartPr>
              <p14:xfrm>
                <a:off x="10595263" y="3338640"/>
                <a:ext cx="403200" cy="110880"/>
              </p14:xfrm>
            </p:contentPart>
          </mc:Choice>
          <mc:Fallback>
            <p:pic>
              <p:nvPicPr>
                <p:cNvPr id="403" name="Ink 402">
                  <a:extLst>
                    <a:ext uri="{FF2B5EF4-FFF2-40B4-BE49-F238E27FC236}">
                      <a16:creationId xmlns:a16="http://schemas.microsoft.com/office/drawing/2014/main" id="{6FE9F304-796E-E8A1-30BC-B026BDD37EBB}"/>
                    </a:ext>
                  </a:extLst>
                </p:cNvPr>
                <p:cNvPicPr/>
                <p:nvPr/>
              </p:nvPicPr>
              <p:blipFill>
                <a:blip r:embed="rId473"/>
                <a:stretch>
                  <a:fillRect/>
                </a:stretch>
              </p:blipFill>
              <p:spPr>
                <a:xfrm>
                  <a:off x="10577623" y="3320640"/>
                  <a:ext cx="43884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4">
              <p14:nvContentPartPr>
                <p14:cNvPr id="404" name="Ink 403">
                  <a:extLst>
                    <a:ext uri="{FF2B5EF4-FFF2-40B4-BE49-F238E27FC236}">
                      <a16:creationId xmlns:a16="http://schemas.microsoft.com/office/drawing/2014/main" id="{68BE9B52-5F96-6EA9-7F3F-21E8EF72A3CA}"/>
                    </a:ext>
                  </a:extLst>
                </p14:cNvPr>
                <p14:cNvContentPartPr/>
                <p14:nvPr/>
              </p14:nvContentPartPr>
              <p14:xfrm>
                <a:off x="10715503" y="3589560"/>
                <a:ext cx="75600" cy="228240"/>
              </p14:xfrm>
            </p:contentPart>
          </mc:Choice>
          <mc:Fallback>
            <p:pic>
              <p:nvPicPr>
                <p:cNvPr id="404" name="Ink 403">
                  <a:extLst>
                    <a:ext uri="{FF2B5EF4-FFF2-40B4-BE49-F238E27FC236}">
                      <a16:creationId xmlns:a16="http://schemas.microsoft.com/office/drawing/2014/main" id="{68BE9B52-5F96-6EA9-7F3F-21E8EF72A3CA}"/>
                    </a:ext>
                  </a:extLst>
                </p:cNvPr>
                <p:cNvPicPr/>
                <p:nvPr/>
              </p:nvPicPr>
              <p:blipFill>
                <a:blip r:embed="rId475"/>
                <a:stretch>
                  <a:fillRect/>
                </a:stretch>
              </p:blipFill>
              <p:spPr>
                <a:xfrm>
                  <a:off x="10697863" y="3571560"/>
                  <a:ext cx="111240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6">
              <p14:nvContentPartPr>
                <p14:cNvPr id="405" name="Ink 404">
                  <a:extLst>
                    <a:ext uri="{FF2B5EF4-FFF2-40B4-BE49-F238E27FC236}">
                      <a16:creationId xmlns:a16="http://schemas.microsoft.com/office/drawing/2014/main" id="{A74FC90C-F7AD-270E-7B18-C92F831EAEF3}"/>
                    </a:ext>
                  </a:extLst>
                </p14:cNvPr>
                <p14:cNvContentPartPr/>
                <p14:nvPr/>
              </p14:nvContentPartPr>
              <p14:xfrm>
                <a:off x="10727383" y="3562200"/>
                <a:ext cx="160920" cy="154800"/>
              </p14:xfrm>
            </p:contentPart>
          </mc:Choice>
          <mc:Fallback>
            <p:pic>
              <p:nvPicPr>
                <p:cNvPr id="405" name="Ink 404">
                  <a:extLst>
                    <a:ext uri="{FF2B5EF4-FFF2-40B4-BE49-F238E27FC236}">
                      <a16:creationId xmlns:a16="http://schemas.microsoft.com/office/drawing/2014/main" id="{A74FC90C-F7AD-270E-7B18-C92F831EAEF3}"/>
                    </a:ext>
                  </a:extLst>
                </p:cNvPr>
                <p:cNvPicPr/>
                <p:nvPr/>
              </p:nvPicPr>
              <p:blipFill>
                <a:blip r:embed="rId477"/>
                <a:stretch>
                  <a:fillRect/>
                </a:stretch>
              </p:blipFill>
              <p:spPr>
                <a:xfrm>
                  <a:off x="10709743" y="3544560"/>
                  <a:ext cx="19656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8">
              <p14:nvContentPartPr>
                <p14:cNvPr id="406" name="Ink 405">
                  <a:extLst>
                    <a:ext uri="{FF2B5EF4-FFF2-40B4-BE49-F238E27FC236}">
                      <a16:creationId xmlns:a16="http://schemas.microsoft.com/office/drawing/2014/main" id="{8C4E8E41-C42B-7051-2751-D7A88428706D}"/>
                    </a:ext>
                  </a:extLst>
                </p14:cNvPr>
                <p14:cNvContentPartPr/>
                <p14:nvPr/>
              </p14:nvContentPartPr>
              <p14:xfrm>
                <a:off x="11041663" y="3655800"/>
                <a:ext cx="18720" cy="159480"/>
              </p14:xfrm>
            </p:contentPart>
          </mc:Choice>
          <mc:Fallback>
            <p:pic>
              <p:nvPicPr>
                <p:cNvPr id="406" name="Ink 405">
                  <a:extLst>
                    <a:ext uri="{FF2B5EF4-FFF2-40B4-BE49-F238E27FC236}">
                      <a16:creationId xmlns:a16="http://schemas.microsoft.com/office/drawing/2014/main" id="{8C4E8E41-C42B-7051-2751-D7A88428706D}"/>
                    </a:ext>
                  </a:extLst>
                </p:cNvPr>
                <p:cNvPicPr/>
                <p:nvPr/>
              </p:nvPicPr>
              <p:blipFill>
                <a:blip r:embed="rId479"/>
                <a:stretch>
                  <a:fillRect/>
                </a:stretch>
              </p:blipFill>
              <p:spPr>
                <a:xfrm>
                  <a:off x="11023663" y="3637800"/>
                  <a:ext cx="5436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0">
              <p14:nvContentPartPr>
                <p14:cNvPr id="407" name="Ink 406">
                  <a:extLst>
                    <a:ext uri="{FF2B5EF4-FFF2-40B4-BE49-F238E27FC236}">
                      <a16:creationId xmlns:a16="http://schemas.microsoft.com/office/drawing/2014/main" id="{32DCF386-FC3C-1906-C1D7-CD352F68EBB0}"/>
                    </a:ext>
                  </a:extLst>
                </p14:cNvPr>
                <p14:cNvContentPartPr/>
                <p14:nvPr/>
              </p14:nvContentPartPr>
              <p14:xfrm>
                <a:off x="11027983" y="3541320"/>
                <a:ext cx="14760" cy="39960"/>
              </p14:xfrm>
            </p:contentPart>
          </mc:Choice>
          <mc:Fallback>
            <p:pic>
              <p:nvPicPr>
                <p:cNvPr id="407" name="Ink 406">
                  <a:extLst>
                    <a:ext uri="{FF2B5EF4-FFF2-40B4-BE49-F238E27FC236}">
                      <a16:creationId xmlns:a16="http://schemas.microsoft.com/office/drawing/2014/main" id="{32DCF386-FC3C-1906-C1D7-CD352F68EBB0}"/>
                    </a:ext>
                  </a:extLst>
                </p:cNvPr>
                <p:cNvPicPr/>
                <p:nvPr/>
              </p:nvPicPr>
              <p:blipFill>
                <a:blip r:embed="rId481"/>
                <a:stretch>
                  <a:fillRect/>
                </a:stretch>
              </p:blipFill>
              <p:spPr>
                <a:xfrm>
                  <a:off x="11010343" y="3523320"/>
                  <a:ext cx="5040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2">
              <p14:nvContentPartPr>
                <p14:cNvPr id="408" name="Ink 407">
                  <a:extLst>
                    <a:ext uri="{FF2B5EF4-FFF2-40B4-BE49-F238E27FC236}">
                      <a16:creationId xmlns:a16="http://schemas.microsoft.com/office/drawing/2014/main" id="{52C85822-574A-0FF8-B406-2D7B16E8CBD7}"/>
                    </a:ext>
                  </a:extLst>
                </p14:cNvPr>
                <p14:cNvContentPartPr/>
                <p14:nvPr/>
              </p14:nvContentPartPr>
              <p14:xfrm>
                <a:off x="11187823" y="3083760"/>
                <a:ext cx="217800" cy="712440"/>
              </p14:xfrm>
            </p:contentPart>
          </mc:Choice>
          <mc:Fallback>
            <p:pic>
              <p:nvPicPr>
                <p:cNvPr id="408" name="Ink 407">
                  <a:extLst>
                    <a:ext uri="{FF2B5EF4-FFF2-40B4-BE49-F238E27FC236}">
                      <a16:creationId xmlns:a16="http://schemas.microsoft.com/office/drawing/2014/main" id="{52C85822-574A-0FF8-B406-2D7B16E8CBD7}"/>
                    </a:ext>
                  </a:extLst>
                </p:cNvPr>
                <p:cNvPicPr/>
                <p:nvPr/>
              </p:nvPicPr>
              <p:blipFill>
                <a:blip r:embed="rId483"/>
                <a:stretch>
                  <a:fillRect/>
                </a:stretch>
              </p:blipFill>
              <p:spPr>
                <a:xfrm>
                  <a:off x="11169823" y="3066120"/>
                  <a:ext cx="253440" cy="748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1" name="Group 430">
            <a:extLst>
              <a:ext uri="{FF2B5EF4-FFF2-40B4-BE49-F238E27FC236}">
                <a16:creationId xmlns:a16="http://schemas.microsoft.com/office/drawing/2014/main" id="{826A5BBA-4A7C-0E73-A474-E71164DDB86E}"/>
              </a:ext>
            </a:extLst>
          </p:cNvPr>
          <p:cNvGrpSpPr/>
          <p:nvPr/>
        </p:nvGrpSpPr>
        <p:grpSpPr>
          <a:xfrm>
            <a:off x="8347783" y="4874760"/>
            <a:ext cx="93960" cy="96120"/>
            <a:chOff x="8347783" y="4874760"/>
            <a:chExt cx="93960" cy="96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84">
              <p14:nvContentPartPr>
                <p14:cNvPr id="410" name="Ink 409">
                  <a:extLst>
                    <a:ext uri="{FF2B5EF4-FFF2-40B4-BE49-F238E27FC236}">
                      <a16:creationId xmlns:a16="http://schemas.microsoft.com/office/drawing/2014/main" id="{27AA7BA8-B5CA-9B93-09B3-2100C50DD3F6}"/>
                    </a:ext>
                  </a:extLst>
                </p14:cNvPr>
                <p14:cNvContentPartPr/>
                <p14:nvPr/>
              </p14:nvContentPartPr>
              <p14:xfrm>
                <a:off x="8347783" y="4874760"/>
                <a:ext cx="64440" cy="18720"/>
              </p14:xfrm>
            </p:contentPart>
          </mc:Choice>
          <mc:Fallback>
            <p:pic>
              <p:nvPicPr>
                <p:cNvPr id="410" name="Ink 409">
                  <a:extLst>
                    <a:ext uri="{FF2B5EF4-FFF2-40B4-BE49-F238E27FC236}">
                      <a16:creationId xmlns:a16="http://schemas.microsoft.com/office/drawing/2014/main" id="{27AA7BA8-B5CA-9B93-09B3-2100C50DD3F6}"/>
                    </a:ext>
                  </a:extLst>
                </p:cNvPr>
                <p:cNvPicPr/>
                <p:nvPr/>
              </p:nvPicPr>
              <p:blipFill>
                <a:blip r:embed="rId485"/>
                <a:stretch>
                  <a:fillRect/>
                </a:stretch>
              </p:blipFill>
              <p:spPr>
                <a:xfrm>
                  <a:off x="8330143" y="4856760"/>
                  <a:ext cx="10008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6">
              <p14:nvContentPartPr>
                <p14:cNvPr id="411" name="Ink 410">
                  <a:extLst>
                    <a:ext uri="{FF2B5EF4-FFF2-40B4-BE49-F238E27FC236}">
                      <a16:creationId xmlns:a16="http://schemas.microsoft.com/office/drawing/2014/main" id="{35EEB2DE-123B-6B02-14DB-3BADF0FD765F}"/>
                    </a:ext>
                  </a:extLst>
                </p14:cNvPr>
                <p14:cNvContentPartPr/>
                <p14:nvPr/>
              </p14:nvContentPartPr>
              <p14:xfrm>
                <a:off x="8385583" y="4960800"/>
                <a:ext cx="56160" cy="10080"/>
              </p14:xfrm>
            </p:contentPart>
          </mc:Choice>
          <mc:Fallback>
            <p:pic>
              <p:nvPicPr>
                <p:cNvPr id="411" name="Ink 410">
                  <a:extLst>
                    <a:ext uri="{FF2B5EF4-FFF2-40B4-BE49-F238E27FC236}">
                      <a16:creationId xmlns:a16="http://schemas.microsoft.com/office/drawing/2014/main" id="{35EEB2DE-123B-6B02-14DB-3BADF0FD765F}"/>
                    </a:ext>
                  </a:extLst>
                </p:cNvPr>
                <p:cNvPicPr/>
                <p:nvPr/>
              </p:nvPicPr>
              <p:blipFill>
                <a:blip r:embed="rId487"/>
                <a:stretch>
                  <a:fillRect/>
                </a:stretch>
              </p:blipFill>
              <p:spPr>
                <a:xfrm>
                  <a:off x="8367943" y="4943160"/>
                  <a:ext cx="91800" cy="45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0" name="Group 429">
            <a:extLst>
              <a:ext uri="{FF2B5EF4-FFF2-40B4-BE49-F238E27FC236}">
                <a16:creationId xmlns:a16="http://schemas.microsoft.com/office/drawing/2014/main" id="{28EF1500-B661-099E-ECA8-4562535611D1}"/>
              </a:ext>
            </a:extLst>
          </p:cNvPr>
          <p:cNvGrpSpPr/>
          <p:nvPr/>
        </p:nvGrpSpPr>
        <p:grpSpPr>
          <a:xfrm>
            <a:off x="8654863" y="4557960"/>
            <a:ext cx="639360" cy="276840"/>
            <a:chOff x="8654863" y="4557960"/>
            <a:chExt cx="639360" cy="276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88">
              <p14:nvContentPartPr>
                <p14:cNvPr id="412" name="Ink 411">
                  <a:extLst>
                    <a:ext uri="{FF2B5EF4-FFF2-40B4-BE49-F238E27FC236}">
                      <a16:creationId xmlns:a16="http://schemas.microsoft.com/office/drawing/2014/main" id="{6FF5BDCA-1884-4B67-C94A-EE5CE7A27683}"/>
                    </a:ext>
                  </a:extLst>
                </p14:cNvPr>
                <p14:cNvContentPartPr/>
                <p14:nvPr/>
              </p14:nvContentPartPr>
              <p14:xfrm>
                <a:off x="8654863" y="4602240"/>
                <a:ext cx="202320" cy="232560"/>
              </p14:xfrm>
            </p:contentPart>
          </mc:Choice>
          <mc:Fallback>
            <p:pic>
              <p:nvPicPr>
                <p:cNvPr id="412" name="Ink 411">
                  <a:extLst>
                    <a:ext uri="{FF2B5EF4-FFF2-40B4-BE49-F238E27FC236}">
                      <a16:creationId xmlns:a16="http://schemas.microsoft.com/office/drawing/2014/main" id="{6FF5BDCA-1884-4B67-C94A-EE5CE7A27683}"/>
                    </a:ext>
                  </a:extLst>
                </p:cNvPr>
                <p:cNvPicPr/>
                <p:nvPr/>
              </p:nvPicPr>
              <p:blipFill>
                <a:blip r:embed="rId489"/>
                <a:stretch>
                  <a:fillRect/>
                </a:stretch>
              </p:blipFill>
              <p:spPr>
                <a:xfrm>
                  <a:off x="8637223" y="4584600"/>
                  <a:ext cx="23796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0">
              <p14:nvContentPartPr>
                <p14:cNvPr id="413" name="Ink 412">
                  <a:extLst>
                    <a:ext uri="{FF2B5EF4-FFF2-40B4-BE49-F238E27FC236}">
                      <a16:creationId xmlns:a16="http://schemas.microsoft.com/office/drawing/2014/main" id="{B443A417-3A75-4C1F-2265-D5E43B0738FA}"/>
                    </a:ext>
                  </a:extLst>
                </p14:cNvPr>
                <p14:cNvContentPartPr/>
                <p14:nvPr/>
              </p14:nvContentPartPr>
              <p14:xfrm>
                <a:off x="8995783" y="4692240"/>
                <a:ext cx="30600" cy="117360"/>
              </p14:xfrm>
            </p:contentPart>
          </mc:Choice>
          <mc:Fallback>
            <p:pic>
              <p:nvPicPr>
                <p:cNvPr id="413" name="Ink 412">
                  <a:extLst>
                    <a:ext uri="{FF2B5EF4-FFF2-40B4-BE49-F238E27FC236}">
                      <a16:creationId xmlns:a16="http://schemas.microsoft.com/office/drawing/2014/main" id="{B443A417-3A75-4C1F-2265-D5E43B0738FA}"/>
                    </a:ext>
                  </a:extLst>
                </p:cNvPr>
                <p:cNvPicPr/>
                <p:nvPr/>
              </p:nvPicPr>
              <p:blipFill>
                <a:blip r:embed="rId491"/>
                <a:stretch>
                  <a:fillRect/>
                </a:stretch>
              </p:blipFill>
              <p:spPr>
                <a:xfrm>
                  <a:off x="8977783" y="4674600"/>
                  <a:ext cx="6624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2">
              <p14:nvContentPartPr>
                <p14:cNvPr id="414" name="Ink 413">
                  <a:extLst>
                    <a:ext uri="{FF2B5EF4-FFF2-40B4-BE49-F238E27FC236}">
                      <a16:creationId xmlns:a16="http://schemas.microsoft.com/office/drawing/2014/main" id="{9EC96CDD-1CD6-8164-429E-4F237D535BE3}"/>
                    </a:ext>
                  </a:extLst>
                </p14:cNvPr>
                <p14:cNvContentPartPr/>
                <p14:nvPr/>
              </p14:nvContentPartPr>
              <p14:xfrm>
                <a:off x="9017383" y="4557960"/>
                <a:ext cx="12240" cy="20520"/>
              </p14:xfrm>
            </p:contentPart>
          </mc:Choice>
          <mc:Fallback>
            <p:pic>
              <p:nvPicPr>
                <p:cNvPr id="414" name="Ink 413">
                  <a:extLst>
                    <a:ext uri="{FF2B5EF4-FFF2-40B4-BE49-F238E27FC236}">
                      <a16:creationId xmlns:a16="http://schemas.microsoft.com/office/drawing/2014/main" id="{9EC96CDD-1CD6-8164-429E-4F237D535BE3}"/>
                    </a:ext>
                  </a:extLst>
                </p:cNvPr>
                <p:cNvPicPr/>
                <p:nvPr/>
              </p:nvPicPr>
              <p:blipFill>
                <a:blip r:embed="rId493"/>
                <a:stretch>
                  <a:fillRect/>
                </a:stretch>
              </p:blipFill>
              <p:spPr>
                <a:xfrm>
                  <a:off x="8999383" y="4540320"/>
                  <a:ext cx="4788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4">
              <p14:nvContentPartPr>
                <p14:cNvPr id="415" name="Ink 414">
                  <a:extLst>
                    <a:ext uri="{FF2B5EF4-FFF2-40B4-BE49-F238E27FC236}">
                      <a16:creationId xmlns:a16="http://schemas.microsoft.com/office/drawing/2014/main" id="{67AB2252-F3D8-35D9-EBF5-8B17F47BE8A5}"/>
                    </a:ext>
                  </a:extLst>
                </p14:cNvPr>
                <p14:cNvContentPartPr/>
                <p14:nvPr/>
              </p14:nvContentPartPr>
              <p14:xfrm>
                <a:off x="9140863" y="4652280"/>
                <a:ext cx="153360" cy="128160"/>
              </p14:xfrm>
            </p:contentPart>
          </mc:Choice>
          <mc:Fallback>
            <p:pic>
              <p:nvPicPr>
                <p:cNvPr id="415" name="Ink 414">
                  <a:extLst>
                    <a:ext uri="{FF2B5EF4-FFF2-40B4-BE49-F238E27FC236}">
                      <a16:creationId xmlns:a16="http://schemas.microsoft.com/office/drawing/2014/main" id="{67AB2252-F3D8-35D9-EBF5-8B17F47BE8A5}"/>
                    </a:ext>
                  </a:extLst>
                </p:cNvPr>
                <p:cNvPicPr/>
                <p:nvPr/>
              </p:nvPicPr>
              <p:blipFill>
                <a:blip r:embed="rId495"/>
                <a:stretch>
                  <a:fillRect/>
                </a:stretch>
              </p:blipFill>
              <p:spPr>
                <a:xfrm>
                  <a:off x="9122863" y="4634640"/>
                  <a:ext cx="189000" cy="163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9" name="Group 448">
            <a:extLst>
              <a:ext uri="{FF2B5EF4-FFF2-40B4-BE49-F238E27FC236}">
                <a16:creationId xmlns:a16="http://schemas.microsoft.com/office/drawing/2014/main" id="{419FC842-3D43-558B-0BBF-DC4A9809ED4C}"/>
              </a:ext>
            </a:extLst>
          </p:cNvPr>
          <p:cNvGrpSpPr/>
          <p:nvPr/>
        </p:nvGrpSpPr>
        <p:grpSpPr>
          <a:xfrm>
            <a:off x="6992023" y="5013000"/>
            <a:ext cx="1053720" cy="400320"/>
            <a:chOff x="6992023" y="5013000"/>
            <a:chExt cx="1053720" cy="400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96">
              <p14:nvContentPartPr>
                <p14:cNvPr id="444" name="Ink 443">
                  <a:extLst>
                    <a:ext uri="{FF2B5EF4-FFF2-40B4-BE49-F238E27FC236}">
                      <a16:creationId xmlns:a16="http://schemas.microsoft.com/office/drawing/2014/main" id="{5045D876-801E-CBFD-672A-32EE1221FF53}"/>
                    </a:ext>
                  </a:extLst>
                </p14:cNvPr>
                <p14:cNvContentPartPr/>
                <p14:nvPr/>
              </p14:nvContentPartPr>
              <p14:xfrm>
                <a:off x="6992023" y="5013000"/>
                <a:ext cx="313920" cy="380160"/>
              </p14:xfrm>
            </p:contentPart>
          </mc:Choice>
          <mc:Fallback>
            <p:pic>
              <p:nvPicPr>
                <p:cNvPr id="444" name="Ink 443">
                  <a:extLst>
                    <a:ext uri="{FF2B5EF4-FFF2-40B4-BE49-F238E27FC236}">
                      <a16:creationId xmlns:a16="http://schemas.microsoft.com/office/drawing/2014/main" id="{5045D876-801E-CBFD-672A-32EE1221FF53}"/>
                    </a:ext>
                  </a:extLst>
                </p:cNvPr>
                <p:cNvPicPr/>
                <p:nvPr/>
              </p:nvPicPr>
              <p:blipFill>
                <a:blip r:embed="rId497"/>
                <a:stretch>
                  <a:fillRect/>
                </a:stretch>
              </p:blipFill>
              <p:spPr>
                <a:xfrm>
                  <a:off x="6974383" y="4995360"/>
                  <a:ext cx="349560" cy="41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8">
              <p14:nvContentPartPr>
                <p14:cNvPr id="445" name="Ink 444">
                  <a:extLst>
                    <a:ext uri="{FF2B5EF4-FFF2-40B4-BE49-F238E27FC236}">
                      <a16:creationId xmlns:a16="http://schemas.microsoft.com/office/drawing/2014/main" id="{FD9E91DF-523B-E733-E5A0-47C21524DB88}"/>
                    </a:ext>
                  </a:extLst>
                </p14:cNvPr>
                <p14:cNvContentPartPr/>
                <p14:nvPr/>
              </p14:nvContentPartPr>
              <p14:xfrm>
                <a:off x="7482703" y="5250960"/>
                <a:ext cx="108360" cy="162360"/>
              </p14:xfrm>
            </p:contentPart>
          </mc:Choice>
          <mc:Fallback>
            <p:pic>
              <p:nvPicPr>
                <p:cNvPr id="445" name="Ink 444">
                  <a:extLst>
                    <a:ext uri="{FF2B5EF4-FFF2-40B4-BE49-F238E27FC236}">
                      <a16:creationId xmlns:a16="http://schemas.microsoft.com/office/drawing/2014/main" id="{FD9E91DF-523B-E733-E5A0-47C21524DB88}"/>
                    </a:ext>
                  </a:extLst>
                </p:cNvPr>
                <p:cNvPicPr/>
                <p:nvPr/>
              </p:nvPicPr>
              <p:blipFill>
                <a:blip r:embed="rId499"/>
                <a:stretch>
                  <a:fillRect/>
                </a:stretch>
              </p:blipFill>
              <p:spPr>
                <a:xfrm>
                  <a:off x="7465063" y="5233320"/>
                  <a:ext cx="14400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0">
              <p14:nvContentPartPr>
                <p14:cNvPr id="446" name="Ink 445">
                  <a:extLst>
                    <a:ext uri="{FF2B5EF4-FFF2-40B4-BE49-F238E27FC236}">
                      <a16:creationId xmlns:a16="http://schemas.microsoft.com/office/drawing/2014/main" id="{04CB049F-4D8D-9439-FE90-115A98371D3D}"/>
                    </a:ext>
                  </a:extLst>
                </p14:cNvPr>
                <p14:cNvContentPartPr/>
                <p14:nvPr/>
              </p14:nvContentPartPr>
              <p14:xfrm>
                <a:off x="7732903" y="5177520"/>
                <a:ext cx="174960" cy="123480"/>
              </p14:xfrm>
            </p:contentPart>
          </mc:Choice>
          <mc:Fallback>
            <p:pic>
              <p:nvPicPr>
                <p:cNvPr id="446" name="Ink 445">
                  <a:extLst>
                    <a:ext uri="{FF2B5EF4-FFF2-40B4-BE49-F238E27FC236}">
                      <a16:creationId xmlns:a16="http://schemas.microsoft.com/office/drawing/2014/main" id="{04CB049F-4D8D-9439-FE90-115A98371D3D}"/>
                    </a:ext>
                  </a:extLst>
                </p:cNvPr>
                <p:cNvPicPr/>
                <p:nvPr/>
              </p:nvPicPr>
              <p:blipFill>
                <a:blip r:embed="rId501"/>
                <a:stretch>
                  <a:fillRect/>
                </a:stretch>
              </p:blipFill>
              <p:spPr>
                <a:xfrm>
                  <a:off x="7714903" y="5159520"/>
                  <a:ext cx="21060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2">
              <p14:nvContentPartPr>
                <p14:cNvPr id="447" name="Ink 446">
                  <a:extLst>
                    <a:ext uri="{FF2B5EF4-FFF2-40B4-BE49-F238E27FC236}">
                      <a16:creationId xmlns:a16="http://schemas.microsoft.com/office/drawing/2014/main" id="{0A986252-F1D9-471F-13B6-C2E5F7FE9865}"/>
                    </a:ext>
                  </a:extLst>
                </p14:cNvPr>
                <p14:cNvContentPartPr/>
                <p14:nvPr/>
              </p14:nvContentPartPr>
              <p14:xfrm>
                <a:off x="7994983" y="5055840"/>
                <a:ext cx="50760" cy="144720"/>
              </p14:xfrm>
            </p:contentPart>
          </mc:Choice>
          <mc:Fallback>
            <p:pic>
              <p:nvPicPr>
                <p:cNvPr id="447" name="Ink 446">
                  <a:extLst>
                    <a:ext uri="{FF2B5EF4-FFF2-40B4-BE49-F238E27FC236}">
                      <a16:creationId xmlns:a16="http://schemas.microsoft.com/office/drawing/2014/main" id="{0A986252-F1D9-471F-13B6-C2E5F7FE9865}"/>
                    </a:ext>
                  </a:extLst>
                </p:cNvPr>
                <p:cNvPicPr/>
                <p:nvPr/>
              </p:nvPicPr>
              <p:blipFill>
                <a:blip r:embed="rId503"/>
                <a:stretch>
                  <a:fillRect/>
                </a:stretch>
              </p:blipFill>
              <p:spPr>
                <a:xfrm>
                  <a:off x="7976983" y="5037840"/>
                  <a:ext cx="8640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4">
              <p14:nvContentPartPr>
                <p14:cNvPr id="448" name="Ink 447">
                  <a:extLst>
                    <a:ext uri="{FF2B5EF4-FFF2-40B4-BE49-F238E27FC236}">
                      <a16:creationId xmlns:a16="http://schemas.microsoft.com/office/drawing/2014/main" id="{7CD44141-F6F3-1DC2-07BB-4D28D09B904B}"/>
                    </a:ext>
                  </a:extLst>
                </p14:cNvPr>
                <p14:cNvContentPartPr/>
                <p14:nvPr/>
              </p14:nvContentPartPr>
              <p14:xfrm>
                <a:off x="8013703" y="5185440"/>
                <a:ext cx="20520" cy="16920"/>
              </p14:xfrm>
            </p:contentPart>
          </mc:Choice>
          <mc:Fallback>
            <p:pic>
              <p:nvPicPr>
                <p:cNvPr id="448" name="Ink 447">
                  <a:extLst>
                    <a:ext uri="{FF2B5EF4-FFF2-40B4-BE49-F238E27FC236}">
                      <a16:creationId xmlns:a16="http://schemas.microsoft.com/office/drawing/2014/main" id="{7CD44141-F6F3-1DC2-07BB-4D28D09B904B}"/>
                    </a:ext>
                  </a:extLst>
                </p:cNvPr>
                <p:cNvPicPr/>
                <p:nvPr/>
              </p:nvPicPr>
              <p:blipFill>
                <a:blip r:embed="rId505"/>
                <a:stretch>
                  <a:fillRect/>
                </a:stretch>
              </p:blipFill>
              <p:spPr>
                <a:xfrm>
                  <a:off x="7996063" y="5167800"/>
                  <a:ext cx="56160" cy="52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8" name="Group 457">
            <a:extLst>
              <a:ext uri="{FF2B5EF4-FFF2-40B4-BE49-F238E27FC236}">
                <a16:creationId xmlns:a16="http://schemas.microsoft.com/office/drawing/2014/main" id="{166D7F36-4591-26B9-54EA-49C54E202C5E}"/>
              </a:ext>
            </a:extLst>
          </p:cNvPr>
          <p:cNvGrpSpPr/>
          <p:nvPr/>
        </p:nvGrpSpPr>
        <p:grpSpPr>
          <a:xfrm>
            <a:off x="9683023" y="4133520"/>
            <a:ext cx="2431080" cy="1349280"/>
            <a:chOff x="9683023" y="4133520"/>
            <a:chExt cx="2431080" cy="1349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06">
              <p14:nvContentPartPr>
                <p14:cNvPr id="416" name="Ink 415">
                  <a:extLst>
                    <a:ext uri="{FF2B5EF4-FFF2-40B4-BE49-F238E27FC236}">
                      <a16:creationId xmlns:a16="http://schemas.microsoft.com/office/drawing/2014/main" id="{80875AC3-311B-24B7-D1C9-33E3D594418C}"/>
                    </a:ext>
                  </a:extLst>
                </p14:cNvPr>
                <p14:cNvContentPartPr/>
                <p14:nvPr/>
              </p14:nvContentPartPr>
              <p14:xfrm>
                <a:off x="9683023" y="4622040"/>
                <a:ext cx="1531440" cy="136080"/>
              </p14:xfrm>
            </p:contentPart>
          </mc:Choice>
          <mc:Fallback>
            <p:pic>
              <p:nvPicPr>
                <p:cNvPr id="416" name="Ink 415">
                  <a:extLst>
                    <a:ext uri="{FF2B5EF4-FFF2-40B4-BE49-F238E27FC236}">
                      <a16:creationId xmlns:a16="http://schemas.microsoft.com/office/drawing/2014/main" id="{80875AC3-311B-24B7-D1C9-33E3D594418C}"/>
                    </a:ext>
                  </a:extLst>
                </p:cNvPr>
                <p:cNvPicPr/>
                <p:nvPr/>
              </p:nvPicPr>
              <p:blipFill>
                <a:blip r:embed="rId507"/>
                <a:stretch>
                  <a:fillRect/>
                </a:stretch>
              </p:blipFill>
              <p:spPr>
                <a:xfrm>
                  <a:off x="9665383" y="4604400"/>
                  <a:ext cx="156708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8">
              <p14:nvContentPartPr>
                <p14:cNvPr id="417" name="Ink 416">
                  <a:extLst>
                    <a:ext uri="{FF2B5EF4-FFF2-40B4-BE49-F238E27FC236}">
                      <a16:creationId xmlns:a16="http://schemas.microsoft.com/office/drawing/2014/main" id="{AA9F86CF-2A13-E5C7-42A4-B96C40E80C53}"/>
                    </a:ext>
                  </a:extLst>
                </p14:cNvPr>
                <p14:cNvContentPartPr/>
                <p14:nvPr/>
              </p14:nvContentPartPr>
              <p14:xfrm>
                <a:off x="9959503" y="5008320"/>
                <a:ext cx="47880" cy="230400"/>
              </p14:xfrm>
            </p:contentPart>
          </mc:Choice>
          <mc:Fallback>
            <p:pic>
              <p:nvPicPr>
                <p:cNvPr id="417" name="Ink 416">
                  <a:extLst>
                    <a:ext uri="{FF2B5EF4-FFF2-40B4-BE49-F238E27FC236}">
                      <a16:creationId xmlns:a16="http://schemas.microsoft.com/office/drawing/2014/main" id="{AA9F86CF-2A13-E5C7-42A4-B96C40E80C53}"/>
                    </a:ext>
                  </a:extLst>
                </p:cNvPr>
                <p:cNvPicPr/>
                <p:nvPr/>
              </p:nvPicPr>
              <p:blipFill>
                <a:blip r:embed="rId509"/>
                <a:stretch>
                  <a:fillRect/>
                </a:stretch>
              </p:blipFill>
              <p:spPr>
                <a:xfrm>
                  <a:off x="9941503" y="4990680"/>
                  <a:ext cx="8352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0">
              <p14:nvContentPartPr>
                <p14:cNvPr id="418" name="Ink 417">
                  <a:extLst>
                    <a:ext uri="{FF2B5EF4-FFF2-40B4-BE49-F238E27FC236}">
                      <a16:creationId xmlns:a16="http://schemas.microsoft.com/office/drawing/2014/main" id="{2F995415-9813-728D-5489-BDE99C80957D}"/>
                    </a:ext>
                  </a:extLst>
                </p14:cNvPr>
                <p14:cNvContentPartPr/>
                <p14:nvPr/>
              </p14:nvContentPartPr>
              <p14:xfrm>
                <a:off x="10006663" y="4938840"/>
                <a:ext cx="180720" cy="214200"/>
              </p14:xfrm>
            </p:contentPart>
          </mc:Choice>
          <mc:Fallback>
            <p:pic>
              <p:nvPicPr>
                <p:cNvPr id="418" name="Ink 417">
                  <a:extLst>
                    <a:ext uri="{FF2B5EF4-FFF2-40B4-BE49-F238E27FC236}">
                      <a16:creationId xmlns:a16="http://schemas.microsoft.com/office/drawing/2014/main" id="{2F995415-9813-728D-5489-BDE99C80957D}"/>
                    </a:ext>
                  </a:extLst>
                </p:cNvPr>
                <p:cNvPicPr/>
                <p:nvPr/>
              </p:nvPicPr>
              <p:blipFill>
                <a:blip r:embed="rId511"/>
                <a:stretch>
                  <a:fillRect/>
                </a:stretch>
              </p:blipFill>
              <p:spPr>
                <a:xfrm>
                  <a:off x="9988663" y="4920840"/>
                  <a:ext cx="21636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2">
              <p14:nvContentPartPr>
                <p14:cNvPr id="419" name="Ink 418">
                  <a:extLst>
                    <a:ext uri="{FF2B5EF4-FFF2-40B4-BE49-F238E27FC236}">
                      <a16:creationId xmlns:a16="http://schemas.microsoft.com/office/drawing/2014/main" id="{16F0711B-77E6-6AFA-83C2-8F48EB72EC3C}"/>
                    </a:ext>
                  </a:extLst>
                </p14:cNvPr>
                <p14:cNvContentPartPr/>
                <p14:nvPr/>
              </p14:nvContentPartPr>
              <p14:xfrm>
                <a:off x="10297903" y="5097600"/>
                <a:ext cx="12240" cy="20520"/>
              </p14:xfrm>
            </p:contentPart>
          </mc:Choice>
          <mc:Fallback>
            <p:pic>
              <p:nvPicPr>
                <p:cNvPr id="419" name="Ink 418">
                  <a:extLst>
                    <a:ext uri="{FF2B5EF4-FFF2-40B4-BE49-F238E27FC236}">
                      <a16:creationId xmlns:a16="http://schemas.microsoft.com/office/drawing/2014/main" id="{16F0711B-77E6-6AFA-83C2-8F48EB72EC3C}"/>
                    </a:ext>
                  </a:extLst>
                </p:cNvPr>
                <p:cNvPicPr/>
                <p:nvPr/>
              </p:nvPicPr>
              <p:blipFill>
                <a:blip r:embed="rId513"/>
                <a:stretch>
                  <a:fillRect/>
                </a:stretch>
              </p:blipFill>
              <p:spPr>
                <a:xfrm>
                  <a:off x="10279903" y="5079960"/>
                  <a:ext cx="4788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4">
              <p14:nvContentPartPr>
                <p14:cNvPr id="420" name="Ink 419">
                  <a:extLst>
                    <a:ext uri="{FF2B5EF4-FFF2-40B4-BE49-F238E27FC236}">
                      <a16:creationId xmlns:a16="http://schemas.microsoft.com/office/drawing/2014/main" id="{CAB99B6B-353A-2265-00FF-C907EC010C87}"/>
                    </a:ext>
                  </a:extLst>
                </p14:cNvPr>
                <p14:cNvContentPartPr/>
                <p14:nvPr/>
              </p14:nvContentPartPr>
              <p14:xfrm>
                <a:off x="10325263" y="4950720"/>
                <a:ext cx="62280" cy="280440"/>
              </p14:xfrm>
            </p:contentPart>
          </mc:Choice>
          <mc:Fallback>
            <p:pic>
              <p:nvPicPr>
                <p:cNvPr id="420" name="Ink 419">
                  <a:extLst>
                    <a:ext uri="{FF2B5EF4-FFF2-40B4-BE49-F238E27FC236}">
                      <a16:creationId xmlns:a16="http://schemas.microsoft.com/office/drawing/2014/main" id="{CAB99B6B-353A-2265-00FF-C907EC010C87}"/>
                    </a:ext>
                  </a:extLst>
                </p:cNvPr>
                <p:cNvPicPr/>
                <p:nvPr/>
              </p:nvPicPr>
              <p:blipFill>
                <a:blip r:embed="rId515"/>
                <a:stretch>
                  <a:fillRect/>
                </a:stretch>
              </p:blipFill>
              <p:spPr>
                <a:xfrm>
                  <a:off x="10307263" y="4933080"/>
                  <a:ext cx="97920" cy="31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6">
              <p14:nvContentPartPr>
                <p14:cNvPr id="421" name="Ink 420">
                  <a:extLst>
                    <a:ext uri="{FF2B5EF4-FFF2-40B4-BE49-F238E27FC236}">
                      <a16:creationId xmlns:a16="http://schemas.microsoft.com/office/drawing/2014/main" id="{39FEDB8A-CD8B-9F72-B30A-2A40D0EA46C6}"/>
                    </a:ext>
                  </a:extLst>
                </p14:cNvPr>
                <p14:cNvContentPartPr/>
                <p14:nvPr/>
              </p14:nvContentPartPr>
              <p14:xfrm>
                <a:off x="10281703" y="5091480"/>
                <a:ext cx="117000" cy="88560"/>
              </p14:xfrm>
            </p:contentPart>
          </mc:Choice>
          <mc:Fallback>
            <p:pic>
              <p:nvPicPr>
                <p:cNvPr id="421" name="Ink 420">
                  <a:extLst>
                    <a:ext uri="{FF2B5EF4-FFF2-40B4-BE49-F238E27FC236}">
                      <a16:creationId xmlns:a16="http://schemas.microsoft.com/office/drawing/2014/main" id="{39FEDB8A-CD8B-9F72-B30A-2A40D0EA46C6}"/>
                    </a:ext>
                  </a:extLst>
                </p:cNvPr>
                <p:cNvPicPr/>
                <p:nvPr/>
              </p:nvPicPr>
              <p:blipFill>
                <a:blip r:embed="rId517"/>
                <a:stretch>
                  <a:fillRect/>
                </a:stretch>
              </p:blipFill>
              <p:spPr>
                <a:xfrm>
                  <a:off x="10263703" y="5073840"/>
                  <a:ext cx="15264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8">
              <p14:nvContentPartPr>
                <p14:cNvPr id="422" name="Ink 421">
                  <a:extLst>
                    <a:ext uri="{FF2B5EF4-FFF2-40B4-BE49-F238E27FC236}">
                      <a16:creationId xmlns:a16="http://schemas.microsoft.com/office/drawing/2014/main" id="{F38376C1-AC93-AD18-B048-8E09034337EB}"/>
                    </a:ext>
                  </a:extLst>
                </p14:cNvPr>
                <p14:cNvContentPartPr/>
                <p14:nvPr/>
              </p14:nvContentPartPr>
              <p14:xfrm>
                <a:off x="10557103" y="5119560"/>
                <a:ext cx="4680" cy="13320"/>
              </p14:xfrm>
            </p:contentPart>
          </mc:Choice>
          <mc:Fallback>
            <p:pic>
              <p:nvPicPr>
                <p:cNvPr id="422" name="Ink 421">
                  <a:extLst>
                    <a:ext uri="{FF2B5EF4-FFF2-40B4-BE49-F238E27FC236}">
                      <a16:creationId xmlns:a16="http://schemas.microsoft.com/office/drawing/2014/main" id="{F38376C1-AC93-AD18-B048-8E09034337EB}"/>
                    </a:ext>
                  </a:extLst>
                </p:cNvPr>
                <p:cNvPicPr/>
                <p:nvPr/>
              </p:nvPicPr>
              <p:blipFill>
                <a:blip r:embed="rId519"/>
                <a:stretch>
                  <a:fillRect/>
                </a:stretch>
              </p:blipFill>
              <p:spPr>
                <a:xfrm>
                  <a:off x="10539103" y="5101560"/>
                  <a:ext cx="4032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0">
              <p14:nvContentPartPr>
                <p14:cNvPr id="423" name="Ink 422">
                  <a:extLst>
                    <a:ext uri="{FF2B5EF4-FFF2-40B4-BE49-F238E27FC236}">
                      <a16:creationId xmlns:a16="http://schemas.microsoft.com/office/drawing/2014/main" id="{99A5A73A-2EE5-DD32-8344-853E0C4C2CAA}"/>
                    </a:ext>
                  </a:extLst>
                </p14:cNvPr>
                <p14:cNvContentPartPr/>
                <p14:nvPr/>
              </p14:nvContentPartPr>
              <p14:xfrm>
                <a:off x="10751143" y="4941000"/>
                <a:ext cx="37800" cy="264240"/>
              </p14:xfrm>
            </p:contentPart>
          </mc:Choice>
          <mc:Fallback>
            <p:pic>
              <p:nvPicPr>
                <p:cNvPr id="423" name="Ink 422">
                  <a:extLst>
                    <a:ext uri="{FF2B5EF4-FFF2-40B4-BE49-F238E27FC236}">
                      <a16:creationId xmlns:a16="http://schemas.microsoft.com/office/drawing/2014/main" id="{99A5A73A-2EE5-DD32-8344-853E0C4C2CAA}"/>
                    </a:ext>
                  </a:extLst>
                </p:cNvPr>
                <p:cNvPicPr/>
                <p:nvPr/>
              </p:nvPicPr>
              <p:blipFill>
                <a:blip r:embed="rId521"/>
                <a:stretch>
                  <a:fillRect/>
                </a:stretch>
              </p:blipFill>
              <p:spPr>
                <a:xfrm>
                  <a:off x="10733503" y="4923360"/>
                  <a:ext cx="73440" cy="29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2">
              <p14:nvContentPartPr>
                <p14:cNvPr id="424" name="Ink 423">
                  <a:extLst>
                    <a:ext uri="{FF2B5EF4-FFF2-40B4-BE49-F238E27FC236}">
                      <a16:creationId xmlns:a16="http://schemas.microsoft.com/office/drawing/2014/main" id="{7211D34B-B30C-FAEA-95B2-C31C73AB81BB}"/>
                    </a:ext>
                  </a:extLst>
                </p14:cNvPr>
                <p14:cNvContentPartPr/>
                <p14:nvPr/>
              </p14:nvContentPartPr>
              <p14:xfrm>
                <a:off x="10766983" y="4918680"/>
                <a:ext cx="100440" cy="186480"/>
              </p14:xfrm>
            </p:contentPart>
          </mc:Choice>
          <mc:Fallback>
            <p:pic>
              <p:nvPicPr>
                <p:cNvPr id="424" name="Ink 423">
                  <a:extLst>
                    <a:ext uri="{FF2B5EF4-FFF2-40B4-BE49-F238E27FC236}">
                      <a16:creationId xmlns:a16="http://schemas.microsoft.com/office/drawing/2014/main" id="{7211D34B-B30C-FAEA-95B2-C31C73AB81BB}"/>
                    </a:ext>
                  </a:extLst>
                </p:cNvPr>
                <p:cNvPicPr/>
                <p:nvPr/>
              </p:nvPicPr>
              <p:blipFill>
                <a:blip r:embed="rId523"/>
                <a:stretch>
                  <a:fillRect/>
                </a:stretch>
              </p:blipFill>
              <p:spPr>
                <a:xfrm>
                  <a:off x="10748983" y="4901040"/>
                  <a:ext cx="13608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4">
              <p14:nvContentPartPr>
                <p14:cNvPr id="425" name="Ink 424">
                  <a:extLst>
                    <a:ext uri="{FF2B5EF4-FFF2-40B4-BE49-F238E27FC236}">
                      <a16:creationId xmlns:a16="http://schemas.microsoft.com/office/drawing/2014/main" id="{D7056CBC-53D4-0A1D-0463-074D99CBECDB}"/>
                    </a:ext>
                  </a:extLst>
                </p14:cNvPr>
                <p14:cNvContentPartPr/>
                <p14:nvPr/>
              </p14:nvContentPartPr>
              <p14:xfrm>
                <a:off x="11011423" y="5043960"/>
                <a:ext cx="23400" cy="167040"/>
              </p14:xfrm>
            </p:contentPart>
          </mc:Choice>
          <mc:Fallback>
            <p:pic>
              <p:nvPicPr>
                <p:cNvPr id="425" name="Ink 424">
                  <a:extLst>
                    <a:ext uri="{FF2B5EF4-FFF2-40B4-BE49-F238E27FC236}">
                      <a16:creationId xmlns:a16="http://schemas.microsoft.com/office/drawing/2014/main" id="{D7056CBC-53D4-0A1D-0463-074D99CBECDB}"/>
                    </a:ext>
                  </a:extLst>
                </p:cNvPr>
                <p:cNvPicPr/>
                <p:nvPr/>
              </p:nvPicPr>
              <p:blipFill>
                <a:blip r:embed="rId525"/>
                <a:stretch>
                  <a:fillRect/>
                </a:stretch>
              </p:blipFill>
              <p:spPr>
                <a:xfrm>
                  <a:off x="10993423" y="5026320"/>
                  <a:ext cx="5904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6">
              <p14:nvContentPartPr>
                <p14:cNvPr id="426" name="Ink 425">
                  <a:extLst>
                    <a:ext uri="{FF2B5EF4-FFF2-40B4-BE49-F238E27FC236}">
                      <a16:creationId xmlns:a16="http://schemas.microsoft.com/office/drawing/2014/main" id="{3E59593B-8611-B5E0-56FD-111DF2552091}"/>
                    </a:ext>
                  </a:extLst>
                </p14:cNvPr>
                <p14:cNvContentPartPr/>
                <p14:nvPr/>
              </p14:nvContentPartPr>
              <p14:xfrm>
                <a:off x="10974343" y="5130360"/>
                <a:ext cx="46440" cy="33840"/>
              </p14:xfrm>
            </p:contentPart>
          </mc:Choice>
          <mc:Fallback>
            <p:pic>
              <p:nvPicPr>
                <p:cNvPr id="426" name="Ink 425">
                  <a:extLst>
                    <a:ext uri="{FF2B5EF4-FFF2-40B4-BE49-F238E27FC236}">
                      <a16:creationId xmlns:a16="http://schemas.microsoft.com/office/drawing/2014/main" id="{3E59593B-8611-B5E0-56FD-111DF2552091}"/>
                    </a:ext>
                  </a:extLst>
                </p:cNvPr>
                <p:cNvPicPr/>
                <p:nvPr/>
              </p:nvPicPr>
              <p:blipFill>
                <a:blip r:embed="rId527"/>
                <a:stretch>
                  <a:fillRect/>
                </a:stretch>
              </p:blipFill>
              <p:spPr>
                <a:xfrm>
                  <a:off x="10956703" y="5112360"/>
                  <a:ext cx="8208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8">
              <p14:nvContentPartPr>
                <p14:cNvPr id="427" name="Ink 426">
                  <a:extLst>
                    <a:ext uri="{FF2B5EF4-FFF2-40B4-BE49-F238E27FC236}">
                      <a16:creationId xmlns:a16="http://schemas.microsoft.com/office/drawing/2014/main" id="{8A0E6CDB-CC83-E7F2-70C9-0DD86CD0C06E}"/>
                    </a:ext>
                  </a:extLst>
                </p14:cNvPr>
                <p14:cNvContentPartPr/>
                <p14:nvPr/>
              </p14:nvContentPartPr>
              <p14:xfrm>
                <a:off x="11006023" y="5026680"/>
                <a:ext cx="86760" cy="164520"/>
              </p14:xfrm>
            </p:contentPart>
          </mc:Choice>
          <mc:Fallback>
            <p:pic>
              <p:nvPicPr>
                <p:cNvPr id="427" name="Ink 426">
                  <a:extLst>
                    <a:ext uri="{FF2B5EF4-FFF2-40B4-BE49-F238E27FC236}">
                      <a16:creationId xmlns:a16="http://schemas.microsoft.com/office/drawing/2014/main" id="{8A0E6CDB-CC83-E7F2-70C9-0DD86CD0C06E}"/>
                    </a:ext>
                  </a:extLst>
                </p:cNvPr>
                <p:cNvPicPr/>
                <p:nvPr/>
              </p:nvPicPr>
              <p:blipFill>
                <a:blip r:embed="rId529"/>
                <a:stretch>
                  <a:fillRect/>
                </a:stretch>
              </p:blipFill>
              <p:spPr>
                <a:xfrm>
                  <a:off x="10988023" y="5008680"/>
                  <a:ext cx="12240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0">
              <p14:nvContentPartPr>
                <p14:cNvPr id="428" name="Ink 427">
                  <a:extLst>
                    <a:ext uri="{FF2B5EF4-FFF2-40B4-BE49-F238E27FC236}">
                      <a16:creationId xmlns:a16="http://schemas.microsoft.com/office/drawing/2014/main" id="{A98AF949-AC09-70B3-9030-8AD9BA324356}"/>
                    </a:ext>
                  </a:extLst>
                </p14:cNvPr>
                <p14:cNvContentPartPr/>
                <p14:nvPr/>
              </p14:nvContentPartPr>
              <p14:xfrm>
                <a:off x="11083423" y="4901040"/>
                <a:ext cx="18000" cy="11880"/>
              </p14:xfrm>
            </p:contentPart>
          </mc:Choice>
          <mc:Fallback>
            <p:pic>
              <p:nvPicPr>
                <p:cNvPr id="428" name="Ink 427">
                  <a:extLst>
                    <a:ext uri="{FF2B5EF4-FFF2-40B4-BE49-F238E27FC236}">
                      <a16:creationId xmlns:a16="http://schemas.microsoft.com/office/drawing/2014/main" id="{A98AF949-AC09-70B3-9030-8AD9BA324356}"/>
                    </a:ext>
                  </a:extLst>
                </p:cNvPr>
                <p:cNvPicPr/>
                <p:nvPr/>
              </p:nvPicPr>
              <p:blipFill>
                <a:blip r:embed="rId531"/>
                <a:stretch>
                  <a:fillRect/>
                </a:stretch>
              </p:blipFill>
              <p:spPr>
                <a:xfrm>
                  <a:off x="11065783" y="4883040"/>
                  <a:ext cx="5364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2">
              <p14:nvContentPartPr>
                <p14:cNvPr id="432" name="Ink 431">
                  <a:extLst>
                    <a:ext uri="{FF2B5EF4-FFF2-40B4-BE49-F238E27FC236}">
                      <a16:creationId xmlns:a16="http://schemas.microsoft.com/office/drawing/2014/main" id="{E6DA5E65-6ECD-5756-4C10-29E675425908}"/>
                    </a:ext>
                  </a:extLst>
                </p14:cNvPr>
                <p14:cNvContentPartPr/>
                <p14:nvPr/>
              </p14:nvContentPartPr>
              <p14:xfrm>
                <a:off x="9850423" y="4272120"/>
                <a:ext cx="82800" cy="292320"/>
              </p14:xfrm>
            </p:contentPart>
          </mc:Choice>
          <mc:Fallback>
            <p:pic>
              <p:nvPicPr>
                <p:cNvPr id="432" name="Ink 431">
                  <a:extLst>
                    <a:ext uri="{FF2B5EF4-FFF2-40B4-BE49-F238E27FC236}">
                      <a16:creationId xmlns:a16="http://schemas.microsoft.com/office/drawing/2014/main" id="{E6DA5E65-6ECD-5756-4C10-29E675425908}"/>
                    </a:ext>
                  </a:extLst>
                </p:cNvPr>
                <p:cNvPicPr/>
                <p:nvPr/>
              </p:nvPicPr>
              <p:blipFill>
                <a:blip r:embed="rId533"/>
                <a:stretch>
                  <a:fillRect/>
                </a:stretch>
              </p:blipFill>
              <p:spPr>
                <a:xfrm>
                  <a:off x="9832783" y="4254480"/>
                  <a:ext cx="118440" cy="32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4">
              <p14:nvContentPartPr>
                <p14:cNvPr id="433" name="Ink 432">
                  <a:extLst>
                    <a:ext uri="{FF2B5EF4-FFF2-40B4-BE49-F238E27FC236}">
                      <a16:creationId xmlns:a16="http://schemas.microsoft.com/office/drawing/2014/main" id="{BBDEA3F2-2FA8-DDC2-13DC-17678909FE06}"/>
                    </a:ext>
                  </a:extLst>
                </p14:cNvPr>
                <p14:cNvContentPartPr/>
                <p14:nvPr/>
              </p14:nvContentPartPr>
              <p14:xfrm>
                <a:off x="9864463" y="4278240"/>
                <a:ext cx="138240" cy="200160"/>
              </p14:xfrm>
            </p:contentPart>
          </mc:Choice>
          <mc:Fallback>
            <p:pic>
              <p:nvPicPr>
                <p:cNvPr id="433" name="Ink 432">
                  <a:extLst>
                    <a:ext uri="{FF2B5EF4-FFF2-40B4-BE49-F238E27FC236}">
                      <a16:creationId xmlns:a16="http://schemas.microsoft.com/office/drawing/2014/main" id="{BBDEA3F2-2FA8-DDC2-13DC-17678909FE06}"/>
                    </a:ext>
                  </a:extLst>
                </p:cNvPr>
                <p:cNvPicPr/>
                <p:nvPr/>
              </p:nvPicPr>
              <p:blipFill>
                <a:blip r:embed="rId535"/>
                <a:stretch>
                  <a:fillRect/>
                </a:stretch>
              </p:blipFill>
              <p:spPr>
                <a:xfrm>
                  <a:off x="9846823" y="4260240"/>
                  <a:ext cx="17388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6">
              <p14:nvContentPartPr>
                <p14:cNvPr id="434" name="Ink 433">
                  <a:extLst>
                    <a:ext uri="{FF2B5EF4-FFF2-40B4-BE49-F238E27FC236}">
                      <a16:creationId xmlns:a16="http://schemas.microsoft.com/office/drawing/2014/main" id="{EEEE7ECE-557F-DA8A-F0A7-841915306C89}"/>
                    </a:ext>
                  </a:extLst>
                </p14:cNvPr>
                <p14:cNvContentPartPr/>
                <p14:nvPr/>
              </p14:nvContentPartPr>
              <p14:xfrm>
                <a:off x="10152823" y="4412160"/>
                <a:ext cx="15840" cy="104040"/>
              </p14:xfrm>
            </p:contentPart>
          </mc:Choice>
          <mc:Fallback>
            <p:pic>
              <p:nvPicPr>
                <p:cNvPr id="434" name="Ink 433">
                  <a:extLst>
                    <a:ext uri="{FF2B5EF4-FFF2-40B4-BE49-F238E27FC236}">
                      <a16:creationId xmlns:a16="http://schemas.microsoft.com/office/drawing/2014/main" id="{EEEE7ECE-557F-DA8A-F0A7-841915306C89}"/>
                    </a:ext>
                  </a:extLst>
                </p:cNvPr>
                <p:cNvPicPr/>
                <p:nvPr/>
              </p:nvPicPr>
              <p:blipFill>
                <a:blip r:embed="rId537"/>
                <a:stretch>
                  <a:fillRect/>
                </a:stretch>
              </p:blipFill>
              <p:spPr>
                <a:xfrm>
                  <a:off x="10135183" y="4394520"/>
                  <a:ext cx="5148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8">
              <p14:nvContentPartPr>
                <p14:cNvPr id="435" name="Ink 434">
                  <a:extLst>
                    <a:ext uri="{FF2B5EF4-FFF2-40B4-BE49-F238E27FC236}">
                      <a16:creationId xmlns:a16="http://schemas.microsoft.com/office/drawing/2014/main" id="{DD6B604B-5F31-6327-76BB-78A432F90648}"/>
                    </a:ext>
                  </a:extLst>
                </p14:cNvPr>
                <p14:cNvContentPartPr/>
                <p14:nvPr/>
              </p14:nvContentPartPr>
              <p14:xfrm>
                <a:off x="10096303" y="4291920"/>
                <a:ext cx="52920" cy="9720"/>
              </p14:xfrm>
            </p:contentPart>
          </mc:Choice>
          <mc:Fallback>
            <p:pic>
              <p:nvPicPr>
                <p:cNvPr id="435" name="Ink 434">
                  <a:extLst>
                    <a:ext uri="{FF2B5EF4-FFF2-40B4-BE49-F238E27FC236}">
                      <a16:creationId xmlns:a16="http://schemas.microsoft.com/office/drawing/2014/main" id="{DD6B604B-5F31-6327-76BB-78A432F90648}"/>
                    </a:ext>
                  </a:extLst>
                </p:cNvPr>
                <p:cNvPicPr/>
                <p:nvPr/>
              </p:nvPicPr>
              <p:blipFill>
                <a:blip r:embed="rId539"/>
                <a:stretch>
                  <a:fillRect/>
                </a:stretch>
              </p:blipFill>
              <p:spPr>
                <a:xfrm>
                  <a:off x="10078663" y="4274280"/>
                  <a:ext cx="8856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0">
              <p14:nvContentPartPr>
                <p14:cNvPr id="436" name="Ink 435">
                  <a:extLst>
                    <a:ext uri="{FF2B5EF4-FFF2-40B4-BE49-F238E27FC236}">
                      <a16:creationId xmlns:a16="http://schemas.microsoft.com/office/drawing/2014/main" id="{A8BF9AE9-81ED-A8E0-E3A1-6DCAC1748BC2}"/>
                    </a:ext>
                  </a:extLst>
                </p14:cNvPr>
                <p14:cNvContentPartPr/>
                <p14:nvPr/>
              </p14:nvContentPartPr>
              <p14:xfrm>
                <a:off x="10341103" y="4372920"/>
                <a:ext cx="164160" cy="32760"/>
              </p14:xfrm>
            </p:contentPart>
          </mc:Choice>
          <mc:Fallback>
            <p:pic>
              <p:nvPicPr>
                <p:cNvPr id="436" name="Ink 435">
                  <a:extLst>
                    <a:ext uri="{FF2B5EF4-FFF2-40B4-BE49-F238E27FC236}">
                      <a16:creationId xmlns:a16="http://schemas.microsoft.com/office/drawing/2014/main" id="{A8BF9AE9-81ED-A8E0-E3A1-6DCAC1748BC2}"/>
                    </a:ext>
                  </a:extLst>
                </p:cNvPr>
                <p:cNvPicPr/>
                <p:nvPr/>
              </p:nvPicPr>
              <p:blipFill>
                <a:blip r:embed="rId541"/>
                <a:stretch>
                  <a:fillRect/>
                </a:stretch>
              </p:blipFill>
              <p:spPr>
                <a:xfrm>
                  <a:off x="10323463" y="4355280"/>
                  <a:ext cx="19980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2">
              <p14:nvContentPartPr>
                <p14:cNvPr id="437" name="Ink 436">
                  <a:extLst>
                    <a:ext uri="{FF2B5EF4-FFF2-40B4-BE49-F238E27FC236}">
                      <a16:creationId xmlns:a16="http://schemas.microsoft.com/office/drawing/2014/main" id="{A89D3B61-D1A8-6E8F-6EF3-95D4FCE1BE95}"/>
                    </a:ext>
                  </a:extLst>
                </p14:cNvPr>
                <p14:cNvContentPartPr/>
                <p14:nvPr/>
              </p14:nvContentPartPr>
              <p14:xfrm>
                <a:off x="10425343" y="4298760"/>
                <a:ext cx="21600" cy="155160"/>
              </p14:xfrm>
            </p:contentPart>
          </mc:Choice>
          <mc:Fallback>
            <p:pic>
              <p:nvPicPr>
                <p:cNvPr id="437" name="Ink 436">
                  <a:extLst>
                    <a:ext uri="{FF2B5EF4-FFF2-40B4-BE49-F238E27FC236}">
                      <a16:creationId xmlns:a16="http://schemas.microsoft.com/office/drawing/2014/main" id="{A89D3B61-D1A8-6E8F-6EF3-95D4FCE1BE95}"/>
                    </a:ext>
                  </a:extLst>
                </p:cNvPr>
                <p:cNvPicPr/>
                <p:nvPr/>
              </p:nvPicPr>
              <p:blipFill>
                <a:blip r:embed="rId543"/>
                <a:stretch>
                  <a:fillRect/>
                </a:stretch>
              </p:blipFill>
              <p:spPr>
                <a:xfrm>
                  <a:off x="10407703" y="4280760"/>
                  <a:ext cx="5724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4">
              <p14:nvContentPartPr>
                <p14:cNvPr id="438" name="Ink 437">
                  <a:extLst>
                    <a:ext uri="{FF2B5EF4-FFF2-40B4-BE49-F238E27FC236}">
                      <a16:creationId xmlns:a16="http://schemas.microsoft.com/office/drawing/2014/main" id="{2195A54E-3E32-F5B8-5804-83EB9EFF730A}"/>
                    </a:ext>
                  </a:extLst>
                </p14:cNvPr>
                <p14:cNvContentPartPr/>
                <p14:nvPr/>
              </p14:nvContentPartPr>
              <p14:xfrm>
                <a:off x="10591663" y="4237200"/>
                <a:ext cx="44640" cy="149040"/>
              </p14:xfrm>
            </p:contentPart>
          </mc:Choice>
          <mc:Fallback>
            <p:pic>
              <p:nvPicPr>
                <p:cNvPr id="438" name="Ink 437">
                  <a:extLst>
                    <a:ext uri="{FF2B5EF4-FFF2-40B4-BE49-F238E27FC236}">
                      <a16:creationId xmlns:a16="http://schemas.microsoft.com/office/drawing/2014/main" id="{2195A54E-3E32-F5B8-5804-83EB9EFF730A}"/>
                    </a:ext>
                  </a:extLst>
                </p:cNvPr>
                <p:cNvPicPr/>
                <p:nvPr/>
              </p:nvPicPr>
              <p:blipFill>
                <a:blip r:embed="rId545"/>
                <a:stretch>
                  <a:fillRect/>
                </a:stretch>
              </p:blipFill>
              <p:spPr>
                <a:xfrm>
                  <a:off x="10574023" y="4219560"/>
                  <a:ext cx="8028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6">
              <p14:nvContentPartPr>
                <p14:cNvPr id="439" name="Ink 438">
                  <a:extLst>
                    <a:ext uri="{FF2B5EF4-FFF2-40B4-BE49-F238E27FC236}">
                      <a16:creationId xmlns:a16="http://schemas.microsoft.com/office/drawing/2014/main" id="{FF06232A-0659-96C6-BCA6-308CFE14F978}"/>
                    </a:ext>
                  </a:extLst>
                </p14:cNvPr>
                <p14:cNvContentPartPr/>
                <p14:nvPr/>
              </p14:nvContentPartPr>
              <p14:xfrm>
                <a:off x="10572943" y="4177080"/>
                <a:ext cx="144360" cy="164880"/>
              </p14:xfrm>
            </p:contentPart>
          </mc:Choice>
          <mc:Fallback>
            <p:pic>
              <p:nvPicPr>
                <p:cNvPr id="439" name="Ink 438">
                  <a:extLst>
                    <a:ext uri="{FF2B5EF4-FFF2-40B4-BE49-F238E27FC236}">
                      <a16:creationId xmlns:a16="http://schemas.microsoft.com/office/drawing/2014/main" id="{FF06232A-0659-96C6-BCA6-308CFE14F978}"/>
                    </a:ext>
                  </a:extLst>
                </p:cNvPr>
                <p:cNvPicPr/>
                <p:nvPr/>
              </p:nvPicPr>
              <p:blipFill>
                <a:blip r:embed="rId547"/>
                <a:stretch>
                  <a:fillRect/>
                </a:stretch>
              </p:blipFill>
              <p:spPr>
                <a:xfrm>
                  <a:off x="10554943" y="4159440"/>
                  <a:ext cx="18000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8">
              <p14:nvContentPartPr>
                <p14:cNvPr id="440" name="Ink 439">
                  <a:extLst>
                    <a:ext uri="{FF2B5EF4-FFF2-40B4-BE49-F238E27FC236}">
                      <a16:creationId xmlns:a16="http://schemas.microsoft.com/office/drawing/2014/main" id="{58E9D7C2-79B1-EB6C-56AA-B630CE2B9C65}"/>
                    </a:ext>
                  </a:extLst>
                </p14:cNvPr>
                <p14:cNvContentPartPr/>
                <p14:nvPr/>
              </p14:nvContentPartPr>
              <p14:xfrm>
                <a:off x="10867783" y="4192920"/>
                <a:ext cx="45000" cy="244800"/>
              </p14:xfrm>
            </p:contentPart>
          </mc:Choice>
          <mc:Fallback>
            <p:pic>
              <p:nvPicPr>
                <p:cNvPr id="440" name="Ink 439">
                  <a:extLst>
                    <a:ext uri="{FF2B5EF4-FFF2-40B4-BE49-F238E27FC236}">
                      <a16:creationId xmlns:a16="http://schemas.microsoft.com/office/drawing/2014/main" id="{58E9D7C2-79B1-EB6C-56AA-B630CE2B9C65}"/>
                    </a:ext>
                  </a:extLst>
                </p:cNvPr>
                <p:cNvPicPr/>
                <p:nvPr/>
              </p:nvPicPr>
              <p:blipFill>
                <a:blip r:embed="rId549"/>
                <a:stretch>
                  <a:fillRect/>
                </a:stretch>
              </p:blipFill>
              <p:spPr>
                <a:xfrm>
                  <a:off x="10849783" y="4174920"/>
                  <a:ext cx="80640" cy="28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0">
              <p14:nvContentPartPr>
                <p14:cNvPr id="441" name="Ink 440">
                  <a:extLst>
                    <a:ext uri="{FF2B5EF4-FFF2-40B4-BE49-F238E27FC236}">
                      <a16:creationId xmlns:a16="http://schemas.microsoft.com/office/drawing/2014/main" id="{2B3B2D6B-AEBF-A938-57ED-592E41C3A5C5}"/>
                    </a:ext>
                  </a:extLst>
                </p14:cNvPr>
                <p14:cNvContentPartPr/>
                <p14:nvPr/>
              </p14:nvContentPartPr>
              <p14:xfrm>
                <a:off x="10823863" y="4328280"/>
                <a:ext cx="75600" cy="25200"/>
              </p14:xfrm>
            </p:contentPart>
          </mc:Choice>
          <mc:Fallback>
            <p:pic>
              <p:nvPicPr>
                <p:cNvPr id="441" name="Ink 440">
                  <a:extLst>
                    <a:ext uri="{FF2B5EF4-FFF2-40B4-BE49-F238E27FC236}">
                      <a16:creationId xmlns:a16="http://schemas.microsoft.com/office/drawing/2014/main" id="{2B3B2D6B-AEBF-A938-57ED-592E41C3A5C5}"/>
                    </a:ext>
                  </a:extLst>
                </p:cNvPr>
                <p:cNvPicPr/>
                <p:nvPr/>
              </p:nvPicPr>
              <p:blipFill>
                <a:blip r:embed="rId551"/>
                <a:stretch>
                  <a:fillRect/>
                </a:stretch>
              </p:blipFill>
              <p:spPr>
                <a:xfrm>
                  <a:off x="10806223" y="4310280"/>
                  <a:ext cx="11124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2">
              <p14:nvContentPartPr>
                <p14:cNvPr id="442" name="Ink 441">
                  <a:extLst>
                    <a:ext uri="{FF2B5EF4-FFF2-40B4-BE49-F238E27FC236}">
                      <a16:creationId xmlns:a16="http://schemas.microsoft.com/office/drawing/2014/main" id="{3F52CA48-0F40-BC4C-BF07-9F1643838789}"/>
                    </a:ext>
                  </a:extLst>
                </p14:cNvPr>
                <p14:cNvContentPartPr/>
                <p14:nvPr/>
              </p14:nvContentPartPr>
              <p14:xfrm>
                <a:off x="11109703" y="4281120"/>
                <a:ext cx="12600" cy="2880"/>
              </p14:xfrm>
            </p:contentPart>
          </mc:Choice>
          <mc:Fallback>
            <p:pic>
              <p:nvPicPr>
                <p:cNvPr id="442" name="Ink 441">
                  <a:extLst>
                    <a:ext uri="{FF2B5EF4-FFF2-40B4-BE49-F238E27FC236}">
                      <a16:creationId xmlns:a16="http://schemas.microsoft.com/office/drawing/2014/main" id="{3F52CA48-0F40-BC4C-BF07-9F1643838789}"/>
                    </a:ext>
                  </a:extLst>
                </p:cNvPr>
                <p:cNvPicPr/>
                <p:nvPr/>
              </p:nvPicPr>
              <p:blipFill>
                <a:blip r:embed="rId553"/>
                <a:stretch>
                  <a:fillRect/>
                </a:stretch>
              </p:blipFill>
              <p:spPr>
                <a:xfrm>
                  <a:off x="11092063" y="4263120"/>
                  <a:ext cx="4824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4">
              <p14:nvContentPartPr>
                <p14:cNvPr id="450" name="Ink 449">
                  <a:extLst>
                    <a:ext uri="{FF2B5EF4-FFF2-40B4-BE49-F238E27FC236}">
                      <a16:creationId xmlns:a16="http://schemas.microsoft.com/office/drawing/2014/main" id="{CB10BCAB-2DBE-AA2B-FCF0-840EDA5E36F6}"/>
                    </a:ext>
                  </a:extLst>
                </p14:cNvPr>
                <p14:cNvContentPartPr/>
                <p14:nvPr/>
              </p14:nvContentPartPr>
              <p14:xfrm>
                <a:off x="11312023" y="4491000"/>
                <a:ext cx="199440" cy="225000"/>
              </p14:xfrm>
            </p:contentPart>
          </mc:Choice>
          <mc:Fallback>
            <p:pic>
              <p:nvPicPr>
                <p:cNvPr id="450" name="Ink 449">
                  <a:extLst>
                    <a:ext uri="{FF2B5EF4-FFF2-40B4-BE49-F238E27FC236}">
                      <a16:creationId xmlns:a16="http://schemas.microsoft.com/office/drawing/2014/main" id="{CB10BCAB-2DBE-AA2B-FCF0-840EDA5E36F6}"/>
                    </a:ext>
                  </a:extLst>
                </p:cNvPr>
                <p:cNvPicPr/>
                <p:nvPr/>
              </p:nvPicPr>
              <p:blipFill>
                <a:blip r:embed="rId555"/>
                <a:stretch>
                  <a:fillRect/>
                </a:stretch>
              </p:blipFill>
              <p:spPr>
                <a:xfrm>
                  <a:off x="11294383" y="4473000"/>
                  <a:ext cx="235080" cy="26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6">
              <p14:nvContentPartPr>
                <p14:cNvPr id="451" name="Ink 450">
                  <a:extLst>
                    <a:ext uri="{FF2B5EF4-FFF2-40B4-BE49-F238E27FC236}">
                      <a16:creationId xmlns:a16="http://schemas.microsoft.com/office/drawing/2014/main" id="{678E07E8-6817-5A24-9990-0575FF7D4056}"/>
                    </a:ext>
                  </a:extLst>
                </p14:cNvPr>
                <p14:cNvContentPartPr/>
                <p14:nvPr/>
              </p14:nvContentPartPr>
              <p14:xfrm>
                <a:off x="11346223" y="4479480"/>
                <a:ext cx="176040" cy="271800"/>
              </p14:xfrm>
            </p:contentPart>
          </mc:Choice>
          <mc:Fallback>
            <p:pic>
              <p:nvPicPr>
                <p:cNvPr id="451" name="Ink 450">
                  <a:extLst>
                    <a:ext uri="{FF2B5EF4-FFF2-40B4-BE49-F238E27FC236}">
                      <a16:creationId xmlns:a16="http://schemas.microsoft.com/office/drawing/2014/main" id="{678E07E8-6817-5A24-9990-0575FF7D4056}"/>
                    </a:ext>
                  </a:extLst>
                </p:cNvPr>
                <p:cNvPicPr/>
                <p:nvPr/>
              </p:nvPicPr>
              <p:blipFill>
                <a:blip r:embed="rId557"/>
                <a:stretch>
                  <a:fillRect/>
                </a:stretch>
              </p:blipFill>
              <p:spPr>
                <a:xfrm>
                  <a:off x="11328583" y="4461480"/>
                  <a:ext cx="211680" cy="30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8">
              <p14:nvContentPartPr>
                <p14:cNvPr id="452" name="Ink 451">
                  <a:extLst>
                    <a:ext uri="{FF2B5EF4-FFF2-40B4-BE49-F238E27FC236}">
                      <a16:creationId xmlns:a16="http://schemas.microsoft.com/office/drawing/2014/main" id="{FA2F365D-BC92-DE6B-632A-28C65A697DD5}"/>
                    </a:ext>
                  </a:extLst>
                </p14:cNvPr>
                <p14:cNvContentPartPr/>
                <p14:nvPr/>
              </p14:nvContentPartPr>
              <p14:xfrm>
                <a:off x="11694703" y="4427640"/>
                <a:ext cx="41400" cy="247680"/>
              </p14:xfrm>
            </p:contentPart>
          </mc:Choice>
          <mc:Fallback>
            <p:pic>
              <p:nvPicPr>
                <p:cNvPr id="452" name="Ink 451">
                  <a:extLst>
                    <a:ext uri="{FF2B5EF4-FFF2-40B4-BE49-F238E27FC236}">
                      <a16:creationId xmlns:a16="http://schemas.microsoft.com/office/drawing/2014/main" id="{FA2F365D-BC92-DE6B-632A-28C65A697DD5}"/>
                    </a:ext>
                  </a:extLst>
                </p:cNvPr>
                <p:cNvPicPr/>
                <p:nvPr/>
              </p:nvPicPr>
              <p:blipFill>
                <a:blip r:embed="rId559"/>
                <a:stretch>
                  <a:fillRect/>
                </a:stretch>
              </p:blipFill>
              <p:spPr>
                <a:xfrm>
                  <a:off x="11677063" y="4410000"/>
                  <a:ext cx="7704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0">
              <p14:nvContentPartPr>
                <p14:cNvPr id="453" name="Ink 452">
                  <a:extLst>
                    <a:ext uri="{FF2B5EF4-FFF2-40B4-BE49-F238E27FC236}">
                      <a16:creationId xmlns:a16="http://schemas.microsoft.com/office/drawing/2014/main" id="{BF5902C3-6C48-3A32-3BEA-0743A0E6B89A}"/>
                    </a:ext>
                  </a:extLst>
                </p14:cNvPr>
                <p14:cNvContentPartPr/>
                <p14:nvPr/>
              </p14:nvContentPartPr>
              <p14:xfrm>
                <a:off x="11682463" y="4390200"/>
                <a:ext cx="181800" cy="167400"/>
              </p14:xfrm>
            </p:contentPart>
          </mc:Choice>
          <mc:Fallback>
            <p:pic>
              <p:nvPicPr>
                <p:cNvPr id="453" name="Ink 452">
                  <a:extLst>
                    <a:ext uri="{FF2B5EF4-FFF2-40B4-BE49-F238E27FC236}">
                      <a16:creationId xmlns:a16="http://schemas.microsoft.com/office/drawing/2014/main" id="{BF5902C3-6C48-3A32-3BEA-0743A0E6B89A}"/>
                    </a:ext>
                  </a:extLst>
                </p:cNvPr>
                <p:cNvPicPr/>
                <p:nvPr/>
              </p:nvPicPr>
              <p:blipFill>
                <a:blip r:embed="rId561"/>
                <a:stretch>
                  <a:fillRect/>
                </a:stretch>
              </p:blipFill>
              <p:spPr>
                <a:xfrm>
                  <a:off x="11664823" y="4372560"/>
                  <a:ext cx="21744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2">
              <p14:nvContentPartPr>
                <p14:cNvPr id="454" name="Ink 453">
                  <a:extLst>
                    <a:ext uri="{FF2B5EF4-FFF2-40B4-BE49-F238E27FC236}">
                      <a16:creationId xmlns:a16="http://schemas.microsoft.com/office/drawing/2014/main" id="{EDBC0A4B-3611-A407-052E-FD4A0B4FC45E}"/>
                    </a:ext>
                  </a:extLst>
                </p14:cNvPr>
                <p14:cNvContentPartPr/>
                <p14:nvPr/>
              </p14:nvContentPartPr>
              <p14:xfrm>
                <a:off x="11911423" y="4467240"/>
                <a:ext cx="70920" cy="198360"/>
              </p14:xfrm>
            </p:contentPart>
          </mc:Choice>
          <mc:Fallback>
            <p:pic>
              <p:nvPicPr>
                <p:cNvPr id="454" name="Ink 453">
                  <a:extLst>
                    <a:ext uri="{FF2B5EF4-FFF2-40B4-BE49-F238E27FC236}">
                      <a16:creationId xmlns:a16="http://schemas.microsoft.com/office/drawing/2014/main" id="{EDBC0A4B-3611-A407-052E-FD4A0B4FC45E}"/>
                    </a:ext>
                  </a:extLst>
                </p:cNvPr>
                <p:cNvPicPr/>
                <p:nvPr/>
              </p:nvPicPr>
              <p:blipFill>
                <a:blip r:embed="rId563"/>
                <a:stretch>
                  <a:fillRect/>
                </a:stretch>
              </p:blipFill>
              <p:spPr>
                <a:xfrm>
                  <a:off x="11893783" y="4449240"/>
                  <a:ext cx="10656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4">
              <p14:nvContentPartPr>
                <p14:cNvPr id="455" name="Ink 454">
                  <a:extLst>
                    <a:ext uri="{FF2B5EF4-FFF2-40B4-BE49-F238E27FC236}">
                      <a16:creationId xmlns:a16="http://schemas.microsoft.com/office/drawing/2014/main" id="{836EC1B6-6000-6141-87A4-D829CB2F21BD}"/>
                    </a:ext>
                  </a:extLst>
                </p14:cNvPr>
                <p14:cNvContentPartPr/>
                <p14:nvPr/>
              </p14:nvContentPartPr>
              <p14:xfrm>
                <a:off x="11922583" y="4575960"/>
                <a:ext cx="55800" cy="60840"/>
              </p14:xfrm>
            </p:contentPart>
          </mc:Choice>
          <mc:Fallback>
            <p:pic>
              <p:nvPicPr>
                <p:cNvPr id="455" name="Ink 454">
                  <a:extLst>
                    <a:ext uri="{FF2B5EF4-FFF2-40B4-BE49-F238E27FC236}">
                      <a16:creationId xmlns:a16="http://schemas.microsoft.com/office/drawing/2014/main" id="{836EC1B6-6000-6141-87A4-D829CB2F21BD}"/>
                    </a:ext>
                  </a:extLst>
                </p:cNvPr>
                <p:cNvPicPr/>
                <p:nvPr/>
              </p:nvPicPr>
              <p:blipFill>
                <a:blip r:embed="rId565"/>
                <a:stretch>
                  <a:fillRect/>
                </a:stretch>
              </p:blipFill>
              <p:spPr>
                <a:xfrm>
                  <a:off x="11904583" y="4558320"/>
                  <a:ext cx="9144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6">
              <p14:nvContentPartPr>
                <p14:cNvPr id="456" name="Ink 455">
                  <a:extLst>
                    <a:ext uri="{FF2B5EF4-FFF2-40B4-BE49-F238E27FC236}">
                      <a16:creationId xmlns:a16="http://schemas.microsoft.com/office/drawing/2014/main" id="{3232CC47-25F4-526D-4C12-219FBA446BCC}"/>
                    </a:ext>
                  </a:extLst>
                </p14:cNvPr>
                <p14:cNvContentPartPr/>
                <p14:nvPr/>
              </p14:nvContentPartPr>
              <p14:xfrm>
                <a:off x="11596423" y="4133520"/>
                <a:ext cx="517680" cy="991800"/>
              </p14:xfrm>
            </p:contentPart>
          </mc:Choice>
          <mc:Fallback>
            <p:pic>
              <p:nvPicPr>
                <p:cNvPr id="456" name="Ink 455">
                  <a:extLst>
                    <a:ext uri="{FF2B5EF4-FFF2-40B4-BE49-F238E27FC236}">
                      <a16:creationId xmlns:a16="http://schemas.microsoft.com/office/drawing/2014/main" id="{3232CC47-25F4-526D-4C12-219FBA446BCC}"/>
                    </a:ext>
                  </a:extLst>
                </p:cNvPr>
                <p:cNvPicPr/>
                <p:nvPr/>
              </p:nvPicPr>
              <p:blipFill>
                <a:blip r:embed="rId567"/>
                <a:stretch>
                  <a:fillRect/>
                </a:stretch>
              </p:blipFill>
              <p:spPr>
                <a:xfrm>
                  <a:off x="11578423" y="4115880"/>
                  <a:ext cx="553320" cy="10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8">
              <p14:nvContentPartPr>
                <p14:cNvPr id="457" name="Ink 456">
                  <a:extLst>
                    <a:ext uri="{FF2B5EF4-FFF2-40B4-BE49-F238E27FC236}">
                      <a16:creationId xmlns:a16="http://schemas.microsoft.com/office/drawing/2014/main" id="{F7372A37-E798-0E8E-885A-11B78E6F315B}"/>
                    </a:ext>
                  </a:extLst>
                </p14:cNvPr>
                <p14:cNvContentPartPr/>
                <p14:nvPr/>
              </p14:nvContentPartPr>
              <p14:xfrm>
                <a:off x="10015663" y="4714560"/>
                <a:ext cx="614880" cy="768240"/>
              </p14:xfrm>
            </p:contentPart>
          </mc:Choice>
          <mc:Fallback>
            <p:pic>
              <p:nvPicPr>
                <p:cNvPr id="457" name="Ink 456">
                  <a:extLst>
                    <a:ext uri="{FF2B5EF4-FFF2-40B4-BE49-F238E27FC236}">
                      <a16:creationId xmlns:a16="http://schemas.microsoft.com/office/drawing/2014/main" id="{F7372A37-E798-0E8E-885A-11B78E6F315B}"/>
                    </a:ext>
                  </a:extLst>
                </p:cNvPr>
                <p:cNvPicPr/>
                <p:nvPr/>
              </p:nvPicPr>
              <p:blipFill>
                <a:blip r:embed="rId569"/>
                <a:stretch>
                  <a:fillRect/>
                </a:stretch>
              </p:blipFill>
              <p:spPr>
                <a:xfrm>
                  <a:off x="9998023" y="4696920"/>
                  <a:ext cx="650520" cy="803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1" name="Group 480">
            <a:extLst>
              <a:ext uri="{FF2B5EF4-FFF2-40B4-BE49-F238E27FC236}">
                <a16:creationId xmlns:a16="http://schemas.microsoft.com/office/drawing/2014/main" id="{255AAFD3-A28C-01C6-573B-9B1F1E0EC905}"/>
              </a:ext>
            </a:extLst>
          </p:cNvPr>
          <p:cNvGrpSpPr/>
          <p:nvPr/>
        </p:nvGrpSpPr>
        <p:grpSpPr>
          <a:xfrm>
            <a:off x="8811103" y="6101280"/>
            <a:ext cx="853920" cy="283320"/>
            <a:chOff x="8811103" y="6101280"/>
            <a:chExt cx="853920" cy="283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70">
              <p14:nvContentPartPr>
                <p14:cNvPr id="459" name="Ink 458">
                  <a:extLst>
                    <a:ext uri="{FF2B5EF4-FFF2-40B4-BE49-F238E27FC236}">
                      <a16:creationId xmlns:a16="http://schemas.microsoft.com/office/drawing/2014/main" id="{889DA5A7-6004-6E81-DEA8-781566E9E211}"/>
                    </a:ext>
                  </a:extLst>
                </p14:cNvPr>
                <p14:cNvContentPartPr/>
                <p14:nvPr/>
              </p14:nvContentPartPr>
              <p14:xfrm>
                <a:off x="8811103" y="6247080"/>
                <a:ext cx="74880" cy="25920"/>
              </p14:xfrm>
            </p:contentPart>
          </mc:Choice>
          <mc:Fallback>
            <p:pic>
              <p:nvPicPr>
                <p:cNvPr id="459" name="Ink 458">
                  <a:extLst>
                    <a:ext uri="{FF2B5EF4-FFF2-40B4-BE49-F238E27FC236}">
                      <a16:creationId xmlns:a16="http://schemas.microsoft.com/office/drawing/2014/main" id="{889DA5A7-6004-6E81-DEA8-781566E9E211}"/>
                    </a:ext>
                  </a:extLst>
                </p:cNvPr>
                <p:cNvPicPr/>
                <p:nvPr/>
              </p:nvPicPr>
              <p:blipFill>
                <a:blip r:embed="rId571"/>
                <a:stretch>
                  <a:fillRect/>
                </a:stretch>
              </p:blipFill>
              <p:spPr>
                <a:xfrm>
                  <a:off x="8793463" y="6229440"/>
                  <a:ext cx="11052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2">
              <p14:nvContentPartPr>
                <p14:cNvPr id="460" name="Ink 459">
                  <a:extLst>
                    <a:ext uri="{FF2B5EF4-FFF2-40B4-BE49-F238E27FC236}">
                      <a16:creationId xmlns:a16="http://schemas.microsoft.com/office/drawing/2014/main" id="{D32F91F4-ABB4-2725-148F-6434C4E8BD9E}"/>
                    </a:ext>
                  </a:extLst>
                </p14:cNvPr>
                <p14:cNvContentPartPr/>
                <p14:nvPr/>
              </p14:nvContentPartPr>
              <p14:xfrm>
                <a:off x="8874463" y="6311520"/>
                <a:ext cx="66600" cy="37080"/>
              </p14:xfrm>
            </p:contentPart>
          </mc:Choice>
          <mc:Fallback>
            <p:pic>
              <p:nvPicPr>
                <p:cNvPr id="460" name="Ink 459">
                  <a:extLst>
                    <a:ext uri="{FF2B5EF4-FFF2-40B4-BE49-F238E27FC236}">
                      <a16:creationId xmlns:a16="http://schemas.microsoft.com/office/drawing/2014/main" id="{D32F91F4-ABB4-2725-148F-6434C4E8BD9E}"/>
                    </a:ext>
                  </a:extLst>
                </p:cNvPr>
                <p:cNvPicPr/>
                <p:nvPr/>
              </p:nvPicPr>
              <p:blipFill>
                <a:blip r:embed="rId573"/>
                <a:stretch>
                  <a:fillRect/>
                </a:stretch>
              </p:blipFill>
              <p:spPr>
                <a:xfrm>
                  <a:off x="8856823" y="6293880"/>
                  <a:ext cx="10224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4">
              <p14:nvContentPartPr>
                <p14:cNvPr id="461" name="Ink 460">
                  <a:extLst>
                    <a:ext uri="{FF2B5EF4-FFF2-40B4-BE49-F238E27FC236}">
                      <a16:creationId xmlns:a16="http://schemas.microsoft.com/office/drawing/2014/main" id="{CC1B4209-DA46-6419-D302-1F97162058AE}"/>
                    </a:ext>
                  </a:extLst>
                </p14:cNvPr>
                <p14:cNvContentPartPr/>
                <p14:nvPr/>
              </p14:nvContentPartPr>
              <p14:xfrm>
                <a:off x="9070303" y="6134040"/>
                <a:ext cx="171720" cy="231840"/>
              </p14:xfrm>
            </p:contentPart>
          </mc:Choice>
          <mc:Fallback>
            <p:pic>
              <p:nvPicPr>
                <p:cNvPr id="461" name="Ink 460">
                  <a:extLst>
                    <a:ext uri="{FF2B5EF4-FFF2-40B4-BE49-F238E27FC236}">
                      <a16:creationId xmlns:a16="http://schemas.microsoft.com/office/drawing/2014/main" id="{CC1B4209-DA46-6419-D302-1F97162058AE}"/>
                    </a:ext>
                  </a:extLst>
                </p:cNvPr>
                <p:cNvPicPr/>
                <p:nvPr/>
              </p:nvPicPr>
              <p:blipFill>
                <a:blip r:embed="rId575"/>
                <a:stretch>
                  <a:fillRect/>
                </a:stretch>
              </p:blipFill>
              <p:spPr>
                <a:xfrm>
                  <a:off x="9052303" y="6116040"/>
                  <a:ext cx="20736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6">
              <p14:nvContentPartPr>
                <p14:cNvPr id="462" name="Ink 461">
                  <a:extLst>
                    <a:ext uri="{FF2B5EF4-FFF2-40B4-BE49-F238E27FC236}">
                      <a16:creationId xmlns:a16="http://schemas.microsoft.com/office/drawing/2014/main" id="{B1C0A67D-1A91-8C3E-81B0-03A94816CC69}"/>
                    </a:ext>
                  </a:extLst>
                </p14:cNvPr>
                <p14:cNvContentPartPr/>
                <p14:nvPr/>
              </p14:nvContentPartPr>
              <p14:xfrm>
                <a:off x="9366943" y="6244560"/>
                <a:ext cx="39600" cy="140040"/>
              </p14:xfrm>
            </p:contentPart>
          </mc:Choice>
          <mc:Fallback>
            <p:pic>
              <p:nvPicPr>
                <p:cNvPr id="462" name="Ink 461">
                  <a:extLst>
                    <a:ext uri="{FF2B5EF4-FFF2-40B4-BE49-F238E27FC236}">
                      <a16:creationId xmlns:a16="http://schemas.microsoft.com/office/drawing/2014/main" id="{B1C0A67D-1A91-8C3E-81B0-03A94816CC69}"/>
                    </a:ext>
                  </a:extLst>
                </p:cNvPr>
                <p:cNvPicPr/>
                <p:nvPr/>
              </p:nvPicPr>
              <p:blipFill>
                <a:blip r:embed="rId577"/>
                <a:stretch>
                  <a:fillRect/>
                </a:stretch>
              </p:blipFill>
              <p:spPr>
                <a:xfrm>
                  <a:off x="9349303" y="6226560"/>
                  <a:ext cx="7524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8">
              <p14:nvContentPartPr>
                <p14:cNvPr id="463" name="Ink 462">
                  <a:extLst>
                    <a:ext uri="{FF2B5EF4-FFF2-40B4-BE49-F238E27FC236}">
                      <a16:creationId xmlns:a16="http://schemas.microsoft.com/office/drawing/2014/main" id="{AC9020D7-64CB-AA89-36A9-25B570F88B91}"/>
                    </a:ext>
                  </a:extLst>
                </p14:cNvPr>
                <p14:cNvContentPartPr/>
                <p14:nvPr/>
              </p14:nvContentPartPr>
              <p14:xfrm>
                <a:off x="9329863" y="6101280"/>
                <a:ext cx="45720" cy="14760"/>
              </p14:xfrm>
            </p:contentPart>
          </mc:Choice>
          <mc:Fallback>
            <p:pic>
              <p:nvPicPr>
                <p:cNvPr id="463" name="Ink 462">
                  <a:extLst>
                    <a:ext uri="{FF2B5EF4-FFF2-40B4-BE49-F238E27FC236}">
                      <a16:creationId xmlns:a16="http://schemas.microsoft.com/office/drawing/2014/main" id="{AC9020D7-64CB-AA89-36A9-25B570F88B91}"/>
                    </a:ext>
                  </a:extLst>
                </p:cNvPr>
                <p:cNvPicPr/>
                <p:nvPr/>
              </p:nvPicPr>
              <p:blipFill>
                <a:blip r:embed="rId579"/>
                <a:stretch>
                  <a:fillRect/>
                </a:stretch>
              </p:blipFill>
              <p:spPr>
                <a:xfrm>
                  <a:off x="9311863" y="6083640"/>
                  <a:ext cx="8136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0">
              <p14:nvContentPartPr>
                <p14:cNvPr id="464" name="Ink 463">
                  <a:extLst>
                    <a:ext uri="{FF2B5EF4-FFF2-40B4-BE49-F238E27FC236}">
                      <a16:creationId xmlns:a16="http://schemas.microsoft.com/office/drawing/2014/main" id="{1BA3215D-1167-7FA4-8456-07BEED39B8DE}"/>
                    </a:ext>
                  </a:extLst>
                </p14:cNvPr>
                <p14:cNvContentPartPr/>
                <p14:nvPr/>
              </p14:nvContentPartPr>
              <p14:xfrm>
                <a:off x="9529303" y="6186240"/>
                <a:ext cx="135720" cy="131400"/>
              </p14:xfrm>
            </p:contentPart>
          </mc:Choice>
          <mc:Fallback>
            <p:pic>
              <p:nvPicPr>
                <p:cNvPr id="464" name="Ink 463">
                  <a:extLst>
                    <a:ext uri="{FF2B5EF4-FFF2-40B4-BE49-F238E27FC236}">
                      <a16:creationId xmlns:a16="http://schemas.microsoft.com/office/drawing/2014/main" id="{1BA3215D-1167-7FA4-8456-07BEED39B8DE}"/>
                    </a:ext>
                  </a:extLst>
                </p:cNvPr>
                <p:cNvPicPr/>
                <p:nvPr/>
              </p:nvPicPr>
              <p:blipFill>
                <a:blip r:embed="rId581"/>
                <a:stretch>
                  <a:fillRect/>
                </a:stretch>
              </p:blipFill>
              <p:spPr>
                <a:xfrm>
                  <a:off x="9511303" y="6168240"/>
                  <a:ext cx="171360" cy="167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4" name="Group 483">
            <a:extLst>
              <a:ext uri="{FF2B5EF4-FFF2-40B4-BE49-F238E27FC236}">
                <a16:creationId xmlns:a16="http://schemas.microsoft.com/office/drawing/2014/main" id="{33691790-B398-AB39-83F7-499151E7CFBD}"/>
              </a:ext>
            </a:extLst>
          </p:cNvPr>
          <p:cNvGrpSpPr/>
          <p:nvPr/>
        </p:nvGrpSpPr>
        <p:grpSpPr>
          <a:xfrm>
            <a:off x="9887503" y="5651280"/>
            <a:ext cx="1534320" cy="905040"/>
            <a:chOff x="9887503" y="5651280"/>
            <a:chExt cx="1534320" cy="905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82">
              <p14:nvContentPartPr>
                <p14:cNvPr id="465" name="Ink 464">
                  <a:extLst>
                    <a:ext uri="{FF2B5EF4-FFF2-40B4-BE49-F238E27FC236}">
                      <a16:creationId xmlns:a16="http://schemas.microsoft.com/office/drawing/2014/main" id="{1B735543-9458-0E5B-87B5-1C6F8F508FC5}"/>
                    </a:ext>
                  </a:extLst>
                </p14:cNvPr>
                <p14:cNvContentPartPr/>
                <p14:nvPr/>
              </p14:nvContentPartPr>
              <p14:xfrm>
                <a:off x="10096663" y="5852520"/>
                <a:ext cx="44280" cy="223200"/>
              </p14:xfrm>
            </p:contentPart>
          </mc:Choice>
          <mc:Fallback>
            <p:pic>
              <p:nvPicPr>
                <p:cNvPr id="465" name="Ink 464">
                  <a:extLst>
                    <a:ext uri="{FF2B5EF4-FFF2-40B4-BE49-F238E27FC236}">
                      <a16:creationId xmlns:a16="http://schemas.microsoft.com/office/drawing/2014/main" id="{1B735543-9458-0E5B-87B5-1C6F8F508FC5}"/>
                    </a:ext>
                  </a:extLst>
                </p:cNvPr>
                <p:cNvPicPr/>
                <p:nvPr/>
              </p:nvPicPr>
              <p:blipFill>
                <a:blip r:embed="rId583"/>
                <a:stretch>
                  <a:fillRect/>
                </a:stretch>
              </p:blipFill>
              <p:spPr>
                <a:xfrm>
                  <a:off x="10078663" y="5834520"/>
                  <a:ext cx="7992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4">
              <p14:nvContentPartPr>
                <p14:cNvPr id="466" name="Ink 465">
                  <a:extLst>
                    <a:ext uri="{FF2B5EF4-FFF2-40B4-BE49-F238E27FC236}">
                      <a16:creationId xmlns:a16="http://schemas.microsoft.com/office/drawing/2014/main" id="{FDC0E147-89E6-BDFF-FDE0-A8BF34B478F3}"/>
                    </a:ext>
                  </a:extLst>
                </p14:cNvPr>
                <p14:cNvContentPartPr/>
                <p14:nvPr/>
              </p14:nvContentPartPr>
              <p14:xfrm>
                <a:off x="10091983" y="5787720"/>
                <a:ext cx="132840" cy="201960"/>
              </p14:xfrm>
            </p:contentPart>
          </mc:Choice>
          <mc:Fallback>
            <p:pic>
              <p:nvPicPr>
                <p:cNvPr id="466" name="Ink 465">
                  <a:extLst>
                    <a:ext uri="{FF2B5EF4-FFF2-40B4-BE49-F238E27FC236}">
                      <a16:creationId xmlns:a16="http://schemas.microsoft.com/office/drawing/2014/main" id="{FDC0E147-89E6-BDFF-FDE0-A8BF34B478F3}"/>
                    </a:ext>
                  </a:extLst>
                </p:cNvPr>
                <p:cNvPicPr/>
                <p:nvPr/>
              </p:nvPicPr>
              <p:blipFill>
                <a:blip r:embed="rId585"/>
                <a:stretch>
                  <a:fillRect/>
                </a:stretch>
              </p:blipFill>
              <p:spPr>
                <a:xfrm>
                  <a:off x="10074343" y="5770080"/>
                  <a:ext cx="16848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6">
              <p14:nvContentPartPr>
                <p14:cNvPr id="467" name="Ink 466">
                  <a:extLst>
                    <a:ext uri="{FF2B5EF4-FFF2-40B4-BE49-F238E27FC236}">
                      <a16:creationId xmlns:a16="http://schemas.microsoft.com/office/drawing/2014/main" id="{777B5BC1-FB70-B9CE-89D0-CD2E0FDFF2F1}"/>
                    </a:ext>
                  </a:extLst>
                </p14:cNvPr>
                <p14:cNvContentPartPr/>
                <p14:nvPr/>
              </p14:nvContentPartPr>
              <p14:xfrm>
                <a:off x="10326703" y="5919120"/>
                <a:ext cx="9000" cy="50760"/>
              </p14:xfrm>
            </p:contentPart>
          </mc:Choice>
          <mc:Fallback>
            <p:pic>
              <p:nvPicPr>
                <p:cNvPr id="467" name="Ink 466">
                  <a:extLst>
                    <a:ext uri="{FF2B5EF4-FFF2-40B4-BE49-F238E27FC236}">
                      <a16:creationId xmlns:a16="http://schemas.microsoft.com/office/drawing/2014/main" id="{777B5BC1-FB70-B9CE-89D0-CD2E0FDFF2F1}"/>
                    </a:ext>
                  </a:extLst>
                </p:cNvPr>
                <p:cNvPicPr/>
                <p:nvPr/>
              </p:nvPicPr>
              <p:blipFill>
                <a:blip r:embed="rId587"/>
                <a:stretch>
                  <a:fillRect/>
                </a:stretch>
              </p:blipFill>
              <p:spPr>
                <a:xfrm>
                  <a:off x="10309063" y="5901120"/>
                  <a:ext cx="4464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8">
              <p14:nvContentPartPr>
                <p14:cNvPr id="468" name="Ink 467">
                  <a:extLst>
                    <a:ext uri="{FF2B5EF4-FFF2-40B4-BE49-F238E27FC236}">
                      <a16:creationId xmlns:a16="http://schemas.microsoft.com/office/drawing/2014/main" id="{499E0150-4D0F-FD2C-247B-66CF4315E864}"/>
                    </a:ext>
                  </a:extLst>
                </p14:cNvPr>
                <p14:cNvContentPartPr/>
                <p14:nvPr/>
              </p14:nvContentPartPr>
              <p14:xfrm>
                <a:off x="10323463" y="5785200"/>
                <a:ext cx="14040" cy="36720"/>
              </p14:xfrm>
            </p:contentPart>
          </mc:Choice>
          <mc:Fallback>
            <p:pic>
              <p:nvPicPr>
                <p:cNvPr id="468" name="Ink 467">
                  <a:extLst>
                    <a:ext uri="{FF2B5EF4-FFF2-40B4-BE49-F238E27FC236}">
                      <a16:creationId xmlns:a16="http://schemas.microsoft.com/office/drawing/2014/main" id="{499E0150-4D0F-FD2C-247B-66CF4315E864}"/>
                    </a:ext>
                  </a:extLst>
                </p:cNvPr>
                <p:cNvPicPr/>
                <p:nvPr/>
              </p:nvPicPr>
              <p:blipFill>
                <a:blip r:embed="rId589"/>
                <a:stretch>
                  <a:fillRect/>
                </a:stretch>
              </p:blipFill>
              <p:spPr>
                <a:xfrm>
                  <a:off x="10305463" y="5767200"/>
                  <a:ext cx="4968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0">
              <p14:nvContentPartPr>
                <p14:cNvPr id="469" name="Ink 468">
                  <a:extLst>
                    <a:ext uri="{FF2B5EF4-FFF2-40B4-BE49-F238E27FC236}">
                      <a16:creationId xmlns:a16="http://schemas.microsoft.com/office/drawing/2014/main" id="{F14791D8-7726-B6DF-640B-E352346F5A9A}"/>
                    </a:ext>
                  </a:extLst>
                </p14:cNvPr>
                <p14:cNvContentPartPr/>
                <p14:nvPr/>
              </p14:nvContentPartPr>
              <p14:xfrm>
                <a:off x="10495543" y="5860080"/>
                <a:ext cx="160920" cy="25200"/>
              </p14:xfrm>
            </p:contentPart>
          </mc:Choice>
          <mc:Fallback>
            <p:pic>
              <p:nvPicPr>
                <p:cNvPr id="469" name="Ink 468">
                  <a:extLst>
                    <a:ext uri="{FF2B5EF4-FFF2-40B4-BE49-F238E27FC236}">
                      <a16:creationId xmlns:a16="http://schemas.microsoft.com/office/drawing/2014/main" id="{F14791D8-7726-B6DF-640B-E352346F5A9A}"/>
                    </a:ext>
                  </a:extLst>
                </p:cNvPr>
                <p:cNvPicPr/>
                <p:nvPr/>
              </p:nvPicPr>
              <p:blipFill>
                <a:blip r:embed="rId591"/>
                <a:stretch>
                  <a:fillRect/>
                </a:stretch>
              </p:blipFill>
              <p:spPr>
                <a:xfrm>
                  <a:off x="10477903" y="5842440"/>
                  <a:ext cx="19656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2">
              <p14:nvContentPartPr>
                <p14:cNvPr id="470" name="Ink 469">
                  <a:extLst>
                    <a:ext uri="{FF2B5EF4-FFF2-40B4-BE49-F238E27FC236}">
                      <a16:creationId xmlns:a16="http://schemas.microsoft.com/office/drawing/2014/main" id="{4139571E-3FF0-6D1C-A6FA-9121A3EEC233}"/>
                    </a:ext>
                  </a:extLst>
                </p14:cNvPr>
                <p14:cNvContentPartPr/>
                <p14:nvPr/>
              </p14:nvContentPartPr>
              <p14:xfrm>
                <a:off x="10598143" y="5782680"/>
                <a:ext cx="7560" cy="221400"/>
              </p14:xfrm>
            </p:contentPart>
          </mc:Choice>
          <mc:Fallback>
            <p:pic>
              <p:nvPicPr>
                <p:cNvPr id="470" name="Ink 469">
                  <a:extLst>
                    <a:ext uri="{FF2B5EF4-FFF2-40B4-BE49-F238E27FC236}">
                      <a16:creationId xmlns:a16="http://schemas.microsoft.com/office/drawing/2014/main" id="{4139571E-3FF0-6D1C-A6FA-9121A3EEC233}"/>
                    </a:ext>
                  </a:extLst>
                </p:cNvPr>
                <p:cNvPicPr/>
                <p:nvPr/>
              </p:nvPicPr>
              <p:blipFill>
                <a:blip r:embed="rId593"/>
                <a:stretch>
                  <a:fillRect/>
                </a:stretch>
              </p:blipFill>
              <p:spPr>
                <a:xfrm>
                  <a:off x="10580143" y="5764680"/>
                  <a:ext cx="4320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4">
              <p14:nvContentPartPr>
                <p14:cNvPr id="471" name="Ink 470">
                  <a:extLst>
                    <a:ext uri="{FF2B5EF4-FFF2-40B4-BE49-F238E27FC236}">
                      <a16:creationId xmlns:a16="http://schemas.microsoft.com/office/drawing/2014/main" id="{FE29CF2B-2D68-3A8A-52B8-0C999C14DAF4}"/>
                    </a:ext>
                  </a:extLst>
                </p14:cNvPr>
                <p14:cNvContentPartPr/>
                <p14:nvPr/>
              </p14:nvContentPartPr>
              <p14:xfrm>
                <a:off x="10745743" y="5707800"/>
                <a:ext cx="28800" cy="187560"/>
              </p14:xfrm>
            </p:contentPart>
          </mc:Choice>
          <mc:Fallback>
            <p:pic>
              <p:nvPicPr>
                <p:cNvPr id="471" name="Ink 470">
                  <a:extLst>
                    <a:ext uri="{FF2B5EF4-FFF2-40B4-BE49-F238E27FC236}">
                      <a16:creationId xmlns:a16="http://schemas.microsoft.com/office/drawing/2014/main" id="{FE29CF2B-2D68-3A8A-52B8-0C999C14DAF4}"/>
                    </a:ext>
                  </a:extLst>
                </p:cNvPr>
                <p:cNvPicPr/>
                <p:nvPr/>
              </p:nvPicPr>
              <p:blipFill>
                <a:blip r:embed="rId595"/>
                <a:stretch>
                  <a:fillRect/>
                </a:stretch>
              </p:blipFill>
              <p:spPr>
                <a:xfrm>
                  <a:off x="10727743" y="5690160"/>
                  <a:ext cx="6444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6">
              <p14:nvContentPartPr>
                <p14:cNvPr id="472" name="Ink 471">
                  <a:extLst>
                    <a:ext uri="{FF2B5EF4-FFF2-40B4-BE49-F238E27FC236}">
                      <a16:creationId xmlns:a16="http://schemas.microsoft.com/office/drawing/2014/main" id="{613E632C-52B3-8D28-D3AA-F7F52591DDE2}"/>
                    </a:ext>
                  </a:extLst>
                </p14:cNvPr>
                <p14:cNvContentPartPr/>
                <p14:nvPr/>
              </p14:nvContentPartPr>
              <p14:xfrm>
                <a:off x="10712983" y="5651280"/>
                <a:ext cx="144000" cy="183600"/>
              </p14:xfrm>
            </p:contentPart>
          </mc:Choice>
          <mc:Fallback>
            <p:pic>
              <p:nvPicPr>
                <p:cNvPr id="472" name="Ink 471">
                  <a:extLst>
                    <a:ext uri="{FF2B5EF4-FFF2-40B4-BE49-F238E27FC236}">
                      <a16:creationId xmlns:a16="http://schemas.microsoft.com/office/drawing/2014/main" id="{613E632C-52B3-8D28-D3AA-F7F52591DDE2}"/>
                    </a:ext>
                  </a:extLst>
                </p:cNvPr>
                <p:cNvPicPr/>
                <p:nvPr/>
              </p:nvPicPr>
              <p:blipFill>
                <a:blip r:embed="rId597"/>
                <a:stretch>
                  <a:fillRect/>
                </a:stretch>
              </p:blipFill>
              <p:spPr>
                <a:xfrm>
                  <a:off x="10695343" y="5633280"/>
                  <a:ext cx="17964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8">
              <p14:nvContentPartPr>
                <p14:cNvPr id="473" name="Ink 472">
                  <a:extLst>
                    <a:ext uri="{FF2B5EF4-FFF2-40B4-BE49-F238E27FC236}">
                      <a16:creationId xmlns:a16="http://schemas.microsoft.com/office/drawing/2014/main" id="{6A8E5D4E-A9DA-D880-ECA5-D129EEDF12E9}"/>
                    </a:ext>
                  </a:extLst>
                </p14:cNvPr>
                <p14:cNvContentPartPr/>
                <p14:nvPr/>
              </p14:nvContentPartPr>
              <p14:xfrm>
                <a:off x="10991983" y="5707080"/>
                <a:ext cx="62280" cy="177840"/>
              </p14:xfrm>
            </p:contentPart>
          </mc:Choice>
          <mc:Fallback>
            <p:pic>
              <p:nvPicPr>
                <p:cNvPr id="473" name="Ink 472">
                  <a:extLst>
                    <a:ext uri="{FF2B5EF4-FFF2-40B4-BE49-F238E27FC236}">
                      <a16:creationId xmlns:a16="http://schemas.microsoft.com/office/drawing/2014/main" id="{6A8E5D4E-A9DA-D880-ECA5-D129EEDF12E9}"/>
                    </a:ext>
                  </a:extLst>
                </p:cNvPr>
                <p:cNvPicPr/>
                <p:nvPr/>
              </p:nvPicPr>
              <p:blipFill>
                <a:blip r:embed="rId599"/>
                <a:stretch>
                  <a:fillRect/>
                </a:stretch>
              </p:blipFill>
              <p:spPr>
                <a:xfrm>
                  <a:off x="10973983" y="5689080"/>
                  <a:ext cx="9792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0">
              <p14:nvContentPartPr>
                <p14:cNvPr id="474" name="Ink 473">
                  <a:extLst>
                    <a:ext uri="{FF2B5EF4-FFF2-40B4-BE49-F238E27FC236}">
                      <a16:creationId xmlns:a16="http://schemas.microsoft.com/office/drawing/2014/main" id="{3E03F773-7827-ED5D-6590-42DD39915EF1}"/>
                    </a:ext>
                  </a:extLst>
                </p14:cNvPr>
                <p14:cNvContentPartPr/>
                <p14:nvPr/>
              </p14:nvContentPartPr>
              <p14:xfrm>
                <a:off x="10983343" y="5766840"/>
                <a:ext cx="109800" cy="61200"/>
              </p14:xfrm>
            </p:contentPart>
          </mc:Choice>
          <mc:Fallback>
            <p:pic>
              <p:nvPicPr>
                <p:cNvPr id="474" name="Ink 473">
                  <a:extLst>
                    <a:ext uri="{FF2B5EF4-FFF2-40B4-BE49-F238E27FC236}">
                      <a16:creationId xmlns:a16="http://schemas.microsoft.com/office/drawing/2014/main" id="{3E03F773-7827-ED5D-6590-42DD39915EF1}"/>
                    </a:ext>
                  </a:extLst>
                </p:cNvPr>
                <p:cNvPicPr/>
                <p:nvPr/>
              </p:nvPicPr>
              <p:blipFill>
                <a:blip r:embed="rId601"/>
                <a:stretch>
                  <a:fillRect/>
                </a:stretch>
              </p:blipFill>
              <p:spPr>
                <a:xfrm>
                  <a:off x="10965343" y="5748840"/>
                  <a:ext cx="14544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2">
              <p14:nvContentPartPr>
                <p14:cNvPr id="475" name="Ink 474">
                  <a:extLst>
                    <a:ext uri="{FF2B5EF4-FFF2-40B4-BE49-F238E27FC236}">
                      <a16:creationId xmlns:a16="http://schemas.microsoft.com/office/drawing/2014/main" id="{CA12E0B6-C45E-C615-6F21-B4A2A5E99BED}"/>
                    </a:ext>
                  </a:extLst>
                </p14:cNvPr>
                <p14:cNvContentPartPr/>
                <p14:nvPr/>
              </p14:nvContentPartPr>
              <p14:xfrm>
                <a:off x="10119703" y="5972760"/>
                <a:ext cx="1058760" cy="158760"/>
              </p14:xfrm>
            </p:contentPart>
          </mc:Choice>
          <mc:Fallback>
            <p:pic>
              <p:nvPicPr>
                <p:cNvPr id="475" name="Ink 474">
                  <a:extLst>
                    <a:ext uri="{FF2B5EF4-FFF2-40B4-BE49-F238E27FC236}">
                      <a16:creationId xmlns:a16="http://schemas.microsoft.com/office/drawing/2014/main" id="{CA12E0B6-C45E-C615-6F21-B4A2A5E99BED}"/>
                    </a:ext>
                  </a:extLst>
                </p:cNvPr>
                <p:cNvPicPr/>
                <p:nvPr/>
              </p:nvPicPr>
              <p:blipFill>
                <a:blip r:embed="rId603"/>
                <a:stretch>
                  <a:fillRect/>
                </a:stretch>
              </p:blipFill>
              <p:spPr>
                <a:xfrm>
                  <a:off x="10101703" y="5954760"/>
                  <a:ext cx="109440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4">
              <p14:nvContentPartPr>
                <p14:cNvPr id="476" name="Ink 475">
                  <a:extLst>
                    <a:ext uri="{FF2B5EF4-FFF2-40B4-BE49-F238E27FC236}">
                      <a16:creationId xmlns:a16="http://schemas.microsoft.com/office/drawing/2014/main" id="{411FB1B1-F93F-5697-69A4-CD38B0C456EE}"/>
                    </a:ext>
                  </a:extLst>
                </p14:cNvPr>
                <p14:cNvContentPartPr/>
                <p14:nvPr/>
              </p14:nvContentPartPr>
              <p14:xfrm>
                <a:off x="10534423" y="6292080"/>
                <a:ext cx="47520" cy="264240"/>
              </p14:xfrm>
            </p:contentPart>
          </mc:Choice>
          <mc:Fallback>
            <p:pic>
              <p:nvPicPr>
                <p:cNvPr id="476" name="Ink 475">
                  <a:extLst>
                    <a:ext uri="{FF2B5EF4-FFF2-40B4-BE49-F238E27FC236}">
                      <a16:creationId xmlns:a16="http://schemas.microsoft.com/office/drawing/2014/main" id="{411FB1B1-F93F-5697-69A4-CD38B0C456EE}"/>
                    </a:ext>
                  </a:extLst>
                </p:cNvPr>
                <p:cNvPicPr/>
                <p:nvPr/>
              </p:nvPicPr>
              <p:blipFill>
                <a:blip r:embed="rId605"/>
                <a:stretch>
                  <a:fillRect/>
                </a:stretch>
              </p:blipFill>
              <p:spPr>
                <a:xfrm>
                  <a:off x="10516423" y="6274440"/>
                  <a:ext cx="83160" cy="29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6">
              <p14:nvContentPartPr>
                <p14:cNvPr id="477" name="Ink 476">
                  <a:extLst>
                    <a:ext uri="{FF2B5EF4-FFF2-40B4-BE49-F238E27FC236}">
                      <a16:creationId xmlns:a16="http://schemas.microsoft.com/office/drawing/2014/main" id="{9E076449-B6E5-E5ED-BC73-D15DDF0F8ABD}"/>
                    </a:ext>
                  </a:extLst>
                </p14:cNvPr>
                <p14:cNvContentPartPr/>
                <p14:nvPr/>
              </p14:nvContentPartPr>
              <p14:xfrm>
                <a:off x="10547023" y="6266160"/>
                <a:ext cx="119880" cy="159840"/>
              </p14:xfrm>
            </p:contentPart>
          </mc:Choice>
          <mc:Fallback>
            <p:pic>
              <p:nvPicPr>
                <p:cNvPr id="477" name="Ink 476">
                  <a:extLst>
                    <a:ext uri="{FF2B5EF4-FFF2-40B4-BE49-F238E27FC236}">
                      <a16:creationId xmlns:a16="http://schemas.microsoft.com/office/drawing/2014/main" id="{9E076449-B6E5-E5ED-BC73-D15DDF0F8ABD}"/>
                    </a:ext>
                  </a:extLst>
                </p:cNvPr>
                <p:cNvPicPr/>
                <p:nvPr/>
              </p:nvPicPr>
              <p:blipFill>
                <a:blip r:embed="rId607"/>
                <a:stretch>
                  <a:fillRect/>
                </a:stretch>
              </p:blipFill>
              <p:spPr>
                <a:xfrm>
                  <a:off x="10529023" y="6248520"/>
                  <a:ext cx="15552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8">
              <p14:nvContentPartPr>
                <p14:cNvPr id="478" name="Ink 477">
                  <a:extLst>
                    <a:ext uri="{FF2B5EF4-FFF2-40B4-BE49-F238E27FC236}">
                      <a16:creationId xmlns:a16="http://schemas.microsoft.com/office/drawing/2014/main" id="{8C2EDA36-63CA-DADA-C77C-5C9115593741}"/>
                    </a:ext>
                  </a:extLst>
                </p14:cNvPr>
                <p14:cNvContentPartPr/>
                <p14:nvPr/>
              </p14:nvContentPartPr>
              <p14:xfrm>
                <a:off x="10820983" y="6307920"/>
                <a:ext cx="33120" cy="133200"/>
              </p14:xfrm>
            </p:contentPart>
          </mc:Choice>
          <mc:Fallback>
            <p:pic>
              <p:nvPicPr>
                <p:cNvPr id="478" name="Ink 477">
                  <a:extLst>
                    <a:ext uri="{FF2B5EF4-FFF2-40B4-BE49-F238E27FC236}">
                      <a16:creationId xmlns:a16="http://schemas.microsoft.com/office/drawing/2014/main" id="{8C2EDA36-63CA-DADA-C77C-5C9115593741}"/>
                    </a:ext>
                  </a:extLst>
                </p:cNvPr>
                <p:cNvPicPr/>
                <p:nvPr/>
              </p:nvPicPr>
              <p:blipFill>
                <a:blip r:embed="rId609"/>
                <a:stretch>
                  <a:fillRect/>
                </a:stretch>
              </p:blipFill>
              <p:spPr>
                <a:xfrm>
                  <a:off x="10803343" y="6290280"/>
                  <a:ext cx="6876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0">
              <p14:nvContentPartPr>
                <p14:cNvPr id="479" name="Ink 478">
                  <a:extLst>
                    <a:ext uri="{FF2B5EF4-FFF2-40B4-BE49-F238E27FC236}">
                      <a16:creationId xmlns:a16="http://schemas.microsoft.com/office/drawing/2014/main" id="{24111C5A-57E1-7544-99B9-ADF10A2E6D0F}"/>
                    </a:ext>
                  </a:extLst>
                </p14:cNvPr>
                <p14:cNvContentPartPr/>
                <p14:nvPr/>
              </p14:nvContentPartPr>
              <p14:xfrm>
                <a:off x="10840783" y="6161400"/>
                <a:ext cx="20160" cy="15480"/>
              </p14:xfrm>
            </p:contentPart>
          </mc:Choice>
          <mc:Fallback>
            <p:pic>
              <p:nvPicPr>
                <p:cNvPr id="479" name="Ink 478">
                  <a:extLst>
                    <a:ext uri="{FF2B5EF4-FFF2-40B4-BE49-F238E27FC236}">
                      <a16:creationId xmlns:a16="http://schemas.microsoft.com/office/drawing/2014/main" id="{24111C5A-57E1-7544-99B9-ADF10A2E6D0F}"/>
                    </a:ext>
                  </a:extLst>
                </p:cNvPr>
                <p:cNvPicPr/>
                <p:nvPr/>
              </p:nvPicPr>
              <p:blipFill>
                <a:blip r:embed="rId611"/>
                <a:stretch>
                  <a:fillRect/>
                </a:stretch>
              </p:blipFill>
              <p:spPr>
                <a:xfrm>
                  <a:off x="10822783" y="6143400"/>
                  <a:ext cx="5580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2">
              <p14:nvContentPartPr>
                <p14:cNvPr id="482" name="Ink 481">
                  <a:extLst>
                    <a:ext uri="{FF2B5EF4-FFF2-40B4-BE49-F238E27FC236}">
                      <a16:creationId xmlns:a16="http://schemas.microsoft.com/office/drawing/2014/main" id="{C4B85827-B780-1B76-D6EA-A0263E6B7DF7}"/>
                    </a:ext>
                  </a:extLst>
                </p14:cNvPr>
                <p14:cNvContentPartPr/>
                <p14:nvPr/>
              </p14:nvContentPartPr>
              <p14:xfrm>
                <a:off x="9887503" y="5926680"/>
                <a:ext cx="323280" cy="533880"/>
              </p14:xfrm>
            </p:contentPart>
          </mc:Choice>
          <mc:Fallback>
            <p:pic>
              <p:nvPicPr>
                <p:cNvPr id="482" name="Ink 481">
                  <a:extLst>
                    <a:ext uri="{FF2B5EF4-FFF2-40B4-BE49-F238E27FC236}">
                      <a16:creationId xmlns:a16="http://schemas.microsoft.com/office/drawing/2014/main" id="{C4B85827-B780-1B76-D6EA-A0263E6B7DF7}"/>
                    </a:ext>
                  </a:extLst>
                </p:cNvPr>
                <p:cNvPicPr/>
                <p:nvPr/>
              </p:nvPicPr>
              <p:blipFill>
                <a:blip r:embed="rId613"/>
                <a:stretch>
                  <a:fillRect/>
                </a:stretch>
              </p:blipFill>
              <p:spPr>
                <a:xfrm>
                  <a:off x="9869503" y="5909040"/>
                  <a:ext cx="358920" cy="56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4">
              <p14:nvContentPartPr>
                <p14:cNvPr id="483" name="Ink 482">
                  <a:extLst>
                    <a:ext uri="{FF2B5EF4-FFF2-40B4-BE49-F238E27FC236}">
                      <a16:creationId xmlns:a16="http://schemas.microsoft.com/office/drawing/2014/main" id="{53E3BDBC-682B-EBC5-EA0A-60032AE573D3}"/>
                    </a:ext>
                  </a:extLst>
                </p14:cNvPr>
                <p14:cNvContentPartPr/>
                <p14:nvPr/>
              </p14:nvContentPartPr>
              <p14:xfrm>
                <a:off x="11372143" y="5788080"/>
                <a:ext cx="49680" cy="360000"/>
              </p14:xfrm>
            </p:contentPart>
          </mc:Choice>
          <mc:Fallback>
            <p:pic>
              <p:nvPicPr>
                <p:cNvPr id="483" name="Ink 482">
                  <a:extLst>
                    <a:ext uri="{FF2B5EF4-FFF2-40B4-BE49-F238E27FC236}">
                      <a16:creationId xmlns:a16="http://schemas.microsoft.com/office/drawing/2014/main" id="{53E3BDBC-682B-EBC5-EA0A-60032AE573D3}"/>
                    </a:ext>
                  </a:extLst>
                </p:cNvPr>
                <p:cNvPicPr/>
                <p:nvPr/>
              </p:nvPicPr>
              <p:blipFill>
                <a:blip r:embed="rId615"/>
                <a:stretch>
                  <a:fillRect/>
                </a:stretch>
              </p:blipFill>
              <p:spPr>
                <a:xfrm>
                  <a:off x="11354143" y="5770440"/>
                  <a:ext cx="85320" cy="395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90" name="Group 489">
            <a:extLst>
              <a:ext uri="{FF2B5EF4-FFF2-40B4-BE49-F238E27FC236}">
                <a16:creationId xmlns:a16="http://schemas.microsoft.com/office/drawing/2014/main" id="{4DE60A94-EC22-7D96-2B0B-20839CE5194E}"/>
              </a:ext>
            </a:extLst>
          </p:cNvPr>
          <p:cNvGrpSpPr/>
          <p:nvPr/>
        </p:nvGrpSpPr>
        <p:grpSpPr>
          <a:xfrm>
            <a:off x="7395583" y="6237720"/>
            <a:ext cx="1059840" cy="385560"/>
            <a:chOff x="7395583" y="6237720"/>
            <a:chExt cx="1059840" cy="385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16">
              <p14:nvContentPartPr>
                <p14:cNvPr id="485" name="Ink 484">
                  <a:extLst>
                    <a:ext uri="{FF2B5EF4-FFF2-40B4-BE49-F238E27FC236}">
                      <a16:creationId xmlns:a16="http://schemas.microsoft.com/office/drawing/2014/main" id="{327E27CB-B15A-5ECC-EA91-F138EAB2DCD9}"/>
                    </a:ext>
                  </a:extLst>
                </p14:cNvPr>
                <p14:cNvContentPartPr/>
                <p14:nvPr/>
              </p14:nvContentPartPr>
              <p14:xfrm>
                <a:off x="7395583" y="6237720"/>
                <a:ext cx="288360" cy="338760"/>
              </p14:xfrm>
            </p:contentPart>
          </mc:Choice>
          <mc:Fallback>
            <p:pic>
              <p:nvPicPr>
                <p:cNvPr id="485" name="Ink 484">
                  <a:extLst>
                    <a:ext uri="{FF2B5EF4-FFF2-40B4-BE49-F238E27FC236}">
                      <a16:creationId xmlns:a16="http://schemas.microsoft.com/office/drawing/2014/main" id="{327E27CB-B15A-5ECC-EA91-F138EAB2DCD9}"/>
                    </a:ext>
                  </a:extLst>
                </p:cNvPr>
                <p:cNvPicPr/>
                <p:nvPr/>
              </p:nvPicPr>
              <p:blipFill>
                <a:blip r:embed="rId617"/>
                <a:stretch>
                  <a:fillRect/>
                </a:stretch>
              </p:blipFill>
              <p:spPr>
                <a:xfrm>
                  <a:off x="7377943" y="6219720"/>
                  <a:ext cx="324000" cy="37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8">
              <p14:nvContentPartPr>
                <p14:cNvPr id="486" name="Ink 485">
                  <a:extLst>
                    <a:ext uri="{FF2B5EF4-FFF2-40B4-BE49-F238E27FC236}">
                      <a16:creationId xmlns:a16="http://schemas.microsoft.com/office/drawing/2014/main" id="{A71936BA-0846-DB43-BF9E-8BE0DD441693}"/>
                    </a:ext>
                  </a:extLst>
                </p14:cNvPr>
                <p14:cNvContentPartPr/>
                <p14:nvPr/>
              </p14:nvContentPartPr>
              <p14:xfrm>
                <a:off x="7850263" y="6454440"/>
                <a:ext cx="102600" cy="168840"/>
              </p14:xfrm>
            </p:contentPart>
          </mc:Choice>
          <mc:Fallback>
            <p:pic>
              <p:nvPicPr>
                <p:cNvPr id="486" name="Ink 485">
                  <a:extLst>
                    <a:ext uri="{FF2B5EF4-FFF2-40B4-BE49-F238E27FC236}">
                      <a16:creationId xmlns:a16="http://schemas.microsoft.com/office/drawing/2014/main" id="{A71936BA-0846-DB43-BF9E-8BE0DD441693}"/>
                    </a:ext>
                  </a:extLst>
                </p:cNvPr>
                <p:cNvPicPr/>
                <p:nvPr/>
              </p:nvPicPr>
              <p:blipFill>
                <a:blip r:embed="rId619"/>
                <a:stretch>
                  <a:fillRect/>
                </a:stretch>
              </p:blipFill>
              <p:spPr>
                <a:xfrm>
                  <a:off x="7832263" y="6436800"/>
                  <a:ext cx="13824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0">
              <p14:nvContentPartPr>
                <p14:cNvPr id="487" name="Ink 486">
                  <a:extLst>
                    <a:ext uri="{FF2B5EF4-FFF2-40B4-BE49-F238E27FC236}">
                      <a16:creationId xmlns:a16="http://schemas.microsoft.com/office/drawing/2014/main" id="{4F4A6CFA-C057-9AB9-14CA-AB41846DC339}"/>
                    </a:ext>
                  </a:extLst>
                </p14:cNvPr>
                <p14:cNvContentPartPr/>
                <p14:nvPr/>
              </p14:nvContentPartPr>
              <p14:xfrm>
                <a:off x="8087143" y="6386040"/>
                <a:ext cx="246240" cy="153360"/>
              </p14:xfrm>
            </p:contentPart>
          </mc:Choice>
          <mc:Fallback>
            <p:pic>
              <p:nvPicPr>
                <p:cNvPr id="487" name="Ink 486">
                  <a:extLst>
                    <a:ext uri="{FF2B5EF4-FFF2-40B4-BE49-F238E27FC236}">
                      <a16:creationId xmlns:a16="http://schemas.microsoft.com/office/drawing/2014/main" id="{4F4A6CFA-C057-9AB9-14CA-AB41846DC339}"/>
                    </a:ext>
                  </a:extLst>
                </p:cNvPr>
                <p:cNvPicPr/>
                <p:nvPr/>
              </p:nvPicPr>
              <p:blipFill>
                <a:blip r:embed="rId621"/>
                <a:stretch>
                  <a:fillRect/>
                </a:stretch>
              </p:blipFill>
              <p:spPr>
                <a:xfrm>
                  <a:off x="8069143" y="6368400"/>
                  <a:ext cx="28188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2">
              <p14:nvContentPartPr>
                <p14:cNvPr id="488" name="Ink 487">
                  <a:extLst>
                    <a:ext uri="{FF2B5EF4-FFF2-40B4-BE49-F238E27FC236}">
                      <a16:creationId xmlns:a16="http://schemas.microsoft.com/office/drawing/2014/main" id="{6E81DB10-A5E6-2DF2-A4AD-735F1839E7C0}"/>
                    </a:ext>
                  </a:extLst>
                </p14:cNvPr>
                <p14:cNvContentPartPr/>
                <p14:nvPr/>
              </p14:nvContentPartPr>
              <p14:xfrm>
                <a:off x="8355343" y="6274080"/>
                <a:ext cx="83880" cy="212040"/>
              </p14:xfrm>
            </p:contentPart>
          </mc:Choice>
          <mc:Fallback>
            <p:pic>
              <p:nvPicPr>
                <p:cNvPr id="488" name="Ink 487">
                  <a:extLst>
                    <a:ext uri="{FF2B5EF4-FFF2-40B4-BE49-F238E27FC236}">
                      <a16:creationId xmlns:a16="http://schemas.microsoft.com/office/drawing/2014/main" id="{6E81DB10-A5E6-2DF2-A4AD-735F1839E7C0}"/>
                    </a:ext>
                  </a:extLst>
                </p:cNvPr>
                <p:cNvPicPr/>
                <p:nvPr/>
              </p:nvPicPr>
              <p:blipFill>
                <a:blip r:embed="rId623"/>
                <a:stretch>
                  <a:fillRect/>
                </a:stretch>
              </p:blipFill>
              <p:spPr>
                <a:xfrm>
                  <a:off x="8337343" y="6256080"/>
                  <a:ext cx="11952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4">
              <p14:nvContentPartPr>
                <p14:cNvPr id="489" name="Ink 488">
                  <a:extLst>
                    <a:ext uri="{FF2B5EF4-FFF2-40B4-BE49-F238E27FC236}">
                      <a16:creationId xmlns:a16="http://schemas.microsoft.com/office/drawing/2014/main" id="{A2F09E8D-D9B7-FACA-3CE8-53D08565DA4F}"/>
                    </a:ext>
                  </a:extLst>
                </p14:cNvPr>
                <p14:cNvContentPartPr/>
                <p14:nvPr/>
              </p14:nvContentPartPr>
              <p14:xfrm>
                <a:off x="8330503" y="6337440"/>
                <a:ext cx="124920" cy="75600"/>
              </p14:xfrm>
            </p:contentPart>
          </mc:Choice>
          <mc:Fallback>
            <p:pic>
              <p:nvPicPr>
                <p:cNvPr id="489" name="Ink 488">
                  <a:extLst>
                    <a:ext uri="{FF2B5EF4-FFF2-40B4-BE49-F238E27FC236}">
                      <a16:creationId xmlns:a16="http://schemas.microsoft.com/office/drawing/2014/main" id="{A2F09E8D-D9B7-FACA-3CE8-53D08565DA4F}"/>
                    </a:ext>
                  </a:extLst>
                </p:cNvPr>
                <p:cNvPicPr/>
                <p:nvPr/>
              </p:nvPicPr>
              <p:blipFill>
                <a:blip r:embed="rId625"/>
                <a:stretch>
                  <a:fillRect/>
                </a:stretch>
              </p:blipFill>
              <p:spPr>
                <a:xfrm>
                  <a:off x="8312503" y="6319440"/>
                  <a:ext cx="160560" cy="1112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7947351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E8A18-371D-69C4-67A3-AC3FBABF4D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B6BFA0-C9E9-3F1D-0AE0-DCEDE4B3EC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Non-inverting Op Amp</a:t>
            </a:r>
          </a:p>
        </p:txBody>
      </p: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482CCB75-E899-7C86-06C2-909F0C54806B}"/>
              </a:ext>
            </a:extLst>
          </p:cNvPr>
          <p:cNvGrpSpPr/>
          <p:nvPr/>
        </p:nvGrpSpPr>
        <p:grpSpPr>
          <a:xfrm>
            <a:off x="911211" y="1335960"/>
            <a:ext cx="4675320" cy="1895040"/>
            <a:chOff x="911211" y="1335960"/>
            <a:chExt cx="4675320" cy="1895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393D9000-49E6-0AAD-7B2A-91C8F9554A80}"/>
                    </a:ext>
                  </a:extLst>
                </p14:cNvPr>
                <p14:cNvContentPartPr/>
                <p14:nvPr/>
              </p14:nvContentPartPr>
              <p14:xfrm>
                <a:off x="2741811" y="1372320"/>
                <a:ext cx="66600" cy="178128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393D9000-49E6-0AAD-7B2A-91C8F9554A80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723811" y="1354320"/>
                  <a:ext cx="102240" cy="181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83CB2A3E-E693-7032-47B4-3D0EDFC2CE31}"/>
                    </a:ext>
                  </a:extLst>
                </p14:cNvPr>
                <p14:cNvContentPartPr/>
                <p14:nvPr/>
              </p14:nvContentPartPr>
              <p14:xfrm>
                <a:off x="2759091" y="1335960"/>
                <a:ext cx="1873440" cy="189504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83CB2A3E-E693-7032-47B4-3D0EDFC2CE31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741094" y="1317957"/>
                  <a:ext cx="1909073" cy="193068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7EA62518-1967-0F35-159D-4EF8E89B2427}"/>
                    </a:ext>
                  </a:extLst>
                </p14:cNvPr>
                <p14:cNvContentPartPr/>
                <p14:nvPr/>
              </p14:nvContentPartPr>
              <p14:xfrm>
                <a:off x="2961051" y="1902960"/>
                <a:ext cx="343440" cy="2736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7EA62518-1967-0F35-159D-4EF8E89B2427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943051" y="1884720"/>
                  <a:ext cx="379080" cy="6347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6D2724C7-11F4-1F11-528B-120E834A6803}"/>
                    </a:ext>
                  </a:extLst>
                </p14:cNvPr>
                <p14:cNvContentPartPr/>
                <p14:nvPr/>
              </p14:nvContentPartPr>
              <p14:xfrm>
                <a:off x="3103971" y="2531520"/>
                <a:ext cx="252360" cy="3132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6D2724C7-11F4-1F11-528B-120E834A6803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085971" y="2513520"/>
                  <a:ext cx="28800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DCBC7388-2441-CD97-5B09-367A9FD5B73D}"/>
                    </a:ext>
                  </a:extLst>
                </p14:cNvPr>
                <p14:cNvContentPartPr/>
                <p14:nvPr/>
              </p14:nvContentPartPr>
              <p14:xfrm>
                <a:off x="3198291" y="2448000"/>
                <a:ext cx="40320" cy="22392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DCBC7388-2441-CD97-5B09-367A9FD5B73D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180129" y="2430000"/>
                  <a:ext cx="76281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491F0E63-4ACC-4DAA-D016-B081B6A5BB76}"/>
                    </a:ext>
                  </a:extLst>
                </p14:cNvPr>
                <p14:cNvContentPartPr/>
                <p14:nvPr/>
              </p14:nvContentPartPr>
              <p14:xfrm>
                <a:off x="4657731" y="2096280"/>
                <a:ext cx="928800" cy="4824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491F0E63-4ACC-4DAA-D016-B081B6A5BB76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639731" y="2078145"/>
                  <a:ext cx="964440" cy="8414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3FF45432-69D2-2A35-B4BB-7CB0A47F10E3}"/>
                    </a:ext>
                  </a:extLst>
                </p14:cNvPr>
                <p14:cNvContentPartPr/>
                <p14:nvPr/>
              </p14:nvContentPartPr>
              <p14:xfrm>
                <a:off x="2007771" y="2627280"/>
                <a:ext cx="846000" cy="8388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3FF45432-69D2-2A35-B4BB-7CB0A47F10E3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989763" y="2609357"/>
                  <a:ext cx="881655" cy="11936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E9F2C44D-3E02-2AE4-2942-68CC953E3D22}"/>
                    </a:ext>
                  </a:extLst>
                </p14:cNvPr>
                <p14:cNvContentPartPr/>
                <p14:nvPr/>
              </p14:nvContentPartPr>
              <p14:xfrm>
                <a:off x="1954491" y="2592720"/>
                <a:ext cx="155160" cy="17604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E9F2C44D-3E02-2AE4-2942-68CC953E3D22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936449" y="2574720"/>
                  <a:ext cx="190883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80BDB2AE-CD88-973D-7ECA-9AF864FCD929}"/>
                    </a:ext>
                  </a:extLst>
                </p14:cNvPr>
                <p14:cNvContentPartPr/>
                <p14:nvPr/>
              </p14:nvContentPartPr>
              <p14:xfrm>
                <a:off x="911211" y="2787480"/>
                <a:ext cx="192960" cy="23688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80BDB2AE-CD88-973D-7ECA-9AF864FCD929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93245" y="2769453"/>
                  <a:ext cx="228534" cy="27257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6D719BFA-2EED-CB4A-F9B1-9382D1CDB6EA}"/>
                    </a:ext>
                  </a:extLst>
                </p14:cNvPr>
                <p14:cNvContentPartPr/>
                <p14:nvPr/>
              </p14:nvContentPartPr>
              <p14:xfrm>
                <a:off x="1257891" y="2909880"/>
                <a:ext cx="72720" cy="14292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6D719BFA-2EED-CB4A-F9B1-9382D1CDB6E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239891" y="2891880"/>
                  <a:ext cx="10836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03DE8BC8-10F7-8C54-F26D-3661CE4DB47B}"/>
                    </a:ext>
                  </a:extLst>
                </p14:cNvPr>
                <p14:cNvContentPartPr/>
                <p14:nvPr/>
              </p14:nvContentPartPr>
              <p14:xfrm>
                <a:off x="1260051" y="2771640"/>
                <a:ext cx="9720" cy="1980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03DE8BC8-10F7-8C54-F26D-3661CE4DB47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242051" y="2753640"/>
                  <a:ext cx="4536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028E65AF-9FA9-8A72-8354-82C1575261F0}"/>
                    </a:ext>
                  </a:extLst>
                </p14:cNvPr>
                <p14:cNvContentPartPr/>
                <p14:nvPr/>
              </p14:nvContentPartPr>
              <p14:xfrm>
                <a:off x="1388571" y="2867400"/>
                <a:ext cx="217080" cy="13572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028E65AF-9FA9-8A72-8354-82C1575261F0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370571" y="2849400"/>
                  <a:ext cx="252720" cy="171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6">
            <p14:nvContentPartPr>
              <p14:cNvPr id="178" name="Ink 177">
                <a:extLst>
                  <a:ext uri="{FF2B5EF4-FFF2-40B4-BE49-F238E27FC236}">
                    <a16:creationId xmlns:a16="http://schemas.microsoft.com/office/drawing/2014/main" id="{85E53B0C-AC69-B08A-882D-4E3F4A23A32A}"/>
                  </a:ext>
                </a:extLst>
              </p14:cNvPr>
              <p14:cNvContentPartPr/>
              <p14:nvPr/>
            </p14:nvContentPartPr>
            <p14:xfrm>
              <a:off x="5558091" y="2064240"/>
              <a:ext cx="109080" cy="115200"/>
            </p14:xfrm>
          </p:contentPart>
        </mc:Choice>
        <mc:Fallback>
          <p:pic>
            <p:nvPicPr>
              <p:cNvPr id="178" name="Ink 177">
                <a:extLst>
                  <a:ext uri="{FF2B5EF4-FFF2-40B4-BE49-F238E27FC236}">
                    <a16:creationId xmlns:a16="http://schemas.microsoft.com/office/drawing/2014/main" id="{85E53B0C-AC69-B08A-882D-4E3F4A23A32A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5540031" y="2046296"/>
                <a:ext cx="144838" cy="15072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13381260-E7F1-541B-735B-327C2E875B32}"/>
                  </a:ext>
                </a:extLst>
              </p14:cNvPr>
              <p14:cNvContentPartPr/>
              <p14:nvPr/>
            </p14:nvContentPartPr>
            <p14:xfrm>
              <a:off x="5591211" y="2123640"/>
              <a:ext cx="25200" cy="13680"/>
            </p14:xfrm>
          </p:contentPart>
        </mc:Choice>
        <mc:Fallback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13381260-E7F1-541B-735B-327C2E875B32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5573211" y="2106102"/>
                <a:ext cx="60840" cy="4840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">
            <p14:nvContentPartPr>
              <p14:cNvPr id="182" name="Ink 181">
                <a:extLst>
                  <a:ext uri="{FF2B5EF4-FFF2-40B4-BE49-F238E27FC236}">
                    <a16:creationId xmlns:a16="http://schemas.microsoft.com/office/drawing/2014/main" id="{3327898C-7BCD-36AE-2E72-0A76F4DDEC90}"/>
                  </a:ext>
                </a:extLst>
              </p14:cNvPr>
              <p14:cNvContentPartPr/>
              <p14:nvPr/>
            </p14:nvContentPartPr>
            <p14:xfrm>
              <a:off x="5288451" y="51480"/>
              <a:ext cx="242280" cy="668520"/>
            </p14:xfrm>
          </p:contentPart>
        </mc:Choice>
        <mc:Fallback>
          <p:pic>
            <p:nvPicPr>
              <p:cNvPr id="182" name="Ink 181">
                <a:extLst>
                  <a:ext uri="{FF2B5EF4-FFF2-40B4-BE49-F238E27FC236}">
                    <a16:creationId xmlns:a16="http://schemas.microsoft.com/office/drawing/2014/main" id="{3327898C-7BCD-36AE-2E72-0A76F4DDEC90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5270478" y="33480"/>
                <a:ext cx="277867" cy="704160"/>
              </a:xfrm>
              <a:prstGeom prst="rect">
                <a:avLst/>
              </a:prstGeom>
            </p:spPr>
          </p:pic>
        </mc:Fallback>
      </mc:AlternateContent>
      <p:grpSp>
        <p:nvGrpSpPr>
          <p:cNvPr id="201" name="Group 200">
            <a:extLst>
              <a:ext uri="{FF2B5EF4-FFF2-40B4-BE49-F238E27FC236}">
                <a16:creationId xmlns:a16="http://schemas.microsoft.com/office/drawing/2014/main" id="{AD74E12D-A71B-638D-AE18-C080A6AF1531}"/>
              </a:ext>
            </a:extLst>
          </p:cNvPr>
          <p:cNvGrpSpPr/>
          <p:nvPr/>
        </p:nvGrpSpPr>
        <p:grpSpPr>
          <a:xfrm>
            <a:off x="5799291" y="226800"/>
            <a:ext cx="1112400" cy="300960"/>
            <a:chOff x="5799291" y="226800"/>
            <a:chExt cx="1112400" cy="300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ABA3E4C7-66B6-CC3D-A20B-95BCF17600F1}"/>
                    </a:ext>
                  </a:extLst>
                </p14:cNvPr>
                <p14:cNvContentPartPr/>
                <p14:nvPr/>
              </p14:nvContentPartPr>
              <p14:xfrm>
                <a:off x="5799291" y="233640"/>
                <a:ext cx="166320" cy="24444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ABA3E4C7-66B6-CC3D-A20B-95BCF17600F1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781291" y="215640"/>
                  <a:ext cx="201960" cy="28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0EFD2D4C-A3C7-3A6D-6AFB-4EC492EE9B93}"/>
                    </a:ext>
                  </a:extLst>
                </p14:cNvPr>
                <p14:cNvContentPartPr/>
                <p14:nvPr/>
              </p14:nvContentPartPr>
              <p14:xfrm>
                <a:off x="6091611" y="226800"/>
                <a:ext cx="52560" cy="24372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0EFD2D4C-A3C7-3A6D-6AFB-4EC492EE9B93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073611" y="208827"/>
                  <a:ext cx="88200" cy="27930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128F1FA1-5249-C631-E964-DDAEA4B69753}"/>
                    </a:ext>
                  </a:extLst>
                </p14:cNvPr>
                <p14:cNvContentPartPr/>
                <p14:nvPr/>
              </p14:nvContentPartPr>
              <p14:xfrm>
                <a:off x="6214011" y="347400"/>
                <a:ext cx="132480" cy="11556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128F1FA1-5249-C631-E964-DDAEA4B69753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196011" y="329400"/>
                  <a:ext cx="16812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3C45F840-9D9E-25EF-1171-E4E33CDF78DA}"/>
                    </a:ext>
                  </a:extLst>
                </p14:cNvPr>
                <p14:cNvContentPartPr/>
                <p14:nvPr/>
              </p14:nvContentPartPr>
              <p14:xfrm>
                <a:off x="6416691" y="302400"/>
                <a:ext cx="97560" cy="22536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3C45F840-9D9E-25EF-1171-E4E33CDF78DA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398691" y="284429"/>
                  <a:ext cx="133200" cy="26094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039C2A9F-EBB0-B5E9-90CB-331A13608F57}"/>
                    </a:ext>
                  </a:extLst>
                </p14:cNvPr>
                <p14:cNvContentPartPr/>
                <p14:nvPr/>
              </p14:nvContentPartPr>
              <p14:xfrm>
                <a:off x="6563931" y="354600"/>
                <a:ext cx="82080" cy="12528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039C2A9F-EBB0-B5E9-90CB-331A13608F57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545931" y="336548"/>
                  <a:ext cx="117720" cy="16102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DAD7B212-1D64-A699-DDBD-B8506F739B6D}"/>
                    </a:ext>
                  </a:extLst>
                </p14:cNvPr>
                <p14:cNvContentPartPr/>
                <p14:nvPr/>
              </p14:nvContentPartPr>
              <p14:xfrm>
                <a:off x="6755811" y="229320"/>
                <a:ext cx="155880" cy="24552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DAD7B212-1D64-A699-DDBD-B8506F739B6D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737811" y="211320"/>
                  <a:ext cx="191520" cy="281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0" name="Group 199">
            <a:extLst>
              <a:ext uri="{FF2B5EF4-FFF2-40B4-BE49-F238E27FC236}">
                <a16:creationId xmlns:a16="http://schemas.microsoft.com/office/drawing/2014/main" id="{3E22DF1B-39AC-8365-410C-6689F09CD87D}"/>
              </a:ext>
            </a:extLst>
          </p:cNvPr>
          <p:cNvGrpSpPr/>
          <p:nvPr/>
        </p:nvGrpSpPr>
        <p:grpSpPr>
          <a:xfrm>
            <a:off x="7239291" y="181080"/>
            <a:ext cx="591840" cy="299520"/>
            <a:chOff x="7239291" y="181080"/>
            <a:chExt cx="591840" cy="299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241AD463-2E3A-C1B7-3057-6C9BA8987856}"/>
                    </a:ext>
                  </a:extLst>
                </p14:cNvPr>
                <p14:cNvContentPartPr/>
                <p14:nvPr/>
              </p14:nvContentPartPr>
              <p14:xfrm>
                <a:off x="7300851" y="181080"/>
                <a:ext cx="69120" cy="29952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241AD463-2E3A-C1B7-3057-6C9BA8987856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282851" y="163080"/>
                  <a:ext cx="104760" cy="33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E8C07B6D-C5C3-7610-E29E-5ACD0AF173BB}"/>
                    </a:ext>
                  </a:extLst>
                </p14:cNvPr>
                <p14:cNvContentPartPr/>
                <p14:nvPr/>
              </p14:nvContentPartPr>
              <p14:xfrm>
                <a:off x="7239291" y="267120"/>
                <a:ext cx="406800" cy="14400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E8C07B6D-C5C3-7610-E29E-5ACD0AF173BB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221291" y="249120"/>
                  <a:ext cx="44244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4621985F-1ECD-E41B-3B20-CF84B807B8E6}"/>
                    </a:ext>
                  </a:extLst>
                </p14:cNvPr>
                <p14:cNvContentPartPr/>
                <p14:nvPr/>
              </p14:nvContentPartPr>
              <p14:xfrm>
                <a:off x="7746891" y="262440"/>
                <a:ext cx="84240" cy="12024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4621985F-1ECD-E41B-3B20-CF84B807B8E6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728891" y="244440"/>
                  <a:ext cx="119880" cy="15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ED1F8A44-ADFE-8D6B-0DD9-BF8DDE339896}"/>
              </a:ext>
            </a:extLst>
          </p:cNvPr>
          <p:cNvGrpSpPr/>
          <p:nvPr/>
        </p:nvGrpSpPr>
        <p:grpSpPr>
          <a:xfrm>
            <a:off x="8279691" y="29160"/>
            <a:ext cx="780480" cy="405720"/>
            <a:chOff x="8279691" y="29160"/>
            <a:chExt cx="780480" cy="405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4D44145F-94D7-95E8-E102-4EE850C0FA67}"/>
                    </a:ext>
                  </a:extLst>
                </p14:cNvPr>
                <p14:cNvContentPartPr/>
                <p14:nvPr/>
              </p14:nvContentPartPr>
              <p14:xfrm>
                <a:off x="8279691" y="154440"/>
                <a:ext cx="57960" cy="21744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4D44145F-94D7-95E8-E102-4EE850C0FA67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8261691" y="136440"/>
                  <a:ext cx="9360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F91F86EA-5875-A868-A49A-8C48609994A3}"/>
                    </a:ext>
                  </a:extLst>
                </p14:cNvPr>
                <p14:cNvContentPartPr/>
                <p14:nvPr/>
              </p14:nvContentPartPr>
              <p14:xfrm>
                <a:off x="8426571" y="288360"/>
                <a:ext cx="99360" cy="111240"/>
              </p14:xfrm>
            </p:contentPart>
          </mc:Choice>
          <mc:Fallback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F91F86EA-5875-A868-A49A-8C48609994A3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8408571" y="270418"/>
                  <a:ext cx="135000" cy="14676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F0C28AED-8232-D21C-5AF1-39D35ABAC151}"/>
                    </a:ext>
                  </a:extLst>
                </p14:cNvPr>
                <p14:cNvContentPartPr/>
                <p14:nvPr/>
              </p14:nvContentPartPr>
              <p14:xfrm>
                <a:off x="8568411" y="248760"/>
                <a:ext cx="105480" cy="9468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F0C28AED-8232-D21C-5AF1-39D35ABAC151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550411" y="230828"/>
                  <a:ext cx="141120" cy="13018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93DDD539-49BC-B1FD-741C-2F4F0A4D13D6}"/>
                    </a:ext>
                  </a:extLst>
                </p14:cNvPr>
                <p14:cNvContentPartPr/>
                <p14:nvPr/>
              </p14:nvContentPartPr>
              <p14:xfrm>
                <a:off x="8814291" y="229680"/>
                <a:ext cx="16200" cy="205200"/>
              </p14:xfrm>
            </p:contentPart>
          </mc:Choice>
          <mc:Fallback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93DDD539-49BC-B1FD-741C-2F4F0A4D13D6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8796291" y="211680"/>
                  <a:ext cx="5184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3DDCCE3E-4104-BFD5-E5E7-9AE84E6E58B7}"/>
                    </a:ext>
                  </a:extLst>
                </p14:cNvPr>
                <p14:cNvContentPartPr/>
                <p14:nvPr/>
              </p14:nvContentPartPr>
              <p14:xfrm>
                <a:off x="8801691" y="221760"/>
                <a:ext cx="90720" cy="11916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3DDCCE3E-4104-BFD5-E5E7-9AE84E6E58B7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8783762" y="203814"/>
                  <a:ext cx="126219" cy="1546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FB60AF76-1048-AC5A-C67C-860B961A430E}"/>
                    </a:ext>
                  </a:extLst>
                </p14:cNvPr>
                <p14:cNvContentPartPr/>
                <p14:nvPr/>
              </p14:nvContentPartPr>
              <p14:xfrm>
                <a:off x="9004731" y="29160"/>
                <a:ext cx="55440" cy="38520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FB60AF76-1048-AC5A-C67C-860B961A430E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8986731" y="11160"/>
                  <a:ext cx="91080" cy="420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1" name="Group 210">
            <a:extLst>
              <a:ext uri="{FF2B5EF4-FFF2-40B4-BE49-F238E27FC236}">
                <a16:creationId xmlns:a16="http://schemas.microsoft.com/office/drawing/2014/main" id="{48E371FC-13FC-1747-5CF5-FCE15CEAF5EE}"/>
              </a:ext>
            </a:extLst>
          </p:cNvPr>
          <p:cNvGrpSpPr/>
          <p:nvPr/>
        </p:nvGrpSpPr>
        <p:grpSpPr>
          <a:xfrm>
            <a:off x="842811" y="660240"/>
            <a:ext cx="4113000" cy="1776240"/>
            <a:chOff x="842811" y="660240"/>
            <a:chExt cx="4113000" cy="1776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28D036E1-02C4-FA6B-8FD6-BAB07C754532}"/>
                    </a:ext>
                  </a:extLst>
                </p14:cNvPr>
                <p14:cNvContentPartPr/>
                <p14:nvPr/>
              </p14:nvContentPartPr>
              <p14:xfrm>
                <a:off x="987891" y="1712160"/>
                <a:ext cx="19800" cy="54576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28D036E1-02C4-FA6B-8FD6-BAB07C754532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969891" y="1694160"/>
                  <a:ext cx="55440" cy="58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8562B6C9-7127-BCEC-A7BA-E42F0642E14C}"/>
                    </a:ext>
                  </a:extLst>
                </p14:cNvPr>
                <p14:cNvContentPartPr/>
                <p14:nvPr/>
              </p14:nvContentPartPr>
              <p14:xfrm>
                <a:off x="842811" y="2250000"/>
                <a:ext cx="280440" cy="3024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8562B6C9-7127-BCEC-A7BA-E42F0642E14C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824811" y="2232000"/>
                  <a:ext cx="31608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3344FE2D-6006-2BC8-A809-22EF9EA22DD9}"/>
                    </a:ext>
                  </a:extLst>
                </p14:cNvPr>
                <p14:cNvContentPartPr/>
                <p14:nvPr/>
              </p14:nvContentPartPr>
              <p14:xfrm>
                <a:off x="845691" y="2316240"/>
                <a:ext cx="209160" cy="11196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3344FE2D-6006-2BC8-A809-22EF9EA22DD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827691" y="2298182"/>
                  <a:ext cx="244800" cy="14771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3B483408-6371-EFD2-0B20-BA468B520151}"/>
                    </a:ext>
                  </a:extLst>
                </p14:cNvPr>
                <p14:cNvContentPartPr/>
                <p14:nvPr/>
              </p14:nvContentPartPr>
              <p14:xfrm>
                <a:off x="1029651" y="2260440"/>
                <a:ext cx="55080" cy="17604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3B483408-6371-EFD2-0B20-BA468B520151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011651" y="2242440"/>
                  <a:ext cx="9072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60E5198D-E282-FC97-A46E-D2ED06B846DC}"/>
                    </a:ext>
                  </a:extLst>
                </p14:cNvPr>
                <p14:cNvContentPartPr/>
                <p14:nvPr/>
              </p14:nvContentPartPr>
              <p14:xfrm>
                <a:off x="986091" y="1793880"/>
                <a:ext cx="573840" cy="1260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60E5198D-E282-FC97-A46E-D2ED06B846DC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968080" y="1775880"/>
                  <a:ext cx="609502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2A2CEF03-A471-A1DA-FF73-DF133B29A8ED}"/>
                    </a:ext>
                  </a:extLst>
                </p14:cNvPr>
                <p14:cNvContentPartPr/>
                <p14:nvPr/>
              </p14:nvContentPartPr>
              <p14:xfrm>
                <a:off x="1577571" y="1623240"/>
                <a:ext cx="475560" cy="20952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2A2CEF03-A471-A1DA-FF73-DF133B29A8ED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559571" y="1605240"/>
                  <a:ext cx="51120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01D97C05-8D1A-8472-03EF-01B60F3B3CCD}"/>
                    </a:ext>
                  </a:extLst>
                </p14:cNvPr>
                <p14:cNvContentPartPr/>
                <p14:nvPr/>
              </p14:nvContentPartPr>
              <p14:xfrm>
                <a:off x="2044131" y="1805400"/>
                <a:ext cx="646560" cy="2880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01D97C05-8D1A-8472-03EF-01B60F3B3CCD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026131" y="1787400"/>
                  <a:ext cx="68220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457C3ABC-F8D9-39FC-B486-DD20C4B61CC6}"/>
                    </a:ext>
                  </a:extLst>
                </p14:cNvPr>
                <p14:cNvContentPartPr/>
                <p14:nvPr/>
              </p14:nvContentPartPr>
              <p14:xfrm>
                <a:off x="2717331" y="1779120"/>
                <a:ext cx="82080" cy="2088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457C3ABC-F8D9-39FC-B486-DD20C4B61CC6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2699331" y="1761425"/>
                  <a:ext cx="117720" cy="5591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1AA76D6E-34A8-E7CA-07F6-4D02E7553C10}"/>
                    </a:ext>
                  </a:extLst>
                </p14:cNvPr>
                <p14:cNvContentPartPr/>
                <p14:nvPr/>
              </p14:nvContentPartPr>
              <p14:xfrm>
                <a:off x="2747931" y="1791360"/>
                <a:ext cx="720" cy="396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1AA76D6E-34A8-E7CA-07F6-4D02E7553C10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2729931" y="1773360"/>
                  <a:ext cx="3636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375BCAF6-58EE-BB89-5E36-84A1EC2928A2}"/>
                    </a:ext>
                  </a:extLst>
                </p14:cNvPr>
                <p14:cNvContentPartPr/>
                <p14:nvPr/>
              </p14:nvContentPartPr>
              <p14:xfrm>
                <a:off x="2286051" y="918000"/>
                <a:ext cx="59760" cy="97092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375BCAF6-58EE-BB89-5E36-84A1EC2928A2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2268051" y="900000"/>
                  <a:ext cx="95400" cy="10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E8975137-4D6E-DFB9-21D6-4D62BC370F3F}"/>
                    </a:ext>
                  </a:extLst>
                </p14:cNvPr>
                <p14:cNvContentPartPr/>
                <p14:nvPr/>
              </p14:nvContentPartPr>
              <p14:xfrm>
                <a:off x="2352291" y="791280"/>
                <a:ext cx="1122120" cy="17856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E8975137-4D6E-DFB9-21D6-4D62BC370F3F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2334291" y="773280"/>
                  <a:ext cx="115776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4BEFE3EA-E942-8402-2765-3A5C588C7453}"/>
                    </a:ext>
                  </a:extLst>
                </p14:cNvPr>
                <p14:cNvContentPartPr/>
                <p14:nvPr/>
              </p14:nvContentPartPr>
              <p14:xfrm>
                <a:off x="3542811" y="660240"/>
                <a:ext cx="456120" cy="17496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4BEFE3EA-E942-8402-2765-3A5C588C745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3524811" y="642240"/>
                  <a:ext cx="49176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8E1DAFB2-76A0-1020-A3D1-15084EB3CC26}"/>
                    </a:ext>
                  </a:extLst>
                </p14:cNvPr>
                <p14:cNvContentPartPr/>
                <p14:nvPr/>
              </p14:nvContentPartPr>
              <p14:xfrm>
                <a:off x="4017651" y="767880"/>
                <a:ext cx="923400" cy="11124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8E1DAFB2-76A0-1020-A3D1-15084EB3CC26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3999651" y="749880"/>
                  <a:ext cx="95904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53D7EA62-EBCC-4A35-4115-494F2E2189CE}"/>
                    </a:ext>
                  </a:extLst>
                </p14:cNvPr>
                <p14:cNvContentPartPr/>
                <p14:nvPr/>
              </p14:nvContentPartPr>
              <p14:xfrm>
                <a:off x="4933131" y="830880"/>
                <a:ext cx="22680" cy="132192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53D7EA62-EBCC-4A35-4115-494F2E2189CE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4915131" y="812885"/>
                  <a:ext cx="58320" cy="135755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B0B6001D-85EA-EA3C-A5B8-0209C69C0BEB}"/>
                    </a:ext>
                  </a:extLst>
                </p14:cNvPr>
                <p14:cNvContentPartPr/>
                <p14:nvPr/>
              </p14:nvContentPartPr>
              <p14:xfrm>
                <a:off x="1538331" y="1171080"/>
                <a:ext cx="104760" cy="29520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B0B6001D-85EA-EA3C-A5B8-0209C69C0BE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520269" y="1153080"/>
                  <a:ext cx="140523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51034DF4-8109-9A55-387D-7A9FA93194CA}"/>
                    </a:ext>
                  </a:extLst>
                </p14:cNvPr>
                <p14:cNvContentPartPr/>
                <p14:nvPr/>
              </p14:nvContentPartPr>
              <p14:xfrm>
                <a:off x="1527531" y="1138680"/>
                <a:ext cx="243720" cy="21168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51034DF4-8109-9A55-387D-7A9FA93194CA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509531" y="1120680"/>
                  <a:ext cx="27936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E4713D4F-7A71-C132-A2D8-DE28AAEDCC8E}"/>
                    </a:ext>
                  </a:extLst>
                </p14:cNvPr>
                <p14:cNvContentPartPr/>
                <p14:nvPr/>
              </p14:nvContentPartPr>
              <p14:xfrm>
                <a:off x="1840011" y="1211400"/>
                <a:ext cx="77760" cy="15264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E4713D4F-7A71-C132-A2D8-DE28AAEDCC8E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822094" y="1193357"/>
                  <a:ext cx="113236" cy="18836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62A33D8F-9FCD-E92E-6284-B775534B89CB}"/>
                    </a:ext>
                  </a:extLst>
                </p14:cNvPr>
                <p14:cNvContentPartPr/>
                <p14:nvPr/>
              </p14:nvContentPartPr>
              <p14:xfrm>
                <a:off x="1827051" y="1068480"/>
                <a:ext cx="5040" cy="360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62A33D8F-9FCD-E92E-6284-B775534B89CB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809051" y="1050480"/>
                  <a:ext cx="4068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E36A6D0D-1D3A-80FE-A41C-E6A189E77491}"/>
                    </a:ext>
                  </a:extLst>
                </p14:cNvPr>
                <p14:cNvContentPartPr/>
                <p14:nvPr/>
              </p14:nvContentPartPr>
              <p14:xfrm>
                <a:off x="3663411" y="1003680"/>
                <a:ext cx="70560" cy="264240"/>
              </p14:xfrm>
            </p:contentPart>
          </mc:Choice>
          <mc:Fallback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E36A6D0D-1D3A-80FE-A41C-E6A189E7749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3645502" y="985680"/>
                  <a:ext cx="106019" cy="29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A9757F03-BD84-17C9-7DE2-864879B8B7DC}"/>
                    </a:ext>
                  </a:extLst>
                </p14:cNvPr>
                <p14:cNvContentPartPr/>
                <p14:nvPr/>
              </p14:nvContentPartPr>
              <p14:xfrm>
                <a:off x="3650811" y="924840"/>
                <a:ext cx="230040" cy="224640"/>
              </p14:xfrm>
            </p:contentPart>
          </mc:Choice>
          <mc:Fallback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A9757F03-BD84-17C9-7DE2-864879B8B7DC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3632811" y="906840"/>
                  <a:ext cx="26568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4282A9F2-0C33-A2DA-86A7-A57BF099B271}"/>
                    </a:ext>
                  </a:extLst>
                </p14:cNvPr>
                <p14:cNvContentPartPr/>
                <p14:nvPr/>
              </p14:nvContentPartPr>
              <p14:xfrm>
                <a:off x="3960051" y="991080"/>
                <a:ext cx="109800" cy="324720"/>
              </p14:xfrm>
            </p:contentPart>
          </mc:Choice>
          <mc:Fallback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4282A9F2-0C33-A2DA-86A7-A57BF099B271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3942051" y="973080"/>
                  <a:ext cx="145440" cy="36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A6213C48-8FA9-921E-D0DD-6EE160CAFF3A}"/>
                    </a:ext>
                  </a:extLst>
                </p14:cNvPr>
                <p14:cNvContentPartPr/>
                <p14:nvPr/>
              </p14:nvContentPartPr>
              <p14:xfrm>
                <a:off x="3973011" y="1136880"/>
                <a:ext cx="75960" cy="100440"/>
              </p14:xfrm>
            </p:contentPart>
          </mc:Choice>
          <mc:Fallback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A6213C48-8FA9-921E-D0DD-6EE160CAFF3A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955011" y="1118880"/>
                  <a:ext cx="111600" cy="136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2" name="Group 251">
            <a:extLst>
              <a:ext uri="{FF2B5EF4-FFF2-40B4-BE49-F238E27FC236}">
                <a16:creationId xmlns:a16="http://schemas.microsoft.com/office/drawing/2014/main" id="{2409D854-C2E0-EA72-635F-C70D1BD8CEF9}"/>
              </a:ext>
            </a:extLst>
          </p:cNvPr>
          <p:cNvGrpSpPr/>
          <p:nvPr/>
        </p:nvGrpSpPr>
        <p:grpSpPr>
          <a:xfrm>
            <a:off x="7911771" y="1272240"/>
            <a:ext cx="649080" cy="409680"/>
            <a:chOff x="7911771" y="1272240"/>
            <a:chExt cx="649080" cy="409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646A3927-86E3-1E24-37C1-045E4578395C}"/>
                    </a:ext>
                  </a:extLst>
                </p14:cNvPr>
                <p14:cNvContentPartPr/>
                <p14:nvPr/>
              </p14:nvContentPartPr>
              <p14:xfrm>
                <a:off x="7911771" y="1275120"/>
                <a:ext cx="50760" cy="406800"/>
              </p14:xfrm>
            </p:contentPart>
          </mc:Choice>
          <mc:Fallback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646A3927-86E3-1E24-37C1-045E4578395C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893898" y="1257120"/>
                  <a:ext cx="86149" cy="44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093ED893-CEBD-562B-BE70-BB874984ED0F}"/>
                    </a:ext>
                  </a:extLst>
                </p14:cNvPr>
                <p14:cNvContentPartPr/>
                <p14:nvPr/>
              </p14:nvContentPartPr>
              <p14:xfrm>
                <a:off x="7931931" y="1272240"/>
                <a:ext cx="190440" cy="262440"/>
              </p14:xfrm>
            </p:contentPart>
          </mc:Choice>
          <mc:Fallback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093ED893-CEBD-562B-BE70-BB874984ED0F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913931" y="1254240"/>
                  <a:ext cx="22608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047A4195-92D5-0B76-1CC3-7FC07DE9E1EE}"/>
                    </a:ext>
                  </a:extLst>
                </p14:cNvPr>
                <p14:cNvContentPartPr/>
                <p14:nvPr/>
              </p14:nvContentPartPr>
              <p14:xfrm>
                <a:off x="8260971" y="1504440"/>
                <a:ext cx="50760" cy="9792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047A4195-92D5-0B76-1CC3-7FC07DE9E1E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8243098" y="1486440"/>
                  <a:ext cx="86149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CFD0ADFC-62C2-1E90-06AD-88F517F3F161}"/>
                    </a:ext>
                  </a:extLst>
                </p14:cNvPr>
                <p14:cNvContentPartPr/>
                <p14:nvPr/>
              </p14:nvContentPartPr>
              <p14:xfrm>
                <a:off x="8273931" y="1386360"/>
                <a:ext cx="18720" cy="49320"/>
              </p14:xfrm>
            </p:contentPart>
          </mc:Choice>
          <mc:Fallback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CFD0ADFC-62C2-1E90-06AD-88F517F3F161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8256271" y="1368360"/>
                  <a:ext cx="53688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7076D10C-9D96-66A3-4047-1A2D1E8EE804}"/>
                    </a:ext>
                  </a:extLst>
                </p14:cNvPr>
                <p14:cNvContentPartPr/>
                <p14:nvPr/>
              </p14:nvContentPartPr>
              <p14:xfrm>
                <a:off x="8384811" y="1513080"/>
                <a:ext cx="176040" cy="9756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7076D10C-9D96-66A3-4047-1A2D1E8EE804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8366774" y="1495080"/>
                  <a:ext cx="211753" cy="133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1" name="Group 250">
            <a:extLst>
              <a:ext uri="{FF2B5EF4-FFF2-40B4-BE49-F238E27FC236}">
                <a16:creationId xmlns:a16="http://schemas.microsoft.com/office/drawing/2014/main" id="{225EB90A-FEAC-9068-35EC-AE05103F5CEC}"/>
              </a:ext>
            </a:extLst>
          </p:cNvPr>
          <p:cNvGrpSpPr/>
          <p:nvPr/>
        </p:nvGrpSpPr>
        <p:grpSpPr>
          <a:xfrm>
            <a:off x="8783691" y="1502280"/>
            <a:ext cx="87120" cy="122760"/>
            <a:chOff x="8783691" y="1502280"/>
            <a:chExt cx="87120" cy="122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DE8E0898-FDCA-A5D7-C5EE-FDC03AFB84AC}"/>
                    </a:ext>
                  </a:extLst>
                </p14:cNvPr>
                <p14:cNvContentPartPr/>
                <p14:nvPr/>
              </p14:nvContentPartPr>
              <p14:xfrm>
                <a:off x="8783691" y="1502280"/>
                <a:ext cx="73080" cy="17280"/>
              </p14:xfrm>
            </p:contentPart>
          </mc:Choice>
          <mc:Fallback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DE8E0898-FDCA-A5D7-C5EE-FDC03AFB84AC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8765691" y="1484647"/>
                  <a:ext cx="108720" cy="521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3D6E15D4-B540-6C2A-772D-BFFCC1F939CC}"/>
                    </a:ext>
                  </a:extLst>
                </p14:cNvPr>
                <p14:cNvContentPartPr/>
                <p14:nvPr/>
              </p14:nvContentPartPr>
              <p14:xfrm>
                <a:off x="8815731" y="1599840"/>
                <a:ext cx="55080" cy="25200"/>
              </p14:xfrm>
            </p:contentPart>
          </mc:Choice>
          <mc:Fallback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3D6E15D4-B540-6C2A-772D-BFFCC1F939CC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8797731" y="1581579"/>
                  <a:ext cx="90720" cy="61357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0" name="Group 249">
            <a:extLst>
              <a:ext uri="{FF2B5EF4-FFF2-40B4-BE49-F238E27FC236}">
                <a16:creationId xmlns:a16="http://schemas.microsoft.com/office/drawing/2014/main" id="{1B1AD83A-CA82-21CD-E31C-232BD3FF9CB6}"/>
              </a:ext>
            </a:extLst>
          </p:cNvPr>
          <p:cNvGrpSpPr/>
          <p:nvPr/>
        </p:nvGrpSpPr>
        <p:grpSpPr>
          <a:xfrm>
            <a:off x="9215691" y="1339200"/>
            <a:ext cx="32400" cy="258120"/>
            <a:chOff x="9215691" y="1339200"/>
            <a:chExt cx="32400" cy="258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0850CB3D-41AB-A519-A064-203D44ABC878}"/>
                    </a:ext>
                  </a:extLst>
                </p14:cNvPr>
                <p14:cNvContentPartPr/>
                <p14:nvPr/>
              </p14:nvContentPartPr>
              <p14:xfrm>
                <a:off x="9244491" y="1471320"/>
                <a:ext cx="3600" cy="126000"/>
              </p14:xfrm>
            </p:contentPart>
          </mc:Choice>
          <mc:Fallback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0850CB3D-41AB-A519-A064-203D44ABC878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9226491" y="1453320"/>
                  <a:ext cx="3924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884755DA-D6AA-BFBE-B193-7919A3AAD5E0}"/>
                    </a:ext>
                  </a:extLst>
                </p14:cNvPr>
                <p14:cNvContentPartPr/>
                <p14:nvPr/>
              </p14:nvContentPartPr>
              <p14:xfrm>
                <a:off x="9215691" y="1339200"/>
                <a:ext cx="20160" cy="28800"/>
              </p14:xfrm>
            </p:contentPart>
          </mc:Choice>
          <mc:Fallback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884755DA-D6AA-BFBE-B193-7919A3AAD5E0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9197691" y="1321200"/>
                  <a:ext cx="55800" cy="64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9" name="Group 248">
            <a:extLst>
              <a:ext uri="{FF2B5EF4-FFF2-40B4-BE49-F238E27FC236}">
                <a16:creationId xmlns:a16="http://schemas.microsoft.com/office/drawing/2014/main" id="{152B4B1F-A88E-91D0-2139-A441F2471928}"/>
              </a:ext>
            </a:extLst>
          </p:cNvPr>
          <p:cNvGrpSpPr/>
          <p:nvPr/>
        </p:nvGrpSpPr>
        <p:grpSpPr>
          <a:xfrm>
            <a:off x="9403251" y="1343520"/>
            <a:ext cx="827280" cy="377280"/>
            <a:chOff x="9403251" y="1343520"/>
            <a:chExt cx="827280" cy="377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DD12A99E-24D6-8EB4-E706-5F85D98D20E6}"/>
                    </a:ext>
                  </a:extLst>
                </p14:cNvPr>
                <p14:cNvContentPartPr/>
                <p14:nvPr/>
              </p14:nvContentPartPr>
              <p14:xfrm>
                <a:off x="9403251" y="1484280"/>
                <a:ext cx="101520" cy="80280"/>
              </p14:xfrm>
            </p:contentPart>
          </mc:Choice>
          <mc:Fallback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DD12A99E-24D6-8EB4-E706-5F85D98D20E6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9385251" y="1466280"/>
                  <a:ext cx="13716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55C34835-983B-AD4D-732C-EB784DA9BC20}"/>
                    </a:ext>
                  </a:extLst>
                </p14:cNvPr>
                <p14:cNvContentPartPr/>
                <p14:nvPr/>
              </p14:nvContentPartPr>
              <p14:xfrm>
                <a:off x="9656331" y="1497600"/>
                <a:ext cx="3600" cy="2520"/>
              </p14:xfrm>
            </p:contentPart>
          </mc:Choice>
          <mc:Fallback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55C34835-983B-AD4D-732C-EB784DA9BC20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9636331" y="1479600"/>
                  <a:ext cx="4320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8E6A36EA-8B23-1F10-0FF7-ACF8FD1416DA}"/>
                    </a:ext>
                  </a:extLst>
                </p14:cNvPr>
                <p14:cNvContentPartPr/>
                <p14:nvPr/>
              </p14:nvContentPartPr>
              <p14:xfrm>
                <a:off x="9653091" y="1483200"/>
                <a:ext cx="34920" cy="237600"/>
              </p14:xfrm>
            </p:contentPart>
          </mc:Choice>
          <mc:Fallback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8E6A36EA-8B23-1F10-0FF7-ACF8FD1416DA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9635091" y="1465200"/>
                  <a:ext cx="7056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EE72B172-2C79-5CA7-9846-0F5F0382365C}"/>
                    </a:ext>
                  </a:extLst>
                </p14:cNvPr>
                <p14:cNvContentPartPr/>
                <p14:nvPr/>
              </p14:nvContentPartPr>
              <p14:xfrm>
                <a:off x="9658131" y="1483200"/>
                <a:ext cx="98280" cy="91080"/>
              </p14:xfrm>
            </p:contentPart>
          </mc:Choice>
          <mc:Fallback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EE72B172-2C79-5CA7-9846-0F5F0382365C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9640131" y="1465200"/>
                  <a:ext cx="13392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EDD2173D-5910-D1A3-D965-3C1662FC9500}"/>
                    </a:ext>
                  </a:extLst>
                </p14:cNvPr>
                <p14:cNvContentPartPr/>
                <p14:nvPr/>
              </p14:nvContentPartPr>
              <p14:xfrm>
                <a:off x="9842811" y="1476360"/>
                <a:ext cx="130680" cy="80280"/>
              </p14:xfrm>
            </p:contentPart>
          </mc:Choice>
          <mc:Fallback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EDD2173D-5910-D1A3-D965-3C1662FC9500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9824761" y="1458360"/>
                  <a:ext cx="166418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ED0CF705-FDFC-45C7-F569-C16CD21F99BD}"/>
                    </a:ext>
                  </a:extLst>
                </p14:cNvPr>
                <p14:cNvContentPartPr/>
                <p14:nvPr/>
              </p14:nvContentPartPr>
              <p14:xfrm>
                <a:off x="10053411" y="1343520"/>
                <a:ext cx="96120" cy="257040"/>
              </p14:xfrm>
            </p:contentPart>
          </mc:Choice>
          <mc:Fallback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ED0CF705-FDFC-45C7-F569-C16CD21F99BD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0035478" y="1325520"/>
                  <a:ext cx="131627" cy="29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346215D3-A894-7519-31C5-9799AB3A398D}"/>
                    </a:ext>
                  </a:extLst>
                </p14:cNvPr>
                <p14:cNvContentPartPr/>
                <p14:nvPr/>
              </p14:nvContentPartPr>
              <p14:xfrm>
                <a:off x="10038291" y="1470240"/>
                <a:ext cx="192240" cy="76320"/>
              </p14:xfrm>
            </p:contentPart>
          </mc:Choice>
          <mc:Fallback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346215D3-A894-7519-31C5-9799AB3A398D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0020325" y="1452240"/>
                  <a:ext cx="227813" cy="11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8" name="Group 247">
            <a:extLst>
              <a:ext uri="{FF2B5EF4-FFF2-40B4-BE49-F238E27FC236}">
                <a16:creationId xmlns:a16="http://schemas.microsoft.com/office/drawing/2014/main" id="{5BB4107C-A6F2-D03D-4CAB-DE35D25B4F1D}"/>
              </a:ext>
            </a:extLst>
          </p:cNvPr>
          <p:cNvGrpSpPr/>
          <p:nvPr/>
        </p:nvGrpSpPr>
        <p:grpSpPr>
          <a:xfrm>
            <a:off x="7895571" y="2172240"/>
            <a:ext cx="519480" cy="419400"/>
            <a:chOff x="7895571" y="2172240"/>
            <a:chExt cx="519480" cy="419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B1552FB4-ADF0-D1A2-D917-25ACB73634CB}"/>
                    </a:ext>
                  </a:extLst>
                </p14:cNvPr>
                <p14:cNvContentPartPr/>
                <p14:nvPr/>
              </p14:nvContentPartPr>
              <p14:xfrm>
                <a:off x="7895571" y="2211840"/>
                <a:ext cx="74160" cy="351360"/>
              </p14:xfrm>
            </p:contentPart>
          </mc:Choice>
          <mc:Fallback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B1552FB4-ADF0-D1A2-D917-25ACB73634CB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7877571" y="2193840"/>
                  <a:ext cx="109800" cy="38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A8BDEC73-1580-BBB4-649E-F0370E6B2F8D}"/>
                    </a:ext>
                  </a:extLst>
                </p14:cNvPr>
                <p14:cNvContentPartPr/>
                <p14:nvPr/>
              </p14:nvContentPartPr>
              <p14:xfrm>
                <a:off x="7900971" y="2172240"/>
                <a:ext cx="290160" cy="235440"/>
              </p14:xfrm>
            </p:contentPart>
          </mc:Choice>
          <mc:Fallback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A8BDEC73-1580-BBB4-649E-F0370E6B2F8D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7882971" y="2154212"/>
                  <a:ext cx="325800" cy="27113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756FBE75-00CA-3911-3620-10808C60EA3A}"/>
                    </a:ext>
                  </a:extLst>
                </p14:cNvPr>
                <p14:cNvContentPartPr/>
                <p14:nvPr/>
              </p14:nvContentPartPr>
              <p14:xfrm>
                <a:off x="8335491" y="2320920"/>
                <a:ext cx="79560" cy="270720"/>
              </p14:xfrm>
            </p:contentPart>
          </mc:Choice>
          <mc:Fallback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756FBE75-00CA-3911-3620-10808C60EA3A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8317491" y="2302920"/>
                  <a:ext cx="115200" cy="30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4705209D-5E18-904C-05CD-31980F03A3E2}"/>
                    </a:ext>
                  </a:extLst>
                </p14:cNvPr>
                <p14:cNvContentPartPr/>
                <p14:nvPr/>
              </p14:nvContentPartPr>
              <p14:xfrm>
                <a:off x="8297331" y="2433960"/>
                <a:ext cx="113040" cy="126000"/>
              </p14:xfrm>
            </p:contentPart>
          </mc:Choice>
          <mc:Fallback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4705209D-5E18-904C-05CD-31980F03A3E2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8279388" y="2415908"/>
                  <a:ext cx="148567" cy="161742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7" name="Group 246">
            <a:extLst>
              <a:ext uri="{FF2B5EF4-FFF2-40B4-BE49-F238E27FC236}">
                <a16:creationId xmlns:a16="http://schemas.microsoft.com/office/drawing/2014/main" id="{2409396A-279A-3E4A-68BD-74BB5E77EC97}"/>
              </a:ext>
            </a:extLst>
          </p:cNvPr>
          <p:cNvGrpSpPr/>
          <p:nvPr/>
        </p:nvGrpSpPr>
        <p:grpSpPr>
          <a:xfrm>
            <a:off x="8630691" y="2411280"/>
            <a:ext cx="122760" cy="51840"/>
            <a:chOff x="8630691" y="2411280"/>
            <a:chExt cx="122760" cy="51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398BD02B-D0CF-6685-15C1-617AF5BFE590}"/>
                    </a:ext>
                  </a:extLst>
                </p14:cNvPr>
                <p14:cNvContentPartPr/>
                <p14:nvPr/>
              </p14:nvContentPartPr>
              <p14:xfrm>
                <a:off x="8630691" y="2411280"/>
                <a:ext cx="50040" cy="29160"/>
              </p14:xfrm>
            </p:contentPart>
          </mc:Choice>
          <mc:Fallback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398BD02B-D0CF-6685-15C1-617AF5BFE590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8612691" y="2393280"/>
                  <a:ext cx="8568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6E6FBE3F-D4A7-199A-C35B-FECC9C1AA143}"/>
                    </a:ext>
                  </a:extLst>
                </p14:cNvPr>
                <p14:cNvContentPartPr/>
                <p14:nvPr/>
              </p14:nvContentPartPr>
              <p14:xfrm>
                <a:off x="8696211" y="2432880"/>
                <a:ext cx="57240" cy="30240"/>
              </p14:xfrm>
            </p:contentPart>
          </mc:Choice>
          <mc:Fallback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6E6FBE3F-D4A7-199A-C35B-FECC9C1AA143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8678097" y="2414880"/>
                  <a:ext cx="93106" cy="6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6" name="Group 245">
            <a:extLst>
              <a:ext uri="{FF2B5EF4-FFF2-40B4-BE49-F238E27FC236}">
                <a16:creationId xmlns:a16="http://schemas.microsoft.com/office/drawing/2014/main" id="{1B492EB2-E683-43B0-5D59-2FCA9A1FF42A}"/>
              </a:ext>
            </a:extLst>
          </p:cNvPr>
          <p:cNvGrpSpPr/>
          <p:nvPr/>
        </p:nvGrpSpPr>
        <p:grpSpPr>
          <a:xfrm>
            <a:off x="9034251" y="2193120"/>
            <a:ext cx="1288080" cy="371520"/>
            <a:chOff x="9034251" y="2193120"/>
            <a:chExt cx="1288080" cy="371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73EAB0A5-29E5-4646-E957-E2B27FF84C27}"/>
                    </a:ext>
                  </a:extLst>
                </p14:cNvPr>
                <p14:cNvContentPartPr/>
                <p14:nvPr/>
              </p14:nvContentPartPr>
              <p14:xfrm>
                <a:off x="9072771" y="2193120"/>
                <a:ext cx="111240" cy="371520"/>
              </p14:xfrm>
            </p:contentPart>
          </mc:Choice>
          <mc:Fallback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73EAB0A5-29E5-4646-E957-E2B27FF84C27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9054771" y="2175120"/>
                  <a:ext cx="146880" cy="40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FCB6AE57-4395-44A3-AC9F-7EE3BE904624}"/>
                    </a:ext>
                  </a:extLst>
                </p14:cNvPr>
                <p14:cNvContentPartPr/>
                <p14:nvPr/>
              </p14:nvContentPartPr>
              <p14:xfrm>
                <a:off x="9034251" y="2396880"/>
                <a:ext cx="93240" cy="82440"/>
              </p14:xfrm>
            </p:contentPart>
          </mc:Choice>
          <mc:Fallback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FCB6AE57-4395-44A3-AC9F-7EE3BE904624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9016251" y="2378958"/>
                  <a:ext cx="128880" cy="11792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60BB7D77-020B-3B97-7C6D-6E2089D9992B}"/>
                    </a:ext>
                  </a:extLst>
                </p14:cNvPr>
                <p14:cNvContentPartPr/>
                <p14:nvPr/>
              </p14:nvContentPartPr>
              <p14:xfrm>
                <a:off x="9247011" y="2341440"/>
                <a:ext cx="78120" cy="123480"/>
              </p14:xfrm>
            </p:contentPart>
          </mc:Choice>
          <mc:Fallback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60BB7D77-020B-3B97-7C6D-6E2089D9992B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9229011" y="2323440"/>
                  <a:ext cx="11376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E5B907FB-9005-D596-B6ED-FF65E9F4A952}"/>
                    </a:ext>
                  </a:extLst>
                </p14:cNvPr>
                <p14:cNvContentPartPr/>
                <p14:nvPr/>
              </p14:nvContentPartPr>
              <p14:xfrm>
                <a:off x="9405051" y="2331720"/>
                <a:ext cx="83520" cy="91800"/>
              </p14:xfrm>
            </p:contentPart>
          </mc:Choice>
          <mc:Fallback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E5B907FB-9005-D596-B6ED-FF65E9F4A952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9387051" y="2313649"/>
                  <a:ext cx="119160" cy="1275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5C152482-2EF5-4706-1BEB-C9483BF6E62B}"/>
                    </a:ext>
                  </a:extLst>
                </p14:cNvPr>
                <p14:cNvContentPartPr/>
                <p14:nvPr/>
              </p14:nvContentPartPr>
              <p14:xfrm>
                <a:off x="9609531" y="2212200"/>
                <a:ext cx="93600" cy="199080"/>
              </p14:xfrm>
            </p:contentPart>
          </mc:Choice>
          <mc:Fallback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5C152482-2EF5-4706-1BEB-C9483BF6E62B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9591531" y="2194200"/>
                  <a:ext cx="129240" cy="23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674580E1-AD9C-3C7F-AD4A-9BADF7389703}"/>
                    </a:ext>
                  </a:extLst>
                </p14:cNvPr>
                <p14:cNvContentPartPr/>
                <p14:nvPr/>
              </p14:nvContentPartPr>
              <p14:xfrm>
                <a:off x="9856491" y="2210400"/>
                <a:ext cx="143640" cy="171000"/>
              </p14:xfrm>
            </p:contentPart>
          </mc:Choice>
          <mc:Fallback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674580E1-AD9C-3C7F-AD4A-9BADF7389703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9838491" y="2192400"/>
                  <a:ext cx="17928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129CF162-3893-2011-7142-7EE9CBF11AB0}"/>
                    </a:ext>
                  </a:extLst>
                </p14:cNvPr>
                <p14:cNvContentPartPr/>
                <p14:nvPr/>
              </p14:nvContentPartPr>
              <p14:xfrm>
                <a:off x="10032171" y="2276280"/>
                <a:ext cx="114480" cy="102960"/>
              </p14:xfrm>
            </p:contentPart>
          </mc:Choice>
          <mc:Fallback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129CF162-3893-2011-7142-7EE9CBF11AB0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10014171" y="2258280"/>
                  <a:ext cx="15012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8875A15B-6044-BAFA-3DA7-1ED9F10F87A6}"/>
                    </a:ext>
                  </a:extLst>
                </p14:cNvPr>
                <p14:cNvContentPartPr/>
                <p14:nvPr/>
              </p14:nvContentPartPr>
              <p14:xfrm>
                <a:off x="10265091" y="2301120"/>
                <a:ext cx="57240" cy="75600"/>
              </p14:xfrm>
            </p:contentPart>
          </mc:Choice>
          <mc:Fallback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8875A15B-6044-BAFA-3DA7-1ED9F10F87A6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10247091" y="2283120"/>
                  <a:ext cx="92880" cy="11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5" name="Group 244">
            <a:extLst>
              <a:ext uri="{FF2B5EF4-FFF2-40B4-BE49-F238E27FC236}">
                <a16:creationId xmlns:a16="http://schemas.microsoft.com/office/drawing/2014/main" id="{79D5A3F2-F494-D570-F142-070CAEA3F003}"/>
              </a:ext>
            </a:extLst>
          </p:cNvPr>
          <p:cNvGrpSpPr/>
          <p:nvPr/>
        </p:nvGrpSpPr>
        <p:grpSpPr>
          <a:xfrm>
            <a:off x="10530051" y="2121120"/>
            <a:ext cx="292320" cy="284040"/>
            <a:chOff x="10530051" y="2121120"/>
            <a:chExt cx="292320" cy="284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6A96076B-4B2A-78A9-34D5-B0BCEE36F3C0}"/>
                    </a:ext>
                  </a:extLst>
                </p14:cNvPr>
                <p14:cNvContentPartPr/>
                <p14:nvPr/>
              </p14:nvContentPartPr>
              <p14:xfrm>
                <a:off x="10530051" y="2121120"/>
                <a:ext cx="64800" cy="284040"/>
              </p14:xfrm>
            </p:contentPart>
          </mc:Choice>
          <mc:Fallback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6A96076B-4B2A-78A9-34D5-B0BCEE36F3C0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10512051" y="2103120"/>
                  <a:ext cx="100440" cy="31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D7304286-3C39-EF04-D06B-1CED2D64FDC1}"/>
                    </a:ext>
                  </a:extLst>
                </p14:cNvPr>
                <p14:cNvContentPartPr/>
                <p14:nvPr/>
              </p14:nvContentPartPr>
              <p14:xfrm>
                <a:off x="10546971" y="2246040"/>
                <a:ext cx="133560" cy="97920"/>
              </p14:xfrm>
            </p:contentPart>
          </mc:Choice>
          <mc:Fallback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D7304286-3C39-EF04-D06B-1CED2D64FDC1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10529019" y="2228040"/>
                  <a:ext cx="169104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591DDDE3-98E9-1446-2FBC-6A6604174C05}"/>
                    </a:ext>
                  </a:extLst>
                </p14:cNvPr>
                <p14:cNvContentPartPr/>
                <p14:nvPr/>
              </p14:nvContentPartPr>
              <p14:xfrm>
                <a:off x="10815891" y="2333160"/>
                <a:ext cx="6480" cy="3600"/>
              </p14:xfrm>
            </p:contentPart>
          </mc:Choice>
          <mc:Fallback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591DDDE3-98E9-1446-2FBC-6A6604174C05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10797891" y="2315160"/>
                  <a:ext cx="42120" cy="39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0" name="Group 259">
            <a:extLst>
              <a:ext uri="{FF2B5EF4-FFF2-40B4-BE49-F238E27FC236}">
                <a16:creationId xmlns:a16="http://schemas.microsoft.com/office/drawing/2014/main" id="{D9A9D8A1-39C7-A725-9A72-264F47C293B0}"/>
              </a:ext>
            </a:extLst>
          </p:cNvPr>
          <p:cNvGrpSpPr/>
          <p:nvPr/>
        </p:nvGrpSpPr>
        <p:grpSpPr>
          <a:xfrm>
            <a:off x="752091" y="1417680"/>
            <a:ext cx="2229120" cy="749160"/>
            <a:chOff x="752091" y="1417680"/>
            <a:chExt cx="2229120" cy="749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188BAC33-32F9-B9E1-AEC6-6C0DDF6BBDCC}"/>
                    </a:ext>
                  </a:extLst>
                </p14:cNvPr>
                <p14:cNvContentPartPr/>
                <p14:nvPr/>
              </p14:nvContentPartPr>
              <p14:xfrm>
                <a:off x="768291" y="1428120"/>
                <a:ext cx="234000" cy="114480"/>
              </p14:xfrm>
            </p:contentPart>
          </mc:Choice>
          <mc:Fallback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188BAC33-32F9-B9E1-AEC6-6C0DDF6BBDCC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50291" y="1410120"/>
                  <a:ext cx="26964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8A258C2A-3512-8260-A50F-B6B38FF1381A}"/>
                    </a:ext>
                  </a:extLst>
                </p14:cNvPr>
                <p14:cNvContentPartPr/>
                <p14:nvPr/>
              </p14:nvContentPartPr>
              <p14:xfrm>
                <a:off x="752091" y="1511280"/>
                <a:ext cx="372960" cy="462960"/>
              </p14:xfrm>
            </p:contentPart>
          </mc:Choice>
          <mc:Fallback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8A258C2A-3512-8260-A50F-B6B38FF1381A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734091" y="1493294"/>
                  <a:ext cx="408600" cy="49857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468F53C2-36A2-BC5B-B865-9AE1F87BCB93}"/>
                    </a:ext>
                  </a:extLst>
                </p14:cNvPr>
                <p14:cNvContentPartPr/>
                <p14:nvPr/>
              </p14:nvContentPartPr>
              <p14:xfrm>
                <a:off x="2764851" y="1553400"/>
                <a:ext cx="216360" cy="579960"/>
              </p14:xfrm>
            </p:contentPart>
          </mc:Choice>
          <mc:Fallback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468F53C2-36A2-BC5B-B865-9AE1F87BCB93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2746851" y="1535400"/>
                  <a:ext cx="252000" cy="61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3208D6DC-61A8-4AF2-6BF4-FC52F17FA8F7}"/>
                    </a:ext>
                  </a:extLst>
                </p14:cNvPr>
                <p14:cNvContentPartPr/>
                <p14:nvPr/>
              </p14:nvContentPartPr>
              <p14:xfrm>
                <a:off x="832011" y="1417680"/>
                <a:ext cx="1932480" cy="94320"/>
              </p14:xfrm>
            </p:contentPart>
          </mc:Choice>
          <mc:Fallback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3208D6DC-61A8-4AF2-6BF4-FC52F17FA8F7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814011" y="1399680"/>
                  <a:ext cx="196812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80BE8419-E667-E438-CB83-12E0C98EADAD}"/>
                    </a:ext>
                  </a:extLst>
                </p14:cNvPr>
                <p14:cNvContentPartPr/>
                <p14:nvPr/>
              </p14:nvContentPartPr>
              <p14:xfrm>
                <a:off x="1104531" y="2013120"/>
                <a:ext cx="1720800" cy="153720"/>
              </p14:xfrm>
            </p:contentPart>
          </mc:Choice>
          <mc:Fallback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80BE8419-E667-E438-CB83-12E0C98EADAD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1086531" y="1995078"/>
                  <a:ext cx="1756440" cy="189444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1" name="Group 300">
            <a:extLst>
              <a:ext uri="{FF2B5EF4-FFF2-40B4-BE49-F238E27FC236}">
                <a16:creationId xmlns:a16="http://schemas.microsoft.com/office/drawing/2014/main" id="{4BD13380-663B-F41C-1F18-33F19A4DC911}"/>
              </a:ext>
            </a:extLst>
          </p:cNvPr>
          <p:cNvGrpSpPr/>
          <p:nvPr/>
        </p:nvGrpSpPr>
        <p:grpSpPr>
          <a:xfrm>
            <a:off x="2092731" y="434520"/>
            <a:ext cx="3456720" cy="2089080"/>
            <a:chOff x="2092731" y="434520"/>
            <a:chExt cx="3456720" cy="2089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FA031065-D8CB-A305-4DF3-08FAE1F3B604}"/>
                    </a:ext>
                  </a:extLst>
                </p14:cNvPr>
                <p14:cNvContentPartPr/>
                <p14:nvPr/>
              </p14:nvContentPartPr>
              <p14:xfrm>
                <a:off x="2092731" y="550440"/>
                <a:ext cx="141120" cy="1429920"/>
              </p14:xfrm>
            </p:contentPart>
          </mc:Choice>
          <mc:Fallback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FA031065-D8CB-A305-4DF3-08FAE1F3B604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2074777" y="532440"/>
                  <a:ext cx="176669" cy="146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30776ED3-6C78-A624-3120-2E4588396A0D}"/>
                    </a:ext>
                  </a:extLst>
                </p14:cNvPr>
                <p14:cNvContentPartPr/>
                <p14:nvPr/>
              </p14:nvContentPartPr>
              <p14:xfrm>
                <a:off x="2097771" y="434520"/>
                <a:ext cx="3451680" cy="2089080"/>
              </p14:xfrm>
            </p:contentPart>
          </mc:Choice>
          <mc:Fallback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30776ED3-6C78-A624-3120-2E4588396A0D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2079769" y="416520"/>
                  <a:ext cx="3487324" cy="2124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2" name="Group 311">
            <a:extLst>
              <a:ext uri="{FF2B5EF4-FFF2-40B4-BE49-F238E27FC236}">
                <a16:creationId xmlns:a16="http://schemas.microsoft.com/office/drawing/2014/main" id="{C3991A4F-8775-A7BA-D858-F8F6F87FE236}"/>
              </a:ext>
            </a:extLst>
          </p:cNvPr>
          <p:cNvGrpSpPr/>
          <p:nvPr/>
        </p:nvGrpSpPr>
        <p:grpSpPr>
          <a:xfrm>
            <a:off x="796011" y="528120"/>
            <a:ext cx="945360" cy="703440"/>
            <a:chOff x="796011" y="528120"/>
            <a:chExt cx="945360" cy="703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2957227D-EEA9-856A-B347-11BBFCB4896C}"/>
                    </a:ext>
                  </a:extLst>
                </p14:cNvPr>
                <p14:cNvContentPartPr/>
                <p14:nvPr/>
              </p14:nvContentPartPr>
              <p14:xfrm>
                <a:off x="1447611" y="528120"/>
                <a:ext cx="46440" cy="406080"/>
              </p14:xfrm>
            </p:contentPart>
          </mc:Choice>
          <mc:Fallback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2957227D-EEA9-856A-B347-11BBFCB4896C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429611" y="510136"/>
                  <a:ext cx="82080" cy="44168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4CB9BE3D-398E-9278-7955-C620C1AA2AE5}"/>
                    </a:ext>
                  </a:extLst>
                </p14:cNvPr>
                <p14:cNvContentPartPr/>
                <p14:nvPr/>
              </p14:nvContentPartPr>
              <p14:xfrm>
                <a:off x="1265091" y="593640"/>
                <a:ext cx="228600" cy="67320"/>
              </p14:xfrm>
            </p:contentPart>
          </mc:Choice>
          <mc:Fallback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4CB9BE3D-398E-9278-7955-C620C1AA2AE5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1247091" y="575640"/>
                  <a:ext cx="26424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CDA27209-BCF2-1CC6-6C80-D7A7DCE8CE12}"/>
                    </a:ext>
                  </a:extLst>
                </p14:cNvPr>
                <p14:cNvContentPartPr/>
                <p14:nvPr/>
              </p14:nvContentPartPr>
              <p14:xfrm>
                <a:off x="1413051" y="866520"/>
                <a:ext cx="129600" cy="32400"/>
              </p14:xfrm>
            </p:contentPart>
          </mc:Choice>
          <mc:Fallback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CDA27209-BCF2-1CC6-6C80-D7A7DCE8CE12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1395051" y="848520"/>
                  <a:ext cx="16524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6BE20851-73DC-4748-ABA6-0F15AE0CFCBC}"/>
                    </a:ext>
                  </a:extLst>
                </p14:cNvPr>
                <p14:cNvContentPartPr/>
                <p14:nvPr/>
              </p14:nvContentPartPr>
              <p14:xfrm>
                <a:off x="1720491" y="694800"/>
                <a:ext cx="20880" cy="218880"/>
              </p14:xfrm>
            </p:contentPart>
          </mc:Choice>
          <mc:Fallback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6BE20851-73DC-4748-ABA6-0F15AE0CFCBC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1702491" y="676830"/>
                  <a:ext cx="56520" cy="25446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CC6E7ED5-EE68-B7DA-1610-1B9274961E6B}"/>
                    </a:ext>
                  </a:extLst>
                </p14:cNvPr>
                <p14:cNvContentPartPr/>
                <p14:nvPr/>
              </p14:nvContentPartPr>
              <p14:xfrm>
                <a:off x="796011" y="1026000"/>
                <a:ext cx="531000" cy="77400"/>
              </p14:xfrm>
            </p:contentPart>
          </mc:Choice>
          <mc:Fallback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CC6E7ED5-EE68-B7DA-1610-1B9274961E6B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778011" y="1008000"/>
                  <a:ext cx="56664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3B2A4F81-69BE-E63E-5DDA-DB0B5ECBC878}"/>
                    </a:ext>
                  </a:extLst>
                </p14:cNvPr>
                <p14:cNvContentPartPr/>
                <p14:nvPr/>
              </p14:nvContentPartPr>
              <p14:xfrm>
                <a:off x="1184811" y="894600"/>
                <a:ext cx="197280" cy="336960"/>
              </p14:xfrm>
            </p:contentPart>
          </mc:Choice>
          <mc:Fallback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3B2A4F81-69BE-E63E-5DDA-DB0B5ECBC878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166844" y="876600"/>
                  <a:ext cx="232855" cy="372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9" name="Group 318">
            <a:extLst>
              <a:ext uri="{FF2B5EF4-FFF2-40B4-BE49-F238E27FC236}">
                <a16:creationId xmlns:a16="http://schemas.microsoft.com/office/drawing/2014/main" id="{76FA3251-D583-C32E-3FBB-D6AF50AAD476}"/>
              </a:ext>
            </a:extLst>
          </p:cNvPr>
          <p:cNvGrpSpPr/>
          <p:nvPr/>
        </p:nvGrpSpPr>
        <p:grpSpPr>
          <a:xfrm>
            <a:off x="4312131" y="68400"/>
            <a:ext cx="632880" cy="617760"/>
            <a:chOff x="4312131" y="68400"/>
            <a:chExt cx="632880" cy="617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2C51C42B-B191-7C1B-3248-219BEB3D0F35}"/>
                    </a:ext>
                  </a:extLst>
                </p14:cNvPr>
                <p14:cNvContentPartPr/>
                <p14:nvPr/>
              </p14:nvContentPartPr>
              <p14:xfrm>
                <a:off x="4312131" y="554400"/>
                <a:ext cx="509760" cy="49320"/>
              </p14:xfrm>
            </p:contentPart>
          </mc:Choice>
          <mc:Fallback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2C51C42B-B191-7C1B-3248-219BEB3D0F35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4294131" y="536400"/>
                  <a:ext cx="54540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6921BFE8-8D05-6AE9-9014-D9182E2CD40F}"/>
                    </a:ext>
                  </a:extLst>
                </p14:cNvPr>
                <p14:cNvContentPartPr/>
                <p14:nvPr/>
              </p14:nvContentPartPr>
              <p14:xfrm>
                <a:off x="4708851" y="459360"/>
                <a:ext cx="128160" cy="226800"/>
              </p14:xfrm>
            </p:contentPart>
          </mc:Choice>
          <mc:Fallback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6921BFE8-8D05-6AE9-9014-D9182E2CD40F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4690851" y="441360"/>
                  <a:ext cx="16380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3F417077-DBE8-ABD6-211C-21F276431E80}"/>
                    </a:ext>
                  </a:extLst>
                </p14:cNvPr>
                <p14:cNvContentPartPr/>
                <p14:nvPr/>
              </p14:nvContentPartPr>
              <p14:xfrm>
                <a:off x="4599051" y="99720"/>
                <a:ext cx="68760" cy="248760"/>
              </p14:xfrm>
            </p:contentPart>
          </mc:Choice>
          <mc:Fallback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3F417077-DBE8-ABD6-211C-21F276431E80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4581051" y="81746"/>
                  <a:ext cx="104400" cy="28434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DFCF05DC-8792-A82B-316C-F3B2B4110A30}"/>
                    </a:ext>
                  </a:extLst>
                </p14:cNvPr>
                <p14:cNvContentPartPr/>
                <p14:nvPr/>
              </p14:nvContentPartPr>
              <p14:xfrm>
                <a:off x="4565571" y="68400"/>
                <a:ext cx="155880" cy="105840"/>
              </p14:xfrm>
            </p:contentPart>
          </mc:Choice>
          <mc:Fallback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DFCF05DC-8792-A82B-316C-F3B2B4110A30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4547571" y="50400"/>
                  <a:ext cx="19152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44351A40-7528-CDCF-357C-3F8952108CA4}"/>
                    </a:ext>
                  </a:extLst>
                </p14:cNvPr>
                <p14:cNvContentPartPr/>
                <p14:nvPr/>
              </p14:nvContentPartPr>
              <p14:xfrm>
                <a:off x="4613811" y="320040"/>
                <a:ext cx="89280" cy="52920"/>
              </p14:xfrm>
            </p:contentPart>
          </mc:Choice>
          <mc:Fallback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44351A40-7528-CDCF-357C-3F8952108CA4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4595811" y="302040"/>
                  <a:ext cx="12492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E377FCD1-2981-E602-7699-F54850157B89}"/>
                    </a:ext>
                  </a:extLst>
                </p14:cNvPr>
                <p14:cNvContentPartPr/>
                <p14:nvPr/>
              </p14:nvContentPartPr>
              <p14:xfrm>
                <a:off x="4761051" y="233280"/>
                <a:ext cx="183960" cy="116640"/>
              </p14:xfrm>
            </p:contentPart>
          </mc:Choice>
          <mc:Fallback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E377FCD1-2981-E602-7699-F54850157B89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4743086" y="215280"/>
                  <a:ext cx="219530" cy="152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AD1386CF-23B2-9075-C594-84B5C691CFE3}"/>
              </a:ext>
            </a:extLst>
          </p:cNvPr>
          <p:cNvGrpSpPr/>
          <p:nvPr/>
        </p:nvGrpSpPr>
        <p:grpSpPr>
          <a:xfrm>
            <a:off x="5836371" y="1840320"/>
            <a:ext cx="742680" cy="462600"/>
            <a:chOff x="5836371" y="1840320"/>
            <a:chExt cx="742680" cy="462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E4134085-2CBB-C7DA-EDB8-498F54EB35BA}"/>
                    </a:ext>
                  </a:extLst>
                </p14:cNvPr>
                <p14:cNvContentPartPr/>
                <p14:nvPr/>
              </p14:nvContentPartPr>
              <p14:xfrm>
                <a:off x="5836371" y="2069280"/>
                <a:ext cx="176400" cy="23364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E4134085-2CBB-C7DA-EDB8-498F54EB35BA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5818371" y="2051280"/>
                  <a:ext cx="21204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9EC5DB72-5C63-E9C4-6680-FCFD4BD19D87}"/>
                    </a:ext>
                  </a:extLst>
                </p14:cNvPr>
                <p14:cNvContentPartPr/>
                <p14:nvPr/>
              </p14:nvContentPartPr>
              <p14:xfrm>
                <a:off x="6186651" y="2012760"/>
                <a:ext cx="206280" cy="14508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9EC5DB72-5C63-E9C4-6680-FCFD4BD19D87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6168651" y="1994715"/>
                  <a:ext cx="241920" cy="18080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A26A0ADC-B811-BC54-B385-C0FC14869763}"/>
                    </a:ext>
                  </a:extLst>
                </p14:cNvPr>
                <p14:cNvContentPartPr/>
                <p14:nvPr/>
              </p14:nvContentPartPr>
              <p14:xfrm>
                <a:off x="6419211" y="1840320"/>
                <a:ext cx="105120" cy="22788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A26A0ADC-B811-BC54-B385-C0FC14869763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6401211" y="1822320"/>
                  <a:ext cx="14076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5EA7FE54-6996-ABD9-C7EA-73A5825E260A}"/>
                    </a:ext>
                  </a:extLst>
                </p14:cNvPr>
                <p14:cNvContentPartPr/>
                <p14:nvPr/>
              </p14:nvContentPartPr>
              <p14:xfrm>
                <a:off x="6409131" y="1866960"/>
                <a:ext cx="169920" cy="13104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5EA7FE54-6996-ABD9-C7EA-73A5825E260A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6391131" y="1848960"/>
                  <a:ext cx="205560" cy="166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18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650760DC-D433-9A5D-F91A-989E0E9429CA}"/>
                  </a:ext>
                </a:extLst>
              </p14:cNvPr>
              <p14:cNvContentPartPr/>
              <p14:nvPr/>
            </p14:nvContentPartPr>
            <p14:xfrm>
              <a:off x="2716611" y="1705320"/>
              <a:ext cx="87120" cy="109440"/>
            </p14:xfrm>
          </p:contentPart>
        </mc:Choice>
        <mc:Fallback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650760DC-D433-9A5D-F91A-989E0E9429CA}"/>
                  </a:ext>
                </a:extLst>
              </p:cNvPr>
              <p:cNvPicPr/>
              <p:nvPr/>
            </p:nvPicPr>
            <p:blipFill>
              <a:blip r:embed="rId219"/>
              <a:stretch>
                <a:fillRect/>
              </a:stretch>
            </p:blipFill>
            <p:spPr>
              <a:xfrm>
                <a:off x="2698611" y="1687379"/>
                <a:ext cx="122760" cy="14496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0">
            <p14:nvContentPartPr>
              <p14:cNvPr id="139" name="Ink 138">
                <a:extLst>
                  <a:ext uri="{FF2B5EF4-FFF2-40B4-BE49-F238E27FC236}">
                    <a16:creationId xmlns:a16="http://schemas.microsoft.com/office/drawing/2014/main" id="{51526C9E-5CA2-8C4A-5140-3C5EF0D64B46}"/>
                  </a:ext>
                </a:extLst>
              </p14:cNvPr>
              <p14:cNvContentPartPr/>
              <p14:nvPr/>
            </p14:nvContentPartPr>
            <p14:xfrm>
              <a:off x="906891" y="1691280"/>
              <a:ext cx="165960" cy="182520"/>
            </p14:xfrm>
          </p:contentPart>
        </mc:Choice>
        <mc:Fallback>
          <p:pic>
            <p:nvPicPr>
              <p:cNvPr id="139" name="Ink 138">
                <a:extLst>
                  <a:ext uri="{FF2B5EF4-FFF2-40B4-BE49-F238E27FC236}">
                    <a16:creationId xmlns:a16="http://schemas.microsoft.com/office/drawing/2014/main" id="{51526C9E-5CA2-8C4A-5140-3C5EF0D64B46}"/>
                  </a:ext>
                </a:extLst>
              </p:cNvPr>
              <p:cNvPicPr/>
              <p:nvPr/>
            </p:nvPicPr>
            <p:blipFill>
              <a:blip r:embed="rId221"/>
              <a:stretch>
                <a:fillRect/>
              </a:stretch>
            </p:blipFill>
            <p:spPr>
              <a:xfrm>
                <a:off x="888891" y="1673280"/>
                <a:ext cx="201600" cy="218160"/>
              </a:xfrm>
              <a:prstGeom prst="rect">
                <a:avLst/>
              </a:prstGeom>
            </p:spPr>
          </p:pic>
        </mc:Fallback>
      </mc:AlternateContent>
      <p:grpSp>
        <p:nvGrpSpPr>
          <p:cNvPr id="206" name="Group 205">
            <a:extLst>
              <a:ext uri="{FF2B5EF4-FFF2-40B4-BE49-F238E27FC236}">
                <a16:creationId xmlns:a16="http://schemas.microsoft.com/office/drawing/2014/main" id="{CD11568F-55F1-14A4-25FC-32D029E78DBE}"/>
              </a:ext>
            </a:extLst>
          </p:cNvPr>
          <p:cNvGrpSpPr/>
          <p:nvPr/>
        </p:nvGrpSpPr>
        <p:grpSpPr>
          <a:xfrm>
            <a:off x="382371" y="1392120"/>
            <a:ext cx="433440" cy="488160"/>
            <a:chOff x="382371" y="1392120"/>
            <a:chExt cx="433440" cy="488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85905ED1-BDEC-1F2C-CEC8-45CDE3BDC465}"/>
                    </a:ext>
                  </a:extLst>
                </p14:cNvPr>
                <p14:cNvContentPartPr/>
                <p14:nvPr/>
              </p14:nvContentPartPr>
              <p14:xfrm>
                <a:off x="558051" y="1581120"/>
                <a:ext cx="66960" cy="16632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85905ED1-BDEC-1F2C-CEC8-45CDE3BDC465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540051" y="1563120"/>
                  <a:ext cx="10260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C0435307-6BAE-E18D-97E0-7143CD0FAF6A}"/>
                    </a:ext>
                  </a:extLst>
                </p14:cNvPr>
                <p14:cNvContentPartPr/>
                <p14:nvPr/>
              </p14:nvContentPartPr>
              <p14:xfrm>
                <a:off x="382371" y="1392120"/>
                <a:ext cx="433440" cy="48816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C0435307-6BAE-E18D-97E0-7143CD0FAF6A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364371" y="1374120"/>
                  <a:ext cx="469080" cy="523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7EF49223-0236-4114-545A-7F923B0947AC}"/>
              </a:ext>
            </a:extLst>
          </p:cNvPr>
          <p:cNvGrpSpPr/>
          <p:nvPr/>
        </p:nvGrpSpPr>
        <p:grpSpPr>
          <a:xfrm>
            <a:off x="2626971" y="1340280"/>
            <a:ext cx="345960" cy="489600"/>
            <a:chOff x="2626971" y="1340280"/>
            <a:chExt cx="345960" cy="489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6E8E5D9C-03DD-7332-2352-9D43EF9179CE}"/>
                    </a:ext>
                  </a:extLst>
                </p14:cNvPr>
                <p14:cNvContentPartPr/>
                <p14:nvPr/>
              </p14:nvContentPartPr>
              <p14:xfrm>
                <a:off x="2689971" y="1672920"/>
                <a:ext cx="135360" cy="15696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6E8E5D9C-03DD-7332-2352-9D43EF9179CE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2671971" y="1654920"/>
                  <a:ext cx="17100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3AFFBE6F-A297-D1B7-C95D-7DC5ACD33321}"/>
                    </a:ext>
                  </a:extLst>
                </p14:cNvPr>
                <p14:cNvContentPartPr/>
                <p14:nvPr/>
              </p14:nvContentPartPr>
              <p14:xfrm>
                <a:off x="2697891" y="1493280"/>
                <a:ext cx="165240" cy="12276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3AFFBE6F-A297-D1B7-C95D-7DC5ACD33321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2679891" y="1475280"/>
                  <a:ext cx="20088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EBBB2207-B5A4-6021-1451-AC6294983D75}"/>
                    </a:ext>
                  </a:extLst>
                </p14:cNvPr>
                <p14:cNvContentPartPr/>
                <p14:nvPr/>
              </p14:nvContentPartPr>
              <p14:xfrm>
                <a:off x="2626971" y="1340280"/>
                <a:ext cx="345960" cy="33984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EBBB2207-B5A4-6021-1451-AC6294983D75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2608971" y="1322280"/>
                  <a:ext cx="381600" cy="375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2" name="Group 281">
            <a:extLst>
              <a:ext uri="{FF2B5EF4-FFF2-40B4-BE49-F238E27FC236}">
                <a16:creationId xmlns:a16="http://schemas.microsoft.com/office/drawing/2014/main" id="{83A27ED4-D6D8-C29B-F7CD-AFFD33A74C4A}"/>
              </a:ext>
            </a:extLst>
          </p:cNvPr>
          <p:cNvGrpSpPr/>
          <p:nvPr/>
        </p:nvGrpSpPr>
        <p:grpSpPr>
          <a:xfrm>
            <a:off x="4479891" y="1500480"/>
            <a:ext cx="412560" cy="533160"/>
            <a:chOff x="4479891" y="1500480"/>
            <a:chExt cx="412560" cy="533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21AFD1D8-4F72-8C43-8E88-1B50620F58DD}"/>
                    </a:ext>
                  </a:extLst>
                </p14:cNvPr>
                <p14:cNvContentPartPr/>
                <p14:nvPr/>
              </p14:nvContentPartPr>
              <p14:xfrm>
                <a:off x="4514091" y="1739520"/>
                <a:ext cx="180360" cy="166680"/>
              </p14:xfrm>
            </p:contentPart>
          </mc:Choice>
          <mc:Fallback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21AFD1D8-4F72-8C43-8E88-1B50620F58DD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4496091" y="1721559"/>
                  <a:ext cx="216000" cy="20224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5D6B12AB-65CD-2D32-AD9A-0B425D578E1F}"/>
                    </a:ext>
                  </a:extLst>
                </p14:cNvPr>
                <p14:cNvContentPartPr/>
                <p14:nvPr/>
              </p14:nvContentPartPr>
              <p14:xfrm>
                <a:off x="4479891" y="1500480"/>
                <a:ext cx="412560" cy="533160"/>
              </p14:xfrm>
            </p:contentPart>
          </mc:Choice>
          <mc:Fallback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5D6B12AB-65CD-2D32-AD9A-0B425D578E1F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4461891" y="1482480"/>
                  <a:ext cx="448200" cy="56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9" name="Group 308">
            <a:extLst>
              <a:ext uri="{FF2B5EF4-FFF2-40B4-BE49-F238E27FC236}">
                <a16:creationId xmlns:a16="http://schemas.microsoft.com/office/drawing/2014/main" id="{070CF406-F5CF-43B1-9694-79DBE809B1ED}"/>
              </a:ext>
            </a:extLst>
          </p:cNvPr>
          <p:cNvGrpSpPr/>
          <p:nvPr/>
        </p:nvGrpSpPr>
        <p:grpSpPr>
          <a:xfrm>
            <a:off x="6820663" y="3375720"/>
            <a:ext cx="996840" cy="360720"/>
            <a:chOff x="6820663" y="3375720"/>
            <a:chExt cx="996840" cy="360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CD6DDF65-E377-3063-9584-70FE708D79D0}"/>
                    </a:ext>
                  </a:extLst>
                </p14:cNvPr>
                <p14:cNvContentPartPr/>
                <p14:nvPr/>
              </p14:nvContentPartPr>
              <p14:xfrm>
                <a:off x="6820663" y="3402000"/>
                <a:ext cx="247680" cy="33444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CD6DDF65-E377-3063-9584-70FE708D79D0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6802663" y="3384000"/>
                  <a:ext cx="283320" cy="37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DCED41EA-7E76-983A-C4B4-0DBE72D97CD3}"/>
                    </a:ext>
                  </a:extLst>
                </p14:cNvPr>
                <p14:cNvContentPartPr/>
                <p14:nvPr/>
              </p14:nvContentPartPr>
              <p14:xfrm>
                <a:off x="7225663" y="3553560"/>
                <a:ext cx="70200" cy="16200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DCED41EA-7E76-983A-C4B4-0DBE72D97CD3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7207663" y="3535560"/>
                  <a:ext cx="10584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5E99B49D-CBC7-74F8-87DF-79622BE24498}"/>
                    </a:ext>
                  </a:extLst>
                </p14:cNvPr>
                <p14:cNvContentPartPr/>
                <p14:nvPr/>
              </p14:nvContentPartPr>
              <p14:xfrm>
                <a:off x="7384783" y="3510000"/>
                <a:ext cx="174600" cy="12636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5E99B49D-CBC7-74F8-87DF-79622BE24498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7366783" y="3492000"/>
                  <a:ext cx="21024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7811FB74-976C-4010-AA04-D65E35B256B2}"/>
                    </a:ext>
                  </a:extLst>
                </p14:cNvPr>
                <p14:cNvContentPartPr/>
                <p14:nvPr/>
              </p14:nvContentPartPr>
              <p14:xfrm>
                <a:off x="7678183" y="3375720"/>
                <a:ext cx="55080" cy="27792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7811FB74-976C-4010-AA04-D65E35B256B2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7660183" y="3357720"/>
                  <a:ext cx="90720" cy="31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DB818255-B0BE-A27A-85E8-6EBDCD50ACA7}"/>
                    </a:ext>
                  </a:extLst>
                </p14:cNvPr>
                <p14:cNvContentPartPr/>
                <p14:nvPr/>
              </p14:nvContentPartPr>
              <p14:xfrm>
                <a:off x="7648663" y="3483000"/>
                <a:ext cx="168840" cy="8352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DB818255-B0BE-A27A-85E8-6EBDCD50ACA7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7630663" y="3465000"/>
                  <a:ext cx="204480" cy="119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9" name="Group 288">
            <a:extLst>
              <a:ext uri="{FF2B5EF4-FFF2-40B4-BE49-F238E27FC236}">
                <a16:creationId xmlns:a16="http://schemas.microsoft.com/office/drawing/2014/main" id="{B21207B5-8B6B-2061-A3C7-65B81C65B837}"/>
              </a:ext>
            </a:extLst>
          </p:cNvPr>
          <p:cNvGrpSpPr/>
          <p:nvPr/>
        </p:nvGrpSpPr>
        <p:grpSpPr>
          <a:xfrm>
            <a:off x="6809863" y="3865680"/>
            <a:ext cx="1065960" cy="528120"/>
            <a:chOff x="6809863" y="3865680"/>
            <a:chExt cx="1065960" cy="528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E5ACB385-9F66-C668-4FD5-C531251C3F3B}"/>
                    </a:ext>
                  </a:extLst>
                </p14:cNvPr>
                <p14:cNvContentPartPr/>
                <p14:nvPr/>
              </p14:nvContentPartPr>
              <p14:xfrm>
                <a:off x="6809863" y="3865680"/>
                <a:ext cx="1065960" cy="15120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E5ACB385-9F66-C668-4FD5-C531251C3F3B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6791863" y="3847680"/>
                  <a:ext cx="110160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A07443F3-C116-EDE4-EE4B-37963DD35102}"/>
                    </a:ext>
                  </a:extLst>
                </p14:cNvPr>
                <p14:cNvContentPartPr/>
                <p14:nvPr/>
              </p14:nvContentPartPr>
              <p14:xfrm>
                <a:off x="7302343" y="4147920"/>
                <a:ext cx="82080" cy="24588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A07443F3-C116-EDE4-EE4B-37963DD35102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7284343" y="4129946"/>
                  <a:ext cx="117720" cy="28146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33929DBD-01C3-1CE6-5E5E-99E73D1D3B2A}"/>
                    </a:ext>
                  </a:extLst>
                </p14:cNvPr>
                <p14:cNvContentPartPr/>
                <p14:nvPr/>
              </p14:nvContentPartPr>
              <p14:xfrm>
                <a:off x="7297303" y="4090320"/>
                <a:ext cx="163080" cy="16740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33929DBD-01C3-1CE6-5E5E-99E73D1D3B2A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7279303" y="4072320"/>
                  <a:ext cx="19872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70EF8F9E-C76F-CFCF-8B1C-035AB7BAB8EB}"/>
                    </a:ext>
                  </a:extLst>
                </p14:cNvPr>
                <p14:cNvContentPartPr/>
                <p14:nvPr/>
              </p14:nvContentPartPr>
              <p14:xfrm>
                <a:off x="7571263" y="4143960"/>
                <a:ext cx="75600" cy="20232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70EF8F9E-C76F-CFCF-8B1C-035AB7BAB8EB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7553177" y="4125960"/>
                  <a:ext cx="111411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FAB607C8-3394-0983-4944-909954494BBD}"/>
                    </a:ext>
                  </a:extLst>
                </p14:cNvPr>
                <p14:cNvContentPartPr/>
                <p14:nvPr/>
              </p14:nvContentPartPr>
              <p14:xfrm>
                <a:off x="7564423" y="4230360"/>
                <a:ext cx="102600" cy="9648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FAB607C8-3394-0983-4944-909954494BBD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7546360" y="4212360"/>
                  <a:ext cx="138365" cy="132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9" name="Group 278">
            <a:extLst>
              <a:ext uri="{FF2B5EF4-FFF2-40B4-BE49-F238E27FC236}">
                <a16:creationId xmlns:a16="http://schemas.microsoft.com/office/drawing/2014/main" id="{1F049550-D945-18FF-0B59-5A0E4B9138F8}"/>
              </a:ext>
            </a:extLst>
          </p:cNvPr>
          <p:cNvGrpSpPr/>
          <p:nvPr/>
        </p:nvGrpSpPr>
        <p:grpSpPr>
          <a:xfrm>
            <a:off x="8145103" y="3315600"/>
            <a:ext cx="1251360" cy="688320"/>
            <a:chOff x="8145103" y="3315600"/>
            <a:chExt cx="1251360" cy="688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BC0B89E3-26E7-3AE8-1DB3-6B412CD22073}"/>
                    </a:ext>
                  </a:extLst>
                </p14:cNvPr>
                <p14:cNvContentPartPr/>
                <p14:nvPr/>
              </p14:nvContentPartPr>
              <p14:xfrm>
                <a:off x="8145103" y="3754440"/>
                <a:ext cx="72720" cy="5760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BC0B89E3-26E7-3AE8-1DB3-6B412CD22073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8127103" y="3736440"/>
                  <a:ext cx="10836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30204D56-8F8D-AFAD-0485-6FF48207A55A}"/>
                    </a:ext>
                  </a:extLst>
                </p14:cNvPr>
                <p14:cNvContentPartPr/>
                <p14:nvPr/>
              </p14:nvContentPartPr>
              <p14:xfrm>
                <a:off x="8154103" y="3860640"/>
                <a:ext cx="33120" cy="3060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30204D56-8F8D-AFAD-0485-6FF48207A55A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8135905" y="3842640"/>
                  <a:ext cx="69152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2B51BFC4-DAC1-25C3-2A47-2A4E6A1B355A}"/>
                    </a:ext>
                  </a:extLst>
                </p14:cNvPr>
                <p14:cNvContentPartPr/>
                <p14:nvPr/>
              </p14:nvContentPartPr>
              <p14:xfrm>
                <a:off x="8360743" y="3490920"/>
                <a:ext cx="223920" cy="25920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2B51BFC4-DAC1-25C3-2A47-2A4E6A1B355A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8342743" y="3472920"/>
                  <a:ext cx="25956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4811ADC5-32B9-3BFF-52DF-AABC0C8EC20F}"/>
                    </a:ext>
                  </a:extLst>
                </p14:cNvPr>
                <p14:cNvContentPartPr/>
                <p14:nvPr/>
              </p14:nvContentPartPr>
              <p14:xfrm>
                <a:off x="8711023" y="3653280"/>
                <a:ext cx="46080" cy="10332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4811ADC5-32B9-3BFF-52DF-AABC0C8EC20F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8693023" y="3635280"/>
                  <a:ext cx="8172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FE2C40FA-B357-7893-AE24-CF5C5F22A49A}"/>
                    </a:ext>
                  </a:extLst>
                </p14:cNvPr>
                <p14:cNvContentPartPr/>
                <p14:nvPr/>
              </p14:nvContentPartPr>
              <p14:xfrm>
                <a:off x="8685463" y="3500640"/>
                <a:ext cx="37080" cy="4608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FE2C40FA-B357-7893-AE24-CF5C5F22A49A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8667463" y="3482640"/>
                  <a:ext cx="7272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8E6057FC-AE4D-593E-544E-D4E3BFC9D9F0}"/>
                    </a:ext>
                  </a:extLst>
                </p14:cNvPr>
                <p14:cNvContentPartPr/>
                <p14:nvPr/>
              </p14:nvContentPartPr>
              <p14:xfrm>
                <a:off x="8837023" y="3588480"/>
                <a:ext cx="138240" cy="11880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8E6057FC-AE4D-593E-544E-D4E3BFC9D9F0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8819023" y="3570480"/>
                  <a:ext cx="17388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3B4A04B2-B5A5-6A90-2FEA-4724698C8B4B}"/>
                    </a:ext>
                  </a:extLst>
                </p14:cNvPr>
                <p14:cNvContentPartPr/>
                <p14:nvPr/>
              </p14:nvContentPartPr>
              <p14:xfrm>
                <a:off x="9096943" y="3315600"/>
                <a:ext cx="299520" cy="688320"/>
              </p14:xfrm>
            </p:contentPart>
          </mc:Choice>
          <mc:Fallback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3B4A04B2-B5A5-6A90-2FEA-4724698C8B4B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9078943" y="3297591"/>
                  <a:ext cx="335160" cy="72397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9" name="Group 398">
            <a:extLst>
              <a:ext uri="{FF2B5EF4-FFF2-40B4-BE49-F238E27FC236}">
                <a16:creationId xmlns:a16="http://schemas.microsoft.com/office/drawing/2014/main" id="{F8603FF4-A070-DCF7-D7F6-CED375F02FCF}"/>
              </a:ext>
            </a:extLst>
          </p:cNvPr>
          <p:cNvGrpSpPr/>
          <p:nvPr/>
        </p:nvGrpSpPr>
        <p:grpSpPr>
          <a:xfrm>
            <a:off x="9370543" y="3182760"/>
            <a:ext cx="737640" cy="810720"/>
            <a:chOff x="9370543" y="3182760"/>
            <a:chExt cx="737640" cy="810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335" name="Ink 334">
                  <a:extLst>
                    <a:ext uri="{FF2B5EF4-FFF2-40B4-BE49-F238E27FC236}">
                      <a16:creationId xmlns:a16="http://schemas.microsoft.com/office/drawing/2014/main" id="{6FED8E54-077D-5E3A-4FA6-9F102ECB686A}"/>
                    </a:ext>
                  </a:extLst>
                </p14:cNvPr>
                <p14:cNvContentPartPr/>
                <p14:nvPr/>
              </p14:nvContentPartPr>
              <p14:xfrm>
                <a:off x="9597343" y="3182760"/>
                <a:ext cx="65880" cy="313200"/>
              </p14:xfrm>
            </p:contentPart>
          </mc:Choice>
          <mc:Fallback>
            <p:pic>
              <p:nvPicPr>
                <p:cNvPr id="335" name="Ink 334">
                  <a:extLst>
                    <a:ext uri="{FF2B5EF4-FFF2-40B4-BE49-F238E27FC236}">
                      <a16:creationId xmlns:a16="http://schemas.microsoft.com/office/drawing/2014/main" id="{6FED8E54-077D-5E3A-4FA6-9F102ECB686A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9579343" y="3164760"/>
                  <a:ext cx="10152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394" name="Ink 393">
                  <a:extLst>
                    <a:ext uri="{FF2B5EF4-FFF2-40B4-BE49-F238E27FC236}">
                      <a16:creationId xmlns:a16="http://schemas.microsoft.com/office/drawing/2014/main" id="{481D1C4A-5D9E-2983-48E9-452713C09189}"/>
                    </a:ext>
                  </a:extLst>
                </p14:cNvPr>
                <p14:cNvContentPartPr/>
                <p14:nvPr/>
              </p14:nvContentPartPr>
              <p14:xfrm>
                <a:off x="9370543" y="3490920"/>
                <a:ext cx="737640" cy="119520"/>
              </p14:xfrm>
            </p:contentPart>
          </mc:Choice>
          <mc:Fallback>
            <p:pic>
              <p:nvPicPr>
                <p:cNvPr id="394" name="Ink 393">
                  <a:extLst>
                    <a:ext uri="{FF2B5EF4-FFF2-40B4-BE49-F238E27FC236}">
                      <a16:creationId xmlns:a16="http://schemas.microsoft.com/office/drawing/2014/main" id="{481D1C4A-5D9E-2983-48E9-452713C09189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9352534" y="3472920"/>
                  <a:ext cx="773297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4">
              <p14:nvContentPartPr>
                <p14:cNvPr id="395" name="Ink 394">
                  <a:extLst>
                    <a:ext uri="{FF2B5EF4-FFF2-40B4-BE49-F238E27FC236}">
                      <a16:creationId xmlns:a16="http://schemas.microsoft.com/office/drawing/2014/main" id="{E7E03BEC-8DCF-C82D-E702-5F589D8265BD}"/>
                    </a:ext>
                  </a:extLst>
                </p14:cNvPr>
                <p14:cNvContentPartPr/>
                <p14:nvPr/>
              </p14:nvContentPartPr>
              <p14:xfrm>
                <a:off x="9640903" y="3726360"/>
                <a:ext cx="117360" cy="251640"/>
              </p14:xfrm>
            </p:contentPart>
          </mc:Choice>
          <mc:Fallback>
            <p:pic>
              <p:nvPicPr>
                <p:cNvPr id="395" name="Ink 394">
                  <a:extLst>
                    <a:ext uri="{FF2B5EF4-FFF2-40B4-BE49-F238E27FC236}">
                      <a16:creationId xmlns:a16="http://schemas.microsoft.com/office/drawing/2014/main" id="{E7E03BEC-8DCF-C82D-E702-5F589D8265BD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9622958" y="3708386"/>
                  <a:ext cx="152891" cy="28722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6">
              <p14:nvContentPartPr>
                <p14:cNvPr id="396" name="Ink 395">
                  <a:extLst>
                    <a:ext uri="{FF2B5EF4-FFF2-40B4-BE49-F238E27FC236}">
                      <a16:creationId xmlns:a16="http://schemas.microsoft.com/office/drawing/2014/main" id="{40E1EEF1-A766-6594-D529-35B7F2C2E785}"/>
                    </a:ext>
                  </a:extLst>
                </p14:cNvPr>
                <p14:cNvContentPartPr/>
                <p14:nvPr/>
              </p14:nvContentPartPr>
              <p14:xfrm>
                <a:off x="9636223" y="3691440"/>
                <a:ext cx="233640" cy="144000"/>
              </p14:xfrm>
            </p:contentPart>
          </mc:Choice>
          <mc:Fallback>
            <p:pic>
              <p:nvPicPr>
                <p:cNvPr id="396" name="Ink 395">
                  <a:extLst>
                    <a:ext uri="{FF2B5EF4-FFF2-40B4-BE49-F238E27FC236}">
                      <a16:creationId xmlns:a16="http://schemas.microsoft.com/office/drawing/2014/main" id="{40E1EEF1-A766-6594-D529-35B7F2C2E785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9618223" y="3673440"/>
                  <a:ext cx="26928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397" name="Ink 396">
                  <a:extLst>
                    <a:ext uri="{FF2B5EF4-FFF2-40B4-BE49-F238E27FC236}">
                      <a16:creationId xmlns:a16="http://schemas.microsoft.com/office/drawing/2014/main" id="{7600CEDE-00CF-F381-91D7-53D88FB85249}"/>
                    </a:ext>
                  </a:extLst>
                </p14:cNvPr>
                <p14:cNvContentPartPr/>
                <p14:nvPr/>
              </p14:nvContentPartPr>
              <p14:xfrm>
                <a:off x="10005943" y="3754080"/>
                <a:ext cx="56160" cy="239400"/>
              </p14:xfrm>
            </p:contentPart>
          </mc:Choice>
          <mc:Fallback>
            <p:pic>
              <p:nvPicPr>
                <p:cNvPr id="397" name="Ink 396">
                  <a:extLst>
                    <a:ext uri="{FF2B5EF4-FFF2-40B4-BE49-F238E27FC236}">
                      <a16:creationId xmlns:a16="http://schemas.microsoft.com/office/drawing/2014/main" id="{7600CEDE-00CF-F381-91D7-53D88FB85249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9987943" y="3736080"/>
                  <a:ext cx="91800" cy="2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0">
              <p14:nvContentPartPr>
                <p14:cNvPr id="398" name="Ink 397">
                  <a:extLst>
                    <a:ext uri="{FF2B5EF4-FFF2-40B4-BE49-F238E27FC236}">
                      <a16:creationId xmlns:a16="http://schemas.microsoft.com/office/drawing/2014/main" id="{148B53E3-C82A-610F-0D8D-BBC613EF4858}"/>
                    </a:ext>
                  </a:extLst>
                </p14:cNvPr>
                <p14:cNvContentPartPr/>
                <p14:nvPr/>
              </p14:nvContentPartPr>
              <p14:xfrm>
                <a:off x="9965983" y="3880800"/>
                <a:ext cx="81360" cy="93240"/>
              </p14:xfrm>
            </p:contentPart>
          </mc:Choice>
          <mc:Fallback>
            <p:pic>
              <p:nvPicPr>
                <p:cNvPr id="398" name="Ink 397">
                  <a:extLst>
                    <a:ext uri="{FF2B5EF4-FFF2-40B4-BE49-F238E27FC236}">
                      <a16:creationId xmlns:a16="http://schemas.microsoft.com/office/drawing/2014/main" id="{148B53E3-C82A-610F-0D8D-BBC613EF4858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9947983" y="3862800"/>
                  <a:ext cx="117000" cy="12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9" name="Group 408">
            <a:extLst>
              <a:ext uri="{FF2B5EF4-FFF2-40B4-BE49-F238E27FC236}">
                <a16:creationId xmlns:a16="http://schemas.microsoft.com/office/drawing/2014/main" id="{78CFFFDD-CDE0-D972-B8B7-8C16A7444CA1}"/>
              </a:ext>
            </a:extLst>
          </p:cNvPr>
          <p:cNvGrpSpPr/>
          <p:nvPr/>
        </p:nvGrpSpPr>
        <p:grpSpPr>
          <a:xfrm>
            <a:off x="10275223" y="3022920"/>
            <a:ext cx="1130400" cy="794880"/>
            <a:chOff x="10275223" y="3022920"/>
            <a:chExt cx="1130400" cy="794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2">
              <p14:nvContentPartPr>
                <p14:cNvPr id="400" name="Ink 399">
                  <a:extLst>
                    <a:ext uri="{FF2B5EF4-FFF2-40B4-BE49-F238E27FC236}">
                      <a16:creationId xmlns:a16="http://schemas.microsoft.com/office/drawing/2014/main" id="{4817827F-E862-9018-B13D-68C4315F0936}"/>
                    </a:ext>
                  </a:extLst>
                </p14:cNvPr>
                <p14:cNvContentPartPr/>
                <p14:nvPr/>
              </p14:nvContentPartPr>
              <p14:xfrm>
                <a:off x="10275223" y="3426840"/>
                <a:ext cx="201240" cy="35280"/>
              </p14:xfrm>
            </p:contentPart>
          </mc:Choice>
          <mc:Fallback>
            <p:pic>
              <p:nvPicPr>
                <p:cNvPr id="400" name="Ink 399">
                  <a:extLst>
                    <a:ext uri="{FF2B5EF4-FFF2-40B4-BE49-F238E27FC236}">
                      <a16:creationId xmlns:a16="http://schemas.microsoft.com/office/drawing/2014/main" id="{4817827F-E862-9018-B13D-68C4315F0936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10257223" y="3408840"/>
                  <a:ext cx="23688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4">
              <p14:nvContentPartPr>
                <p14:cNvPr id="401" name="Ink 400">
                  <a:extLst>
                    <a:ext uri="{FF2B5EF4-FFF2-40B4-BE49-F238E27FC236}">
                      <a16:creationId xmlns:a16="http://schemas.microsoft.com/office/drawing/2014/main" id="{E7929D6E-64B2-9C31-4FC7-C8B619CFEA1E}"/>
                    </a:ext>
                  </a:extLst>
                </p14:cNvPr>
                <p14:cNvContentPartPr/>
                <p14:nvPr/>
              </p14:nvContentPartPr>
              <p14:xfrm>
                <a:off x="10402663" y="3389760"/>
                <a:ext cx="39600" cy="114120"/>
              </p14:xfrm>
            </p:contentPart>
          </mc:Choice>
          <mc:Fallback>
            <p:pic>
              <p:nvPicPr>
                <p:cNvPr id="401" name="Ink 400">
                  <a:extLst>
                    <a:ext uri="{FF2B5EF4-FFF2-40B4-BE49-F238E27FC236}">
                      <a16:creationId xmlns:a16="http://schemas.microsoft.com/office/drawing/2014/main" id="{E7929D6E-64B2-9C31-4FC7-C8B619CFEA1E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10384825" y="3371760"/>
                  <a:ext cx="74919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6">
              <p14:nvContentPartPr>
                <p14:cNvPr id="402" name="Ink 401">
                  <a:extLst>
                    <a:ext uri="{FF2B5EF4-FFF2-40B4-BE49-F238E27FC236}">
                      <a16:creationId xmlns:a16="http://schemas.microsoft.com/office/drawing/2014/main" id="{F718EC91-F1C9-6F86-5DF1-7641AD7891B2}"/>
                    </a:ext>
                  </a:extLst>
                </p14:cNvPr>
                <p14:cNvContentPartPr/>
                <p14:nvPr/>
              </p14:nvContentPartPr>
              <p14:xfrm>
                <a:off x="10686703" y="3022920"/>
                <a:ext cx="39240" cy="288360"/>
              </p14:xfrm>
            </p:contentPart>
          </mc:Choice>
          <mc:Fallback>
            <p:pic>
              <p:nvPicPr>
                <p:cNvPr id="402" name="Ink 401">
                  <a:extLst>
                    <a:ext uri="{FF2B5EF4-FFF2-40B4-BE49-F238E27FC236}">
                      <a16:creationId xmlns:a16="http://schemas.microsoft.com/office/drawing/2014/main" id="{F718EC91-F1C9-6F86-5DF1-7641AD7891B2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10668536" y="3004920"/>
                  <a:ext cx="75210" cy="32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8">
              <p14:nvContentPartPr>
                <p14:cNvPr id="403" name="Ink 402">
                  <a:extLst>
                    <a:ext uri="{FF2B5EF4-FFF2-40B4-BE49-F238E27FC236}">
                      <a16:creationId xmlns:a16="http://schemas.microsoft.com/office/drawing/2014/main" id="{5621F83F-11D4-2FFA-CB4B-80ED63C166B6}"/>
                    </a:ext>
                  </a:extLst>
                </p14:cNvPr>
                <p14:cNvContentPartPr/>
                <p14:nvPr/>
              </p14:nvContentPartPr>
              <p14:xfrm>
                <a:off x="10595263" y="3338640"/>
                <a:ext cx="403200" cy="110880"/>
              </p14:xfrm>
            </p:contentPart>
          </mc:Choice>
          <mc:Fallback>
            <p:pic>
              <p:nvPicPr>
                <p:cNvPr id="403" name="Ink 402">
                  <a:extLst>
                    <a:ext uri="{FF2B5EF4-FFF2-40B4-BE49-F238E27FC236}">
                      <a16:creationId xmlns:a16="http://schemas.microsoft.com/office/drawing/2014/main" id="{5621F83F-11D4-2FFA-CB4B-80ED63C166B6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10577263" y="3320640"/>
                  <a:ext cx="43884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0">
              <p14:nvContentPartPr>
                <p14:cNvPr id="404" name="Ink 403">
                  <a:extLst>
                    <a:ext uri="{FF2B5EF4-FFF2-40B4-BE49-F238E27FC236}">
                      <a16:creationId xmlns:a16="http://schemas.microsoft.com/office/drawing/2014/main" id="{4CB3E924-3149-16AD-EAFD-7750A0DB1739}"/>
                    </a:ext>
                  </a:extLst>
                </p14:cNvPr>
                <p14:cNvContentPartPr/>
                <p14:nvPr/>
              </p14:nvContentPartPr>
              <p14:xfrm>
                <a:off x="10715503" y="3589560"/>
                <a:ext cx="75600" cy="228240"/>
              </p14:xfrm>
            </p:contentPart>
          </mc:Choice>
          <mc:Fallback>
            <p:pic>
              <p:nvPicPr>
                <p:cNvPr id="404" name="Ink 403">
                  <a:extLst>
                    <a:ext uri="{FF2B5EF4-FFF2-40B4-BE49-F238E27FC236}">
                      <a16:creationId xmlns:a16="http://schemas.microsoft.com/office/drawing/2014/main" id="{4CB3E924-3149-16AD-EAFD-7750A0DB1739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10697503" y="3571588"/>
                  <a:ext cx="111240" cy="26382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2">
              <p14:nvContentPartPr>
                <p14:cNvPr id="405" name="Ink 404">
                  <a:extLst>
                    <a:ext uri="{FF2B5EF4-FFF2-40B4-BE49-F238E27FC236}">
                      <a16:creationId xmlns:a16="http://schemas.microsoft.com/office/drawing/2014/main" id="{9BA939C9-7E15-47EB-699A-E47BF3072359}"/>
                    </a:ext>
                  </a:extLst>
                </p14:cNvPr>
                <p14:cNvContentPartPr/>
                <p14:nvPr/>
              </p14:nvContentPartPr>
              <p14:xfrm>
                <a:off x="10727383" y="3562200"/>
                <a:ext cx="160920" cy="154800"/>
              </p14:xfrm>
            </p:contentPart>
          </mc:Choice>
          <mc:Fallback>
            <p:pic>
              <p:nvPicPr>
                <p:cNvPr id="405" name="Ink 404">
                  <a:extLst>
                    <a:ext uri="{FF2B5EF4-FFF2-40B4-BE49-F238E27FC236}">
                      <a16:creationId xmlns:a16="http://schemas.microsoft.com/office/drawing/2014/main" id="{9BA939C9-7E15-47EB-699A-E47BF3072359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10709383" y="3544158"/>
                  <a:ext cx="196560" cy="19052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4">
              <p14:nvContentPartPr>
                <p14:cNvPr id="406" name="Ink 405">
                  <a:extLst>
                    <a:ext uri="{FF2B5EF4-FFF2-40B4-BE49-F238E27FC236}">
                      <a16:creationId xmlns:a16="http://schemas.microsoft.com/office/drawing/2014/main" id="{2BF93197-608D-E0D8-216F-BD14AE51230D}"/>
                    </a:ext>
                  </a:extLst>
                </p14:cNvPr>
                <p14:cNvContentPartPr/>
                <p14:nvPr/>
              </p14:nvContentPartPr>
              <p14:xfrm>
                <a:off x="11041663" y="3655800"/>
                <a:ext cx="18720" cy="159480"/>
              </p14:xfrm>
            </p:contentPart>
          </mc:Choice>
          <mc:Fallback>
            <p:pic>
              <p:nvPicPr>
                <p:cNvPr id="406" name="Ink 405">
                  <a:extLst>
                    <a:ext uri="{FF2B5EF4-FFF2-40B4-BE49-F238E27FC236}">
                      <a16:creationId xmlns:a16="http://schemas.microsoft.com/office/drawing/2014/main" id="{2BF93197-608D-E0D8-216F-BD14AE51230D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11023663" y="3637841"/>
                  <a:ext cx="54360" cy="1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6">
              <p14:nvContentPartPr>
                <p14:cNvPr id="407" name="Ink 406">
                  <a:extLst>
                    <a:ext uri="{FF2B5EF4-FFF2-40B4-BE49-F238E27FC236}">
                      <a16:creationId xmlns:a16="http://schemas.microsoft.com/office/drawing/2014/main" id="{D41A765A-E8D5-9307-FC9C-C08ED71BA7D5}"/>
                    </a:ext>
                  </a:extLst>
                </p14:cNvPr>
                <p14:cNvContentPartPr/>
                <p14:nvPr/>
              </p14:nvContentPartPr>
              <p14:xfrm>
                <a:off x="11027983" y="3541320"/>
                <a:ext cx="14760" cy="39960"/>
              </p14:xfrm>
            </p:contentPart>
          </mc:Choice>
          <mc:Fallback>
            <p:pic>
              <p:nvPicPr>
                <p:cNvPr id="407" name="Ink 406">
                  <a:extLst>
                    <a:ext uri="{FF2B5EF4-FFF2-40B4-BE49-F238E27FC236}">
                      <a16:creationId xmlns:a16="http://schemas.microsoft.com/office/drawing/2014/main" id="{D41A765A-E8D5-9307-FC9C-C08ED71BA7D5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11009983" y="3523320"/>
                  <a:ext cx="5040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8">
              <p14:nvContentPartPr>
                <p14:cNvPr id="408" name="Ink 407">
                  <a:extLst>
                    <a:ext uri="{FF2B5EF4-FFF2-40B4-BE49-F238E27FC236}">
                      <a16:creationId xmlns:a16="http://schemas.microsoft.com/office/drawing/2014/main" id="{B5873E19-07E0-3980-4893-00B574ABCE03}"/>
                    </a:ext>
                  </a:extLst>
                </p14:cNvPr>
                <p14:cNvContentPartPr/>
                <p14:nvPr/>
              </p14:nvContentPartPr>
              <p14:xfrm>
                <a:off x="11187823" y="3083760"/>
                <a:ext cx="217800" cy="712440"/>
              </p14:xfrm>
            </p:contentPart>
          </mc:Choice>
          <mc:Fallback>
            <p:pic>
              <p:nvPicPr>
                <p:cNvPr id="408" name="Ink 407">
                  <a:extLst>
                    <a:ext uri="{FF2B5EF4-FFF2-40B4-BE49-F238E27FC236}">
                      <a16:creationId xmlns:a16="http://schemas.microsoft.com/office/drawing/2014/main" id="{B5873E19-07E0-3980-4893-00B574ABCE03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11169823" y="3065760"/>
                  <a:ext cx="253440" cy="748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1" name="Group 430">
            <a:extLst>
              <a:ext uri="{FF2B5EF4-FFF2-40B4-BE49-F238E27FC236}">
                <a16:creationId xmlns:a16="http://schemas.microsoft.com/office/drawing/2014/main" id="{AA7E6C9B-A3A0-FEDC-D856-9B66FE5A841F}"/>
              </a:ext>
            </a:extLst>
          </p:cNvPr>
          <p:cNvGrpSpPr/>
          <p:nvPr/>
        </p:nvGrpSpPr>
        <p:grpSpPr>
          <a:xfrm>
            <a:off x="8347783" y="4874760"/>
            <a:ext cx="93960" cy="96120"/>
            <a:chOff x="8347783" y="4874760"/>
            <a:chExt cx="93960" cy="96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0">
              <p14:nvContentPartPr>
                <p14:cNvPr id="410" name="Ink 409">
                  <a:extLst>
                    <a:ext uri="{FF2B5EF4-FFF2-40B4-BE49-F238E27FC236}">
                      <a16:creationId xmlns:a16="http://schemas.microsoft.com/office/drawing/2014/main" id="{91E34753-80ED-A4E1-4D60-7B224BCA70B8}"/>
                    </a:ext>
                  </a:extLst>
                </p14:cNvPr>
                <p14:cNvContentPartPr/>
                <p14:nvPr/>
              </p14:nvContentPartPr>
              <p14:xfrm>
                <a:off x="8347783" y="4874760"/>
                <a:ext cx="64440" cy="18720"/>
              </p14:xfrm>
            </p:contentPart>
          </mc:Choice>
          <mc:Fallback>
            <p:pic>
              <p:nvPicPr>
                <p:cNvPr id="410" name="Ink 409">
                  <a:extLst>
                    <a:ext uri="{FF2B5EF4-FFF2-40B4-BE49-F238E27FC236}">
                      <a16:creationId xmlns:a16="http://schemas.microsoft.com/office/drawing/2014/main" id="{91E34753-80ED-A4E1-4D60-7B224BCA70B8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8329783" y="4856760"/>
                  <a:ext cx="10008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2">
              <p14:nvContentPartPr>
                <p14:cNvPr id="411" name="Ink 410">
                  <a:extLst>
                    <a:ext uri="{FF2B5EF4-FFF2-40B4-BE49-F238E27FC236}">
                      <a16:creationId xmlns:a16="http://schemas.microsoft.com/office/drawing/2014/main" id="{ACAE5278-1DD5-5397-921D-1C03A837E9C9}"/>
                    </a:ext>
                  </a:extLst>
                </p14:cNvPr>
                <p14:cNvContentPartPr/>
                <p14:nvPr/>
              </p14:nvContentPartPr>
              <p14:xfrm>
                <a:off x="8385583" y="4960800"/>
                <a:ext cx="56160" cy="10080"/>
              </p14:xfrm>
            </p:contentPart>
          </mc:Choice>
          <mc:Fallback>
            <p:pic>
              <p:nvPicPr>
                <p:cNvPr id="411" name="Ink 410">
                  <a:extLst>
                    <a:ext uri="{FF2B5EF4-FFF2-40B4-BE49-F238E27FC236}">
                      <a16:creationId xmlns:a16="http://schemas.microsoft.com/office/drawing/2014/main" id="{ACAE5278-1DD5-5397-921D-1C03A837E9C9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8367583" y="4942800"/>
                  <a:ext cx="91800" cy="45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0" name="Group 429">
            <a:extLst>
              <a:ext uri="{FF2B5EF4-FFF2-40B4-BE49-F238E27FC236}">
                <a16:creationId xmlns:a16="http://schemas.microsoft.com/office/drawing/2014/main" id="{2E8F0497-4133-1B00-A148-EA54248CF94D}"/>
              </a:ext>
            </a:extLst>
          </p:cNvPr>
          <p:cNvGrpSpPr/>
          <p:nvPr/>
        </p:nvGrpSpPr>
        <p:grpSpPr>
          <a:xfrm>
            <a:off x="8654863" y="4557960"/>
            <a:ext cx="639360" cy="276840"/>
            <a:chOff x="8654863" y="4557960"/>
            <a:chExt cx="639360" cy="276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4">
              <p14:nvContentPartPr>
                <p14:cNvPr id="412" name="Ink 411">
                  <a:extLst>
                    <a:ext uri="{FF2B5EF4-FFF2-40B4-BE49-F238E27FC236}">
                      <a16:creationId xmlns:a16="http://schemas.microsoft.com/office/drawing/2014/main" id="{8596FAAA-77D3-4ACB-BE50-CBF575876F01}"/>
                    </a:ext>
                  </a:extLst>
                </p14:cNvPr>
                <p14:cNvContentPartPr/>
                <p14:nvPr/>
              </p14:nvContentPartPr>
              <p14:xfrm>
                <a:off x="8654863" y="4602240"/>
                <a:ext cx="202320" cy="232560"/>
              </p14:xfrm>
            </p:contentPart>
          </mc:Choice>
          <mc:Fallback>
            <p:pic>
              <p:nvPicPr>
                <p:cNvPr id="412" name="Ink 411">
                  <a:extLst>
                    <a:ext uri="{FF2B5EF4-FFF2-40B4-BE49-F238E27FC236}">
                      <a16:creationId xmlns:a16="http://schemas.microsoft.com/office/drawing/2014/main" id="{8596FAAA-77D3-4ACB-BE50-CBF575876F01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8636831" y="4584212"/>
                  <a:ext cx="238024" cy="26825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6">
              <p14:nvContentPartPr>
                <p14:cNvPr id="413" name="Ink 412">
                  <a:extLst>
                    <a:ext uri="{FF2B5EF4-FFF2-40B4-BE49-F238E27FC236}">
                      <a16:creationId xmlns:a16="http://schemas.microsoft.com/office/drawing/2014/main" id="{0CD901F7-2EA5-7B39-E27A-43404C4318FC}"/>
                    </a:ext>
                  </a:extLst>
                </p14:cNvPr>
                <p14:cNvContentPartPr/>
                <p14:nvPr/>
              </p14:nvContentPartPr>
              <p14:xfrm>
                <a:off x="8995783" y="4692240"/>
                <a:ext cx="30600" cy="117360"/>
              </p14:xfrm>
            </p:contentPart>
          </mc:Choice>
          <mc:Fallback>
            <p:pic>
              <p:nvPicPr>
                <p:cNvPr id="413" name="Ink 412">
                  <a:extLst>
                    <a:ext uri="{FF2B5EF4-FFF2-40B4-BE49-F238E27FC236}">
                      <a16:creationId xmlns:a16="http://schemas.microsoft.com/office/drawing/2014/main" id="{0CD901F7-2EA5-7B39-E27A-43404C4318FC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8977783" y="4674185"/>
                  <a:ext cx="66240" cy="15311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8">
              <p14:nvContentPartPr>
                <p14:cNvPr id="414" name="Ink 413">
                  <a:extLst>
                    <a:ext uri="{FF2B5EF4-FFF2-40B4-BE49-F238E27FC236}">
                      <a16:creationId xmlns:a16="http://schemas.microsoft.com/office/drawing/2014/main" id="{9725B65E-3930-6270-7319-90C7687B46FF}"/>
                    </a:ext>
                  </a:extLst>
                </p14:cNvPr>
                <p14:cNvContentPartPr/>
                <p14:nvPr/>
              </p14:nvContentPartPr>
              <p14:xfrm>
                <a:off x="9017383" y="4557960"/>
                <a:ext cx="12240" cy="20520"/>
              </p14:xfrm>
            </p:contentPart>
          </mc:Choice>
          <mc:Fallback>
            <p:pic>
              <p:nvPicPr>
                <p:cNvPr id="414" name="Ink 413">
                  <a:extLst>
                    <a:ext uri="{FF2B5EF4-FFF2-40B4-BE49-F238E27FC236}">
                      <a16:creationId xmlns:a16="http://schemas.microsoft.com/office/drawing/2014/main" id="{9725B65E-3930-6270-7319-90C7687B46FF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8999383" y="4539639"/>
                  <a:ext cx="47880" cy="5679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0">
              <p14:nvContentPartPr>
                <p14:cNvPr id="415" name="Ink 414">
                  <a:extLst>
                    <a:ext uri="{FF2B5EF4-FFF2-40B4-BE49-F238E27FC236}">
                      <a16:creationId xmlns:a16="http://schemas.microsoft.com/office/drawing/2014/main" id="{F6B08294-96B7-8731-4944-B654A0E9CA31}"/>
                    </a:ext>
                  </a:extLst>
                </p14:cNvPr>
                <p14:cNvContentPartPr/>
                <p14:nvPr/>
              </p14:nvContentPartPr>
              <p14:xfrm>
                <a:off x="9140863" y="4652280"/>
                <a:ext cx="153360" cy="128160"/>
              </p14:xfrm>
            </p:contentPart>
          </mc:Choice>
          <mc:Fallback>
            <p:pic>
              <p:nvPicPr>
                <p:cNvPr id="415" name="Ink 414">
                  <a:extLst>
                    <a:ext uri="{FF2B5EF4-FFF2-40B4-BE49-F238E27FC236}">
                      <a16:creationId xmlns:a16="http://schemas.microsoft.com/office/drawing/2014/main" id="{F6B08294-96B7-8731-4944-B654A0E9CA31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9122863" y="4634280"/>
                  <a:ext cx="189000" cy="163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9" name="Group 448">
            <a:extLst>
              <a:ext uri="{FF2B5EF4-FFF2-40B4-BE49-F238E27FC236}">
                <a16:creationId xmlns:a16="http://schemas.microsoft.com/office/drawing/2014/main" id="{2D2B8904-62F0-268A-4B9E-1909C1E5F9B6}"/>
              </a:ext>
            </a:extLst>
          </p:cNvPr>
          <p:cNvGrpSpPr/>
          <p:nvPr/>
        </p:nvGrpSpPr>
        <p:grpSpPr>
          <a:xfrm>
            <a:off x="6992023" y="5013000"/>
            <a:ext cx="1053720" cy="400320"/>
            <a:chOff x="6992023" y="5013000"/>
            <a:chExt cx="1053720" cy="400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12">
              <p14:nvContentPartPr>
                <p14:cNvPr id="444" name="Ink 443">
                  <a:extLst>
                    <a:ext uri="{FF2B5EF4-FFF2-40B4-BE49-F238E27FC236}">
                      <a16:creationId xmlns:a16="http://schemas.microsoft.com/office/drawing/2014/main" id="{9A61748A-9E8F-2EF5-084C-FBF8277B8A01}"/>
                    </a:ext>
                  </a:extLst>
                </p14:cNvPr>
                <p14:cNvContentPartPr/>
                <p14:nvPr/>
              </p14:nvContentPartPr>
              <p14:xfrm>
                <a:off x="6992023" y="5013000"/>
                <a:ext cx="313920" cy="380160"/>
              </p14:xfrm>
            </p:contentPart>
          </mc:Choice>
          <mc:Fallback>
            <p:pic>
              <p:nvPicPr>
                <p:cNvPr id="444" name="Ink 443">
                  <a:extLst>
                    <a:ext uri="{FF2B5EF4-FFF2-40B4-BE49-F238E27FC236}">
                      <a16:creationId xmlns:a16="http://schemas.microsoft.com/office/drawing/2014/main" id="{9A61748A-9E8F-2EF5-084C-FBF8277B8A01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6974023" y="4995000"/>
                  <a:ext cx="349560" cy="41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4">
              <p14:nvContentPartPr>
                <p14:cNvPr id="445" name="Ink 444">
                  <a:extLst>
                    <a:ext uri="{FF2B5EF4-FFF2-40B4-BE49-F238E27FC236}">
                      <a16:creationId xmlns:a16="http://schemas.microsoft.com/office/drawing/2014/main" id="{5AB1A811-CCA3-707A-02BC-09142C918857}"/>
                    </a:ext>
                  </a:extLst>
                </p14:cNvPr>
                <p14:cNvContentPartPr/>
                <p14:nvPr/>
              </p14:nvContentPartPr>
              <p14:xfrm>
                <a:off x="7482703" y="5250960"/>
                <a:ext cx="108360" cy="162360"/>
              </p14:xfrm>
            </p:contentPart>
          </mc:Choice>
          <mc:Fallback>
            <p:pic>
              <p:nvPicPr>
                <p:cNvPr id="445" name="Ink 444">
                  <a:extLst>
                    <a:ext uri="{FF2B5EF4-FFF2-40B4-BE49-F238E27FC236}">
                      <a16:creationId xmlns:a16="http://schemas.microsoft.com/office/drawing/2014/main" id="{5AB1A811-CCA3-707A-02BC-09142C918857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7464703" y="5232960"/>
                  <a:ext cx="14400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6">
              <p14:nvContentPartPr>
                <p14:cNvPr id="446" name="Ink 445">
                  <a:extLst>
                    <a:ext uri="{FF2B5EF4-FFF2-40B4-BE49-F238E27FC236}">
                      <a16:creationId xmlns:a16="http://schemas.microsoft.com/office/drawing/2014/main" id="{4A814DB9-5465-C446-D9B3-9F207B2ACA3A}"/>
                    </a:ext>
                  </a:extLst>
                </p14:cNvPr>
                <p14:cNvContentPartPr/>
                <p14:nvPr/>
              </p14:nvContentPartPr>
              <p14:xfrm>
                <a:off x="7732903" y="5177520"/>
                <a:ext cx="174960" cy="123480"/>
              </p14:xfrm>
            </p:contentPart>
          </mc:Choice>
          <mc:Fallback>
            <p:pic>
              <p:nvPicPr>
                <p:cNvPr id="446" name="Ink 445">
                  <a:extLst>
                    <a:ext uri="{FF2B5EF4-FFF2-40B4-BE49-F238E27FC236}">
                      <a16:creationId xmlns:a16="http://schemas.microsoft.com/office/drawing/2014/main" id="{4A814DB9-5465-C446-D9B3-9F207B2ACA3A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7714903" y="5159520"/>
                  <a:ext cx="21060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8">
              <p14:nvContentPartPr>
                <p14:cNvPr id="447" name="Ink 446">
                  <a:extLst>
                    <a:ext uri="{FF2B5EF4-FFF2-40B4-BE49-F238E27FC236}">
                      <a16:creationId xmlns:a16="http://schemas.microsoft.com/office/drawing/2014/main" id="{D2795862-8880-C54D-AAA0-14521F33B3B1}"/>
                    </a:ext>
                  </a:extLst>
                </p14:cNvPr>
                <p14:cNvContentPartPr/>
                <p14:nvPr/>
              </p14:nvContentPartPr>
              <p14:xfrm>
                <a:off x="7994983" y="5055840"/>
                <a:ext cx="50760" cy="144720"/>
              </p14:xfrm>
            </p:contentPart>
          </mc:Choice>
          <mc:Fallback>
            <p:pic>
              <p:nvPicPr>
                <p:cNvPr id="447" name="Ink 446">
                  <a:extLst>
                    <a:ext uri="{FF2B5EF4-FFF2-40B4-BE49-F238E27FC236}">
                      <a16:creationId xmlns:a16="http://schemas.microsoft.com/office/drawing/2014/main" id="{D2795862-8880-C54D-AAA0-14521F33B3B1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7976983" y="5037840"/>
                  <a:ext cx="8640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0">
              <p14:nvContentPartPr>
                <p14:cNvPr id="448" name="Ink 447">
                  <a:extLst>
                    <a:ext uri="{FF2B5EF4-FFF2-40B4-BE49-F238E27FC236}">
                      <a16:creationId xmlns:a16="http://schemas.microsoft.com/office/drawing/2014/main" id="{0E2C0911-C9AD-936E-7EB7-30B560B8D62A}"/>
                    </a:ext>
                  </a:extLst>
                </p14:cNvPr>
                <p14:cNvContentPartPr/>
                <p14:nvPr/>
              </p14:nvContentPartPr>
              <p14:xfrm>
                <a:off x="8013703" y="5185440"/>
                <a:ext cx="20520" cy="16920"/>
              </p14:xfrm>
            </p:contentPart>
          </mc:Choice>
          <mc:Fallback>
            <p:pic>
              <p:nvPicPr>
                <p:cNvPr id="448" name="Ink 447">
                  <a:extLst>
                    <a:ext uri="{FF2B5EF4-FFF2-40B4-BE49-F238E27FC236}">
                      <a16:creationId xmlns:a16="http://schemas.microsoft.com/office/drawing/2014/main" id="{0E2C0911-C9AD-936E-7EB7-30B560B8D62A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7995703" y="5167440"/>
                  <a:ext cx="56160" cy="52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8" name="Group 457">
            <a:extLst>
              <a:ext uri="{FF2B5EF4-FFF2-40B4-BE49-F238E27FC236}">
                <a16:creationId xmlns:a16="http://schemas.microsoft.com/office/drawing/2014/main" id="{767EC2A4-717A-0BDA-B5C2-BB50853410E3}"/>
              </a:ext>
            </a:extLst>
          </p:cNvPr>
          <p:cNvGrpSpPr/>
          <p:nvPr/>
        </p:nvGrpSpPr>
        <p:grpSpPr>
          <a:xfrm>
            <a:off x="9683023" y="4133520"/>
            <a:ext cx="2431080" cy="1349280"/>
            <a:chOff x="9683023" y="4133520"/>
            <a:chExt cx="2431080" cy="1349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2">
              <p14:nvContentPartPr>
                <p14:cNvPr id="416" name="Ink 415">
                  <a:extLst>
                    <a:ext uri="{FF2B5EF4-FFF2-40B4-BE49-F238E27FC236}">
                      <a16:creationId xmlns:a16="http://schemas.microsoft.com/office/drawing/2014/main" id="{5B9BA263-86C2-0490-8102-CA73C0F56364}"/>
                    </a:ext>
                  </a:extLst>
                </p14:cNvPr>
                <p14:cNvContentPartPr/>
                <p14:nvPr/>
              </p14:nvContentPartPr>
              <p14:xfrm>
                <a:off x="9683023" y="4622040"/>
                <a:ext cx="1531440" cy="136080"/>
              </p14:xfrm>
            </p:contentPart>
          </mc:Choice>
          <mc:Fallback>
            <p:pic>
              <p:nvPicPr>
                <p:cNvPr id="416" name="Ink 415">
                  <a:extLst>
                    <a:ext uri="{FF2B5EF4-FFF2-40B4-BE49-F238E27FC236}">
                      <a16:creationId xmlns:a16="http://schemas.microsoft.com/office/drawing/2014/main" id="{5B9BA263-86C2-0490-8102-CA73C0F56364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9665023" y="4604040"/>
                  <a:ext cx="156708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4">
              <p14:nvContentPartPr>
                <p14:cNvPr id="417" name="Ink 416">
                  <a:extLst>
                    <a:ext uri="{FF2B5EF4-FFF2-40B4-BE49-F238E27FC236}">
                      <a16:creationId xmlns:a16="http://schemas.microsoft.com/office/drawing/2014/main" id="{E28321C4-AEA4-43C8-1148-7170051B5310}"/>
                    </a:ext>
                  </a:extLst>
                </p14:cNvPr>
                <p14:cNvContentPartPr/>
                <p14:nvPr/>
              </p14:nvContentPartPr>
              <p14:xfrm>
                <a:off x="9959503" y="5008320"/>
                <a:ext cx="47880" cy="230400"/>
              </p14:xfrm>
            </p:contentPart>
          </mc:Choice>
          <mc:Fallback>
            <p:pic>
              <p:nvPicPr>
                <p:cNvPr id="417" name="Ink 416">
                  <a:extLst>
                    <a:ext uri="{FF2B5EF4-FFF2-40B4-BE49-F238E27FC236}">
                      <a16:creationId xmlns:a16="http://schemas.microsoft.com/office/drawing/2014/main" id="{E28321C4-AEA4-43C8-1148-7170051B5310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9941637" y="4990320"/>
                  <a:ext cx="83254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6">
              <p14:nvContentPartPr>
                <p14:cNvPr id="418" name="Ink 417">
                  <a:extLst>
                    <a:ext uri="{FF2B5EF4-FFF2-40B4-BE49-F238E27FC236}">
                      <a16:creationId xmlns:a16="http://schemas.microsoft.com/office/drawing/2014/main" id="{1EF5110B-83CD-4CD6-54C1-354456AF216F}"/>
                    </a:ext>
                  </a:extLst>
                </p14:cNvPr>
                <p14:cNvContentPartPr/>
                <p14:nvPr/>
              </p14:nvContentPartPr>
              <p14:xfrm>
                <a:off x="10006663" y="4938840"/>
                <a:ext cx="180720" cy="214200"/>
              </p14:xfrm>
            </p:contentPart>
          </mc:Choice>
          <mc:Fallback>
            <p:pic>
              <p:nvPicPr>
                <p:cNvPr id="418" name="Ink 417">
                  <a:extLst>
                    <a:ext uri="{FF2B5EF4-FFF2-40B4-BE49-F238E27FC236}">
                      <a16:creationId xmlns:a16="http://schemas.microsoft.com/office/drawing/2014/main" id="{1EF5110B-83CD-4CD6-54C1-354456AF216F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9988663" y="4920840"/>
                  <a:ext cx="21636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8">
              <p14:nvContentPartPr>
                <p14:cNvPr id="419" name="Ink 418">
                  <a:extLst>
                    <a:ext uri="{FF2B5EF4-FFF2-40B4-BE49-F238E27FC236}">
                      <a16:creationId xmlns:a16="http://schemas.microsoft.com/office/drawing/2014/main" id="{F1A37CD3-F6F1-C0E8-F779-4482683DEC64}"/>
                    </a:ext>
                  </a:extLst>
                </p14:cNvPr>
                <p14:cNvContentPartPr/>
                <p14:nvPr/>
              </p14:nvContentPartPr>
              <p14:xfrm>
                <a:off x="10297903" y="5097600"/>
                <a:ext cx="12240" cy="20520"/>
              </p14:xfrm>
            </p:contentPart>
          </mc:Choice>
          <mc:Fallback>
            <p:pic>
              <p:nvPicPr>
                <p:cNvPr id="419" name="Ink 418">
                  <a:extLst>
                    <a:ext uri="{FF2B5EF4-FFF2-40B4-BE49-F238E27FC236}">
                      <a16:creationId xmlns:a16="http://schemas.microsoft.com/office/drawing/2014/main" id="{F1A37CD3-F6F1-C0E8-F779-4482683DEC64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10279903" y="5079600"/>
                  <a:ext cx="4788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0">
              <p14:nvContentPartPr>
                <p14:cNvPr id="420" name="Ink 419">
                  <a:extLst>
                    <a:ext uri="{FF2B5EF4-FFF2-40B4-BE49-F238E27FC236}">
                      <a16:creationId xmlns:a16="http://schemas.microsoft.com/office/drawing/2014/main" id="{7C5718D0-913A-0C37-CFA9-AC13A6FE969E}"/>
                    </a:ext>
                  </a:extLst>
                </p14:cNvPr>
                <p14:cNvContentPartPr/>
                <p14:nvPr/>
              </p14:nvContentPartPr>
              <p14:xfrm>
                <a:off x="10325263" y="4950720"/>
                <a:ext cx="62280" cy="280440"/>
              </p14:xfrm>
            </p:contentPart>
          </mc:Choice>
          <mc:Fallback>
            <p:pic>
              <p:nvPicPr>
                <p:cNvPr id="420" name="Ink 419">
                  <a:extLst>
                    <a:ext uri="{FF2B5EF4-FFF2-40B4-BE49-F238E27FC236}">
                      <a16:creationId xmlns:a16="http://schemas.microsoft.com/office/drawing/2014/main" id="{7C5718D0-913A-0C37-CFA9-AC13A6FE969E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10307263" y="4932720"/>
                  <a:ext cx="97920" cy="31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2">
              <p14:nvContentPartPr>
                <p14:cNvPr id="421" name="Ink 420">
                  <a:extLst>
                    <a:ext uri="{FF2B5EF4-FFF2-40B4-BE49-F238E27FC236}">
                      <a16:creationId xmlns:a16="http://schemas.microsoft.com/office/drawing/2014/main" id="{303B6575-88AE-2361-AD41-023E96D98A97}"/>
                    </a:ext>
                  </a:extLst>
                </p14:cNvPr>
                <p14:cNvContentPartPr/>
                <p14:nvPr/>
              </p14:nvContentPartPr>
              <p14:xfrm>
                <a:off x="10281703" y="5091480"/>
                <a:ext cx="117000" cy="88560"/>
              </p14:xfrm>
            </p:contentPart>
          </mc:Choice>
          <mc:Fallback>
            <p:pic>
              <p:nvPicPr>
                <p:cNvPr id="421" name="Ink 420">
                  <a:extLst>
                    <a:ext uri="{FF2B5EF4-FFF2-40B4-BE49-F238E27FC236}">
                      <a16:creationId xmlns:a16="http://schemas.microsoft.com/office/drawing/2014/main" id="{303B6575-88AE-2361-AD41-023E96D98A97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10263703" y="5073480"/>
                  <a:ext cx="15264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4">
              <p14:nvContentPartPr>
                <p14:cNvPr id="422" name="Ink 421">
                  <a:extLst>
                    <a:ext uri="{FF2B5EF4-FFF2-40B4-BE49-F238E27FC236}">
                      <a16:creationId xmlns:a16="http://schemas.microsoft.com/office/drawing/2014/main" id="{D3B75701-AAD5-9696-6B40-E148AEAC7FC0}"/>
                    </a:ext>
                  </a:extLst>
                </p14:cNvPr>
                <p14:cNvContentPartPr/>
                <p14:nvPr/>
              </p14:nvContentPartPr>
              <p14:xfrm>
                <a:off x="10557103" y="5119560"/>
                <a:ext cx="4680" cy="13320"/>
              </p14:xfrm>
            </p:contentPart>
          </mc:Choice>
          <mc:Fallback>
            <p:pic>
              <p:nvPicPr>
                <p:cNvPr id="422" name="Ink 421">
                  <a:extLst>
                    <a:ext uri="{FF2B5EF4-FFF2-40B4-BE49-F238E27FC236}">
                      <a16:creationId xmlns:a16="http://schemas.microsoft.com/office/drawing/2014/main" id="{D3B75701-AAD5-9696-6B40-E148AEAC7FC0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10539103" y="5101560"/>
                  <a:ext cx="4032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6">
              <p14:nvContentPartPr>
                <p14:cNvPr id="423" name="Ink 422">
                  <a:extLst>
                    <a:ext uri="{FF2B5EF4-FFF2-40B4-BE49-F238E27FC236}">
                      <a16:creationId xmlns:a16="http://schemas.microsoft.com/office/drawing/2014/main" id="{EAEFCD47-008A-CF9F-1B20-3D9B7BF31097}"/>
                    </a:ext>
                  </a:extLst>
                </p14:cNvPr>
                <p14:cNvContentPartPr/>
                <p14:nvPr/>
              </p14:nvContentPartPr>
              <p14:xfrm>
                <a:off x="10751143" y="4941000"/>
                <a:ext cx="37800" cy="264240"/>
              </p14:xfrm>
            </p:contentPart>
          </mc:Choice>
          <mc:Fallback>
            <p:pic>
              <p:nvPicPr>
                <p:cNvPr id="423" name="Ink 422">
                  <a:extLst>
                    <a:ext uri="{FF2B5EF4-FFF2-40B4-BE49-F238E27FC236}">
                      <a16:creationId xmlns:a16="http://schemas.microsoft.com/office/drawing/2014/main" id="{EAEFCD47-008A-CF9F-1B20-3D9B7BF31097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10732970" y="4923000"/>
                  <a:ext cx="73783" cy="29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8">
              <p14:nvContentPartPr>
                <p14:cNvPr id="424" name="Ink 423">
                  <a:extLst>
                    <a:ext uri="{FF2B5EF4-FFF2-40B4-BE49-F238E27FC236}">
                      <a16:creationId xmlns:a16="http://schemas.microsoft.com/office/drawing/2014/main" id="{8A85F186-51C7-A364-B049-5AE3F3CBD7DF}"/>
                    </a:ext>
                  </a:extLst>
                </p14:cNvPr>
                <p14:cNvContentPartPr/>
                <p14:nvPr/>
              </p14:nvContentPartPr>
              <p14:xfrm>
                <a:off x="10766983" y="4918680"/>
                <a:ext cx="100440" cy="186480"/>
              </p14:xfrm>
            </p:contentPart>
          </mc:Choice>
          <mc:Fallback>
            <p:pic>
              <p:nvPicPr>
                <p:cNvPr id="424" name="Ink 423">
                  <a:extLst>
                    <a:ext uri="{FF2B5EF4-FFF2-40B4-BE49-F238E27FC236}">
                      <a16:creationId xmlns:a16="http://schemas.microsoft.com/office/drawing/2014/main" id="{8A85F186-51C7-A364-B049-5AE3F3CBD7DF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10748983" y="4900680"/>
                  <a:ext cx="13608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0">
              <p14:nvContentPartPr>
                <p14:cNvPr id="425" name="Ink 424">
                  <a:extLst>
                    <a:ext uri="{FF2B5EF4-FFF2-40B4-BE49-F238E27FC236}">
                      <a16:creationId xmlns:a16="http://schemas.microsoft.com/office/drawing/2014/main" id="{DF235BA3-0407-541F-820B-A1DA9CC47C17}"/>
                    </a:ext>
                  </a:extLst>
                </p14:cNvPr>
                <p14:cNvContentPartPr/>
                <p14:nvPr/>
              </p14:nvContentPartPr>
              <p14:xfrm>
                <a:off x="11011423" y="5043960"/>
                <a:ext cx="23400" cy="167040"/>
              </p14:xfrm>
            </p:contentPart>
          </mc:Choice>
          <mc:Fallback>
            <p:pic>
              <p:nvPicPr>
                <p:cNvPr id="425" name="Ink 424">
                  <a:extLst>
                    <a:ext uri="{FF2B5EF4-FFF2-40B4-BE49-F238E27FC236}">
                      <a16:creationId xmlns:a16="http://schemas.microsoft.com/office/drawing/2014/main" id="{DF235BA3-0407-541F-820B-A1DA9CC47C17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10993423" y="5025960"/>
                  <a:ext cx="5904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2">
              <p14:nvContentPartPr>
                <p14:cNvPr id="426" name="Ink 425">
                  <a:extLst>
                    <a:ext uri="{FF2B5EF4-FFF2-40B4-BE49-F238E27FC236}">
                      <a16:creationId xmlns:a16="http://schemas.microsoft.com/office/drawing/2014/main" id="{F925DA71-947C-B60B-EA53-4A876632DCF3}"/>
                    </a:ext>
                  </a:extLst>
                </p14:cNvPr>
                <p14:cNvContentPartPr/>
                <p14:nvPr/>
              </p14:nvContentPartPr>
              <p14:xfrm>
                <a:off x="10974343" y="5130360"/>
                <a:ext cx="46440" cy="33840"/>
              </p14:xfrm>
            </p:contentPart>
          </mc:Choice>
          <mc:Fallback>
            <p:pic>
              <p:nvPicPr>
                <p:cNvPr id="426" name="Ink 425">
                  <a:extLst>
                    <a:ext uri="{FF2B5EF4-FFF2-40B4-BE49-F238E27FC236}">
                      <a16:creationId xmlns:a16="http://schemas.microsoft.com/office/drawing/2014/main" id="{F925DA71-947C-B60B-EA53-4A876632DCF3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10956202" y="5112360"/>
                  <a:ext cx="82358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4">
              <p14:nvContentPartPr>
                <p14:cNvPr id="427" name="Ink 426">
                  <a:extLst>
                    <a:ext uri="{FF2B5EF4-FFF2-40B4-BE49-F238E27FC236}">
                      <a16:creationId xmlns:a16="http://schemas.microsoft.com/office/drawing/2014/main" id="{E3C50032-E48D-3D3C-6B66-234DAD620EEC}"/>
                    </a:ext>
                  </a:extLst>
                </p14:cNvPr>
                <p14:cNvContentPartPr/>
                <p14:nvPr/>
              </p14:nvContentPartPr>
              <p14:xfrm>
                <a:off x="11006023" y="5026680"/>
                <a:ext cx="86760" cy="164520"/>
              </p14:xfrm>
            </p:contentPart>
          </mc:Choice>
          <mc:Fallback>
            <p:pic>
              <p:nvPicPr>
                <p:cNvPr id="427" name="Ink 426">
                  <a:extLst>
                    <a:ext uri="{FF2B5EF4-FFF2-40B4-BE49-F238E27FC236}">
                      <a16:creationId xmlns:a16="http://schemas.microsoft.com/office/drawing/2014/main" id="{E3C50032-E48D-3D3C-6B66-234DAD620EEC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10988023" y="5008680"/>
                  <a:ext cx="12240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6">
              <p14:nvContentPartPr>
                <p14:cNvPr id="428" name="Ink 427">
                  <a:extLst>
                    <a:ext uri="{FF2B5EF4-FFF2-40B4-BE49-F238E27FC236}">
                      <a16:creationId xmlns:a16="http://schemas.microsoft.com/office/drawing/2014/main" id="{6B3B1E32-3E87-5D9E-9F71-EFF8A0887289}"/>
                    </a:ext>
                  </a:extLst>
                </p14:cNvPr>
                <p14:cNvContentPartPr/>
                <p14:nvPr/>
              </p14:nvContentPartPr>
              <p14:xfrm>
                <a:off x="11083423" y="4901040"/>
                <a:ext cx="18000" cy="11880"/>
              </p14:xfrm>
            </p:contentPart>
          </mc:Choice>
          <mc:Fallback>
            <p:pic>
              <p:nvPicPr>
                <p:cNvPr id="428" name="Ink 427">
                  <a:extLst>
                    <a:ext uri="{FF2B5EF4-FFF2-40B4-BE49-F238E27FC236}">
                      <a16:creationId xmlns:a16="http://schemas.microsoft.com/office/drawing/2014/main" id="{6B3B1E32-3E87-5D9E-9F71-EFF8A0887289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11065056" y="4883040"/>
                  <a:ext cx="54367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8">
              <p14:nvContentPartPr>
                <p14:cNvPr id="432" name="Ink 431">
                  <a:extLst>
                    <a:ext uri="{FF2B5EF4-FFF2-40B4-BE49-F238E27FC236}">
                      <a16:creationId xmlns:a16="http://schemas.microsoft.com/office/drawing/2014/main" id="{2EBCDF27-68FA-999C-C2B3-8D63F13A507F}"/>
                    </a:ext>
                  </a:extLst>
                </p14:cNvPr>
                <p14:cNvContentPartPr/>
                <p14:nvPr/>
              </p14:nvContentPartPr>
              <p14:xfrm>
                <a:off x="9850423" y="4272120"/>
                <a:ext cx="82800" cy="292320"/>
              </p14:xfrm>
            </p:contentPart>
          </mc:Choice>
          <mc:Fallback>
            <p:pic>
              <p:nvPicPr>
                <p:cNvPr id="432" name="Ink 431">
                  <a:extLst>
                    <a:ext uri="{FF2B5EF4-FFF2-40B4-BE49-F238E27FC236}">
                      <a16:creationId xmlns:a16="http://schemas.microsoft.com/office/drawing/2014/main" id="{2EBCDF27-68FA-999C-C2B3-8D63F13A507F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9832423" y="4254120"/>
                  <a:ext cx="118440" cy="32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0">
              <p14:nvContentPartPr>
                <p14:cNvPr id="433" name="Ink 432">
                  <a:extLst>
                    <a:ext uri="{FF2B5EF4-FFF2-40B4-BE49-F238E27FC236}">
                      <a16:creationId xmlns:a16="http://schemas.microsoft.com/office/drawing/2014/main" id="{95AC83EE-20FA-0988-0084-0C4BC0386B91}"/>
                    </a:ext>
                  </a:extLst>
                </p14:cNvPr>
                <p14:cNvContentPartPr/>
                <p14:nvPr/>
              </p14:nvContentPartPr>
              <p14:xfrm>
                <a:off x="9864463" y="4278240"/>
                <a:ext cx="138240" cy="200160"/>
              </p14:xfrm>
            </p:contentPart>
          </mc:Choice>
          <mc:Fallback>
            <p:pic>
              <p:nvPicPr>
                <p:cNvPr id="433" name="Ink 432">
                  <a:extLst>
                    <a:ext uri="{FF2B5EF4-FFF2-40B4-BE49-F238E27FC236}">
                      <a16:creationId xmlns:a16="http://schemas.microsoft.com/office/drawing/2014/main" id="{95AC83EE-20FA-0988-0084-0C4BC0386B91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9846463" y="4260240"/>
                  <a:ext cx="17388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2">
              <p14:nvContentPartPr>
                <p14:cNvPr id="434" name="Ink 433">
                  <a:extLst>
                    <a:ext uri="{FF2B5EF4-FFF2-40B4-BE49-F238E27FC236}">
                      <a16:creationId xmlns:a16="http://schemas.microsoft.com/office/drawing/2014/main" id="{69FD0030-6A8A-4CB6-6881-8245E1E8F077}"/>
                    </a:ext>
                  </a:extLst>
                </p14:cNvPr>
                <p14:cNvContentPartPr/>
                <p14:nvPr/>
              </p14:nvContentPartPr>
              <p14:xfrm>
                <a:off x="10152823" y="4412160"/>
                <a:ext cx="15840" cy="104040"/>
              </p14:xfrm>
            </p:contentPart>
          </mc:Choice>
          <mc:Fallback>
            <p:pic>
              <p:nvPicPr>
                <p:cNvPr id="434" name="Ink 433">
                  <a:extLst>
                    <a:ext uri="{FF2B5EF4-FFF2-40B4-BE49-F238E27FC236}">
                      <a16:creationId xmlns:a16="http://schemas.microsoft.com/office/drawing/2014/main" id="{69FD0030-6A8A-4CB6-6881-8245E1E8F077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10134404" y="4394160"/>
                  <a:ext cx="52309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4">
              <p14:nvContentPartPr>
                <p14:cNvPr id="435" name="Ink 434">
                  <a:extLst>
                    <a:ext uri="{FF2B5EF4-FFF2-40B4-BE49-F238E27FC236}">
                      <a16:creationId xmlns:a16="http://schemas.microsoft.com/office/drawing/2014/main" id="{91230BA4-E182-E6B5-12A7-85E23B2C1F0F}"/>
                    </a:ext>
                  </a:extLst>
                </p14:cNvPr>
                <p14:cNvContentPartPr/>
                <p14:nvPr/>
              </p14:nvContentPartPr>
              <p14:xfrm>
                <a:off x="10096303" y="4291920"/>
                <a:ext cx="52920" cy="9720"/>
              </p14:xfrm>
            </p:contentPart>
          </mc:Choice>
          <mc:Fallback>
            <p:pic>
              <p:nvPicPr>
                <p:cNvPr id="435" name="Ink 434">
                  <a:extLst>
                    <a:ext uri="{FF2B5EF4-FFF2-40B4-BE49-F238E27FC236}">
                      <a16:creationId xmlns:a16="http://schemas.microsoft.com/office/drawing/2014/main" id="{91230BA4-E182-E6B5-12A7-85E23B2C1F0F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10078303" y="4273228"/>
                  <a:ext cx="88560" cy="4673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6">
              <p14:nvContentPartPr>
                <p14:cNvPr id="436" name="Ink 435">
                  <a:extLst>
                    <a:ext uri="{FF2B5EF4-FFF2-40B4-BE49-F238E27FC236}">
                      <a16:creationId xmlns:a16="http://schemas.microsoft.com/office/drawing/2014/main" id="{E9726A71-A9FE-4B60-B5FA-C891F56CC43B}"/>
                    </a:ext>
                  </a:extLst>
                </p14:cNvPr>
                <p14:cNvContentPartPr/>
                <p14:nvPr/>
              </p14:nvContentPartPr>
              <p14:xfrm>
                <a:off x="10341103" y="4372920"/>
                <a:ext cx="164160" cy="32760"/>
              </p14:xfrm>
            </p:contentPart>
          </mc:Choice>
          <mc:Fallback>
            <p:pic>
              <p:nvPicPr>
                <p:cNvPr id="436" name="Ink 435">
                  <a:extLst>
                    <a:ext uri="{FF2B5EF4-FFF2-40B4-BE49-F238E27FC236}">
                      <a16:creationId xmlns:a16="http://schemas.microsoft.com/office/drawing/2014/main" id="{E9726A71-A9FE-4B60-B5FA-C891F56CC43B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10323103" y="4354920"/>
                  <a:ext cx="19980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8">
              <p14:nvContentPartPr>
                <p14:cNvPr id="437" name="Ink 436">
                  <a:extLst>
                    <a:ext uri="{FF2B5EF4-FFF2-40B4-BE49-F238E27FC236}">
                      <a16:creationId xmlns:a16="http://schemas.microsoft.com/office/drawing/2014/main" id="{FFB207EA-8C29-1A04-4F1C-F72759BE0FA1}"/>
                    </a:ext>
                  </a:extLst>
                </p14:cNvPr>
                <p14:cNvContentPartPr/>
                <p14:nvPr/>
              </p14:nvContentPartPr>
              <p14:xfrm>
                <a:off x="10425343" y="4298760"/>
                <a:ext cx="21600" cy="155160"/>
              </p14:xfrm>
            </p:contentPart>
          </mc:Choice>
          <mc:Fallback>
            <p:pic>
              <p:nvPicPr>
                <p:cNvPr id="437" name="Ink 436">
                  <a:extLst>
                    <a:ext uri="{FF2B5EF4-FFF2-40B4-BE49-F238E27FC236}">
                      <a16:creationId xmlns:a16="http://schemas.microsoft.com/office/drawing/2014/main" id="{FFB207EA-8C29-1A04-4F1C-F72759BE0FA1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10407038" y="4280802"/>
                  <a:ext cx="57844" cy="19071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0">
              <p14:nvContentPartPr>
                <p14:cNvPr id="438" name="Ink 437">
                  <a:extLst>
                    <a:ext uri="{FF2B5EF4-FFF2-40B4-BE49-F238E27FC236}">
                      <a16:creationId xmlns:a16="http://schemas.microsoft.com/office/drawing/2014/main" id="{3CB611F3-7112-2305-8F5E-AFCC1B376005}"/>
                    </a:ext>
                  </a:extLst>
                </p14:cNvPr>
                <p14:cNvContentPartPr/>
                <p14:nvPr/>
              </p14:nvContentPartPr>
              <p14:xfrm>
                <a:off x="10591663" y="4237200"/>
                <a:ext cx="44640" cy="149040"/>
              </p14:xfrm>
            </p:contentPart>
          </mc:Choice>
          <mc:Fallback>
            <p:pic>
              <p:nvPicPr>
                <p:cNvPr id="438" name="Ink 437">
                  <a:extLst>
                    <a:ext uri="{FF2B5EF4-FFF2-40B4-BE49-F238E27FC236}">
                      <a16:creationId xmlns:a16="http://schemas.microsoft.com/office/drawing/2014/main" id="{3CB611F3-7112-2305-8F5E-AFCC1B376005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10573663" y="4219200"/>
                  <a:ext cx="8028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2">
              <p14:nvContentPartPr>
                <p14:cNvPr id="439" name="Ink 438">
                  <a:extLst>
                    <a:ext uri="{FF2B5EF4-FFF2-40B4-BE49-F238E27FC236}">
                      <a16:creationId xmlns:a16="http://schemas.microsoft.com/office/drawing/2014/main" id="{7DF15C19-0628-D990-083D-A75A6468548A}"/>
                    </a:ext>
                  </a:extLst>
                </p14:cNvPr>
                <p14:cNvContentPartPr/>
                <p14:nvPr/>
              </p14:nvContentPartPr>
              <p14:xfrm>
                <a:off x="10572943" y="4177080"/>
                <a:ext cx="144360" cy="164880"/>
              </p14:xfrm>
            </p:contentPart>
          </mc:Choice>
          <mc:Fallback>
            <p:pic>
              <p:nvPicPr>
                <p:cNvPr id="439" name="Ink 438">
                  <a:extLst>
                    <a:ext uri="{FF2B5EF4-FFF2-40B4-BE49-F238E27FC236}">
                      <a16:creationId xmlns:a16="http://schemas.microsoft.com/office/drawing/2014/main" id="{7DF15C19-0628-D990-083D-A75A6468548A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10554943" y="4159080"/>
                  <a:ext cx="18000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4">
              <p14:nvContentPartPr>
                <p14:cNvPr id="440" name="Ink 439">
                  <a:extLst>
                    <a:ext uri="{FF2B5EF4-FFF2-40B4-BE49-F238E27FC236}">
                      <a16:creationId xmlns:a16="http://schemas.microsoft.com/office/drawing/2014/main" id="{D45E5919-D878-2E8D-DD4F-8A72C4A85000}"/>
                    </a:ext>
                  </a:extLst>
                </p14:cNvPr>
                <p14:cNvContentPartPr/>
                <p14:nvPr/>
              </p14:nvContentPartPr>
              <p14:xfrm>
                <a:off x="10867783" y="4192920"/>
                <a:ext cx="45000" cy="244800"/>
              </p14:xfrm>
            </p:contentPart>
          </mc:Choice>
          <mc:Fallback>
            <p:pic>
              <p:nvPicPr>
                <p:cNvPr id="440" name="Ink 439">
                  <a:extLst>
                    <a:ext uri="{FF2B5EF4-FFF2-40B4-BE49-F238E27FC236}">
                      <a16:creationId xmlns:a16="http://schemas.microsoft.com/office/drawing/2014/main" id="{D45E5919-D878-2E8D-DD4F-8A72C4A85000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10849783" y="4174920"/>
                  <a:ext cx="80640" cy="28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6">
              <p14:nvContentPartPr>
                <p14:cNvPr id="441" name="Ink 440">
                  <a:extLst>
                    <a:ext uri="{FF2B5EF4-FFF2-40B4-BE49-F238E27FC236}">
                      <a16:creationId xmlns:a16="http://schemas.microsoft.com/office/drawing/2014/main" id="{D157E353-EE36-0FDC-0181-02C9748D4EBF}"/>
                    </a:ext>
                  </a:extLst>
                </p14:cNvPr>
                <p14:cNvContentPartPr/>
                <p14:nvPr/>
              </p14:nvContentPartPr>
              <p14:xfrm>
                <a:off x="10823863" y="4328280"/>
                <a:ext cx="75600" cy="25200"/>
              </p14:xfrm>
            </p:contentPart>
          </mc:Choice>
          <mc:Fallback>
            <p:pic>
              <p:nvPicPr>
                <p:cNvPr id="441" name="Ink 440">
                  <a:extLst>
                    <a:ext uri="{FF2B5EF4-FFF2-40B4-BE49-F238E27FC236}">
                      <a16:creationId xmlns:a16="http://schemas.microsoft.com/office/drawing/2014/main" id="{D157E353-EE36-0FDC-0181-02C9748D4EBF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10805777" y="4310280"/>
                  <a:ext cx="111411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8">
              <p14:nvContentPartPr>
                <p14:cNvPr id="442" name="Ink 441">
                  <a:extLst>
                    <a:ext uri="{FF2B5EF4-FFF2-40B4-BE49-F238E27FC236}">
                      <a16:creationId xmlns:a16="http://schemas.microsoft.com/office/drawing/2014/main" id="{5E8F44AE-1C76-F65B-5FE9-ADFA155B5944}"/>
                    </a:ext>
                  </a:extLst>
                </p14:cNvPr>
                <p14:cNvContentPartPr/>
                <p14:nvPr/>
              </p14:nvContentPartPr>
              <p14:xfrm>
                <a:off x="11109703" y="4281120"/>
                <a:ext cx="12600" cy="2880"/>
              </p14:xfrm>
            </p:contentPart>
          </mc:Choice>
          <mc:Fallback>
            <p:pic>
              <p:nvPicPr>
                <p:cNvPr id="442" name="Ink 441">
                  <a:extLst>
                    <a:ext uri="{FF2B5EF4-FFF2-40B4-BE49-F238E27FC236}">
                      <a16:creationId xmlns:a16="http://schemas.microsoft.com/office/drawing/2014/main" id="{5E8F44AE-1C76-F65B-5FE9-ADFA155B5944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11091703" y="4265120"/>
                  <a:ext cx="4824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0">
              <p14:nvContentPartPr>
                <p14:cNvPr id="450" name="Ink 449">
                  <a:extLst>
                    <a:ext uri="{FF2B5EF4-FFF2-40B4-BE49-F238E27FC236}">
                      <a16:creationId xmlns:a16="http://schemas.microsoft.com/office/drawing/2014/main" id="{9E70447B-B33A-0ECA-0AFD-8E8FA7396A13}"/>
                    </a:ext>
                  </a:extLst>
                </p14:cNvPr>
                <p14:cNvContentPartPr/>
                <p14:nvPr/>
              </p14:nvContentPartPr>
              <p14:xfrm>
                <a:off x="11312023" y="4491000"/>
                <a:ext cx="199440" cy="225000"/>
              </p14:xfrm>
            </p:contentPart>
          </mc:Choice>
          <mc:Fallback>
            <p:pic>
              <p:nvPicPr>
                <p:cNvPr id="450" name="Ink 449">
                  <a:extLst>
                    <a:ext uri="{FF2B5EF4-FFF2-40B4-BE49-F238E27FC236}">
                      <a16:creationId xmlns:a16="http://schemas.microsoft.com/office/drawing/2014/main" id="{9E70447B-B33A-0ECA-0AFD-8E8FA7396A13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11294023" y="4473000"/>
                  <a:ext cx="235080" cy="26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2">
              <p14:nvContentPartPr>
                <p14:cNvPr id="451" name="Ink 450">
                  <a:extLst>
                    <a:ext uri="{FF2B5EF4-FFF2-40B4-BE49-F238E27FC236}">
                      <a16:creationId xmlns:a16="http://schemas.microsoft.com/office/drawing/2014/main" id="{965F4D95-A3F3-E5BA-FF5A-98A96B80227D}"/>
                    </a:ext>
                  </a:extLst>
                </p14:cNvPr>
                <p14:cNvContentPartPr/>
                <p14:nvPr/>
              </p14:nvContentPartPr>
              <p14:xfrm>
                <a:off x="11346223" y="4479480"/>
                <a:ext cx="176040" cy="271800"/>
              </p14:xfrm>
            </p:contentPart>
          </mc:Choice>
          <mc:Fallback>
            <p:pic>
              <p:nvPicPr>
                <p:cNvPr id="451" name="Ink 450">
                  <a:extLst>
                    <a:ext uri="{FF2B5EF4-FFF2-40B4-BE49-F238E27FC236}">
                      <a16:creationId xmlns:a16="http://schemas.microsoft.com/office/drawing/2014/main" id="{965F4D95-A3F3-E5BA-FF5A-98A96B80227D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11328223" y="4461480"/>
                  <a:ext cx="211680" cy="30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4">
              <p14:nvContentPartPr>
                <p14:cNvPr id="452" name="Ink 451">
                  <a:extLst>
                    <a:ext uri="{FF2B5EF4-FFF2-40B4-BE49-F238E27FC236}">
                      <a16:creationId xmlns:a16="http://schemas.microsoft.com/office/drawing/2014/main" id="{6401BA06-9211-4A1B-CB0A-91601907D25A}"/>
                    </a:ext>
                  </a:extLst>
                </p14:cNvPr>
                <p14:cNvContentPartPr/>
                <p14:nvPr/>
              </p14:nvContentPartPr>
              <p14:xfrm>
                <a:off x="11694703" y="4427640"/>
                <a:ext cx="41400" cy="247680"/>
              </p14:xfrm>
            </p:contentPart>
          </mc:Choice>
          <mc:Fallback>
            <p:pic>
              <p:nvPicPr>
                <p:cNvPr id="452" name="Ink 451">
                  <a:extLst>
                    <a:ext uri="{FF2B5EF4-FFF2-40B4-BE49-F238E27FC236}">
                      <a16:creationId xmlns:a16="http://schemas.microsoft.com/office/drawing/2014/main" id="{6401BA06-9211-4A1B-CB0A-91601907D25A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11676703" y="4409640"/>
                  <a:ext cx="7704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6">
              <p14:nvContentPartPr>
                <p14:cNvPr id="453" name="Ink 452">
                  <a:extLst>
                    <a:ext uri="{FF2B5EF4-FFF2-40B4-BE49-F238E27FC236}">
                      <a16:creationId xmlns:a16="http://schemas.microsoft.com/office/drawing/2014/main" id="{61C22249-CF5A-E052-312B-02D13EC08505}"/>
                    </a:ext>
                  </a:extLst>
                </p14:cNvPr>
                <p14:cNvContentPartPr/>
                <p14:nvPr/>
              </p14:nvContentPartPr>
              <p14:xfrm>
                <a:off x="11682463" y="4390200"/>
                <a:ext cx="181800" cy="167400"/>
              </p14:xfrm>
            </p:contentPart>
          </mc:Choice>
          <mc:Fallback>
            <p:pic>
              <p:nvPicPr>
                <p:cNvPr id="453" name="Ink 452">
                  <a:extLst>
                    <a:ext uri="{FF2B5EF4-FFF2-40B4-BE49-F238E27FC236}">
                      <a16:creationId xmlns:a16="http://schemas.microsoft.com/office/drawing/2014/main" id="{61C22249-CF5A-E052-312B-02D13EC08505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11664463" y="4372200"/>
                  <a:ext cx="21744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8">
              <p14:nvContentPartPr>
                <p14:cNvPr id="454" name="Ink 453">
                  <a:extLst>
                    <a:ext uri="{FF2B5EF4-FFF2-40B4-BE49-F238E27FC236}">
                      <a16:creationId xmlns:a16="http://schemas.microsoft.com/office/drawing/2014/main" id="{6D70A2F1-C61D-5259-D6B0-4BF40CEEAD40}"/>
                    </a:ext>
                  </a:extLst>
                </p14:cNvPr>
                <p14:cNvContentPartPr/>
                <p14:nvPr/>
              </p14:nvContentPartPr>
              <p14:xfrm>
                <a:off x="11911423" y="4467240"/>
                <a:ext cx="70920" cy="198360"/>
              </p14:xfrm>
            </p:contentPart>
          </mc:Choice>
          <mc:Fallback>
            <p:pic>
              <p:nvPicPr>
                <p:cNvPr id="454" name="Ink 453">
                  <a:extLst>
                    <a:ext uri="{FF2B5EF4-FFF2-40B4-BE49-F238E27FC236}">
                      <a16:creationId xmlns:a16="http://schemas.microsoft.com/office/drawing/2014/main" id="{6D70A2F1-C61D-5259-D6B0-4BF40CEEAD40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11893423" y="4449240"/>
                  <a:ext cx="10656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0">
              <p14:nvContentPartPr>
                <p14:cNvPr id="455" name="Ink 454">
                  <a:extLst>
                    <a:ext uri="{FF2B5EF4-FFF2-40B4-BE49-F238E27FC236}">
                      <a16:creationId xmlns:a16="http://schemas.microsoft.com/office/drawing/2014/main" id="{0E7A2FC7-96C4-8582-500F-504DC8E139AD}"/>
                    </a:ext>
                  </a:extLst>
                </p14:cNvPr>
                <p14:cNvContentPartPr/>
                <p14:nvPr/>
              </p14:nvContentPartPr>
              <p14:xfrm>
                <a:off x="11922583" y="4575960"/>
                <a:ext cx="55800" cy="60840"/>
              </p14:xfrm>
            </p:contentPart>
          </mc:Choice>
          <mc:Fallback>
            <p:pic>
              <p:nvPicPr>
                <p:cNvPr id="455" name="Ink 454">
                  <a:extLst>
                    <a:ext uri="{FF2B5EF4-FFF2-40B4-BE49-F238E27FC236}">
                      <a16:creationId xmlns:a16="http://schemas.microsoft.com/office/drawing/2014/main" id="{0E7A2FC7-96C4-8582-500F-504DC8E139AD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11904698" y="4557960"/>
                  <a:ext cx="91212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2">
              <p14:nvContentPartPr>
                <p14:cNvPr id="456" name="Ink 455">
                  <a:extLst>
                    <a:ext uri="{FF2B5EF4-FFF2-40B4-BE49-F238E27FC236}">
                      <a16:creationId xmlns:a16="http://schemas.microsoft.com/office/drawing/2014/main" id="{EEFA2D1D-7365-B15F-4EA6-89AE8A987BA8}"/>
                    </a:ext>
                  </a:extLst>
                </p14:cNvPr>
                <p14:cNvContentPartPr/>
                <p14:nvPr/>
              </p14:nvContentPartPr>
              <p14:xfrm>
                <a:off x="11596423" y="4133520"/>
                <a:ext cx="517680" cy="991800"/>
              </p14:xfrm>
            </p:contentPart>
          </mc:Choice>
          <mc:Fallback>
            <p:pic>
              <p:nvPicPr>
                <p:cNvPr id="456" name="Ink 455">
                  <a:extLst>
                    <a:ext uri="{FF2B5EF4-FFF2-40B4-BE49-F238E27FC236}">
                      <a16:creationId xmlns:a16="http://schemas.microsoft.com/office/drawing/2014/main" id="{EEFA2D1D-7365-B15F-4EA6-89AE8A987BA8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11578423" y="4115520"/>
                  <a:ext cx="553320" cy="10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4">
              <p14:nvContentPartPr>
                <p14:cNvPr id="457" name="Ink 456">
                  <a:extLst>
                    <a:ext uri="{FF2B5EF4-FFF2-40B4-BE49-F238E27FC236}">
                      <a16:creationId xmlns:a16="http://schemas.microsoft.com/office/drawing/2014/main" id="{174EC97E-C38F-292F-A872-68A688A43B30}"/>
                    </a:ext>
                  </a:extLst>
                </p14:cNvPr>
                <p14:cNvContentPartPr/>
                <p14:nvPr/>
              </p14:nvContentPartPr>
              <p14:xfrm>
                <a:off x="10015663" y="4714560"/>
                <a:ext cx="614880" cy="768240"/>
              </p14:xfrm>
            </p:contentPart>
          </mc:Choice>
          <mc:Fallback>
            <p:pic>
              <p:nvPicPr>
                <p:cNvPr id="457" name="Ink 456">
                  <a:extLst>
                    <a:ext uri="{FF2B5EF4-FFF2-40B4-BE49-F238E27FC236}">
                      <a16:creationId xmlns:a16="http://schemas.microsoft.com/office/drawing/2014/main" id="{174EC97E-C38F-292F-A872-68A688A43B30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9997663" y="4696560"/>
                  <a:ext cx="650520" cy="803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1" name="Group 480">
            <a:extLst>
              <a:ext uri="{FF2B5EF4-FFF2-40B4-BE49-F238E27FC236}">
                <a16:creationId xmlns:a16="http://schemas.microsoft.com/office/drawing/2014/main" id="{A7DADB67-F3F6-3304-D189-4821014F939B}"/>
              </a:ext>
            </a:extLst>
          </p:cNvPr>
          <p:cNvGrpSpPr/>
          <p:nvPr/>
        </p:nvGrpSpPr>
        <p:grpSpPr>
          <a:xfrm>
            <a:off x="8811103" y="6101280"/>
            <a:ext cx="853920" cy="283320"/>
            <a:chOff x="8811103" y="6101280"/>
            <a:chExt cx="853920" cy="283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86">
              <p14:nvContentPartPr>
                <p14:cNvPr id="459" name="Ink 458">
                  <a:extLst>
                    <a:ext uri="{FF2B5EF4-FFF2-40B4-BE49-F238E27FC236}">
                      <a16:creationId xmlns:a16="http://schemas.microsoft.com/office/drawing/2014/main" id="{1DFD0C03-4AFE-496E-F299-E765EF1405AB}"/>
                    </a:ext>
                  </a:extLst>
                </p14:cNvPr>
                <p14:cNvContentPartPr/>
                <p14:nvPr/>
              </p14:nvContentPartPr>
              <p14:xfrm>
                <a:off x="8811103" y="6247080"/>
                <a:ext cx="74880" cy="25920"/>
              </p14:xfrm>
            </p:contentPart>
          </mc:Choice>
          <mc:Fallback>
            <p:pic>
              <p:nvPicPr>
                <p:cNvPr id="459" name="Ink 458">
                  <a:extLst>
                    <a:ext uri="{FF2B5EF4-FFF2-40B4-BE49-F238E27FC236}">
                      <a16:creationId xmlns:a16="http://schemas.microsoft.com/office/drawing/2014/main" id="{1DFD0C03-4AFE-496E-F299-E765EF1405AB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8793103" y="6229080"/>
                  <a:ext cx="11052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8">
              <p14:nvContentPartPr>
                <p14:cNvPr id="460" name="Ink 459">
                  <a:extLst>
                    <a:ext uri="{FF2B5EF4-FFF2-40B4-BE49-F238E27FC236}">
                      <a16:creationId xmlns:a16="http://schemas.microsoft.com/office/drawing/2014/main" id="{AD499E34-F0AE-4381-B04E-5193611A2AFE}"/>
                    </a:ext>
                  </a:extLst>
                </p14:cNvPr>
                <p14:cNvContentPartPr/>
                <p14:nvPr/>
              </p14:nvContentPartPr>
              <p14:xfrm>
                <a:off x="8874463" y="6311520"/>
                <a:ext cx="66600" cy="37080"/>
              </p14:xfrm>
            </p:contentPart>
          </mc:Choice>
          <mc:Fallback>
            <p:pic>
              <p:nvPicPr>
                <p:cNvPr id="460" name="Ink 459">
                  <a:extLst>
                    <a:ext uri="{FF2B5EF4-FFF2-40B4-BE49-F238E27FC236}">
                      <a16:creationId xmlns:a16="http://schemas.microsoft.com/office/drawing/2014/main" id="{AD499E34-F0AE-4381-B04E-5193611A2AFE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8856463" y="6293520"/>
                  <a:ext cx="10224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0">
              <p14:nvContentPartPr>
                <p14:cNvPr id="461" name="Ink 460">
                  <a:extLst>
                    <a:ext uri="{FF2B5EF4-FFF2-40B4-BE49-F238E27FC236}">
                      <a16:creationId xmlns:a16="http://schemas.microsoft.com/office/drawing/2014/main" id="{B1390A38-88BC-30FC-DD82-CC09C3526784}"/>
                    </a:ext>
                  </a:extLst>
                </p14:cNvPr>
                <p14:cNvContentPartPr/>
                <p14:nvPr/>
              </p14:nvContentPartPr>
              <p14:xfrm>
                <a:off x="9070303" y="6134040"/>
                <a:ext cx="171720" cy="231840"/>
              </p14:xfrm>
            </p:contentPart>
          </mc:Choice>
          <mc:Fallback>
            <p:pic>
              <p:nvPicPr>
                <p:cNvPr id="461" name="Ink 460">
                  <a:extLst>
                    <a:ext uri="{FF2B5EF4-FFF2-40B4-BE49-F238E27FC236}">
                      <a16:creationId xmlns:a16="http://schemas.microsoft.com/office/drawing/2014/main" id="{B1390A38-88BC-30FC-DD82-CC09C3526784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9052303" y="6116040"/>
                  <a:ext cx="20736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2">
              <p14:nvContentPartPr>
                <p14:cNvPr id="462" name="Ink 461">
                  <a:extLst>
                    <a:ext uri="{FF2B5EF4-FFF2-40B4-BE49-F238E27FC236}">
                      <a16:creationId xmlns:a16="http://schemas.microsoft.com/office/drawing/2014/main" id="{7A34023B-4FA0-0852-820F-D0E38E7027E2}"/>
                    </a:ext>
                  </a:extLst>
                </p14:cNvPr>
                <p14:cNvContentPartPr/>
                <p14:nvPr/>
              </p14:nvContentPartPr>
              <p14:xfrm>
                <a:off x="9366943" y="6244560"/>
                <a:ext cx="39600" cy="140040"/>
              </p14:xfrm>
            </p:contentPart>
          </mc:Choice>
          <mc:Fallback>
            <p:pic>
              <p:nvPicPr>
                <p:cNvPr id="462" name="Ink 461">
                  <a:extLst>
                    <a:ext uri="{FF2B5EF4-FFF2-40B4-BE49-F238E27FC236}">
                      <a16:creationId xmlns:a16="http://schemas.microsoft.com/office/drawing/2014/main" id="{7A34023B-4FA0-0852-820F-D0E38E7027E2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9348943" y="6226560"/>
                  <a:ext cx="7524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4">
              <p14:nvContentPartPr>
                <p14:cNvPr id="463" name="Ink 462">
                  <a:extLst>
                    <a:ext uri="{FF2B5EF4-FFF2-40B4-BE49-F238E27FC236}">
                      <a16:creationId xmlns:a16="http://schemas.microsoft.com/office/drawing/2014/main" id="{692215C1-41CC-E5C4-1A55-DC7465C42440}"/>
                    </a:ext>
                  </a:extLst>
                </p14:cNvPr>
                <p14:cNvContentPartPr/>
                <p14:nvPr/>
              </p14:nvContentPartPr>
              <p14:xfrm>
                <a:off x="9329863" y="6101280"/>
                <a:ext cx="45720" cy="14760"/>
              </p14:xfrm>
            </p:contentPart>
          </mc:Choice>
          <mc:Fallback>
            <p:pic>
              <p:nvPicPr>
                <p:cNvPr id="463" name="Ink 462">
                  <a:extLst>
                    <a:ext uri="{FF2B5EF4-FFF2-40B4-BE49-F238E27FC236}">
                      <a16:creationId xmlns:a16="http://schemas.microsoft.com/office/drawing/2014/main" id="{692215C1-41CC-E5C4-1A55-DC7465C42440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9312004" y="6083280"/>
                  <a:ext cx="81082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6">
              <p14:nvContentPartPr>
                <p14:cNvPr id="464" name="Ink 463">
                  <a:extLst>
                    <a:ext uri="{FF2B5EF4-FFF2-40B4-BE49-F238E27FC236}">
                      <a16:creationId xmlns:a16="http://schemas.microsoft.com/office/drawing/2014/main" id="{8376BB62-9D38-2815-C122-AF082DA713A2}"/>
                    </a:ext>
                  </a:extLst>
                </p14:cNvPr>
                <p14:cNvContentPartPr/>
                <p14:nvPr/>
              </p14:nvContentPartPr>
              <p14:xfrm>
                <a:off x="9529303" y="6186240"/>
                <a:ext cx="135720" cy="131400"/>
              </p14:xfrm>
            </p:contentPart>
          </mc:Choice>
          <mc:Fallback>
            <p:pic>
              <p:nvPicPr>
                <p:cNvPr id="464" name="Ink 463">
                  <a:extLst>
                    <a:ext uri="{FF2B5EF4-FFF2-40B4-BE49-F238E27FC236}">
                      <a16:creationId xmlns:a16="http://schemas.microsoft.com/office/drawing/2014/main" id="{8376BB62-9D38-2815-C122-AF082DA713A2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9511303" y="6168289"/>
                  <a:ext cx="171360" cy="166943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4" name="Group 483">
            <a:extLst>
              <a:ext uri="{FF2B5EF4-FFF2-40B4-BE49-F238E27FC236}">
                <a16:creationId xmlns:a16="http://schemas.microsoft.com/office/drawing/2014/main" id="{2C7A94A9-2AE0-1930-F1C5-D6ECE0F98E65}"/>
              </a:ext>
            </a:extLst>
          </p:cNvPr>
          <p:cNvGrpSpPr/>
          <p:nvPr/>
        </p:nvGrpSpPr>
        <p:grpSpPr>
          <a:xfrm>
            <a:off x="9887503" y="5651280"/>
            <a:ext cx="1534320" cy="905040"/>
            <a:chOff x="9887503" y="5651280"/>
            <a:chExt cx="1534320" cy="905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98">
              <p14:nvContentPartPr>
                <p14:cNvPr id="465" name="Ink 464">
                  <a:extLst>
                    <a:ext uri="{FF2B5EF4-FFF2-40B4-BE49-F238E27FC236}">
                      <a16:creationId xmlns:a16="http://schemas.microsoft.com/office/drawing/2014/main" id="{012B4FB7-2360-CA9D-2356-24CE6F7F57CD}"/>
                    </a:ext>
                  </a:extLst>
                </p14:cNvPr>
                <p14:cNvContentPartPr/>
                <p14:nvPr/>
              </p14:nvContentPartPr>
              <p14:xfrm>
                <a:off x="10096663" y="5852520"/>
                <a:ext cx="44280" cy="223200"/>
              </p14:xfrm>
            </p:contentPart>
          </mc:Choice>
          <mc:Fallback>
            <p:pic>
              <p:nvPicPr>
                <p:cNvPr id="465" name="Ink 464">
                  <a:extLst>
                    <a:ext uri="{FF2B5EF4-FFF2-40B4-BE49-F238E27FC236}">
                      <a16:creationId xmlns:a16="http://schemas.microsoft.com/office/drawing/2014/main" id="{012B4FB7-2360-CA9D-2356-24CE6F7F57CD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10078808" y="5834520"/>
                  <a:ext cx="79633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0">
              <p14:nvContentPartPr>
                <p14:cNvPr id="466" name="Ink 465">
                  <a:extLst>
                    <a:ext uri="{FF2B5EF4-FFF2-40B4-BE49-F238E27FC236}">
                      <a16:creationId xmlns:a16="http://schemas.microsoft.com/office/drawing/2014/main" id="{0F65C0EE-21E0-3100-3C57-8D3CB3F2A9B8}"/>
                    </a:ext>
                  </a:extLst>
                </p14:cNvPr>
                <p14:cNvContentPartPr/>
                <p14:nvPr/>
              </p14:nvContentPartPr>
              <p14:xfrm>
                <a:off x="10091983" y="5787720"/>
                <a:ext cx="132840" cy="201960"/>
              </p14:xfrm>
            </p:contentPart>
          </mc:Choice>
          <mc:Fallback>
            <p:pic>
              <p:nvPicPr>
                <p:cNvPr id="466" name="Ink 465">
                  <a:extLst>
                    <a:ext uri="{FF2B5EF4-FFF2-40B4-BE49-F238E27FC236}">
                      <a16:creationId xmlns:a16="http://schemas.microsoft.com/office/drawing/2014/main" id="{0F65C0EE-21E0-3100-3C57-8D3CB3F2A9B8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10073934" y="5769688"/>
                  <a:ext cx="168577" cy="23766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2">
              <p14:nvContentPartPr>
                <p14:cNvPr id="467" name="Ink 466">
                  <a:extLst>
                    <a:ext uri="{FF2B5EF4-FFF2-40B4-BE49-F238E27FC236}">
                      <a16:creationId xmlns:a16="http://schemas.microsoft.com/office/drawing/2014/main" id="{8BC0D108-9C12-356F-D3DA-0CA1476935AA}"/>
                    </a:ext>
                  </a:extLst>
                </p14:cNvPr>
                <p14:cNvContentPartPr/>
                <p14:nvPr/>
              </p14:nvContentPartPr>
              <p14:xfrm>
                <a:off x="10326703" y="5919120"/>
                <a:ext cx="9000" cy="50760"/>
              </p14:xfrm>
            </p:contentPart>
          </mc:Choice>
          <mc:Fallback>
            <p:pic>
              <p:nvPicPr>
                <p:cNvPr id="467" name="Ink 466">
                  <a:extLst>
                    <a:ext uri="{FF2B5EF4-FFF2-40B4-BE49-F238E27FC236}">
                      <a16:creationId xmlns:a16="http://schemas.microsoft.com/office/drawing/2014/main" id="{8BC0D108-9C12-356F-D3DA-0CA1476935AA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10307953" y="5901247"/>
                  <a:ext cx="46125" cy="8614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4">
              <p14:nvContentPartPr>
                <p14:cNvPr id="468" name="Ink 467">
                  <a:extLst>
                    <a:ext uri="{FF2B5EF4-FFF2-40B4-BE49-F238E27FC236}">
                      <a16:creationId xmlns:a16="http://schemas.microsoft.com/office/drawing/2014/main" id="{B1D6E065-3229-1421-5B50-E4BB55E165E0}"/>
                    </a:ext>
                  </a:extLst>
                </p14:cNvPr>
                <p14:cNvContentPartPr/>
                <p14:nvPr/>
              </p14:nvContentPartPr>
              <p14:xfrm>
                <a:off x="10323463" y="5785200"/>
                <a:ext cx="14040" cy="36720"/>
              </p14:xfrm>
            </p:contentPart>
          </mc:Choice>
          <mc:Fallback>
            <p:pic>
              <p:nvPicPr>
                <p:cNvPr id="468" name="Ink 467">
                  <a:extLst>
                    <a:ext uri="{FF2B5EF4-FFF2-40B4-BE49-F238E27FC236}">
                      <a16:creationId xmlns:a16="http://schemas.microsoft.com/office/drawing/2014/main" id="{B1D6E065-3229-1421-5B50-E4BB55E165E0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10305463" y="5767200"/>
                  <a:ext cx="4968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6">
              <p14:nvContentPartPr>
                <p14:cNvPr id="469" name="Ink 468">
                  <a:extLst>
                    <a:ext uri="{FF2B5EF4-FFF2-40B4-BE49-F238E27FC236}">
                      <a16:creationId xmlns:a16="http://schemas.microsoft.com/office/drawing/2014/main" id="{E0B8C6D8-1F6B-31BA-CB8C-3E8C34CDF3CC}"/>
                    </a:ext>
                  </a:extLst>
                </p14:cNvPr>
                <p14:cNvContentPartPr/>
                <p14:nvPr/>
              </p14:nvContentPartPr>
              <p14:xfrm>
                <a:off x="10495543" y="5860080"/>
                <a:ext cx="160920" cy="25200"/>
              </p14:xfrm>
            </p:contentPart>
          </mc:Choice>
          <mc:Fallback>
            <p:pic>
              <p:nvPicPr>
                <p:cNvPr id="469" name="Ink 468">
                  <a:extLst>
                    <a:ext uri="{FF2B5EF4-FFF2-40B4-BE49-F238E27FC236}">
                      <a16:creationId xmlns:a16="http://schemas.microsoft.com/office/drawing/2014/main" id="{E0B8C6D8-1F6B-31BA-CB8C-3E8C34CDF3CC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10477543" y="5841819"/>
                  <a:ext cx="196560" cy="613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8">
              <p14:nvContentPartPr>
                <p14:cNvPr id="470" name="Ink 469">
                  <a:extLst>
                    <a:ext uri="{FF2B5EF4-FFF2-40B4-BE49-F238E27FC236}">
                      <a16:creationId xmlns:a16="http://schemas.microsoft.com/office/drawing/2014/main" id="{71C8C75B-2563-5BB3-7B53-B8E088A7112B}"/>
                    </a:ext>
                  </a:extLst>
                </p14:cNvPr>
                <p14:cNvContentPartPr/>
                <p14:nvPr/>
              </p14:nvContentPartPr>
              <p14:xfrm>
                <a:off x="10598143" y="5782680"/>
                <a:ext cx="7560" cy="221400"/>
              </p14:xfrm>
            </p:contentPart>
          </mc:Choice>
          <mc:Fallback>
            <p:pic>
              <p:nvPicPr>
                <p:cNvPr id="470" name="Ink 469">
                  <a:extLst>
                    <a:ext uri="{FF2B5EF4-FFF2-40B4-BE49-F238E27FC236}">
                      <a16:creationId xmlns:a16="http://schemas.microsoft.com/office/drawing/2014/main" id="{71C8C75B-2563-5BB3-7B53-B8E088A7112B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10580143" y="5764680"/>
                  <a:ext cx="4320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0">
              <p14:nvContentPartPr>
                <p14:cNvPr id="471" name="Ink 470">
                  <a:extLst>
                    <a:ext uri="{FF2B5EF4-FFF2-40B4-BE49-F238E27FC236}">
                      <a16:creationId xmlns:a16="http://schemas.microsoft.com/office/drawing/2014/main" id="{0F987D4E-AEEF-F5FB-1C29-6E5A206CBBED}"/>
                    </a:ext>
                  </a:extLst>
                </p14:cNvPr>
                <p14:cNvContentPartPr/>
                <p14:nvPr/>
              </p14:nvContentPartPr>
              <p14:xfrm>
                <a:off x="10745743" y="5707800"/>
                <a:ext cx="28800" cy="187560"/>
              </p14:xfrm>
            </p:contentPart>
          </mc:Choice>
          <mc:Fallback>
            <p:pic>
              <p:nvPicPr>
                <p:cNvPr id="471" name="Ink 470">
                  <a:extLst>
                    <a:ext uri="{FF2B5EF4-FFF2-40B4-BE49-F238E27FC236}">
                      <a16:creationId xmlns:a16="http://schemas.microsoft.com/office/drawing/2014/main" id="{0F987D4E-AEEF-F5FB-1C29-6E5A206CBBED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10727743" y="5689800"/>
                  <a:ext cx="6444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2">
              <p14:nvContentPartPr>
                <p14:cNvPr id="472" name="Ink 471">
                  <a:extLst>
                    <a:ext uri="{FF2B5EF4-FFF2-40B4-BE49-F238E27FC236}">
                      <a16:creationId xmlns:a16="http://schemas.microsoft.com/office/drawing/2014/main" id="{4A363608-8B2A-B18B-0534-5533A08A952A}"/>
                    </a:ext>
                  </a:extLst>
                </p14:cNvPr>
                <p14:cNvContentPartPr/>
                <p14:nvPr/>
              </p14:nvContentPartPr>
              <p14:xfrm>
                <a:off x="10712983" y="5651280"/>
                <a:ext cx="144000" cy="183600"/>
              </p14:xfrm>
            </p:contentPart>
          </mc:Choice>
          <mc:Fallback>
            <p:pic>
              <p:nvPicPr>
                <p:cNvPr id="472" name="Ink 471">
                  <a:extLst>
                    <a:ext uri="{FF2B5EF4-FFF2-40B4-BE49-F238E27FC236}">
                      <a16:creationId xmlns:a16="http://schemas.microsoft.com/office/drawing/2014/main" id="{4A363608-8B2A-B18B-0534-5533A08A952A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10694983" y="5633315"/>
                  <a:ext cx="179640" cy="21917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4">
              <p14:nvContentPartPr>
                <p14:cNvPr id="473" name="Ink 472">
                  <a:extLst>
                    <a:ext uri="{FF2B5EF4-FFF2-40B4-BE49-F238E27FC236}">
                      <a16:creationId xmlns:a16="http://schemas.microsoft.com/office/drawing/2014/main" id="{CE294519-C987-218D-3A02-5F4822A9D06F}"/>
                    </a:ext>
                  </a:extLst>
                </p14:cNvPr>
                <p14:cNvContentPartPr/>
                <p14:nvPr/>
              </p14:nvContentPartPr>
              <p14:xfrm>
                <a:off x="10991983" y="5707080"/>
                <a:ext cx="62280" cy="177840"/>
              </p14:xfrm>
            </p:contentPart>
          </mc:Choice>
          <mc:Fallback>
            <p:pic>
              <p:nvPicPr>
                <p:cNvPr id="473" name="Ink 472">
                  <a:extLst>
                    <a:ext uri="{FF2B5EF4-FFF2-40B4-BE49-F238E27FC236}">
                      <a16:creationId xmlns:a16="http://schemas.microsoft.com/office/drawing/2014/main" id="{CE294519-C987-218D-3A02-5F4822A9D06F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10974086" y="5689080"/>
                  <a:ext cx="97715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6">
              <p14:nvContentPartPr>
                <p14:cNvPr id="474" name="Ink 473">
                  <a:extLst>
                    <a:ext uri="{FF2B5EF4-FFF2-40B4-BE49-F238E27FC236}">
                      <a16:creationId xmlns:a16="http://schemas.microsoft.com/office/drawing/2014/main" id="{5F3501FF-5EA1-C718-A7DA-57567C9D3D69}"/>
                    </a:ext>
                  </a:extLst>
                </p14:cNvPr>
                <p14:cNvContentPartPr/>
                <p14:nvPr/>
              </p14:nvContentPartPr>
              <p14:xfrm>
                <a:off x="10983343" y="5766840"/>
                <a:ext cx="109800" cy="61200"/>
              </p14:xfrm>
            </p:contentPart>
          </mc:Choice>
          <mc:Fallback>
            <p:pic>
              <p:nvPicPr>
                <p:cNvPr id="474" name="Ink 473">
                  <a:extLst>
                    <a:ext uri="{FF2B5EF4-FFF2-40B4-BE49-F238E27FC236}">
                      <a16:creationId xmlns:a16="http://schemas.microsoft.com/office/drawing/2014/main" id="{5F3501FF-5EA1-C718-A7DA-57567C9D3D69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10965343" y="5748840"/>
                  <a:ext cx="14544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8">
              <p14:nvContentPartPr>
                <p14:cNvPr id="475" name="Ink 474">
                  <a:extLst>
                    <a:ext uri="{FF2B5EF4-FFF2-40B4-BE49-F238E27FC236}">
                      <a16:creationId xmlns:a16="http://schemas.microsoft.com/office/drawing/2014/main" id="{E2D6DCBB-184C-42AE-8634-499B88D8847E}"/>
                    </a:ext>
                  </a:extLst>
                </p14:cNvPr>
                <p14:cNvContentPartPr/>
                <p14:nvPr/>
              </p14:nvContentPartPr>
              <p14:xfrm>
                <a:off x="10119703" y="5972760"/>
                <a:ext cx="1058760" cy="158760"/>
              </p14:xfrm>
            </p:contentPart>
          </mc:Choice>
          <mc:Fallback>
            <p:pic>
              <p:nvPicPr>
                <p:cNvPr id="475" name="Ink 474">
                  <a:extLst>
                    <a:ext uri="{FF2B5EF4-FFF2-40B4-BE49-F238E27FC236}">
                      <a16:creationId xmlns:a16="http://schemas.microsoft.com/office/drawing/2014/main" id="{E2D6DCBB-184C-42AE-8634-499B88D8847E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10101703" y="5954760"/>
                  <a:ext cx="109440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0">
              <p14:nvContentPartPr>
                <p14:cNvPr id="476" name="Ink 475">
                  <a:extLst>
                    <a:ext uri="{FF2B5EF4-FFF2-40B4-BE49-F238E27FC236}">
                      <a16:creationId xmlns:a16="http://schemas.microsoft.com/office/drawing/2014/main" id="{F4175139-E910-FB50-CCE3-40D5A4DDE7AC}"/>
                    </a:ext>
                  </a:extLst>
                </p14:cNvPr>
                <p14:cNvContentPartPr/>
                <p14:nvPr/>
              </p14:nvContentPartPr>
              <p14:xfrm>
                <a:off x="10534423" y="6292080"/>
                <a:ext cx="47520" cy="264240"/>
              </p14:xfrm>
            </p:contentPart>
          </mc:Choice>
          <mc:Fallback>
            <p:pic>
              <p:nvPicPr>
                <p:cNvPr id="476" name="Ink 475">
                  <a:extLst>
                    <a:ext uri="{FF2B5EF4-FFF2-40B4-BE49-F238E27FC236}">
                      <a16:creationId xmlns:a16="http://schemas.microsoft.com/office/drawing/2014/main" id="{F4175139-E910-FB50-CCE3-40D5A4DDE7AC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10516423" y="6274080"/>
                  <a:ext cx="83160" cy="29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2">
              <p14:nvContentPartPr>
                <p14:cNvPr id="477" name="Ink 476">
                  <a:extLst>
                    <a:ext uri="{FF2B5EF4-FFF2-40B4-BE49-F238E27FC236}">
                      <a16:creationId xmlns:a16="http://schemas.microsoft.com/office/drawing/2014/main" id="{7FF73820-076E-0AFE-CB55-1DE5BF59D807}"/>
                    </a:ext>
                  </a:extLst>
                </p14:cNvPr>
                <p14:cNvContentPartPr/>
                <p14:nvPr/>
              </p14:nvContentPartPr>
              <p14:xfrm>
                <a:off x="10547023" y="6266160"/>
                <a:ext cx="119880" cy="159840"/>
              </p14:xfrm>
            </p:contentPart>
          </mc:Choice>
          <mc:Fallback>
            <p:pic>
              <p:nvPicPr>
                <p:cNvPr id="477" name="Ink 476">
                  <a:extLst>
                    <a:ext uri="{FF2B5EF4-FFF2-40B4-BE49-F238E27FC236}">
                      <a16:creationId xmlns:a16="http://schemas.microsoft.com/office/drawing/2014/main" id="{7FF73820-076E-0AFE-CB55-1DE5BF59D807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10529077" y="6248119"/>
                  <a:ext cx="155413" cy="19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4">
              <p14:nvContentPartPr>
                <p14:cNvPr id="478" name="Ink 477">
                  <a:extLst>
                    <a:ext uri="{FF2B5EF4-FFF2-40B4-BE49-F238E27FC236}">
                      <a16:creationId xmlns:a16="http://schemas.microsoft.com/office/drawing/2014/main" id="{70A417DA-3D40-A9FC-41E8-8CCB803C2BAD}"/>
                    </a:ext>
                  </a:extLst>
                </p14:cNvPr>
                <p14:cNvContentPartPr/>
                <p14:nvPr/>
              </p14:nvContentPartPr>
              <p14:xfrm>
                <a:off x="10820983" y="6307920"/>
                <a:ext cx="33120" cy="133200"/>
              </p14:xfrm>
            </p:contentPart>
          </mc:Choice>
          <mc:Fallback>
            <p:pic>
              <p:nvPicPr>
                <p:cNvPr id="478" name="Ink 477">
                  <a:extLst>
                    <a:ext uri="{FF2B5EF4-FFF2-40B4-BE49-F238E27FC236}">
                      <a16:creationId xmlns:a16="http://schemas.microsoft.com/office/drawing/2014/main" id="{70A417DA-3D40-A9FC-41E8-8CCB803C2BAD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10802785" y="6289871"/>
                  <a:ext cx="69152" cy="16893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6">
              <p14:nvContentPartPr>
                <p14:cNvPr id="479" name="Ink 478">
                  <a:extLst>
                    <a:ext uri="{FF2B5EF4-FFF2-40B4-BE49-F238E27FC236}">
                      <a16:creationId xmlns:a16="http://schemas.microsoft.com/office/drawing/2014/main" id="{3C1D183C-A43F-E216-FA8D-EB1BFF53B05A}"/>
                    </a:ext>
                  </a:extLst>
                </p14:cNvPr>
                <p14:cNvContentPartPr/>
                <p14:nvPr/>
              </p14:nvContentPartPr>
              <p14:xfrm>
                <a:off x="10840783" y="6161400"/>
                <a:ext cx="20160" cy="15480"/>
              </p14:xfrm>
            </p:contentPart>
          </mc:Choice>
          <mc:Fallback>
            <p:pic>
              <p:nvPicPr>
                <p:cNvPr id="479" name="Ink 478">
                  <a:extLst>
                    <a:ext uri="{FF2B5EF4-FFF2-40B4-BE49-F238E27FC236}">
                      <a16:creationId xmlns:a16="http://schemas.microsoft.com/office/drawing/2014/main" id="{3C1D183C-A43F-E216-FA8D-EB1BFF53B05A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10822783" y="6143400"/>
                  <a:ext cx="5580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8">
              <p14:nvContentPartPr>
                <p14:cNvPr id="482" name="Ink 481">
                  <a:extLst>
                    <a:ext uri="{FF2B5EF4-FFF2-40B4-BE49-F238E27FC236}">
                      <a16:creationId xmlns:a16="http://schemas.microsoft.com/office/drawing/2014/main" id="{FA2609ED-099C-60F4-E517-8D153C141A91}"/>
                    </a:ext>
                  </a:extLst>
                </p14:cNvPr>
                <p14:cNvContentPartPr/>
                <p14:nvPr/>
              </p14:nvContentPartPr>
              <p14:xfrm>
                <a:off x="9887503" y="5926680"/>
                <a:ext cx="323280" cy="533880"/>
              </p14:xfrm>
            </p:contentPart>
          </mc:Choice>
          <mc:Fallback>
            <p:pic>
              <p:nvPicPr>
                <p:cNvPr id="482" name="Ink 481">
                  <a:extLst>
                    <a:ext uri="{FF2B5EF4-FFF2-40B4-BE49-F238E27FC236}">
                      <a16:creationId xmlns:a16="http://schemas.microsoft.com/office/drawing/2014/main" id="{FA2609ED-099C-60F4-E517-8D153C141A91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9869523" y="5908680"/>
                  <a:ext cx="358880" cy="56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0">
              <p14:nvContentPartPr>
                <p14:cNvPr id="483" name="Ink 482">
                  <a:extLst>
                    <a:ext uri="{FF2B5EF4-FFF2-40B4-BE49-F238E27FC236}">
                      <a16:creationId xmlns:a16="http://schemas.microsoft.com/office/drawing/2014/main" id="{84460D78-D705-B87B-8E74-AF55F0185BD0}"/>
                    </a:ext>
                  </a:extLst>
                </p14:cNvPr>
                <p14:cNvContentPartPr/>
                <p14:nvPr/>
              </p14:nvContentPartPr>
              <p14:xfrm>
                <a:off x="11372143" y="5788080"/>
                <a:ext cx="49680" cy="360000"/>
              </p14:xfrm>
            </p:contentPart>
          </mc:Choice>
          <mc:Fallback>
            <p:pic>
              <p:nvPicPr>
                <p:cNvPr id="483" name="Ink 482">
                  <a:extLst>
                    <a:ext uri="{FF2B5EF4-FFF2-40B4-BE49-F238E27FC236}">
                      <a16:creationId xmlns:a16="http://schemas.microsoft.com/office/drawing/2014/main" id="{84460D78-D705-B87B-8E74-AF55F0185BD0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11354272" y="5770080"/>
                  <a:ext cx="85064" cy="395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90" name="Group 489">
            <a:extLst>
              <a:ext uri="{FF2B5EF4-FFF2-40B4-BE49-F238E27FC236}">
                <a16:creationId xmlns:a16="http://schemas.microsoft.com/office/drawing/2014/main" id="{347703E3-1A36-5190-2150-1EB7A66B43C7}"/>
              </a:ext>
            </a:extLst>
          </p:cNvPr>
          <p:cNvGrpSpPr/>
          <p:nvPr/>
        </p:nvGrpSpPr>
        <p:grpSpPr>
          <a:xfrm>
            <a:off x="7395583" y="6237720"/>
            <a:ext cx="1059840" cy="385560"/>
            <a:chOff x="7395583" y="6237720"/>
            <a:chExt cx="1059840" cy="385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32">
              <p14:nvContentPartPr>
                <p14:cNvPr id="485" name="Ink 484">
                  <a:extLst>
                    <a:ext uri="{FF2B5EF4-FFF2-40B4-BE49-F238E27FC236}">
                      <a16:creationId xmlns:a16="http://schemas.microsoft.com/office/drawing/2014/main" id="{62C97DC2-80B8-29B3-EFB2-7AC9A3F34CE3}"/>
                    </a:ext>
                  </a:extLst>
                </p14:cNvPr>
                <p14:cNvContentPartPr/>
                <p14:nvPr/>
              </p14:nvContentPartPr>
              <p14:xfrm>
                <a:off x="7395583" y="6237720"/>
                <a:ext cx="288360" cy="338760"/>
              </p14:xfrm>
            </p:contentPart>
          </mc:Choice>
          <mc:Fallback>
            <p:pic>
              <p:nvPicPr>
                <p:cNvPr id="485" name="Ink 484">
                  <a:extLst>
                    <a:ext uri="{FF2B5EF4-FFF2-40B4-BE49-F238E27FC236}">
                      <a16:creationId xmlns:a16="http://schemas.microsoft.com/office/drawing/2014/main" id="{62C97DC2-80B8-29B3-EFB2-7AC9A3F34CE3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7377583" y="6219720"/>
                  <a:ext cx="324000" cy="37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4">
              <p14:nvContentPartPr>
                <p14:cNvPr id="486" name="Ink 485">
                  <a:extLst>
                    <a:ext uri="{FF2B5EF4-FFF2-40B4-BE49-F238E27FC236}">
                      <a16:creationId xmlns:a16="http://schemas.microsoft.com/office/drawing/2014/main" id="{254E5270-AB0B-8E4D-6664-83755D15A3E1}"/>
                    </a:ext>
                  </a:extLst>
                </p14:cNvPr>
                <p14:cNvContentPartPr/>
                <p14:nvPr/>
              </p14:nvContentPartPr>
              <p14:xfrm>
                <a:off x="7850263" y="6454440"/>
                <a:ext cx="102600" cy="168840"/>
              </p14:xfrm>
            </p:contentPart>
          </mc:Choice>
          <mc:Fallback>
            <p:pic>
              <p:nvPicPr>
                <p:cNvPr id="486" name="Ink 485">
                  <a:extLst>
                    <a:ext uri="{FF2B5EF4-FFF2-40B4-BE49-F238E27FC236}">
                      <a16:creationId xmlns:a16="http://schemas.microsoft.com/office/drawing/2014/main" id="{254E5270-AB0B-8E4D-6664-83755D15A3E1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7832263" y="6436440"/>
                  <a:ext cx="13824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6">
              <p14:nvContentPartPr>
                <p14:cNvPr id="487" name="Ink 486">
                  <a:extLst>
                    <a:ext uri="{FF2B5EF4-FFF2-40B4-BE49-F238E27FC236}">
                      <a16:creationId xmlns:a16="http://schemas.microsoft.com/office/drawing/2014/main" id="{CE09003F-E7BB-40E3-D3D9-DDF8623F85F0}"/>
                    </a:ext>
                  </a:extLst>
                </p14:cNvPr>
                <p14:cNvContentPartPr/>
                <p14:nvPr/>
              </p14:nvContentPartPr>
              <p14:xfrm>
                <a:off x="8087143" y="6386040"/>
                <a:ext cx="246240" cy="153360"/>
              </p14:xfrm>
            </p:contentPart>
          </mc:Choice>
          <mc:Fallback>
            <p:pic>
              <p:nvPicPr>
                <p:cNvPr id="487" name="Ink 486">
                  <a:extLst>
                    <a:ext uri="{FF2B5EF4-FFF2-40B4-BE49-F238E27FC236}">
                      <a16:creationId xmlns:a16="http://schemas.microsoft.com/office/drawing/2014/main" id="{CE09003F-E7BB-40E3-D3D9-DDF8623F85F0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8069143" y="6368040"/>
                  <a:ext cx="28188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8">
              <p14:nvContentPartPr>
                <p14:cNvPr id="488" name="Ink 487">
                  <a:extLst>
                    <a:ext uri="{FF2B5EF4-FFF2-40B4-BE49-F238E27FC236}">
                      <a16:creationId xmlns:a16="http://schemas.microsoft.com/office/drawing/2014/main" id="{AA375953-D47C-6502-0F90-3FBEA34658D2}"/>
                    </a:ext>
                  </a:extLst>
                </p14:cNvPr>
                <p14:cNvContentPartPr/>
                <p14:nvPr/>
              </p14:nvContentPartPr>
              <p14:xfrm>
                <a:off x="8355343" y="6274080"/>
                <a:ext cx="83880" cy="212040"/>
              </p14:xfrm>
            </p:contentPart>
          </mc:Choice>
          <mc:Fallback>
            <p:pic>
              <p:nvPicPr>
                <p:cNvPr id="488" name="Ink 487">
                  <a:extLst>
                    <a:ext uri="{FF2B5EF4-FFF2-40B4-BE49-F238E27FC236}">
                      <a16:creationId xmlns:a16="http://schemas.microsoft.com/office/drawing/2014/main" id="{AA375953-D47C-6502-0F90-3FBEA34658D2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8337343" y="6256080"/>
                  <a:ext cx="11952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0">
              <p14:nvContentPartPr>
                <p14:cNvPr id="489" name="Ink 488">
                  <a:extLst>
                    <a:ext uri="{FF2B5EF4-FFF2-40B4-BE49-F238E27FC236}">
                      <a16:creationId xmlns:a16="http://schemas.microsoft.com/office/drawing/2014/main" id="{3A791CD6-EB04-1754-54CB-75D658A30EA7}"/>
                    </a:ext>
                  </a:extLst>
                </p14:cNvPr>
                <p14:cNvContentPartPr/>
                <p14:nvPr/>
              </p14:nvContentPartPr>
              <p14:xfrm>
                <a:off x="8330503" y="6337440"/>
                <a:ext cx="124920" cy="75600"/>
              </p14:xfrm>
            </p:contentPart>
          </mc:Choice>
          <mc:Fallback>
            <p:pic>
              <p:nvPicPr>
                <p:cNvPr id="489" name="Ink 488">
                  <a:extLst>
                    <a:ext uri="{FF2B5EF4-FFF2-40B4-BE49-F238E27FC236}">
                      <a16:creationId xmlns:a16="http://schemas.microsoft.com/office/drawing/2014/main" id="{3A791CD6-EB04-1754-54CB-75D658A30EA7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8312503" y="6319525"/>
                  <a:ext cx="160560" cy="111071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7" name="Group 286">
            <a:extLst>
              <a:ext uri="{FF2B5EF4-FFF2-40B4-BE49-F238E27FC236}">
                <a16:creationId xmlns:a16="http://schemas.microsoft.com/office/drawing/2014/main" id="{814E5EC4-C406-E67A-BAA5-39439A9F8ED7}"/>
              </a:ext>
            </a:extLst>
          </p:cNvPr>
          <p:cNvGrpSpPr/>
          <p:nvPr/>
        </p:nvGrpSpPr>
        <p:grpSpPr>
          <a:xfrm>
            <a:off x="879583" y="2668320"/>
            <a:ext cx="4482720" cy="3805560"/>
            <a:chOff x="879583" y="2668320"/>
            <a:chExt cx="4482720" cy="3805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4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0D92B2F-9D79-8A2A-C8B6-262BABD56C3A}"/>
                    </a:ext>
                  </a:extLst>
                </p14:cNvPr>
                <p14:cNvContentPartPr/>
                <p14:nvPr/>
              </p14:nvContentPartPr>
              <p14:xfrm>
                <a:off x="879583" y="3894120"/>
                <a:ext cx="216360" cy="25380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0D92B2F-9D79-8A2A-C8B6-262BABD56C3A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861943" y="3876480"/>
                  <a:ext cx="25200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22B8B2FA-8F41-C6FC-BEF8-3DA2DC8B5F24}"/>
                    </a:ext>
                  </a:extLst>
                </p14:cNvPr>
                <p14:cNvContentPartPr/>
                <p14:nvPr/>
              </p14:nvContentPartPr>
              <p14:xfrm>
                <a:off x="1222663" y="4088880"/>
                <a:ext cx="55080" cy="10548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22B8B2FA-8F41-C6FC-BEF8-3DA2DC8B5F24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1205023" y="4071240"/>
                  <a:ext cx="9072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9A05523E-B951-C7ED-CB66-28DD9CFD1194}"/>
                    </a:ext>
                  </a:extLst>
                </p14:cNvPr>
                <p14:cNvContentPartPr/>
                <p14:nvPr/>
              </p14:nvContentPartPr>
              <p14:xfrm>
                <a:off x="1241383" y="3893040"/>
                <a:ext cx="16200" cy="8100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9A05523E-B951-C7ED-CB66-28DD9CFD1194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1223383" y="3875040"/>
                  <a:ext cx="5184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E4A776C8-4551-4861-41D4-D325ABB2E5BE}"/>
                    </a:ext>
                  </a:extLst>
                </p14:cNvPr>
                <p14:cNvContentPartPr/>
                <p14:nvPr/>
              </p14:nvContentPartPr>
              <p14:xfrm>
                <a:off x="1358743" y="3928320"/>
                <a:ext cx="165240" cy="9864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E4A776C8-4551-4861-41D4-D325ABB2E5BE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1340743" y="3910680"/>
                  <a:ext cx="20088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10949578-E3FB-7E40-338E-9082736146E0}"/>
                    </a:ext>
                  </a:extLst>
                </p14:cNvPr>
                <p14:cNvContentPartPr/>
                <p14:nvPr/>
              </p14:nvContentPartPr>
              <p14:xfrm>
                <a:off x="1664383" y="3895200"/>
                <a:ext cx="52920" cy="3852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10949578-E3FB-7E40-338E-9082736146E0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1646743" y="3877560"/>
                  <a:ext cx="8856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5E505528-FFA1-E0AC-7823-0096114AC29F}"/>
                    </a:ext>
                  </a:extLst>
                </p14:cNvPr>
                <p14:cNvContentPartPr/>
                <p14:nvPr/>
              </p14:nvContentPartPr>
              <p14:xfrm>
                <a:off x="1703263" y="3960720"/>
                <a:ext cx="60120" cy="4464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5E505528-FFA1-E0AC-7823-0096114AC29F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1685263" y="3943080"/>
                  <a:ext cx="9576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69E7FA90-B4F6-B88C-38CD-E9D7FDE23B0A}"/>
                    </a:ext>
                  </a:extLst>
                </p14:cNvPr>
                <p14:cNvContentPartPr/>
                <p14:nvPr/>
              </p14:nvContentPartPr>
              <p14:xfrm>
                <a:off x="2091343" y="3715560"/>
                <a:ext cx="60120" cy="23364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69E7FA90-B4F6-B88C-38CD-E9D7FDE23B0A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2073343" y="3697920"/>
                  <a:ext cx="9576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4CD41447-8C05-D994-0F2C-7C413C58A59B}"/>
                    </a:ext>
                  </a:extLst>
                </p14:cNvPr>
                <p14:cNvContentPartPr/>
                <p14:nvPr/>
              </p14:nvContentPartPr>
              <p14:xfrm>
                <a:off x="2335783" y="3745440"/>
                <a:ext cx="249120" cy="19080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4CD41447-8C05-D994-0F2C-7C413C58A59B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2318143" y="3727440"/>
                  <a:ext cx="28476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8">
              <p14:nvContentPartPr>
                <p14:cNvPr id="480" name="Ink 479">
                  <a:extLst>
                    <a:ext uri="{FF2B5EF4-FFF2-40B4-BE49-F238E27FC236}">
                      <a16:creationId xmlns:a16="http://schemas.microsoft.com/office/drawing/2014/main" id="{51446649-30B7-AF5A-FB3F-0729EEEFEAAE}"/>
                    </a:ext>
                  </a:extLst>
                </p14:cNvPr>
                <p14:cNvContentPartPr/>
                <p14:nvPr/>
              </p14:nvContentPartPr>
              <p14:xfrm>
                <a:off x="2643223" y="3530160"/>
                <a:ext cx="159480" cy="209880"/>
              </p14:xfrm>
            </p:contentPart>
          </mc:Choice>
          <mc:Fallback>
            <p:pic>
              <p:nvPicPr>
                <p:cNvPr id="480" name="Ink 479">
                  <a:extLst>
                    <a:ext uri="{FF2B5EF4-FFF2-40B4-BE49-F238E27FC236}">
                      <a16:creationId xmlns:a16="http://schemas.microsoft.com/office/drawing/2014/main" id="{51446649-30B7-AF5A-FB3F-0729EEEFEAAE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2625583" y="3512160"/>
                  <a:ext cx="19512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0">
              <p14:nvContentPartPr>
                <p14:cNvPr id="500" name="Ink 499">
                  <a:extLst>
                    <a:ext uri="{FF2B5EF4-FFF2-40B4-BE49-F238E27FC236}">
                      <a16:creationId xmlns:a16="http://schemas.microsoft.com/office/drawing/2014/main" id="{E47504C4-786A-4233-FF9C-880D71262798}"/>
                    </a:ext>
                  </a:extLst>
                </p14:cNvPr>
                <p14:cNvContentPartPr/>
                <p14:nvPr/>
              </p14:nvContentPartPr>
              <p14:xfrm>
                <a:off x="2388703" y="4275720"/>
                <a:ext cx="54360" cy="196920"/>
              </p14:xfrm>
            </p:contentPart>
          </mc:Choice>
          <mc:Fallback>
            <p:pic>
              <p:nvPicPr>
                <p:cNvPr id="500" name="Ink 499">
                  <a:extLst>
                    <a:ext uri="{FF2B5EF4-FFF2-40B4-BE49-F238E27FC236}">
                      <a16:creationId xmlns:a16="http://schemas.microsoft.com/office/drawing/2014/main" id="{E47504C4-786A-4233-FF9C-880D71262798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2370703" y="4257720"/>
                  <a:ext cx="9000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2">
              <p14:nvContentPartPr>
                <p14:cNvPr id="501" name="Ink 500">
                  <a:extLst>
                    <a:ext uri="{FF2B5EF4-FFF2-40B4-BE49-F238E27FC236}">
                      <a16:creationId xmlns:a16="http://schemas.microsoft.com/office/drawing/2014/main" id="{0B1192C6-5251-91A2-3D82-206B3140241C}"/>
                    </a:ext>
                  </a:extLst>
                </p14:cNvPr>
                <p14:cNvContentPartPr/>
                <p14:nvPr/>
              </p14:nvContentPartPr>
              <p14:xfrm>
                <a:off x="2617663" y="4120200"/>
                <a:ext cx="186120" cy="203400"/>
              </p14:xfrm>
            </p:contentPart>
          </mc:Choice>
          <mc:Fallback>
            <p:pic>
              <p:nvPicPr>
                <p:cNvPr id="501" name="Ink 500">
                  <a:extLst>
                    <a:ext uri="{FF2B5EF4-FFF2-40B4-BE49-F238E27FC236}">
                      <a16:creationId xmlns:a16="http://schemas.microsoft.com/office/drawing/2014/main" id="{0B1192C6-5251-91A2-3D82-206B3140241C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2599663" y="4102200"/>
                  <a:ext cx="22176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4">
              <p14:nvContentPartPr>
                <p14:cNvPr id="492" name="Ink 491">
                  <a:extLst>
                    <a:ext uri="{FF2B5EF4-FFF2-40B4-BE49-F238E27FC236}">
                      <a16:creationId xmlns:a16="http://schemas.microsoft.com/office/drawing/2014/main" id="{84A9FFFB-645C-DD35-291C-A88BDC38E1FE}"/>
                    </a:ext>
                  </a:extLst>
                </p14:cNvPr>
                <p14:cNvContentPartPr/>
                <p14:nvPr/>
              </p14:nvContentPartPr>
              <p14:xfrm>
                <a:off x="1095943" y="4561200"/>
                <a:ext cx="201600" cy="236520"/>
              </p14:xfrm>
            </p:contentPart>
          </mc:Choice>
          <mc:Fallback>
            <p:pic>
              <p:nvPicPr>
                <p:cNvPr id="492" name="Ink 491">
                  <a:extLst>
                    <a:ext uri="{FF2B5EF4-FFF2-40B4-BE49-F238E27FC236}">
                      <a16:creationId xmlns:a16="http://schemas.microsoft.com/office/drawing/2014/main" id="{84A9FFFB-645C-DD35-291C-A88BDC38E1FE}"/>
                    </a:ext>
                  </a:extLst>
                </p:cNvPr>
                <p:cNvPicPr/>
                <p:nvPr/>
              </p:nvPicPr>
              <p:blipFill>
                <a:blip r:embed="rId465"/>
                <a:stretch>
                  <a:fillRect/>
                </a:stretch>
              </p:blipFill>
              <p:spPr>
                <a:xfrm>
                  <a:off x="1078303" y="4543560"/>
                  <a:ext cx="237240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6">
              <p14:nvContentPartPr>
                <p14:cNvPr id="493" name="Ink 492">
                  <a:extLst>
                    <a:ext uri="{FF2B5EF4-FFF2-40B4-BE49-F238E27FC236}">
                      <a16:creationId xmlns:a16="http://schemas.microsoft.com/office/drawing/2014/main" id="{15484F31-FC94-10D4-2831-2364EF04DB6E}"/>
                    </a:ext>
                  </a:extLst>
                </p14:cNvPr>
                <p14:cNvContentPartPr/>
                <p14:nvPr/>
              </p14:nvContentPartPr>
              <p14:xfrm>
                <a:off x="1449103" y="4683240"/>
                <a:ext cx="98640" cy="114480"/>
              </p14:xfrm>
            </p:contentPart>
          </mc:Choice>
          <mc:Fallback>
            <p:pic>
              <p:nvPicPr>
                <p:cNvPr id="493" name="Ink 492">
                  <a:extLst>
                    <a:ext uri="{FF2B5EF4-FFF2-40B4-BE49-F238E27FC236}">
                      <a16:creationId xmlns:a16="http://schemas.microsoft.com/office/drawing/2014/main" id="{15484F31-FC94-10D4-2831-2364EF04DB6E}"/>
                    </a:ext>
                  </a:extLst>
                </p:cNvPr>
                <p:cNvPicPr/>
                <p:nvPr/>
              </p:nvPicPr>
              <p:blipFill>
                <a:blip r:embed="rId467"/>
                <a:stretch>
                  <a:fillRect/>
                </a:stretch>
              </p:blipFill>
              <p:spPr>
                <a:xfrm>
                  <a:off x="1431103" y="4665600"/>
                  <a:ext cx="13428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8">
              <p14:nvContentPartPr>
                <p14:cNvPr id="494" name="Ink 493">
                  <a:extLst>
                    <a:ext uri="{FF2B5EF4-FFF2-40B4-BE49-F238E27FC236}">
                      <a16:creationId xmlns:a16="http://schemas.microsoft.com/office/drawing/2014/main" id="{7F6EE344-2398-C2D1-1CFD-49F168B4CCA9}"/>
                    </a:ext>
                  </a:extLst>
                </p14:cNvPr>
                <p14:cNvContentPartPr/>
                <p14:nvPr/>
              </p14:nvContentPartPr>
              <p14:xfrm>
                <a:off x="1601383" y="4624560"/>
                <a:ext cx="147960" cy="82800"/>
              </p14:xfrm>
            </p:contentPart>
          </mc:Choice>
          <mc:Fallback>
            <p:pic>
              <p:nvPicPr>
                <p:cNvPr id="494" name="Ink 493">
                  <a:extLst>
                    <a:ext uri="{FF2B5EF4-FFF2-40B4-BE49-F238E27FC236}">
                      <a16:creationId xmlns:a16="http://schemas.microsoft.com/office/drawing/2014/main" id="{7F6EE344-2398-C2D1-1CFD-49F168B4CCA9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1583743" y="4606560"/>
                  <a:ext cx="18360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0">
              <p14:nvContentPartPr>
                <p14:cNvPr id="495" name="Ink 494">
                  <a:extLst>
                    <a:ext uri="{FF2B5EF4-FFF2-40B4-BE49-F238E27FC236}">
                      <a16:creationId xmlns:a16="http://schemas.microsoft.com/office/drawing/2014/main" id="{A97E1803-B45F-CD18-2ADC-FF763FDDD45F}"/>
                    </a:ext>
                  </a:extLst>
                </p14:cNvPr>
                <p14:cNvContentPartPr/>
                <p14:nvPr/>
              </p14:nvContentPartPr>
              <p14:xfrm>
                <a:off x="1784983" y="4467600"/>
                <a:ext cx="139320" cy="220320"/>
              </p14:xfrm>
            </p:contentPart>
          </mc:Choice>
          <mc:Fallback>
            <p:pic>
              <p:nvPicPr>
                <p:cNvPr id="495" name="Ink 494">
                  <a:extLst>
                    <a:ext uri="{FF2B5EF4-FFF2-40B4-BE49-F238E27FC236}">
                      <a16:creationId xmlns:a16="http://schemas.microsoft.com/office/drawing/2014/main" id="{A97E1803-B45F-CD18-2ADC-FF763FDDD45F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1766983" y="4449600"/>
                  <a:ext cx="17496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2">
              <p14:nvContentPartPr>
                <p14:cNvPr id="496" name="Ink 495">
                  <a:extLst>
                    <a:ext uri="{FF2B5EF4-FFF2-40B4-BE49-F238E27FC236}">
                      <a16:creationId xmlns:a16="http://schemas.microsoft.com/office/drawing/2014/main" id="{F84EE3B7-C072-D750-03CF-B24DD59E07C2}"/>
                    </a:ext>
                  </a:extLst>
                </p14:cNvPr>
                <p14:cNvContentPartPr/>
                <p14:nvPr/>
              </p14:nvContentPartPr>
              <p14:xfrm>
                <a:off x="1835023" y="4542120"/>
                <a:ext cx="83520" cy="80280"/>
              </p14:xfrm>
            </p:contentPart>
          </mc:Choice>
          <mc:Fallback>
            <p:pic>
              <p:nvPicPr>
                <p:cNvPr id="496" name="Ink 495">
                  <a:extLst>
                    <a:ext uri="{FF2B5EF4-FFF2-40B4-BE49-F238E27FC236}">
                      <a16:creationId xmlns:a16="http://schemas.microsoft.com/office/drawing/2014/main" id="{F84EE3B7-C072-D750-03CF-B24DD59E07C2}"/>
                    </a:ext>
                  </a:extLst>
                </p:cNvPr>
                <p:cNvPicPr/>
                <p:nvPr/>
              </p:nvPicPr>
              <p:blipFill>
                <a:blip r:embed="rId473"/>
                <a:stretch>
                  <a:fillRect/>
                </a:stretch>
              </p:blipFill>
              <p:spPr>
                <a:xfrm>
                  <a:off x="1817383" y="4524120"/>
                  <a:ext cx="11916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4">
              <p14:nvContentPartPr>
                <p14:cNvPr id="497" name="Ink 496">
                  <a:extLst>
                    <a:ext uri="{FF2B5EF4-FFF2-40B4-BE49-F238E27FC236}">
                      <a16:creationId xmlns:a16="http://schemas.microsoft.com/office/drawing/2014/main" id="{87BABC81-3BE2-011A-1D60-8599A72BD781}"/>
                    </a:ext>
                  </a:extLst>
                </p14:cNvPr>
                <p14:cNvContentPartPr/>
                <p14:nvPr/>
              </p14:nvContentPartPr>
              <p14:xfrm>
                <a:off x="2052463" y="4527720"/>
                <a:ext cx="47880" cy="46800"/>
              </p14:xfrm>
            </p:contentPart>
          </mc:Choice>
          <mc:Fallback>
            <p:pic>
              <p:nvPicPr>
                <p:cNvPr id="497" name="Ink 496">
                  <a:extLst>
                    <a:ext uri="{FF2B5EF4-FFF2-40B4-BE49-F238E27FC236}">
                      <a16:creationId xmlns:a16="http://schemas.microsoft.com/office/drawing/2014/main" id="{87BABC81-3BE2-011A-1D60-8599A72BD781}"/>
                    </a:ext>
                  </a:extLst>
                </p:cNvPr>
                <p:cNvPicPr/>
                <p:nvPr/>
              </p:nvPicPr>
              <p:blipFill>
                <a:blip r:embed="rId475"/>
                <a:stretch>
                  <a:fillRect/>
                </a:stretch>
              </p:blipFill>
              <p:spPr>
                <a:xfrm>
                  <a:off x="2034463" y="4509720"/>
                  <a:ext cx="8352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6">
              <p14:nvContentPartPr>
                <p14:cNvPr id="498" name="Ink 497">
                  <a:extLst>
                    <a:ext uri="{FF2B5EF4-FFF2-40B4-BE49-F238E27FC236}">
                      <a16:creationId xmlns:a16="http://schemas.microsoft.com/office/drawing/2014/main" id="{ECA0E0E5-F4DC-E360-D447-C7A6CB784BB6}"/>
                    </a:ext>
                  </a:extLst>
                </p14:cNvPr>
                <p14:cNvContentPartPr/>
                <p14:nvPr/>
              </p14:nvContentPartPr>
              <p14:xfrm>
                <a:off x="2082703" y="4589640"/>
                <a:ext cx="53640" cy="36360"/>
              </p14:xfrm>
            </p:contentPart>
          </mc:Choice>
          <mc:Fallback>
            <p:pic>
              <p:nvPicPr>
                <p:cNvPr id="498" name="Ink 497">
                  <a:extLst>
                    <a:ext uri="{FF2B5EF4-FFF2-40B4-BE49-F238E27FC236}">
                      <a16:creationId xmlns:a16="http://schemas.microsoft.com/office/drawing/2014/main" id="{ECA0E0E5-F4DC-E360-D447-C7A6CB784BB6}"/>
                    </a:ext>
                  </a:extLst>
                </p:cNvPr>
                <p:cNvPicPr/>
                <p:nvPr/>
              </p:nvPicPr>
              <p:blipFill>
                <a:blip r:embed="rId477"/>
                <a:stretch>
                  <a:fillRect/>
                </a:stretch>
              </p:blipFill>
              <p:spPr>
                <a:xfrm>
                  <a:off x="2065063" y="4571640"/>
                  <a:ext cx="8928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8">
              <p14:nvContentPartPr>
                <p14:cNvPr id="503" name="Ink 502">
                  <a:extLst>
                    <a:ext uri="{FF2B5EF4-FFF2-40B4-BE49-F238E27FC236}">
                      <a16:creationId xmlns:a16="http://schemas.microsoft.com/office/drawing/2014/main" id="{67043093-6E46-51A5-3F7A-70E9B7C377E3}"/>
                    </a:ext>
                  </a:extLst>
                </p14:cNvPr>
                <p14:cNvContentPartPr/>
                <p14:nvPr/>
              </p14:nvContentPartPr>
              <p14:xfrm>
                <a:off x="1654663" y="5324760"/>
                <a:ext cx="239040" cy="302760"/>
              </p14:xfrm>
            </p:contentPart>
          </mc:Choice>
          <mc:Fallback>
            <p:pic>
              <p:nvPicPr>
                <p:cNvPr id="503" name="Ink 502">
                  <a:extLst>
                    <a:ext uri="{FF2B5EF4-FFF2-40B4-BE49-F238E27FC236}">
                      <a16:creationId xmlns:a16="http://schemas.microsoft.com/office/drawing/2014/main" id="{67043093-6E46-51A5-3F7A-70E9B7C377E3}"/>
                    </a:ext>
                  </a:extLst>
                </p:cNvPr>
                <p:cNvPicPr/>
                <p:nvPr/>
              </p:nvPicPr>
              <p:blipFill>
                <a:blip r:embed="rId479"/>
                <a:stretch>
                  <a:fillRect/>
                </a:stretch>
              </p:blipFill>
              <p:spPr>
                <a:xfrm>
                  <a:off x="1637023" y="5307120"/>
                  <a:ext cx="274680" cy="33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0">
              <p14:nvContentPartPr>
                <p14:cNvPr id="504" name="Ink 503">
                  <a:extLst>
                    <a:ext uri="{FF2B5EF4-FFF2-40B4-BE49-F238E27FC236}">
                      <a16:creationId xmlns:a16="http://schemas.microsoft.com/office/drawing/2014/main" id="{9EF0EE32-87A4-C379-9C6F-5CB24E83E6CD}"/>
                    </a:ext>
                  </a:extLst>
                </p14:cNvPr>
                <p14:cNvContentPartPr/>
                <p14:nvPr/>
              </p14:nvContentPartPr>
              <p14:xfrm>
                <a:off x="2078743" y="5461560"/>
                <a:ext cx="68400" cy="118080"/>
              </p14:xfrm>
            </p:contentPart>
          </mc:Choice>
          <mc:Fallback>
            <p:pic>
              <p:nvPicPr>
                <p:cNvPr id="504" name="Ink 503">
                  <a:extLst>
                    <a:ext uri="{FF2B5EF4-FFF2-40B4-BE49-F238E27FC236}">
                      <a16:creationId xmlns:a16="http://schemas.microsoft.com/office/drawing/2014/main" id="{9EF0EE32-87A4-C379-9C6F-5CB24E83E6CD}"/>
                    </a:ext>
                  </a:extLst>
                </p:cNvPr>
                <p:cNvPicPr/>
                <p:nvPr/>
              </p:nvPicPr>
              <p:blipFill>
                <a:blip r:embed="rId481"/>
                <a:stretch>
                  <a:fillRect/>
                </a:stretch>
              </p:blipFill>
              <p:spPr>
                <a:xfrm>
                  <a:off x="2061103" y="5443560"/>
                  <a:ext cx="10404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2">
              <p14:nvContentPartPr>
                <p14:cNvPr id="505" name="Ink 504">
                  <a:extLst>
                    <a:ext uri="{FF2B5EF4-FFF2-40B4-BE49-F238E27FC236}">
                      <a16:creationId xmlns:a16="http://schemas.microsoft.com/office/drawing/2014/main" id="{0A24BFB2-63A0-AEF0-4C19-336F1CF02F32}"/>
                    </a:ext>
                  </a:extLst>
                </p14:cNvPr>
                <p14:cNvContentPartPr/>
                <p14:nvPr/>
              </p14:nvContentPartPr>
              <p14:xfrm>
                <a:off x="2179183" y="5351400"/>
                <a:ext cx="215640" cy="155880"/>
              </p14:xfrm>
            </p:contentPart>
          </mc:Choice>
          <mc:Fallback>
            <p:pic>
              <p:nvPicPr>
                <p:cNvPr id="505" name="Ink 504">
                  <a:extLst>
                    <a:ext uri="{FF2B5EF4-FFF2-40B4-BE49-F238E27FC236}">
                      <a16:creationId xmlns:a16="http://schemas.microsoft.com/office/drawing/2014/main" id="{0A24BFB2-63A0-AEF0-4C19-336F1CF02F32}"/>
                    </a:ext>
                  </a:extLst>
                </p:cNvPr>
                <p:cNvPicPr/>
                <p:nvPr/>
              </p:nvPicPr>
              <p:blipFill>
                <a:blip r:embed="rId483"/>
                <a:stretch>
                  <a:fillRect/>
                </a:stretch>
              </p:blipFill>
              <p:spPr>
                <a:xfrm>
                  <a:off x="2161183" y="5333760"/>
                  <a:ext cx="25128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4">
              <p14:nvContentPartPr>
                <p14:cNvPr id="506" name="Ink 505">
                  <a:extLst>
                    <a:ext uri="{FF2B5EF4-FFF2-40B4-BE49-F238E27FC236}">
                      <a16:creationId xmlns:a16="http://schemas.microsoft.com/office/drawing/2014/main" id="{5537AA64-92DB-24A5-AC11-B9E63F09E859}"/>
                    </a:ext>
                  </a:extLst>
                </p14:cNvPr>
                <p14:cNvContentPartPr/>
                <p14:nvPr/>
              </p14:nvContentPartPr>
              <p14:xfrm>
                <a:off x="2412463" y="5132880"/>
                <a:ext cx="137160" cy="227520"/>
              </p14:xfrm>
            </p:contentPart>
          </mc:Choice>
          <mc:Fallback>
            <p:pic>
              <p:nvPicPr>
                <p:cNvPr id="506" name="Ink 505">
                  <a:extLst>
                    <a:ext uri="{FF2B5EF4-FFF2-40B4-BE49-F238E27FC236}">
                      <a16:creationId xmlns:a16="http://schemas.microsoft.com/office/drawing/2014/main" id="{5537AA64-92DB-24A5-AC11-B9E63F09E859}"/>
                    </a:ext>
                  </a:extLst>
                </p:cNvPr>
                <p:cNvPicPr/>
                <p:nvPr/>
              </p:nvPicPr>
              <p:blipFill>
                <a:blip r:embed="rId485"/>
                <a:stretch>
                  <a:fillRect/>
                </a:stretch>
              </p:blipFill>
              <p:spPr>
                <a:xfrm>
                  <a:off x="2394463" y="5115240"/>
                  <a:ext cx="172800" cy="26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6">
              <p14:nvContentPartPr>
                <p14:cNvPr id="507" name="Ink 506">
                  <a:extLst>
                    <a:ext uri="{FF2B5EF4-FFF2-40B4-BE49-F238E27FC236}">
                      <a16:creationId xmlns:a16="http://schemas.microsoft.com/office/drawing/2014/main" id="{69D0916B-73F0-33E2-0838-31675A7646FC}"/>
                    </a:ext>
                  </a:extLst>
                </p14:cNvPr>
                <p14:cNvContentPartPr/>
                <p14:nvPr/>
              </p14:nvContentPartPr>
              <p14:xfrm>
                <a:off x="2484823" y="5218560"/>
                <a:ext cx="48960" cy="60840"/>
              </p14:xfrm>
            </p:contentPart>
          </mc:Choice>
          <mc:Fallback>
            <p:pic>
              <p:nvPicPr>
                <p:cNvPr id="507" name="Ink 506">
                  <a:extLst>
                    <a:ext uri="{FF2B5EF4-FFF2-40B4-BE49-F238E27FC236}">
                      <a16:creationId xmlns:a16="http://schemas.microsoft.com/office/drawing/2014/main" id="{69D0916B-73F0-33E2-0838-31675A7646FC}"/>
                    </a:ext>
                  </a:extLst>
                </p:cNvPr>
                <p:cNvPicPr/>
                <p:nvPr/>
              </p:nvPicPr>
              <p:blipFill>
                <a:blip r:embed="rId487"/>
                <a:stretch>
                  <a:fillRect/>
                </a:stretch>
              </p:blipFill>
              <p:spPr>
                <a:xfrm>
                  <a:off x="2466823" y="5200920"/>
                  <a:ext cx="8460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8">
              <p14:nvContentPartPr>
                <p14:cNvPr id="508" name="Ink 507">
                  <a:extLst>
                    <a:ext uri="{FF2B5EF4-FFF2-40B4-BE49-F238E27FC236}">
                      <a16:creationId xmlns:a16="http://schemas.microsoft.com/office/drawing/2014/main" id="{26A0EDC6-0A44-9A11-5821-8F1FC219B075}"/>
                    </a:ext>
                  </a:extLst>
                </p14:cNvPr>
                <p14:cNvContentPartPr/>
                <p14:nvPr/>
              </p14:nvContentPartPr>
              <p14:xfrm>
                <a:off x="2683903" y="5245920"/>
                <a:ext cx="72360" cy="24120"/>
              </p14:xfrm>
            </p:contentPart>
          </mc:Choice>
          <mc:Fallback>
            <p:pic>
              <p:nvPicPr>
                <p:cNvPr id="508" name="Ink 507">
                  <a:extLst>
                    <a:ext uri="{FF2B5EF4-FFF2-40B4-BE49-F238E27FC236}">
                      <a16:creationId xmlns:a16="http://schemas.microsoft.com/office/drawing/2014/main" id="{26A0EDC6-0A44-9A11-5821-8F1FC219B075}"/>
                    </a:ext>
                  </a:extLst>
                </p:cNvPr>
                <p:cNvPicPr/>
                <p:nvPr/>
              </p:nvPicPr>
              <p:blipFill>
                <a:blip r:embed="rId489"/>
                <a:stretch>
                  <a:fillRect/>
                </a:stretch>
              </p:blipFill>
              <p:spPr>
                <a:xfrm>
                  <a:off x="2666263" y="5228280"/>
                  <a:ext cx="10800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0">
              <p14:nvContentPartPr>
                <p14:cNvPr id="509" name="Ink 508">
                  <a:extLst>
                    <a:ext uri="{FF2B5EF4-FFF2-40B4-BE49-F238E27FC236}">
                      <a16:creationId xmlns:a16="http://schemas.microsoft.com/office/drawing/2014/main" id="{F3970545-1E6F-5EC5-18EA-8DBA3C683C12}"/>
                    </a:ext>
                  </a:extLst>
                </p14:cNvPr>
                <p14:cNvContentPartPr/>
                <p14:nvPr/>
              </p14:nvContentPartPr>
              <p14:xfrm>
                <a:off x="2834023" y="4902120"/>
                <a:ext cx="185400" cy="199080"/>
              </p14:xfrm>
            </p:contentPart>
          </mc:Choice>
          <mc:Fallback>
            <p:pic>
              <p:nvPicPr>
                <p:cNvPr id="509" name="Ink 508">
                  <a:extLst>
                    <a:ext uri="{FF2B5EF4-FFF2-40B4-BE49-F238E27FC236}">
                      <a16:creationId xmlns:a16="http://schemas.microsoft.com/office/drawing/2014/main" id="{F3970545-1E6F-5EC5-18EA-8DBA3C683C12}"/>
                    </a:ext>
                  </a:extLst>
                </p:cNvPr>
                <p:cNvPicPr/>
                <p:nvPr/>
              </p:nvPicPr>
              <p:blipFill>
                <a:blip r:embed="rId491"/>
                <a:stretch>
                  <a:fillRect/>
                </a:stretch>
              </p:blipFill>
              <p:spPr>
                <a:xfrm>
                  <a:off x="2816023" y="4884120"/>
                  <a:ext cx="221040" cy="23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2">
              <p14:nvContentPartPr>
                <p14:cNvPr id="510" name="Ink 509">
                  <a:extLst>
                    <a:ext uri="{FF2B5EF4-FFF2-40B4-BE49-F238E27FC236}">
                      <a16:creationId xmlns:a16="http://schemas.microsoft.com/office/drawing/2014/main" id="{368C1798-4F92-D5F5-E6C5-970364FD8E5F}"/>
                    </a:ext>
                  </a:extLst>
                </p14:cNvPr>
                <p14:cNvContentPartPr/>
                <p14:nvPr/>
              </p14:nvContentPartPr>
              <p14:xfrm>
                <a:off x="3165583" y="5002200"/>
                <a:ext cx="40680" cy="78120"/>
              </p14:xfrm>
            </p:contentPart>
          </mc:Choice>
          <mc:Fallback>
            <p:pic>
              <p:nvPicPr>
                <p:cNvPr id="510" name="Ink 509">
                  <a:extLst>
                    <a:ext uri="{FF2B5EF4-FFF2-40B4-BE49-F238E27FC236}">
                      <a16:creationId xmlns:a16="http://schemas.microsoft.com/office/drawing/2014/main" id="{368C1798-4F92-D5F5-E6C5-970364FD8E5F}"/>
                    </a:ext>
                  </a:extLst>
                </p:cNvPr>
                <p:cNvPicPr/>
                <p:nvPr/>
              </p:nvPicPr>
              <p:blipFill>
                <a:blip r:embed="rId493"/>
                <a:stretch>
                  <a:fillRect/>
                </a:stretch>
              </p:blipFill>
              <p:spPr>
                <a:xfrm>
                  <a:off x="3147583" y="4984200"/>
                  <a:ext cx="7632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4">
              <p14:nvContentPartPr>
                <p14:cNvPr id="511" name="Ink 510">
                  <a:extLst>
                    <a:ext uri="{FF2B5EF4-FFF2-40B4-BE49-F238E27FC236}">
                      <a16:creationId xmlns:a16="http://schemas.microsoft.com/office/drawing/2014/main" id="{427E3484-8C97-5DFC-D700-36779424DA7A}"/>
                    </a:ext>
                  </a:extLst>
                </p14:cNvPr>
                <p14:cNvContentPartPr/>
                <p14:nvPr/>
              </p14:nvContentPartPr>
              <p14:xfrm>
                <a:off x="3113743" y="4790520"/>
                <a:ext cx="35640" cy="65880"/>
              </p14:xfrm>
            </p:contentPart>
          </mc:Choice>
          <mc:Fallback>
            <p:pic>
              <p:nvPicPr>
                <p:cNvPr id="511" name="Ink 510">
                  <a:extLst>
                    <a:ext uri="{FF2B5EF4-FFF2-40B4-BE49-F238E27FC236}">
                      <a16:creationId xmlns:a16="http://schemas.microsoft.com/office/drawing/2014/main" id="{427E3484-8C97-5DFC-D700-36779424DA7A}"/>
                    </a:ext>
                  </a:extLst>
                </p:cNvPr>
                <p:cNvPicPr/>
                <p:nvPr/>
              </p:nvPicPr>
              <p:blipFill>
                <a:blip r:embed="rId495"/>
                <a:stretch>
                  <a:fillRect/>
                </a:stretch>
              </p:blipFill>
              <p:spPr>
                <a:xfrm>
                  <a:off x="3096103" y="4772520"/>
                  <a:ext cx="7128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6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CC465F6D-52BA-9E76-A837-987FBAD970DA}"/>
                    </a:ext>
                  </a:extLst>
                </p14:cNvPr>
                <p14:cNvContentPartPr/>
                <p14:nvPr/>
              </p14:nvContentPartPr>
              <p14:xfrm>
                <a:off x="3261703" y="4857120"/>
                <a:ext cx="140760" cy="13248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CC465F6D-52BA-9E76-A837-987FBAD970DA}"/>
                    </a:ext>
                  </a:extLst>
                </p:cNvPr>
                <p:cNvPicPr/>
                <p:nvPr/>
              </p:nvPicPr>
              <p:blipFill>
                <a:blip r:embed="rId497"/>
                <a:stretch>
                  <a:fillRect/>
                </a:stretch>
              </p:blipFill>
              <p:spPr>
                <a:xfrm>
                  <a:off x="3243703" y="4839120"/>
                  <a:ext cx="17640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761934A3-0687-556A-C62B-8BFB954F3B43}"/>
                    </a:ext>
                  </a:extLst>
                </p14:cNvPr>
                <p14:cNvContentPartPr/>
                <p14:nvPr/>
              </p14:nvContentPartPr>
              <p14:xfrm>
                <a:off x="3521623" y="4456800"/>
                <a:ext cx="407160" cy="51804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761934A3-0687-556A-C62B-8BFB954F3B43}"/>
                    </a:ext>
                  </a:extLst>
                </p:cNvPr>
                <p:cNvPicPr/>
                <p:nvPr/>
              </p:nvPicPr>
              <p:blipFill>
                <a:blip r:embed="rId499"/>
                <a:stretch>
                  <a:fillRect/>
                </a:stretch>
              </p:blipFill>
              <p:spPr>
                <a:xfrm>
                  <a:off x="3503623" y="4438800"/>
                  <a:ext cx="442800" cy="55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0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F17BC889-DA8E-523C-B599-B8BBDE3A6BE2}"/>
                    </a:ext>
                  </a:extLst>
                </p14:cNvPr>
                <p14:cNvContentPartPr/>
                <p14:nvPr/>
              </p14:nvContentPartPr>
              <p14:xfrm>
                <a:off x="3892783" y="4176720"/>
                <a:ext cx="118440" cy="29484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F17BC889-DA8E-523C-B599-B8BBDE3A6BE2}"/>
                    </a:ext>
                  </a:extLst>
                </p:cNvPr>
                <p:cNvPicPr/>
                <p:nvPr/>
              </p:nvPicPr>
              <p:blipFill>
                <a:blip r:embed="rId501"/>
                <a:stretch>
                  <a:fillRect/>
                </a:stretch>
              </p:blipFill>
              <p:spPr>
                <a:xfrm>
                  <a:off x="3875143" y="4158720"/>
                  <a:ext cx="154080" cy="33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2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CEA82689-81F3-2097-0792-9246B5D3ABCA}"/>
                    </a:ext>
                  </a:extLst>
                </p14:cNvPr>
                <p14:cNvContentPartPr/>
                <p14:nvPr/>
              </p14:nvContentPartPr>
              <p14:xfrm>
                <a:off x="3893143" y="4094280"/>
                <a:ext cx="164880" cy="20160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CEA82689-81F3-2097-0792-9246B5D3ABCA}"/>
                    </a:ext>
                  </a:extLst>
                </p:cNvPr>
                <p:cNvPicPr/>
                <p:nvPr/>
              </p:nvPicPr>
              <p:blipFill>
                <a:blip r:embed="rId503"/>
                <a:stretch>
                  <a:fillRect/>
                </a:stretch>
              </p:blipFill>
              <p:spPr>
                <a:xfrm>
                  <a:off x="3875143" y="4076280"/>
                  <a:ext cx="20052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4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2B18E936-B629-9B0F-64DE-C5C85F97EA68}"/>
                    </a:ext>
                  </a:extLst>
                </p14:cNvPr>
                <p14:cNvContentPartPr/>
                <p14:nvPr/>
              </p14:nvContentPartPr>
              <p14:xfrm>
                <a:off x="4172863" y="4130640"/>
                <a:ext cx="25200" cy="7848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2B18E936-B629-9B0F-64DE-C5C85F97EA68}"/>
                    </a:ext>
                  </a:extLst>
                </p:cNvPr>
                <p:cNvPicPr/>
                <p:nvPr/>
              </p:nvPicPr>
              <p:blipFill>
                <a:blip r:embed="rId505"/>
                <a:stretch>
                  <a:fillRect/>
                </a:stretch>
              </p:blipFill>
              <p:spPr>
                <a:xfrm>
                  <a:off x="4154863" y="4112640"/>
                  <a:ext cx="6084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6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097E9B1B-C046-C809-F62D-8782BCDB6FF7}"/>
                    </a:ext>
                  </a:extLst>
                </p14:cNvPr>
                <p14:cNvContentPartPr/>
                <p14:nvPr/>
              </p14:nvContentPartPr>
              <p14:xfrm>
                <a:off x="4114903" y="4030560"/>
                <a:ext cx="20520" cy="756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097E9B1B-C046-C809-F62D-8782BCDB6FF7}"/>
                    </a:ext>
                  </a:extLst>
                </p:cNvPr>
                <p:cNvPicPr/>
                <p:nvPr/>
              </p:nvPicPr>
              <p:blipFill>
                <a:blip r:embed="rId507"/>
                <a:stretch>
                  <a:fillRect/>
                </a:stretch>
              </p:blipFill>
              <p:spPr>
                <a:xfrm>
                  <a:off x="4096903" y="4012920"/>
                  <a:ext cx="5616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8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FBC67E27-F5ED-CDAD-5256-008BFA651192}"/>
                    </a:ext>
                  </a:extLst>
                </p14:cNvPr>
                <p14:cNvContentPartPr/>
                <p14:nvPr/>
              </p14:nvContentPartPr>
              <p14:xfrm>
                <a:off x="4376983" y="4045680"/>
                <a:ext cx="75960" cy="4932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FBC67E27-F5ED-CDAD-5256-008BFA651192}"/>
                    </a:ext>
                  </a:extLst>
                </p:cNvPr>
                <p:cNvPicPr/>
                <p:nvPr/>
              </p:nvPicPr>
              <p:blipFill>
                <a:blip r:embed="rId509"/>
                <a:stretch>
                  <a:fillRect/>
                </a:stretch>
              </p:blipFill>
              <p:spPr>
                <a:xfrm>
                  <a:off x="4358983" y="4027680"/>
                  <a:ext cx="11160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0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8BA68FBA-602E-48AB-C973-76B232C95AE4}"/>
                    </a:ext>
                  </a:extLst>
                </p14:cNvPr>
                <p14:cNvContentPartPr/>
                <p14:nvPr/>
              </p14:nvContentPartPr>
              <p14:xfrm>
                <a:off x="4333783" y="4008960"/>
                <a:ext cx="90000" cy="15516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8BA68FBA-602E-48AB-C973-76B232C95AE4}"/>
                    </a:ext>
                  </a:extLst>
                </p:cNvPr>
                <p:cNvPicPr/>
                <p:nvPr/>
              </p:nvPicPr>
              <p:blipFill>
                <a:blip r:embed="rId511"/>
                <a:stretch>
                  <a:fillRect/>
                </a:stretch>
              </p:blipFill>
              <p:spPr>
                <a:xfrm>
                  <a:off x="4315783" y="3990960"/>
                  <a:ext cx="12564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2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4E300970-BB62-C275-2C88-8664DB5E38E0}"/>
                    </a:ext>
                  </a:extLst>
                </p14:cNvPr>
                <p14:cNvContentPartPr/>
                <p14:nvPr/>
              </p14:nvContentPartPr>
              <p14:xfrm>
                <a:off x="4523863" y="3832200"/>
                <a:ext cx="97920" cy="22572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4E300970-BB62-C275-2C88-8664DB5E38E0}"/>
                    </a:ext>
                  </a:extLst>
                </p:cNvPr>
                <p:cNvPicPr/>
                <p:nvPr/>
              </p:nvPicPr>
              <p:blipFill>
                <a:blip r:embed="rId513"/>
                <a:stretch>
                  <a:fillRect/>
                </a:stretch>
              </p:blipFill>
              <p:spPr>
                <a:xfrm>
                  <a:off x="4506223" y="3814560"/>
                  <a:ext cx="13356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4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D658631A-1ABC-9E13-D295-4E582DEEA32B}"/>
                    </a:ext>
                  </a:extLst>
                </p14:cNvPr>
                <p14:cNvContentPartPr/>
                <p14:nvPr/>
              </p14:nvContentPartPr>
              <p14:xfrm>
                <a:off x="4515943" y="3758760"/>
                <a:ext cx="145800" cy="17856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D658631A-1ABC-9E13-D295-4E582DEEA32B}"/>
                    </a:ext>
                  </a:extLst>
                </p:cNvPr>
                <p:cNvPicPr/>
                <p:nvPr/>
              </p:nvPicPr>
              <p:blipFill>
                <a:blip r:embed="rId515"/>
                <a:stretch>
                  <a:fillRect/>
                </a:stretch>
              </p:blipFill>
              <p:spPr>
                <a:xfrm>
                  <a:off x="4497943" y="3740760"/>
                  <a:ext cx="18144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6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5FBDD86D-9A24-4945-974D-667342EA909D}"/>
                    </a:ext>
                  </a:extLst>
                </p14:cNvPr>
                <p14:cNvContentPartPr/>
                <p14:nvPr/>
              </p14:nvContentPartPr>
              <p14:xfrm>
                <a:off x="4739863" y="3777480"/>
                <a:ext cx="61560" cy="18792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5FBDD86D-9A24-4945-974D-667342EA909D}"/>
                    </a:ext>
                  </a:extLst>
                </p:cNvPr>
                <p:cNvPicPr/>
                <p:nvPr/>
              </p:nvPicPr>
              <p:blipFill>
                <a:blip r:embed="rId517"/>
                <a:stretch>
                  <a:fillRect/>
                </a:stretch>
              </p:blipFill>
              <p:spPr>
                <a:xfrm>
                  <a:off x="4721863" y="3759480"/>
                  <a:ext cx="9720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8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F6989CB8-F83B-1C43-B3C4-DBFCB7CDC1AD}"/>
                    </a:ext>
                  </a:extLst>
                </p14:cNvPr>
                <p14:cNvContentPartPr/>
                <p14:nvPr/>
              </p14:nvContentPartPr>
              <p14:xfrm>
                <a:off x="4737703" y="3895200"/>
                <a:ext cx="52920" cy="6552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F6989CB8-F83B-1C43-B3C4-DBFCB7CDC1AD}"/>
                    </a:ext>
                  </a:extLst>
                </p:cNvPr>
                <p:cNvPicPr/>
                <p:nvPr/>
              </p:nvPicPr>
              <p:blipFill>
                <a:blip r:embed="rId519"/>
                <a:stretch>
                  <a:fillRect/>
                </a:stretch>
              </p:blipFill>
              <p:spPr>
                <a:xfrm>
                  <a:off x="4720063" y="3877560"/>
                  <a:ext cx="8856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0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287C5A99-A96D-4AC7-364C-89F14483FA97}"/>
                    </a:ext>
                  </a:extLst>
                </p14:cNvPr>
                <p14:cNvContentPartPr/>
                <p14:nvPr/>
              </p14:nvContentPartPr>
              <p14:xfrm>
                <a:off x="4828423" y="3643200"/>
                <a:ext cx="157680" cy="30348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287C5A99-A96D-4AC7-364C-89F14483FA97}"/>
                    </a:ext>
                  </a:extLst>
                </p:cNvPr>
                <p:cNvPicPr/>
                <p:nvPr/>
              </p:nvPicPr>
              <p:blipFill>
                <a:blip r:embed="rId521"/>
                <a:stretch>
                  <a:fillRect/>
                </a:stretch>
              </p:blipFill>
              <p:spPr>
                <a:xfrm>
                  <a:off x="4810423" y="3625560"/>
                  <a:ext cx="193320" cy="33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2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7EDF1354-40AC-18ED-3ABE-D5189DCBF194}"/>
                    </a:ext>
                  </a:extLst>
                </p14:cNvPr>
                <p14:cNvContentPartPr/>
                <p14:nvPr/>
              </p14:nvContentPartPr>
              <p14:xfrm>
                <a:off x="3950383" y="4054680"/>
                <a:ext cx="1014840" cy="63000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7EDF1354-40AC-18ED-3ABE-D5189DCBF194}"/>
                    </a:ext>
                  </a:extLst>
                </p:cNvPr>
                <p:cNvPicPr/>
                <p:nvPr/>
              </p:nvPicPr>
              <p:blipFill>
                <a:blip r:embed="rId523"/>
                <a:stretch>
                  <a:fillRect/>
                </a:stretch>
              </p:blipFill>
              <p:spPr>
                <a:xfrm>
                  <a:off x="3932383" y="4036680"/>
                  <a:ext cx="1050480" cy="66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4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29A0BCEF-E5B7-ED3D-356C-E14BDC0676C2}"/>
                    </a:ext>
                  </a:extLst>
                </p14:cNvPr>
                <p14:cNvContentPartPr/>
                <p14:nvPr/>
              </p14:nvContentPartPr>
              <p14:xfrm>
                <a:off x="4325143" y="4618440"/>
                <a:ext cx="152280" cy="25056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29A0BCEF-E5B7-ED3D-356C-E14BDC0676C2}"/>
                    </a:ext>
                  </a:extLst>
                </p:cNvPr>
                <p:cNvPicPr/>
                <p:nvPr/>
              </p:nvPicPr>
              <p:blipFill>
                <a:blip r:embed="rId525"/>
                <a:stretch>
                  <a:fillRect/>
                </a:stretch>
              </p:blipFill>
              <p:spPr>
                <a:xfrm>
                  <a:off x="4307143" y="4600800"/>
                  <a:ext cx="18792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6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C9C9FA91-9254-568E-E00A-2B580C1DCF9A}"/>
                    </a:ext>
                  </a:extLst>
                </p14:cNvPr>
                <p14:cNvContentPartPr/>
                <p14:nvPr/>
              </p14:nvContentPartPr>
              <p14:xfrm>
                <a:off x="4338463" y="4553640"/>
                <a:ext cx="190800" cy="13428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C9C9FA91-9254-568E-E00A-2B580C1DCF9A}"/>
                    </a:ext>
                  </a:extLst>
                </p:cNvPr>
                <p:cNvPicPr/>
                <p:nvPr/>
              </p:nvPicPr>
              <p:blipFill>
                <a:blip r:embed="rId527"/>
                <a:stretch>
                  <a:fillRect/>
                </a:stretch>
              </p:blipFill>
              <p:spPr>
                <a:xfrm>
                  <a:off x="4320823" y="4535640"/>
                  <a:ext cx="22644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8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9E961414-40E7-6154-77E8-F47D1E8EC49B}"/>
                    </a:ext>
                  </a:extLst>
                </p14:cNvPr>
                <p14:cNvContentPartPr/>
                <p14:nvPr/>
              </p14:nvContentPartPr>
              <p14:xfrm>
                <a:off x="4658863" y="4525920"/>
                <a:ext cx="41760" cy="8712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9E961414-40E7-6154-77E8-F47D1E8EC49B}"/>
                    </a:ext>
                  </a:extLst>
                </p:cNvPr>
                <p:cNvPicPr/>
                <p:nvPr/>
              </p:nvPicPr>
              <p:blipFill>
                <a:blip r:embed="rId529"/>
                <a:stretch>
                  <a:fillRect/>
                </a:stretch>
              </p:blipFill>
              <p:spPr>
                <a:xfrm>
                  <a:off x="4640863" y="4508280"/>
                  <a:ext cx="7740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0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5F2876C7-D116-9444-B741-59FAFF088116}"/>
                    </a:ext>
                  </a:extLst>
                </p14:cNvPr>
                <p14:cNvContentPartPr/>
                <p14:nvPr/>
              </p14:nvContentPartPr>
              <p14:xfrm>
                <a:off x="4578583" y="4433400"/>
                <a:ext cx="37080" cy="828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5F2876C7-D116-9444-B741-59FAFF088116}"/>
                    </a:ext>
                  </a:extLst>
                </p:cNvPr>
                <p:cNvPicPr/>
                <p:nvPr/>
              </p:nvPicPr>
              <p:blipFill>
                <a:blip r:embed="rId531"/>
                <a:stretch>
                  <a:fillRect/>
                </a:stretch>
              </p:blipFill>
              <p:spPr>
                <a:xfrm>
                  <a:off x="4560943" y="4415760"/>
                  <a:ext cx="7272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2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4DC745C5-84A7-20A9-0EDA-482590F1DE35}"/>
                    </a:ext>
                  </a:extLst>
                </p14:cNvPr>
                <p14:cNvContentPartPr/>
                <p14:nvPr/>
              </p14:nvContentPartPr>
              <p14:xfrm>
                <a:off x="5053783" y="3532680"/>
                <a:ext cx="244800" cy="72648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4DC745C5-84A7-20A9-0EDA-482590F1DE35}"/>
                    </a:ext>
                  </a:extLst>
                </p:cNvPr>
                <p:cNvPicPr/>
                <p:nvPr/>
              </p:nvPicPr>
              <p:blipFill>
                <a:blip r:embed="rId533"/>
                <a:stretch>
                  <a:fillRect/>
                </a:stretch>
              </p:blipFill>
              <p:spPr>
                <a:xfrm>
                  <a:off x="5035783" y="3514680"/>
                  <a:ext cx="280440" cy="76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4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6D918E95-D438-C64A-D8A2-A2358DFDE231}"/>
                    </a:ext>
                  </a:extLst>
                </p14:cNvPr>
                <p14:cNvContentPartPr/>
                <p14:nvPr/>
              </p14:nvContentPartPr>
              <p14:xfrm>
                <a:off x="4221823" y="3432960"/>
                <a:ext cx="93600" cy="186480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6D918E95-D438-C64A-D8A2-A2358DFDE231}"/>
                    </a:ext>
                  </a:extLst>
                </p:cNvPr>
                <p:cNvPicPr/>
                <p:nvPr/>
              </p:nvPicPr>
              <p:blipFill>
                <a:blip r:embed="rId535"/>
                <a:stretch>
                  <a:fillRect/>
                </a:stretch>
              </p:blipFill>
              <p:spPr>
                <a:xfrm>
                  <a:off x="4204183" y="3415320"/>
                  <a:ext cx="129240" cy="19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6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9F9794B5-0BF9-7273-5DCC-8737F2B0073A}"/>
                    </a:ext>
                  </a:extLst>
                </p14:cNvPr>
                <p14:cNvContentPartPr/>
                <p14:nvPr/>
              </p14:nvContentPartPr>
              <p14:xfrm>
                <a:off x="4132183" y="3433320"/>
                <a:ext cx="224640" cy="151560"/>
              </p14:xfrm>
            </p:contentPart>
          </mc:Choice>
          <mc:Fallback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9F9794B5-0BF9-7273-5DCC-8737F2B0073A}"/>
                    </a:ext>
                  </a:extLst>
                </p:cNvPr>
                <p:cNvPicPr/>
                <p:nvPr/>
              </p:nvPicPr>
              <p:blipFill>
                <a:blip r:embed="rId537"/>
                <a:stretch>
                  <a:fillRect/>
                </a:stretch>
              </p:blipFill>
              <p:spPr>
                <a:xfrm>
                  <a:off x="4114543" y="3415320"/>
                  <a:ext cx="26028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8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1E5F8316-F3ED-ED15-8FA7-254714F84556}"/>
                    </a:ext>
                  </a:extLst>
                </p14:cNvPr>
                <p14:cNvContentPartPr/>
                <p14:nvPr/>
              </p14:nvContentPartPr>
              <p14:xfrm>
                <a:off x="4425223" y="3107880"/>
                <a:ext cx="218520" cy="253800"/>
              </p14:xfrm>
            </p:contentPart>
          </mc:Choice>
          <mc:Fallback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1E5F8316-F3ED-ED15-8FA7-254714F84556}"/>
                    </a:ext>
                  </a:extLst>
                </p:cNvPr>
                <p:cNvPicPr/>
                <p:nvPr/>
              </p:nvPicPr>
              <p:blipFill>
                <a:blip r:embed="rId539"/>
                <a:stretch>
                  <a:fillRect/>
                </a:stretch>
              </p:blipFill>
              <p:spPr>
                <a:xfrm>
                  <a:off x="4407583" y="3089880"/>
                  <a:ext cx="25416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0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1F3F81D3-1AD9-AB67-99B4-0CEDD69EE253}"/>
                    </a:ext>
                  </a:extLst>
                </p14:cNvPr>
                <p14:cNvContentPartPr/>
                <p14:nvPr/>
              </p14:nvContentPartPr>
              <p14:xfrm>
                <a:off x="4595143" y="3024720"/>
                <a:ext cx="169560" cy="196560"/>
              </p14:xfrm>
            </p:contentPart>
          </mc:Choice>
          <mc:Fallback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1F3F81D3-1AD9-AB67-99B4-0CEDD69EE253}"/>
                    </a:ext>
                  </a:extLst>
                </p:cNvPr>
                <p:cNvPicPr/>
                <p:nvPr/>
              </p:nvPicPr>
              <p:blipFill>
                <a:blip r:embed="rId541"/>
                <a:stretch>
                  <a:fillRect/>
                </a:stretch>
              </p:blipFill>
              <p:spPr>
                <a:xfrm>
                  <a:off x="4577503" y="3007080"/>
                  <a:ext cx="20520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2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232ED4D2-573F-21F9-CA16-65FCC73FBB54}"/>
                    </a:ext>
                  </a:extLst>
                </p14:cNvPr>
                <p14:cNvContentPartPr/>
                <p14:nvPr/>
              </p14:nvContentPartPr>
              <p14:xfrm>
                <a:off x="4744903" y="2687760"/>
                <a:ext cx="16560" cy="51480"/>
              </p14:xfrm>
            </p:contentPart>
          </mc:Choice>
          <mc:Fallback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232ED4D2-573F-21F9-CA16-65FCC73FBB54}"/>
                    </a:ext>
                  </a:extLst>
                </p:cNvPr>
                <p:cNvPicPr/>
                <p:nvPr/>
              </p:nvPicPr>
              <p:blipFill>
                <a:blip r:embed="rId543"/>
                <a:stretch>
                  <a:fillRect/>
                </a:stretch>
              </p:blipFill>
              <p:spPr>
                <a:xfrm>
                  <a:off x="4727263" y="2669760"/>
                  <a:ext cx="5220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4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1E7C319E-9ADB-5583-61AB-42B9F8077F0D}"/>
                    </a:ext>
                  </a:extLst>
                </p14:cNvPr>
                <p14:cNvContentPartPr/>
                <p14:nvPr/>
              </p14:nvContentPartPr>
              <p14:xfrm>
                <a:off x="4621423" y="2668320"/>
                <a:ext cx="185400" cy="270000"/>
              </p14:xfrm>
            </p:contentPart>
          </mc:Choice>
          <mc:Fallback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1E7C319E-9ADB-5583-61AB-42B9F8077F0D}"/>
                    </a:ext>
                  </a:extLst>
                </p:cNvPr>
                <p:cNvPicPr/>
                <p:nvPr/>
              </p:nvPicPr>
              <p:blipFill>
                <a:blip r:embed="rId545"/>
                <a:stretch>
                  <a:fillRect/>
                </a:stretch>
              </p:blipFill>
              <p:spPr>
                <a:xfrm>
                  <a:off x="4603423" y="2650680"/>
                  <a:ext cx="221040" cy="30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6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6862C53A-EFD0-B1AE-14C2-4F65FA4C872D}"/>
                    </a:ext>
                  </a:extLst>
                </p14:cNvPr>
                <p14:cNvContentPartPr/>
                <p14:nvPr/>
              </p14:nvContentPartPr>
              <p14:xfrm>
                <a:off x="2554663" y="6201000"/>
                <a:ext cx="176760" cy="272880"/>
              </p14:xfrm>
            </p:contentPart>
          </mc:Choice>
          <mc:Fallback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6862C53A-EFD0-B1AE-14C2-4F65FA4C872D}"/>
                    </a:ext>
                  </a:extLst>
                </p:cNvPr>
                <p:cNvPicPr/>
                <p:nvPr/>
              </p:nvPicPr>
              <p:blipFill>
                <a:blip r:embed="rId547"/>
                <a:stretch>
                  <a:fillRect/>
                </a:stretch>
              </p:blipFill>
              <p:spPr>
                <a:xfrm>
                  <a:off x="2537023" y="6183000"/>
                  <a:ext cx="212400" cy="30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8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76EACB1A-4C3D-42CE-28FA-791A0D554CF0}"/>
                    </a:ext>
                  </a:extLst>
                </p14:cNvPr>
                <p14:cNvContentPartPr/>
                <p14:nvPr/>
              </p14:nvContentPartPr>
              <p14:xfrm>
                <a:off x="2721343" y="6002640"/>
                <a:ext cx="193680" cy="238320"/>
              </p14:xfrm>
            </p:contentPart>
          </mc:Choice>
          <mc:Fallback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76EACB1A-4C3D-42CE-28FA-791A0D554CF0}"/>
                    </a:ext>
                  </a:extLst>
                </p:cNvPr>
                <p:cNvPicPr/>
                <p:nvPr/>
              </p:nvPicPr>
              <p:blipFill>
                <a:blip r:embed="rId549"/>
                <a:stretch>
                  <a:fillRect/>
                </a:stretch>
              </p:blipFill>
              <p:spPr>
                <a:xfrm>
                  <a:off x="2703703" y="5985000"/>
                  <a:ext cx="22932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0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B3224770-D6C7-97AE-8793-D59A5D0153AA}"/>
                    </a:ext>
                  </a:extLst>
                </p14:cNvPr>
                <p14:cNvContentPartPr/>
                <p14:nvPr/>
              </p14:nvContentPartPr>
              <p14:xfrm>
                <a:off x="3191863" y="5987160"/>
                <a:ext cx="43200" cy="52920"/>
              </p14:xfrm>
            </p:contentPart>
          </mc:Choice>
          <mc:Fallback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B3224770-D6C7-97AE-8793-D59A5D0153AA}"/>
                    </a:ext>
                  </a:extLst>
                </p:cNvPr>
                <p:cNvPicPr/>
                <p:nvPr/>
              </p:nvPicPr>
              <p:blipFill>
                <a:blip r:embed="rId551"/>
                <a:stretch>
                  <a:fillRect/>
                </a:stretch>
              </p:blipFill>
              <p:spPr>
                <a:xfrm>
                  <a:off x="3174223" y="5969520"/>
                  <a:ext cx="7884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2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1F5240D0-5FCE-04AC-50E5-0F74A3E97E52}"/>
                    </a:ext>
                  </a:extLst>
                </p14:cNvPr>
                <p14:cNvContentPartPr/>
                <p14:nvPr/>
              </p14:nvContentPartPr>
              <p14:xfrm>
                <a:off x="3278983" y="6006240"/>
                <a:ext cx="35640" cy="35280"/>
              </p14:xfrm>
            </p:contentPart>
          </mc:Choice>
          <mc:Fallback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1F5240D0-5FCE-04AC-50E5-0F74A3E97E52}"/>
                    </a:ext>
                  </a:extLst>
                </p:cNvPr>
                <p:cNvPicPr/>
                <p:nvPr/>
              </p:nvPicPr>
              <p:blipFill>
                <a:blip r:embed="rId553"/>
                <a:stretch>
                  <a:fillRect/>
                </a:stretch>
              </p:blipFill>
              <p:spPr>
                <a:xfrm>
                  <a:off x="3261343" y="5988600"/>
                  <a:ext cx="7128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4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ECCCEEF6-A4DB-BF23-F6E4-095787DA0D55}"/>
                    </a:ext>
                  </a:extLst>
                </p14:cNvPr>
                <p14:cNvContentPartPr/>
                <p14:nvPr/>
              </p14:nvContentPartPr>
              <p14:xfrm>
                <a:off x="3464743" y="5639400"/>
                <a:ext cx="175680" cy="233640"/>
              </p14:xfrm>
            </p:contentPart>
          </mc:Choice>
          <mc:Fallback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ECCCEEF6-A4DB-BF23-F6E4-095787DA0D55}"/>
                    </a:ext>
                  </a:extLst>
                </p:cNvPr>
                <p:cNvPicPr/>
                <p:nvPr/>
              </p:nvPicPr>
              <p:blipFill>
                <a:blip r:embed="rId555"/>
                <a:stretch>
                  <a:fillRect/>
                </a:stretch>
              </p:blipFill>
              <p:spPr>
                <a:xfrm>
                  <a:off x="3447103" y="5621760"/>
                  <a:ext cx="21132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6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714C9C26-EA36-88DE-FE6F-B0951C8B0A06}"/>
                    </a:ext>
                  </a:extLst>
                </p14:cNvPr>
                <p14:cNvContentPartPr/>
                <p14:nvPr/>
              </p14:nvContentPartPr>
              <p14:xfrm>
                <a:off x="3678583" y="5589000"/>
                <a:ext cx="194400" cy="135360"/>
              </p14:xfrm>
            </p:contentPart>
          </mc:Choice>
          <mc:Fallback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714C9C26-EA36-88DE-FE6F-B0951C8B0A06}"/>
                    </a:ext>
                  </a:extLst>
                </p:cNvPr>
                <p:cNvPicPr/>
                <p:nvPr/>
              </p:nvPicPr>
              <p:blipFill>
                <a:blip r:embed="rId557"/>
                <a:stretch>
                  <a:fillRect/>
                </a:stretch>
              </p:blipFill>
              <p:spPr>
                <a:xfrm>
                  <a:off x="3660943" y="5571360"/>
                  <a:ext cx="23004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8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18E0CCCC-8807-B65A-8F5B-239C4F6F01A5}"/>
                    </a:ext>
                  </a:extLst>
                </p14:cNvPr>
                <p14:cNvContentPartPr/>
                <p14:nvPr/>
              </p14:nvContentPartPr>
              <p14:xfrm>
                <a:off x="3834823" y="5326200"/>
                <a:ext cx="199080" cy="254160"/>
              </p14:xfrm>
            </p:contentPart>
          </mc:Choice>
          <mc:Fallback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18E0CCCC-8807-B65A-8F5B-239C4F6F01A5}"/>
                    </a:ext>
                  </a:extLst>
                </p:cNvPr>
                <p:cNvPicPr/>
                <p:nvPr/>
              </p:nvPicPr>
              <p:blipFill>
                <a:blip r:embed="rId559"/>
                <a:stretch>
                  <a:fillRect/>
                </a:stretch>
              </p:blipFill>
              <p:spPr>
                <a:xfrm>
                  <a:off x="3817183" y="5308200"/>
                  <a:ext cx="234720" cy="28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0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680AC9F2-A272-FA08-1F56-33817D565B3B}"/>
                    </a:ext>
                  </a:extLst>
                </p14:cNvPr>
                <p14:cNvContentPartPr/>
                <p14:nvPr/>
              </p14:nvContentPartPr>
              <p14:xfrm>
                <a:off x="4302103" y="5447520"/>
                <a:ext cx="13680" cy="14760"/>
              </p14:xfrm>
            </p:contentPart>
          </mc:Choice>
          <mc:Fallback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680AC9F2-A272-FA08-1F56-33817D565B3B}"/>
                    </a:ext>
                  </a:extLst>
                </p:cNvPr>
                <p:cNvPicPr/>
                <p:nvPr/>
              </p:nvPicPr>
              <p:blipFill>
                <a:blip r:embed="rId561"/>
                <a:stretch>
                  <a:fillRect/>
                </a:stretch>
              </p:blipFill>
              <p:spPr>
                <a:xfrm>
                  <a:off x="4284463" y="5429520"/>
                  <a:ext cx="4932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2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46D658E0-D43B-1AB5-3C9C-460A7B601308}"/>
                    </a:ext>
                  </a:extLst>
                </p14:cNvPr>
                <p14:cNvContentPartPr/>
                <p14:nvPr/>
              </p14:nvContentPartPr>
              <p14:xfrm>
                <a:off x="4375543" y="4980600"/>
                <a:ext cx="330480" cy="309600"/>
              </p14:xfrm>
            </p:contentPart>
          </mc:Choice>
          <mc:Fallback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46D658E0-D43B-1AB5-3C9C-460A7B601308}"/>
                    </a:ext>
                  </a:extLst>
                </p:cNvPr>
                <p:cNvPicPr/>
                <p:nvPr/>
              </p:nvPicPr>
              <p:blipFill>
                <a:blip r:embed="rId563"/>
                <a:stretch>
                  <a:fillRect/>
                </a:stretch>
              </p:blipFill>
              <p:spPr>
                <a:xfrm>
                  <a:off x="4357903" y="4962600"/>
                  <a:ext cx="366120" cy="34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4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9F420E8C-7CE9-9AF7-9905-8C0479C9ED66}"/>
                    </a:ext>
                  </a:extLst>
                </p14:cNvPr>
                <p14:cNvContentPartPr/>
                <p14:nvPr/>
              </p14:nvContentPartPr>
              <p14:xfrm>
                <a:off x="4655263" y="4942440"/>
                <a:ext cx="160920" cy="212400"/>
              </p14:xfrm>
            </p:contentPart>
          </mc:Choice>
          <mc:Fallback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9F420E8C-7CE9-9AF7-9905-8C0479C9ED66}"/>
                    </a:ext>
                  </a:extLst>
                </p:cNvPr>
                <p:cNvPicPr/>
                <p:nvPr/>
              </p:nvPicPr>
              <p:blipFill>
                <a:blip r:embed="rId565"/>
                <a:stretch>
                  <a:fillRect/>
                </a:stretch>
              </p:blipFill>
              <p:spPr>
                <a:xfrm>
                  <a:off x="4637263" y="4924440"/>
                  <a:ext cx="196560" cy="24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6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20B658DB-0746-CE48-F2BF-143DFA973546}"/>
                    </a:ext>
                  </a:extLst>
                </p14:cNvPr>
                <p14:cNvContentPartPr/>
                <p14:nvPr/>
              </p14:nvContentPartPr>
              <p14:xfrm>
                <a:off x="4814383" y="4854240"/>
                <a:ext cx="167040" cy="165960"/>
              </p14:xfrm>
            </p:contentPart>
          </mc:Choice>
          <mc:Fallback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20B658DB-0746-CE48-F2BF-143DFA973546}"/>
                    </a:ext>
                  </a:extLst>
                </p:cNvPr>
                <p:cNvPicPr/>
                <p:nvPr/>
              </p:nvPicPr>
              <p:blipFill>
                <a:blip r:embed="rId567"/>
                <a:stretch>
                  <a:fillRect/>
                </a:stretch>
              </p:blipFill>
              <p:spPr>
                <a:xfrm>
                  <a:off x="4796743" y="4836600"/>
                  <a:ext cx="20268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8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6D32B15A-8D1A-64D3-21E2-00954EAB7CC3}"/>
                    </a:ext>
                  </a:extLst>
                </p14:cNvPr>
                <p14:cNvContentPartPr/>
                <p14:nvPr/>
              </p14:nvContentPartPr>
              <p14:xfrm>
                <a:off x="4937143" y="4602600"/>
                <a:ext cx="165960" cy="198360"/>
              </p14:xfrm>
            </p:contentPart>
          </mc:Choice>
          <mc:Fallback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6D32B15A-8D1A-64D3-21E2-00954EAB7CC3}"/>
                    </a:ext>
                  </a:extLst>
                </p:cNvPr>
                <p:cNvPicPr/>
                <p:nvPr/>
              </p:nvPicPr>
              <p:blipFill>
                <a:blip r:embed="rId569"/>
                <a:stretch>
                  <a:fillRect/>
                </a:stretch>
              </p:blipFill>
              <p:spPr>
                <a:xfrm>
                  <a:off x="4919143" y="4584600"/>
                  <a:ext cx="20160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0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1932A9D9-88DA-EFE7-627F-AA2F568364C0}"/>
                    </a:ext>
                  </a:extLst>
                </p14:cNvPr>
                <p14:cNvContentPartPr/>
                <p14:nvPr/>
              </p14:nvContentPartPr>
              <p14:xfrm>
                <a:off x="5170423" y="4529520"/>
                <a:ext cx="191880" cy="354600"/>
              </p14:xfrm>
            </p:contentPart>
          </mc:Choice>
          <mc:Fallback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1932A9D9-88DA-EFE7-627F-AA2F568364C0}"/>
                    </a:ext>
                  </a:extLst>
                </p:cNvPr>
                <p:cNvPicPr/>
                <p:nvPr/>
              </p:nvPicPr>
              <p:blipFill>
                <a:blip r:embed="rId571"/>
                <a:stretch>
                  <a:fillRect/>
                </a:stretch>
              </p:blipFill>
              <p:spPr>
                <a:xfrm>
                  <a:off x="5152783" y="4511520"/>
                  <a:ext cx="227520" cy="3902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0216189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0B6787-1794-4170-9A95-E50102A3B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Non-inverting Op Amp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DFBC7D78-1356-2BD1-A933-E30EC1091E96}"/>
                  </a:ext>
                </a:extLst>
              </p14:cNvPr>
              <p14:cNvContentPartPr/>
              <p14:nvPr/>
            </p14:nvContentPartPr>
            <p14:xfrm>
              <a:off x="543694" y="2574877"/>
              <a:ext cx="242640" cy="19836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DFBC7D78-1356-2BD1-A933-E30EC1091E9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25694" y="2556877"/>
                <a:ext cx="278280" cy="23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80BD406F-98F0-2284-03A1-86E75A9FD782}"/>
                  </a:ext>
                </a:extLst>
              </p14:cNvPr>
              <p14:cNvContentPartPr/>
              <p14:nvPr/>
            </p14:nvContentPartPr>
            <p14:xfrm>
              <a:off x="902614" y="2650837"/>
              <a:ext cx="14760" cy="9576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80BD406F-98F0-2284-03A1-86E75A9FD78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84614" y="2632837"/>
                <a:ext cx="50400" cy="131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3A97F965-CB9F-C1E3-1B5B-17414D6A541E}"/>
                  </a:ext>
                </a:extLst>
              </p14:cNvPr>
              <p14:cNvContentPartPr/>
              <p14:nvPr/>
            </p14:nvContentPartPr>
            <p14:xfrm>
              <a:off x="852934" y="2566597"/>
              <a:ext cx="50760" cy="3384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3A97F965-CB9F-C1E3-1B5B-17414D6A541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34934" y="2548597"/>
                <a:ext cx="86400" cy="6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F496EA19-1B26-C355-88FC-647E5EC6906E}"/>
                  </a:ext>
                </a:extLst>
              </p14:cNvPr>
              <p14:cNvContentPartPr/>
              <p14:nvPr/>
            </p14:nvContentPartPr>
            <p14:xfrm>
              <a:off x="1018174" y="2589637"/>
              <a:ext cx="104040" cy="11700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F496EA19-1B26-C355-88FC-647E5EC6906E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000174" y="2571997"/>
                <a:ext cx="139680" cy="152640"/>
              </a:xfrm>
              <a:prstGeom prst="rect">
                <a:avLst/>
              </a:prstGeom>
            </p:spPr>
          </p:pic>
        </mc:Fallback>
      </mc:AlternateContent>
      <p:grpSp>
        <p:nvGrpSpPr>
          <p:cNvPr id="52" name="Group 51">
            <a:extLst>
              <a:ext uri="{FF2B5EF4-FFF2-40B4-BE49-F238E27FC236}">
                <a16:creationId xmlns:a16="http://schemas.microsoft.com/office/drawing/2014/main" id="{873D8F9A-2DA0-94F4-607D-3CA0313D0672}"/>
              </a:ext>
            </a:extLst>
          </p:cNvPr>
          <p:cNvGrpSpPr/>
          <p:nvPr/>
        </p:nvGrpSpPr>
        <p:grpSpPr>
          <a:xfrm>
            <a:off x="477454" y="548077"/>
            <a:ext cx="4535640" cy="1864440"/>
            <a:chOff x="477454" y="548077"/>
            <a:chExt cx="4535640" cy="1864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E9D3A405-DEB7-E051-9931-BF534DA70472}"/>
                    </a:ext>
                  </a:extLst>
                </p14:cNvPr>
                <p14:cNvContentPartPr/>
                <p14:nvPr/>
              </p14:nvContentPartPr>
              <p14:xfrm>
                <a:off x="2116894" y="1069717"/>
                <a:ext cx="77400" cy="13197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E9D3A405-DEB7-E051-9931-BF534DA70472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098894" y="1051717"/>
                  <a:ext cx="113040" cy="135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23F7BD0E-54E4-D29C-72BB-1ADB3E0C5AC2}"/>
                    </a:ext>
                  </a:extLst>
                </p14:cNvPr>
                <p14:cNvContentPartPr/>
                <p14:nvPr/>
              </p14:nvContentPartPr>
              <p14:xfrm>
                <a:off x="2146774" y="1069717"/>
                <a:ext cx="1195200" cy="13428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23F7BD0E-54E4-D29C-72BB-1ADB3E0C5AC2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128774" y="1051717"/>
                  <a:ext cx="1230840" cy="137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FA2EE5C3-E73F-78FF-60EC-FEF9DF1D3720}"/>
                    </a:ext>
                  </a:extLst>
                </p14:cNvPr>
                <p14:cNvContentPartPr/>
                <p14:nvPr/>
              </p14:nvContentPartPr>
              <p14:xfrm>
                <a:off x="2304454" y="1417117"/>
                <a:ext cx="169560" cy="36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FA2EE5C3-E73F-78FF-60EC-FEF9DF1D3720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286814" y="1399117"/>
                  <a:ext cx="20520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6E8D61AC-A17B-F9F1-8289-69300E13B0B6}"/>
                    </a:ext>
                  </a:extLst>
                </p14:cNvPr>
                <p14:cNvContentPartPr/>
                <p14:nvPr/>
              </p14:nvContentPartPr>
              <p14:xfrm>
                <a:off x="2339734" y="1890517"/>
                <a:ext cx="167040" cy="237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6E8D61AC-A17B-F9F1-8289-69300E13B0B6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322094" y="1872877"/>
                  <a:ext cx="20268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D782B3D9-12DF-E98C-36E1-D317D386AAE9}"/>
                    </a:ext>
                  </a:extLst>
                </p14:cNvPr>
                <p14:cNvContentPartPr/>
                <p14:nvPr/>
              </p14:nvContentPartPr>
              <p14:xfrm>
                <a:off x="2414974" y="1795477"/>
                <a:ext cx="39240" cy="2228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D782B3D9-12DF-E98C-36E1-D317D386AAE9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396974" y="1777837"/>
                  <a:ext cx="7488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70B4DE89-3C0F-5275-0BD4-904D1E25604B}"/>
                    </a:ext>
                  </a:extLst>
                </p14:cNvPr>
                <p14:cNvContentPartPr/>
                <p14:nvPr/>
              </p14:nvContentPartPr>
              <p14:xfrm>
                <a:off x="1043374" y="2121277"/>
                <a:ext cx="29880" cy="266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70B4DE89-3C0F-5275-0BD4-904D1E25604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025374" y="2103637"/>
                  <a:ext cx="6552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ED35B1EE-50B0-B8DC-D8E6-8A38C1AAEBCF}"/>
                    </a:ext>
                  </a:extLst>
                </p14:cNvPr>
                <p14:cNvContentPartPr/>
                <p14:nvPr/>
              </p14:nvContentPartPr>
              <p14:xfrm>
                <a:off x="1027174" y="2004997"/>
                <a:ext cx="151560" cy="2692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ED35B1EE-50B0-B8DC-D8E6-8A38C1AAEBCF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009174" y="1987357"/>
                  <a:ext cx="187200" cy="30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7FD6E1CB-FE4A-239D-A8EB-857962709BCA}"/>
                    </a:ext>
                  </a:extLst>
                </p14:cNvPr>
                <p14:cNvContentPartPr/>
                <p14:nvPr/>
              </p14:nvContentPartPr>
              <p14:xfrm>
                <a:off x="1226254" y="1976557"/>
                <a:ext cx="923400" cy="1422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7FD6E1CB-FE4A-239D-A8EB-857962709BCA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208614" y="1958917"/>
                  <a:ext cx="95904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BD649457-0D35-0FFA-5B46-5A47AC198279}"/>
                    </a:ext>
                  </a:extLst>
                </p14:cNvPr>
                <p14:cNvContentPartPr/>
                <p14:nvPr/>
              </p14:nvContentPartPr>
              <p14:xfrm>
                <a:off x="545854" y="1339717"/>
                <a:ext cx="68400" cy="4482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BD649457-0D35-0FFA-5B46-5A47AC198279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28214" y="1322077"/>
                  <a:ext cx="104040" cy="48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90E05299-19D8-921F-0542-449325DEBDED}"/>
                    </a:ext>
                  </a:extLst>
                </p14:cNvPr>
                <p14:cNvContentPartPr/>
                <p14:nvPr/>
              </p14:nvContentPartPr>
              <p14:xfrm>
                <a:off x="477454" y="1806997"/>
                <a:ext cx="227880" cy="198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90E05299-19D8-921F-0542-449325DEBDED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59454" y="1788997"/>
                  <a:ext cx="26352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406ED2C2-9419-4871-4B5F-D28C103BDB75}"/>
                    </a:ext>
                  </a:extLst>
                </p14:cNvPr>
                <p14:cNvContentPartPr/>
                <p14:nvPr/>
              </p14:nvContentPartPr>
              <p14:xfrm>
                <a:off x="495094" y="1824997"/>
                <a:ext cx="159480" cy="720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406ED2C2-9419-4871-4B5F-D28C103BDB75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77094" y="1807357"/>
                  <a:ext cx="19512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4F4A9C47-82D9-FB52-74D6-687DA15788D0}"/>
                    </a:ext>
                  </a:extLst>
                </p14:cNvPr>
                <p14:cNvContentPartPr/>
                <p14:nvPr/>
              </p14:nvContentPartPr>
              <p14:xfrm>
                <a:off x="651694" y="1813837"/>
                <a:ext cx="39240" cy="1378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4F4A9C47-82D9-FB52-74D6-687DA15788D0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633694" y="1796197"/>
                  <a:ext cx="7488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AC76C9B5-CEF7-E2B4-563B-1728036BF6C8}"/>
                    </a:ext>
                  </a:extLst>
                </p14:cNvPr>
                <p14:cNvContentPartPr/>
                <p14:nvPr/>
              </p14:nvContentPartPr>
              <p14:xfrm>
                <a:off x="545494" y="1331797"/>
                <a:ext cx="535320" cy="594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AC76C9B5-CEF7-E2B4-563B-1728036BF6C8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27854" y="1313797"/>
                  <a:ext cx="57096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E203D4E8-AA0E-7831-A6B1-BD21426D9582}"/>
                    </a:ext>
                  </a:extLst>
                </p14:cNvPr>
                <p14:cNvContentPartPr/>
                <p14:nvPr/>
              </p14:nvContentPartPr>
              <p14:xfrm>
                <a:off x="1098814" y="1159717"/>
                <a:ext cx="408960" cy="1706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E203D4E8-AA0E-7831-A6B1-BD21426D9582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080814" y="1142077"/>
                  <a:ext cx="44460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426072A0-E245-B98F-9DBC-287450D9811C}"/>
                    </a:ext>
                  </a:extLst>
                </p14:cNvPr>
                <p14:cNvContentPartPr/>
                <p14:nvPr/>
              </p14:nvContentPartPr>
              <p14:xfrm>
                <a:off x="1547734" y="1278877"/>
                <a:ext cx="643680" cy="316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426072A0-E245-B98F-9DBC-287450D9811C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529734" y="1260877"/>
                  <a:ext cx="67932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AF837DD7-331F-C670-D1DE-141C08138450}"/>
                    </a:ext>
                  </a:extLst>
                </p14:cNvPr>
                <p14:cNvContentPartPr/>
                <p14:nvPr/>
              </p14:nvContentPartPr>
              <p14:xfrm>
                <a:off x="1825294" y="830677"/>
                <a:ext cx="54720" cy="5230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AF837DD7-331F-C670-D1DE-141C08138450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807654" y="813037"/>
                  <a:ext cx="90360" cy="55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D277176D-ABE5-C439-2302-64ACC03AB257}"/>
                    </a:ext>
                  </a:extLst>
                </p14:cNvPr>
                <p14:cNvContentPartPr/>
                <p14:nvPr/>
              </p14:nvContentPartPr>
              <p14:xfrm>
                <a:off x="1813054" y="808357"/>
                <a:ext cx="771840" cy="694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D277176D-ABE5-C439-2302-64ACC03AB25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795054" y="790717"/>
                  <a:ext cx="80748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314D569-39CE-763C-53D1-29D90158DE52}"/>
                    </a:ext>
                  </a:extLst>
                </p14:cNvPr>
                <p14:cNvContentPartPr/>
                <p14:nvPr/>
              </p14:nvContentPartPr>
              <p14:xfrm>
                <a:off x="2592454" y="729157"/>
                <a:ext cx="348120" cy="1648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314D569-39CE-763C-53D1-29D90158DE52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2574814" y="711157"/>
                  <a:ext cx="38376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66A62003-CC77-96B4-DB58-CFACD36A4F81}"/>
                    </a:ext>
                  </a:extLst>
                </p14:cNvPr>
                <p14:cNvContentPartPr/>
                <p14:nvPr/>
              </p14:nvContentPartPr>
              <p14:xfrm>
                <a:off x="2967574" y="818077"/>
                <a:ext cx="753480" cy="388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66A62003-CC77-96B4-DB58-CFACD36A4F81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949574" y="800077"/>
                  <a:ext cx="78912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F30FBEEC-751E-EC37-5274-3EA86A4EE5B4}"/>
                    </a:ext>
                  </a:extLst>
                </p14:cNvPr>
                <p14:cNvContentPartPr/>
                <p14:nvPr/>
              </p14:nvContentPartPr>
              <p14:xfrm>
                <a:off x="3675334" y="820957"/>
                <a:ext cx="104760" cy="7801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F30FBEEC-751E-EC37-5274-3EA86A4EE5B4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657694" y="802957"/>
                  <a:ext cx="140400" cy="81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DF1718A6-FC25-FD60-9A7C-0EA06D5B58B4}"/>
                    </a:ext>
                  </a:extLst>
                </p14:cNvPr>
                <p14:cNvContentPartPr/>
                <p14:nvPr/>
              </p14:nvContentPartPr>
              <p14:xfrm>
                <a:off x="3422974" y="1583077"/>
                <a:ext cx="888120" cy="590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DF1718A6-FC25-FD60-9A7C-0EA06D5B58B4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404974" y="1565437"/>
                  <a:ext cx="92376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806FA2BE-2A1F-F8B6-22F6-DC87764A5C87}"/>
                    </a:ext>
                  </a:extLst>
                </p14:cNvPr>
                <p14:cNvContentPartPr/>
                <p14:nvPr/>
              </p14:nvContentPartPr>
              <p14:xfrm>
                <a:off x="4286254" y="1517917"/>
                <a:ext cx="104040" cy="1666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806FA2BE-2A1F-F8B6-22F6-DC87764A5C87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268614" y="1499917"/>
                  <a:ext cx="13968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5E922F5-DFF6-4037-3F7E-C64332D9198D}"/>
                    </a:ext>
                  </a:extLst>
                </p14:cNvPr>
                <p14:cNvContentPartPr/>
                <p14:nvPr/>
              </p14:nvContentPartPr>
              <p14:xfrm>
                <a:off x="4171054" y="1832557"/>
                <a:ext cx="206280" cy="2628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5E922F5-DFF6-4037-3F7E-C64332D9198D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153414" y="1814917"/>
                  <a:ext cx="241920" cy="29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2C82C3B6-9187-83F8-F585-43B92C15EC86}"/>
                    </a:ext>
                  </a:extLst>
                </p14:cNvPr>
                <p14:cNvContentPartPr/>
                <p14:nvPr/>
              </p14:nvContentPartPr>
              <p14:xfrm>
                <a:off x="4524214" y="1977997"/>
                <a:ext cx="80640" cy="1533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2C82C3B6-9187-83F8-F585-43B92C15EC86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4506574" y="1959997"/>
                  <a:ext cx="11628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D9B41571-F3D7-D3FE-D055-D8B8BB29F22B}"/>
                    </a:ext>
                  </a:extLst>
                </p14:cNvPr>
                <p14:cNvContentPartPr/>
                <p14:nvPr/>
              </p14:nvContentPartPr>
              <p14:xfrm>
                <a:off x="4644454" y="1944517"/>
                <a:ext cx="200160" cy="1022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D9B41571-F3D7-D3FE-D055-D8B8BB29F22B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626814" y="1926877"/>
                  <a:ext cx="23580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4CB07A12-0E03-8EAD-7613-3AB689B229B5}"/>
                    </a:ext>
                  </a:extLst>
                </p14:cNvPr>
                <p14:cNvContentPartPr/>
                <p14:nvPr/>
              </p14:nvContentPartPr>
              <p14:xfrm>
                <a:off x="4843534" y="1790797"/>
                <a:ext cx="91440" cy="2775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4CB07A12-0E03-8EAD-7613-3AB689B229B5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4825534" y="1772797"/>
                  <a:ext cx="127080" cy="31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9FCAB0D3-84C0-5081-D7E0-A22EB9AFFEA2}"/>
                    </a:ext>
                  </a:extLst>
                </p14:cNvPr>
                <p14:cNvContentPartPr/>
                <p14:nvPr/>
              </p14:nvContentPartPr>
              <p14:xfrm>
                <a:off x="4866934" y="1818157"/>
                <a:ext cx="146160" cy="972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9FCAB0D3-84C0-5081-D7E0-A22EB9AFFEA2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849294" y="1800517"/>
                  <a:ext cx="18180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2E39F293-9AA7-865E-A151-711DE054578D}"/>
                    </a:ext>
                  </a:extLst>
                </p14:cNvPr>
                <p14:cNvContentPartPr/>
                <p14:nvPr/>
              </p14:nvContentPartPr>
              <p14:xfrm>
                <a:off x="1061374" y="832477"/>
                <a:ext cx="178920" cy="2574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2E39F293-9AA7-865E-A151-711DE054578D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043734" y="814837"/>
                  <a:ext cx="214560" cy="29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80A15384-D518-9D12-E55F-C9D5CD3079AD}"/>
                    </a:ext>
                  </a:extLst>
                </p14:cNvPr>
                <p14:cNvContentPartPr/>
                <p14:nvPr/>
              </p14:nvContentPartPr>
              <p14:xfrm>
                <a:off x="1087294" y="785317"/>
                <a:ext cx="216360" cy="20664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80A15384-D518-9D12-E55F-C9D5CD3079AD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069294" y="767317"/>
                  <a:ext cx="25200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F1118A22-C298-CE63-12DD-F5658FFCCD7B}"/>
                    </a:ext>
                  </a:extLst>
                </p14:cNvPr>
                <p14:cNvContentPartPr/>
                <p14:nvPr/>
              </p14:nvContentPartPr>
              <p14:xfrm>
                <a:off x="1314814" y="820957"/>
                <a:ext cx="99360" cy="1227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F1118A22-C298-CE63-12DD-F5658FFCCD7B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296814" y="802957"/>
                  <a:ext cx="13500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EA73D0BD-82B9-FE1F-8ABB-7AD9917322B7}"/>
                    </a:ext>
                  </a:extLst>
                </p14:cNvPr>
                <p14:cNvContentPartPr/>
                <p14:nvPr/>
              </p14:nvContentPartPr>
              <p14:xfrm>
                <a:off x="1291054" y="754717"/>
                <a:ext cx="48240" cy="205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EA73D0BD-82B9-FE1F-8ABB-7AD9917322B7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273054" y="737077"/>
                  <a:ext cx="8388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7872315E-4093-A3DC-C072-93A8DE1FF2C6}"/>
                    </a:ext>
                  </a:extLst>
                </p14:cNvPr>
                <p14:cNvContentPartPr/>
                <p14:nvPr/>
              </p14:nvContentPartPr>
              <p14:xfrm>
                <a:off x="3050734" y="598477"/>
                <a:ext cx="117720" cy="1742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7872315E-4093-A3DC-C072-93A8DE1FF2C6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3032734" y="580837"/>
                  <a:ext cx="15336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BF7CEBE6-5947-E96D-15FD-024CD0885E35}"/>
                    </a:ext>
                  </a:extLst>
                </p14:cNvPr>
                <p14:cNvContentPartPr/>
                <p14:nvPr/>
              </p14:nvContentPartPr>
              <p14:xfrm>
                <a:off x="3050014" y="548077"/>
                <a:ext cx="166680" cy="1497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BF7CEBE6-5947-E96D-15FD-024CD0885E35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3032374" y="530437"/>
                  <a:ext cx="20232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750765C6-F2A3-9FC3-A591-8C18E3172342}"/>
                    </a:ext>
                  </a:extLst>
                </p14:cNvPr>
                <p14:cNvContentPartPr/>
                <p14:nvPr/>
              </p14:nvContentPartPr>
              <p14:xfrm>
                <a:off x="3320374" y="566797"/>
                <a:ext cx="142200" cy="2127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750765C6-F2A3-9FC3-A591-8C18E3172342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3302734" y="549157"/>
                  <a:ext cx="17784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30C57BF1-B554-03CA-B0E9-C2EE5DB6999B}"/>
                    </a:ext>
                  </a:extLst>
                </p14:cNvPr>
                <p14:cNvContentPartPr/>
                <p14:nvPr/>
              </p14:nvContentPartPr>
              <p14:xfrm>
                <a:off x="3331894" y="590917"/>
                <a:ext cx="128160" cy="1443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30C57BF1-B554-03CA-B0E9-C2EE5DB6999B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3313894" y="572917"/>
                  <a:ext cx="16380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910D0F4F-3581-A376-F38A-1EB8E8747362}"/>
              </a:ext>
            </a:extLst>
          </p:cNvPr>
          <p:cNvGrpSpPr/>
          <p:nvPr/>
        </p:nvGrpSpPr>
        <p:grpSpPr>
          <a:xfrm>
            <a:off x="143014" y="469957"/>
            <a:ext cx="963000" cy="679320"/>
            <a:chOff x="143014" y="469957"/>
            <a:chExt cx="963000" cy="679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44077D27-ACF9-4AA3-A2A0-AAFDC1DE682D}"/>
                    </a:ext>
                  </a:extLst>
                </p14:cNvPr>
                <p14:cNvContentPartPr/>
                <p14:nvPr/>
              </p14:nvContentPartPr>
              <p14:xfrm>
                <a:off x="272974" y="733477"/>
                <a:ext cx="91080" cy="23004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44077D27-ACF9-4AA3-A2A0-AAFDC1DE682D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255334" y="715837"/>
                  <a:ext cx="126720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FC809CA5-47C9-B2C4-4C6C-491BAE2BD262}"/>
                    </a:ext>
                  </a:extLst>
                </p14:cNvPr>
                <p14:cNvContentPartPr/>
                <p14:nvPr/>
              </p14:nvContentPartPr>
              <p14:xfrm>
                <a:off x="143014" y="617197"/>
                <a:ext cx="348480" cy="5320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FC809CA5-47C9-B2C4-4C6C-491BAE2BD262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25014" y="599557"/>
                  <a:ext cx="384120" cy="56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CD007901-8E48-224E-6C29-464619205331}"/>
                    </a:ext>
                  </a:extLst>
                </p14:cNvPr>
                <p14:cNvContentPartPr/>
                <p14:nvPr/>
              </p14:nvContentPartPr>
              <p14:xfrm>
                <a:off x="621454" y="573277"/>
                <a:ext cx="367920" cy="9360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CD007901-8E48-224E-6C29-464619205331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603814" y="555277"/>
                  <a:ext cx="40356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4AF95E78-644B-90A0-C0F5-BAAB7AA75475}"/>
                    </a:ext>
                  </a:extLst>
                </p14:cNvPr>
                <p14:cNvContentPartPr/>
                <p14:nvPr/>
              </p14:nvContentPartPr>
              <p14:xfrm>
                <a:off x="921694" y="469957"/>
                <a:ext cx="184320" cy="14004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4AF95E78-644B-90A0-C0F5-BAAB7AA75475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03694" y="452317"/>
                  <a:ext cx="219960" cy="175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94D8BD8-0623-7354-7719-C5E1B26770E0}"/>
              </a:ext>
            </a:extLst>
          </p:cNvPr>
          <p:cNvGrpSpPr/>
          <p:nvPr/>
        </p:nvGrpSpPr>
        <p:grpSpPr>
          <a:xfrm>
            <a:off x="2133454" y="478597"/>
            <a:ext cx="609120" cy="291960"/>
            <a:chOff x="2133454" y="478597"/>
            <a:chExt cx="609120" cy="291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F4E7CF2E-F9E3-F626-2C4B-8461698962E0}"/>
                    </a:ext>
                  </a:extLst>
                </p14:cNvPr>
                <p14:cNvContentPartPr/>
                <p14:nvPr/>
              </p14:nvContentPartPr>
              <p14:xfrm>
                <a:off x="2133454" y="571117"/>
                <a:ext cx="218880" cy="1994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F4E7CF2E-F9E3-F626-2C4B-8461698962E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2115454" y="553117"/>
                  <a:ext cx="25452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7FE76640-4491-7E58-ECF1-3C4FD35D81C7}"/>
                    </a:ext>
                  </a:extLst>
                </p14:cNvPr>
                <p14:cNvContentPartPr/>
                <p14:nvPr/>
              </p14:nvContentPartPr>
              <p14:xfrm>
                <a:off x="2443414" y="549877"/>
                <a:ext cx="246600" cy="568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7FE76640-4491-7E58-ECF1-3C4FD35D81C7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2425414" y="532237"/>
                  <a:ext cx="28224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25023AE4-075C-41F0-B4C2-107C8E67D513}"/>
                    </a:ext>
                  </a:extLst>
                </p14:cNvPr>
                <p14:cNvContentPartPr/>
                <p14:nvPr/>
              </p14:nvContentPartPr>
              <p14:xfrm>
                <a:off x="2608294" y="478597"/>
                <a:ext cx="134280" cy="13644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25023AE4-075C-41F0-B4C2-107C8E67D513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590294" y="460597"/>
                  <a:ext cx="169920" cy="172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78052A31-936C-BF2B-AD2D-C5395B1EA8D5}"/>
              </a:ext>
            </a:extLst>
          </p:cNvPr>
          <p:cNvGrpSpPr/>
          <p:nvPr/>
        </p:nvGrpSpPr>
        <p:grpSpPr>
          <a:xfrm>
            <a:off x="499414" y="3387397"/>
            <a:ext cx="453960" cy="682560"/>
            <a:chOff x="499414" y="3387397"/>
            <a:chExt cx="453960" cy="682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B9A7AA2E-A94B-D63D-E600-FED73B306EC2}"/>
                    </a:ext>
                  </a:extLst>
                </p14:cNvPr>
                <p14:cNvContentPartPr/>
                <p14:nvPr/>
              </p14:nvContentPartPr>
              <p14:xfrm>
                <a:off x="653494" y="3549397"/>
                <a:ext cx="91080" cy="33048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B9A7AA2E-A94B-D63D-E600-FED73B306EC2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635494" y="3531397"/>
                  <a:ext cx="126720" cy="36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61642681-7612-6DD8-689B-7401CCE88031}"/>
                    </a:ext>
                  </a:extLst>
                </p14:cNvPr>
                <p14:cNvContentPartPr/>
                <p14:nvPr/>
              </p14:nvContentPartPr>
              <p14:xfrm>
                <a:off x="499414" y="3387397"/>
                <a:ext cx="453960" cy="68256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61642681-7612-6DD8-689B-7401CCE88031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481774" y="3369757"/>
                  <a:ext cx="489600" cy="718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4" name="Group 153">
            <a:extLst>
              <a:ext uri="{FF2B5EF4-FFF2-40B4-BE49-F238E27FC236}">
                <a16:creationId xmlns:a16="http://schemas.microsoft.com/office/drawing/2014/main" id="{C1740530-E954-E970-9752-D9238581F88A}"/>
              </a:ext>
            </a:extLst>
          </p:cNvPr>
          <p:cNvGrpSpPr/>
          <p:nvPr/>
        </p:nvGrpSpPr>
        <p:grpSpPr>
          <a:xfrm>
            <a:off x="1335694" y="755797"/>
            <a:ext cx="5853052" cy="5684400"/>
            <a:chOff x="1335694" y="755797"/>
            <a:chExt cx="5853052" cy="5684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FB8EB6EC-179B-DF79-49DD-75A4309A0891}"/>
                    </a:ext>
                  </a:extLst>
                </p14:cNvPr>
                <p14:cNvContentPartPr/>
                <p14:nvPr/>
              </p14:nvContentPartPr>
              <p14:xfrm>
                <a:off x="1436854" y="3640477"/>
                <a:ext cx="206640" cy="3776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FB8EB6EC-179B-DF79-49DD-75A4309A089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418854" y="3622837"/>
                  <a:ext cx="242280" cy="41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BFA123C1-9EDD-3414-33F9-81FB3E983D86}"/>
                    </a:ext>
                  </a:extLst>
                </p14:cNvPr>
                <p14:cNvContentPartPr/>
                <p14:nvPr/>
              </p14:nvContentPartPr>
              <p14:xfrm>
                <a:off x="1770214" y="3739117"/>
                <a:ext cx="140040" cy="4068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BFA123C1-9EDD-3414-33F9-81FB3E983D86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752214" y="3721477"/>
                  <a:ext cx="17568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BEE5389C-D80A-8A30-B256-62906CB3D731}"/>
                    </a:ext>
                  </a:extLst>
                </p14:cNvPr>
                <p14:cNvContentPartPr/>
                <p14:nvPr/>
              </p14:nvContentPartPr>
              <p14:xfrm>
                <a:off x="2161894" y="3570997"/>
                <a:ext cx="194400" cy="2469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BEE5389C-D80A-8A30-B256-62906CB3D731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144254" y="3553357"/>
                  <a:ext cx="230040" cy="28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9D606289-758F-EBCF-AF45-77534E1A8DBE}"/>
                    </a:ext>
                  </a:extLst>
                </p14:cNvPr>
                <p14:cNvContentPartPr/>
                <p14:nvPr/>
              </p14:nvContentPartPr>
              <p14:xfrm>
                <a:off x="2461414" y="3704557"/>
                <a:ext cx="24120" cy="921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9D606289-758F-EBCF-AF45-77534E1A8DBE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2443414" y="3686917"/>
                  <a:ext cx="5976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2CE7A7AE-5833-552A-B087-0917836BFE7D}"/>
                    </a:ext>
                  </a:extLst>
                </p14:cNvPr>
                <p14:cNvContentPartPr/>
                <p14:nvPr/>
              </p14:nvContentPartPr>
              <p14:xfrm>
                <a:off x="2421814" y="3531397"/>
                <a:ext cx="329760" cy="15660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2CE7A7AE-5833-552A-B087-0917836BFE7D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2403814" y="3513757"/>
                  <a:ext cx="36540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F6776F28-0C3A-59CE-5E05-924132AC9BD6}"/>
                    </a:ext>
                  </a:extLst>
                </p14:cNvPr>
                <p14:cNvContentPartPr/>
                <p14:nvPr/>
              </p14:nvContentPartPr>
              <p14:xfrm>
                <a:off x="1335694" y="3821557"/>
                <a:ext cx="1849680" cy="47628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F6776F28-0C3A-59CE-5E05-924132AC9BD6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317694" y="3803917"/>
                  <a:ext cx="1885320" cy="51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0BE09863-1D98-6B2F-3F1D-EE3B75171423}"/>
                    </a:ext>
                  </a:extLst>
                </p14:cNvPr>
                <p14:cNvContentPartPr/>
                <p14:nvPr/>
              </p14:nvContentPartPr>
              <p14:xfrm>
                <a:off x="2097814" y="4370557"/>
                <a:ext cx="75960" cy="3283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0BE09863-1D98-6B2F-3F1D-EE3B75171423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2079814" y="4352557"/>
                  <a:ext cx="111600" cy="36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77C702A-BFDE-6C1A-1A46-0BD2EA04F9E6}"/>
                    </a:ext>
                  </a:extLst>
                </p14:cNvPr>
                <p14:cNvContentPartPr/>
                <p14:nvPr/>
              </p14:nvContentPartPr>
              <p14:xfrm>
                <a:off x="2081974" y="4369477"/>
                <a:ext cx="216720" cy="15588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77C702A-BFDE-6C1A-1A46-0BD2EA04F9E6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2064334" y="4351477"/>
                  <a:ext cx="25236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747E9C80-EE9B-0D15-002F-23EA46EC16D8}"/>
                    </a:ext>
                  </a:extLst>
                </p14:cNvPr>
                <p14:cNvContentPartPr/>
                <p14:nvPr/>
              </p14:nvContentPartPr>
              <p14:xfrm>
                <a:off x="2362414" y="4425277"/>
                <a:ext cx="53640" cy="10476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747E9C80-EE9B-0D15-002F-23EA46EC16D8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2344774" y="4407637"/>
                  <a:ext cx="8928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FC07CD8A-9404-13DA-2983-A32A22D10A30}"/>
                    </a:ext>
                  </a:extLst>
                </p14:cNvPr>
                <p14:cNvContentPartPr/>
                <p14:nvPr/>
              </p14:nvContentPartPr>
              <p14:xfrm>
                <a:off x="2324614" y="4314037"/>
                <a:ext cx="32760" cy="241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FC07CD8A-9404-13DA-2983-A32A22D10A30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2306614" y="4296037"/>
                  <a:ext cx="6840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48B57C84-0480-82CD-F608-C0D7E468D588}"/>
                    </a:ext>
                  </a:extLst>
                </p14:cNvPr>
                <p14:cNvContentPartPr/>
                <p14:nvPr/>
              </p14:nvContentPartPr>
              <p14:xfrm>
                <a:off x="3400294" y="3786277"/>
                <a:ext cx="108360" cy="75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48B57C84-0480-82CD-F608-C0D7E468D588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382654" y="3768277"/>
                  <a:ext cx="14400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1DC501CC-B720-98AD-793B-C3156BAE4500}"/>
                    </a:ext>
                  </a:extLst>
                </p14:cNvPr>
                <p14:cNvContentPartPr/>
                <p14:nvPr/>
              </p14:nvContentPartPr>
              <p14:xfrm>
                <a:off x="3500014" y="3819037"/>
                <a:ext cx="56520" cy="7776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1DC501CC-B720-98AD-793B-C3156BAE4500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482014" y="3801397"/>
                  <a:ext cx="9216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AD96B0F5-B2D6-2D6D-CA25-F0BA11DC18CD}"/>
                    </a:ext>
                  </a:extLst>
                </p14:cNvPr>
                <p14:cNvContentPartPr/>
                <p14:nvPr/>
              </p14:nvContentPartPr>
              <p14:xfrm>
                <a:off x="3747334" y="3393517"/>
                <a:ext cx="218880" cy="24408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AD96B0F5-B2D6-2D6D-CA25-F0BA11DC18CD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3729694" y="3375517"/>
                  <a:ext cx="25452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8E125A3B-54AE-0938-BDF5-F42047CB0E67}"/>
                    </a:ext>
                  </a:extLst>
                </p14:cNvPr>
                <p14:cNvContentPartPr/>
                <p14:nvPr/>
              </p14:nvContentPartPr>
              <p14:xfrm>
                <a:off x="4107334" y="3502957"/>
                <a:ext cx="41760" cy="13644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8E125A3B-54AE-0938-BDF5-F42047CB0E67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089694" y="3484957"/>
                  <a:ext cx="7740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6B8E83AB-1E2C-C435-7CBC-5F73BBFE062C}"/>
                    </a:ext>
                  </a:extLst>
                </p14:cNvPr>
                <p14:cNvContentPartPr/>
                <p14:nvPr/>
              </p14:nvContentPartPr>
              <p14:xfrm>
                <a:off x="4120654" y="3422677"/>
                <a:ext cx="13680" cy="2088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6B8E83AB-1E2C-C435-7CBC-5F73BBFE062C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4102654" y="3404677"/>
                  <a:ext cx="4932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0D2C8869-C664-CF94-0246-1C53D5461207}"/>
                    </a:ext>
                  </a:extLst>
                </p14:cNvPr>
                <p14:cNvContentPartPr/>
                <p14:nvPr/>
              </p14:nvContentPartPr>
              <p14:xfrm>
                <a:off x="4257094" y="3471997"/>
                <a:ext cx="174600" cy="12492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0D2C8869-C664-CF94-0246-1C53D5461207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239094" y="3453997"/>
                  <a:ext cx="21024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7E6688B3-3806-8451-D111-2EF445A8D4F4}"/>
                    </a:ext>
                  </a:extLst>
                </p14:cNvPr>
                <p14:cNvContentPartPr/>
                <p14:nvPr/>
              </p14:nvContentPartPr>
              <p14:xfrm>
                <a:off x="4587934" y="3444997"/>
                <a:ext cx="173160" cy="6012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7E6688B3-3806-8451-D111-2EF445A8D4F4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569934" y="3426997"/>
                  <a:ext cx="20880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5EFB6D76-E7AA-2E30-80BB-3B5E7FD17E97}"/>
                    </a:ext>
                  </a:extLst>
                </p14:cNvPr>
                <p14:cNvContentPartPr/>
                <p14:nvPr/>
              </p14:nvContentPartPr>
              <p14:xfrm>
                <a:off x="4977094" y="3226117"/>
                <a:ext cx="194400" cy="26820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5EFB6D76-E7AA-2E30-80BB-3B5E7FD17E97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959454" y="3208477"/>
                  <a:ext cx="230040" cy="30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6D0F777F-DDE7-2540-8551-01B7D7D3B775}"/>
                    </a:ext>
                  </a:extLst>
                </p14:cNvPr>
                <p14:cNvContentPartPr/>
                <p14:nvPr/>
              </p14:nvContentPartPr>
              <p14:xfrm>
                <a:off x="5308654" y="3416197"/>
                <a:ext cx="72000" cy="11268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6D0F777F-DDE7-2540-8551-01B7D7D3B775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5291014" y="3398197"/>
                  <a:ext cx="10764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510C537B-C055-B7AD-59A1-EEA179B4270F}"/>
                    </a:ext>
                  </a:extLst>
                </p14:cNvPr>
                <p14:cNvContentPartPr/>
                <p14:nvPr/>
              </p14:nvContentPartPr>
              <p14:xfrm>
                <a:off x="5465254" y="3365077"/>
                <a:ext cx="162720" cy="12564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510C537B-C055-B7AD-59A1-EEA179B4270F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5447254" y="3347077"/>
                  <a:ext cx="19836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7D1EDFE5-26F6-E932-A29A-9606B25D6455}"/>
                    </a:ext>
                  </a:extLst>
                </p14:cNvPr>
                <p14:cNvContentPartPr/>
                <p14:nvPr/>
              </p14:nvContentPartPr>
              <p14:xfrm>
                <a:off x="5660734" y="3209557"/>
                <a:ext cx="145080" cy="21060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7D1EDFE5-26F6-E932-A29A-9606B25D6455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5642734" y="3191917"/>
                  <a:ext cx="18072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3510CDA8-1C98-16F6-71D9-AE4178A40342}"/>
                    </a:ext>
                  </a:extLst>
                </p14:cNvPr>
                <p14:cNvContentPartPr/>
                <p14:nvPr/>
              </p14:nvContentPartPr>
              <p14:xfrm>
                <a:off x="3911854" y="3627877"/>
                <a:ext cx="2198160" cy="27324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3510CDA8-1C98-16F6-71D9-AE4178A40342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3894214" y="3610237"/>
                  <a:ext cx="2233800" cy="30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54C5414E-356B-DB21-6EF1-E038317A0F26}"/>
                    </a:ext>
                  </a:extLst>
                </p14:cNvPr>
                <p14:cNvContentPartPr/>
                <p14:nvPr/>
              </p14:nvContentPartPr>
              <p14:xfrm>
                <a:off x="4728694" y="4154197"/>
                <a:ext cx="56160" cy="34956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54C5414E-356B-DB21-6EF1-E038317A0F26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710694" y="4136197"/>
                  <a:ext cx="91800" cy="38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9BA9DD8E-1C19-C6C1-C075-57D89F7BB474}"/>
                    </a:ext>
                  </a:extLst>
                </p14:cNvPr>
                <p14:cNvContentPartPr/>
                <p14:nvPr/>
              </p14:nvContentPartPr>
              <p14:xfrm>
                <a:off x="4725454" y="4134397"/>
                <a:ext cx="241200" cy="18180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9BA9DD8E-1C19-C6C1-C075-57D89F7BB474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4707814" y="4116757"/>
                  <a:ext cx="27684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E4282BD4-9824-F8CA-94BE-4C121EC8CDFB}"/>
                    </a:ext>
                  </a:extLst>
                </p14:cNvPr>
                <p14:cNvContentPartPr/>
                <p14:nvPr/>
              </p14:nvContentPartPr>
              <p14:xfrm>
                <a:off x="5060254" y="4155277"/>
                <a:ext cx="92520" cy="2181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E4282BD4-9824-F8CA-94BE-4C121EC8CDFB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042614" y="4137637"/>
                  <a:ext cx="12816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C9CB35F8-635E-11F7-DF6B-FA23BF3E6AB6}"/>
                    </a:ext>
                  </a:extLst>
                </p14:cNvPr>
                <p14:cNvContentPartPr/>
                <p14:nvPr/>
              </p14:nvContentPartPr>
              <p14:xfrm>
                <a:off x="5075014" y="4221517"/>
                <a:ext cx="95760" cy="14184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C9CB35F8-635E-11F7-DF6B-FA23BF3E6AB6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057014" y="4203877"/>
                  <a:ext cx="13140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D8E8C0D1-02B6-DA16-E5C8-F587C090D8B9}"/>
                    </a:ext>
                  </a:extLst>
                </p14:cNvPr>
                <p14:cNvContentPartPr/>
                <p14:nvPr/>
              </p14:nvContentPartPr>
              <p14:xfrm>
                <a:off x="3535654" y="2989237"/>
                <a:ext cx="199440" cy="2145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D8E8C0D1-02B6-DA16-E5C8-F587C090D8B9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3517654" y="2971597"/>
                  <a:ext cx="23508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4C88332E-A0AC-27FB-1955-C06ED88EA075}"/>
                    </a:ext>
                  </a:extLst>
                </p14:cNvPr>
                <p14:cNvContentPartPr/>
                <p14:nvPr/>
              </p14:nvContentPartPr>
              <p14:xfrm>
                <a:off x="3318934" y="2885917"/>
                <a:ext cx="574920" cy="46080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4C88332E-A0AC-27FB-1955-C06ED88EA075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3300934" y="2868277"/>
                  <a:ext cx="610560" cy="49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DAFFEA9C-EEE4-69DE-EEA7-9424A1E99EE4}"/>
                    </a:ext>
                  </a:extLst>
                </p14:cNvPr>
                <p14:cNvContentPartPr/>
                <p14:nvPr/>
              </p14:nvContentPartPr>
              <p14:xfrm>
                <a:off x="1450534" y="5447677"/>
                <a:ext cx="154440" cy="5580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DAFFEA9C-EEE4-69DE-EEA7-9424A1E99EE4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432894" y="5430037"/>
                  <a:ext cx="19008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C8BF377D-31D5-78CB-A546-4AE3AA2DCC2F}"/>
                    </a:ext>
                  </a:extLst>
                </p14:cNvPr>
                <p14:cNvContentPartPr/>
                <p14:nvPr/>
              </p14:nvContentPartPr>
              <p14:xfrm>
                <a:off x="1661854" y="5204677"/>
                <a:ext cx="132480" cy="22176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C8BF377D-31D5-78CB-A546-4AE3AA2DCC2F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643854" y="5187037"/>
                  <a:ext cx="16812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9125C764-38F5-866F-5096-8B7DEC73A5C3}"/>
                    </a:ext>
                  </a:extLst>
                </p14:cNvPr>
                <p14:cNvContentPartPr/>
                <p14:nvPr/>
              </p14:nvContentPartPr>
              <p14:xfrm>
                <a:off x="1971454" y="5338237"/>
                <a:ext cx="38160" cy="12456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9125C764-38F5-866F-5096-8B7DEC73A5C3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1953454" y="5320597"/>
                  <a:ext cx="7380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E19BBDC3-5A25-AC05-A2AD-B7B54BDC0A34}"/>
                    </a:ext>
                  </a:extLst>
                </p14:cNvPr>
                <p14:cNvContentPartPr/>
                <p14:nvPr/>
              </p14:nvContentPartPr>
              <p14:xfrm>
                <a:off x="1973254" y="5159677"/>
                <a:ext cx="36360" cy="4428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E19BBDC3-5A25-AC05-A2AD-B7B54BDC0A34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1955614" y="5142037"/>
                  <a:ext cx="7200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B5A50B27-9497-A9C3-56AB-18A6A72DE58E}"/>
                    </a:ext>
                  </a:extLst>
                </p14:cNvPr>
                <p14:cNvContentPartPr/>
                <p14:nvPr/>
              </p14:nvContentPartPr>
              <p14:xfrm>
                <a:off x="2112934" y="5256517"/>
                <a:ext cx="205920" cy="12312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B5A50B27-9497-A9C3-56AB-18A6A72DE58E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2094934" y="5238517"/>
                  <a:ext cx="24156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3356FCA4-9D60-A06A-F976-A42E6869DE2E}"/>
                    </a:ext>
                  </a:extLst>
                </p14:cNvPr>
                <p14:cNvContentPartPr/>
                <p14:nvPr/>
              </p14:nvContentPartPr>
              <p14:xfrm>
                <a:off x="1602814" y="5456677"/>
                <a:ext cx="984960" cy="23364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3356FCA4-9D60-A06A-F976-A42E6869DE2E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1584814" y="5438677"/>
                  <a:ext cx="102060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2CFD5A1F-2355-E5BD-4359-2FEB304C4F29}"/>
                    </a:ext>
                  </a:extLst>
                </p14:cNvPr>
                <p14:cNvContentPartPr/>
                <p14:nvPr/>
              </p14:nvContentPartPr>
              <p14:xfrm>
                <a:off x="1922134" y="5869237"/>
                <a:ext cx="114840" cy="28368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2CFD5A1F-2355-E5BD-4359-2FEB304C4F29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1904494" y="5851597"/>
                  <a:ext cx="150480" cy="31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BB4381E3-FD1F-7F85-0BC9-910C3283E366}"/>
                    </a:ext>
                  </a:extLst>
                </p14:cNvPr>
                <p14:cNvContentPartPr/>
                <p14:nvPr/>
              </p14:nvContentPartPr>
              <p14:xfrm>
                <a:off x="1970734" y="5762677"/>
                <a:ext cx="200880" cy="19368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BB4381E3-FD1F-7F85-0BC9-910C3283E366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1953094" y="5745037"/>
                  <a:ext cx="23652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31A39E63-6E6D-B909-B1CD-34048ABB9EF4}"/>
                    </a:ext>
                  </a:extLst>
                </p14:cNvPr>
                <p14:cNvContentPartPr/>
                <p14:nvPr/>
              </p14:nvContentPartPr>
              <p14:xfrm>
                <a:off x="2295814" y="5783917"/>
                <a:ext cx="63000" cy="19044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31A39E63-6E6D-B909-B1CD-34048ABB9EF4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2278174" y="5766277"/>
                  <a:ext cx="9864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884074E0-B195-022F-E5F7-BCAB6706BF94}"/>
                    </a:ext>
                  </a:extLst>
                </p14:cNvPr>
                <p14:cNvContentPartPr/>
                <p14:nvPr/>
              </p14:nvContentPartPr>
              <p14:xfrm>
                <a:off x="2762374" y="5333557"/>
                <a:ext cx="93960" cy="2844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884074E0-B195-022F-E5F7-BCAB6706BF94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2744734" y="5315557"/>
                  <a:ext cx="12960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555BEEA1-97F1-AB53-2E58-B1CF81786604}"/>
                    </a:ext>
                  </a:extLst>
                </p14:cNvPr>
                <p14:cNvContentPartPr/>
                <p14:nvPr/>
              </p14:nvContentPartPr>
              <p14:xfrm>
                <a:off x="2842294" y="5439037"/>
                <a:ext cx="70200" cy="3996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555BEEA1-97F1-AB53-2E58-B1CF81786604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2824294" y="5421037"/>
                  <a:ext cx="10584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ABF28840-35F9-3718-95C7-6158E318FE9E}"/>
                    </a:ext>
                  </a:extLst>
                </p14:cNvPr>
                <p14:cNvContentPartPr/>
                <p14:nvPr/>
              </p14:nvContentPartPr>
              <p14:xfrm>
                <a:off x="3092134" y="5007397"/>
                <a:ext cx="190080" cy="29700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ABF28840-35F9-3718-95C7-6158E318FE9E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3074494" y="4989757"/>
                  <a:ext cx="225720" cy="33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EDA0EE59-20DD-9284-B2D4-DF66F06D59CA}"/>
                    </a:ext>
                  </a:extLst>
                </p14:cNvPr>
                <p14:cNvContentPartPr/>
                <p14:nvPr/>
              </p14:nvContentPartPr>
              <p14:xfrm>
                <a:off x="3449974" y="5143117"/>
                <a:ext cx="63720" cy="14724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EDA0EE59-20DD-9284-B2D4-DF66F06D59CA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3432334" y="5125117"/>
                  <a:ext cx="9936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C347F814-B0F2-CEE2-3C75-AEABC082A148}"/>
                    </a:ext>
                  </a:extLst>
                </p14:cNvPr>
                <p14:cNvContentPartPr/>
                <p14:nvPr/>
              </p14:nvContentPartPr>
              <p14:xfrm>
                <a:off x="3467254" y="4992277"/>
                <a:ext cx="58320" cy="5292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C347F814-B0F2-CEE2-3C75-AEABC082A148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3449254" y="4974277"/>
                  <a:ext cx="9396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07774760-1567-84E8-70CB-7C11A50E15B8}"/>
                    </a:ext>
                  </a:extLst>
                </p14:cNvPr>
                <p14:cNvContentPartPr/>
                <p14:nvPr/>
              </p14:nvContentPartPr>
              <p14:xfrm>
                <a:off x="3650494" y="5060317"/>
                <a:ext cx="181800" cy="12996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07774760-1567-84E8-70CB-7C11A50E15B8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3632854" y="5042677"/>
                  <a:ext cx="21744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078B2D14-BD31-FEB8-E69B-8A3DFB2AA07D}"/>
                    </a:ext>
                  </a:extLst>
                </p14:cNvPr>
                <p14:cNvContentPartPr/>
                <p14:nvPr/>
              </p14:nvContentPartPr>
              <p14:xfrm>
                <a:off x="3268894" y="5338957"/>
                <a:ext cx="856440" cy="2030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078B2D14-BD31-FEB8-E69B-8A3DFB2AA07D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250894" y="5320957"/>
                  <a:ext cx="89208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BD4C2351-4E28-6389-28AF-582DE2CC609C}"/>
                    </a:ext>
                  </a:extLst>
                </p14:cNvPr>
                <p14:cNvContentPartPr/>
                <p14:nvPr/>
              </p14:nvContentPartPr>
              <p14:xfrm>
                <a:off x="3598654" y="5763397"/>
                <a:ext cx="88200" cy="3088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BD4C2351-4E28-6389-28AF-582DE2CC609C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3581014" y="5745397"/>
                  <a:ext cx="123840" cy="34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C7CB8F71-8B64-5AC5-55CF-EFFBD469AEFA}"/>
                    </a:ext>
                  </a:extLst>
                </p14:cNvPr>
                <p14:cNvContentPartPr/>
                <p14:nvPr/>
              </p14:nvContentPartPr>
              <p14:xfrm>
                <a:off x="3613774" y="5682757"/>
                <a:ext cx="175320" cy="21780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C7CB8F71-8B64-5AC5-55CF-EFFBD469AEFA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596134" y="5664757"/>
                  <a:ext cx="21096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326FC076-AACE-7FF8-B7E0-249D96CFFD97}"/>
                    </a:ext>
                  </a:extLst>
                </p14:cNvPr>
                <p14:cNvContentPartPr/>
                <p14:nvPr/>
              </p14:nvContentPartPr>
              <p14:xfrm>
                <a:off x="3890974" y="5806957"/>
                <a:ext cx="111960" cy="29268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326FC076-AACE-7FF8-B7E0-249D96CFFD97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3872974" y="5788957"/>
                  <a:ext cx="147600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76451E6D-7D1F-8F3E-15D9-F14ADC1CD91A}"/>
                    </a:ext>
                  </a:extLst>
                </p14:cNvPr>
                <p14:cNvContentPartPr/>
                <p14:nvPr/>
              </p14:nvContentPartPr>
              <p14:xfrm>
                <a:off x="3891334" y="5927557"/>
                <a:ext cx="70560" cy="622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76451E6D-7D1F-8F3E-15D9-F14ADC1CD91A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3873334" y="5909557"/>
                  <a:ext cx="10620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4417B1EA-7CFE-18F2-185F-2585295520D8}"/>
                    </a:ext>
                  </a:extLst>
                </p14:cNvPr>
                <p14:cNvContentPartPr/>
                <p14:nvPr/>
              </p14:nvContentPartPr>
              <p14:xfrm>
                <a:off x="4304974" y="5293597"/>
                <a:ext cx="241920" cy="5688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4417B1EA-7CFE-18F2-185F-2585295520D8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4287334" y="5275957"/>
                  <a:ext cx="27756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EC09E6B0-1B9C-3B95-62F7-B04F747BBB47}"/>
                    </a:ext>
                  </a:extLst>
                </p14:cNvPr>
                <p14:cNvContentPartPr/>
                <p14:nvPr/>
              </p14:nvContentPartPr>
              <p14:xfrm>
                <a:off x="4729774" y="4884997"/>
                <a:ext cx="149040" cy="25524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EC09E6B0-1B9C-3B95-62F7-B04F747BBB47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4711774" y="4866997"/>
                  <a:ext cx="18468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D7AC8A3B-A1B4-754F-E286-4AFED8BA2D48}"/>
                    </a:ext>
                  </a:extLst>
                </p14:cNvPr>
                <p14:cNvContentPartPr/>
                <p14:nvPr/>
              </p14:nvContentPartPr>
              <p14:xfrm>
                <a:off x="5010574" y="5072917"/>
                <a:ext cx="106920" cy="14472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D7AC8A3B-A1B4-754F-E286-4AFED8BA2D48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4992574" y="5054917"/>
                  <a:ext cx="14256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8779A9C4-BB0A-DB7D-C8B9-C54D0EFA431A}"/>
                    </a:ext>
                  </a:extLst>
                </p14:cNvPr>
                <p14:cNvContentPartPr/>
                <p14:nvPr/>
              </p14:nvContentPartPr>
              <p14:xfrm>
                <a:off x="5162134" y="5060317"/>
                <a:ext cx="214920" cy="1022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8779A9C4-BB0A-DB7D-C8B9-C54D0EFA431A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5144134" y="5042317"/>
                  <a:ext cx="25056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D4E88852-9E89-ED01-99BC-4A10398EA40D}"/>
                    </a:ext>
                  </a:extLst>
                </p14:cNvPr>
                <p14:cNvContentPartPr/>
                <p14:nvPr/>
              </p14:nvContentPartPr>
              <p14:xfrm>
                <a:off x="5380294" y="4917037"/>
                <a:ext cx="73440" cy="20052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D4E88852-9E89-ED01-99BC-4A10398EA40D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5362294" y="4899037"/>
                  <a:ext cx="10908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69D0BA1C-7A74-5C1F-AD50-0FD29F027329}"/>
                    </a:ext>
                  </a:extLst>
                </p14:cNvPr>
                <p14:cNvContentPartPr/>
                <p14:nvPr/>
              </p14:nvContentPartPr>
              <p14:xfrm>
                <a:off x="5364454" y="4957717"/>
                <a:ext cx="125640" cy="11664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69D0BA1C-7A74-5C1F-AD50-0FD29F027329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5346814" y="4940077"/>
                  <a:ext cx="16128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8CD13E81-B723-7740-DBE5-A11A0F73BD7D}"/>
                    </a:ext>
                  </a:extLst>
                </p14:cNvPr>
                <p14:cNvContentPartPr/>
                <p14:nvPr/>
              </p14:nvContentPartPr>
              <p14:xfrm>
                <a:off x="4887814" y="5238877"/>
                <a:ext cx="874440" cy="60444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8CD13E81-B723-7740-DBE5-A11A0F73BD7D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4869814" y="5221237"/>
                  <a:ext cx="910080" cy="64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32738060-F175-79C5-B17E-EBFFAD7389D1}"/>
                    </a:ext>
                  </a:extLst>
                </p14:cNvPr>
                <p14:cNvContentPartPr/>
                <p14:nvPr/>
              </p14:nvContentPartPr>
              <p14:xfrm>
                <a:off x="5234854" y="5497717"/>
                <a:ext cx="152640" cy="18360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32738060-F175-79C5-B17E-EBFFAD7389D1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5217214" y="5479717"/>
                  <a:ext cx="18828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334C30D5-BA5E-ADFF-F42E-1963783376AC}"/>
                    </a:ext>
                  </a:extLst>
                </p14:cNvPr>
                <p14:cNvContentPartPr/>
                <p14:nvPr/>
              </p14:nvContentPartPr>
              <p14:xfrm>
                <a:off x="5578294" y="5565397"/>
                <a:ext cx="93240" cy="2793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334C30D5-BA5E-ADFF-F42E-1963783376AC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5560654" y="5547757"/>
                  <a:ext cx="128880" cy="31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D7FF3ABF-2FFE-3E7B-67DC-249ED0186B04}"/>
                    </a:ext>
                  </a:extLst>
                </p14:cNvPr>
                <p14:cNvContentPartPr/>
                <p14:nvPr/>
              </p14:nvContentPartPr>
              <p14:xfrm>
                <a:off x="5556334" y="5655757"/>
                <a:ext cx="116640" cy="8712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D7FF3ABF-2FFE-3E7B-67DC-249ED0186B04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5538334" y="5638117"/>
                  <a:ext cx="15228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F7A207FE-14E4-819D-3627-C87F20C8147D}"/>
                    </a:ext>
                  </a:extLst>
                </p14:cNvPr>
                <p14:cNvContentPartPr/>
                <p14:nvPr/>
              </p14:nvContentPartPr>
              <p14:xfrm>
                <a:off x="6437786" y="755797"/>
                <a:ext cx="300960" cy="568440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F7A207FE-14E4-819D-3627-C87F20C8147D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6419786" y="738157"/>
                  <a:ext cx="336600" cy="572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BF31B906-A7F3-0618-0B4E-A7B72022BA3C}"/>
                    </a:ext>
                  </a:extLst>
                </p14:cNvPr>
                <p14:cNvContentPartPr/>
                <p14:nvPr/>
              </p14:nvContentPartPr>
              <p14:xfrm>
                <a:off x="6078146" y="1002037"/>
                <a:ext cx="917280" cy="403704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BF31B906-A7F3-0618-0B4E-A7B72022BA3C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6060146" y="984397"/>
                  <a:ext cx="952920" cy="407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2059F95D-BF4D-D26C-7A30-7F7497DEE512}"/>
                    </a:ext>
                  </a:extLst>
                </p14:cNvPr>
                <p14:cNvContentPartPr/>
                <p14:nvPr/>
              </p14:nvContentPartPr>
              <p14:xfrm>
                <a:off x="6906506" y="1089517"/>
                <a:ext cx="151920" cy="6840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2059F95D-BF4D-D26C-7A30-7F7497DEE512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6888506" y="1071517"/>
                  <a:ext cx="18756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9C456953-F27A-7122-F818-FB98AB5B5192}"/>
                    </a:ext>
                  </a:extLst>
                </p14:cNvPr>
                <p14:cNvContentPartPr/>
                <p14:nvPr/>
              </p14:nvContentPartPr>
              <p14:xfrm>
                <a:off x="7000466" y="893317"/>
                <a:ext cx="188280" cy="32148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9C456953-F27A-7122-F818-FB98AB5B5192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6982826" y="875317"/>
                  <a:ext cx="223920" cy="35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88F8EB7B-EAC8-1DC2-605C-4366E55D9E11}"/>
                    </a:ext>
                  </a:extLst>
                </p14:cNvPr>
                <p14:cNvContentPartPr/>
                <p14:nvPr/>
              </p14:nvContentPartPr>
              <p14:xfrm>
                <a:off x="6957986" y="873517"/>
                <a:ext cx="39240" cy="34956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88F8EB7B-EAC8-1DC2-605C-4366E55D9E11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6940346" y="855517"/>
                  <a:ext cx="74880" cy="385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24">
            <p14:nvContentPartPr>
              <p14:cNvPr id="162" name="Ink 161">
                <a:extLst>
                  <a:ext uri="{FF2B5EF4-FFF2-40B4-BE49-F238E27FC236}">
                    <a16:creationId xmlns:a16="http://schemas.microsoft.com/office/drawing/2014/main" id="{EB2216AF-9F3C-855E-1E04-D7EA766DE296}"/>
                  </a:ext>
                </a:extLst>
              </p14:cNvPr>
              <p14:cNvContentPartPr/>
              <p14:nvPr/>
            </p14:nvContentPartPr>
            <p14:xfrm>
              <a:off x="8135906" y="1788637"/>
              <a:ext cx="78120" cy="287280"/>
            </p14:xfrm>
          </p:contentPart>
        </mc:Choice>
        <mc:Fallback xmlns="">
          <p:pic>
            <p:nvPicPr>
              <p:cNvPr id="162" name="Ink 161">
                <a:extLst>
                  <a:ext uri="{FF2B5EF4-FFF2-40B4-BE49-F238E27FC236}">
                    <a16:creationId xmlns:a16="http://schemas.microsoft.com/office/drawing/2014/main" id="{EB2216AF-9F3C-855E-1E04-D7EA766DE296}"/>
                  </a:ext>
                </a:extLst>
              </p:cNvPr>
              <p:cNvPicPr/>
              <p:nvPr/>
            </p:nvPicPr>
            <p:blipFill>
              <a:blip r:embed="rId225"/>
              <a:stretch>
                <a:fillRect/>
              </a:stretch>
            </p:blipFill>
            <p:spPr>
              <a:xfrm>
                <a:off x="8117906" y="1770997"/>
                <a:ext cx="113760" cy="32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6">
            <p14:nvContentPartPr>
              <p14:cNvPr id="163" name="Ink 162">
                <a:extLst>
                  <a:ext uri="{FF2B5EF4-FFF2-40B4-BE49-F238E27FC236}">
                    <a16:creationId xmlns:a16="http://schemas.microsoft.com/office/drawing/2014/main" id="{8EEF3742-8320-D5EE-09DF-2B5CFB4FD729}"/>
                  </a:ext>
                </a:extLst>
              </p14:cNvPr>
              <p14:cNvContentPartPr/>
              <p14:nvPr/>
            </p14:nvContentPartPr>
            <p14:xfrm>
              <a:off x="8126906" y="1752277"/>
              <a:ext cx="192240" cy="184680"/>
            </p14:xfrm>
          </p:contentPart>
        </mc:Choice>
        <mc:Fallback xmlns="">
          <p:pic>
            <p:nvPicPr>
              <p:cNvPr id="163" name="Ink 162">
                <a:extLst>
                  <a:ext uri="{FF2B5EF4-FFF2-40B4-BE49-F238E27FC236}">
                    <a16:creationId xmlns:a16="http://schemas.microsoft.com/office/drawing/2014/main" id="{8EEF3742-8320-D5EE-09DF-2B5CFB4FD729}"/>
                  </a:ext>
                </a:extLst>
              </p:cNvPr>
              <p:cNvPicPr/>
              <p:nvPr/>
            </p:nvPicPr>
            <p:blipFill>
              <a:blip r:embed="rId227"/>
              <a:stretch>
                <a:fillRect/>
              </a:stretch>
            </p:blipFill>
            <p:spPr>
              <a:xfrm>
                <a:off x="8109266" y="1734277"/>
                <a:ext cx="227880" cy="22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8">
            <p14:nvContentPartPr>
              <p14:cNvPr id="164" name="Ink 163">
                <a:extLst>
                  <a:ext uri="{FF2B5EF4-FFF2-40B4-BE49-F238E27FC236}">
                    <a16:creationId xmlns:a16="http://schemas.microsoft.com/office/drawing/2014/main" id="{2E6B9E8C-5353-E319-5E01-3EABC30C9982}"/>
                  </a:ext>
                </a:extLst>
              </p14:cNvPr>
              <p14:cNvContentPartPr/>
              <p14:nvPr/>
            </p14:nvContentPartPr>
            <p14:xfrm>
              <a:off x="8448026" y="1777837"/>
              <a:ext cx="122400" cy="331560"/>
            </p14:xfrm>
          </p:contentPart>
        </mc:Choice>
        <mc:Fallback xmlns="">
          <p:pic>
            <p:nvPicPr>
              <p:cNvPr id="164" name="Ink 163">
                <a:extLst>
                  <a:ext uri="{FF2B5EF4-FFF2-40B4-BE49-F238E27FC236}">
                    <a16:creationId xmlns:a16="http://schemas.microsoft.com/office/drawing/2014/main" id="{2E6B9E8C-5353-E319-5E01-3EABC30C9982}"/>
                  </a:ext>
                </a:extLst>
              </p:cNvPr>
              <p:cNvPicPr/>
              <p:nvPr/>
            </p:nvPicPr>
            <p:blipFill>
              <a:blip r:embed="rId229"/>
              <a:stretch>
                <a:fillRect/>
              </a:stretch>
            </p:blipFill>
            <p:spPr>
              <a:xfrm>
                <a:off x="8430026" y="1760197"/>
                <a:ext cx="158040" cy="36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0">
            <p14:nvContentPartPr>
              <p14:cNvPr id="165" name="Ink 164">
                <a:extLst>
                  <a:ext uri="{FF2B5EF4-FFF2-40B4-BE49-F238E27FC236}">
                    <a16:creationId xmlns:a16="http://schemas.microsoft.com/office/drawing/2014/main" id="{8A29D93E-0036-B41F-A4B3-3AA38144D18D}"/>
                  </a:ext>
                </a:extLst>
              </p14:cNvPr>
              <p14:cNvContentPartPr/>
              <p14:nvPr/>
            </p14:nvContentPartPr>
            <p14:xfrm>
              <a:off x="8421386" y="1946677"/>
              <a:ext cx="130320" cy="77040"/>
            </p14:xfrm>
          </p:contentPart>
        </mc:Choice>
        <mc:Fallback xmlns="">
          <p:pic>
            <p:nvPicPr>
              <p:cNvPr id="165" name="Ink 164">
                <a:extLst>
                  <a:ext uri="{FF2B5EF4-FFF2-40B4-BE49-F238E27FC236}">
                    <a16:creationId xmlns:a16="http://schemas.microsoft.com/office/drawing/2014/main" id="{8A29D93E-0036-B41F-A4B3-3AA38144D18D}"/>
                  </a:ext>
                </a:extLst>
              </p:cNvPr>
              <p:cNvPicPr/>
              <p:nvPr/>
            </p:nvPicPr>
            <p:blipFill>
              <a:blip r:embed="rId231"/>
              <a:stretch>
                <a:fillRect/>
              </a:stretch>
            </p:blipFill>
            <p:spPr>
              <a:xfrm>
                <a:off x="8403386" y="1928677"/>
                <a:ext cx="165960" cy="112680"/>
              </a:xfrm>
              <a:prstGeom prst="rect">
                <a:avLst/>
              </a:prstGeom>
            </p:spPr>
          </p:pic>
        </mc:Fallback>
      </mc:AlternateContent>
      <p:grpSp>
        <p:nvGrpSpPr>
          <p:cNvPr id="181" name="Group 180">
            <a:extLst>
              <a:ext uri="{FF2B5EF4-FFF2-40B4-BE49-F238E27FC236}">
                <a16:creationId xmlns:a16="http://schemas.microsoft.com/office/drawing/2014/main" id="{E3BD8F2B-2F88-49FF-F96A-C21A163051BE}"/>
              </a:ext>
            </a:extLst>
          </p:cNvPr>
          <p:cNvGrpSpPr/>
          <p:nvPr/>
        </p:nvGrpSpPr>
        <p:grpSpPr>
          <a:xfrm>
            <a:off x="7544066" y="1084837"/>
            <a:ext cx="2981160" cy="558360"/>
            <a:chOff x="7544066" y="1084837"/>
            <a:chExt cx="2981160" cy="558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B9C48B36-AD3E-E094-6046-39B94F3182A4}"/>
                    </a:ext>
                  </a:extLst>
                </p14:cNvPr>
                <p14:cNvContentPartPr/>
                <p14:nvPr/>
              </p14:nvContentPartPr>
              <p14:xfrm>
                <a:off x="7544066" y="1389397"/>
                <a:ext cx="194760" cy="6588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B9C48B36-AD3E-E094-6046-39B94F3182A4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7526066" y="1371397"/>
                  <a:ext cx="23040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C1ADC63A-AC98-6C71-A4CE-875D4A931FB5}"/>
                    </a:ext>
                  </a:extLst>
                </p14:cNvPr>
                <p14:cNvContentPartPr/>
                <p14:nvPr/>
              </p14:nvContentPartPr>
              <p14:xfrm>
                <a:off x="7812266" y="1193917"/>
                <a:ext cx="171000" cy="23724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C1ADC63A-AC98-6C71-A4CE-875D4A931FB5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7794626" y="1175917"/>
                  <a:ext cx="20664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34D339A5-D795-B9AF-012F-A677D3CB8EA7}"/>
                    </a:ext>
                  </a:extLst>
                </p14:cNvPr>
                <p14:cNvContentPartPr/>
                <p14:nvPr/>
              </p14:nvContentPartPr>
              <p14:xfrm>
                <a:off x="8162906" y="1347997"/>
                <a:ext cx="81720" cy="9432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34D339A5-D795-B9AF-012F-A677D3CB8EA7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8144906" y="1329997"/>
                  <a:ext cx="11736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780E8AE4-44C9-27A2-EBFE-7540E7B312AC}"/>
                    </a:ext>
                  </a:extLst>
                </p14:cNvPr>
                <p14:cNvContentPartPr/>
                <p14:nvPr/>
              </p14:nvContentPartPr>
              <p14:xfrm>
                <a:off x="8367746" y="1286437"/>
                <a:ext cx="135000" cy="10008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780E8AE4-44C9-27A2-EBFE-7540E7B312AC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8350106" y="1268437"/>
                  <a:ext cx="17064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D10E33CB-CAF8-1F32-38C8-8FB985AF2544}"/>
                    </a:ext>
                  </a:extLst>
                </p14:cNvPr>
                <p14:cNvContentPartPr/>
                <p14:nvPr/>
              </p14:nvContentPartPr>
              <p14:xfrm>
                <a:off x="8600306" y="1150717"/>
                <a:ext cx="67680" cy="16740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D10E33CB-CAF8-1F32-38C8-8FB985AF2544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8582666" y="1132717"/>
                  <a:ext cx="10332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3D6B7ECB-0B6F-D243-73CC-AC89C5567C1E}"/>
                    </a:ext>
                  </a:extLst>
                </p14:cNvPr>
                <p14:cNvContentPartPr/>
                <p14:nvPr/>
              </p14:nvContentPartPr>
              <p14:xfrm>
                <a:off x="8588066" y="1225957"/>
                <a:ext cx="157680" cy="6120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3D6B7ECB-0B6F-D243-73CC-AC89C5567C1E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8570066" y="1207957"/>
                  <a:ext cx="19332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EDBB77D3-853F-7A35-0A7B-DE1FAA066D8F}"/>
                    </a:ext>
                  </a:extLst>
                </p14:cNvPr>
                <p14:cNvContentPartPr/>
                <p14:nvPr/>
              </p14:nvContentPartPr>
              <p14:xfrm>
                <a:off x="7739546" y="1449157"/>
                <a:ext cx="1150200" cy="19404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EDBB77D3-853F-7A35-0A7B-DE1FAA066D8F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7721906" y="1431517"/>
                  <a:ext cx="118584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455EABD6-50FA-23C3-4D43-F37CDFF8E815}"/>
                    </a:ext>
                  </a:extLst>
                </p14:cNvPr>
                <p14:cNvContentPartPr/>
                <p14:nvPr/>
              </p14:nvContentPartPr>
              <p14:xfrm>
                <a:off x="9023666" y="1451317"/>
                <a:ext cx="81360" cy="2700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455EABD6-50FA-23C3-4D43-F37CDFF8E815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9006026" y="1433317"/>
                  <a:ext cx="11700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7C21ED52-B977-1D33-A79B-01E15565455E}"/>
                    </a:ext>
                  </a:extLst>
                </p14:cNvPr>
                <p14:cNvContentPartPr/>
                <p14:nvPr/>
              </p14:nvContentPartPr>
              <p14:xfrm>
                <a:off x="9060026" y="1555357"/>
                <a:ext cx="89280" cy="6264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7C21ED52-B977-1D33-A79B-01E15565455E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9042026" y="1537717"/>
                  <a:ext cx="12492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3ABCE059-C7AC-DF98-A47A-2DFBE7BF46A9}"/>
                    </a:ext>
                  </a:extLst>
                </p14:cNvPr>
                <p14:cNvContentPartPr/>
                <p14:nvPr/>
              </p14:nvContentPartPr>
              <p14:xfrm>
                <a:off x="9367466" y="1245037"/>
                <a:ext cx="177120" cy="1224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3ABCE059-C7AC-DF98-A47A-2DFBE7BF46A9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9349826" y="1227037"/>
                  <a:ext cx="21276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412E77C1-1F81-CB5A-EBFB-DEF87F663262}"/>
                    </a:ext>
                  </a:extLst>
                </p14:cNvPr>
                <p14:cNvContentPartPr/>
                <p14:nvPr/>
              </p14:nvContentPartPr>
              <p14:xfrm>
                <a:off x="9639626" y="1084837"/>
                <a:ext cx="194760" cy="24984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412E77C1-1F81-CB5A-EBFB-DEF87F663262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9621986" y="1067197"/>
                  <a:ext cx="23040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B5C72F2D-C476-9F2E-08DE-189964842966}"/>
                    </a:ext>
                  </a:extLst>
                </p14:cNvPr>
                <p14:cNvContentPartPr/>
                <p14:nvPr/>
              </p14:nvContentPartPr>
              <p14:xfrm>
                <a:off x="9996386" y="1246477"/>
                <a:ext cx="29880" cy="12240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B5C72F2D-C476-9F2E-08DE-189964842966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9978386" y="1228837"/>
                  <a:ext cx="6552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80B0CD68-ECBC-D60E-7D78-C7C828C845B3}"/>
                    </a:ext>
                  </a:extLst>
                </p14:cNvPr>
                <p14:cNvContentPartPr/>
                <p14:nvPr/>
              </p14:nvContentPartPr>
              <p14:xfrm>
                <a:off x="10002146" y="1107877"/>
                <a:ext cx="25200" cy="3816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80B0CD68-ECBC-D60E-7D78-C7C828C845B3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9984506" y="1089877"/>
                  <a:ext cx="6084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445DFBC6-DF6E-9E46-AB11-82F8336BFC34}"/>
                    </a:ext>
                  </a:extLst>
                </p14:cNvPr>
                <p14:cNvContentPartPr/>
                <p14:nvPr/>
              </p14:nvContentPartPr>
              <p14:xfrm>
                <a:off x="10129586" y="1195717"/>
                <a:ext cx="176400" cy="10476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445DFBC6-DF6E-9E46-AB11-82F8336BFC34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10111946" y="1178077"/>
                  <a:ext cx="21204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3F0AEB95-30DD-DFD4-F1C5-C225DFACCD70}"/>
                    </a:ext>
                  </a:extLst>
                </p14:cNvPr>
                <p14:cNvContentPartPr/>
                <p14:nvPr/>
              </p14:nvContentPartPr>
              <p14:xfrm>
                <a:off x="9511826" y="1455997"/>
                <a:ext cx="1013400" cy="12420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3F0AEB95-30DD-DFD4-F1C5-C225DFACCD70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9494186" y="1438357"/>
                  <a:ext cx="1049040" cy="159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0" name="Group 179">
            <a:extLst>
              <a:ext uri="{FF2B5EF4-FFF2-40B4-BE49-F238E27FC236}">
                <a16:creationId xmlns:a16="http://schemas.microsoft.com/office/drawing/2014/main" id="{429895D0-91BD-F4A3-CA0D-C78CEDFFB987}"/>
              </a:ext>
            </a:extLst>
          </p:cNvPr>
          <p:cNvGrpSpPr/>
          <p:nvPr/>
        </p:nvGrpSpPr>
        <p:grpSpPr>
          <a:xfrm>
            <a:off x="9769586" y="1761637"/>
            <a:ext cx="340200" cy="312120"/>
            <a:chOff x="9769586" y="1761637"/>
            <a:chExt cx="340200" cy="312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2579B49C-5BDE-CBD3-E3D7-95FDC7A95B38}"/>
                    </a:ext>
                  </a:extLst>
                </p14:cNvPr>
                <p14:cNvContentPartPr/>
                <p14:nvPr/>
              </p14:nvContentPartPr>
              <p14:xfrm>
                <a:off x="9769586" y="1828237"/>
                <a:ext cx="79560" cy="24552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2579B49C-5BDE-CBD3-E3D7-95FDC7A95B38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9751946" y="1810597"/>
                  <a:ext cx="11520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654670A8-1781-4E16-FD0A-5DA5D0E3ECC2}"/>
                    </a:ext>
                  </a:extLst>
                </p14:cNvPr>
                <p14:cNvContentPartPr/>
                <p14:nvPr/>
              </p14:nvContentPartPr>
              <p14:xfrm>
                <a:off x="9776786" y="1764877"/>
                <a:ext cx="200520" cy="20952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654670A8-1781-4E16-FD0A-5DA5D0E3ECC2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9759146" y="1747237"/>
                  <a:ext cx="23616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3B5BCADC-5DFF-7BD8-F993-33770C13718F}"/>
                    </a:ext>
                  </a:extLst>
                </p14:cNvPr>
                <p14:cNvContentPartPr/>
                <p14:nvPr/>
              </p14:nvContentPartPr>
              <p14:xfrm>
                <a:off x="10067666" y="1884037"/>
                <a:ext cx="42120" cy="13932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3B5BCADC-5DFF-7BD8-F993-33770C13718F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10049666" y="1866397"/>
                  <a:ext cx="7776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ECE3D0DB-B784-3748-3628-A28473BE5924}"/>
                    </a:ext>
                  </a:extLst>
                </p14:cNvPr>
                <p14:cNvContentPartPr/>
                <p14:nvPr/>
              </p14:nvContentPartPr>
              <p14:xfrm>
                <a:off x="10072706" y="1761637"/>
                <a:ext cx="8280" cy="1980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ECE3D0DB-B784-3748-3628-A28473BE5924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10054706" y="1743997"/>
                  <a:ext cx="43920" cy="55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2" name="Group 191">
            <a:extLst>
              <a:ext uri="{FF2B5EF4-FFF2-40B4-BE49-F238E27FC236}">
                <a16:creationId xmlns:a16="http://schemas.microsoft.com/office/drawing/2014/main" id="{A66D50A3-B84A-F532-EF52-281A35EA6280}"/>
              </a:ext>
            </a:extLst>
          </p:cNvPr>
          <p:cNvGrpSpPr/>
          <p:nvPr/>
        </p:nvGrpSpPr>
        <p:grpSpPr>
          <a:xfrm>
            <a:off x="10689386" y="956677"/>
            <a:ext cx="1123920" cy="918000"/>
            <a:chOff x="10689386" y="956677"/>
            <a:chExt cx="1123920" cy="918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D7F9D6DF-87D1-681F-57A1-6C5A348DFC58}"/>
                    </a:ext>
                  </a:extLst>
                </p14:cNvPr>
                <p14:cNvContentPartPr/>
                <p14:nvPr/>
              </p14:nvContentPartPr>
              <p14:xfrm>
                <a:off x="10689386" y="1415317"/>
                <a:ext cx="192240" cy="4608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D7F9D6DF-87D1-681F-57A1-6C5A348DFC58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10671746" y="1397677"/>
                  <a:ext cx="22788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8A25EBEA-D3BC-24DF-E6AD-B7DA50767DD4}"/>
                    </a:ext>
                  </a:extLst>
                </p14:cNvPr>
                <p14:cNvContentPartPr/>
                <p14:nvPr/>
              </p14:nvContentPartPr>
              <p14:xfrm>
                <a:off x="10986386" y="956677"/>
                <a:ext cx="195480" cy="27792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8A25EBEA-D3BC-24DF-E6AD-B7DA50767DD4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10968746" y="939037"/>
                  <a:ext cx="231120" cy="31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EE34E3BF-4E96-3F05-4E81-462B0491616C}"/>
                    </a:ext>
                  </a:extLst>
                </p14:cNvPr>
                <p14:cNvContentPartPr/>
                <p14:nvPr/>
              </p14:nvContentPartPr>
              <p14:xfrm>
                <a:off x="11296706" y="1183837"/>
                <a:ext cx="20520" cy="9468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EE34E3BF-4E96-3F05-4E81-462B0491616C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11279066" y="1165837"/>
                  <a:ext cx="5616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403F7979-38CB-00BC-2BA7-EE66FF0801EC}"/>
                    </a:ext>
                  </a:extLst>
                </p14:cNvPr>
                <p14:cNvContentPartPr/>
                <p14:nvPr/>
              </p14:nvContentPartPr>
              <p14:xfrm>
                <a:off x="11286266" y="1084837"/>
                <a:ext cx="14040" cy="3996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403F7979-38CB-00BC-2BA7-EE66FF0801EC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11268266" y="1067197"/>
                  <a:ext cx="4968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EF07792F-6E56-4292-3F05-6AB022CFFE97}"/>
                    </a:ext>
                  </a:extLst>
                </p14:cNvPr>
                <p14:cNvContentPartPr/>
                <p14:nvPr/>
              </p14:nvContentPartPr>
              <p14:xfrm>
                <a:off x="11396066" y="1123357"/>
                <a:ext cx="126000" cy="9468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EF07792F-6E56-4292-3F05-6AB022CFFE97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11378426" y="1105357"/>
                  <a:ext cx="16164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A2CA57AD-74DC-9469-60E2-7874A9F8DD07}"/>
                    </a:ext>
                  </a:extLst>
                </p14:cNvPr>
                <p14:cNvContentPartPr/>
                <p14:nvPr/>
              </p14:nvContentPartPr>
              <p14:xfrm>
                <a:off x="11087546" y="1345117"/>
                <a:ext cx="725760" cy="11304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A2CA57AD-74DC-9469-60E2-7874A9F8DD07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11069906" y="1327117"/>
                  <a:ext cx="76140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4D3C6C75-299A-F2F0-F3BA-0856EA746C51}"/>
                    </a:ext>
                  </a:extLst>
                </p14:cNvPr>
                <p14:cNvContentPartPr/>
                <p14:nvPr/>
              </p14:nvContentPartPr>
              <p14:xfrm>
                <a:off x="11247746" y="1511437"/>
                <a:ext cx="54000" cy="31680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4D3C6C75-299A-F2F0-F3BA-0856EA746C51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11230106" y="1493437"/>
                  <a:ext cx="89640" cy="35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6C8B2A52-BB40-77B6-2C52-2496317768B4}"/>
                    </a:ext>
                  </a:extLst>
                </p14:cNvPr>
                <p14:cNvContentPartPr/>
                <p14:nvPr/>
              </p14:nvContentPartPr>
              <p14:xfrm>
                <a:off x="11215706" y="1523317"/>
                <a:ext cx="204120" cy="15156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6C8B2A52-BB40-77B6-2C52-2496317768B4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11198066" y="1505317"/>
                  <a:ext cx="23976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DFD540BC-7054-1782-1184-C036EFB7F192}"/>
                    </a:ext>
                  </a:extLst>
                </p14:cNvPr>
                <p14:cNvContentPartPr/>
                <p14:nvPr/>
              </p14:nvContentPartPr>
              <p14:xfrm>
                <a:off x="11489666" y="1576597"/>
                <a:ext cx="74160" cy="29808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DFD540BC-7054-1782-1184-C036EFB7F192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11472026" y="1558597"/>
                  <a:ext cx="109800" cy="33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006B7ADB-006C-424E-3911-0CA71FF8081C}"/>
                    </a:ext>
                  </a:extLst>
                </p14:cNvPr>
                <p14:cNvContentPartPr/>
                <p14:nvPr/>
              </p14:nvContentPartPr>
              <p14:xfrm>
                <a:off x="11452946" y="1704397"/>
                <a:ext cx="92160" cy="12672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006B7ADB-006C-424E-3911-0CA71FF8081C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11434946" y="1686757"/>
                  <a:ext cx="127800" cy="162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DC11124E-988F-97A1-3702-9CCEDF0F35F9}"/>
              </a:ext>
            </a:extLst>
          </p:cNvPr>
          <p:cNvGrpSpPr/>
          <p:nvPr/>
        </p:nvGrpSpPr>
        <p:grpSpPr>
          <a:xfrm>
            <a:off x="7424906" y="2810677"/>
            <a:ext cx="1089720" cy="346320"/>
            <a:chOff x="7424906" y="2810677"/>
            <a:chExt cx="1089720" cy="346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17466064-E838-1B80-E2FD-68FD2A3340C2}"/>
                    </a:ext>
                  </a:extLst>
                </p14:cNvPr>
                <p14:cNvContentPartPr/>
                <p14:nvPr/>
              </p14:nvContentPartPr>
              <p14:xfrm>
                <a:off x="7424906" y="2810677"/>
                <a:ext cx="223920" cy="32436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17466064-E838-1B80-E2FD-68FD2A3340C2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7406906" y="2793037"/>
                  <a:ext cx="259560" cy="36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B87C9439-73AF-B7C8-E33D-E8A457A90C0D}"/>
                    </a:ext>
                  </a:extLst>
                </p14:cNvPr>
                <p14:cNvContentPartPr/>
                <p14:nvPr/>
              </p14:nvContentPartPr>
              <p14:xfrm>
                <a:off x="7746026" y="3015877"/>
                <a:ext cx="105480" cy="14112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B87C9439-73AF-B7C8-E33D-E8A457A90C0D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7728026" y="2997877"/>
                  <a:ext cx="14112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6BDD4D65-403C-2292-18FD-984CDEC080A3}"/>
                    </a:ext>
                  </a:extLst>
                </p14:cNvPr>
                <p14:cNvContentPartPr/>
                <p14:nvPr/>
              </p14:nvContentPartPr>
              <p14:xfrm>
                <a:off x="7955186" y="2968717"/>
                <a:ext cx="132120" cy="13824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6BDD4D65-403C-2292-18FD-984CDEC080A3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7937186" y="2950717"/>
                  <a:ext cx="16776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79817ABE-11B2-60AB-03D7-28FAAB1924AE}"/>
                    </a:ext>
                  </a:extLst>
                </p14:cNvPr>
                <p14:cNvContentPartPr/>
                <p14:nvPr/>
              </p14:nvContentPartPr>
              <p14:xfrm>
                <a:off x="8183426" y="2818597"/>
                <a:ext cx="59400" cy="26388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79817ABE-11B2-60AB-03D7-28FAAB1924AE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8165786" y="2800957"/>
                  <a:ext cx="95040" cy="29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93060DCF-F6A6-8701-D8C8-14843FB2F146}"/>
                    </a:ext>
                  </a:extLst>
                </p14:cNvPr>
                <p14:cNvContentPartPr/>
                <p14:nvPr/>
              </p14:nvContentPartPr>
              <p14:xfrm>
                <a:off x="8148866" y="2921917"/>
                <a:ext cx="92160" cy="6372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93060DCF-F6A6-8701-D8C8-14843FB2F146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8131226" y="2903917"/>
                  <a:ext cx="12780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7A80BAD3-FEDB-9B0D-A669-517EC99AE930}"/>
                    </a:ext>
                  </a:extLst>
                </p14:cNvPr>
                <p14:cNvContentPartPr/>
                <p14:nvPr/>
              </p14:nvContentPartPr>
              <p14:xfrm>
                <a:off x="8354066" y="2978437"/>
                <a:ext cx="160560" cy="10332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7A80BAD3-FEDB-9B0D-A669-517EC99AE930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8336426" y="2960437"/>
                  <a:ext cx="196200" cy="138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02">
            <p14:nvContentPartPr>
              <p14:cNvPr id="215" name="Ink 214">
                <a:extLst>
                  <a:ext uri="{FF2B5EF4-FFF2-40B4-BE49-F238E27FC236}">
                    <a16:creationId xmlns:a16="http://schemas.microsoft.com/office/drawing/2014/main" id="{92CB59B6-07B4-1180-2692-3C8E3B68C0DB}"/>
                  </a:ext>
                </a:extLst>
              </p14:cNvPr>
              <p14:cNvContentPartPr/>
              <p14:nvPr/>
            </p14:nvContentPartPr>
            <p14:xfrm>
              <a:off x="10521626" y="2468317"/>
              <a:ext cx="146160" cy="577440"/>
            </p14:xfrm>
          </p:contentPart>
        </mc:Choice>
        <mc:Fallback xmlns="">
          <p:pic>
            <p:nvPicPr>
              <p:cNvPr id="215" name="Ink 214">
                <a:extLst>
                  <a:ext uri="{FF2B5EF4-FFF2-40B4-BE49-F238E27FC236}">
                    <a16:creationId xmlns:a16="http://schemas.microsoft.com/office/drawing/2014/main" id="{92CB59B6-07B4-1180-2692-3C8E3B68C0DB}"/>
                  </a:ext>
                </a:extLst>
              </p:cNvPr>
              <p:cNvPicPr/>
              <p:nvPr/>
            </p:nvPicPr>
            <p:blipFill>
              <a:blip r:embed="rId303"/>
              <a:stretch>
                <a:fillRect/>
              </a:stretch>
            </p:blipFill>
            <p:spPr>
              <a:xfrm>
                <a:off x="10503626" y="2450677"/>
                <a:ext cx="181800" cy="613080"/>
              </a:xfrm>
              <a:prstGeom prst="rect">
                <a:avLst/>
              </a:prstGeom>
            </p:spPr>
          </p:pic>
        </mc:Fallback>
      </mc:AlternateContent>
      <p:grpSp>
        <p:nvGrpSpPr>
          <p:cNvPr id="242" name="Group 241">
            <a:extLst>
              <a:ext uri="{FF2B5EF4-FFF2-40B4-BE49-F238E27FC236}">
                <a16:creationId xmlns:a16="http://schemas.microsoft.com/office/drawing/2014/main" id="{FEA9189F-3C46-DE13-B591-7A351DED3638}"/>
              </a:ext>
            </a:extLst>
          </p:cNvPr>
          <p:cNvGrpSpPr/>
          <p:nvPr/>
        </p:nvGrpSpPr>
        <p:grpSpPr>
          <a:xfrm>
            <a:off x="10752249" y="2249794"/>
            <a:ext cx="1326600" cy="1495800"/>
            <a:chOff x="10752249" y="2249794"/>
            <a:chExt cx="1326600" cy="1495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C9D0ADCC-284B-109B-1D5C-66236551AFF8}"/>
                    </a:ext>
                  </a:extLst>
                </p14:cNvPr>
                <p14:cNvContentPartPr/>
                <p14:nvPr/>
              </p14:nvContentPartPr>
              <p14:xfrm>
                <a:off x="10768809" y="2527354"/>
                <a:ext cx="83160" cy="29484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C9D0ADCC-284B-109B-1D5C-66236551AFF8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10751169" y="2509354"/>
                  <a:ext cx="118800" cy="33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BF8D65AA-1BAD-AFE0-7389-1DADF41B2540}"/>
                    </a:ext>
                  </a:extLst>
                </p14:cNvPr>
                <p14:cNvContentPartPr/>
                <p14:nvPr/>
              </p14:nvContentPartPr>
              <p14:xfrm>
                <a:off x="10752249" y="2502874"/>
                <a:ext cx="178200" cy="17640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BF8D65AA-1BAD-AFE0-7389-1DADF41B2540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10734609" y="2485234"/>
                  <a:ext cx="213840" cy="21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9E989517-20F8-FADA-2DB6-5356A467DCD9}"/>
                    </a:ext>
                  </a:extLst>
                </p14:cNvPr>
                <p14:cNvContentPartPr/>
                <p14:nvPr/>
              </p14:nvContentPartPr>
              <p14:xfrm>
                <a:off x="11081289" y="2564434"/>
                <a:ext cx="115920" cy="28080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9E989517-20F8-FADA-2DB6-5356A467DCD9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11063649" y="2546434"/>
                  <a:ext cx="15156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D24B0DEE-A0B0-9169-C836-3262F373942B}"/>
                    </a:ext>
                  </a:extLst>
                </p14:cNvPr>
                <p14:cNvContentPartPr/>
                <p14:nvPr/>
              </p14:nvContentPartPr>
              <p14:xfrm>
                <a:off x="11085969" y="2655874"/>
                <a:ext cx="112680" cy="21780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D24B0DEE-A0B0-9169-C836-3262F373942B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11068329" y="2637874"/>
                  <a:ext cx="14832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617F22B1-9AEC-6BD8-75F7-6A5E569F3F1C}"/>
                    </a:ext>
                  </a:extLst>
                </p14:cNvPr>
                <p14:cNvContentPartPr/>
                <p14:nvPr/>
              </p14:nvContentPartPr>
              <p14:xfrm>
                <a:off x="11301609" y="2562994"/>
                <a:ext cx="146160" cy="14976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617F22B1-9AEC-6BD8-75F7-6A5E569F3F1C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11283609" y="2545354"/>
                  <a:ext cx="18180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33B79E17-4CC0-1450-E45B-A0BB3B282004}"/>
                    </a:ext>
                  </a:extLst>
                </p14:cNvPr>
                <p14:cNvContentPartPr/>
                <p14:nvPr/>
              </p14:nvContentPartPr>
              <p14:xfrm>
                <a:off x="11622369" y="2436994"/>
                <a:ext cx="68760" cy="24696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33B79E17-4CC0-1450-E45B-A0BB3B282004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11604729" y="2419354"/>
                  <a:ext cx="104400" cy="28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2DFAE18F-69E4-4B54-CC5C-B47C86A09930}"/>
                    </a:ext>
                  </a:extLst>
                </p14:cNvPr>
                <p14:cNvContentPartPr/>
                <p14:nvPr/>
              </p14:nvContentPartPr>
              <p14:xfrm>
                <a:off x="11623449" y="2372554"/>
                <a:ext cx="154440" cy="20232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2DFAE18F-69E4-4B54-CC5C-B47C86A09930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11605809" y="2354554"/>
                  <a:ext cx="19008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2707BB99-3D4E-2D3C-254C-9EE5F23CB84E}"/>
                    </a:ext>
                  </a:extLst>
                </p14:cNvPr>
                <p14:cNvContentPartPr/>
                <p14:nvPr/>
              </p14:nvContentPartPr>
              <p14:xfrm>
                <a:off x="11864649" y="2543194"/>
                <a:ext cx="27000" cy="10188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2707BB99-3D4E-2D3C-254C-9EE5F23CB84E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11846649" y="2525194"/>
                  <a:ext cx="6264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8DF7910B-D63C-CFAE-F8BE-19645D593EE5}"/>
                    </a:ext>
                  </a:extLst>
                </p14:cNvPr>
                <p14:cNvContentPartPr/>
                <p14:nvPr/>
              </p14:nvContentPartPr>
              <p14:xfrm>
                <a:off x="11863929" y="2425474"/>
                <a:ext cx="15840" cy="5652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8DF7910B-D63C-CFAE-F8BE-19645D593EE5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11846289" y="2407474"/>
                  <a:ext cx="5148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33B2E7A5-AFFC-CA74-453F-669EA9985CF3}"/>
                    </a:ext>
                  </a:extLst>
                </p14:cNvPr>
                <p14:cNvContentPartPr/>
                <p14:nvPr/>
              </p14:nvContentPartPr>
              <p14:xfrm>
                <a:off x="11957889" y="2249794"/>
                <a:ext cx="120960" cy="51372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33B2E7A5-AFFC-CA74-453F-669EA9985CF3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11940249" y="2231794"/>
                  <a:ext cx="156600" cy="54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09F5ABEA-FD8D-4DC7-FF28-C66BC5B702DD}"/>
                    </a:ext>
                  </a:extLst>
                </p14:cNvPr>
                <p14:cNvContentPartPr/>
                <p14:nvPr/>
              </p14:nvContentPartPr>
              <p14:xfrm>
                <a:off x="10797249" y="2843794"/>
                <a:ext cx="1122480" cy="16704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09F5ABEA-FD8D-4DC7-FF28-C66BC5B702DD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10779609" y="2825794"/>
                  <a:ext cx="115812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A1CC27F2-2A00-6D10-3F93-2BA53E00F2D3}"/>
                    </a:ext>
                  </a:extLst>
                </p14:cNvPr>
                <p14:cNvContentPartPr/>
                <p14:nvPr/>
              </p14:nvContentPartPr>
              <p14:xfrm>
                <a:off x="10950249" y="3231154"/>
                <a:ext cx="83520" cy="272160"/>
              </p14:xfrm>
            </p:contentPart>
          </mc:Choice>
          <mc:Fallback xmlns=""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A1CC27F2-2A00-6D10-3F93-2BA53E00F2D3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10932609" y="3213154"/>
                  <a:ext cx="119160" cy="30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546519C0-9919-7258-C15F-7DCBB5DD7EF2}"/>
                    </a:ext>
                  </a:extLst>
                </p14:cNvPr>
                <p14:cNvContentPartPr/>
                <p14:nvPr/>
              </p14:nvContentPartPr>
              <p14:xfrm>
                <a:off x="10938009" y="3168514"/>
                <a:ext cx="191520" cy="21600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546519C0-9919-7258-C15F-7DCBB5DD7EF2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10920369" y="3150514"/>
                  <a:ext cx="227160" cy="25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D2531B0C-2293-DE99-FCB9-72148E60EE5F}"/>
                    </a:ext>
                  </a:extLst>
                </p14:cNvPr>
                <p14:cNvContentPartPr/>
                <p14:nvPr/>
              </p14:nvContentPartPr>
              <p14:xfrm>
                <a:off x="11249769" y="3363274"/>
                <a:ext cx="1800" cy="108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D2531B0C-2293-DE99-FCB9-72148E60EE5F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11232129" y="3345634"/>
                  <a:ext cx="3744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C542A716-6205-F064-F0D8-316125793AD8}"/>
                    </a:ext>
                  </a:extLst>
                </p14:cNvPr>
                <p14:cNvContentPartPr/>
                <p14:nvPr/>
              </p14:nvContentPartPr>
              <p14:xfrm>
                <a:off x="11237169" y="3344194"/>
                <a:ext cx="45000" cy="16056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C542A716-6205-F064-F0D8-316125793AD8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11219169" y="3326194"/>
                  <a:ext cx="8064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4446DE38-D6C5-C8A2-D0A4-BDFD2255C67E}"/>
                    </a:ext>
                  </a:extLst>
                </p14:cNvPr>
                <p14:cNvContentPartPr/>
                <p14:nvPr/>
              </p14:nvContentPartPr>
              <p14:xfrm>
                <a:off x="11228169" y="3213154"/>
                <a:ext cx="11520" cy="29160"/>
              </p14:xfrm>
            </p:contentPart>
          </mc:Choice>
          <mc:Fallback xmlns=""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4446DE38-D6C5-C8A2-D0A4-BDFD2255C67E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11210529" y="3195514"/>
                  <a:ext cx="4716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74FF8141-361C-2D66-30F1-E41213051F18}"/>
                    </a:ext>
                  </a:extLst>
                </p14:cNvPr>
                <p14:cNvContentPartPr/>
                <p14:nvPr/>
              </p14:nvContentPartPr>
              <p14:xfrm>
                <a:off x="11351289" y="3451834"/>
                <a:ext cx="8280" cy="1584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74FF8141-361C-2D66-30F1-E41213051F18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11333289" y="3434194"/>
                  <a:ext cx="4392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01977E5D-66D8-DDE4-B746-11D00E83AC69}"/>
                    </a:ext>
                  </a:extLst>
                </p14:cNvPr>
                <p14:cNvContentPartPr/>
                <p14:nvPr/>
              </p14:nvContentPartPr>
              <p14:xfrm>
                <a:off x="11519049" y="3171754"/>
                <a:ext cx="70920" cy="269280"/>
              </p14:xfrm>
            </p:contentPart>
          </mc:Choice>
          <mc:Fallback xmlns=""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01977E5D-66D8-DDE4-B746-11D00E83AC69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11501049" y="3153754"/>
                  <a:ext cx="106560" cy="30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CCC81E3D-78F5-9296-A119-45366227F889}"/>
                    </a:ext>
                  </a:extLst>
                </p14:cNvPr>
                <p14:cNvContentPartPr/>
                <p14:nvPr/>
              </p14:nvContentPartPr>
              <p14:xfrm>
                <a:off x="11539569" y="3101554"/>
                <a:ext cx="114840" cy="204840"/>
              </p14:xfrm>
            </p:contentPart>
          </mc:Choice>
          <mc:Fallback xmlns=""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CCC81E3D-78F5-9296-A119-45366227F889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11521569" y="3083914"/>
                  <a:ext cx="15048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FEA8C4B2-7FB6-A875-6BA1-F21CCAA8EF2D}"/>
                    </a:ext>
                  </a:extLst>
                </p14:cNvPr>
                <p14:cNvContentPartPr/>
                <p14:nvPr/>
              </p14:nvContentPartPr>
              <p14:xfrm>
                <a:off x="11748729" y="3184714"/>
                <a:ext cx="128880" cy="21780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FEA8C4B2-7FB6-A875-6BA1-F21CCAA8EF2D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11731089" y="3167074"/>
                  <a:ext cx="16452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AF3A6166-0D48-436E-3DA0-9595A35E0FD4}"/>
                    </a:ext>
                  </a:extLst>
                </p14:cNvPr>
                <p14:cNvContentPartPr/>
                <p14:nvPr/>
              </p14:nvContentPartPr>
              <p14:xfrm>
                <a:off x="11512209" y="2872594"/>
                <a:ext cx="510840" cy="87300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AF3A6166-0D48-436E-3DA0-9595A35E0FD4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11494209" y="2854594"/>
                  <a:ext cx="546480" cy="90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1" name="Group 240">
            <a:extLst>
              <a:ext uri="{FF2B5EF4-FFF2-40B4-BE49-F238E27FC236}">
                <a16:creationId xmlns:a16="http://schemas.microsoft.com/office/drawing/2014/main" id="{EF9DCA05-D327-F470-D222-D7A542B55DB1}"/>
              </a:ext>
            </a:extLst>
          </p:cNvPr>
          <p:cNvGrpSpPr/>
          <p:nvPr/>
        </p:nvGrpSpPr>
        <p:grpSpPr>
          <a:xfrm>
            <a:off x="8749346" y="2497474"/>
            <a:ext cx="1603080" cy="644760"/>
            <a:chOff x="8749346" y="2497474"/>
            <a:chExt cx="1603080" cy="644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6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77BC0D87-C540-77F0-65FA-FAE6C5FB703D}"/>
                    </a:ext>
                  </a:extLst>
                </p14:cNvPr>
                <p14:cNvContentPartPr/>
                <p14:nvPr/>
              </p14:nvContentPartPr>
              <p14:xfrm>
                <a:off x="8749346" y="2784037"/>
                <a:ext cx="187920" cy="23796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77BC0D87-C540-77F0-65FA-FAE6C5FB703D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8731346" y="2766397"/>
                  <a:ext cx="223560" cy="2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45815E90-3FA5-2460-3724-77E8F30D732F}"/>
                    </a:ext>
                  </a:extLst>
                </p14:cNvPr>
                <p14:cNvContentPartPr/>
                <p14:nvPr/>
              </p14:nvContentPartPr>
              <p14:xfrm>
                <a:off x="9088106" y="2925157"/>
                <a:ext cx="27720" cy="14220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45815E90-3FA5-2460-3724-77E8F30D732F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9070106" y="2907157"/>
                  <a:ext cx="6336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0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0342521B-29D1-1BB5-2E4E-9276893F1E49}"/>
                    </a:ext>
                  </a:extLst>
                </p14:cNvPr>
                <p14:cNvContentPartPr/>
                <p14:nvPr/>
              </p14:nvContentPartPr>
              <p14:xfrm>
                <a:off x="9084506" y="2822557"/>
                <a:ext cx="23760" cy="2232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0342521B-29D1-1BB5-2E4E-9276893F1E49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9066506" y="2804557"/>
                  <a:ext cx="5940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2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F7EE6D46-9872-A511-03BD-A5F61572F0DD}"/>
                    </a:ext>
                  </a:extLst>
                </p14:cNvPr>
                <p14:cNvContentPartPr/>
                <p14:nvPr/>
              </p14:nvContentPartPr>
              <p14:xfrm>
                <a:off x="9241826" y="2902477"/>
                <a:ext cx="49320" cy="13716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F7EE6D46-9872-A511-03BD-A5F61572F0DD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9223826" y="2884837"/>
                  <a:ext cx="8496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4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8742CF47-F896-D852-2A8E-909C7E4E7E03}"/>
                    </a:ext>
                  </a:extLst>
                </p14:cNvPr>
                <p14:cNvContentPartPr/>
                <p14:nvPr/>
              </p14:nvContentPartPr>
              <p14:xfrm>
                <a:off x="9246146" y="2812477"/>
                <a:ext cx="1440" cy="144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8742CF47-F896-D852-2A8E-909C7E4E7E03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9228506" y="2794477"/>
                  <a:ext cx="3708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6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7A0E03EB-F352-D385-906C-59A68D9034C7}"/>
                    </a:ext>
                  </a:extLst>
                </p14:cNvPr>
                <p14:cNvContentPartPr/>
                <p14:nvPr/>
              </p14:nvContentPartPr>
              <p14:xfrm>
                <a:off x="9268106" y="2888077"/>
                <a:ext cx="148680" cy="13212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7A0E03EB-F352-D385-906C-59A68D9034C7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9250466" y="2870077"/>
                  <a:ext cx="18432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8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DEFD9BFE-7E96-E085-97EE-3B5D77760518}"/>
                    </a:ext>
                  </a:extLst>
                </p14:cNvPr>
                <p14:cNvContentPartPr/>
                <p14:nvPr/>
              </p14:nvContentPartPr>
              <p14:xfrm>
                <a:off x="9560066" y="2910397"/>
                <a:ext cx="33840" cy="3888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DEFD9BFE-7E96-E085-97EE-3B5D77760518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9542066" y="2892397"/>
                  <a:ext cx="6948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0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427049A0-34EA-9FD3-5D83-01FA12AD3C89}"/>
                    </a:ext>
                  </a:extLst>
                </p14:cNvPr>
                <p14:cNvContentPartPr/>
                <p14:nvPr/>
              </p14:nvContentPartPr>
              <p14:xfrm>
                <a:off x="9792266" y="2714197"/>
                <a:ext cx="56160" cy="25956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427049A0-34EA-9FD3-5D83-01FA12AD3C89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9774266" y="2696197"/>
                  <a:ext cx="91800" cy="29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2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2A5E3648-AE57-E06C-EB2B-25288E42E8FD}"/>
                    </a:ext>
                  </a:extLst>
                </p14:cNvPr>
                <p14:cNvContentPartPr/>
                <p14:nvPr/>
              </p14:nvContentPartPr>
              <p14:xfrm>
                <a:off x="9768146" y="2711677"/>
                <a:ext cx="168120" cy="17100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2A5E3648-AE57-E06C-EB2B-25288E42E8FD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9750146" y="2694037"/>
                  <a:ext cx="20376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4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096193D7-BF87-FFDE-B5E2-2B8BF329F85C}"/>
                    </a:ext>
                  </a:extLst>
                </p14:cNvPr>
                <p14:cNvContentPartPr/>
                <p14:nvPr/>
              </p14:nvContentPartPr>
              <p14:xfrm>
                <a:off x="10068386" y="2785837"/>
                <a:ext cx="91440" cy="29520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096193D7-BF87-FFDE-B5E2-2B8BF329F85C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10050386" y="2768197"/>
                  <a:ext cx="127080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6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4E077989-224B-6950-A1F8-0C8A687FC441}"/>
                    </a:ext>
                  </a:extLst>
                </p14:cNvPr>
                <p14:cNvContentPartPr/>
                <p14:nvPr/>
              </p14:nvContentPartPr>
              <p14:xfrm>
                <a:off x="10083146" y="2899237"/>
                <a:ext cx="81000" cy="10044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4E077989-224B-6950-A1F8-0C8A687FC441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10065506" y="2881237"/>
                  <a:ext cx="11664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8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C1AB21A5-ED69-6B74-096A-740977F5C8A2}"/>
                    </a:ext>
                  </a:extLst>
                </p14:cNvPr>
                <p14:cNvContentPartPr/>
                <p14:nvPr/>
              </p14:nvContentPartPr>
              <p14:xfrm>
                <a:off x="10351706" y="2828317"/>
                <a:ext cx="720" cy="144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C1AB21A5-ED69-6B74-096A-740977F5C8A2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10334066" y="2810677"/>
                  <a:ext cx="3636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0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69486487-B8D5-4EDC-D745-738411B8B225}"/>
                    </a:ext>
                  </a:extLst>
                </p14:cNvPr>
                <p14:cNvContentPartPr/>
                <p14:nvPr/>
              </p14:nvContentPartPr>
              <p14:xfrm>
                <a:off x="9950889" y="2497474"/>
                <a:ext cx="340560" cy="64476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69486487-B8D5-4EDC-D745-738411B8B225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9932889" y="2479834"/>
                  <a:ext cx="376200" cy="680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0" name="Group 249">
            <a:extLst>
              <a:ext uri="{FF2B5EF4-FFF2-40B4-BE49-F238E27FC236}">
                <a16:creationId xmlns:a16="http://schemas.microsoft.com/office/drawing/2014/main" id="{FA08783E-267A-66DC-A2E7-6CC85933D216}"/>
              </a:ext>
            </a:extLst>
          </p:cNvPr>
          <p:cNvGrpSpPr/>
          <p:nvPr/>
        </p:nvGrpSpPr>
        <p:grpSpPr>
          <a:xfrm>
            <a:off x="8374809" y="4301074"/>
            <a:ext cx="148320" cy="144720"/>
            <a:chOff x="8374809" y="4301074"/>
            <a:chExt cx="148320" cy="144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2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68E4FA93-F8C7-AB2C-5E76-1B92FBC65265}"/>
                    </a:ext>
                  </a:extLst>
                </p14:cNvPr>
                <p14:cNvContentPartPr/>
                <p14:nvPr/>
              </p14:nvContentPartPr>
              <p14:xfrm>
                <a:off x="8374809" y="4301074"/>
                <a:ext cx="148320" cy="1692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68E4FA93-F8C7-AB2C-5E76-1B92FBC65265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8357169" y="4283074"/>
                  <a:ext cx="18396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4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6103F19F-8F29-E654-B528-C043632C66AC}"/>
                    </a:ext>
                  </a:extLst>
                </p14:cNvPr>
                <p14:cNvContentPartPr/>
                <p14:nvPr/>
              </p14:nvContentPartPr>
              <p14:xfrm>
                <a:off x="8419449" y="4420234"/>
                <a:ext cx="86400" cy="25560"/>
              </p14:xfrm>
            </p:contentPart>
          </mc:Choice>
          <mc:Fallback xmlns=""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6103F19F-8F29-E654-B528-C043632C66AC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8401449" y="4402594"/>
                  <a:ext cx="122040" cy="61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9" name="Group 248">
            <a:extLst>
              <a:ext uri="{FF2B5EF4-FFF2-40B4-BE49-F238E27FC236}">
                <a16:creationId xmlns:a16="http://schemas.microsoft.com/office/drawing/2014/main" id="{61DD95C8-ABC1-ABD6-33DD-968876183EDC}"/>
              </a:ext>
            </a:extLst>
          </p:cNvPr>
          <p:cNvGrpSpPr/>
          <p:nvPr/>
        </p:nvGrpSpPr>
        <p:grpSpPr>
          <a:xfrm>
            <a:off x="8784849" y="4173634"/>
            <a:ext cx="633240" cy="400680"/>
            <a:chOff x="8784849" y="4173634"/>
            <a:chExt cx="633240" cy="400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6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12DF1E87-913E-D538-2B74-098CFC98A028}"/>
                    </a:ext>
                  </a:extLst>
                </p14:cNvPr>
                <p14:cNvContentPartPr/>
                <p14:nvPr/>
              </p14:nvContentPartPr>
              <p14:xfrm>
                <a:off x="8784849" y="4173634"/>
                <a:ext cx="220320" cy="343440"/>
              </p14:xfrm>
            </p:contentPart>
          </mc:Choice>
          <mc:Fallback xmlns=""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12DF1E87-913E-D538-2B74-098CFC98A028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8767209" y="4155994"/>
                  <a:ext cx="255960" cy="37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8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ECFF60B9-2BB2-DCEB-55A4-5AEB7DEA0066}"/>
                    </a:ext>
                  </a:extLst>
                </p14:cNvPr>
                <p14:cNvContentPartPr/>
                <p14:nvPr/>
              </p14:nvContentPartPr>
              <p14:xfrm>
                <a:off x="9145569" y="4445434"/>
                <a:ext cx="33120" cy="128880"/>
              </p14:xfrm>
            </p:contentPart>
          </mc:Choice>
          <mc:Fallback xmlns=""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ECFF60B9-2BB2-DCEB-55A4-5AEB7DEA0066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9127929" y="4427794"/>
                  <a:ext cx="6876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0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5DD4DFBE-82E1-8E8F-FEE2-42B4BC4CFBBF}"/>
                    </a:ext>
                  </a:extLst>
                </p14:cNvPr>
                <p14:cNvContentPartPr/>
                <p14:nvPr/>
              </p14:nvContentPartPr>
              <p14:xfrm>
                <a:off x="9123249" y="4298914"/>
                <a:ext cx="45000" cy="5004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5DD4DFBE-82E1-8E8F-FEE2-42B4BC4CFBBF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9105249" y="4281274"/>
                  <a:ext cx="8064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2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FFAA343C-9410-299F-7754-FAC0CBF94BDD}"/>
                    </a:ext>
                  </a:extLst>
                </p14:cNvPr>
                <p14:cNvContentPartPr/>
                <p14:nvPr/>
              </p14:nvContentPartPr>
              <p14:xfrm>
                <a:off x="9282009" y="4370554"/>
                <a:ext cx="136080" cy="111960"/>
              </p14:xfrm>
            </p:contentPart>
          </mc:Choice>
          <mc:Fallback xmlns=""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FFAA343C-9410-299F-7754-FAC0CBF94BDD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9264009" y="4352914"/>
                  <a:ext cx="171720" cy="147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5" name="Group 264">
            <a:extLst>
              <a:ext uri="{FF2B5EF4-FFF2-40B4-BE49-F238E27FC236}">
                <a16:creationId xmlns:a16="http://schemas.microsoft.com/office/drawing/2014/main" id="{256C4938-3E0D-DA20-D1F7-CDCFB57FDCD0}"/>
              </a:ext>
            </a:extLst>
          </p:cNvPr>
          <p:cNvGrpSpPr/>
          <p:nvPr/>
        </p:nvGrpSpPr>
        <p:grpSpPr>
          <a:xfrm>
            <a:off x="9732369" y="3836314"/>
            <a:ext cx="1603440" cy="628200"/>
            <a:chOff x="9732369" y="3836314"/>
            <a:chExt cx="1603440" cy="628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4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40AB486C-3027-7C32-26A2-2CFE7E3DD2A4}"/>
                    </a:ext>
                  </a:extLst>
                </p14:cNvPr>
                <p14:cNvContentPartPr/>
                <p14:nvPr/>
              </p14:nvContentPartPr>
              <p14:xfrm>
                <a:off x="9732369" y="3967354"/>
                <a:ext cx="106920" cy="299520"/>
              </p14:xfrm>
            </p:contentPart>
          </mc:Choice>
          <mc:Fallback xmlns=""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40AB486C-3027-7C32-26A2-2CFE7E3DD2A4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9714729" y="3949354"/>
                  <a:ext cx="142560" cy="33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6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7D00093E-C48C-D7E9-3AD2-975917FDEF80}"/>
                    </a:ext>
                  </a:extLst>
                </p14:cNvPr>
                <p14:cNvContentPartPr/>
                <p14:nvPr/>
              </p14:nvContentPartPr>
              <p14:xfrm>
                <a:off x="9766929" y="3936394"/>
                <a:ext cx="185040" cy="17568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7D00093E-C48C-D7E9-3AD2-975917FDEF80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9748929" y="3918754"/>
                  <a:ext cx="22068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8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0C2CD23E-FEAB-D921-2674-F6BDB2EAB99E}"/>
                    </a:ext>
                  </a:extLst>
                </p14:cNvPr>
                <p14:cNvContentPartPr/>
                <p14:nvPr/>
              </p14:nvContentPartPr>
              <p14:xfrm>
                <a:off x="9996969" y="4072834"/>
                <a:ext cx="27000" cy="9180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0C2CD23E-FEAB-D921-2674-F6BDB2EAB99E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9978969" y="4055194"/>
                  <a:ext cx="6264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0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C79B1DD7-7931-A1E7-3D92-7792E633368A}"/>
                    </a:ext>
                  </a:extLst>
                </p14:cNvPr>
                <p14:cNvContentPartPr/>
                <p14:nvPr/>
              </p14:nvContentPartPr>
              <p14:xfrm>
                <a:off x="9978249" y="3936394"/>
                <a:ext cx="360000" cy="11556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C79B1DD7-7931-A1E7-3D92-7792E633368A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9960249" y="3918394"/>
                  <a:ext cx="39564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2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0E8C8823-5B78-A79E-0025-D47193B94896}"/>
                    </a:ext>
                  </a:extLst>
                </p14:cNvPr>
                <p14:cNvContentPartPr/>
                <p14:nvPr/>
              </p14:nvContentPartPr>
              <p14:xfrm>
                <a:off x="10269489" y="3938554"/>
                <a:ext cx="45360" cy="23688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0E8C8823-5B78-A79E-0025-D47193B94896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10251489" y="3920914"/>
                  <a:ext cx="81000" cy="27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4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9D63A717-D759-A0DF-68FA-420A4EFCE1B3}"/>
                    </a:ext>
                  </a:extLst>
                </p14:cNvPr>
                <p14:cNvContentPartPr/>
                <p14:nvPr/>
              </p14:nvContentPartPr>
              <p14:xfrm>
                <a:off x="10516449" y="3888514"/>
                <a:ext cx="90720" cy="316440"/>
              </p14:xfrm>
            </p:contentPart>
          </mc:Choice>
          <mc:Fallback xmlns=""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9D63A717-D759-A0DF-68FA-420A4EFCE1B3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10498449" y="3870874"/>
                  <a:ext cx="126360" cy="35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6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0E5CE021-A1E2-442A-F961-5113B899F9CB}"/>
                    </a:ext>
                  </a:extLst>
                </p14:cNvPr>
                <p14:cNvContentPartPr/>
                <p14:nvPr/>
              </p14:nvContentPartPr>
              <p14:xfrm>
                <a:off x="10510329" y="3836314"/>
                <a:ext cx="215640" cy="205200"/>
              </p14:xfrm>
            </p:contentPart>
          </mc:Choice>
          <mc:Fallback xmlns=""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0E5CE021-A1E2-442A-F961-5113B899F9CB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10492329" y="3818314"/>
                  <a:ext cx="25128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8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BBAF32F5-7810-CECD-F8E1-EB2CE4E3D211}"/>
                    </a:ext>
                  </a:extLst>
                </p14:cNvPr>
                <p14:cNvContentPartPr/>
                <p14:nvPr/>
              </p14:nvContentPartPr>
              <p14:xfrm>
                <a:off x="10907769" y="3893914"/>
                <a:ext cx="82080" cy="410760"/>
              </p14:xfrm>
            </p:contentPart>
          </mc:Choice>
          <mc:Fallback xmlns=""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BBAF32F5-7810-CECD-F8E1-EB2CE4E3D211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10890129" y="3875914"/>
                  <a:ext cx="117720" cy="44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0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A49D0077-D095-3DAD-DB73-042BDBBE226A}"/>
                    </a:ext>
                  </a:extLst>
                </p14:cNvPr>
                <p14:cNvContentPartPr/>
                <p14:nvPr/>
              </p14:nvContentPartPr>
              <p14:xfrm>
                <a:off x="10864569" y="4047634"/>
                <a:ext cx="145440" cy="119880"/>
              </p14:xfrm>
            </p:contentPart>
          </mc:Choice>
          <mc:Fallback xmlns=""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A49D0077-D095-3DAD-DB73-042BDBBE226A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10846569" y="4029994"/>
                  <a:ext cx="18108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2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0A396A64-2701-24DC-ECED-C0ADF57F71C7}"/>
                    </a:ext>
                  </a:extLst>
                </p14:cNvPr>
                <p14:cNvContentPartPr/>
                <p14:nvPr/>
              </p14:nvContentPartPr>
              <p14:xfrm>
                <a:off x="9893649" y="4335634"/>
                <a:ext cx="1442160" cy="128880"/>
              </p14:xfrm>
            </p:contentPart>
          </mc:Choice>
          <mc:Fallback xmlns=""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0A396A64-2701-24DC-ECED-C0ADF57F71C7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9875649" y="4317994"/>
                  <a:ext cx="1477800" cy="164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4" name="Group 263">
            <a:extLst>
              <a:ext uri="{FF2B5EF4-FFF2-40B4-BE49-F238E27FC236}">
                <a16:creationId xmlns:a16="http://schemas.microsoft.com/office/drawing/2014/main" id="{27C2E5CD-CFF0-58F4-EF64-5651C83F9BD7}"/>
              </a:ext>
            </a:extLst>
          </p:cNvPr>
          <p:cNvGrpSpPr/>
          <p:nvPr/>
        </p:nvGrpSpPr>
        <p:grpSpPr>
          <a:xfrm>
            <a:off x="10217649" y="4648834"/>
            <a:ext cx="304920" cy="403200"/>
            <a:chOff x="10217649" y="4648834"/>
            <a:chExt cx="304920" cy="403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4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42E6B392-066D-081C-1AD2-4FF4F437D9E7}"/>
                    </a:ext>
                  </a:extLst>
                </p14:cNvPr>
                <p14:cNvContentPartPr/>
                <p14:nvPr/>
              </p14:nvContentPartPr>
              <p14:xfrm>
                <a:off x="10220529" y="4686994"/>
                <a:ext cx="79560" cy="365040"/>
              </p14:xfrm>
            </p:contentPart>
          </mc:Choice>
          <mc:Fallback xmlns=""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42E6B392-066D-081C-1AD2-4FF4F437D9E7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10202529" y="4668994"/>
                  <a:ext cx="115200" cy="40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6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C4A07DA7-541A-A41B-AE3B-68A8B88A06DA}"/>
                    </a:ext>
                  </a:extLst>
                </p14:cNvPr>
                <p14:cNvContentPartPr/>
                <p14:nvPr/>
              </p14:nvContentPartPr>
              <p14:xfrm>
                <a:off x="10217649" y="4675474"/>
                <a:ext cx="196560" cy="18432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C4A07DA7-541A-A41B-AE3B-68A8B88A06DA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10199649" y="4657474"/>
                  <a:ext cx="23220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8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4BDF8E34-1D45-B316-C187-51663D675CD0}"/>
                    </a:ext>
                  </a:extLst>
                </p14:cNvPr>
                <p14:cNvContentPartPr/>
                <p14:nvPr/>
              </p14:nvContentPartPr>
              <p14:xfrm>
                <a:off x="10467489" y="4648834"/>
                <a:ext cx="55080" cy="266400"/>
              </p14:xfrm>
            </p:contentPart>
          </mc:Choice>
          <mc:Fallback xmlns=""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4BDF8E34-1D45-B316-C187-51663D675CD0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10449489" y="4631194"/>
                  <a:ext cx="90720" cy="302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0" name="Group 269">
            <a:extLst>
              <a:ext uri="{FF2B5EF4-FFF2-40B4-BE49-F238E27FC236}">
                <a16:creationId xmlns:a16="http://schemas.microsoft.com/office/drawing/2014/main" id="{BC5619B1-E0B0-F568-3F90-2A29ADE2DE84}"/>
              </a:ext>
            </a:extLst>
          </p:cNvPr>
          <p:cNvGrpSpPr/>
          <p:nvPr/>
        </p:nvGrpSpPr>
        <p:grpSpPr>
          <a:xfrm>
            <a:off x="7326849" y="4400794"/>
            <a:ext cx="873000" cy="340920"/>
            <a:chOff x="7326849" y="4400794"/>
            <a:chExt cx="873000" cy="340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0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DED193DD-9F73-D98D-83ED-2A3C8B4D9404}"/>
                    </a:ext>
                  </a:extLst>
                </p14:cNvPr>
                <p14:cNvContentPartPr/>
                <p14:nvPr/>
              </p14:nvContentPartPr>
              <p14:xfrm>
                <a:off x="7326849" y="4409434"/>
                <a:ext cx="210240" cy="30636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DED193DD-9F73-D98D-83ED-2A3C8B4D9404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7308849" y="4391434"/>
                  <a:ext cx="245880" cy="34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2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3E3B4705-F234-325C-4207-A46339F3D75E}"/>
                    </a:ext>
                  </a:extLst>
                </p14:cNvPr>
                <p14:cNvContentPartPr/>
                <p14:nvPr/>
              </p14:nvContentPartPr>
              <p14:xfrm>
                <a:off x="7683609" y="4586914"/>
                <a:ext cx="116280" cy="15480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3E3B4705-F234-325C-4207-A46339F3D75E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7665609" y="4568914"/>
                  <a:ext cx="15192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4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D725BCC0-93EA-B8D7-C209-8EBA0BE5FE5A}"/>
                    </a:ext>
                  </a:extLst>
                </p14:cNvPr>
                <p14:cNvContentPartPr/>
                <p14:nvPr/>
              </p14:nvContentPartPr>
              <p14:xfrm>
                <a:off x="7882329" y="4527154"/>
                <a:ext cx="180000" cy="127440"/>
              </p14:xfrm>
            </p:contentPart>
          </mc:Choice>
          <mc:Fallback xmlns=""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D725BCC0-93EA-B8D7-C209-8EBA0BE5FE5A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7864329" y="4509154"/>
                  <a:ext cx="21564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6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53F5A03B-7B19-0980-D70C-86EECD13ACEE}"/>
                    </a:ext>
                  </a:extLst>
                </p14:cNvPr>
                <p14:cNvContentPartPr/>
                <p14:nvPr/>
              </p14:nvContentPartPr>
              <p14:xfrm>
                <a:off x="8088249" y="4400794"/>
                <a:ext cx="111600" cy="16200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53F5A03B-7B19-0980-D70C-86EECD13ACEE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8070249" y="4382794"/>
                  <a:ext cx="147240" cy="197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18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18317EB8-E655-A9FA-4A95-16E55BFAC90A}"/>
                  </a:ext>
                </a:extLst>
              </p14:cNvPr>
              <p14:cNvContentPartPr/>
              <p14:nvPr/>
            </p14:nvContentPartPr>
            <p14:xfrm>
              <a:off x="7446422" y="4770385"/>
              <a:ext cx="915840" cy="16344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18317EB8-E655-A9FA-4A95-16E55BFAC90A}"/>
                  </a:ext>
                </a:extLst>
              </p:cNvPr>
              <p:cNvPicPr/>
              <p:nvPr/>
            </p:nvPicPr>
            <p:blipFill>
              <a:blip r:embed="rId419"/>
              <a:stretch>
                <a:fillRect/>
              </a:stretch>
            </p:blipFill>
            <p:spPr>
              <a:xfrm>
                <a:off x="7428422" y="4752385"/>
                <a:ext cx="951480" cy="19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0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D4305C68-FF72-B881-E67D-429A34BDC19D}"/>
                  </a:ext>
                </a:extLst>
              </p14:cNvPr>
              <p14:cNvContentPartPr/>
              <p14:nvPr/>
            </p14:nvContentPartPr>
            <p14:xfrm>
              <a:off x="11166662" y="3777505"/>
              <a:ext cx="352800" cy="141300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D4305C68-FF72-B881-E67D-429A34BDC19D}"/>
                  </a:ext>
                </a:extLst>
              </p:cNvPr>
              <p:cNvPicPr/>
              <p:nvPr/>
            </p:nvPicPr>
            <p:blipFill>
              <a:blip r:embed="rId421"/>
              <a:stretch>
                <a:fillRect/>
              </a:stretch>
            </p:blipFill>
            <p:spPr>
              <a:xfrm>
                <a:off x="11149022" y="3759505"/>
                <a:ext cx="388440" cy="1448640"/>
              </a:xfrm>
              <a:prstGeom prst="rect">
                <a:avLst/>
              </a:prstGeom>
            </p:spPr>
          </p:pic>
        </mc:Fallback>
      </mc:AlternateContent>
      <p:grpSp>
        <p:nvGrpSpPr>
          <p:cNvPr id="107" name="Group 106">
            <a:extLst>
              <a:ext uri="{FF2B5EF4-FFF2-40B4-BE49-F238E27FC236}">
                <a16:creationId xmlns:a16="http://schemas.microsoft.com/office/drawing/2014/main" id="{76992D68-8C5D-5DDA-A7F2-D9086CB8D069}"/>
              </a:ext>
            </a:extLst>
          </p:cNvPr>
          <p:cNvGrpSpPr/>
          <p:nvPr/>
        </p:nvGrpSpPr>
        <p:grpSpPr>
          <a:xfrm>
            <a:off x="7423742" y="3713065"/>
            <a:ext cx="2766240" cy="2274840"/>
            <a:chOff x="7423742" y="3713065"/>
            <a:chExt cx="2766240" cy="2274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2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2311E525-9CA2-8C25-735E-103796DD77AE}"/>
                    </a:ext>
                  </a:extLst>
                </p14:cNvPr>
                <p14:cNvContentPartPr/>
                <p14:nvPr/>
              </p14:nvContentPartPr>
              <p14:xfrm>
                <a:off x="8844302" y="4625305"/>
                <a:ext cx="662400" cy="651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2311E525-9CA2-8C25-735E-103796DD77AE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8826302" y="4607305"/>
                  <a:ext cx="69804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4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B5802F7C-5B25-7042-4529-498221B1F7E5}"/>
                    </a:ext>
                  </a:extLst>
                </p14:cNvPr>
                <p14:cNvContentPartPr/>
                <p14:nvPr/>
              </p14:nvContentPartPr>
              <p14:xfrm>
                <a:off x="9588782" y="3713065"/>
                <a:ext cx="601200" cy="14119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B5802F7C-5B25-7042-4529-498221B1F7E5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9571142" y="3695065"/>
                  <a:ext cx="636840" cy="144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33D2FDA2-4247-9EC0-5B61-CA71F1AB6CAB}"/>
                    </a:ext>
                  </a:extLst>
                </p14:cNvPr>
                <p14:cNvContentPartPr/>
                <p14:nvPr/>
              </p14:nvContentPartPr>
              <p14:xfrm>
                <a:off x="7423742" y="5554825"/>
                <a:ext cx="225720" cy="3996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33D2FDA2-4247-9EC0-5B61-CA71F1AB6CAB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7405742" y="5537185"/>
                  <a:ext cx="261360" cy="43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3E68AC0D-CE0A-CF41-7766-14BA8DCD3CA0}"/>
                    </a:ext>
                  </a:extLst>
                </p14:cNvPr>
                <p14:cNvContentPartPr/>
                <p14:nvPr/>
              </p14:nvContentPartPr>
              <p14:xfrm>
                <a:off x="7830182" y="5766505"/>
                <a:ext cx="103680" cy="1735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3E68AC0D-CE0A-CF41-7766-14BA8DCD3CA0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7812182" y="5748505"/>
                  <a:ext cx="13932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AB0BE36-CBDB-08E2-652C-C041C283DA20}"/>
                    </a:ext>
                  </a:extLst>
                </p14:cNvPr>
                <p14:cNvContentPartPr/>
                <p14:nvPr/>
              </p14:nvContentPartPr>
              <p14:xfrm>
                <a:off x="7999742" y="5738065"/>
                <a:ext cx="178200" cy="1522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AB0BE36-CBDB-08E2-652C-C041C283DA20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7982102" y="5720425"/>
                  <a:ext cx="21384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5A2CD90A-227F-681E-46A5-3793E9A8EE69}"/>
                    </a:ext>
                  </a:extLst>
                </p14:cNvPr>
                <p14:cNvContentPartPr/>
                <p14:nvPr/>
              </p14:nvContentPartPr>
              <p14:xfrm>
                <a:off x="8267582" y="5561305"/>
                <a:ext cx="83880" cy="3747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5A2CD90A-227F-681E-46A5-3793E9A8EE69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8249942" y="5543665"/>
                  <a:ext cx="119520" cy="41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625A97E3-DA1D-CEF8-036A-356D85B7BA0C}"/>
                    </a:ext>
                  </a:extLst>
                </p14:cNvPr>
                <p14:cNvContentPartPr/>
                <p14:nvPr/>
              </p14:nvContentPartPr>
              <p14:xfrm>
                <a:off x="8270462" y="5692705"/>
                <a:ext cx="116640" cy="993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625A97E3-DA1D-CEF8-036A-356D85B7BA0C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8252822" y="5674705"/>
                  <a:ext cx="15228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6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1697A330-C0BC-616A-DB12-A46482E90CD6}"/>
                    </a:ext>
                  </a:extLst>
                </p14:cNvPr>
                <p14:cNvContentPartPr/>
                <p14:nvPr/>
              </p14:nvContentPartPr>
              <p14:xfrm>
                <a:off x="8514182" y="5685505"/>
                <a:ext cx="185400" cy="10224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1697A330-C0BC-616A-DB12-A46482E90CD6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8496182" y="5667865"/>
                  <a:ext cx="22104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8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A48B6034-BDA3-ABEC-9EDE-C7795A032EFB}"/>
                    </a:ext>
                  </a:extLst>
                </p14:cNvPr>
                <p14:cNvContentPartPr/>
                <p14:nvPr/>
              </p14:nvContentPartPr>
              <p14:xfrm>
                <a:off x="8940782" y="5455825"/>
                <a:ext cx="43200" cy="5320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A48B6034-BDA3-ABEC-9EDE-C7795A032EFB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8923142" y="5438185"/>
                  <a:ext cx="78840" cy="56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0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07C136F1-A64A-E45E-694C-66786D280E6D}"/>
                    </a:ext>
                  </a:extLst>
                </p14:cNvPr>
                <p14:cNvContentPartPr/>
                <p14:nvPr/>
              </p14:nvContentPartPr>
              <p14:xfrm>
                <a:off x="8981822" y="5479945"/>
                <a:ext cx="178560" cy="37548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07C136F1-A64A-E45E-694C-66786D280E6D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8963822" y="5461945"/>
                  <a:ext cx="214200" cy="41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DAE7EF78-0162-7530-97FC-F5C16BC15679}"/>
                    </a:ext>
                  </a:extLst>
                </p14:cNvPr>
                <p14:cNvContentPartPr/>
                <p14:nvPr/>
              </p14:nvContentPartPr>
              <p14:xfrm>
                <a:off x="8960582" y="5701345"/>
                <a:ext cx="172800" cy="8784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DAE7EF78-0162-7530-97FC-F5C16BC15679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8942942" y="5683705"/>
                  <a:ext cx="20844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4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7B5CDCFE-CB68-CD1C-D751-06E52EECD9D0}"/>
                    </a:ext>
                  </a:extLst>
                </p14:cNvPr>
                <p14:cNvContentPartPr/>
                <p14:nvPr/>
              </p14:nvContentPartPr>
              <p14:xfrm>
                <a:off x="9417782" y="4662745"/>
                <a:ext cx="531360" cy="6602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7B5CDCFE-CB68-CD1C-D751-06E52EECD9D0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9400142" y="4644745"/>
                  <a:ext cx="567000" cy="69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6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069A9061-30AD-796E-AF0C-BC025D014E37}"/>
                    </a:ext>
                  </a:extLst>
                </p14:cNvPr>
                <p14:cNvContentPartPr/>
                <p14:nvPr/>
              </p14:nvContentPartPr>
              <p14:xfrm>
                <a:off x="9384662" y="5199505"/>
                <a:ext cx="126000" cy="20160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069A9061-30AD-796E-AF0C-BC025D014E37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9366662" y="5181865"/>
                  <a:ext cx="16164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8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08221039-49A0-F5DC-79F5-DEC368F34E16}"/>
                    </a:ext>
                  </a:extLst>
                </p14:cNvPr>
                <p14:cNvContentPartPr/>
                <p14:nvPr/>
              </p14:nvContentPartPr>
              <p14:xfrm>
                <a:off x="9574382" y="5513425"/>
                <a:ext cx="169200" cy="32076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08221039-49A0-F5DC-79F5-DEC368F34E16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9556382" y="5495425"/>
                  <a:ext cx="204840" cy="35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0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009A08AD-ACA5-B295-AFC3-779B4330927E}"/>
                    </a:ext>
                  </a:extLst>
                </p14:cNvPr>
                <p14:cNvContentPartPr/>
                <p14:nvPr/>
              </p14:nvContentPartPr>
              <p14:xfrm>
                <a:off x="9901262" y="5751025"/>
                <a:ext cx="20520" cy="11340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009A08AD-ACA5-B295-AFC3-779B4330927E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9883262" y="5733025"/>
                  <a:ext cx="5616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2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EDE1B108-E7C9-37FE-B0EA-7282D190ECA4}"/>
                    </a:ext>
                  </a:extLst>
                </p14:cNvPr>
                <p14:cNvContentPartPr/>
                <p14:nvPr/>
              </p14:nvContentPartPr>
              <p14:xfrm>
                <a:off x="9903782" y="5610985"/>
                <a:ext cx="20160" cy="4284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EDE1B108-E7C9-37FE-B0EA-7282D190ECA4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9885782" y="5592985"/>
                  <a:ext cx="5580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4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E79B7666-E08A-F975-07C7-EBF704FFA505}"/>
                    </a:ext>
                  </a:extLst>
                </p14:cNvPr>
                <p14:cNvContentPartPr/>
                <p14:nvPr/>
              </p14:nvContentPartPr>
              <p14:xfrm>
                <a:off x="10009622" y="5691265"/>
                <a:ext cx="170280" cy="1184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E79B7666-E08A-F975-07C7-EBF704FFA505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9991982" y="5673265"/>
                  <a:ext cx="20592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6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19DC1CF5-3C2A-6513-C773-3165D7B513B1}"/>
                    </a:ext>
                  </a:extLst>
                </p14:cNvPr>
                <p14:cNvContentPartPr/>
                <p14:nvPr/>
              </p14:nvContentPartPr>
              <p14:xfrm>
                <a:off x="9332102" y="5865505"/>
                <a:ext cx="2520" cy="396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19DC1CF5-3C2A-6513-C773-3165D7B513B1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9314462" y="5847505"/>
                  <a:ext cx="38160" cy="39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1129041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BC294B-18B8-1E33-2F33-0D5417E7F7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Inverting Op Amp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E6887C-0FE0-4C70-D926-80CA957E37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17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black screen with blue text&#10;&#10;Description automatically generated">
            <a:extLst>
              <a:ext uri="{FF2B5EF4-FFF2-40B4-BE49-F238E27FC236}">
                <a16:creationId xmlns:a16="http://schemas.microsoft.com/office/drawing/2014/main" id="{86EBF750-11F1-9441-9F19-678961C669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9350" y="1155921"/>
            <a:ext cx="4286250" cy="4800600"/>
          </a:xfrm>
          <a:prstGeom prst="rect">
            <a:avLst/>
          </a:prstGeom>
        </p:spPr>
      </p:pic>
      <p:grpSp>
        <p:nvGrpSpPr>
          <p:cNvPr id="51" name="Group 50">
            <a:extLst>
              <a:ext uri="{FF2B5EF4-FFF2-40B4-BE49-F238E27FC236}">
                <a16:creationId xmlns:a16="http://schemas.microsoft.com/office/drawing/2014/main" id="{23D023AF-0330-2740-1B6C-6AFBD4EB9657}"/>
              </a:ext>
            </a:extLst>
          </p:cNvPr>
          <p:cNvGrpSpPr/>
          <p:nvPr/>
        </p:nvGrpSpPr>
        <p:grpSpPr>
          <a:xfrm>
            <a:off x="942214" y="2449222"/>
            <a:ext cx="4812120" cy="2459160"/>
            <a:chOff x="686614" y="732397"/>
            <a:chExt cx="4812120" cy="2459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E8E3F89A-5AFA-2134-2E34-813F00F25165}"/>
                    </a:ext>
                  </a:extLst>
                </p14:cNvPr>
                <p14:cNvContentPartPr/>
                <p14:nvPr/>
              </p14:nvContentPartPr>
              <p14:xfrm>
                <a:off x="2769934" y="1554637"/>
                <a:ext cx="61560" cy="10789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E8E3F89A-5AFA-2134-2E34-813F00F25165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751934" y="1536637"/>
                  <a:ext cx="97200" cy="11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7644CBDF-5075-F51E-5DD8-AA88B584B8C3}"/>
                    </a:ext>
                  </a:extLst>
                </p14:cNvPr>
                <p14:cNvContentPartPr/>
                <p14:nvPr/>
              </p14:nvContentPartPr>
              <p14:xfrm>
                <a:off x="2778934" y="1506757"/>
                <a:ext cx="836640" cy="4284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7644CBDF-5075-F51E-5DD8-AA88B584B8C3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760934" y="1489117"/>
                  <a:ext cx="872280" cy="46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A8ACE5A5-0326-2D00-FEA1-145CE447C486}"/>
                    </a:ext>
                  </a:extLst>
                </p14:cNvPr>
                <p14:cNvContentPartPr/>
                <p14:nvPr/>
              </p14:nvContentPartPr>
              <p14:xfrm>
                <a:off x="2796214" y="1927597"/>
                <a:ext cx="896040" cy="8391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A8ACE5A5-0326-2D00-FEA1-145CE447C486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778574" y="1909957"/>
                  <a:ext cx="931680" cy="87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8EE739D1-352E-2634-0B9E-EADCBEDD507F}"/>
                    </a:ext>
                  </a:extLst>
                </p14:cNvPr>
                <p14:cNvContentPartPr/>
                <p14:nvPr/>
              </p14:nvContentPartPr>
              <p14:xfrm>
                <a:off x="1368454" y="1764877"/>
                <a:ext cx="166320" cy="1836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8EE739D1-352E-2634-0B9E-EADCBEDD507F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350814" y="1747237"/>
                  <a:ext cx="20196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8B2FC3E-6174-E7C1-9883-B1852D7F082D}"/>
                    </a:ext>
                  </a:extLst>
                </p14:cNvPr>
                <p14:cNvContentPartPr/>
                <p14:nvPr/>
              </p14:nvContentPartPr>
              <p14:xfrm>
                <a:off x="1563214" y="1817797"/>
                <a:ext cx="189720" cy="475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8B2FC3E-6174-E7C1-9883-B1852D7F082D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545574" y="1799797"/>
                  <a:ext cx="22536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6B6D08AF-1AEC-4400-E014-BB3AEEA7D8FC}"/>
                    </a:ext>
                  </a:extLst>
                </p14:cNvPr>
                <p14:cNvContentPartPr/>
                <p14:nvPr/>
              </p14:nvContentPartPr>
              <p14:xfrm>
                <a:off x="1772014" y="1644997"/>
                <a:ext cx="514800" cy="1839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6B6D08AF-1AEC-4400-E014-BB3AEEA7D8FC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754374" y="1627357"/>
                  <a:ext cx="55044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5562A4A3-02B7-19D9-9BA2-088DA9D26FDF}"/>
                    </a:ext>
                  </a:extLst>
                </p14:cNvPr>
                <p14:cNvContentPartPr/>
                <p14:nvPr/>
              </p14:nvContentPartPr>
              <p14:xfrm>
                <a:off x="2325334" y="1725637"/>
                <a:ext cx="462600" cy="424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5562A4A3-02B7-19D9-9BA2-088DA9D26FDF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307694" y="1707997"/>
                  <a:ext cx="49824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FD24B94F-A497-AA94-B19B-B91CCAC43CBB}"/>
                    </a:ext>
                  </a:extLst>
                </p14:cNvPr>
                <p14:cNvContentPartPr/>
                <p14:nvPr/>
              </p14:nvContentPartPr>
              <p14:xfrm>
                <a:off x="2474374" y="1154677"/>
                <a:ext cx="87120" cy="5497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FD24B94F-A497-AA94-B19B-B91CCAC43CBB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456734" y="1137037"/>
                  <a:ext cx="122760" cy="58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8F9D3C1C-FA4A-2650-6378-22D26BA00878}"/>
                    </a:ext>
                  </a:extLst>
                </p14:cNvPr>
                <p14:cNvContentPartPr/>
                <p14:nvPr/>
              </p14:nvContentPartPr>
              <p14:xfrm>
                <a:off x="2488774" y="1162597"/>
                <a:ext cx="621720" cy="298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8F9D3C1C-FA4A-2650-6378-22D26BA0087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471134" y="1144597"/>
                  <a:ext cx="65736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F4BB3E85-21A3-2023-184C-4D45DD5E0055}"/>
                    </a:ext>
                  </a:extLst>
                </p14:cNvPr>
                <p14:cNvContentPartPr/>
                <p14:nvPr/>
              </p14:nvContentPartPr>
              <p14:xfrm>
                <a:off x="3074854" y="949117"/>
                <a:ext cx="401040" cy="2293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F4BB3E85-21A3-2023-184C-4D45DD5E0055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056854" y="931477"/>
                  <a:ext cx="43668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F2084365-E308-7D65-1F60-029945E41E4B}"/>
                    </a:ext>
                  </a:extLst>
                </p14:cNvPr>
                <p14:cNvContentPartPr/>
                <p14:nvPr/>
              </p14:nvContentPartPr>
              <p14:xfrm>
                <a:off x="3532774" y="1116517"/>
                <a:ext cx="488880" cy="972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F2084365-E308-7D65-1F60-029945E41E4B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514774" y="1098877"/>
                  <a:ext cx="52452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BF463360-9D0C-F023-EBA1-5EE6FEBFEA50}"/>
                    </a:ext>
                  </a:extLst>
                </p14:cNvPr>
                <p14:cNvContentPartPr/>
                <p14:nvPr/>
              </p14:nvContentPartPr>
              <p14:xfrm>
                <a:off x="3978094" y="1114357"/>
                <a:ext cx="70200" cy="8748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BF463360-9D0C-F023-EBA1-5EE6FEBFEA50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960094" y="1096357"/>
                  <a:ext cx="105840" cy="91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18CDA6FC-532C-5952-FC91-E6794010E94F}"/>
                    </a:ext>
                  </a:extLst>
                </p14:cNvPr>
                <p14:cNvContentPartPr/>
                <p14:nvPr/>
              </p14:nvContentPartPr>
              <p14:xfrm>
                <a:off x="3748054" y="1860997"/>
                <a:ext cx="846360" cy="630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18CDA6FC-532C-5952-FC91-E6794010E94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730414" y="1843357"/>
                  <a:ext cx="88200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F8F7AC4C-97A9-69A0-F1E7-D5C369B32F93}"/>
                    </a:ext>
                  </a:extLst>
                </p14:cNvPr>
                <p14:cNvContentPartPr/>
                <p14:nvPr/>
              </p14:nvContentPartPr>
              <p14:xfrm>
                <a:off x="4573894" y="1760917"/>
                <a:ext cx="153360" cy="2008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F8F7AC4C-97A9-69A0-F1E7-D5C369B32F93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555894" y="1743277"/>
                  <a:ext cx="18900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E0B754C7-D3CA-5730-154B-FDF7327807AE}"/>
                    </a:ext>
                  </a:extLst>
                </p14:cNvPr>
                <p14:cNvContentPartPr/>
                <p14:nvPr/>
              </p14:nvContentPartPr>
              <p14:xfrm>
                <a:off x="2404174" y="2263837"/>
                <a:ext cx="416520" cy="500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E0B754C7-D3CA-5730-154B-FDF7327807AE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386174" y="2246197"/>
                  <a:ext cx="45216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D3E09AE-03F0-5403-A455-393834E29E46}"/>
                    </a:ext>
                  </a:extLst>
                </p14:cNvPr>
                <p14:cNvContentPartPr/>
                <p14:nvPr/>
              </p14:nvContentPartPr>
              <p14:xfrm>
                <a:off x="2416054" y="2299477"/>
                <a:ext cx="79560" cy="8060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D3E09AE-03F0-5403-A455-393834E29E46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398054" y="2281477"/>
                  <a:ext cx="115200" cy="84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DB1DDC08-3230-3B54-6C06-8EC0AB537C72}"/>
                    </a:ext>
                  </a:extLst>
                </p14:cNvPr>
                <p14:cNvContentPartPr/>
                <p14:nvPr/>
              </p14:nvContentPartPr>
              <p14:xfrm>
                <a:off x="2357014" y="3031357"/>
                <a:ext cx="250560" cy="230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DB1DDC08-3230-3B54-6C06-8EC0AB537C72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2339014" y="3013357"/>
                  <a:ext cx="28620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089F1CFE-CA2C-4174-9C29-DA4FBDDD17AC}"/>
                    </a:ext>
                  </a:extLst>
                </p14:cNvPr>
                <p14:cNvContentPartPr/>
                <p14:nvPr/>
              </p14:nvContentPartPr>
              <p14:xfrm>
                <a:off x="2364574" y="3023437"/>
                <a:ext cx="209880" cy="1681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089F1CFE-CA2C-4174-9C29-DA4FBDDD17AC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2346574" y="3005797"/>
                  <a:ext cx="24552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FC1EBF4E-E56B-7061-6BBC-7B9F55902EDC}"/>
                    </a:ext>
                  </a:extLst>
                </p14:cNvPr>
                <p14:cNvContentPartPr/>
                <p14:nvPr/>
              </p14:nvContentPartPr>
              <p14:xfrm>
                <a:off x="2551054" y="3024517"/>
                <a:ext cx="90360" cy="1605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FC1EBF4E-E56B-7061-6BBC-7B9F55902EDC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2533414" y="3006517"/>
                  <a:ext cx="12600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6149CBA3-03A2-FEBE-AA2C-B1B541D5AD3F}"/>
                    </a:ext>
                  </a:extLst>
                </p14:cNvPr>
                <p14:cNvContentPartPr/>
                <p14:nvPr/>
              </p14:nvContentPartPr>
              <p14:xfrm>
                <a:off x="2901694" y="1822117"/>
                <a:ext cx="126720" cy="342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6149CBA3-03A2-FEBE-AA2C-B1B541D5AD3F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2884054" y="1804477"/>
                  <a:ext cx="16236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96C0D186-15D9-F980-1688-F31E746D202D}"/>
                    </a:ext>
                  </a:extLst>
                </p14:cNvPr>
                <p14:cNvContentPartPr/>
                <p14:nvPr/>
              </p14:nvContentPartPr>
              <p14:xfrm>
                <a:off x="2961094" y="2181757"/>
                <a:ext cx="102960" cy="417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96C0D186-15D9-F980-1688-F31E746D202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2943454" y="2163757"/>
                  <a:ext cx="13860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770BA22C-C912-B20A-E6CE-3ED7F187DDDE}"/>
                    </a:ext>
                  </a:extLst>
                </p14:cNvPr>
                <p14:cNvContentPartPr/>
                <p14:nvPr/>
              </p14:nvContentPartPr>
              <p14:xfrm>
                <a:off x="2995294" y="2127397"/>
                <a:ext cx="29160" cy="1875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770BA22C-C912-B20A-E6CE-3ED7F187DDDE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977294" y="2109397"/>
                  <a:ext cx="6480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743CA130-4DB3-327D-15C2-27641FEB5577}"/>
                    </a:ext>
                  </a:extLst>
                </p14:cNvPr>
                <p14:cNvContentPartPr/>
                <p14:nvPr/>
              </p14:nvContentPartPr>
              <p14:xfrm>
                <a:off x="1789294" y="1311997"/>
                <a:ext cx="92520" cy="2059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743CA130-4DB3-327D-15C2-27641FEB5577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771294" y="1294357"/>
                  <a:ext cx="12816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6BDD123D-915D-5677-E326-6C8E9B50352C}"/>
                    </a:ext>
                  </a:extLst>
                </p14:cNvPr>
                <p14:cNvContentPartPr/>
                <p14:nvPr/>
              </p14:nvContentPartPr>
              <p14:xfrm>
                <a:off x="1803334" y="1215517"/>
                <a:ext cx="216720" cy="997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6BDD123D-915D-5677-E326-6C8E9B50352C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785334" y="1197877"/>
                  <a:ext cx="25236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1B84AC82-47CA-4DB8-CB76-AC522AD2BFEB}"/>
                    </a:ext>
                  </a:extLst>
                </p14:cNvPr>
                <p14:cNvContentPartPr/>
                <p14:nvPr/>
              </p14:nvContentPartPr>
              <p14:xfrm>
                <a:off x="2016814" y="1276357"/>
                <a:ext cx="49320" cy="1044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1B84AC82-47CA-4DB8-CB76-AC522AD2BFEB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998814" y="1258717"/>
                  <a:ext cx="8496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3E774CB5-88A6-CB79-2F93-9E1E0D91575C}"/>
                    </a:ext>
                  </a:extLst>
                </p14:cNvPr>
                <p14:cNvContentPartPr/>
                <p14:nvPr/>
              </p14:nvContentPartPr>
              <p14:xfrm>
                <a:off x="2000614" y="1116517"/>
                <a:ext cx="14040" cy="198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3E774CB5-88A6-CB79-2F93-9E1E0D91575C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982614" y="1098877"/>
                  <a:ext cx="4968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D84D21B4-54DE-0D49-1805-63764FBB4020}"/>
                    </a:ext>
                  </a:extLst>
                </p14:cNvPr>
                <p14:cNvContentPartPr/>
                <p14:nvPr/>
              </p14:nvContentPartPr>
              <p14:xfrm>
                <a:off x="3488134" y="767677"/>
                <a:ext cx="86400" cy="1882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D84D21B4-54DE-0D49-1805-63764FBB4020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3470134" y="749677"/>
                  <a:ext cx="12204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59E325D0-0E73-371F-FDE0-D566A03B1F10}"/>
                    </a:ext>
                  </a:extLst>
                </p14:cNvPr>
                <p14:cNvContentPartPr/>
                <p14:nvPr/>
              </p14:nvContentPartPr>
              <p14:xfrm>
                <a:off x="3491734" y="739597"/>
                <a:ext cx="162000" cy="13608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59E325D0-0E73-371F-FDE0-D566A03B1F10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3474094" y="721597"/>
                  <a:ext cx="19764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35E712D4-7A99-6E11-884A-8D8C336A15B4}"/>
                    </a:ext>
                  </a:extLst>
                </p14:cNvPr>
                <p14:cNvContentPartPr/>
                <p14:nvPr/>
              </p14:nvContentPartPr>
              <p14:xfrm>
                <a:off x="3774334" y="732397"/>
                <a:ext cx="100080" cy="2354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35E712D4-7A99-6E11-884A-8D8C336A15B4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3756334" y="714397"/>
                  <a:ext cx="13572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22837822-0C4E-36C5-0F04-E60058C8E10C}"/>
                    </a:ext>
                  </a:extLst>
                </p14:cNvPr>
                <p14:cNvContentPartPr/>
                <p14:nvPr/>
              </p14:nvContentPartPr>
              <p14:xfrm>
                <a:off x="3800974" y="766957"/>
                <a:ext cx="114480" cy="1537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22837822-0C4E-36C5-0F04-E60058C8E10C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3783334" y="748957"/>
                  <a:ext cx="15012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885774A2-A2BD-9C25-77A2-6EBD15BED074}"/>
                    </a:ext>
                  </a:extLst>
                </p14:cNvPr>
                <p14:cNvContentPartPr/>
                <p14:nvPr/>
              </p14:nvContentPartPr>
              <p14:xfrm>
                <a:off x="686614" y="1810237"/>
                <a:ext cx="194400" cy="2818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885774A2-A2BD-9C25-77A2-6EBD15BED074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68614" y="1792237"/>
                  <a:ext cx="230040" cy="31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812EF575-50EF-EBD9-E100-0ED7780A22F4}"/>
                    </a:ext>
                  </a:extLst>
                </p14:cNvPr>
                <p14:cNvContentPartPr/>
                <p14:nvPr/>
              </p14:nvContentPartPr>
              <p14:xfrm>
                <a:off x="1056334" y="2051077"/>
                <a:ext cx="56880" cy="1036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812EF575-50EF-EBD9-E100-0ED7780A22F4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038694" y="2033077"/>
                  <a:ext cx="9252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21FDF2DB-83C7-4939-3528-CAD427C20BB6}"/>
                    </a:ext>
                  </a:extLst>
                </p14:cNvPr>
                <p14:cNvContentPartPr/>
                <p14:nvPr/>
              </p14:nvContentPartPr>
              <p14:xfrm>
                <a:off x="1002334" y="1896277"/>
                <a:ext cx="39960" cy="450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21FDF2DB-83C7-4939-3528-CAD427C20BB6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84694" y="1878637"/>
                  <a:ext cx="7560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5683E24C-75DC-ADC4-F0EC-FD2A5BE96955}"/>
                    </a:ext>
                  </a:extLst>
                </p14:cNvPr>
                <p14:cNvContentPartPr/>
                <p14:nvPr/>
              </p14:nvContentPartPr>
              <p14:xfrm>
                <a:off x="1154614" y="1978357"/>
                <a:ext cx="124920" cy="10512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5683E24C-75DC-ADC4-F0EC-FD2A5BE96955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136614" y="1960357"/>
                  <a:ext cx="16056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4107A5C-D111-423C-2C4A-4B61B3EC5667}"/>
                    </a:ext>
                  </a:extLst>
                </p14:cNvPr>
                <p14:cNvContentPartPr/>
                <p14:nvPr/>
              </p14:nvContentPartPr>
              <p14:xfrm>
                <a:off x="4584694" y="2139637"/>
                <a:ext cx="232920" cy="2181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4107A5C-D111-423C-2C4A-4B61B3EC5667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4566694" y="2121637"/>
                  <a:ext cx="26856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67CA9DE1-DD20-7611-A6D8-79C2A0BC88AC}"/>
                    </a:ext>
                  </a:extLst>
                </p14:cNvPr>
                <p14:cNvContentPartPr/>
                <p14:nvPr/>
              </p14:nvContentPartPr>
              <p14:xfrm>
                <a:off x="4977814" y="2318197"/>
                <a:ext cx="108000" cy="1065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67CA9DE1-DD20-7611-A6D8-79C2A0BC88AC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4959814" y="2300557"/>
                  <a:ext cx="14364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5C9B5CEF-B07F-4283-2A27-11B6DD72F45F}"/>
                    </a:ext>
                  </a:extLst>
                </p14:cNvPr>
                <p14:cNvContentPartPr/>
                <p14:nvPr/>
              </p14:nvContentPartPr>
              <p14:xfrm>
                <a:off x="5172574" y="2236837"/>
                <a:ext cx="181440" cy="1242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5C9B5CEF-B07F-4283-2A27-11B6DD72F45F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5154934" y="2218837"/>
                  <a:ext cx="21708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1719B2F3-038D-8FEF-D118-063DD0A670F3}"/>
                    </a:ext>
                  </a:extLst>
                </p14:cNvPr>
                <p14:cNvContentPartPr/>
                <p14:nvPr/>
              </p14:nvContentPartPr>
              <p14:xfrm>
                <a:off x="5360134" y="2100757"/>
                <a:ext cx="91800" cy="19008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1719B2F3-038D-8FEF-D118-063DD0A670F3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5342494" y="2083117"/>
                  <a:ext cx="12744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E18FF09E-C822-3CB2-3FF5-095A0667E10B}"/>
                    </a:ext>
                  </a:extLst>
                </p14:cNvPr>
                <p14:cNvContentPartPr/>
                <p14:nvPr/>
              </p14:nvContentPartPr>
              <p14:xfrm>
                <a:off x="5388934" y="2067277"/>
                <a:ext cx="109800" cy="1134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E18FF09E-C822-3CB2-3FF5-095A0667E10B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5370934" y="2049277"/>
                  <a:ext cx="145440" cy="149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0C7B139-B673-41FC-9B84-3426FA4C9440}"/>
              </a:ext>
            </a:extLst>
          </p:cNvPr>
          <p:cNvGrpSpPr/>
          <p:nvPr/>
        </p:nvGrpSpPr>
        <p:grpSpPr>
          <a:xfrm>
            <a:off x="2128774" y="3922702"/>
            <a:ext cx="475920" cy="443520"/>
            <a:chOff x="1873174" y="2205877"/>
            <a:chExt cx="475920" cy="443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04217BA6-1AC7-3F3E-EE0B-F0DA3EB42488}"/>
                    </a:ext>
                  </a:extLst>
                </p14:cNvPr>
                <p14:cNvContentPartPr/>
                <p14:nvPr/>
              </p14:nvContentPartPr>
              <p14:xfrm>
                <a:off x="1873174" y="2401357"/>
                <a:ext cx="203040" cy="2480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04217BA6-1AC7-3F3E-EE0B-F0DA3EB4248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855534" y="2383717"/>
                  <a:ext cx="238680" cy="28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25D75B09-16CC-CF1C-3C17-5AC2710FF4D9}"/>
                    </a:ext>
                  </a:extLst>
                </p14:cNvPr>
                <p14:cNvContentPartPr/>
                <p14:nvPr/>
              </p14:nvContentPartPr>
              <p14:xfrm>
                <a:off x="2078374" y="2382997"/>
                <a:ext cx="61200" cy="1828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25D75B09-16CC-CF1C-3C17-5AC2710FF4D9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2060374" y="2364997"/>
                  <a:ext cx="9684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FEE66503-03B1-0A16-311F-06DAF2C43B59}"/>
                    </a:ext>
                  </a:extLst>
                </p14:cNvPr>
                <p14:cNvContentPartPr/>
                <p14:nvPr/>
              </p14:nvContentPartPr>
              <p14:xfrm>
                <a:off x="2097814" y="2299837"/>
                <a:ext cx="122400" cy="1587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FEE66503-03B1-0A16-311F-06DAF2C43B59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2079814" y="2282197"/>
                  <a:ext cx="15804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577C7016-F21F-CDA9-B830-03B40C3BE51C}"/>
                    </a:ext>
                  </a:extLst>
                </p14:cNvPr>
                <p14:cNvContentPartPr/>
                <p14:nvPr/>
              </p14:nvContentPartPr>
              <p14:xfrm>
                <a:off x="2250454" y="2233237"/>
                <a:ext cx="79560" cy="14508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577C7016-F21F-CDA9-B830-03B40C3BE51C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2232814" y="2215597"/>
                  <a:ext cx="11520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B366D6A5-3A38-09C1-5556-C4DE718D78E4}"/>
                    </a:ext>
                  </a:extLst>
                </p14:cNvPr>
                <p14:cNvContentPartPr/>
                <p14:nvPr/>
              </p14:nvContentPartPr>
              <p14:xfrm>
                <a:off x="2251894" y="2205877"/>
                <a:ext cx="97200" cy="2149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B366D6A5-3A38-09C1-5556-C4DE718D78E4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2233894" y="2188237"/>
                  <a:ext cx="132840" cy="250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A7EB9EF2-C697-07CE-B41E-430E321CDBBB}"/>
              </a:ext>
            </a:extLst>
          </p:cNvPr>
          <p:cNvGrpSpPr/>
          <p:nvPr/>
        </p:nvGrpSpPr>
        <p:grpSpPr>
          <a:xfrm>
            <a:off x="1340734" y="2521582"/>
            <a:ext cx="1239480" cy="415080"/>
            <a:chOff x="1085134" y="804757"/>
            <a:chExt cx="1239480" cy="415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EA8883A0-87C6-53AC-D1DB-C91A53B7139F}"/>
                    </a:ext>
                  </a:extLst>
                </p14:cNvPr>
                <p14:cNvContentPartPr/>
                <p14:nvPr/>
              </p14:nvContentPartPr>
              <p14:xfrm>
                <a:off x="1211134" y="933997"/>
                <a:ext cx="41040" cy="2185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EA8883A0-87C6-53AC-D1DB-C91A53B7139F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193494" y="916357"/>
                  <a:ext cx="7668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69B342C8-A8A6-895B-A4E1-CDBBD3A39216}"/>
                    </a:ext>
                  </a:extLst>
                </p14:cNvPr>
                <p14:cNvContentPartPr/>
                <p14:nvPr/>
              </p14:nvContentPartPr>
              <p14:xfrm>
                <a:off x="1085134" y="804757"/>
                <a:ext cx="320400" cy="4150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69B342C8-A8A6-895B-A4E1-CDBBD3A39216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067134" y="787117"/>
                  <a:ext cx="356040" cy="45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F48DEE40-5F5D-AE76-9EC0-02B42FAD98FC}"/>
                    </a:ext>
                  </a:extLst>
                </p14:cNvPr>
                <p14:cNvContentPartPr/>
                <p14:nvPr/>
              </p14:nvContentPartPr>
              <p14:xfrm>
                <a:off x="1467814" y="917437"/>
                <a:ext cx="822240" cy="651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F48DEE40-5F5D-AE76-9EC0-02B42FAD98FC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450174" y="899437"/>
                  <a:ext cx="85788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CF6E9FC7-50B8-11C0-6AEE-8F453E70E7C0}"/>
                    </a:ext>
                  </a:extLst>
                </p14:cNvPr>
                <p14:cNvContentPartPr/>
                <p14:nvPr/>
              </p14:nvContentPartPr>
              <p14:xfrm>
                <a:off x="2185654" y="817357"/>
                <a:ext cx="138960" cy="1728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CF6E9FC7-50B8-11C0-6AEE-8F453E70E7C0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168014" y="799717"/>
                  <a:ext cx="174600" cy="208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6795E32D-EA86-546B-0D94-A8DDD57113CD}"/>
              </a:ext>
            </a:extLst>
          </p:cNvPr>
          <p:cNvGrpSpPr/>
          <p:nvPr/>
        </p:nvGrpSpPr>
        <p:grpSpPr>
          <a:xfrm>
            <a:off x="2858854" y="2288302"/>
            <a:ext cx="1215000" cy="396720"/>
            <a:chOff x="2603254" y="571477"/>
            <a:chExt cx="1215000" cy="396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E651FA24-AD79-7EBC-C38C-0C019D3A29F7}"/>
                    </a:ext>
                  </a:extLst>
                </p14:cNvPr>
                <p14:cNvContentPartPr/>
                <p14:nvPr/>
              </p14:nvContentPartPr>
              <p14:xfrm>
                <a:off x="2956774" y="727717"/>
                <a:ext cx="861480" cy="1296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E651FA24-AD79-7EBC-C38C-0C019D3A29F7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939134" y="710077"/>
                  <a:ext cx="89712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8286BA72-3E9A-E2F5-49A6-1361CD6BFB7A}"/>
                    </a:ext>
                  </a:extLst>
                </p14:cNvPr>
                <p14:cNvContentPartPr/>
                <p14:nvPr/>
              </p14:nvContentPartPr>
              <p14:xfrm>
                <a:off x="3677854" y="628717"/>
                <a:ext cx="103680" cy="14400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8286BA72-3E9A-E2F5-49A6-1361CD6BFB7A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3660214" y="611077"/>
                  <a:ext cx="13932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5A4B5DC0-BEE4-8568-41DD-76C9D471F037}"/>
                    </a:ext>
                  </a:extLst>
                </p14:cNvPr>
                <p14:cNvContentPartPr/>
                <p14:nvPr/>
              </p14:nvContentPartPr>
              <p14:xfrm>
                <a:off x="2701534" y="652837"/>
                <a:ext cx="180360" cy="1537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5A4B5DC0-BEE4-8568-41DD-76C9D471F037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2683534" y="635197"/>
                  <a:ext cx="21600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45F84ACF-C814-848D-DB0C-E33B6558E303}"/>
                    </a:ext>
                  </a:extLst>
                </p14:cNvPr>
                <p14:cNvContentPartPr/>
                <p14:nvPr/>
              </p14:nvContentPartPr>
              <p14:xfrm>
                <a:off x="2603254" y="571477"/>
                <a:ext cx="333360" cy="39672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45F84ACF-C814-848D-DB0C-E33B6558E303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2585614" y="553837"/>
                  <a:ext cx="369000" cy="432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8CC855AA-E1BD-72B7-1E5F-2C8128524AC4}"/>
              </a:ext>
            </a:extLst>
          </p:cNvPr>
          <p:cNvGrpSpPr/>
          <p:nvPr/>
        </p:nvGrpSpPr>
        <p:grpSpPr>
          <a:xfrm>
            <a:off x="1421822" y="3319585"/>
            <a:ext cx="261720" cy="640800"/>
            <a:chOff x="1421822" y="3319585"/>
            <a:chExt cx="261720" cy="640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C8277DCC-7903-F7AD-8FDA-C9D3EA9C9E9C}"/>
                    </a:ext>
                  </a:extLst>
                </p14:cNvPr>
                <p14:cNvContentPartPr/>
                <p14:nvPr/>
              </p14:nvContentPartPr>
              <p14:xfrm>
                <a:off x="1421822" y="3319585"/>
                <a:ext cx="151560" cy="5724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C8277DCC-7903-F7AD-8FDA-C9D3EA9C9E9C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403822" y="3301945"/>
                  <a:ext cx="18720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76043B37-4EA7-237E-5385-464BAFB2E29D}"/>
                    </a:ext>
                  </a:extLst>
                </p14:cNvPr>
                <p14:cNvContentPartPr/>
                <p14:nvPr/>
              </p14:nvContentPartPr>
              <p14:xfrm>
                <a:off x="1421822" y="3319585"/>
                <a:ext cx="261720" cy="6408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76043B37-4EA7-237E-5385-464BAFB2E29D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404182" y="3301585"/>
                  <a:ext cx="297360" cy="676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03AEBE1-6D39-44F6-65F5-17C305F0A960}"/>
              </a:ext>
            </a:extLst>
          </p:cNvPr>
          <p:cNvGrpSpPr/>
          <p:nvPr/>
        </p:nvGrpSpPr>
        <p:grpSpPr>
          <a:xfrm>
            <a:off x="2928062" y="3212665"/>
            <a:ext cx="306000" cy="515880"/>
            <a:chOff x="2928062" y="3212665"/>
            <a:chExt cx="306000" cy="515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8DA34AC5-940E-DEB7-A278-7FE12E2049F4}"/>
                    </a:ext>
                  </a:extLst>
                </p14:cNvPr>
                <p14:cNvContentPartPr/>
                <p14:nvPr/>
              </p14:nvContentPartPr>
              <p14:xfrm>
                <a:off x="2928062" y="3212665"/>
                <a:ext cx="164880" cy="68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8DA34AC5-940E-DEB7-A278-7FE12E2049F4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2910062" y="3194665"/>
                  <a:ext cx="20052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96D1CE16-2BF3-C6E1-A72C-BBE89B8E62EE}"/>
                    </a:ext>
                  </a:extLst>
                </p14:cNvPr>
                <p14:cNvContentPartPr/>
                <p14:nvPr/>
              </p14:nvContentPartPr>
              <p14:xfrm>
                <a:off x="3117062" y="3217705"/>
                <a:ext cx="117000" cy="5108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96D1CE16-2BF3-C6E1-A72C-BBE89B8E62EE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3099422" y="3199705"/>
                  <a:ext cx="152640" cy="546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F9F38D08-2C81-59D3-348B-4CEB324E0A3A}"/>
              </a:ext>
            </a:extLst>
          </p:cNvPr>
          <p:cNvGrpSpPr/>
          <p:nvPr/>
        </p:nvGrpSpPr>
        <p:grpSpPr>
          <a:xfrm>
            <a:off x="5592062" y="974905"/>
            <a:ext cx="1728720" cy="919080"/>
            <a:chOff x="5592062" y="974905"/>
            <a:chExt cx="1728720" cy="91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FEAC8C10-B2E8-A085-5FA4-BB88435EE565}"/>
                    </a:ext>
                  </a:extLst>
                </p14:cNvPr>
                <p14:cNvContentPartPr/>
                <p14:nvPr/>
              </p14:nvContentPartPr>
              <p14:xfrm>
                <a:off x="5592062" y="1076785"/>
                <a:ext cx="177840" cy="2188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FEAC8C10-B2E8-A085-5FA4-BB88435EE565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5574422" y="1059145"/>
                  <a:ext cx="21348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CA01660E-ED2C-80B0-805C-3694A8F0AE73}"/>
                    </a:ext>
                  </a:extLst>
                </p14:cNvPr>
                <p14:cNvContentPartPr/>
                <p14:nvPr/>
              </p14:nvContentPartPr>
              <p14:xfrm>
                <a:off x="5946302" y="1183345"/>
                <a:ext cx="42840" cy="13896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CA01660E-ED2C-80B0-805C-3694A8F0AE73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5928662" y="1165705"/>
                  <a:ext cx="7848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149110B2-6E0F-B6FA-A8DB-E4491B76C7A7}"/>
                    </a:ext>
                  </a:extLst>
                </p14:cNvPr>
                <p14:cNvContentPartPr/>
                <p14:nvPr/>
              </p14:nvContentPartPr>
              <p14:xfrm>
                <a:off x="5924342" y="1062025"/>
                <a:ext cx="45720" cy="666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149110B2-6E0F-B6FA-A8DB-E4491B76C7A7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5906342" y="1044385"/>
                  <a:ext cx="8136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83C6BCAA-B05B-BF98-B7E8-53D54320AE4D}"/>
                    </a:ext>
                  </a:extLst>
                </p14:cNvPr>
                <p14:cNvContentPartPr/>
                <p14:nvPr/>
              </p14:nvContentPartPr>
              <p14:xfrm>
                <a:off x="6092462" y="1130785"/>
                <a:ext cx="149760" cy="979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83C6BCAA-B05B-BF98-B7E8-53D54320AE4D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6074462" y="1113145"/>
                  <a:ext cx="18540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608EE0AD-B7CC-2676-0E25-0645FF7A4B9B}"/>
                    </a:ext>
                  </a:extLst>
                </p14:cNvPr>
                <p14:cNvContentPartPr/>
                <p14:nvPr/>
              </p14:nvContentPartPr>
              <p14:xfrm>
                <a:off x="6353102" y="1118545"/>
                <a:ext cx="172800" cy="169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608EE0AD-B7CC-2676-0E25-0645FF7A4B9B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335102" y="1100905"/>
                  <a:ext cx="20844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001DB7AE-56FA-A73A-7E9A-BD2DA71D2D16}"/>
                    </a:ext>
                  </a:extLst>
                </p14:cNvPr>
                <p14:cNvContentPartPr/>
                <p14:nvPr/>
              </p14:nvContentPartPr>
              <p14:xfrm>
                <a:off x="6703742" y="974905"/>
                <a:ext cx="116280" cy="25884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001DB7AE-56FA-A73A-7E9A-BD2DA71D2D16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6685742" y="957265"/>
                  <a:ext cx="15192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D5F80780-A92A-0B1E-9150-73D64DBD66E9}"/>
                    </a:ext>
                  </a:extLst>
                </p14:cNvPr>
                <p14:cNvContentPartPr/>
                <p14:nvPr/>
              </p14:nvContentPartPr>
              <p14:xfrm>
                <a:off x="5682422" y="1312225"/>
                <a:ext cx="1638360" cy="1418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D5F80780-A92A-0B1E-9150-73D64DBD66E9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5664422" y="1294225"/>
                  <a:ext cx="167400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8B0B73B7-487D-3A32-339C-7C867EC87D8B}"/>
                    </a:ext>
                  </a:extLst>
                </p14:cNvPr>
                <p14:cNvContentPartPr/>
                <p14:nvPr/>
              </p14:nvContentPartPr>
              <p14:xfrm>
                <a:off x="6221702" y="1587985"/>
                <a:ext cx="47880" cy="30600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8B0B73B7-487D-3A32-339C-7C867EC87D8B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6203702" y="1570345"/>
                  <a:ext cx="83520" cy="34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968E2700-897D-1A98-8E88-FC15E19A52AE}"/>
                    </a:ext>
                  </a:extLst>
                </p14:cNvPr>
                <p14:cNvContentPartPr/>
                <p14:nvPr/>
              </p14:nvContentPartPr>
              <p14:xfrm>
                <a:off x="6238262" y="1553065"/>
                <a:ext cx="141840" cy="1897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968E2700-897D-1A98-8E88-FC15E19A52AE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6220262" y="1535425"/>
                  <a:ext cx="17748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A44A45AB-0363-B8EB-3C41-F2B3AD9098F8}"/>
                    </a:ext>
                  </a:extLst>
                </p14:cNvPr>
                <p14:cNvContentPartPr/>
                <p14:nvPr/>
              </p14:nvContentPartPr>
              <p14:xfrm>
                <a:off x="6524462" y="1675465"/>
                <a:ext cx="32040" cy="15012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A44A45AB-0363-B8EB-3C41-F2B3AD9098F8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506822" y="1657465"/>
                  <a:ext cx="6768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E56B3471-4C82-45A6-223D-44C7615BCED2}"/>
                    </a:ext>
                  </a:extLst>
                </p14:cNvPr>
                <p14:cNvContentPartPr/>
                <p14:nvPr/>
              </p14:nvContentPartPr>
              <p14:xfrm>
                <a:off x="6494582" y="1551265"/>
                <a:ext cx="7920" cy="6408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E56B3471-4C82-45A6-223D-44C7615BCED2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6476942" y="1533625"/>
                  <a:ext cx="43560" cy="99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E79E8A4B-D296-545D-A8CF-9E49BDFDABB3}"/>
              </a:ext>
            </a:extLst>
          </p:cNvPr>
          <p:cNvGrpSpPr/>
          <p:nvPr/>
        </p:nvGrpSpPr>
        <p:grpSpPr>
          <a:xfrm>
            <a:off x="7561982" y="1224385"/>
            <a:ext cx="181080" cy="104760"/>
            <a:chOff x="7561982" y="1224385"/>
            <a:chExt cx="181080" cy="104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64E7035D-71E4-4C6F-14B5-E5EF7EAB8EC5}"/>
                    </a:ext>
                  </a:extLst>
                </p14:cNvPr>
                <p14:cNvContentPartPr/>
                <p14:nvPr/>
              </p14:nvContentPartPr>
              <p14:xfrm>
                <a:off x="7561982" y="1224385"/>
                <a:ext cx="97560" cy="2700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64E7035D-71E4-4C6F-14B5-E5EF7EAB8EC5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7543982" y="1206745"/>
                  <a:ext cx="13320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DA61DFC8-CBC7-C686-0C01-F3D09B76EAA7}"/>
                    </a:ext>
                  </a:extLst>
                </p14:cNvPr>
                <p14:cNvContentPartPr/>
                <p14:nvPr/>
              </p14:nvContentPartPr>
              <p14:xfrm>
                <a:off x="7620302" y="1284145"/>
                <a:ext cx="122760" cy="4500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DA61DFC8-CBC7-C686-0C01-F3D09B76EAA7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7602662" y="1266145"/>
                  <a:ext cx="158400" cy="8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88FE0A8A-D956-BF8B-5480-DB2DA0649337}"/>
              </a:ext>
            </a:extLst>
          </p:cNvPr>
          <p:cNvGrpSpPr/>
          <p:nvPr/>
        </p:nvGrpSpPr>
        <p:grpSpPr>
          <a:xfrm>
            <a:off x="2580302" y="2659345"/>
            <a:ext cx="258840" cy="291960"/>
            <a:chOff x="2580302" y="2659345"/>
            <a:chExt cx="258840" cy="291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F6DCE9CA-2417-F0E4-B4C0-2FDFC0BEE3B5}"/>
                    </a:ext>
                  </a:extLst>
                </p14:cNvPr>
                <p14:cNvContentPartPr/>
                <p14:nvPr/>
              </p14:nvContentPartPr>
              <p14:xfrm>
                <a:off x="2601902" y="2659345"/>
                <a:ext cx="45360" cy="1753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F6DCE9CA-2417-F0E4-B4C0-2FDFC0BEE3B5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2595782" y="2653225"/>
                  <a:ext cx="5760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7A45D7B2-66EE-3D9A-1933-4A7450840C80}"/>
                    </a:ext>
                  </a:extLst>
                </p14:cNvPr>
                <p14:cNvContentPartPr/>
                <p14:nvPr/>
              </p14:nvContentPartPr>
              <p14:xfrm>
                <a:off x="2580302" y="2850505"/>
                <a:ext cx="258840" cy="10080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7A45D7B2-66EE-3D9A-1933-4A7450840C80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2574182" y="2844385"/>
                  <a:ext cx="271080" cy="113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C8F95F9A-292C-6047-62CC-9829EDA72284}"/>
              </a:ext>
            </a:extLst>
          </p:cNvPr>
          <p:cNvGrpSpPr/>
          <p:nvPr/>
        </p:nvGrpSpPr>
        <p:grpSpPr>
          <a:xfrm>
            <a:off x="2616662" y="3233905"/>
            <a:ext cx="212040" cy="390240"/>
            <a:chOff x="2616662" y="3233905"/>
            <a:chExt cx="212040" cy="390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D1FD216F-D07A-8601-9B1B-796233E8353C}"/>
                    </a:ext>
                  </a:extLst>
                </p14:cNvPr>
                <p14:cNvContentPartPr/>
                <p14:nvPr/>
              </p14:nvContentPartPr>
              <p14:xfrm>
                <a:off x="2680742" y="3268825"/>
                <a:ext cx="76680" cy="29124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D1FD216F-D07A-8601-9B1B-796233E8353C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2663102" y="3251185"/>
                  <a:ext cx="112320" cy="32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7B6CE78D-3092-00BA-D2E8-7F294344398E}"/>
                    </a:ext>
                  </a:extLst>
                </p14:cNvPr>
                <p14:cNvContentPartPr/>
                <p14:nvPr/>
              </p14:nvContentPartPr>
              <p14:xfrm>
                <a:off x="2616662" y="3278905"/>
                <a:ext cx="32040" cy="309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7B6CE78D-3092-00BA-D2E8-7F294344398E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2598662" y="3261265"/>
                  <a:ext cx="6768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C358ACA4-183F-64FD-8EA0-5504968E4944}"/>
                    </a:ext>
                  </a:extLst>
                </p14:cNvPr>
                <p14:cNvContentPartPr/>
                <p14:nvPr/>
              </p14:nvContentPartPr>
              <p14:xfrm>
                <a:off x="2633222" y="3233905"/>
                <a:ext cx="195480" cy="39024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C358ACA4-183F-64FD-8EA0-5504968E4944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2615582" y="3216265"/>
                  <a:ext cx="231120" cy="42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00AF2708-5258-9F98-B126-6EE63D1A8576}"/>
              </a:ext>
            </a:extLst>
          </p:cNvPr>
          <p:cNvGrpSpPr/>
          <p:nvPr/>
        </p:nvGrpSpPr>
        <p:grpSpPr>
          <a:xfrm>
            <a:off x="4381742" y="3281065"/>
            <a:ext cx="134640" cy="345600"/>
            <a:chOff x="4381742" y="3281065"/>
            <a:chExt cx="134640" cy="345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25FE6ED7-2A7B-FD0A-CF96-B5B3B454EEE0}"/>
                    </a:ext>
                  </a:extLst>
                </p14:cNvPr>
                <p14:cNvContentPartPr/>
                <p14:nvPr/>
              </p14:nvContentPartPr>
              <p14:xfrm>
                <a:off x="4381742" y="3292945"/>
                <a:ext cx="77760" cy="396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25FE6ED7-2A7B-FD0A-CF96-B5B3B454EEE0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4363742" y="3275305"/>
                  <a:ext cx="11340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0F3BAAFF-87B8-0D5C-238E-1497514A112E}"/>
                    </a:ext>
                  </a:extLst>
                </p14:cNvPr>
                <p14:cNvContentPartPr/>
                <p14:nvPr/>
              </p14:nvContentPartPr>
              <p14:xfrm>
                <a:off x="4480022" y="3281065"/>
                <a:ext cx="36360" cy="30168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0F3BAAFF-87B8-0D5C-238E-1497514A112E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4462022" y="3263065"/>
                  <a:ext cx="72000" cy="33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005BF164-F4AC-DAB8-A31C-AE8F8F3FF86A}"/>
                    </a:ext>
                  </a:extLst>
                </p14:cNvPr>
                <p14:cNvContentPartPr/>
                <p14:nvPr/>
              </p14:nvContentPartPr>
              <p14:xfrm>
                <a:off x="4382102" y="3599305"/>
                <a:ext cx="63000" cy="273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005BF164-F4AC-DAB8-A31C-AE8F8F3FF86A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4364102" y="3581665"/>
                  <a:ext cx="98640" cy="63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BB069E16-412E-CCB4-08FD-A19D38B64A78}"/>
              </a:ext>
            </a:extLst>
          </p:cNvPr>
          <p:cNvGrpSpPr/>
          <p:nvPr/>
        </p:nvGrpSpPr>
        <p:grpSpPr>
          <a:xfrm>
            <a:off x="7840622" y="924505"/>
            <a:ext cx="513000" cy="234360"/>
            <a:chOff x="7840622" y="924505"/>
            <a:chExt cx="513000" cy="234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B3129761-9C17-BF99-1360-A19F47F1C8DD}"/>
                    </a:ext>
                  </a:extLst>
                </p14:cNvPr>
                <p14:cNvContentPartPr/>
                <p14:nvPr/>
              </p14:nvContentPartPr>
              <p14:xfrm>
                <a:off x="7840622" y="924505"/>
                <a:ext cx="216000" cy="23436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B3129761-9C17-BF99-1360-A19F47F1C8DD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7822982" y="906505"/>
                  <a:ext cx="251640" cy="27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D858049C-9858-798D-A7A3-36D985DA770D}"/>
                    </a:ext>
                  </a:extLst>
                </p14:cNvPr>
                <p14:cNvContentPartPr/>
                <p14:nvPr/>
              </p14:nvContentPartPr>
              <p14:xfrm>
                <a:off x="8170022" y="1017385"/>
                <a:ext cx="183600" cy="1764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D858049C-9858-798D-A7A3-36D985DA770D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8152382" y="999745"/>
                  <a:ext cx="219240" cy="53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B79E1763-8F70-F121-4DE2-95724F94515C}"/>
              </a:ext>
            </a:extLst>
          </p:cNvPr>
          <p:cNvGrpSpPr/>
          <p:nvPr/>
        </p:nvGrpSpPr>
        <p:grpSpPr>
          <a:xfrm>
            <a:off x="8495102" y="768985"/>
            <a:ext cx="911880" cy="271800"/>
            <a:chOff x="8495102" y="768985"/>
            <a:chExt cx="911880" cy="271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5DC46E7B-2B9C-4F8D-0323-4535C2B6537B}"/>
                    </a:ext>
                  </a:extLst>
                </p14:cNvPr>
                <p14:cNvContentPartPr/>
                <p14:nvPr/>
              </p14:nvContentPartPr>
              <p14:xfrm>
                <a:off x="8495102" y="768985"/>
                <a:ext cx="251640" cy="26172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5DC46E7B-2B9C-4F8D-0323-4535C2B6537B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8477102" y="750985"/>
                  <a:ext cx="287280" cy="29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81462CFA-A9C9-F470-39F2-B78E25F34AEC}"/>
                    </a:ext>
                  </a:extLst>
                </p14:cNvPr>
                <p14:cNvContentPartPr/>
                <p14:nvPr/>
              </p14:nvContentPartPr>
              <p14:xfrm>
                <a:off x="8879942" y="909745"/>
                <a:ext cx="75600" cy="12276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81462CFA-A9C9-F470-39F2-B78E25F34AEC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8862302" y="892105"/>
                  <a:ext cx="11124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03FB36D3-E175-6EE2-FF59-87AA492B5CAF}"/>
                    </a:ext>
                  </a:extLst>
                </p14:cNvPr>
                <p14:cNvContentPartPr/>
                <p14:nvPr/>
              </p14:nvContentPartPr>
              <p14:xfrm>
                <a:off x="9036902" y="878425"/>
                <a:ext cx="120600" cy="1623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03FB36D3-E175-6EE2-FF59-87AA492B5CAF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9019262" y="860425"/>
                  <a:ext cx="15624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75353C9B-C2F0-E5F5-7634-FBF05EE66866}"/>
                    </a:ext>
                  </a:extLst>
                </p14:cNvPr>
                <p14:cNvContentPartPr/>
                <p14:nvPr/>
              </p14:nvContentPartPr>
              <p14:xfrm>
                <a:off x="9297902" y="769705"/>
                <a:ext cx="49680" cy="24156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75353C9B-C2F0-E5F5-7634-FBF05EE66866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9279902" y="752065"/>
                  <a:ext cx="85320" cy="27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3837B39F-DAB3-E120-D33B-5F9347A8EFFE}"/>
                    </a:ext>
                  </a:extLst>
                </p14:cNvPr>
                <p14:cNvContentPartPr/>
                <p14:nvPr/>
              </p14:nvContentPartPr>
              <p14:xfrm>
                <a:off x="9226982" y="902545"/>
                <a:ext cx="180000" cy="6516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3837B39F-DAB3-E120-D33B-5F9347A8EFFE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9208982" y="884905"/>
                  <a:ext cx="215640" cy="100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7940679F-3C28-835B-6732-C3D132450ADF}"/>
              </a:ext>
            </a:extLst>
          </p:cNvPr>
          <p:cNvGrpSpPr/>
          <p:nvPr/>
        </p:nvGrpSpPr>
        <p:grpSpPr>
          <a:xfrm>
            <a:off x="7883102" y="1207825"/>
            <a:ext cx="1759680" cy="550080"/>
            <a:chOff x="7883102" y="1207825"/>
            <a:chExt cx="1759680" cy="550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169A66A0-DFA2-6138-04B1-1229A2F94442}"/>
                    </a:ext>
                  </a:extLst>
                </p14:cNvPr>
                <p14:cNvContentPartPr/>
                <p14:nvPr/>
              </p14:nvContentPartPr>
              <p14:xfrm>
                <a:off x="7883102" y="1207825"/>
                <a:ext cx="1759680" cy="12276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169A66A0-DFA2-6138-04B1-1229A2F94442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865102" y="1189825"/>
                  <a:ext cx="179532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44A2B81F-6BC7-9BA9-B83E-9427DC30DE46}"/>
                    </a:ext>
                  </a:extLst>
                </p14:cNvPr>
                <p14:cNvContentPartPr/>
                <p14:nvPr/>
              </p14:nvContentPartPr>
              <p14:xfrm>
                <a:off x="8496542" y="1378465"/>
                <a:ext cx="64080" cy="33120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44A2B81F-6BC7-9BA9-B83E-9427DC30DE46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8478902" y="1360825"/>
                  <a:ext cx="99720" cy="36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487DC803-716E-82FB-47FA-36B5EB77F1C2}"/>
                    </a:ext>
                  </a:extLst>
                </p14:cNvPr>
                <p14:cNvContentPartPr/>
                <p14:nvPr/>
              </p14:nvContentPartPr>
              <p14:xfrm>
                <a:off x="8536142" y="1410145"/>
                <a:ext cx="177120" cy="15372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487DC803-716E-82FB-47FA-36B5EB77F1C2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8518502" y="1392145"/>
                  <a:ext cx="21276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DCCD2B20-FE79-2B64-F101-F73F090CF389}"/>
                    </a:ext>
                  </a:extLst>
                </p14:cNvPr>
                <p14:cNvContentPartPr/>
                <p14:nvPr/>
              </p14:nvContentPartPr>
              <p14:xfrm>
                <a:off x="8800742" y="1430665"/>
                <a:ext cx="100080" cy="32724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DCCD2B20-FE79-2B64-F101-F73F090CF389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8782742" y="1413025"/>
                  <a:ext cx="135720" cy="36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F43E582C-DF6A-ABD1-3CAE-73B624071795}"/>
                    </a:ext>
                  </a:extLst>
                </p14:cNvPr>
                <p14:cNvContentPartPr/>
                <p14:nvPr/>
              </p14:nvContentPartPr>
              <p14:xfrm>
                <a:off x="8775902" y="1549825"/>
                <a:ext cx="138600" cy="1346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F43E582C-DF6A-ABD1-3CAE-73B624071795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8757902" y="1532185"/>
                  <a:ext cx="174240" cy="1702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7310992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41563-0FA2-DBD4-DA24-91CF71609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C0D1F1-3343-FF4A-6016-991CDF05A1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584200"/>
          </a:xfrm>
        </p:spPr>
        <p:txBody>
          <a:bodyPr/>
          <a:lstStyle/>
          <a:p>
            <a:r>
              <a:rPr lang="en-US" dirty="0"/>
              <a:t>Inverting Op Amp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39A05B-0237-9089-EC86-229B27109B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18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black screen with blue text&#10;&#10;Description automatically generated">
            <a:extLst>
              <a:ext uri="{FF2B5EF4-FFF2-40B4-BE49-F238E27FC236}">
                <a16:creationId xmlns:a16="http://schemas.microsoft.com/office/drawing/2014/main" id="{7F368CC3-82B4-A67D-2A3F-88A7F08F1A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8099" y="1028700"/>
            <a:ext cx="4286250" cy="4800600"/>
          </a:xfrm>
          <a:prstGeom prst="rect">
            <a:avLst/>
          </a:prstGeom>
        </p:spPr>
      </p:pic>
      <p:grpSp>
        <p:nvGrpSpPr>
          <p:cNvPr id="51" name="Group 50">
            <a:extLst>
              <a:ext uri="{FF2B5EF4-FFF2-40B4-BE49-F238E27FC236}">
                <a16:creationId xmlns:a16="http://schemas.microsoft.com/office/drawing/2014/main" id="{FC3A0926-6276-3518-BFAA-2632A317BA51}"/>
              </a:ext>
            </a:extLst>
          </p:cNvPr>
          <p:cNvGrpSpPr/>
          <p:nvPr/>
        </p:nvGrpSpPr>
        <p:grpSpPr>
          <a:xfrm>
            <a:off x="942214" y="2449222"/>
            <a:ext cx="4812120" cy="2459160"/>
            <a:chOff x="686614" y="732397"/>
            <a:chExt cx="4812120" cy="2459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C8013695-0FAA-C02F-8047-90DF6D1F057E}"/>
                    </a:ext>
                  </a:extLst>
                </p14:cNvPr>
                <p14:cNvContentPartPr/>
                <p14:nvPr/>
              </p14:nvContentPartPr>
              <p14:xfrm>
                <a:off x="2769934" y="1554637"/>
                <a:ext cx="61560" cy="107892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C8013695-0FAA-C02F-8047-90DF6D1F057E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751934" y="1536637"/>
                  <a:ext cx="97200" cy="11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2CF28264-53E5-6B14-48A1-4961D3D73C0F}"/>
                    </a:ext>
                  </a:extLst>
                </p14:cNvPr>
                <p14:cNvContentPartPr/>
                <p14:nvPr/>
              </p14:nvContentPartPr>
              <p14:xfrm>
                <a:off x="2778934" y="1506757"/>
                <a:ext cx="836640" cy="42840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2CF28264-53E5-6B14-48A1-4961D3D73C0F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760934" y="1488757"/>
                  <a:ext cx="872280" cy="46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FD5B6286-7C53-4FFE-3C4F-F12A702F8997}"/>
                    </a:ext>
                  </a:extLst>
                </p14:cNvPr>
                <p14:cNvContentPartPr/>
                <p14:nvPr/>
              </p14:nvContentPartPr>
              <p14:xfrm>
                <a:off x="2796214" y="1927597"/>
                <a:ext cx="896040" cy="83916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FD5B6286-7C53-4FFE-3C4F-F12A702F899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778207" y="1909597"/>
                  <a:ext cx="931694" cy="87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AC8FFFFD-2228-A9D3-5852-DEA9EE16747E}"/>
                    </a:ext>
                  </a:extLst>
                </p14:cNvPr>
                <p14:cNvContentPartPr/>
                <p14:nvPr/>
              </p14:nvContentPartPr>
              <p14:xfrm>
                <a:off x="1368454" y="1764877"/>
                <a:ext cx="166320" cy="18360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AC8FFFFD-2228-A9D3-5852-DEA9EE16747E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350454" y="1746842"/>
                  <a:ext cx="201960" cy="21931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DAE2C760-3B84-8A26-99F9-C7FA29CAF512}"/>
                    </a:ext>
                  </a:extLst>
                </p14:cNvPr>
                <p14:cNvContentPartPr/>
                <p14:nvPr/>
              </p14:nvContentPartPr>
              <p14:xfrm>
                <a:off x="1563214" y="1817797"/>
                <a:ext cx="189720" cy="4752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DAE2C760-3B84-8A26-99F9-C7FA29CAF512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545214" y="1799797"/>
                  <a:ext cx="22536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28351E2F-5E96-A0EE-B331-6D306FDC6A9A}"/>
                    </a:ext>
                  </a:extLst>
                </p14:cNvPr>
                <p14:cNvContentPartPr/>
                <p14:nvPr/>
              </p14:nvContentPartPr>
              <p14:xfrm>
                <a:off x="1772014" y="1644997"/>
                <a:ext cx="514800" cy="18396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28351E2F-5E96-A0EE-B331-6D306FDC6A9A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754001" y="1626997"/>
                  <a:ext cx="550465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B73466FD-33C6-60AC-E4E8-4274A44D4073}"/>
                    </a:ext>
                  </a:extLst>
                </p14:cNvPr>
                <p14:cNvContentPartPr/>
                <p14:nvPr/>
              </p14:nvContentPartPr>
              <p14:xfrm>
                <a:off x="2325334" y="1725637"/>
                <a:ext cx="462600" cy="4248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B73466FD-33C6-60AC-E4E8-4274A44D4073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307334" y="1707637"/>
                  <a:ext cx="49824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FE6BB07-4B9E-A150-4BD5-AE69E050C66C}"/>
                    </a:ext>
                  </a:extLst>
                </p14:cNvPr>
                <p14:cNvContentPartPr/>
                <p14:nvPr/>
              </p14:nvContentPartPr>
              <p14:xfrm>
                <a:off x="2474374" y="1154677"/>
                <a:ext cx="87120" cy="54972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FE6BB07-4B9E-A150-4BD5-AE69E050C66C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456374" y="1136677"/>
                  <a:ext cx="122760" cy="58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5F8DE649-86BB-5961-D013-607C837D309D}"/>
                    </a:ext>
                  </a:extLst>
                </p14:cNvPr>
                <p14:cNvContentPartPr/>
                <p14:nvPr/>
              </p14:nvContentPartPr>
              <p14:xfrm>
                <a:off x="2488774" y="1162597"/>
                <a:ext cx="621720" cy="2988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5F8DE649-86BB-5961-D013-607C837D309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470774" y="1144597"/>
                  <a:ext cx="65736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43D513CF-A98A-5B32-2268-286B6699A5AF}"/>
                    </a:ext>
                  </a:extLst>
                </p14:cNvPr>
                <p14:cNvContentPartPr/>
                <p14:nvPr/>
              </p14:nvContentPartPr>
              <p14:xfrm>
                <a:off x="3074854" y="949117"/>
                <a:ext cx="401040" cy="22932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43D513CF-A98A-5B32-2268-286B6699A5AF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056854" y="931089"/>
                  <a:ext cx="436680" cy="26501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CDF5810-2AF6-1767-C4B1-6A67AD3CAEC8}"/>
                    </a:ext>
                  </a:extLst>
                </p14:cNvPr>
                <p14:cNvContentPartPr/>
                <p14:nvPr/>
              </p14:nvContentPartPr>
              <p14:xfrm>
                <a:off x="3532774" y="1116517"/>
                <a:ext cx="488880" cy="9720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CDF5810-2AF6-1767-C4B1-6A67AD3CAEC8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514774" y="1098450"/>
                  <a:ext cx="524520" cy="13297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66188533-34AA-8F8B-37D8-2157CC229CAB}"/>
                    </a:ext>
                  </a:extLst>
                </p14:cNvPr>
                <p14:cNvContentPartPr/>
                <p14:nvPr/>
              </p14:nvContentPartPr>
              <p14:xfrm>
                <a:off x="3978094" y="1114357"/>
                <a:ext cx="70200" cy="87480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66188533-34AA-8F8B-37D8-2157CC229CAB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960094" y="1096357"/>
                  <a:ext cx="105840" cy="91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760DEF68-AA44-D466-A51D-398C2F7CB348}"/>
                    </a:ext>
                  </a:extLst>
                </p14:cNvPr>
                <p14:cNvContentPartPr/>
                <p14:nvPr/>
              </p14:nvContentPartPr>
              <p14:xfrm>
                <a:off x="3748054" y="1860997"/>
                <a:ext cx="846360" cy="6300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760DEF68-AA44-D466-A51D-398C2F7CB348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730054" y="1842894"/>
                  <a:ext cx="882000" cy="9884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4F5A79AF-B9DD-33AA-E560-A4F3424F1D29}"/>
                    </a:ext>
                  </a:extLst>
                </p14:cNvPr>
                <p14:cNvContentPartPr/>
                <p14:nvPr/>
              </p14:nvContentPartPr>
              <p14:xfrm>
                <a:off x="4573894" y="1760917"/>
                <a:ext cx="153360" cy="20088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4F5A79AF-B9DD-33AA-E560-A4F3424F1D29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555936" y="1742917"/>
                  <a:ext cx="188917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DEA6DDDB-CC82-7780-BC42-8BAEFF9DD253}"/>
                    </a:ext>
                  </a:extLst>
                </p14:cNvPr>
                <p14:cNvContentPartPr/>
                <p14:nvPr/>
              </p14:nvContentPartPr>
              <p14:xfrm>
                <a:off x="2404174" y="2263837"/>
                <a:ext cx="416520" cy="5004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DEA6DDDB-CC82-7780-BC42-8BAEFF9DD253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386174" y="2245837"/>
                  <a:ext cx="45216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D8A84453-4308-364D-6AF0-1661EA7179D7}"/>
                    </a:ext>
                  </a:extLst>
                </p14:cNvPr>
                <p14:cNvContentPartPr/>
                <p14:nvPr/>
              </p14:nvContentPartPr>
              <p14:xfrm>
                <a:off x="2416054" y="2299477"/>
                <a:ext cx="79560" cy="80604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D8A84453-4308-364D-6AF0-1661EA7179D7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398054" y="2281477"/>
                  <a:ext cx="115200" cy="84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4F45CABD-5836-0D04-F357-865F24EFA20B}"/>
                    </a:ext>
                  </a:extLst>
                </p14:cNvPr>
                <p14:cNvContentPartPr/>
                <p14:nvPr/>
              </p14:nvContentPartPr>
              <p14:xfrm>
                <a:off x="2357014" y="3031357"/>
                <a:ext cx="250560" cy="230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4F45CABD-5836-0D04-F357-865F24EFA20B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2339014" y="3013357"/>
                  <a:ext cx="28620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C67C097-D732-319B-C9A3-D19530011CEC}"/>
                    </a:ext>
                  </a:extLst>
                </p14:cNvPr>
                <p14:cNvContentPartPr/>
                <p14:nvPr/>
              </p14:nvContentPartPr>
              <p14:xfrm>
                <a:off x="2364574" y="3023437"/>
                <a:ext cx="209880" cy="16812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C67C097-D732-319B-C9A3-D19530011CEC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2346574" y="3005437"/>
                  <a:ext cx="24552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8EE6F557-903B-5B2C-8A9C-B75B0A47DB1C}"/>
                    </a:ext>
                  </a:extLst>
                </p14:cNvPr>
                <p14:cNvContentPartPr/>
                <p14:nvPr/>
              </p14:nvContentPartPr>
              <p14:xfrm>
                <a:off x="2551054" y="3024517"/>
                <a:ext cx="90360" cy="16056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8EE6F557-903B-5B2C-8A9C-B75B0A47DB1C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2532982" y="3006517"/>
                  <a:ext cx="126143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4135F188-9F6A-B264-917F-E2A858540BC5}"/>
                    </a:ext>
                  </a:extLst>
                </p14:cNvPr>
                <p14:cNvContentPartPr/>
                <p14:nvPr/>
              </p14:nvContentPartPr>
              <p14:xfrm>
                <a:off x="2901694" y="1822117"/>
                <a:ext cx="126720" cy="3420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4135F188-9F6A-B264-917F-E2A858540BC5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2883694" y="1804117"/>
                  <a:ext cx="16236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EF057838-058C-3BF7-CBA6-642DD0E16F94}"/>
                    </a:ext>
                  </a:extLst>
                </p14:cNvPr>
                <p14:cNvContentPartPr/>
                <p14:nvPr/>
              </p14:nvContentPartPr>
              <p14:xfrm>
                <a:off x="2961094" y="2181757"/>
                <a:ext cx="102960" cy="4176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EF057838-058C-3BF7-CBA6-642DD0E16F94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2943031" y="2163911"/>
                  <a:ext cx="138725" cy="770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32177D60-9CE0-0156-8DB5-4BD0C07A1676}"/>
                    </a:ext>
                  </a:extLst>
                </p14:cNvPr>
                <p14:cNvContentPartPr/>
                <p14:nvPr/>
              </p14:nvContentPartPr>
              <p14:xfrm>
                <a:off x="2995294" y="2127397"/>
                <a:ext cx="29160" cy="18756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32177D60-9CE0-0156-8DB5-4BD0C07A1676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977294" y="2109397"/>
                  <a:ext cx="6480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71654D98-995A-8F47-BA9E-F027E983E22C}"/>
                    </a:ext>
                  </a:extLst>
                </p14:cNvPr>
                <p14:cNvContentPartPr/>
                <p14:nvPr/>
              </p14:nvContentPartPr>
              <p14:xfrm>
                <a:off x="1789294" y="1311997"/>
                <a:ext cx="92520" cy="20592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71654D98-995A-8F47-BA9E-F027E983E22C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771294" y="1293997"/>
                  <a:ext cx="12816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6EA35EE9-6D05-5326-22FD-335DD126E2AD}"/>
                    </a:ext>
                  </a:extLst>
                </p14:cNvPr>
                <p14:cNvContentPartPr/>
                <p14:nvPr/>
              </p14:nvContentPartPr>
              <p14:xfrm>
                <a:off x="1803334" y="1215517"/>
                <a:ext cx="216720" cy="9972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6EA35EE9-6D05-5326-22FD-335DD126E2AD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785364" y="1197517"/>
                  <a:ext cx="252301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C51E3D01-368E-CA8A-5F04-4825AD7101A3}"/>
                    </a:ext>
                  </a:extLst>
                </p14:cNvPr>
                <p14:cNvContentPartPr/>
                <p14:nvPr/>
              </p14:nvContentPartPr>
              <p14:xfrm>
                <a:off x="2016814" y="1276357"/>
                <a:ext cx="49320" cy="10440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C51E3D01-368E-CA8A-5F04-4825AD7101A3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998814" y="1258357"/>
                  <a:ext cx="8496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F42EF97D-599D-0D2D-C13D-C3EE0AEEC6E5}"/>
                    </a:ext>
                  </a:extLst>
                </p14:cNvPr>
                <p14:cNvContentPartPr/>
                <p14:nvPr/>
              </p14:nvContentPartPr>
              <p14:xfrm>
                <a:off x="2000614" y="1116517"/>
                <a:ext cx="14040" cy="1980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F42EF97D-599D-0D2D-C13D-C3EE0AEEC6E5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982614" y="1098517"/>
                  <a:ext cx="4968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B7AEF931-1551-0864-A1C1-1F7EF981BBF7}"/>
                    </a:ext>
                  </a:extLst>
                </p14:cNvPr>
                <p14:cNvContentPartPr/>
                <p14:nvPr/>
              </p14:nvContentPartPr>
              <p14:xfrm>
                <a:off x="3488134" y="767677"/>
                <a:ext cx="86400" cy="18828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B7AEF931-1551-0864-A1C1-1F7EF981BBF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3470209" y="749677"/>
                  <a:ext cx="121892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1887AA88-17AF-990C-04CF-A3E27054D2A5}"/>
                    </a:ext>
                  </a:extLst>
                </p14:cNvPr>
                <p14:cNvContentPartPr/>
                <p14:nvPr/>
              </p14:nvContentPartPr>
              <p14:xfrm>
                <a:off x="3491734" y="739597"/>
                <a:ext cx="162000" cy="13608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1887AA88-17AF-990C-04CF-A3E27054D2A5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3473734" y="721597"/>
                  <a:ext cx="19764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E33D397D-1700-7B07-5BE9-EB3B027ECF21}"/>
                    </a:ext>
                  </a:extLst>
                </p14:cNvPr>
                <p14:cNvContentPartPr/>
                <p14:nvPr/>
              </p14:nvContentPartPr>
              <p14:xfrm>
                <a:off x="3774334" y="732397"/>
                <a:ext cx="100080" cy="23544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E33D397D-1700-7B07-5BE9-EB3B027ECF21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3756399" y="714397"/>
                  <a:ext cx="135592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20BB4102-741A-0F5B-01EE-EEFA66976E9B}"/>
                    </a:ext>
                  </a:extLst>
                </p14:cNvPr>
                <p14:cNvContentPartPr/>
                <p14:nvPr/>
              </p14:nvContentPartPr>
              <p14:xfrm>
                <a:off x="3800974" y="766957"/>
                <a:ext cx="114480" cy="15372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20BB4102-741A-0F5B-01EE-EEFA66976E9B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3782917" y="748957"/>
                  <a:ext cx="150232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22C28991-3DCA-19EE-2E4F-DE429B95581D}"/>
                    </a:ext>
                  </a:extLst>
                </p14:cNvPr>
                <p14:cNvContentPartPr/>
                <p14:nvPr/>
              </p14:nvContentPartPr>
              <p14:xfrm>
                <a:off x="686614" y="1810237"/>
                <a:ext cx="194400" cy="28188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22C28991-3DCA-19EE-2E4F-DE429B95581D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68647" y="1792237"/>
                  <a:ext cx="229974" cy="31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CB24180C-AC84-CA64-ACBD-38BA4FD2FB46}"/>
                    </a:ext>
                  </a:extLst>
                </p14:cNvPr>
                <p14:cNvContentPartPr/>
                <p14:nvPr/>
              </p14:nvContentPartPr>
              <p14:xfrm>
                <a:off x="1056334" y="2051077"/>
                <a:ext cx="56880" cy="10368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CB24180C-AC84-CA64-ACBD-38BA4FD2FB46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038334" y="2033077"/>
                  <a:ext cx="9252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3F969962-0C53-A3BC-598C-43BC29AF3002}"/>
                    </a:ext>
                  </a:extLst>
                </p14:cNvPr>
                <p14:cNvContentPartPr/>
                <p14:nvPr/>
              </p14:nvContentPartPr>
              <p14:xfrm>
                <a:off x="1002334" y="1896277"/>
                <a:ext cx="39960" cy="4500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3F969962-0C53-A3BC-598C-43BC29AF3002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84334" y="1878132"/>
                  <a:ext cx="75600" cy="8092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4BE1D16-89DA-E8D9-FF8C-5B7BBE370D3B}"/>
                    </a:ext>
                  </a:extLst>
                </p14:cNvPr>
                <p14:cNvContentPartPr/>
                <p14:nvPr/>
              </p14:nvContentPartPr>
              <p14:xfrm>
                <a:off x="1154614" y="1978357"/>
                <a:ext cx="124920" cy="10512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4BE1D16-89DA-E8D9-FF8C-5B7BBE370D3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136614" y="1960418"/>
                  <a:ext cx="160560" cy="14063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F2C190DA-ADF7-F7FF-907D-A7B2DCEEAEA1}"/>
                    </a:ext>
                  </a:extLst>
                </p14:cNvPr>
                <p14:cNvContentPartPr/>
                <p14:nvPr/>
              </p14:nvContentPartPr>
              <p14:xfrm>
                <a:off x="4584694" y="2139637"/>
                <a:ext cx="232920" cy="21816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F2C190DA-ADF7-F7FF-907D-A7B2DCEEAEA1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4566694" y="2121637"/>
                  <a:ext cx="26856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D3BB28A2-842F-BB98-771A-61FF6CAF3766}"/>
                    </a:ext>
                  </a:extLst>
                </p14:cNvPr>
                <p14:cNvContentPartPr/>
                <p14:nvPr/>
              </p14:nvContentPartPr>
              <p14:xfrm>
                <a:off x="4977814" y="2318197"/>
                <a:ext cx="108000" cy="10656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D3BB28A2-842F-BB98-771A-61FF6CAF3766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4959814" y="2300197"/>
                  <a:ext cx="14364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43B203BE-4345-FEA1-5BD2-AD386A031FFB}"/>
                    </a:ext>
                  </a:extLst>
                </p14:cNvPr>
                <p14:cNvContentPartPr/>
                <p14:nvPr/>
              </p14:nvContentPartPr>
              <p14:xfrm>
                <a:off x="5172574" y="2236837"/>
                <a:ext cx="181440" cy="12420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43B203BE-4345-FEA1-5BD2-AD386A031FFB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5154574" y="2218837"/>
                  <a:ext cx="21708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8201B78-BC19-F975-0CD5-C62012CB28CC}"/>
                    </a:ext>
                  </a:extLst>
                </p14:cNvPr>
                <p14:cNvContentPartPr/>
                <p14:nvPr/>
              </p14:nvContentPartPr>
              <p14:xfrm>
                <a:off x="5360134" y="2100757"/>
                <a:ext cx="91800" cy="19008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8201B78-BC19-F975-0CD5-C62012CB28CC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5342134" y="2082757"/>
                  <a:ext cx="12744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F55C6E27-75EA-E71B-9EE1-CBB86CCCBFED}"/>
                    </a:ext>
                  </a:extLst>
                </p14:cNvPr>
                <p14:cNvContentPartPr/>
                <p14:nvPr/>
              </p14:nvContentPartPr>
              <p14:xfrm>
                <a:off x="5388934" y="2067277"/>
                <a:ext cx="109800" cy="11340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F55C6E27-75EA-E71B-9EE1-CBB86CCCBFED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5370993" y="2049334"/>
                  <a:ext cx="145324" cy="148927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E5F462CF-5136-9159-1622-A4BD33BFB11A}"/>
              </a:ext>
            </a:extLst>
          </p:cNvPr>
          <p:cNvGrpSpPr/>
          <p:nvPr/>
        </p:nvGrpSpPr>
        <p:grpSpPr>
          <a:xfrm>
            <a:off x="2128774" y="3922702"/>
            <a:ext cx="475920" cy="443520"/>
            <a:chOff x="1873174" y="2205877"/>
            <a:chExt cx="475920" cy="443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9EA54977-01EC-F281-D4FE-257529EB967B}"/>
                    </a:ext>
                  </a:extLst>
                </p14:cNvPr>
                <p14:cNvContentPartPr/>
                <p14:nvPr/>
              </p14:nvContentPartPr>
              <p14:xfrm>
                <a:off x="1873174" y="2401357"/>
                <a:ext cx="203040" cy="24804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9EA54977-01EC-F281-D4FE-257529EB967B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855174" y="2383357"/>
                  <a:ext cx="238680" cy="28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3B246E25-574A-F157-809F-2FE51E2043C6}"/>
                    </a:ext>
                  </a:extLst>
                </p14:cNvPr>
                <p14:cNvContentPartPr/>
                <p14:nvPr/>
              </p14:nvContentPartPr>
              <p14:xfrm>
                <a:off x="2078374" y="2382997"/>
                <a:ext cx="61200" cy="18288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3B246E25-574A-F157-809F-2FE51E2043C6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2060479" y="2364997"/>
                  <a:ext cx="96632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5F819102-B323-CEB9-C9BD-BD8E5E6C6B89}"/>
                    </a:ext>
                  </a:extLst>
                </p14:cNvPr>
                <p14:cNvContentPartPr/>
                <p14:nvPr/>
              </p14:nvContentPartPr>
              <p14:xfrm>
                <a:off x="2097814" y="2299837"/>
                <a:ext cx="122400" cy="15876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5F819102-B323-CEB9-C9BD-BD8E5E6C6B89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2079867" y="2281837"/>
                  <a:ext cx="157935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4AB52F2E-88A3-DEBB-9367-646947B50BD4}"/>
                    </a:ext>
                  </a:extLst>
                </p14:cNvPr>
                <p14:cNvContentPartPr/>
                <p14:nvPr/>
              </p14:nvContentPartPr>
              <p14:xfrm>
                <a:off x="2250454" y="2233237"/>
                <a:ext cx="79560" cy="14508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4AB52F2E-88A3-DEBB-9367-646947B50BD4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2232454" y="2215192"/>
                  <a:ext cx="115200" cy="18080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47634309-8C67-AF58-7E8B-B3345EB35A3D}"/>
                    </a:ext>
                  </a:extLst>
                </p14:cNvPr>
                <p14:cNvContentPartPr/>
                <p14:nvPr/>
              </p14:nvContentPartPr>
              <p14:xfrm>
                <a:off x="2251894" y="2205877"/>
                <a:ext cx="97200" cy="21492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47634309-8C67-AF58-7E8B-B3345EB35A3D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2233894" y="2187877"/>
                  <a:ext cx="132840" cy="250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5127436E-C78F-9F7D-70BE-8735C859A76E}"/>
              </a:ext>
            </a:extLst>
          </p:cNvPr>
          <p:cNvGrpSpPr/>
          <p:nvPr/>
        </p:nvGrpSpPr>
        <p:grpSpPr>
          <a:xfrm>
            <a:off x="1340734" y="2521582"/>
            <a:ext cx="1239480" cy="415080"/>
            <a:chOff x="1085134" y="804757"/>
            <a:chExt cx="1239480" cy="415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07512BF5-0207-9752-A9C2-F6B330253C76}"/>
                    </a:ext>
                  </a:extLst>
                </p14:cNvPr>
                <p14:cNvContentPartPr/>
                <p14:nvPr/>
              </p14:nvContentPartPr>
              <p14:xfrm>
                <a:off x="1211134" y="933997"/>
                <a:ext cx="41040" cy="21852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07512BF5-0207-9752-A9C2-F6B330253C76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193134" y="915997"/>
                  <a:ext cx="7668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FAE7A801-098B-ED52-1683-6A443CC4233A}"/>
                    </a:ext>
                  </a:extLst>
                </p14:cNvPr>
                <p14:cNvContentPartPr/>
                <p14:nvPr/>
              </p14:nvContentPartPr>
              <p14:xfrm>
                <a:off x="1085134" y="804757"/>
                <a:ext cx="320400" cy="41508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FAE7A801-098B-ED52-1683-6A443CC4233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067154" y="786757"/>
                  <a:ext cx="356000" cy="45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4489827E-5D68-6D68-4331-1D3B1F228B28}"/>
                    </a:ext>
                  </a:extLst>
                </p14:cNvPr>
                <p14:cNvContentPartPr/>
                <p14:nvPr/>
              </p14:nvContentPartPr>
              <p14:xfrm>
                <a:off x="1467814" y="917437"/>
                <a:ext cx="822240" cy="6516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4489827E-5D68-6D68-4331-1D3B1F228B28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449806" y="899437"/>
                  <a:ext cx="857896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49C37E0A-5C02-4C55-3DBD-A6E65058B4D6}"/>
                    </a:ext>
                  </a:extLst>
                </p14:cNvPr>
                <p14:cNvContentPartPr/>
                <p14:nvPr/>
              </p14:nvContentPartPr>
              <p14:xfrm>
                <a:off x="2185654" y="817357"/>
                <a:ext cx="138960" cy="17280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49C37E0A-5C02-4C55-3DBD-A6E65058B4D6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167607" y="799357"/>
                  <a:ext cx="174693" cy="208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5352EF94-F159-97CA-ABB8-79D7D6CA59A7}"/>
              </a:ext>
            </a:extLst>
          </p:cNvPr>
          <p:cNvGrpSpPr/>
          <p:nvPr/>
        </p:nvGrpSpPr>
        <p:grpSpPr>
          <a:xfrm>
            <a:off x="2858854" y="2288302"/>
            <a:ext cx="1215000" cy="396720"/>
            <a:chOff x="2603254" y="571477"/>
            <a:chExt cx="1215000" cy="396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C381B0CF-568C-A4AD-BC94-9EB3D03D8929}"/>
                    </a:ext>
                  </a:extLst>
                </p14:cNvPr>
                <p14:cNvContentPartPr/>
                <p14:nvPr/>
              </p14:nvContentPartPr>
              <p14:xfrm>
                <a:off x="2956774" y="727717"/>
                <a:ext cx="861480" cy="1296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C381B0CF-568C-A4AD-BC94-9EB3D03D8929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938774" y="709717"/>
                  <a:ext cx="89712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70AA5D1E-B290-CA97-1A57-6151D984B8DA}"/>
                    </a:ext>
                  </a:extLst>
                </p14:cNvPr>
                <p14:cNvContentPartPr/>
                <p14:nvPr/>
              </p14:nvContentPartPr>
              <p14:xfrm>
                <a:off x="3677854" y="628717"/>
                <a:ext cx="103680" cy="14400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70AA5D1E-B290-CA97-1A57-6151D984B8DA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3659854" y="610717"/>
                  <a:ext cx="13932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38C600EE-774F-4F72-647D-5EC27BEC9E59}"/>
                    </a:ext>
                  </a:extLst>
                </p14:cNvPr>
                <p14:cNvContentPartPr/>
                <p14:nvPr/>
              </p14:nvContentPartPr>
              <p14:xfrm>
                <a:off x="2701534" y="652837"/>
                <a:ext cx="180360" cy="15372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38C600EE-774F-4F72-647D-5EC27BEC9E59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2683534" y="634795"/>
                  <a:ext cx="216000" cy="18944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455E296C-5E82-ABD3-637E-18B04E691351}"/>
                    </a:ext>
                  </a:extLst>
                </p14:cNvPr>
                <p14:cNvContentPartPr/>
                <p14:nvPr/>
              </p14:nvContentPartPr>
              <p14:xfrm>
                <a:off x="2603254" y="571477"/>
                <a:ext cx="333360" cy="39672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455E296C-5E82-ABD3-637E-18B04E691351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2585254" y="553477"/>
                  <a:ext cx="369000" cy="432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AEFFCDA4-08B4-A094-F781-525C98E96ED5}"/>
              </a:ext>
            </a:extLst>
          </p:cNvPr>
          <p:cNvGrpSpPr/>
          <p:nvPr/>
        </p:nvGrpSpPr>
        <p:grpSpPr>
          <a:xfrm>
            <a:off x="1421822" y="3319585"/>
            <a:ext cx="261720" cy="640800"/>
            <a:chOff x="1421822" y="3319585"/>
            <a:chExt cx="261720" cy="640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A906B7A3-965E-8E91-E51E-7D1AF070DE57}"/>
                    </a:ext>
                  </a:extLst>
                </p14:cNvPr>
                <p14:cNvContentPartPr/>
                <p14:nvPr/>
              </p14:nvContentPartPr>
              <p14:xfrm>
                <a:off x="1421822" y="3319585"/>
                <a:ext cx="151560" cy="5724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A906B7A3-965E-8E91-E51E-7D1AF070DE57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403822" y="3301585"/>
                  <a:ext cx="18720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86032C2A-DB49-A3B2-095A-A42034E316F0}"/>
                    </a:ext>
                  </a:extLst>
                </p14:cNvPr>
                <p14:cNvContentPartPr/>
                <p14:nvPr/>
              </p14:nvContentPartPr>
              <p14:xfrm>
                <a:off x="1421822" y="3319585"/>
                <a:ext cx="261720" cy="64080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86032C2A-DB49-A3B2-095A-A42034E316F0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403822" y="3301585"/>
                  <a:ext cx="297360" cy="676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DB824B4D-BF4A-E1BD-C9D2-CB675627FAB4}"/>
              </a:ext>
            </a:extLst>
          </p:cNvPr>
          <p:cNvGrpSpPr/>
          <p:nvPr/>
        </p:nvGrpSpPr>
        <p:grpSpPr>
          <a:xfrm>
            <a:off x="2928062" y="3212665"/>
            <a:ext cx="306000" cy="515880"/>
            <a:chOff x="2928062" y="3212665"/>
            <a:chExt cx="306000" cy="515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89FE84DC-C53E-4D6C-B033-8468C6A4F41C}"/>
                    </a:ext>
                  </a:extLst>
                </p14:cNvPr>
                <p14:cNvContentPartPr/>
                <p14:nvPr/>
              </p14:nvContentPartPr>
              <p14:xfrm>
                <a:off x="2928062" y="3212665"/>
                <a:ext cx="164880" cy="684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89FE84DC-C53E-4D6C-B033-8468C6A4F41C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2910062" y="3194665"/>
                  <a:ext cx="20052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9E8BF26-1B9C-F878-B8FB-9B1896ED6D5A}"/>
                    </a:ext>
                  </a:extLst>
                </p14:cNvPr>
                <p14:cNvContentPartPr/>
                <p14:nvPr/>
              </p14:nvContentPartPr>
              <p14:xfrm>
                <a:off x="3117062" y="3217705"/>
                <a:ext cx="117000" cy="51084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9E8BF26-1B9C-F878-B8FB-9B1896ED6D5A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3099062" y="3199718"/>
                  <a:ext cx="152640" cy="546455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BE50D7A2-5462-B452-29B4-A4509135E437}"/>
              </a:ext>
            </a:extLst>
          </p:cNvPr>
          <p:cNvGrpSpPr/>
          <p:nvPr/>
        </p:nvGrpSpPr>
        <p:grpSpPr>
          <a:xfrm>
            <a:off x="2580302" y="2659345"/>
            <a:ext cx="258840" cy="291960"/>
            <a:chOff x="2580302" y="2659345"/>
            <a:chExt cx="258840" cy="291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0793A34D-AFC1-2BA5-D899-5C01198E32ED}"/>
                    </a:ext>
                  </a:extLst>
                </p14:cNvPr>
                <p14:cNvContentPartPr/>
                <p14:nvPr/>
              </p14:nvContentPartPr>
              <p14:xfrm>
                <a:off x="2601902" y="2659345"/>
                <a:ext cx="45360" cy="17532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0793A34D-AFC1-2BA5-D899-5C01198E32ED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2595782" y="2653212"/>
                  <a:ext cx="57600" cy="18758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031FFB13-1CF2-A6EB-59BA-C2FB345369ED}"/>
                    </a:ext>
                  </a:extLst>
                </p14:cNvPr>
                <p14:cNvContentPartPr/>
                <p14:nvPr/>
              </p14:nvContentPartPr>
              <p14:xfrm>
                <a:off x="2580302" y="2850505"/>
                <a:ext cx="258840" cy="10080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031FFB13-1CF2-A6EB-59BA-C2FB345369ED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2574182" y="2844385"/>
                  <a:ext cx="271080" cy="113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FB4DB4ED-4253-004C-198D-FEE736FB698B}"/>
              </a:ext>
            </a:extLst>
          </p:cNvPr>
          <p:cNvGrpSpPr/>
          <p:nvPr/>
        </p:nvGrpSpPr>
        <p:grpSpPr>
          <a:xfrm>
            <a:off x="2616662" y="3233905"/>
            <a:ext cx="212040" cy="390240"/>
            <a:chOff x="2616662" y="3233905"/>
            <a:chExt cx="212040" cy="390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F450A9F6-D7C5-4059-088E-D5D378389CAB}"/>
                    </a:ext>
                  </a:extLst>
                </p14:cNvPr>
                <p14:cNvContentPartPr/>
                <p14:nvPr/>
              </p14:nvContentPartPr>
              <p14:xfrm>
                <a:off x="2680742" y="3268825"/>
                <a:ext cx="76680" cy="29124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F450A9F6-D7C5-4059-088E-D5D378389CAB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2662742" y="3250825"/>
                  <a:ext cx="112320" cy="32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C71B42F4-DE8B-53FA-6EF4-ABC80D8198E1}"/>
                    </a:ext>
                  </a:extLst>
                </p14:cNvPr>
                <p14:cNvContentPartPr/>
                <p14:nvPr/>
              </p14:nvContentPartPr>
              <p14:xfrm>
                <a:off x="2616662" y="3278905"/>
                <a:ext cx="32040" cy="3096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C71B42F4-DE8B-53FA-6EF4-ABC80D8198E1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2598662" y="3260905"/>
                  <a:ext cx="6768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12D7B907-35B8-38C3-BDB1-72ACC2EA70D5}"/>
                    </a:ext>
                  </a:extLst>
                </p14:cNvPr>
                <p14:cNvContentPartPr/>
                <p14:nvPr/>
              </p14:nvContentPartPr>
              <p14:xfrm>
                <a:off x="2633222" y="3233905"/>
                <a:ext cx="195480" cy="39024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12D7B907-35B8-38C3-BDB1-72ACC2EA70D5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2615222" y="3215888"/>
                  <a:ext cx="231120" cy="425913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415D8003-6468-B10D-2DE9-DB6B5376CEEE}"/>
              </a:ext>
            </a:extLst>
          </p:cNvPr>
          <p:cNvGrpSpPr/>
          <p:nvPr/>
        </p:nvGrpSpPr>
        <p:grpSpPr>
          <a:xfrm>
            <a:off x="4381742" y="3281065"/>
            <a:ext cx="134640" cy="345600"/>
            <a:chOff x="4381742" y="3281065"/>
            <a:chExt cx="134640" cy="345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D2AE7B3D-9637-12EE-CFBC-DEFBEAE270D2}"/>
                    </a:ext>
                  </a:extLst>
                </p14:cNvPr>
                <p14:cNvContentPartPr/>
                <p14:nvPr/>
              </p14:nvContentPartPr>
              <p14:xfrm>
                <a:off x="4381742" y="3292945"/>
                <a:ext cx="77760" cy="396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D2AE7B3D-9637-12EE-CFBC-DEFBEAE270D2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4363742" y="3273145"/>
                  <a:ext cx="113400" cy="4316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43DA7828-D4F4-D002-E2BC-42981A29A984}"/>
                    </a:ext>
                  </a:extLst>
                </p14:cNvPr>
                <p14:cNvContentPartPr/>
                <p14:nvPr/>
              </p14:nvContentPartPr>
              <p14:xfrm>
                <a:off x="4480022" y="3281065"/>
                <a:ext cx="36360" cy="30168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43DA7828-D4F4-D002-E2BC-42981A29A984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462198" y="3263086"/>
                  <a:ext cx="71651" cy="33727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C3740589-58D8-1534-8658-E93897BC2957}"/>
                    </a:ext>
                  </a:extLst>
                </p14:cNvPr>
                <p14:cNvContentPartPr/>
                <p14:nvPr/>
              </p14:nvContentPartPr>
              <p14:xfrm>
                <a:off x="4382102" y="3599305"/>
                <a:ext cx="63000" cy="2736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C3740589-58D8-1534-8658-E93897BC2957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364102" y="3581305"/>
                  <a:ext cx="98640" cy="63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C857F9FB-2DD6-2B5D-ECFE-AC005FACB47D}"/>
              </a:ext>
            </a:extLst>
          </p:cNvPr>
          <p:cNvGrpSpPr/>
          <p:nvPr/>
        </p:nvGrpSpPr>
        <p:grpSpPr>
          <a:xfrm>
            <a:off x="4901503" y="202680"/>
            <a:ext cx="5074560" cy="2267640"/>
            <a:chOff x="4901503" y="202680"/>
            <a:chExt cx="5074560" cy="2267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16F8D74F-6629-A7DF-7816-5C6912C64238}"/>
                    </a:ext>
                  </a:extLst>
                </p14:cNvPr>
                <p14:cNvContentPartPr/>
                <p14:nvPr/>
              </p14:nvContentPartPr>
              <p14:xfrm>
                <a:off x="6913543" y="830880"/>
                <a:ext cx="60840" cy="113328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16F8D74F-6629-A7DF-7816-5C6912C64238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6895543" y="812880"/>
                  <a:ext cx="96480" cy="116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76541F05-543E-0C9D-DFB6-D842ADD092BA}"/>
                    </a:ext>
                  </a:extLst>
                </p14:cNvPr>
                <p14:cNvContentPartPr/>
                <p14:nvPr/>
              </p14:nvContentPartPr>
              <p14:xfrm>
                <a:off x="6886543" y="865080"/>
                <a:ext cx="1078920" cy="119160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76541F05-543E-0C9D-DFB6-D842ADD092BA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868903" y="847080"/>
                  <a:ext cx="1114560" cy="122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BD556A9C-E53C-DBE2-2B17-CE7F49941850}"/>
                    </a:ext>
                  </a:extLst>
                </p14:cNvPr>
                <p14:cNvContentPartPr/>
                <p14:nvPr/>
              </p14:nvContentPartPr>
              <p14:xfrm>
                <a:off x="7033423" y="1190160"/>
                <a:ext cx="160560" cy="2736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BD556A9C-E53C-DBE2-2B17-CE7F49941850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7015423" y="1172160"/>
                  <a:ext cx="19620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95A2A4E5-D1FC-69AC-3BF2-E39EDD66124F}"/>
                    </a:ext>
                  </a:extLst>
                </p14:cNvPr>
                <p14:cNvContentPartPr/>
                <p14:nvPr/>
              </p14:nvContentPartPr>
              <p14:xfrm>
                <a:off x="7083103" y="1584360"/>
                <a:ext cx="213840" cy="2736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95A2A4E5-D1FC-69AC-3BF2-E39EDD66124F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7065463" y="1566360"/>
                  <a:ext cx="2494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B511FA14-7491-A5E7-35D9-BA56AC997E0B}"/>
                    </a:ext>
                  </a:extLst>
                </p14:cNvPr>
                <p14:cNvContentPartPr/>
                <p14:nvPr/>
              </p14:nvContentPartPr>
              <p14:xfrm>
                <a:off x="7169143" y="1482840"/>
                <a:ext cx="25200" cy="24696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B511FA14-7491-A5E7-35D9-BA56AC997E0B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7151143" y="1465200"/>
                  <a:ext cx="60840" cy="28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B1F0E8A1-5FDC-54F9-1EAE-DD456821F8CE}"/>
                    </a:ext>
                  </a:extLst>
                </p14:cNvPr>
                <p14:cNvContentPartPr/>
                <p14:nvPr/>
              </p14:nvContentPartPr>
              <p14:xfrm>
                <a:off x="5557783" y="1122480"/>
                <a:ext cx="161280" cy="23256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B1F0E8A1-5FDC-54F9-1EAE-DD456821F8CE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5539783" y="1104840"/>
                  <a:ext cx="19692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43431632-FD29-CFAE-80B5-8C5B88206CBA}"/>
                    </a:ext>
                  </a:extLst>
                </p14:cNvPr>
                <p14:cNvContentPartPr/>
                <p14:nvPr/>
              </p14:nvContentPartPr>
              <p14:xfrm>
                <a:off x="5746423" y="1209600"/>
                <a:ext cx="218160" cy="1944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43431632-FD29-CFAE-80B5-8C5B88206CBA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728423" y="1191600"/>
                  <a:ext cx="253800" cy="5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69EA3AFC-BDFF-E2E6-D791-AA220D3508AB}"/>
                    </a:ext>
                  </a:extLst>
                </p14:cNvPr>
                <p14:cNvContentPartPr/>
                <p14:nvPr/>
              </p14:nvContentPartPr>
              <p14:xfrm>
                <a:off x="5955583" y="1021680"/>
                <a:ext cx="482760" cy="18828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69EA3AFC-BDFF-E2E6-D791-AA220D3508AB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937943" y="1003680"/>
                  <a:ext cx="51840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A4FEB0F9-6AFF-D4B2-CDDF-92B2FB4E0A6A}"/>
                    </a:ext>
                  </a:extLst>
                </p14:cNvPr>
                <p14:cNvContentPartPr/>
                <p14:nvPr/>
              </p14:nvContentPartPr>
              <p14:xfrm>
                <a:off x="6458863" y="1132920"/>
                <a:ext cx="532440" cy="5472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A4FEB0F9-6AFF-D4B2-CDDF-92B2FB4E0A6A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6440863" y="1114920"/>
                  <a:ext cx="56808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C1F5D211-DC7D-635F-99F8-3AE5B1537CD7}"/>
                    </a:ext>
                  </a:extLst>
                </p14:cNvPr>
                <p14:cNvContentPartPr/>
                <p14:nvPr/>
              </p14:nvContentPartPr>
              <p14:xfrm>
                <a:off x="4901503" y="929160"/>
                <a:ext cx="209160" cy="26064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C1F5D211-DC7D-635F-99F8-3AE5B1537CD7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4883503" y="911160"/>
                  <a:ext cx="244800" cy="29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06AEB906-2909-E0C5-7108-5DB4D3B00ACD}"/>
                    </a:ext>
                  </a:extLst>
                </p14:cNvPr>
                <p14:cNvContentPartPr/>
                <p14:nvPr/>
              </p14:nvContentPartPr>
              <p14:xfrm>
                <a:off x="5240263" y="1053000"/>
                <a:ext cx="57600" cy="11952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06AEB906-2909-E0C5-7108-5DB4D3B00ACD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5222623" y="1035000"/>
                  <a:ext cx="9324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2DD1B67D-4BAB-752F-13D9-DEB5BE95C2D9}"/>
                    </a:ext>
                  </a:extLst>
                </p14:cNvPr>
                <p14:cNvContentPartPr/>
                <p14:nvPr/>
              </p14:nvContentPartPr>
              <p14:xfrm>
                <a:off x="5201743" y="943920"/>
                <a:ext cx="42120" cy="3132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2DD1B67D-4BAB-752F-13D9-DEB5BE95C2D9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183743" y="926280"/>
                  <a:ext cx="7776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95F75B28-CD72-E845-9FC2-08D475270004}"/>
                    </a:ext>
                  </a:extLst>
                </p14:cNvPr>
                <p14:cNvContentPartPr/>
                <p14:nvPr/>
              </p14:nvContentPartPr>
              <p14:xfrm>
                <a:off x="5333863" y="903600"/>
                <a:ext cx="228960" cy="13140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95F75B28-CD72-E845-9FC2-08D475270004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316223" y="885600"/>
                  <a:ext cx="26460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59535FBD-DAA9-6604-BB9D-56B5852A392E}"/>
                    </a:ext>
                  </a:extLst>
                </p14:cNvPr>
                <p14:cNvContentPartPr/>
                <p14:nvPr/>
              </p14:nvContentPartPr>
              <p14:xfrm>
                <a:off x="6590623" y="435600"/>
                <a:ext cx="64800" cy="75852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59535FBD-DAA9-6604-BB9D-56B5852A392E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6572623" y="417960"/>
                  <a:ext cx="100440" cy="79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44904C88-3126-F517-A9D0-0938DB18AB98}"/>
                    </a:ext>
                  </a:extLst>
                </p14:cNvPr>
                <p14:cNvContentPartPr/>
                <p14:nvPr/>
              </p14:nvContentPartPr>
              <p14:xfrm>
                <a:off x="6608263" y="425880"/>
                <a:ext cx="832320" cy="3708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44904C88-3126-F517-A9D0-0938DB18AB98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6590263" y="407880"/>
                  <a:ext cx="86796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EB931874-0D8B-2464-E3CC-AA136C8497C8}"/>
                    </a:ext>
                  </a:extLst>
                </p14:cNvPr>
                <p14:cNvContentPartPr/>
                <p14:nvPr/>
              </p14:nvContentPartPr>
              <p14:xfrm>
                <a:off x="7438063" y="202680"/>
                <a:ext cx="499320" cy="23364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EB931874-0D8B-2464-E3CC-AA136C8497C8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7420423" y="184680"/>
                  <a:ext cx="53496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EDF29829-4B1C-F99A-DCE6-1D41B3CFE96E}"/>
                    </a:ext>
                  </a:extLst>
                </p14:cNvPr>
                <p14:cNvContentPartPr/>
                <p14:nvPr/>
              </p14:nvContentPartPr>
              <p14:xfrm>
                <a:off x="7959703" y="366840"/>
                <a:ext cx="390960" cy="4860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EDF29829-4B1C-F99A-DCE6-1D41B3CFE96E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7942063" y="349200"/>
                  <a:ext cx="42660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B264BED5-22BF-4635-2284-AA48EFE37FF1}"/>
                    </a:ext>
                  </a:extLst>
                </p14:cNvPr>
                <p14:cNvContentPartPr/>
                <p14:nvPr/>
              </p14:nvContentPartPr>
              <p14:xfrm>
                <a:off x="8390263" y="368280"/>
                <a:ext cx="106920" cy="90684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B264BED5-22BF-4635-2284-AA48EFE37FF1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8372263" y="350280"/>
                  <a:ext cx="142560" cy="9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4801FDD5-D580-6AB0-793C-E31403192D7E}"/>
                    </a:ext>
                  </a:extLst>
                </p14:cNvPr>
                <p14:cNvContentPartPr/>
                <p14:nvPr/>
              </p14:nvContentPartPr>
              <p14:xfrm>
                <a:off x="7969783" y="1329120"/>
                <a:ext cx="1027440" cy="7416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4801FDD5-D580-6AB0-793C-E31403192D7E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7951783" y="1311480"/>
                  <a:ext cx="106308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F0AEBDBF-06C5-DB1C-D3E2-295DEFAD821E}"/>
                    </a:ext>
                  </a:extLst>
                </p14:cNvPr>
                <p14:cNvContentPartPr/>
                <p14:nvPr/>
              </p14:nvContentPartPr>
              <p14:xfrm>
                <a:off x="7556503" y="605520"/>
                <a:ext cx="55800" cy="22320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F0AEBDBF-06C5-DB1C-D3E2-295DEFAD821E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538503" y="587880"/>
                  <a:ext cx="9144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CCE74B51-479F-5033-E63F-77A52946D85A}"/>
                    </a:ext>
                  </a:extLst>
                </p14:cNvPr>
                <p14:cNvContentPartPr/>
                <p14:nvPr/>
              </p14:nvContentPartPr>
              <p14:xfrm>
                <a:off x="7546783" y="555480"/>
                <a:ext cx="187200" cy="16848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CCE74B51-479F-5033-E63F-77A52946D85A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528783" y="537480"/>
                  <a:ext cx="22284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55DD36A4-74AB-A389-92B1-7516ADF5522B}"/>
                    </a:ext>
                  </a:extLst>
                </p14:cNvPr>
                <p14:cNvContentPartPr/>
                <p14:nvPr/>
              </p14:nvContentPartPr>
              <p14:xfrm>
                <a:off x="7839103" y="582480"/>
                <a:ext cx="123840" cy="23256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55DD36A4-74AB-A389-92B1-7516ADF5522B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7821463" y="564840"/>
                  <a:ext cx="15948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AB5A351D-84A9-3600-293E-7B853FA74F86}"/>
                    </a:ext>
                  </a:extLst>
                </p14:cNvPr>
                <p14:cNvContentPartPr/>
                <p14:nvPr/>
              </p14:nvContentPartPr>
              <p14:xfrm>
                <a:off x="7861063" y="671760"/>
                <a:ext cx="129600" cy="10116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AB5A351D-84A9-3600-293E-7B853FA74F86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7843423" y="653760"/>
                  <a:ext cx="16524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9EE86CB7-4956-4464-4D2D-FC0EE0A9B05D}"/>
                    </a:ext>
                  </a:extLst>
                </p14:cNvPr>
                <p14:cNvContentPartPr/>
                <p14:nvPr/>
              </p14:nvContentPartPr>
              <p14:xfrm>
                <a:off x="5888623" y="580320"/>
                <a:ext cx="121680" cy="18036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9EE86CB7-4956-4464-4D2D-FC0EE0A9B05D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5870623" y="562680"/>
                  <a:ext cx="15732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F22CC4B0-E443-E867-0DCB-2634A8DBB29C}"/>
                    </a:ext>
                  </a:extLst>
                </p14:cNvPr>
                <p14:cNvContentPartPr/>
                <p14:nvPr/>
              </p14:nvContentPartPr>
              <p14:xfrm>
                <a:off x="5918143" y="474120"/>
                <a:ext cx="155520" cy="18612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F22CC4B0-E443-E867-0DCB-2634A8DBB29C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5900503" y="456480"/>
                  <a:ext cx="19116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C7929285-71ED-5B8C-E3E9-A327EB5BE3F2}"/>
                    </a:ext>
                  </a:extLst>
                </p14:cNvPr>
                <p14:cNvContentPartPr/>
                <p14:nvPr/>
              </p14:nvContentPartPr>
              <p14:xfrm>
                <a:off x="6186703" y="542160"/>
                <a:ext cx="135720" cy="15300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C7929285-71ED-5B8C-E3E9-A327EB5BE3F2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6168703" y="524160"/>
                  <a:ext cx="17136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1DFDA722-9264-7C33-4E00-0A364A6BA20C}"/>
                    </a:ext>
                  </a:extLst>
                </p14:cNvPr>
                <p14:cNvContentPartPr/>
                <p14:nvPr/>
              </p14:nvContentPartPr>
              <p14:xfrm>
                <a:off x="6172303" y="394920"/>
                <a:ext cx="14760" cy="1260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1DFDA722-9264-7C33-4E00-0A364A6BA20C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6154303" y="376920"/>
                  <a:ext cx="5040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9A3A5B1C-BB6E-51BD-937D-C5169A87F41D}"/>
                    </a:ext>
                  </a:extLst>
                </p14:cNvPr>
                <p14:cNvContentPartPr/>
                <p14:nvPr/>
              </p14:nvContentPartPr>
              <p14:xfrm>
                <a:off x="8980663" y="1300320"/>
                <a:ext cx="52560" cy="9576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9A3A5B1C-BB6E-51BD-937D-C5169A87F41D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8963023" y="1282680"/>
                  <a:ext cx="8820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4DD6D9A5-8E0F-2CA2-DA6C-472727834585}"/>
                    </a:ext>
                  </a:extLst>
                </p14:cNvPr>
                <p14:cNvContentPartPr/>
                <p14:nvPr/>
              </p14:nvContentPartPr>
              <p14:xfrm>
                <a:off x="9094783" y="977040"/>
                <a:ext cx="238320" cy="20304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4DD6D9A5-8E0F-2CA2-DA6C-472727834585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9077143" y="959400"/>
                  <a:ext cx="27396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2E7282D8-81B7-50C8-992E-9A84395E7C96}"/>
                    </a:ext>
                  </a:extLst>
                </p14:cNvPr>
                <p14:cNvContentPartPr/>
                <p14:nvPr/>
              </p14:nvContentPartPr>
              <p14:xfrm>
                <a:off x="9442543" y="1106280"/>
                <a:ext cx="98640" cy="8532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2E7282D8-81B7-50C8-992E-9A84395E7C96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9424903" y="1088280"/>
                  <a:ext cx="13428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1BCA7A69-F503-20F6-91A3-4174AAD5CE43}"/>
                    </a:ext>
                  </a:extLst>
                </p14:cNvPr>
                <p14:cNvContentPartPr/>
                <p14:nvPr/>
              </p14:nvContentPartPr>
              <p14:xfrm>
                <a:off x="9635863" y="1033920"/>
                <a:ext cx="136080" cy="9972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1BCA7A69-F503-20F6-91A3-4174AAD5CE43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9618223" y="1015920"/>
                  <a:ext cx="17172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2DFBE0D9-BF78-5C19-7801-93CDF621F6A4}"/>
                    </a:ext>
                  </a:extLst>
                </p14:cNvPr>
                <p14:cNvContentPartPr/>
                <p14:nvPr/>
              </p14:nvContentPartPr>
              <p14:xfrm>
                <a:off x="9863023" y="876600"/>
                <a:ext cx="41400" cy="14940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2DFBE0D9-BF78-5C19-7801-93CDF621F6A4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9845023" y="858600"/>
                  <a:ext cx="7704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7166D2F3-379E-3004-7DE5-2D6A19766707}"/>
                    </a:ext>
                  </a:extLst>
                </p14:cNvPr>
                <p14:cNvContentPartPr/>
                <p14:nvPr/>
              </p14:nvContentPartPr>
              <p14:xfrm>
                <a:off x="9845023" y="946080"/>
                <a:ext cx="131040" cy="5832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7166D2F3-379E-3004-7DE5-2D6A19766707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9827383" y="928080"/>
                  <a:ext cx="16668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44226FFF-1B7D-ABE3-6DB4-7859B5B83E01}"/>
                    </a:ext>
                  </a:extLst>
                </p14:cNvPr>
                <p14:cNvContentPartPr/>
                <p14:nvPr/>
              </p14:nvContentPartPr>
              <p14:xfrm>
                <a:off x="6503863" y="1586160"/>
                <a:ext cx="401040" cy="6588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44226FFF-1B7D-ABE3-6DB4-7859B5B83E01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6486223" y="1568160"/>
                  <a:ext cx="43668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F203750F-1E25-2A0B-B69E-E8749D6D9C5A}"/>
                    </a:ext>
                  </a:extLst>
                </p14:cNvPr>
                <p14:cNvContentPartPr/>
                <p14:nvPr/>
              </p14:nvContentPartPr>
              <p14:xfrm>
                <a:off x="6508543" y="1668960"/>
                <a:ext cx="30600" cy="60624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F203750F-1E25-2A0B-B69E-E8749D6D9C5A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6490543" y="1651320"/>
                  <a:ext cx="66240" cy="64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4D37FF45-D91E-07A0-8704-F7759DC3D62F}"/>
                    </a:ext>
                  </a:extLst>
                </p14:cNvPr>
                <p14:cNvContentPartPr/>
                <p14:nvPr/>
              </p14:nvContentPartPr>
              <p14:xfrm>
                <a:off x="6427903" y="2258640"/>
                <a:ext cx="233640" cy="3816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4D37FF45-D91E-07A0-8704-F7759DC3D62F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6409903" y="2240640"/>
                  <a:ext cx="26928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D4B10C74-E9C4-9077-F42F-1F2CD346FA57}"/>
                    </a:ext>
                  </a:extLst>
                </p14:cNvPr>
                <p14:cNvContentPartPr/>
                <p14:nvPr/>
              </p14:nvContentPartPr>
              <p14:xfrm>
                <a:off x="6396583" y="2315520"/>
                <a:ext cx="182520" cy="15480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D4B10C74-E9C4-9077-F42F-1F2CD346FA57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6378943" y="2297880"/>
                  <a:ext cx="21816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92910833-3B9A-2F0E-1DAC-B97BD5F2549E}"/>
                    </a:ext>
                  </a:extLst>
                </p14:cNvPr>
                <p14:cNvContentPartPr/>
                <p14:nvPr/>
              </p14:nvContentPartPr>
              <p14:xfrm>
                <a:off x="6578743" y="2251080"/>
                <a:ext cx="74880" cy="21492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92910833-3B9A-2F0E-1DAC-B97BD5F2549E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6561103" y="2233080"/>
                  <a:ext cx="110520" cy="250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4" name="Group 163">
            <a:extLst>
              <a:ext uri="{FF2B5EF4-FFF2-40B4-BE49-F238E27FC236}">
                <a16:creationId xmlns:a16="http://schemas.microsoft.com/office/drawing/2014/main" id="{40F5F6EE-F0D5-8492-6AFB-25BF172973F2}"/>
              </a:ext>
            </a:extLst>
          </p:cNvPr>
          <p:cNvGrpSpPr/>
          <p:nvPr/>
        </p:nvGrpSpPr>
        <p:grpSpPr>
          <a:xfrm>
            <a:off x="5311183" y="711720"/>
            <a:ext cx="305280" cy="993240"/>
            <a:chOff x="5311183" y="711720"/>
            <a:chExt cx="305280" cy="993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42EA8666-62C5-A020-2AA9-DB6710427AFF}"/>
                    </a:ext>
                  </a:extLst>
                </p14:cNvPr>
                <p14:cNvContentPartPr/>
                <p14:nvPr/>
              </p14:nvContentPartPr>
              <p14:xfrm>
                <a:off x="5346103" y="711720"/>
                <a:ext cx="152280" cy="936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42EA8666-62C5-A020-2AA9-DB6710427AFF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5328463" y="694080"/>
                  <a:ext cx="18792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78090F2E-BCAF-F77C-044E-127FD13F0237}"/>
                    </a:ext>
                  </a:extLst>
                </p14:cNvPr>
                <p14:cNvContentPartPr/>
                <p14:nvPr/>
              </p14:nvContentPartPr>
              <p14:xfrm>
                <a:off x="5311183" y="744120"/>
                <a:ext cx="305280" cy="96084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78090F2E-BCAF-F77C-044E-127FD13F0237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5293543" y="726120"/>
                  <a:ext cx="340920" cy="996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12">
            <p14:nvContentPartPr>
              <p14:cNvPr id="163" name="Ink 162">
                <a:extLst>
                  <a:ext uri="{FF2B5EF4-FFF2-40B4-BE49-F238E27FC236}">
                    <a16:creationId xmlns:a16="http://schemas.microsoft.com/office/drawing/2014/main" id="{F681CBB9-92CD-1705-CBB2-F9924CE88E4D}"/>
                  </a:ext>
                </a:extLst>
              </p14:cNvPr>
              <p14:cNvContentPartPr/>
              <p14:nvPr/>
            </p14:nvContentPartPr>
            <p14:xfrm>
              <a:off x="7017223" y="716400"/>
              <a:ext cx="368640" cy="632880"/>
            </p14:xfrm>
          </p:contentPart>
        </mc:Choice>
        <mc:Fallback>
          <p:pic>
            <p:nvPicPr>
              <p:cNvPr id="163" name="Ink 162">
                <a:extLst>
                  <a:ext uri="{FF2B5EF4-FFF2-40B4-BE49-F238E27FC236}">
                    <a16:creationId xmlns:a16="http://schemas.microsoft.com/office/drawing/2014/main" id="{F681CBB9-92CD-1705-CBB2-F9924CE88E4D}"/>
                  </a:ext>
                </a:extLst>
              </p:cNvPr>
              <p:cNvPicPr/>
              <p:nvPr/>
            </p:nvPicPr>
            <p:blipFill>
              <a:blip r:embed="rId213"/>
              <a:stretch>
                <a:fillRect/>
              </a:stretch>
            </p:blipFill>
            <p:spPr>
              <a:xfrm>
                <a:off x="6999583" y="698400"/>
                <a:ext cx="404280" cy="668520"/>
              </a:xfrm>
              <a:prstGeom prst="rect">
                <a:avLst/>
              </a:prstGeom>
            </p:spPr>
          </p:pic>
        </mc:Fallback>
      </mc:AlternateContent>
      <p:grpSp>
        <p:nvGrpSpPr>
          <p:cNvPr id="204" name="Group 203">
            <a:extLst>
              <a:ext uri="{FF2B5EF4-FFF2-40B4-BE49-F238E27FC236}">
                <a16:creationId xmlns:a16="http://schemas.microsoft.com/office/drawing/2014/main" id="{4DC2A3AD-EEA1-D071-9CB3-CD7B17B17F8A}"/>
              </a:ext>
            </a:extLst>
          </p:cNvPr>
          <p:cNvGrpSpPr/>
          <p:nvPr/>
        </p:nvGrpSpPr>
        <p:grpSpPr>
          <a:xfrm>
            <a:off x="6959983" y="4513680"/>
            <a:ext cx="1032480" cy="665640"/>
            <a:chOff x="6959983" y="4513680"/>
            <a:chExt cx="1032480" cy="665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9B0CC0B3-FE3F-C81F-81C1-6066E5314F8F}"/>
                    </a:ext>
                  </a:extLst>
                </p14:cNvPr>
                <p14:cNvContentPartPr/>
                <p14:nvPr/>
              </p14:nvContentPartPr>
              <p14:xfrm>
                <a:off x="7066543" y="4525560"/>
                <a:ext cx="220320" cy="315360"/>
              </p14:xfrm>
            </p:contentPart>
          </mc:Choice>
          <mc:Fallback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9B0CC0B3-FE3F-C81F-81C1-6066E5314F8F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7048903" y="4507560"/>
                  <a:ext cx="255960" cy="35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3EA92CBB-C5B3-26C8-D88F-A3CDFD56DCCA}"/>
                    </a:ext>
                  </a:extLst>
                </p14:cNvPr>
                <p14:cNvContentPartPr/>
                <p14:nvPr/>
              </p14:nvContentPartPr>
              <p14:xfrm>
                <a:off x="7476223" y="4705200"/>
                <a:ext cx="52920" cy="108360"/>
              </p14:xfrm>
            </p:contentPart>
          </mc:Choice>
          <mc:Fallback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3EA92CBB-C5B3-26C8-D88F-A3CDFD56DCCA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7458583" y="4687200"/>
                  <a:ext cx="8856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11F0140D-E57B-26BE-9BDE-2B3548BCCF4C}"/>
                    </a:ext>
                  </a:extLst>
                </p14:cNvPr>
                <p14:cNvContentPartPr/>
                <p14:nvPr/>
              </p14:nvContentPartPr>
              <p14:xfrm>
                <a:off x="7435543" y="4513680"/>
                <a:ext cx="11880" cy="21600"/>
              </p14:xfrm>
            </p:contentPart>
          </mc:Choice>
          <mc:Fallback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11F0140D-E57B-26BE-9BDE-2B3548BCCF4C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7417543" y="4495680"/>
                  <a:ext cx="4752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28988BD7-8670-040A-1C57-63483D87A5D5}"/>
                    </a:ext>
                  </a:extLst>
                </p14:cNvPr>
                <p14:cNvContentPartPr/>
                <p14:nvPr/>
              </p14:nvContentPartPr>
              <p14:xfrm>
                <a:off x="7601863" y="4604760"/>
                <a:ext cx="174960" cy="14544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28988BD7-8670-040A-1C57-63483D87A5D5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7584223" y="4586760"/>
                  <a:ext cx="21060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DB22FFAE-0A33-901A-BDDF-78568B6CAFA5}"/>
                    </a:ext>
                  </a:extLst>
                </p14:cNvPr>
                <p14:cNvContentPartPr/>
                <p14:nvPr/>
              </p14:nvContentPartPr>
              <p14:xfrm>
                <a:off x="6959983" y="4931640"/>
                <a:ext cx="1032480" cy="24768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DB22FFAE-0A33-901A-BDDF-78568B6CAFA5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6942343" y="4913640"/>
                  <a:ext cx="1068120" cy="283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2" name="Group 211">
            <a:extLst>
              <a:ext uri="{FF2B5EF4-FFF2-40B4-BE49-F238E27FC236}">
                <a16:creationId xmlns:a16="http://schemas.microsoft.com/office/drawing/2014/main" id="{4AC0FC12-6BA0-B57A-576C-AF1C968747B1}"/>
              </a:ext>
            </a:extLst>
          </p:cNvPr>
          <p:cNvGrpSpPr/>
          <p:nvPr/>
        </p:nvGrpSpPr>
        <p:grpSpPr>
          <a:xfrm>
            <a:off x="6536983" y="1829160"/>
            <a:ext cx="4926240" cy="2145960"/>
            <a:chOff x="6536983" y="1829160"/>
            <a:chExt cx="4926240" cy="2145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962B9E60-644A-65CE-2B9D-C147653EF5BB}"/>
                    </a:ext>
                  </a:extLst>
                </p14:cNvPr>
                <p14:cNvContentPartPr/>
                <p14:nvPr/>
              </p14:nvContentPartPr>
              <p14:xfrm>
                <a:off x="6545623" y="2896560"/>
                <a:ext cx="230760" cy="28188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962B9E60-644A-65CE-2B9D-C147653EF5BB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6527623" y="2878920"/>
                  <a:ext cx="266400" cy="31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7E20095B-0FD4-B5C0-9AE9-00D32147D7F8}"/>
                    </a:ext>
                  </a:extLst>
                </p14:cNvPr>
                <p14:cNvContentPartPr/>
                <p14:nvPr/>
              </p14:nvContentPartPr>
              <p14:xfrm>
                <a:off x="7007503" y="3058920"/>
                <a:ext cx="36360" cy="11844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7E20095B-0FD4-B5C0-9AE9-00D32147D7F8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6989503" y="3041280"/>
                  <a:ext cx="7200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669B9682-C6CA-9434-A06F-484DD16131A9}"/>
                    </a:ext>
                  </a:extLst>
                </p14:cNvPr>
                <p14:cNvContentPartPr/>
                <p14:nvPr/>
              </p14:nvContentPartPr>
              <p14:xfrm>
                <a:off x="6981223" y="2882520"/>
                <a:ext cx="18000" cy="3276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669B9682-C6CA-9434-A06F-484DD16131A9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6963223" y="2864520"/>
                  <a:ext cx="5364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0DF954F8-7C54-9A15-407B-C032B5AD20FD}"/>
                    </a:ext>
                  </a:extLst>
                </p14:cNvPr>
                <p14:cNvContentPartPr/>
                <p14:nvPr/>
              </p14:nvContentPartPr>
              <p14:xfrm>
                <a:off x="7142863" y="2976840"/>
                <a:ext cx="169920" cy="11016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0DF954F8-7C54-9A15-407B-C032B5AD20FD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7124863" y="2959200"/>
                  <a:ext cx="20556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DAE57885-94D5-FAA3-8975-E8AC7917939A}"/>
                    </a:ext>
                  </a:extLst>
                </p14:cNvPr>
                <p14:cNvContentPartPr/>
                <p14:nvPr/>
              </p14:nvContentPartPr>
              <p14:xfrm>
                <a:off x="7483063" y="2957760"/>
                <a:ext cx="226440" cy="4536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DAE57885-94D5-FAA3-8975-E8AC7917939A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7465423" y="2940120"/>
                  <a:ext cx="26208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33236A18-DFA6-E217-C82C-5F6D959AEF0B}"/>
                    </a:ext>
                  </a:extLst>
                </p14:cNvPr>
                <p14:cNvContentPartPr/>
                <p14:nvPr/>
              </p14:nvContentPartPr>
              <p14:xfrm>
                <a:off x="7874023" y="2642400"/>
                <a:ext cx="251280" cy="27540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33236A18-DFA6-E217-C82C-5F6D959AEF0B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7856383" y="2624400"/>
                  <a:ext cx="286920" cy="31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AC4E0A82-E0FE-DB9D-A6EE-15F165E4F155}"/>
                    </a:ext>
                  </a:extLst>
                </p14:cNvPr>
                <p14:cNvContentPartPr/>
                <p14:nvPr/>
              </p14:nvContentPartPr>
              <p14:xfrm>
                <a:off x="8309983" y="2795760"/>
                <a:ext cx="141480" cy="4068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AC4E0A82-E0FE-DB9D-A6EE-15F165E4F155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8292343" y="2777760"/>
                  <a:ext cx="17712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444055D1-0F69-B165-CD77-F30214143B91}"/>
                    </a:ext>
                  </a:extLst>
                </p14:cNvPr>
                <p14:cNvContentPartPr/>
                <p14:nvPr/>
              </p14:nvContentPartPr>
              <p14:xfrm>
                <a:off x="6536983" y="3154680"/>
                <a:ext cx="2208600" cy="32868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444055D1-0F69-B165-CD77-F30214143B91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6518983" y="3136680"/>
                  <a:ext cx="2244240" cy="36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30D087E8-27E8-6B79-08C2-1C5C0C5F3F6D}"/>
                    </a:ext>
                  </a:extLst>
                </p14:cNvPr>
                <p14:cNvContentPartPr/>
                <p14:nvPr/>
              </p14:nvContentPartPr>
              <p14:xfrm>
                <a:off x="7443823" y="3684240"/>
                <a:ext cx="97200" cy="29088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30D087E8-27E8-6B79-08C2-1C5C0C5F3F6D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7426183" y="3666240"/>
                  <a:ext cx="132840" cy="32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44F02C82-CFA7-C012-3B38-AABE49808152}"/>
                    </a:ext>
                  </a:extLst>
                </p14:cNvPr>
                <p14:cNvContentPartPr/>
                <p14:nvPr/>
              </p14:nvContentPartPr>
              <p14:xfrm>
                <a:off x="7433743" y="3620520"/>
                <a:ext cx="275760" cy="17820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44F02C82-CFA7-C012-3B38-AABE49808152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7416103" y="3602880"/>
                  <a:ext cx="31140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1C418308-B53D-EF61-89AB-353ECCA9930D}"/>
                    </a:ext>
                  </a:extLst>
                </p14:cNvPr>
                <p14:cNvContentPartPr/>
                <p14:nvPr/>
              </p14:nvContentPartPr>
              <p14:xfrm>
                <a:off x="7812463" y="3731040"/>
                <a:ext cx="54720" cy="15012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1C418308-B53D-EF61-89AB-353ECCA9930D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7794463" y="3713040"/>
                  <a:ext cx="9036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04B92343-3C7A-E648-34DE-DED0EB768C48}"/>
                    </a:ext>
                  </a:extLst>
                </p14:cNvPr>
                <p14:cNvContentPartPr/>
                <p14:nvPr/>
              </p14:nvContentPartPr>
              <p14:xfrm>
                <a:off x="7782583" y="3583440"/>
                <a:ext cx="8280" cy="1260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04B92343-3C7A-E648-34DE-DED0EB768C48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7764943" y="3565440"/>
                  <a:ext cx="4392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D8E16624-EC35-A584-ED77-D9B0BA9A7F67}"/>
                    </a:ext>
                  </a:extLst>
                </p14:cNvPr>
                <p14:cNvContentPartPr/>
                <p14:nvPr/>
              </p14:nvContentPartPr>
              <p14:xfrm>
                <a:off x="9002263" y="3092040"/>
                <a:ext cx="97920" cy="4068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D8E16624-EC35-A584-ED77-D9B0BA9A7F67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8984263" y="3074400"/>
                  <a:ext cx="13356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57B721BF-7704-7C02-45C6-164A2A7B01C3}"/>
                    </a:ext>
                  </a:extLst>
                </p14:cNvPr>
                <p14:cNvContentPartPr/>
                <p14:nvPr/>
              </p14:nvContentPartPr>
              <p14:xfrm>
                <a:off x="9024943" y="3192120"/>
                <a:ext cx="115560" cy="5796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57B721BF-7704-7C02-45C6-164A2A7B01C3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9006943" y="3174480"/>
                  <a:ext cx="15120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576D9191-3F7B-171D-89B0-209133BF04A9}"/>
                    </a:ext>
                  </a:extLst>
                </p14:cNvPr>
                <p14:cNvContentPartPr/>
                <p14:nvPr/>
              </p14:nvContentPartPr>
              <p14:xfrm>
                <a:off x="9168583" y="2624400"/>
                <a:ext cx="172440" cy="20628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576D9191-3F7B-171D-89B0-209133BF04A9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9150583" y="2606400"/>
                  <a:ext cx="20808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F9EFEA83-5FC8-E0BA-50D6-2094DB04F1F9}"/>
                    </a:ext>
                  </a:extLst>
                </p14:cNvPr>
                <p14:cNvContentPartPr/>
                <p14:nvPr/>
              </p14:nvContentPartPr>
              <p14:xfrm>
                <a:off x="9494383" y="2736000"/>
                <a:ext cx="164520" cy="7488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F9EFEA83-5FC8-E0BA-50D6-2094DB04F1F9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9476743" y="2718360"/>
                  <a:ext cx="20016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4103A23A-52EC-4781-F644-42CD347026DD}"/>
                    </a:ext>
                  </a:extLst>
                </p14:cNvPr>
                <p14:cNvContentPartPr/>
                <p14:nvPr/>
              </p14:nvContentPartPr>
              <p14:xfrm>
                <a:off x="9856543" y="2666880"/>
                <a:ext cx="209160" cy="5400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4103A23A-52EC-4781-F644-42CD347026DD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9838543" y="2648880"/>
                  <a:ext cx="24480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0A4F5926-F979-9353-EEBF-DB6A1CAB114B}"/>
                    </a:ext>
                  </a:extLst>
                </p14:cNvPr>
                <p14:cNvContentPartPr/>
                <p14:nvPr/>
              </p14:nvContentPartPr>
              <p14:xfrm>
                <a:off x="10251463" y="2481480"/>
                <a:ext cx="60480" cy="8388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0A4F5926-F979-9353-EEBF-DB6A1CAB114B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10233463" y="2463840"/>
                  <a:ext cx="9612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58C81FBB-69E4-F97F-D7F2-39FEB45BC8FF}"/>
                    </a:ext>
                  </a:extLst>
                </p14:cNvPr>
                <p14:cNvContentPartPr/>
                <p14:nvPr/>
              </p14:nvContentPartPr>
              <p14:xfrm>
                <a:off x="10252183" y="2370600"/>
                <a:ext cx="265680" cy="34092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58C81FBB-69E4-F97F-D7F2-39FEB45BC8FF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10234183" y="2352960"/>
                  <a:ext cx="301320" cy="37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372A1FBC-1459-6813-5C91-B95AB9EF6EC5}"/>
                    </a:ext>
                  </a:extLst>
                </p14:cNvPr>
                <p14:cNvContentPartPr/>
                <p14:nvPr/>
              </p14:nvContentPartPr>
              <p14:xfrm>
                <a:off x="10645663" y="2607480"/>
                <a:ext cx="127080" cy="15624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372A1FBC-1459-6813-5C91-B95AB9EF6EC5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10628023" y="2589840"/>
                  <a:ext cx="16272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2B787C52-EBA5-C5B3-AEC3-3F4A9A531457}"/>
                    </a:ext>
                  </a:extLst>
                </p14:cNvPr>
                <p14:cNvContentPartPr/>
                <p14:nvPr/>
              </p14:nvContentPartPr>
              <p14:xfrm>
                <a:off x="10862743" y="2602080"/>
                <a:ext cx="135000" cy="10296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2B787C52-EBA5-C5B3-AEC3-3F4A9A531457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10845103" y="2584440"/>
                  <a:ext cx="17064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8F1FFB61-E3C7-A788-DF47-3A93FF95D23C}"/>
                    </a:ext>
                  </a:extLst>
                </p14:cNvPr>
                <p14:cNvContentPartPr/>
                <p14:nvPr/>
              </p14:nvContentPartPr>
              <p14:xfrm>
                <a:off x="11065783" y="2442240"/>
                <a:ext cx="57600" cy="22356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8F1FFB61-E3C7-A788-DF47-3A93FF95D23C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11047783" y="2424240"/>
                  <a:ext cx="9324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5E32CDEC-1E19-29DD-15B3-9E411210EBFE}"/>
                    </a:ext>
                  </a:extLst>
                </p14:cNvPr>
                <p14:cNvContentPartPr/>
                <p14:nvPr/>
              </p14:nvContentPartPr>
              <p14:xfrm>
                <a:off x="11031223" y="2512440"/>
                <a:ext cx="259200" cy="8028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5E32CDEC-1E19-29DD-15B3-9E411210EBFE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11013223" y="2494800"/>
                  <a:ext cx="29484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54B9E99E-046E-02A7-A752-0EE3F2460ADB}"/>
                    </a:ext>
                  </a:extLst>
                </p14:cNvPr>
                <p14:cNvContentPartPr/>
                <p14:nvPr/>
              </p14:nvContentPartPr>
              <p14:xfrm>
                <a:off x="9343543" y="2873880"/>
                <a:ext cx="2119680" cy="32184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54B9E99E-046E-02A7-A752-0EE3F2460ADB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9325903" y="2855880"/>
                  <a:ext cx="2155320" cy="35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E7A4F00D-A536-D9CE-A28B-ABA1B296D238}"/>
                    </a:ext>
                  </a:extLst>
                </p14:cNvPr>
                <p14:cNvContentPartPr/>
                <p14:nvPr/>
              </p14:nvContentPartPr>
              <p14:xfrm>
                <a:off x="10104223" y="3367800"/>
                <a:ext cx="99000" cy="198000"/>
              </p14:xfrm>
            </p:contentPart>
          </mc:Choice>
          <mc:Fallback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E7A4F00D-A536-D9CE-A28B-ABA1B296D238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10086583" y="3350160"/>
                  <a:ext cx="13464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4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DBD24D5D-6043-E8C5-A50D-53ECBB82C9D8}"/>
                    </a:ext>
                  </a:extLst>
                </p14:cNvPr>
                <p14:cNvContentPartPr/>
                <p14:nvPr/>
              </p14:nvContentPartPr>
              <p14:xfrm>
                <a:off x="10131943" y="3296880"/>
                <a:ext cx="173880" cy="17532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DBD24D5D-6043-E8C5-A50D-53ECBB82C9D8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10114303" y="3278880"/>
                  <a:ext cx="20952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6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02DBA86A-D344-1F03-0821-88622EDC0C6D}"/>
                    </a:ext>
                  </a:extLst>
                </p14:cNvPr>
                <p14:cNvContentPartPr/>
                <p14:nvPr/>
              </p14:nvContentPartPr>
              <p14:xfrm>
                <a:off x="10439383" y="3371040"/>
                <a:ext cx="121320" cy="249480"/>
              </p14:xfrm>
            </p:contentPart>
          </mc:Choice>
          <mc:Fallback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02DBA86A-D344-1F03-0821-88622EDC0C6D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10421743" y="3353040"/>
                  <a:ext cx="156960" cy="28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BDA81154-5360-541C-06B7-49DA03DC0E9B}"/>
                    </a:ext>
                  </a:extLst>
                </p14:cNvPr>
                <p14:cNvContentPartPr/>
                <p14:nvPr/>
              </p14:nvContentPartPr>
              <p14:xfrm>
                <a:off x="10411303" y="3426840"/>
                <a:ext cx="200880" cy="12420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BDA81154-5360-541C-06B7-49DA03DC0E9B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10393303" y="3408840"/>
                  <a:ext cx="23652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0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EA38D9B6-1232-B2D6-E7B5-2542936A430D}"/>
                    </a:ext>
                  </a:extLst>
                </p14:cNvPr>
                <p14:cNvContentPartPr/>
                <p14:nvPr/>
              </p14:nvContentPartPr>
              <p14:xfrm>
                <a:off x="7893103" y="2274480"/>
                <a:ext cx="410760" cy="91620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EA38D9B6-1232-B2D6-E7B5-2542936A430D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7875463" y="2256480"/>
                  <a:ext cx="446400" cy="9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2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34BD1FB1-FE14-399A-DBED-34BDDDA27349}"/>
                    </a:ext>
                  </a:extLst>
                </p14:cNvPr>
                <p14:cNvContentPartPr/>
                <p14:nvPr/>
              </p14:nvContentPartPr>
              <p14:xfrm>
                <a:off x="8085343" y="2281320"/>
                <a:ext cx="181440" cy="17496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34BD1FB1-FE14-399A-DBED-34BDDDA27349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8067703" y="2263320"/>
                  <a:ext cx="21708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4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A8111280-E4B1-9BA7-3E72-E269D03064E6}"/>
                    </a:ext>
                  </a:extLst>
                </p14:cNvPr>
                <p14:cNvContentPartPr/>
                <p14:nvPr/>
              </p14:nvContentPartPr>
              <p14:xfrm>
                <a:off x="8343103" y="1945440"/>
                <a:ext cx="143280" cy="198720"/>
              </p14:xfrm>
            </p:contentPart>
          </mc:Choice>
          <mc:Fallback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A8111280-E4B1-9BA7-3E72-E269D03064E6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8325103" y="1927800"/>
                  <a:ext cx="17892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6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270A4C07-E808-E63D-DE78-0D428EC4A169}"/>
                    </a:ext>
                  </a:extLst>
                </p14:cNvPr>
                <p14:cNvContentPartPr/>
                <p14:nvPr/>
              </p14:nvContentPartPr>
              <p14:xfrm>
                <a:off x="9359023" y="2179440"/>
                <a:ext cx="319680" cy="871920"/>
              </p14:xfrm>
            </p:contentPart>
          </mc:Choice>
          <mc:Fallback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270A4C07-E808-E63D-DE78-0D428EC4A169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9341383" y="2161440"/>
                  <a:ext cx="355320" cy="90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8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E45CC7DD-AD77-5976-ED62-433AB486A6F6}"/>
                    </a:ext>
                  </a:extLst>
                </p14:cNvPr>
                <p14:cNvContentPartPr/>
                <p14:nvPr/>
              </p14:nvContentPartPr>
              <p14:xfrm>
                <a:off x="9562423" y="2142360"/>
                <a:ext cx="156600" cy="124920"/>
              </p14:xfrm>
            </p:contentPart>
          </mc:Choice>
          <mc:Fallback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E45CC7DD-AD77-5976-ED62-433AB486A6F6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9544783" y="2124360"/>
                  <a:ext cx="19224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0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47605B52-B7F5-F7DC-1FB4-450376E6DB6C}"/>
                    </a:ext>
                  </a:extLst>
                </p14:cNvPr>
                <p14:cNvContentPartPr/>
                <p14:nvPr/>
              </p14:nvContentPartPr>
              <p14:xfrm>
                <a:off x="9844663" y="1829160"/>
                <a:ext cx="186840" cy="171000"/>
              </p14:xfrm>
            </p:contentPart>
          </mc:Choice>
          <mc:Fallback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47605B52-B7F5-F7DC-1FB4-450376E6DB6C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9827023" y="1811160"/>
                  <a:ext cx="222480" cy="206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1" name="Group 240">
            <a:extLst>
              <a:ext uri="{FF2B5EF4-FFF2-40B4-BE49-F238E27FC236}">
                <a16:creationId xmlns:a16="http://schemas.microsoft.com/office/drawing/2014/main" id="{9ED1D1D8-2F4C-D749-2628-48792D85C1FD}"/>
              </a:ext>
            </a:extLst>
          </p:cNvPr>
          <p:cNvGrpSpPr/>
          <p:nvPr/>
        </p:nvGrpSpPr>
        <p:grpSpPr>
          <a:xfrm>
            <a:off x="7483063" y="5282280"/>
            <a:ext cx="312840" cy="336240"/>
            <a:chOff x="7483063" y="5282280"/>
            <a:chExt cx="312840" cy="336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2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650A4D03-4F5B-C593-8B8A-0BE24A6D96B0}"/>
                    </a:ext>
                  </a:extLst>
                </p14:cNvPr>
                <p14:cNvContentPartPr/>
                <p14:nvPr/>
              </p14:nvContentPartPr>
              <p14:xfrm>
                <a:off x="7490263" y="5403240"/>
                <a:ext cx="68400" cy="215280"/>
              </p14:xfrm>
            </p:contentPart>
          </mc:Choice>
          <mc:Fallback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650A4D03-4F5B-C593-8B8A-0BE24A6D96B0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7472623" y="5385240"/>
                  <a:ext cx="10404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4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29230E47-B251-7535-FD88-1339473FBAD1}"/>
                    </a:ext>
                  </a:extLst>
                </p14:cNvPr>
                <p14:cNvContentPartPr/>
                <p14:nvPr/>
              </p14:nvContentPartPr>
              <p14:xfrm>
                <a:off x="7483063" y="5299920"/>
                <a:ext cx="173520" cy="19440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29230E47-B251-7535-FD88-1339473FBAD1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7465063" y="5281920"/>
                  <a:ext cx="20916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6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02E71751-FC0F-AC85-A8CE-3CC7E1B0F59F}"/>
                    </a:ext>
                  </a:extLst>
                </p14:cNvPr>
                <p14:cNvContentPartPr/>
                <p14:nvPr/>
              </p14:nvContentPartPr>
              <p14:xfrm>
                <a:off x="7767103" y="5402520"/>
                <a:ext cx="28800" cy="111240"/>
              </p14:xfrm>
            </p:contentPart>
          </mc:Choice>
          <mc:Fallback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02E71751-FC0F-AC85-A8CE-3CC7E1B0F59F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7749463" y="5384520"/>
                  <a:ext cx="6444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8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A1DEC1D8-25DD-2791-FCBD-1D4DBCA1A907}"/>
                    </a:ext>
                  </a:extLst>
                </p14:cNvPr>
                <p14:cNvContentPartPr/>
                <p14:nvPr/>
              </p14:nvContentPartPr>
              <p14:xfrm>
                <a:off x="7738663" y="5282280"/>
                <a:ext cx="15480" cy="2736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A1DEC1D8-25DD-2791-FCBD-1D4DBCA1A907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7721023" y="5264280"/>
                  <a:ext cx="51120" cy="63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9" name="Group 258">
            <a:extLst>
              <a:ext uri="{FF2B5EF4-FFF2-40B4-BE49-F238E27FC236}">
                <a16:creationId xmlns:a16="http://schemas.microsoft.com/office/drawing/2014/main" id="{E1090EF4-70C4-EF77-F137-FFA0035A5F62}"/>
              </a:ext>
            </a:extLst>
          </p:cNvPr>
          <p:cNvGrpSpPr/>
          <p:nvPr/>
        </p:nvGrpSpPr>
        <p:grpSpPr>
          <a:xfrm>
            <a:off x="8177143" y="4044240"/>
            <a:ext cx="2982600" cy="2350800"/>
            <a:chOff x="8177143" y="4044240"/>
            <a:chExt cx="2982600" cy="2350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0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51DF05A7-91BE-5CD0-8258-53197EF63E30}"/>
                    </a:ext>
                  </a:extLst>
                </p14:cNvPr>
                <p14:cNvContentPartPr/>
                <p14:nvPr/>
              </p14:nvContentPartPr>
              <p14:xfrm>
                <a:off x="8276143" y="4851000"/>
                <a:ext cx="72360" cy="13320"/>
              </p14:xfrm>
            </p:contentPart>
          </mc:Choice>
          <mc:Fallback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51DF05A7-91BE-5CD0-8258-53197EF63E30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8258503" y="4833000"/>
                  <a:ext cx="10800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2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49597816-A865-C617-A5B0-9F93902F0984}"/>
                    </a:ext>
                  </a:extLst>
                </p14:cNvPr>
                <p14:cNvContentPartPr/>
                <p14:nvPr/>
              </p14:nvContentPartPr>
              <p14:xfrm>
                <a:off x="8295223" y="4940280"/>
                <a:ext cx="50040" cy="25200"/>
              </p14:xfrm>
            </p:contentPart>
          </mc:Choice>
          <mc:Fallback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49597816-A865-C617-A5B0-9F93902F0984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8277223" y="4922280"/>
                  <a:ext cx="8568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4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E6D71C0E-4814-E104-E76D-DEB8271983DB}"/>
                    </a:ext>
                  </a:extLst>
                </p14:cNvPr>
                <p14:cNvContentPartPr/>
                <p14:nvPr/>
              </p14:nvContentPartPr>
              <p14:xfrm>
                <a:off x="8588623" y="4531320"/>
                <a:ext cx="167040" cy="43200"/>
              </p14:xfrm>
            </p:contentPart>
          </mc:Choice>
          <mc:Fallback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E6D71C0E-4814-E104-E76D-DEB8271983DB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8570983" y="4513320"/>
                  <a:ext cx="20268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6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53575AF6-2232-150B-9965-AEF5B3DE5B64}"/>
                    </a:ext>
                  </a:extLst>
                </p14:cNvPr>
                <p14:cNvContentPartPr/>
                <p14:nvPr/>
              </p14:nvContentPartPr>
              <p14:xfrm>
                <a:off x="8834503" y="4229640"/>
                <a:ext cx="182880" cy="268920"/>
              </p14:xfrm>
            </p:contentPart>
          </mc:Choice>
          <mc:Fallback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53575AF6-2232-150B-9965-AEF5B3DE5B64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8816503" y="4211640"/>
                  <a:ext cx="218520" cy="30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8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3933C499-BC71-CC02-6AEA-94789F89F4CF}"/>
                    </a:ext>
                  </a:extLst>
                </p14:cNvPr>
                <p14:cNvContentPartPr/>
                <p14:nvPr/>
              </p14:nvContentPartPr>
              <p14:xfrm>
                <a:off x="9162463" y="4346280"/>
                <a:ext cx="116640" cy="119880"/>
              </p14:xfrm>
            </p:contentPart>
          </mc:Choice>
          <mc:Fallback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3933C499-BC71-CC02-6AEA-94789F89F4CF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9144823" y="4328280"/>
                  <a:ext cx="15228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0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F7E2BBD6-7355-93C4-BB3B-245FB774E2E7}"/>
                    </a:ext>
                  </a:extLst>
                </p14:cNvPr>
                <p14:cNvContentPartPr/>
                <p14:nvPr/>
              </p14:nvContentPartPr>
              <p14:xfrm>
                <a:off x="9356863" y="4206600"/>
                <a:ext cx="181080" cy="182160"/>
              </p14:xfrm>
            </p:contentPart>
          </mc:Choice>
          <mc:Fallback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F7E2BBD6-7355-93C4-BB3B-245FB774E2E7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9339223" y="4188960"/>
                  <a:ext cx="21672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2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6745224B-80EA-2B7E-3C01-E0C9379CA870}"/>
                    </a:ext>
                  </a:extLst>
                </p14:cNvPr>
                <p14:cNvContentPartPr/>
                <p14:nvPr/>
              </p14:nvContentPartPr>
              <p14:xfrm>
                <a:off x="9654223" y="4044240"/>
                <a:ext cx="125640" cy="315720"/>
              </p14:xfrm>
            </p:contentPart>
          </mc:Choice>
          <mc:Fallback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6745224B-80EA-2B7E-3C01-E0C9379CA870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9636223" y="4026600"/>
                  <a:ext cx="161280" cy="35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4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51431439-A64C-BF06-F531-EB700DF9BC25}"/>
                    </a:ext>
                  </a:extLst>
                </p14:cNvPr>
                <p14:cNvContentPartPr/>
                <p14:nvPr/>
              </p14:nvContentPartPr>
              <p14:xfrm>
                <a:off x="9733783" y="4202280"/>
                <a:ext cx="126720" cy="62280"/>
              </p14:xfrm>
            </p:contentPart>
          </mc:Choice>
          <mc:Fallback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51431439-A64C-BF06-F531-EB700DF9BC25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9715783" y="4184280"/>
                  <a:ext cx="16236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6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CA49496E-AF44-1B99-DB81-209C93414CDB}"/>
                    </a:ext>
                  </a:extLst>
                </p14:cNvPr>
                <p14:cNvContentPartPr/>
                <p14:nvPr/>
              </p14:nvContentPartPr>
              <p14:xfrm>
                <a:off x="8864023" y="4525200"/>
                <a:ext cx="955800" cy="288000"/>
              </p14:xfrm>
            </p:contentPart>
          </mc:Choice>
          <mc:Fallback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CA49496E-AF44-1B99-DB81-209C93414CDB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8846383" y="4507200"/>
                  <a:ext cx="991440" cy="32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8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1C26281C-CBBD-5B18-A16A-4562CAD6B56D}"/>
                    </a:ext>
                  </a:extLst>
                </p14:cNvPr>
                <p14:cNvContentPartPr/>
                <p14:nvPr/>
              </p14:nvContentPartPr>
              <p14:xfrm>
                <a:off x="9234463" y="4892760"/>
                <a:ext cx="152640" cy="210600"/>
              </p14:xfrm>
            </p:contentPart>
          </mc:Choice>
          <mc:Fallback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1C26281C-CBBD-5B18-A16A-4562CAD6B56D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9216823" y="4875120"/>
                  <a:ext cx="18828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0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A2BCDD25-92A8-AA28-6482-20F64C39D401}"/>
                    </a:ext>
                  </a:extLst>
                </p14:cNvPr>
                <p14:cNvContentPartPr/>
                <p14:nvPr/>
              </p14:nvContentPartPr>
              <p14:xfrm>
                <a:off x="9268303" y="4795200"/>
                <a:ext cx="224640" cy="176760"/>
              </p14:xfrm>
            </p:contentPart>
          </mc:Choice>
          <mc:Fallback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A2BCDD25-92A8-AA28-6482-20F64C39D401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9250303" y="4777200"/>
                  <a:ext cx="26028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2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0F8267D8-18F2-C326-AD60-0FE09C8AF43C}"/>
                    </a:ext>
                  </a:extLst>
                </p14:cNvPr>
                <p14:cNvContentPartPr/>
                <p14:nvPr/>
              </p14:nvContentPartPr>
              <p14:xfrm>
                <a:off x="9608143" y="4778640"/>
                <a:ext cx="69840" cy="180720"/>
              </p14:xfrm>
            </p:contentPart>
          </mc:Choice>
          <mc:Fallback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0F8267D8-18F2-C326-AD60-0FE09C8AF43C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9590503" y="4761000"/>
                  <a:ext cx="10548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4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6742C807-A406-021D-CB84-E1D8BBA42C2B}"/>
                    </a:ext>
                  </a:extLst>
                </p14:cNvPr>
                <p14:cNvContentPartPr/>
                <p14:nvPr/>
              </p14:nvContentPartPr>
              <p14:xfrm>
                <a:off x="9601663" y="4864320"/>
                <a:ext cx="125640" cy="89640"/>
              </p14:xfrm>
            </p:contentPart>
          </mc:Choice>
          <mc:Fallback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6742C807-A406-021D-CB84-E1D8BBA42C2B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9583663" y="4846320"/>
                  <a:ext cx="16128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6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B639A2DA-CD9B-5B7B-BDE9-9E89C8520159}"/>
                    </a:ext>
                  </a:extLst>
                </p14:cNvPr>
                <p14:cNvContentPartPr/>
                <p14:nvPr/>
              </p14:nvContentPartPr>
              <p14:xfrm>
                <a:off x="9867343" y="4829760"/>
                <a:ext cx="1800" cy="2520"/>
              </p14:xfrm>
            </p:contentPart>
          </mc:Choice>
          <mc:Fallback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B639A2DA-CD9B-5B7B-BDE9-9E89C8520159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9849703" y="4811760"/>
                  <a:ext cx="3744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8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4DD30A50-B64C-EDAC-C3E3-6D0DEBB60AC9}"/>
                    </a:ext>
                  </a:extLst>
                </p14:cNvPr>
                <p14:cNvContentPartPr/>
                <p14:nvPr/>
              </p14:nvContentPartPr>
              <p14:xfrm>
                <a:off x="8177143" y="6027840"/>
                <a:ext cx="210240" cy="326160"/>
              </p14:xfrm>
            </p:contentPart>
          </mc:Choice>
          <mc:Fallback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4DD30A50-B64C-EDAC-C3E3-6D0DEBB60AC9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8159503" y="6010200"/>
                  <a:ext cx="245880" cy="36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0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006D5FB5-809F-68E1-5286-CD4B707D849D}"/>
                    </a:ext>
                  </a:extLst>
                </p14:cNvPr>
                <p14:cNvContentPartPr/>
                <p14:nvPr/>
              </p14:nvContentPartPr>
              <p14:xfrm>
                <a:off x="8576383" y="6236640"/>
                <a:ext cx="100080" cy="158400"/>
              </p14:xfrm>
            </p:contentPart>
          </mc:Choice>
          <mc:Fallback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006D5FB5-809F-68E1-5286-CD4B707D849D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8558743" y="6219000"/>
                  <a:ext cx="13572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2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976DDF70-3FCE-271A-A337-FEBE96FFA70D}"/>
                    </a:ext>
                  </a:extLst>
                </p14:cNvPr>
                <p14:cNvContentPartPr/>
                <p14:nvPr/>
              </p14:nvContentPartPr>
              <p14:xfrm>
                <a:off x="8739823" y="6193080"/>
                <a:ext cx="152280" cy="123480"/>
              </p14:xfrm>
            </p:contentPart>
          </mc:Choice>
          <mc:Fallback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976DDF70-3FCE-271A-A337-FEBE96FFA70D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8721823" y="6175080"/>
                  <a:ext cx="18792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4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BB31C83E-193E-BBD5-99DC-E879F2A724AD}"/>
                    </a:ext>
                  </a:extLst>
                </p14:cNvPr>
                <p14:cNvContentPartPr/>
                <p14:nvPr/>
              </p14:nvContentPartPr>
              <p14:xfrm>
                <a:off x="8931343" y="6054480"/>
                <a:ext cx="79200" cy="194400"/>
              </p14:xfrm>
            </p:contentPart>
          </mc:Choice>
          <mc:Fallback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BB31C83E-193E-BBD5-99DC-E879F2A724AD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8913703" y="6036480"/>
                  <a:ext cx="11484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6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68F7348B-28B4-8C62-0951-CB2F4DE60CDF}"/>
                    </a:ext>
                  </a:extLst>
                </p14:cNvPr>
                <p14:cNvContentPartPr/>
                <p14:nvPr/>
              </p14:nvContentPartPr>
              <p14:xfrm>
                <a:off x="8935663" y="6123600"/>
                <a:ext cx="84600" cy="91440"/>
              </p14:xfrm>
            </p:contentPart>
          </mc:Choice>
          <mc:Fallback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68F7348B-28B4-8C62-0951-CB2F4DE60CDF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8917663" y="6105600"/>
                  <a:ext cx="12024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8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8DD362E0-7890-CE60-3F6F-D5898A52B836}"/>
                    </a:ext>
                  </a:extLst>
                </p14:cNvPr>
                <p14:cNvContentPartPr/>
                <p14:nvPr/>
              </p14:nvContentPartPr>
              <p14:xfrm>
                <a:off x="9289903" y="6037200"/>
                <a:ext cx="5040" cy="720"/>
              </p14:xfrm>
            </p:contentPart>
          </mc:Choice>
          <mc:Fallback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8DD362E0-7890-CE60-3F6F-D5898A52B836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9271903" y="6019560"/>
                  <a:ext cx="4068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0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77C7324C-AD32-A0D6-DE40-7CFDCA7F1805}"/>
                    </a:ext>
                  </a:extLst>
                </p14:cNvPr>
                <p14:cNvContentPartPr/>
                <p14:nvPr/>
              </p14:nvContentPartPr>
              <p14:xfrm>
                <a:off x="9266863" y="6052320"/>
                <a:ext cx="83520" cy="54360"/>
              </p14:xfrm>
            </p:contentPart>
          </mc:Choice>
          <mc:Fallback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77C7324C-AD32-A0D6-DE40-7CFDCA7F1805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9248863" y="6034320"/>
                  <a:ext cx="11916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2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6CAD6A47-2BF7-7300-95D6-20086EDE5D5F}"/>
                    </a:ext>
                  </a:extLst>
                </p14:cNvPr>
                <p14:cNvContentPartPr/>
                <p14:nvPr/>
              </p14:nvContentPartPr>
              <p14:xfrm>
                <a:off x="9205663" y="5960160"/>
                <a:ext cx="145080" cy="59040"/>
              </p14:xfrm>
            </p:contentPart>
          </mc:Choice>
          <mc:Fallback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6CAD6A47-2BF7-7300-95D6-20086EDE5D5F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9188023" y="5942520"/>
                  <a:ext cx="18072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4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9EC9B8F1-E937-3F92-EB5F-7BDE0EF817BD}"/>
                    </a:ext>
                  </a:extLst>
                </p14:cNvPr>
                <p14:cNvContentPartPr/>
                <p14:nvPr/>
              </p14:nvContentPartPr>
              <p14:xfrm>
                <a:off x="9612823" y="5695200"/>
                <a:ext cx="151560" cy="63000"/>
              </p14:xfrm>
            </p:contentPart>
          </mc:Choice>
          <mc:Fallback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9EC9B8F1-E937-3F92-EB5F-7BDE0EF817BD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9595183" y="5677560"/>
                  <a:ext cx="18720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6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AC941C08-B6EF-27C7-0870-35D3DDD62C9B}"/>
                    </a:ext>
                  </a:extLst>
                </p14:cNvPr>
                <p14:cNvContentPartPr/>
                <p14:nvPr/>
              </p14:nvContentPartPr>
              <p14:xfrm>
                <a:off x="9868783" y="5452200"/>
                <a:ext cx="106560" cy="187560"/>
              </p14:xfrm>
            </p:contentPart>
          </mc:Choice>
          <mc:Fallback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AC941C08-B6EF-27C7-0870-35D3DDD62C9B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9851143" y="5434200"/>
                  <a:ext cx="14220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8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9246D561-27B7-778E-07AD-6C3273678DF6}"/>
                    </a:ext>
                  </a:extLst>
                </p14:cNvPr>
                <p14:cNvContentPartPr/>
                <p14:nvPr/>
              </p14:nvContentPartPr>
              <p14:xfrm>
                <a:off x="9841783" y="5354640"/>
                <a:ext cx="402120" cy="243360"/>
              </p14:xfrm>
            </p:contentPart>
          </mc:Choice>
          <mc:Fallback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9246D561-27B7-778E-07AD-6C3273678DF6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9824143" y="5337000"/>
                  <a:ext cx="437760" cy="27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0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4735301E-0065-B931-B822-FA03070AD413}"/>
                    </a:ext>
                  </a:extLst>
                </p14:cNvPr>
                <p14:cNvContentPartPr/>
                <p14:nvPr/>
              </p14:nvContentPartPr>
              <p14:xfrm>
                <a:off x="10184863" y="5407560"/>
                <a:ext cx="61560" cy="58320"/>
              </p14:xfrm>
            </p:contentPart>
          </mc:Choice>
          <mc:Fallback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4735301E-0065-B931-B822-FA03070AD413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10166863" y="5389920"/>
                  <a:ext cx="9720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2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3CFC79AA-262E-FBFD-D2D2-2CB9794AD072}"/>
                    </a:ext>
                  </a:extLst>
                </p14:cNvPr>
                <p14:cNvContentPartPr/>
                <p14:nvPr/>
              </p14:nvContentPartPr>
              <p14:xfrm>
                <a:off x="9897583" y="5604120"/>
                <a:ext cx="545400" cy="257400"/>
              </p14:xfrm>
            </p:contentPart>
          </mc:Choice>
          <mc:Fallback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3CFC79AA-262E-FBFD-D2D2-2CB9794AD072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9879583" y="5586120"/>
                  <a:ext cx="581040" cy="29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4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D93F70E3-41BF-C74C-6118-D86FD4838002}"/>
                    </a:ext>
                  </a:extLst>
                </p14:cNvPr>
                <p14:cNvContentPartPr/>
                <p14:nvPr/>
              </p14:nvContentPartPr>
              <p14:xfrm>
                <a:off x="10112503" y="6003000"/>
                <a:ext cx="102600" cy="182160"/>
              </p14:xfrm>
            </p:contentPart>
          </mc:Choice>
          <mc:Fallback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D93F70E3-41BF-C74C-6118-D86FD4838002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10094863" y="5985360"/>
                  <a:ext cx="13824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6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FF433985-81B1-09F3-CEDA-89AAF6F33D8E}"/>
                    </a:ext>
                  </a:extLst>
                </p14:cNvPr>
                <p14:cNvContentPartPr/>
                <p14:nvPr/>
              </p14:nvContentPartPr>
              <p14:xfrm>
                <a:off x="10138423" y="5905440"/>
                <a:ext cx="137520" cy="145440"/>
              </p14:xfrm>
            </p:contentPart>
          </mc:Choice>
          <mc:Fallback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FF433985-81B1-09F3-CEDA-89AAF6F33D8E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10120423" y="5887440"/>
                  <a:ext cx="17316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8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BBC7D99A-3CAE-867A-5C03-95B2254DBB08}"/>
                    </a:ext>
                  </a:extLst>
                </p14:cNvPr>
                <p14:cNvContentPartPr/>
                <p14:nvPr/>
              </p14:nvContentPartPr>
              <p14:xfrm>
                <a:off x="10368463" y="5947560"/>
                <a:ext cx="25200" cy="114480"/>
              </p14:xfrm>
            </p:contentPart>
          </mc:Choice>
          <mc:Fallback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BBC7D99A-3CAE-867A-5C03-95B2254DBB08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10350463" y="5929560"/>
                  <a:ext cx="6084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0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306D896E-72FD-88B6-9526-611E9369E0F9}"/>
                    </a:ext>
                  </a:extLst>
                </p14:cNvPr>
                <p14:cNvContentPartPr/>
                <p14:nvPr/>
              </p14:nvContentPartPr>
              <p14:xfrm>
                <a:off x="10324543" y="5847840"/>
                <a:ext cx="24120" cy="18360"/>
              </p14:xfrm>
            </p:contentPart>
          </mc:Choice>
          <mc:Fallback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306D896E-72FD-88B6-9526-611E9369E0F9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10306543" y="5829840"/>
                  <a:ext cx="5976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2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CD0DBE06-3F10-237E-15D0-9DAD85EF6158}"/>
                    </a:ext>
                  </a:extLst>
                </p14:cNvPr>
                <p14:cNvContentPartPr/>
                <p14:nvPr/>
              </p14:nvContentPartPr>
              <p14:xfrm>
                <a:off x="10618303" y="5200200"/>
                <a:ext cx="231840" cy="214200"/>
              </p14:xfrm>
            </p:contentPart>
          </mc:Choice>
          <mc:Fallback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CD0DBE06-3F10-237E-15D0-9DAD85EF6158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10600303" y="5182560"/>
                  <a:ext cx="26748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4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6124882D-463C-7384-DDEF-541206DF17C4}"/>
                    </a:ext>
                  </a:extLst>
                </p14:cNvPr>
                <p14:cNvContentPartPr/>
                <p14:nvPr/>
              </p14:nvContentPartPr>
              <p14:xfrm>
                <a:off x="10918903" y="5283000"/>
                <a:ext cx="37080" cy="94320"/>
              </p14:xfrm>
            </p:contentPart>
          </mc:Choice>
          <mc:Fallback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6124882D-463C-7384-DDEF-541206DF17C4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10901263" y="5265360"/>
                  <a:ext cx="7272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6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B4AEFAC0-55F2-D224-AEFE-6D9F19DF7A52}"/>
                    </a:ext>
                  </a:extLst>
                </p14:cNvPr>
                <p14:cNvContentPartPr/>
                <p14:nvPr/>
              </p14:nvContentPartPr>
              <p14:xfrm>
                <a:off x="10884343" y="5145120"/>
                <a:ext cx="18720" cy="33120"/>
              </p14:xfrm>
            </p:contentPart>
          </mc:Choice>
          <mc:Fallback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B4AEFAC0-55F2-D224-AEFE-6D9F19DF7A52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10866343" y="5127120"/>
                  <a:ext cx="5436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8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52A8AA49-24A9-EF14-B8D3-8ACD3001FB7C}"/>
                    </a:ext>
                  </a:extLst>
                </p14:cNvPr>
                <p14:cNvContentPartPr/>
                <p14:nvPr/>
              </p14:nvContentPartPr>
              <p14:xfrm>
                <a:off x="11025463" y="5232600"/>
                <a:ext cx="77760" cy="95040"/>
              </p14:xfrm>
            </p:contentPart>
          </mc:Choice>
          <mc:Fallback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52A8AA49-24A9-EF14-B8D3-8ACD3001FB7C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11007463" y="5214960"/>
                  <a:ext cx="11340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0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47D5DA98-A527-4FE1-4299-6B6D0A8F783C}"/>
                    </a:ext>
                  </a:extLst>
                </p14:cNvPr>
                <p14:cNvContentPartPr/>
                <p14:nvPr/>
              </p14:nvContentPartPr>
              <p14:xfrm>
                <a:off x="9402583" y="5336280"/>
                <a:ext cx="473040" cy="944640"/>
              </p14:xfrm>
            </p:contentPart>
          </mc:Choice>
          <mc:Fallback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47D5DA98-A527-4FE1-4299-6B6D0A8F783C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9384583" y="5318640"/>
                  <a:ext cx="508680" cy="9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2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D52DBE3F-941A-BB67-D04B-DE8524711AE9}"/>
                    </a:ext>
                  </a:extLst>
                </p14:cNvPr>
                <p14:cNvContentPartPr/>
                <p14:nvPr/>
              </p14:nvContentPartPr>
              <p14:xfrm>
                <a:off x="10348303" y="5226840"/>
                <a:ext cx="260640" cy="717120"/>
              </p14:xfrm>
            </p:contentPart>
          </mc:Choice>
          <mc:Fallback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D52DBE3F-941A-BB67-D04B-DE8524711AE9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10330663" y="5209200"/>
                  <a:ext cx="296280" cy="75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4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C1B26BE3-7E7D-B75B-9281-B8E1FC7400EB}"/>
                    </a:ext>
                  </a:extLst>
                </p14:cNvPr>
                <p14:cNvContentPartPr/>
                <p14:nvPr/>
              </p14:nvContentPartPr>
              <p14:xfrm>
                <a:off x="11126263" y="5226840"/>
                <a:ext cx="33480" cy="64080"/>
              </p14:xfrm>
            </p:contentPart>
          </mc:Choice>
          <mc:Fallback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C1B26BE3-7E7D-B75B-9281-B8E1FC7400EB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11108263" y="5209200"/>
                  <a:ext cx="69120" cy="99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2" name="Group 281">
            <a:extLst>
              <a:ext uri="{FF2B5EF4-FFF2-40B4-BE49-F238E27FC236}">
                <a16:creationId xmlns:a16="http://schemas.microsoft.com/office/drawing/2014/main" id="{CB9EA524-7024-73B2-886D-CCCC1E2AB3F5}"/>
              </a:ext>
            </a:extLst>
          </p:cNvPr>
          <p:cNvGrpSpPr/>
          <p:nvPr/>
        </p:nvGrpSpPr>
        <p:grpSpPr>
          <a:xfrm>
            <a:off x="3013663" y="3263040"/>
            <a:ext cx="3534480" cy="2549160"/>
            <a:chOff x="3013663" y="3263040"/>
            <a:chExt cx="3534480" cy="2549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76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EC0E30B1-1AD9-43CB-15D7-BFFC7A706E7E}"/>
                    </a:ext>
                  </a:extLst>
                </p14:cNvPr>
                <p14:cNvContentPartPr/>
                <p14:nvPr/>
              </p14:nvContentPartPr>
              <p14:xfrm>
                <a:off x="3122023" y="3263040"/>
                <a:ext cx="809640" cy="1181520"/>
              </p14:xfrm>
            </p:contentPart>
          </mc:Choice>
          <mc:Fallback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EC0E30B1-1AD9-43CB-15D7-BFFC7A706E7E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3104383" y="3245400"/>
                  <a:ext cx="845280" cy="12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8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DD9396D5-DE78-DC71-661F-8B71A0179306}"/>
                    </a:ext>
                  </a:extLst>
                </p14:cNvPr>
                <p14:cNvContentPartPr/>
                <p14:nvPr/>
              </p14:nvContentPartPr>
              <p14:xfrm>
                <a:off x="3796303" y="4277520"/>
                <a:ext cx="208800" cy="222840"/>
              </p14:xfrm>
            </p:contentPart>
          </mc:Choice>
          <mc:Fallback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DD9396D5-DE78-DC71-661F-8B71A0179306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3778663" y="4259520"/>
                  <a:ext cx="24444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0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9FE11BA9-1A1F-D59A-DCDD-6F669537542B}"/>
                    </a:ext>
                  </a:extLst>
                </p14:cNvPr>
                <p14:cNvContentPartPr/>
                <p14:nvPr/>
              </p14:nvContentPartPr>
              <p14:xfrm>
                <a:off x="3656263" y="4974840"/>
                <a:ext cx="237240" cy="303840"/>
              </p14:xfrm>
            </p:contentPart>
          </mc:Choice>
          <mc:Fallback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9FE11BA9-1A1F-D59A-DCDD-6F669537542B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3638263" y="4957200"/>
                  <a:ext cx="272880" cy="33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2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80A2958A-F178-78CE-A4B0-8E49DD09B257}"/>
                    </a:ext>
                  </a:extLst>
                </p14:cNvPr>
                <p14:cNvContentPartPr/>
                <p14:nvPr/>
              </p14:nvContentPartPr>
              <p14:xfrm>
                <a:off x="4025263" y="5089320"/>
                <a:ext cx="99360" cy="68760"/>
              </p14:xfrm>
            </p:contentPart>
          </mc:Choice>
          <mc:Fallback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80A2958A-F178-78CE-A4B0-8E49DD09B257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4007263" y="5071680"/>
                  <a:ext cx="13500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4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FE01D4D9-06F5-646D-DD50-EE4E8BC76FA3}"/>
                    </a:ext>
                  </a:extLst>
                </p14:cNvPr>
                <p14:cNvContentPartPr/>
                <p14:nvPr/>
              </p14:nvContentPartPr>
              <p14:xfrm>
                <a:off x="4330903" y="4952160"/>
                <a:ext cx="59400" cy="26640"/>
              </p14:xfrm>
            </p:contentPart>
          </mc:Choice>
          <mc:Fallback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FE01D4D9-06F5-646D-DD50-EE4E8BC76FA3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4312903" y="4934160"/>
                  <a:ext cx="9504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6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394A3F84-0EE8-2A2C-A553-146FBF68113C}"/>
                    </a:ext>
                  </a:extLst>
                </p14:cNvPr>
                <p14:cNvContentPartPr/>
                <p14:nvPr/>
              </p14:nvContentPartPr>
              <p14:xfrm>
                <a:off x="4376623" y="5063760"/>
                <a:ext cx="76320" cy="14760"/>
              </p14:xfrm>
            </p:contentPart>
          </mc:Choice>
          <mc:Fallback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394A3F84-0EE8-2A2C-A553-146FBF68113C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4358623" y="5045760"/>
                  <a:ext cx="11196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8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D50515F8-4A86-998A-0F3B-8B59560A6DB7}"/>
                    </a:ext>
                  </a:extLst>
                </p14:cNvPr>
                <p14:cNvContentPartPr/>
                <p14:nvPr/>
              </p14:nvContentPartPr>
              <p14:xfrm>
                <a:off x="4518823" y="4708440"/>
                <a:ext cx="255960" cy="282240"/>
              </p14:xfrm>
            </p:contentPart>
          </mc:Choice>
          <mc:Fallback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D50515F8-4A86-998A-0F3B-8B59560A6DB7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4501183" y="4690800"/>
                  <a:ext cx="291600" cy="31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0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FA0A4DFA-EB1E-1648-A143-45CC60EB055E}"/>
                    </a:ext>
                  </a:extLst>
                </p14:cNvPr>
                <p14:cNvContentPartPr/>
                <p14:nvPr/>
              </p14:nvContentPartPr>
              <p14:xfrm>
                <a:off x="4888183" y="4938120"/>
                <a:ext cx="132840" cy="65520"/>
              </p14:xfrm>
            </p:contentPart>
          </mc:Choice>
          <mc:Fallback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FA0A4DFA-EB1E-1648-A143-45CC60EB055E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4870543" y="4920480"/>
                  <a:ext cx="16848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2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2C15A54E-260B-599B-697E-98A1538FC03D}"/>
                    </a:ext>
                  </a:extLst>
                </p14:cNvPr>
                <p14:cNvContentPartPr/>
                <p14:nvPr/>
              </p14:nvContentPartPr>
              <p14:xfrm>
                <a:off x="4929223" y="4890600"/>
                <a:ext cx="68400" cy="227520"/>
              </p14:xfrm>
            </p:contentPart>
          </mc:Choice>
          <mc:Fallback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2C15A54E-260B-599B-697E-98A1538FC03D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4911223" y="4872960"/>
                  <a:ext cx="104040" cy="26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4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FE312457-9D7F-37CF-8FEE-EE7684BF74E5}"/>
                    </a:ext>
                  </a:extLst>
                </p14:cNvPr>
                <p14:cNvContentPartPr/>
                <p14:nvPr/>
              </p14:nvContentPartPr>
              <p14:xfrm>
                <a:off x="5118943" y="4775400"/>
                <a:ext cx="55080" cy="27000"/>
              </p14:xfrm>
            </p:contentPart>
          </mc:Choice>
          <mc:Fallback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FE312457-9D7F-37CF-8FEE-EE7684BF74E5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5100943" y="4757400"/>
                  <a:ext cx="9072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6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461103D9-16A7-8269-D851-0B7ADB43B22B}"/>
                    </a:ext>
                  </a:extLst>
                </p14:cNvPr>
                <p14:cNvContentPartPr/>
                <p14:nvPr/>
              </p14:nvContentPartPr>
              <p14:xfrm>
                <a:off x="5169703" y="4788000"/>
                <a:ext cx="74160" cy="57600"/>
              </p14:xfrm>
            </p:contentPart>
          </mc:Choice>
          <mc:Fallback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461103D9-16A7-8269-D851-0B7ADB43B22B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5151703" y="4770000"/>
                  <a:ext cx="10980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8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87742695-0350-6962-BDF4-F4326C9506CC}"/>
                    </a:ext>
                  </a:extLst>
                </p14:cNvPr>
                <p14:cNvContentPartPr/>
                <p14:nvPr/>
              </p14:nvContentPartPr>
              <p14:xfrm>
                <a:off x="3013663" y="3927600"/>
                <a:ext cx="93240" cy="105480"/>
              </p14:xfrm>
            </p:contentPart>
          </mc:Choice>
          <mc:Fallback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87742695-0350-6962-BDF4-F4326C9506CC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2995663" y="3909600"/>
                  <a:ext cx="12888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0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51DE81D7-A6B6-0D8E-ABAE-56B8E280C3EB}"/>
                    </a:ext>
                  </a:extLst>
                </p14:cNvPr>
                <p14:cNvContentPartPr/>
                <p14:nvPr/>
              </p14:nvContentPartPr>
              <p14:xfrm>
                <a:off x="5416303" y="4533480"/>
                <a:ext cx="194040" cy="227160"/>
              </p14:xfrm>
            </p:contentPart>
          </mc:Choice>
          <mc:Fallback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51DE81D7-A6B6-0D8E-ABAE-56B8E280C3EB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5398303" y="4515840"/>
                  <a:ext cx="22968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2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8F5D3481-5BA3-690E-EA26-E2D0736D0A72}"/>
                    </a:ext>
                  </a:extLst>
                </p14:cNvPr>
                <p14:cNvContentPartPr/>
                <p14:nvPr/>
              </p14:nvContentPartPr>
              <p14:xfrm>
                <a:off x="5682343" y="4484880"/>
                <a:ext cx="54720" cy="248760"/>
              </p14:xfrm>
            </p:contentPart>
          </mc:Choice>
          <mc:Fallback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8F5D3481-5BA3-690E-EA26-E2D0736D0A72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5664703" y="4467240"/>
                  <a:ext cx="9036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4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31F1E720-C777-1F3F-3F53-BF73B55F1BC1}"/>
                    </a:ext>
                  </a:extLst>
                </p14:cNvPr>
                <p14:cNvContentPartPr/>
                <p14:nvPr/>
              </p14:nvContentPartPr>
              <p14:xfrm>
                <a:off x="5723383" y="4464000"/>
                <a:ext cx="149040" cy="157680"/>
              </p14:xfrm>
            </p:contentPart>
          </mc:Choice>
          <mc:Fallback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31F1E720-C777-1F3F-3F53-BF73B55F1BC1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5705383" y="4446360"/>
                  <a:ext cx="18468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6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ACBE4B1E-90D9-62AC-AC0A-24A51E2E7D9B}"/>
                    </a:ext>
                  </a:extLst>
                </p14:cNvPr>
                <p14:cNvContentPartPr/>
                <p14:nvPr/>
              </p14:nvContentPartPr>
              <p14:xfrm>
                <a:off x="5944783" y="4422240"/>
                <a:ext cx="97920" cy="198720"/>
              </p14:xfrm>
            </p:contentPart>
          </mc:Choice>
          <mc:Fallback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ACBE4B1E-90D9-62AC-AC0A-24A51E2E7D9B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5927143" y="4404240"/>
                  <a:ext cx="13356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8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19F48B3D-9BAC-866D-41AF-C96D6A214E40}"/>
                    </a:ext>
                  </a:extLst>
                </p14:cNvPr>
                <p14:cNvContentPartPr/>
                <p14:nvPr/>
              </p14:nvContentPartPr>
              <p14:xfrm>
                <a:off x="5970703" y="4344120"/>
                <a:ext cx="179280" cy="208800"/>
              </p14:xfrm>
            </p:contentPart>
          </mc:Choice>
          <mc:Fallback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19F48B3D-9BAC-866D-41AF-C96D6A214E40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5952703" y="4326480"/>
                  <a:ext cx="21492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0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9472A548-491C-96F3-C026-23C4311F68E9}"/>
                    </a:ext>
                  </a:extLst>
                </p14:cNvPr>
                <p14:cNvContentPartPr/>
                <p14:nvPr/>
              </p14:nvContentPartPr>
              <p14:xfrm>
                <a:off x="3395623" y="4120200"/>
                <a:ext cx="3152520" cy="1692000"/>
              </p14:xfrm>
            </p:contentPart>
          </mc:Choice>
          <mc:Fallback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9472A548-491C-96F3-C026-23C4311F68E9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3377623" y="4102200"/>
                  <a:ext cx="3188160" cy="172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2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C918B148-F649-D87D-A52D-20EF8A2EF8F4}"/>
                    </a:ext>
                  </a:extLst>
                </p14:cNvPr>
                <p14:cNvContentPartPr/>
                <p14:nvPr/>
              </p14:nvContentPartPr>
              <p14:xfrm>
                <a:off x="3497503" y="5168160"/>
                <a:ext cx="277200" cy="598320"/>
              </p14:xfrm>
            </p:contentPart>
          </mc:Choice>
          <mc:Fallback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C918B148-F649-D87D-A52D-20EF8A2EF8F4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3479503" y="5150520"/>
                  <a:ext cx="312840" cy="6339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6560597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BC294B-18B8-1E33-2F33-0D5417E7F7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Inverting Op Amp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E6887C-0FE0-4C70-D926-80CA957E37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19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black screen with blue text&#10;&#10;Description automatically generated">
            <a:extLst>
              <a:ext uri="{FF2B5EF4-FFF2-40B4-BE49-F238E27FC236}">
                <a16:creationId xmlns:a16="http://schemas.microsoft.com/office/drawing/2014/main" id="{86EBF750-11F1-9441-9F19-678961C669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9350" y="1155921"/>
            <a:ext cx="4286250" cy="4800600"/>
          </a:xfrm>
          <a:prstGeom prst="rect">
            <a:avLst/>
          </a:prstGeom>
        </p:spPr>
      </p:pic>
      <p:grpSp>
        <p:nvGrpSpPr>
          <p:cNvPr id="51" name="Group 50">
            <a:extLst>
              <a:ext uri="{FF2B5EF4-FFF2-40B4-BE49-F238E27FC236}">
                <a16:creationId xmlns:a16="http://schemas.microsoft.com/office/drawing/2014/main" id="{23D023AF-0330-2740-1B6C-6AFBD4EB9657}"/>
              </a:ext>
            </a:extLst>
          </p:cNvPr>
          <p:cNvGrpSpPr/>
          <p:nvPr/>
        </p:nvGrpSpPr>
        <p:grpSpPr>
          <a:xfrm>
            <a:off x="942214" y="2449222"/>
            <a:ext cx="4812120" cy="2459160"/>
            <a:chOff x="686614" y="732397"/>
            <a:chExt cx="4812120" cy="2459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E8E3F89A-5AFA-2134-2E34-813F00F25165}"/>
                    </a:ext>
                  </a:extLst>
                </p14:cNvPr>
                <p14:cNvContentPartPr/>
                <p14:nvPr/>
              </p14:nvContentPartPr>
              <p14:xfrm>
                <a:off x="2769934" y="1554637"/>
                <a:ext cx="61560" cy="10789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E8E3F89A-5AFA-2134-2E34-813F00F25165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751934" y="1536637"/>
                  <a:ext cx="97200" cy="11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7644CBDF-5075-F51E-5DD8-AA88B584B8C3}"/>
                    </a:ext>
                  </a:extLst>
                </p14:cNvPr>
                <p14:cNvContentPartPr/>
                <p14:nvPr/>
              </p14:nvContentPartPr>
              <p14:xfrm>
                <a:off x="2778934" y="1506757"/>
                <a:ext cx="836640" cy="4284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7644CBDF-5075-F51E-5DD8-AA88B584B8C3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760934" y="1488757"/>
                  <a:ext cx="872280" cy="46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A8ACE5A5-0326-2D00-FEA1-145CE447C486}"/>
                    </a:ext>
                  </a:extLst>
                </p14:cNvPr>
                <p14:cNvContentPartPr/>
                <p14:nvPr/>
              </p14:nvContentPartPr>
              <p14:xfrm>
                <a:off x="2796214" y="1927597"/>
                <a:ext cx="896040" cy="8391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A8ACE5A5-0326-2D00-FEA1-145CE447C486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778207" y="1909597"/>
                  <a:ext cx="931694" cy="87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8EE739D1-352E-2634-0B9E-EADCBEDD507F}"/>
                    </a:ext>
                  </a:extLst>
                </p14:cNvPr>
                <p14:cNvContentPartPr/>
                <p14:nvPr/>
              </p14:nvContentPartPr>
              <p14:xfrm>
                <a:off x="1368454" y="1764877"/>
                <a:ext cx="166320" cy="1836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8EE739D1-352E-2634-0B9E-EADCBEDD507F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350454" y="1746842"/>
                  <a:ext cx="201960" cy="21931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8B2FC3E-6174-E7C1-9883-B1852D7F082D}"/>
                    </a:ext>
                  </a:extLst>
                </p14:cNvPr>
                <p14:cNvContentPartPr/>
                <p14:nvPr/>
              </p14:nvContentPartPr>
              <p14:xfrm>
                <a:off x="1563214" y="1817797"/>
                <a:ext cx="189720" cy="475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8B2FC3E-6174-E7C1-9883-B1852D7F082D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545214" y="1799797"/>
                  <a:ext cx="22536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6B6D08AF-1AEC-4400-E014-BB3AEEA7D8FC}"/>
                    </a:ext>
                  </a:extLst>
                </p14:cNvPr>
                <p14:cNvContentPartPr/>
                <p14:nvPr/>
              </p14:nvContentPartPr>
              <p14:xfrm>
                <a:off x="1772014" y="1644997"/>
                <a:ext cx="514800" cy="1839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6B6D08AF-1AEC-4400-E014-BB3AEEA7D8FC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754001" y="1626997"/>
                  <a:ext cx="550465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5562A4A3-02B7-19D9-9BA2-088DA9D26FDF}"/>
                    </a:ext>
                  </a:extLst>
                </p14:cNvPr>
                <p14:cNvContentPartPr/>
                <p14:nvPr/>
              </p14:nvContentPartPr>
              <p14:xfrm>
                <a:off x="2325334" y="1725637"/>
                <a:ext cx="462600" cy="424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5562A4A3-02B7-19D9-9BA2-088DA9D26FDF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307334" y="1707637"/>
                  <a:ext cx="49824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FD24B94F-A497-AA94-B19B-B91CCAC43CBB}"/>
                    </a:ext>
                  </a:extLst>
                </p14:cNvPr>
                <p14:cNvContentPartPr/>
                <p14:nvPr/>
              </p14:nvContentPartPr>
              <p14:xfrm>
                <a:off x="2474374" y="1154677"/>
                <a:ext cx="87120" cy="5497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FD24B94F-A497-AA94-B19B-B91CCAC43CBB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456374" y="1136677"/>
                  <a:ext cx="122760" cy="58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8F9D3C1C-FA4A-2650-6378-22D26BA00878}"/>
                    </a:ext>
                  </a:extLst>
                </p14:cNvPr>
                <p14:cNvContentPartPr/>
                <p14:nvPr/>
              </p14:nvContentPartPr>
              <p14:xfrm>
                <a:off x="2488774" y="1162597"/>
                <a:ext cx="621720" cy="298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8F9D3C1C-FA4A-2650-6378-22D26BA0087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470774" y="1144597"/>
                  <a:ext cx="65736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F4BB3E85-21A3-2023-184C-4D45DD5E0055}"/>
                    </a:ext>
                  </a:extLst>
                </p14:cNvPr>
                <p14:cNvContentPartPr/>
                <p14:nvPr/>
              </p14:nvContentPartPr>
              <p14:xfrm>
                <a:off x="3074854" y="949117"/>
                <a:ext cx="401040" cy="2293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F4BB3E85-21A3-2023-184C-4D45DD5E0055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056854" y="931089"/>
                  <a:ext cx="436680" cy="26501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F2084365-E308-7D65-1F60-029945E41E4B}"/>
                    </a:ext>
                  </a:extLst>
                </p14:cNvPr>
                <p14:cNvContentPartPr/>
                <p14:nvPr/>
              </p14:nvContentPartPr>
              <p14:xfrm>
                <a:off x="3532774" y="1116517"/>
                <a:ext cx="488880" cy="972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F2084365-E308-7D65-1F60-029945E41E4B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514774" y="1098450"/>
                  <a:ext cx="524520" cy="13297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BF463360-9D0C-F023-EBA1-5EE6FEBFEA50}"/>
                    </a:ext>
                  </a:extLst>
                </p14:cNvPr>
                <p14:cNvContentPartPr/>
                <p14:nvPr/>
              </p14:nvContentPartPr>
              <p14:xfrm>
                <a:off x="3978094" y="1114357"/>
                <a:ext cx="70200" cy="8748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BF463360-9D0C-F023-EBA1-5EE6FEBFEA50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960094" y="1096357"/>
                  <a:ext cx="105840" cy="91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18CDA6FC-532C-5952-FC91-E6794010E94F}"/>
                    </a:ext>
                  </a:extLst>
                </p14:cNvPr>
                <p14:cNvContentPartPr/>
                <p14:nvPr/>
              </p14:nvContentPartPr>
              <p14:xfrm>
                <a:off x="3748054" y="1860997"/>
                <a:ext cx="846360" cy="630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18CDA6FC-532C-5952-FC91-E6794010E94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730054" y="1842894"/>
                  <a:ext cx="882000" cy="9884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F8F7AC4C-97A9-69A0-F1E7-D5C369B32F93}"/>
                    </a:ext>
                  </a:extLst>
                </p14:cNvPr>
                <p14:cNvContentPartPr/>
                <p14:nvPr/>
              </p14:nvContentPartPr>
              <p14:xfrm>
                <a:off x="4573894" y="1760917"/>
                <a:ext cx="153360" cy="2008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F8F7AC4C-97A9-69A0-F1E7-D5C369B32F93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555936" y="1742917"/>
                  <a:ext cx="188917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E0B754C7-D3CA-5730-154B-FDF7327807AE}"/>
                    </a:ext>
                  </a:extLst>
                </p14:cNvPr>
                <p14:cNvContentPartPr/>
                <p14:nvPr/>
              </p14:nvContentPartPr>
              <p14:xfrm>
                <a:off x="2404174" y="2263837"/>
                <a:ext cx="416520" cy="500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E0B754C7-D3CA-5730-154B-FDF7327807AE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386174" y="2245837"/>
                  <a:ext cx="45216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D3E09AE-03F0-5403-A455-393834E29E46}"/>
                    </a:ext>
                  </a:extLst>
                </p14:cNvPr>
                <p14:cNvContentPartPr/>
                <p14:nvPr/>
              </p14:nvContentPartPr>
              <p14:xfrm>
                <a:off x="2416054" y="2299477"/>
                <a:ext cx="79560" cy="8060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D3E09AE-03F0-5403-A455-393834E29E46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398054" y="2281477"/>
                  <a:ext cx="115200" cy="84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DB1DDC08-3230-3B54-6C06-8EC0AB537C72}"/>
                    </a:ext>
                  </a:extLst>
                </p14:cNvPr>
                <p14:cNvContentPartPr/>
                <p14:nvPr/>
              </p14:nvContentPartPr>
              <p14:xfrm>
                <a:off x="2357014" y="3031357"/>
                <a:ext cx="250560" cy="230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DB1DDC08-3230-3B54-6C06-8EC0AB537C72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2339014" y="3013357"/>
                  <a:ext cx="28620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089F1CFE-CA2C-4174-9C29-DA4FBDDD17AC}"/>
                    </a:ext>
                  </a:extLst>
                </p14:cNvPr>
                <p14:cNvContentPartPr/>
                <p14:nvPr/>
              </p14:nvContentPartPr>
              <p14:xfrm>
                <a:off x="2364574" y="3023437"/>
                <a:ext cx="209880" cy="1681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089F1CFE-CA2C-4174-9C29-DA4FBDDD17AC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2346574" y="3005437"/>
                  <a:ext cx="24552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FC1EBF4E-E56B-7061-6BBC-7B9F55902EDC}"/>
                    </a:ext>
                  </a:extLst>
                </p14:cNvPr>
                <p14:cNvContentPartPr/>
                <p14:nvPr/>
              </p14:nvContentPartPr>
              <p14:xfrm>
                <a:off x="2551054" y="3024517"/>
                <a:ext cx="90360" cy="1605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FC1EBF4E-E56B-7061-6BBC-7B9F55902EDC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2532982" y="3006517"/>
                  <a:ext cx="126143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6149CBA3-03A2-FEBE-AA2C-B1B541D5AD3F}"/>
                    </a:ext>
                  </a:extLst>
                </p14:cNvPr>
                <p14:cNvContentPartPr/>
                <p14:nvPr/>
              </p14:nvContentPartPr>
              <p14:xfrm>
                <a:off x="2901694" y="1822117"/>
                <a:ext cx="126720" cy="342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6149CBA3-03A2-FEBE-AA2C-B1B541D5AD3F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2883694" y="1804117"/>
                  <a:ext cx="16236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96C0D186-15D9-F980-1688-F31E746D202D}"/>
                    </a:ext>
                  </a:extLst>
                </p14:cNvPr>
                <p14:cNvContentPartPr/>
                <p14:nvPr/>
              </p14:nvContentPartPr>
              <p14:xfrm>
                <a:off x="2961094" y="2181757"/>
                <a:ext cx="102960" cy="417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96C0D186-15D9-F980-1688-F31E746D202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2943031" y="2163911"/>
                  <a:ext cx="138725" cy="770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770BA22C-C912-B20A-E6CE-3ED7F187DDDE}"/>
                    </a:ext>
                  </a:extLst>
                </p14:cNvPr>
                <p14:cNvContentPartPr/>
                <p14:nvPr/>
              </p14:nvContentPartPr>
              <p14:xfrm>
                <a:off x="2995294" y="2127397"/>
                <a:ext cx="29160" cy="1875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770BA22C-C912-B20A-E6CE-3ED7F187DDDE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977294" y="2109397"/>
                  <a:ext cx="6480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743CA130-4DB3-327D-15C2-27641FEB5577}"/>
                    </a:ext>
                  </a:extLst>
                </p14:cNvPr>
                <p14:cNvContentPartPr/>
                <p14:nvPr/>
              </p14:nvContentPartPr>
              <p14:xfrm>
                <a:off x="1789294" y="1311997"/>
                <a:ext cx="92520" cy="2059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743CA130-4DB3-327D-15C2-27641FEB5577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771294" y="1293997"/>
                  <a:ext cx="12816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6BDD123D-915D-5677-E326-6C8E9B50352C}"/>
                    </a:ext>
                  </a:extLst>
                </p14:cNvPr>
                <p14:cNvContentPartPr/>
                <p14:nvPr/>
              </p14:nvContentPartPr>
              <p14:xfrm>
                <a:off x="1803334" y="1215517"/>
                <a:ext cx="216720" cy="997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6BDD123D-915D-5677-E326-6C8E9B50352C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785364" y="1197517"/>
                  <a:ext cx="252301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1B84AC82-47CA-4DB8-CB76-AC522AD2BFEB}"/>
                    </a:ext>
                  </a:extLst>
                </p14:cNvPr>
                <p14:cNvContentPartPr/>
                <p14:nvPr/>
              </p14:nvContentPartPr>
              <p14:xfrm>
                <a:off x="2016814" y="1276357"/>
                <a:ext cx="49320" cy="1044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1B84AC82-47CA-4DB8-CB76-AC522AD2BFEB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998814" y="1258357"/>
                  <a:ext cx="8496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3E774CB5-88A6-CB79-2F93-9E1E0D91575C}"/>
                    </a:ext>
                  </a:extLst>
                </p14:cNvPr>
                <p14:cNvContentPartPr/>
                <p14:nvPr/>
              </p14:nvContentPartPr>
              <p14:xfrm>
                <a:off x="2000614" y="1116517"/>
                <a:ext cx="14040" cy="198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3E774CB5-88A6-CB79-2F93-9E1E0D91575C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982614" y="1098517"/>
                  <a:ext cx="4968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D84D21B4-54DE-0D49-1805-63764FBB4020}"/>
                    </a:ext>
                  </a:extLst>
                </p14:cNvPr>
                <p14:cNvContentPartPr/>
                <p14:nvPr/>
              </p14:nvContentPartPr>
              <p14:xfrm>
                <a:off x="3488134" y="767677"/>
                <a:ext cx="86400" cy="1882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D84D21B4-54DE-0D49-1805-63764FBB4020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3470209" y="749677"/>
                  <a:ext cx="121892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59E325D0-0E73-371F-FDE0-D566A03B1F10}"/>
                    </a:ext>
                  </a:extLst>
                </p14:cNvPr>
                <p14:cNvContentPartPr/>
                <p14:nvPr/>
              </p14:nvContentPartPr>
              <p14:xfrm>
                <a:off x="3491734" y="739597"/>
                <a:ext cx="162000" cy="13608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59E325D0-0E73-371F-FDE0-D566A03B1F10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3473734" y="721597"/>
                  <a:ext cx="19764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35E712D4-7A99-6E11-884A-8D8C336A15B4}"/>
                    </a:ext>
                  </a:extLst>
                </p14:cNvPr>
                <p14:cNvContentPartPr/>
                <p14:nvPr/>
              </p14:nvContentPartPr>
              <p14:xfrm>
                <a:off x="3774334" y="732397"/>
                <a:ext cx="100080" cy="2354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35E712D4-7A99-6E11-884A-8D8C336A15B4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3756399" y="714397"/>
                  <a:ext cx="135592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22837822-0C4E-36C5-0F04-E60058C8E10C}"/>
                    </a:ext>
                  </a:extLst>
                </p14:cNvPr>
                <p14:cNvContentPartPr/>
                <p14:nvPr/>
              </p14:nvContentPartPr>
              <p14:xfrm>
                <a:off x="3800974" y="766957"/>
                <a:ext cx="114480" cy="1537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22837822-0C4E-36C5-0F04-E60058C8E10C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3782917" y="748957"/>
                  <a:ext cx="150232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885774A2-A2BD-9C25-77A2-6EBD15BED074}"/>
                    </a:ext>
                  </a:extLst>
                </p14:cNvPr>
                <p14:cNvContentPartPr/>
                <p14:nvPr/>
              </p14:nvContentPartPr>
              <p14:xfrm>
                <a:off x="686614" y="1810237"/>
                <a:ext cx="194400" cy="2818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885774A2-A2BD-9C25-77A2-6EBD15BED074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68647" y="1792237"/>
                  <a:ext cx="229974" cy="31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812EF575-50EF-EBD9-E100-0ED7780A22F4}"/>
                    </a:ext>
                  </a:extLst>
                </p14:cNvPr>
                <p14:cNvContentPartPr/>
                <p14:nvPr/>
              </p14:nvContentPartPr>
              <p14:xfrm>
                <a:off x="1056334" y="2051077"/>
                <a:ext cx="56880" cy="1036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812EF575-50EF-EBD9-E100-0ED7780A22F4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038334" y="2033077"/>
                  <a:ext cx="9252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21FDF2DB-83C7-4939-3528-CAD427C20BB6}"/>
                    </a:ext>
                  </a:extLst>
                </p14:cNvPr>
                <p14:cNvContentPartPr/>
                <p14:nvPr/>
              </p14:nvContentPartPr>
              <p14:xfrm>
                <a:off x="1002334" y="1896277"/>
                <a:ext cx="39960" cy="450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21FDF2DB-83C7-4939-3528-CAD427C20BB6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84334" y="1878132"/>
                  <a:ext cx="75600" cy="8092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5683E24C-75DC-ADC4-F0EC-FD2A5BE96955}"/>
                    </a:ext>
                  </a:extLst>
                </p14:cNvPr>
                <p14:cNvContentPartPr/>
                <p14:nvPr/>
              </p14:nvContentPartPr>
              <p14:xfrm>
                <a:off x="1154614" y="1978357"/>
                <a:ext cx="124920" cy="10512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5683E24C-75DC-ADC4-F0EC-FD2A5BE96955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136614" y="1960418"/>
                  <a:ext cx="160560" cy="14063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4107A5C-D111-423C-2C4A-4B61B3EC5667}"/>
                    </a:ext>
                  </a:extLst>
                </p14:cNvPr>
                <p14:cNvContentPartPr/>
                <p14:nvPr/>
              </p14:nvContentPartPr>
              <p14:xfrm>
                <a:off x="4584694" y="2139637"/>
                <a:ext cx="232920" cy="2181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4107A5C-D111-423C-2C4A-4B61B3EC5667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4566694" y="2121637"/>
                  <a:ext cx="26856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67CA9DE1-DD20-7611-A6D8-79C2A0BC88AC}"/>
                    </a:ext>
                  </a:extLst>
                </p14:cNvPr>
                <p14:cNvContentPartPr/>
                <p14:nvPr/>
              </p14:nvContentPartPr>
              <p14:xfrm>
                <a:off x="4977814" y="2318197"/>
                <a:ext cx="108000" cy="1065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67CA9DE1-DD20-7611-A6D8-79C2A0BC88AC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4959814" y="2300197"/>
                  <a:ext cx="14364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5C9B5CEF-B07F-4283-2A27-11B6DD72F45F}"/>
                    </a:ext>
                  </a:extLst>
                </p14:cNvPr>
                <p14:cNvContentPartPr/>
                <p14:nvPr/>
              </p14:nvContentPartPr>
              <p14:xfrm>
                <a:off x="5172574" y="2236837"/>
                <a:ext cx="181440" cy="1242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5C9B5CEF-B07F-4283-2A27-11B6DD72F45F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5154574" y="2218837"/>
                  <a:ext cx="21708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1719B2F3-038D-8FEF-D118-063DD0A670F3}"/>
                    </a:ext>
                  </a:extLst>
                </p14:cNvPr>
                <p14:cNvContentPartPr/>
                <p14:nvPr/>
              </p14:nvContentPartPr>
              <p14:xfrm>
                <a:off x="5360134" y="2100757"/>
                <a:ext cx="91800" cy="19008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1719B2F3-038D-8FEF-D118-063DD0A670F3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5342134" y="2082757"/>
                  <a:ext cx="12744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E18FF09E-C822-3CB2-3FF5-095A0667E10B}"/>
                    </a:ext>
                  </a:extLst>
                </p14:cNvPr>
                <p14:cNvContentPartPr/>
                <p14:nvPr/>
              </p14:nvContentPartPr>
              <p14:xfrm>
                <a:off x="5388934" y="2067277"/>
                <a:ext cx="109800" cy="1134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E18FF09E-C822-3CB2-3FF5-095A0667E10B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5370993" y="2049334"/>
                  <a:ext cx="145324" cy="148927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0C7B139-B673-41FC-9B84-3426FA4C9440}"/>
              </a:ext>
            </a:extLst>
          </p:cNvPr>
          <p:cNvGrpSpPr/>
          <p:nvPr/>
        </p:nvGrpSpPr>
        <p:grpSpPr>
          <a:xfrm>
            <a:off x="2128774" y="3922702"/>
            <a:ext cx="475920" cy="443520"/>
            <a:chOff x="1873174" y="2205877"/>
            <a:chExt cx="475920" cy="443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04217BA6-1AC7-3F3E-EE0B-F0DA3EB42488}"/>
                    </a:ext>
                  </a:extLst>
                </p14:cNvPr>
                <p14:cNvContentPartPr/>
                <p14:nvPr/>
              </p14:nvContentPartPr>
              <p14:xfrm>
                <a:off x="1873174" y="2401357"/>
                <a:ext cx="203040" cy="2480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04217BA6-1AC7-3F3E-EE0B-F0DA3EB4248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855174" y="2383357"/>
                  <a:ext cx="238680" cy="28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25D75B09-16CC-CF1C-3C17-5AC2710FF4D9}"/>
                    </a:ext>
                  </a:extLst>
                </p14:cNvPr>
                <p14:cNvContentPartPr/>
                <p14:nvPr/>
              </p14:nvContentPartPr>
              <p14:xfrm>
                <a:off x="2078374" y="2382997"/>
                <a:ext cx="61200" cy="1828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25D75B09-16CC-CF1C-3C17-5AC2710FF4D9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2060479" y="2364997"/>
                  <a:ext cx="96632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FEE66503-03B1-0A16-311F-06DAF2C43B59}"/>
                    </a:ext>
                  </a:extLst>
                </p14:cNvPr>
                <p14:cNvContentPartPr/>
                <p14:nvPr/>
              </p14:nvContentPartPr>
              <p14:xfrm>
                <a:off x="2097814" y="2299837"/>
                <a:ext cx="122400" cy="1587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FEE66503-03B1-0A16-311F-06DAF2C43B59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2079867" y="2281837"/>
                  <a:ext cx="157935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577C7016-F21F-CDA9-B830-03B40C3BE51C}"/>
                    </a:ext>
                  </a:extLst>
                </p14:cNvPr>
                <p14:cNvContentPartPr/>
                <p14:nvPr/>
              </p14:nvContentPartPr>
              <p14:xfrm>
                <a:off x="2250454" y="2233237"/>
                <a:ext cx="79560" cy="14508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577C7016-F21F-CDA9-B830-03B40C3BE51C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2232454" y="2215192"/>
                  <a:ext cx="115200" cy="18080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B366D6A5-3A38-09C1-5556-C4DE718D78E4}"/>
                    </a:ext>
                  </a:extLst>
                </p14:cNvPr>
                <p14:cNvContentPartPr/>
                <p14:nvPr/>
              </p14:nvContentPartPr>
              <p14:xfrm>
                <a:off x="2251894" y="2205877"/>
                <a:ext cx="97200" cy="2149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B366D6A5-3A38-09C1-5556-C4DE718D78E4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2233894" y="2187877"/>
                  <a:ext cx="132840" cy="250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A7EB9EF2-C697-07CE-B41E-430E321CDBBB}"/>
              </a:ext>
            </a:extLst>
          </p:cNvPr>
          <p:cNvGrpSpPr/>
          <p:nvPr/>
        </p:nvGrpSpPr>
        <p:grpSpPr>
          <a:xfrm>
            <a:off x="1340734" y="2521582"/>
            <a:ext cx="1239480" cy="415080"/>
            <a:chOff x="1085134" y="804757"/>
            <a:chExt cx="1239480" cy="415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EA8883A0-87C6-53AC-D1DB-C91A53B7139F}"/>
                    </a:ext>
                  </a:extLst>
                </p14:cNvPr>
                <p14:cNvContentPartPr/>
                <p14:nvPr/>
              </p14:nvContentPartPr>
              <p14:xfrm>
                <a:off x="1211134" y="933997"/>
                <a:ext cx="41040" cy="2185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EA8883A0-87C6-53AC-D1DB-C91A53B7139F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193134" y="915997"/>
                  <a:ext cx="7668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69B342C8-A8A6-895B-A4E1-CDBBD3A39216}"/>
                    </a:ext>
                  </a:extLst>
                </p14:cNvPr>
                <p14:cNvContentPartPr/>
                <p14:nvPr/>
              </p14:nvContentPartPr>
              <p14:xfrm>
                <a:off x="1085134" y="804757"/>
                <a:ext cx="320400" cy="4150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69B342C8-A8A6-895B-A4E1-CDBBD3A39216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067154" y="786757"/>
                  <a:ext cx="356000" cy="45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F48DEE40-5F5D-AE76-9EC0-02B42FAD98FC}"/>
                    </a:ext>
                  </a:extLst>
                </p14:cNvPr>
                <p14:cNvContentPartPr/>
                <p14:nvPr/>
              </p14:nvContentPartPr>
              <p14:xfrm>
                <a:off x="1467814" y="917437"/>
                <a:ext cx="822240" cy="651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F48DEE40-5F5D-AE76-9EC0-02B42FAD98FC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449806" y="899437"/>
                  <a:ext cx="857896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CF6E9FC7-50B8-11C0-6AEE-8F453E70E7C0}"/>
                    </a:ext>
                  </a:extLst>
                </p14:cNvPr>
                <p14:cNvContentPartPr/>
                <p14:nvPr/>
              </p14:nvContentPartPr>
              <p14:xfrm>
                <a:off x="2185654" y="817357"/>
                <a:ext cx="138960" cy="1728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CF6E9FC7-50B8-11C0-6AEE-8F453E70E7C0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167607" y="799357"/>
                  <a:ext cx="174693" cy="208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3AFCE12B-BD99-7051-DBEF-DC959C83C268}"/>
              </a:ext>
            </a:extLst>
          </p:cNvPr>
          <p:cNvGrpSpPr/>
          <p:nvPr/>
        </p:nvGrpSpPr>
        <p:grpSpPr>
          <a:xfrm>
            <a:off x="6325654" y="1071877"/>
            <a:ext cx="2105280" cy="994680"/>
            <a:chOff x="6325654" y="1071877"/>
            <a:chExt cx="2105280" cy="994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CEEBA057-A8D3-D3CE-5560-3930E30FDD5A}"/>
                    </a:ext>
                  </a:extLst>
                </p14:cNvPr>
                <p14:cNvContentPartPr/>
                <p14:nvPr/>
              </p14:nvContentPartPr>
              <p14:xfrm>
                <a:off x="6560374" y="1238557"/>
                <a:ext cx="15120" cy="24804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CEEBA057-A8D3-D3CE-5560-3930E30FDD5A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6542374" y="1220557"/>
                  <a:ext cx="50760" cy="28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5768794D-44E9-1FF0-B981-2A68367DB607}"/>
                    </a:ext>
                  </a:extLst>
                </p14:cNvPr>
                <p14:cNvContentPartPr/>
                <p14:nvPr/>
              </p14:nvContentPartPr>
              <p14:xfrm>
                <a:off x="6325654" y="1071877"/>
                <a:ext cx="466920" cy="58248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5768794D-44E9-1FF0-B981-2A68367DB607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6307640" y="1053877"/>
                  <a:ext cx="502588" cy="61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F45F1313-CEF5-FC8C-EAE6-6554CFD7BBBD}"/>
                    </a:ext>
                  </a:extLst>
                </p14:cNvPr>
                <p14:cNvContentPartPr/>
                <p14:nvPr/>
              </p14:nvContentPartPr>
              <p14:xfrm>
                <a:off x="7111174" y="1518997"/>
                <a:ext cx="129600" cy="22176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F45F1313-CEF5-FC8C-EAE6-6554CFD7BBBD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7093124" y="1500997"/>
                  <a:ext cx="165339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91FF5123-3B35-74B7-023D-B4EF70A33704}"/>
                    </a:ext>
                  </a:extLst>
                </p14:cNvPr>
                <p14:cNvContentPartPr/>
                <p14:nvPr/>
              </p14:nvContentPartPr>
              <p14:xfrm>
                <a:off x="7313854" y="1689277"/>
                <a:ext cx="50760" cy="14544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91FF5123-3B35-74B7-023D-B4EF70A33704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295854" y="1671277"/>
                  <a:ext cx="8640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9A506F42-F463-DAAE-C43B-D064E523BEB4}"/>
                    </a:ext>
                  </a:extLst>
                </p14:cNvPr>
                <p14:cNvContentPartPr/>
                <p14:nvPr/>
              </p14:nvContentPartPr>
              <p14:xfrm>
                <a:off x="7322134" y="1555717"/>
                <a:ext cx="10440" cy="7848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9A506F42-F463-DAAE-C43B-D064E523BEB4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304134" y="1537717"/>
                  <a:ext cx="4608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13B261BB-B653-1674-E1FB-A9192CE083D0}"/>
                    </a:ext>
                  </a:extLst>
                </p14:cNvPr>
                <p14:cNvContentPartPr/>
                <p14:nvPr/>
              </p14:nvContentPartPr>
              <p14:xfrm>
                <a:off x="7463974" y="1627717"/>
                <a:ext cx="308520" cy="1256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13B261BB-B653-1674-E1FB-A9192CE083D0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7445974" y="1609717"/>
                  <a:ext cx="34416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71236262-41D0-A3F0-DB45-798C7FA79FD0}"/>
                    </a:ext>
                  </a:extLst>
                </p14:cNvPr>
                <p14:cNvContentPartPr/>
                <p14:nvPr/>
              </p14:nvContentPartPr>
              <p14:xfrm>
                <a:off x="8014414" y="1469677"/>
                <a:ext cx="155880" cy="21600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71236262-41D0-A3F0-DB45-798C7FA79FD0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7996414" y="1451647"/>
                  <a:ext cx="191520" cy="25169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575F7C6A-B877-7EC4-5A26-BA472106BA34}"/>
                    </a:ext>
                  </a:extLst>
                </p14:cNvPr>
                <p14:cNvContentPartPr/>
                <p14:nvPr/>
              </p14:nvContentPartPr>
              <p14:xfrm>
                <a:off x="6810934" y="1948477"/>
                <a:ext cx="1620000" cy="11808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575F7C6A-B877-7EC4-5A26-BA472106BA34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6792934" y="1930477"/>
                  <a:ext cx="1655640" cy="153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6E0FE2E8-47B7-C111-6310-2400DA7889A7}"/>
              </a:ext>
            </a:extLst>
          </p:cNvPr>
          <p:cNvGrpSpPr/>
          <p:nvPr/>
        </p:nvGrpSpPr>
        <p:grpSpPr>
          <a:xfrm>
            <a:off x="7472614" y="2243317"/>
            <a:ext cx="262080" cy="353520"/>
            <a:chOff x="7472614" y="2243317"/>
            <a:chExt cx="262080" cy="353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DFA33E96-AD08-A489-7DE5-DDE055B55517}"/>
                    </a:ext>
                  </a:extLst>
                </p14:cNvPr>
                <p14:cNvContentPartPr/>
                <p14:nvPr/>
              </p14:nvContentPartPr>
              <p14:xfrm>
                <a:off x="7472614" y="2298757"/>
                <a:ext cx="44640" cy="29808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DFA33E96-AD08-A489-7DE5-DDE055B55517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7454614" y="2280779"/>
                  <a:ext cx="80280" cy="33367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071AC3D3-598E-644F-D9B9-CA8AACE349C0}"/>
                    </a:ext>
                  </a:extLst>
                </p14:cNvPr>
                <p14:cNvContentPartPr/>
                <p14:nvPr/>
              </p14:nvContentPartPr>
              <p14:xfrm>
                <a:off x="7481614" y="2243317"/>
                <a:ext cx="253080" cy="20268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071AC3D3-598E-644F-D9B9-CA8AACE349C0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463614" y="2225317"/>
                  <a:ext cx="288720" cy="23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81957DF5-F7B0-0B7A-455B-C7608A3583F1}"/>
              </a:ext>
            </a:extLst>
          </p:cNvPr>
          <p:cNvGrpSpPr/>
          <p:nvPr/>
        </p:nvGrpSpPr>
        <p:grpSpPr>
          <a:xfrm>
            <a:off x="7883374" y="2225317"/>
            <a:ext cx="46800" cy="271800"/>
            <a:chOff x="7883374" y="2225317"/>
            <a:chExt cx="46800" cy="271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C2668027-644C-228E-88AF-CFDD4DAB2DCC}"/>
                    </a:ext>
                  </a:extLst>
                </p14:cNvPr>
                <p14:cNvContentPartPr/>
                <p14:nvPr/>
              </p14:nvContentPartPr>
              <p14:xfrm>
                <a:off x="7898494" y="2333317"/>
                <a:ext cx="31680" cy="16380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C2668027-644C-228E-88AF-CFDD4DAB2DCC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7880494" y="2315317"/>
                  <a:ext cx="6732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75D4EFCA-B796-9097-06EF-E9E5CD583693}"/>
                    </a:ext>
                  </a:extLst>
                </p14:cNvPr>
                <p14:cNvContentPartPr/>
                <p14:nvPr/>
              </p14:nvContentPartPr>
              <p14:xfrm>
                <a:off x="7883374" y="2225317"/>
                <a:ext cx="10080" cy="172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75D4EFCA-B796-9097-06EF-E9E5CD58369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7865374" y="2207317"/>
                  <a:ext cx="45720" cy="52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232DDA72-F002-FECF-43C2-E57EBA0711F1}"/>
              </a:ext>
            </a:extLst>
          </p:cNvPr>
          <p:cNvGrpSpPr/>
          <p:nvPr/>
        </p:nvGrpSpPr>
        <p:grpSpPr>
          <a:xfrm>
            <a:off x="8686534" y="1845517"/>
            <a:ext cx="126720" cy="93600"/>
            <a:chOff x="8686534" y="1845517"/>
            <a:chExt cx="126720" cy="93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AA8432DD-563C-29AA-48A2-1E0E8EA8FFDA}"/>
                    </a:ext>
                  </a:extLst>
                </p14:cNvPr>
                <p14:cNvContentPartPr/>
                <p14:nvPr/>
              </p14:nvContentPartPr>
              <p14:xfrm>
                <a:off x="8686534" y="1845517"/>
                <a:ext cx="59040" cy="2592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AA8432DD-563C-29AA-48A2-1E0E8EA8FFDA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8668534" y="1827517"/>
                  <a:ext cx="9468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C3ED97FE-DF73-D868-6064-A519C485CAC0}"/>
                    </a:ext>
                  </a:extLst>
                </p14:cNvPr>
                <p14:cNvContentPartPr/>
                <p14:nvPr/>
              </p14:nvContentPartPr>
              <p14:xfrm>
                <a:off x="8732254" y="1892317"/>
                <a:ext cx="81000" cy="4680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C3ED97FE-DF73-D868-6064-A519C485CAC0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8714174" y="1874317"/>
                  <a:ext cx="116799" cy="82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F4A4ABEE-90DF-16FE-9CA2-30C677AB1252}"/>
              </a:ext>
            </a:extLst>
          </p:cNvPr>
          <p:cNvGrpSpPr/>
          <p:nvPr/>
        </p:nvGrpSpPr>
        <p:grpSpPr>
          <a:xfrm>
            <a:off x="9064534" y="1469317"/>
            <a:ext cx="398880" cy="195480"/>
            <a:chOff x="9064534" y="1469317"/>
            <a:chExt cx="398880" cy="195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79BFB757-17CA-8328-B956-39D6469FC0C0}"/>
                    </a:ext>
                  </a:extLst>
                </p14:cNvPr>
                <p14:cNvContentPartPr/>
                <p14:nvPr/>
              </p14:nvContentPartPr>
              <p14:xfrm>
                <a:off x="9064534" y="1469317"/>
                <a:ext cx="134640" cy="19548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79BFB757-17CA-8328-B956-39D6469FC0C0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9046534" y="1451284"/>
                  <a:ext cx="170280" cy="23118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2C9902E2-8FBB-7EAC-6384-A7F633699B25}"/>
                    </a:ext>
                  </a:extLst>
                </p14:cNvPr>
                <p14:cNvContentPartPr/>
                <p14:nvPr/>
              </p14:nvContentPartPr>
              <p14:xfrm>
                <a:off x="9365134" y="1517197"/>
                <a:ext cx="98280" cy="1728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2C9902E2-8FBB-7EAC-6384-A7F633699B2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9347200" y="1499564"/>
                  <a:ext cx="133790" cy="52193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5EF5EBDD-80DE-B21D-4217-D3C2616B682F}"/>
              </a:ext>
            </a:extLst>
          </p:cNvPr>
          <p:cNvGrpSpPr/>
          <p:nvPr/>
        </p:nvGrpSpPr>
        <p:grpSpPr>
          <a:xfrm>
            <a:off x="9719734" y="1286077"/>
            <a:ext cx="783720" cy="340560"/>
            <a:chOff x="9719734" y="1286077"/>
            <a:chExt cx="783720" cy="340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48835632-11A0-5F1B-95F4-52CB6BB7FE52}"/>
                    </a:ext>
                  </a:extLst>
                </p14:cNvPr>
                <p14:cNvContentPartPr/>
                <p14:nvPr/>
              </p14:nvContentPartPr>
              <p14:xfrm>
                <a:off x="9719734" y="1286077"/>
                <a:ext cx="163080" cy="29088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48835632-11A0-5F1B-95F4-52CB6BB7FE5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9701734" y="1268077"/>
                  <a:ext cx="198720" cy="32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207FDF56-1453-017A-E631-EEFDB3CAED78}"/>
                    </a:ext>
                  </a:extLst>
                </p14:cNvPr>
                <p14:cNvContentPartPr/>
                <p14:nvPr/>
              </p14:nvContentPartPr>
              <p14:xfrm>
                <a:off x="10051654" y="1489477"/>
                <a:ext cx="84600" cy="1371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207FDF56-1453-017A-E631-EEFDB3CAED78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0033654" y="1471477"/>
                  <a:ext cx="12024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7B0BD2A3-4515-FCA1-63D2-6B6DBCCEAC05}"/>
                    </a:ext>
                  </a:extLst>
                </p14:cNvPr>
                <p14:cNvContentPartPr/>
                <p14:nvPr/>
              </p14:nvContentPartPr>
              <p14:xfrm>
                <a:off x="10224094" y="1493077"/>
                <a:ext cx="94680" cy="9072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7B0BD2A3-4515-FCA1-63D2-6B6DBCCEAC05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0206094" y="1475077"/>
                  <a:ext cx="13032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97308473-D0AF-9579-64B6-3671AFD9C94C}"/>
                    </a:ext>
                  </a:extLst>
                </p14:cNvPr>
                <p14:cNvContentPartPr/>
                <p14:nvPr/>
              </p14:nvContentPartPr>
              <p14:xfrm>
                <a:off x="10377814" y="1338277"/>
                <a:ext cx="80280" cy="2653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97308473-D0AF-9579-64B6-3671AFD9C94C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0359814" y="1320277"/>
                  <a:ext cx="115920" cy="30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BA10C11A-5CBF-36A5-B3E2-FE0CC6C0B50C}"/>
                    </a:ext>
                  </a:extLst>
                </p14:cNvPr>
                <p14:cNvContentPartPr/>
                <p14:nvPr/>
              </p14:nvContentPartPr>
              <p14:xfrm>
                <a:off x="10382854" y="1398037"/>
                <a:ext cx="120600" cy="8532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BA10C11A-5CBF-36A5-B3E2-FE0CC6C0B50C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0364908" y="1380037"/>
                  <a:ext cx="156134" cy="120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42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3FF9DC3D-2707-6D10-66A0-D0146D517164}"/>
                  </a:ext>
                </a:extLst>
              </p14:cNvPr>
              <p14:cNvContentPartPr/>
              <p14:nvPr/>
            </p14:nvContentPartPr>
            <p14:xfrm>
              <a:off x="9229054" y="1799437"/>
              <a:ext cx="1575000" cy="5472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3FF9DC3D-2707-6D10-66A0-D0146D517164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9211050" y="1781437"/>
                <a:ext cx="1610648" cy="90360"/>
              </a:xfrm>
              <a:prstGeom prst="rect">
                <a:avLst/>
              </a:prstGeom>
            </p:spPr>
          </p:pic>
        </mc:Fallback>
      </mc:AlternateContent>
      <p:grpSp>
        <p:nvGrpSpPr>
          <p:cNvPr id="97" name="Group 96">
            <a:extLst>
              <a:ext uri="{FF2B5EF4-FFF2-40B4-BE49-F238E27FC236}">
                <a16:creationId xmlns:a16="http://schemas.microsoft.com/office/drawing/2014/main" id="{967D2DAB-1E45-98BD-3CC1-0708A73395FD}"/>
              </a:ext>
            </a:extLst>
          </p:cNvPr>
          <p:cNvGrpSpPr/>
          <p:nvPr/>
        </p:nvGrpSpPr>
        <p:grpSpPr>
          <a:xfrm>
            <a:off x="9515254" y="2069077"/>
            <a:ext cx="400680" cy="332280"/>
            <a:chOff x="9515254" y="2069077"/>
            <a:chExt cx="400680" cy="332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16A305EB-1CA0-6C8B-4D74-5DBA32442D2B}"/>
                    </a:ext>
                  </a:extLst>
                </p14:cNvPr>
                <p14:cNvContentPartPr/>
                <p14:nvPr/>
              </p14:nvContentPartPr>
              <p14:xfrm>
                <a:off x="9542974" y="2075557"/>
                <a:ext cx="24840" cy="30528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16A305EB-1CA0-6C8B-4D74-5DBA32442D2B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9524974" y="2057557"/>
                  <a:ext cx="60480" cy="34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B5846128-D723-C6D8-3085-94D14B788CE4}"/>
                    </a:ext>
                  </a:extLst>
                </p14:cNvPr>
                <p14:cNvContentPartPr/>
                <p14:nvPr/>
              </p14:nvContentPartPr>
              <p14:xfrm>
                <a:off x="9515254" y="2069077"/>
                <a:ext cx="204120" cy="15444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B5846128-D723-C6D8-3085-94D14B788CE4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9497254" y="2051119"/>
                  <a:ext cx="239760" cy="18999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82ADFA9E-053B-A261-3B95-5E37F8158A66}"/>
                    </a:ext>
                  </a:extLst>
                </p14:cNvPr>
                <p14:cNvContentPartPr/>
                <p14:nvPr/>
              </p14:nvContentPartPr>
              <p14:xfrm>
                <a:off x="9843934" y="2109397"/>
                <a:ext cx="61200" cy="2919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82ADFA9E-053B-A261-3B95-5E37F8158A66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9825934" y="2091397"/>
                  <a:ext cx="96840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998C5FDB-B9CE-D850-1A5A-A5D60AD47D59}"/>
                    </a:ext>
                  </a:extLst>
                </p14:cNvPr>
                <p14:cNvContentPartPr/>
                <p14:nvPr/>
              </p14:nvContentPartPr>
              <p14:xfrm>
                <a:off x="9809734" y="2222437"/>
                <a:ext cx="106200" cy="10728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998C5FDB-B9CE-D850-1A5A-A5D60AD47D59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9791734" y="2204437"/>
                  <a:ext cx="141840" cy="142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6795E32D-EA86-546B-0D94-A8DDD57113CD}"/>
              </a:ext>
            </a:extLst>
          </p:cNvPr>
          <p:cNvGrpSpPr/>
          <p:nvPr/>
        </p:nvGrpSpPr>
        <p:grpSpPr>
          <a:xfrm>
            <a:off x="2858854" y="2288302"/>
            <a:ext cx="1215000" cy="396720"/>
            <a:chOff x="2603254" y="571477"/>
            <a:chExt cx="1215000" cy="396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E651FA24-AD79-7EBC-C38C-0C019D3A29F7}"/>
                    </a:ext>
                  </a:extLst>
                </p14:cNvPr>
                <p14:cNvContentPartPr/>
                <p14:nvPr/>
              </p14:nvContentPartPr>
              <p14:xfrm>
                <a:off x="2956774" y="727717"/>
                <a:ext cx="861480" cy="1296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E651FA24-AD79-7EBC-C38C-0C019D3A29F7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2938774" y="709717"/>
                  <a:ext cx="89712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8286BA72-3E9A-E2F5-49A6-1361CD6BFB7A}"/>
                    </a:ext>
                  </a:extLst>
                </p14:cNvPr>
                <p14:cNvContentPartPr/>
                <p14:nvPr/>
              </p14:nvContentPartPr>
              <p14:xfrm>
                <a:off x="3677854" y="628717"/>
                <a:ext cx="103680" cy="14400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8286BA72-3E9A-E2F5-49A6-1361CD6BFB7A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3659854" y="610717"/>
                  <a:ext cx="13932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5A4B5DC0-BEE4-8568-41DD-76C9D471F037}"/>
                    </a:ext>
                  </a:extLst>
                </p14:cNvPr>
                <p14:cNvContentPartPr/>
                <p14:nvPr/>
              </p14:nvContentPartPr>
              <p14:xfrm>
                <a:off x="2701534" y="652837"/>
                <a:ext cx="180360" cy="1537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5A4B5DC0-BEE4-8568-41DD-76C9D471F037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2683534" y="634795"/>
                  <a:ext cx="216000" cy="18944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45F84ACF-C814-848D-DB0C-E33B6558E303}"/>
                    </a:ext>
                  </a:extLst>
                </p14:cNvPr>
                <p14:cNvContentPartPr/>
                <p14:nvPr/>
              </p14:nvContentPartPr>
              <p14:xfrm>
                <a:off x="2603254" y="571477"/>
                <a:ext cx="333360" cy="39672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45F84ACF-C814-848D-DB0C-E33B6558E303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2585254" y="553477"/>
                  <a:ext cx="369000" cy="432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D1D9B603-D46A-3009-9CE0-09AB6CCC9D32}"/>
              </a:ext>
            </a:extLst>
          </p:cNvPr>
          <p:cNvGrpSpPr/>
          <p:nvPr/>
        </p:nvGrpSpPr>
        <p:grpSpPr>
          <a:xfrm>
            <a:off x="8772574" y="869197"/>
            <a:ext cx="401400" cy="452520"/>
            <a:chOff x="8772574" y="869197"/>
            <a:chExt cx="401400" cy="452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12EC458B-80F7-6802-8F3F-9FF56ACA6549}"/>
                    </a:ext>
                  </a:extLst>
                </p14:cNvPr>
                <p14:cNvContentPartPr/>
                <p14:nvPr/>
              </p14:nvContentPartPr>
              <p14:xfrm>
                <a:off x="8866174" y="1053877"/>
                <a:ext cx="177840" cy="20340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12EC458B-80F7-6802-8F3F-9FF56ACA6549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8848137" y="1035877"/>
                  <a:ext cx="213552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815B54BE-EE1E-C2B3-246D-11BC96E879A5}"/>
                    </a:ext>
                  </a:extLst>
                </p14:cNvPr>
                <p14:cNvContentPartPr/>
                <p14:nvPr/>
              </p14:nvContentPartPr>
              <p14:xfrm>
                <a:off x="8772574" y="869197"/>
                <a:ext cx="401400" cy="4525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815B54BE-EE1E-C2B3-246D-11BC96E879A5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8754558" y="851197"/>
                  <a:ext cx="437072" cy="488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666497CC-5FDC-B4FD-68A5-3B3CD77251EB}"/>
              </a:ext>
            </a:extLst>
          </p:cNvPr>
          <p:cNvGrpSpPr/>
          <p:nvPr/>
        </p:nvGrpSpPr>
        <p:grpSpPr>
          <a:xfrm>
            <a:off x="7259134" y="3209917"/>
            <a:ext cx="1240920" cy="545040"/>
            <a:chOff x="7259134" y="3209917"/>
            <a:chExt cx="1240920" cy="545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DC5B0BD3-5B7D-D62E-21AB-01EF15A6A7C1}"/>
                    </a:ext>
                  </a:extLst>
                </p14:cNvPr>
                <p14:cNvContentPartPr/>
                <p14:nvPr/>
              </p14:nvContentPartPr>
              <p14:xfrm>
                <a:off x="7329334" y="3209917"/>
                <a:ext cx="179280" cy="2703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DC5B0BD3-5B7D-D62E-21AB-01EF15A6A7C1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7311334" y="3191917"/>
                  <a:ext cx="21492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05FFF57E-92BD-380C-7BA8-F0D553D47BC3}"/>
                    </a:ext>
                  </a:extLst>
                </p14:cNvPr>
                <p14:cNvContentPartPr/>
                <p14:nvPr/>
              </p14:nvContentPartPr>
              <p14:xfrm>
                <a:off x="7638934" y="3408637"/>
                <a:ext cx="34200" cy="15480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05FFF57E-92BD-380C-7BA8-F0D553D47BC3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7620934" y="3390637"/>
                  <a:ext cx="6984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98E593F5-E0C1-890C-5DD6-D0D2DD4BE9E8}"/>
                    </a:ext>
                  </a:extLst>
                </p14:cNvPr>
                <p14:cNvContentPartPr/>
                <p14:nvPr/>
              </p14:nvContentPartPr>
              <p14:xfrm>
                <a:off x="7639654" y="3222517"/>
                <a:ext cx="20520" cy="5004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98E593F5-E0C1-890C-5DD6-D0D2DD4BE9E8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7621654" y="3204517"/>
                  <a:ext cx="5616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B8ED35B7-CA7E-6765-D7D6-266CC14ACFDA}"/>
                    </a:ext>
                  </a:extLst>
                </p14:cNvPr>
                <p14:cNvContentPartPr/>
                <p14:nvPr/>
              </p14:nvContentPartPr>
              <p14:xfrm>
                <a:off x="7827934" y="3358237"/>
                <a:ext cx="163440" cy="11412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B8ED35B7-CA7E-6765-D7D6-266CC14ACFDA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809934" y="3340237"/>
                  <a:ext cx="19908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D00E3DDF-ED78-66E7-6E20-C9AAADBF198F}"/>
                    </a:ext>
                  </a:extLst>
                </p14:cNvPr>
                <p14:cNvContentPartPr/>
                <p14:nvPr/>
              </p14:nvContentPartPr>
              <p14:xfrm>
                <a:off x="7259134" y="3643717"/>
                <a:ext cx="1240920" cy="11124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D00E3DDF-ED78-66E7-6E20-C9AAADBF198F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241134" y="3625717"/>
                  <a:ext cx="1276560" cy="146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1F401B02-53AC-546E-C2C3-D5AD5F522CEB}"/>
              </a:ext>
            </a:extLst>
          </p:cNvPr>
          <p:cNvGrpSpPr/>
          <p:nvPr/>
        </p:nvGrpSpPr>
        <p:grpSpPr>
          <a:xfrm>
            <a:off x="7654774" y="3988237"/>
            <a:ext cx="368640" cy="360720"/>
            <a:chOff x="7654774" y="3988237"/>
            <a:chExt cx="368640" cy="360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F935C959-E2B8-8533-BD66-6820B6291A0F}"/>
                    </a:ext>
                  </a:extLst>
                </p14:cNvPr>
                <p14:cNvContentPartPr/>
                <p14:nvPr/>
              </p14:nvContentPartPr>
              <p14:xfrm>
                <a:off x="7677454" y="4022437"/>
                <a:ext cx="54360" cy="32652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F935C959-E2B8-8533-BD66-6820B6291A0F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7659454" y="4004437"/>
                  <a:ext cx="90000" cy="36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45A0F059-1760-5DDC-BD2A-8D203279ED41}"/>
                    </a:ext>
                  </a:extLst>
                </p14:cNvPr>
                <p14:cNvContentPartPr/>
                <p14:nvPr/>
              </p14:nvContentPartPr>
              <p14:xfrm>
                <a:off x="7654774" y="4005877"/>
                <a:ext cx="223560" cy="18972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45A0F059-1760-5DDC-BD2A-8D203279ED41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7636774" y="3987877"/>
                  <a:ext cx="25920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96D771F9-2A63-CF80-D36A-0F9827986E4D}"/>
                    </a:ext>
                  </a:extLst>
                </p14:cNvPr>
                <p14:cNvContentPartPr/>
                <p14:nvPr/>
              </p14:nvContentPartPr>
              <p14:xfrm>
                <a:off x="7980934" y="4081477"/>
                <a:ext cx="42480" cy="16668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96D771F9-2A63-CF80-D36A-0F9827986E4D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962780" y="4063477"/>
                  <a:ext cx="78425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45CFF7C9-D589-D1C4-AD3D-6BE2C5776795}"/>
                    </a:ext>
                  </a:extLst>
                </p14:cNvPr>
                <p14:cNvContentPartPr/>
                <p14:nvPr/>
              </p14:nvContentPartPr>
              <p14:xfrm>
                <a:off x="7969414" y="3988237"/>
                <a:ext cx="20160" cy="7668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45CFF7C9-D589-D1C4-AD3D-6BE2C5776795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951414" y="3970237"/>
                  <a:ext cx="55800" cy="112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D9A1AD8F-CB31-9919-1F32-D80C0C25F926}"/>
              </a:ext>
            </a:extLst>
          </p:cNvPr>
          <p:cNvGrpSpPr/>
          <p:nvPr/>
        </p:nvGrpSpPr>
        <p:grpSpPr>
          <a:xfrm>
            <a:off x="8848534" y="3450037"/>
            <a:ext cx="128160" cy="123480"/>
            <a:chOff x="8848534" y="3450037"/>
            <a:chExt cx="128160" cy="123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003D7468-166C-86F4-8BA7-DF0F8F157880}"/>
                    </a:ext>
                  </a:extLst>
                </p14:cNvPr>
                <p14:cNvContentPartPr/>
                <p14:nvPr/>
              </p14:nvContentPartPr>
              <p14:xfrm>
                <a:off x="8848534" y="3450037"/>
                <a:ext cx="77040" cy="2736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003D7468-166C-86F4-8BA7-DF0F8F157880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8830534" y="3432037"/>
                  <a:ext cx="1126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02458BF0-872D-3EDA-D392-D919BE1DCCFA}"/>
                    </a:ext>
                  </a:extLst>
                </p14:cNvPr>
                <p14:cNvContentPartPr/>
                <p14:nvPr/>
              </p14:nvContentPartPr>
              <p14:xfrm>
                <a:off x="8920894" y="3518437"/>
                <a:ext cx="55800" cy="5508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02458BF0-872D-3EDA-D392-D919BE1DCCFA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8902894" y="3500437"/>
                  <a:ext cx="91440" cy="90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37E0F025-7D40-7772-64D1-5C802DA7BAC6}"/>
              </a:ext>
            </a:extLst>
          </p:cNvPr>
          <p:cNvGrpSpPr/>
          <p:nvPr/>
        </p:nvGrpSpPr>
        <p:grpSpPr>
          <a:xfrm>
            <a:off x="9270814" y="2949637"/>
            <a:ext cx="1592280" cy="570600"/>
            <a:chOff x="9270814" y="2949637"/>
            <a:chExt cx="1592280" cy="570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6A949BFE-838C-D44E-EFBA-A2A5A958393C}"/>
                    </a:ext>
                  </a:extLst>
                </p14:cNvPr>
                <p14:cNvContentPartPr/>
                <p14:nvPr/>
              </p14:nvContentPartPr>
              <p14:xfrm>
                <a:off x="9270814" y="3264997"/>
                <a:ext cx="155880" cy="1116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6A949BFE-838C-D44E-EFBA-A2A5A958393C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9252814" y="3246997"/>
                  <a:ext cx="19152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08B76A81-6A37-FF51-765D-3C8757EF7AAE}"/>
                    </a:ext>
                  </a:extLst>
                </p14:cNvPr>
                <p14:cNvContentPartPr/>
                <p14:nvPr/>
              </p14:nvContentPartPr>
              <p14:xfrm>
                <a:off x="9544054" y="2953957"/>
                <a:ext cx="230040" cy="30924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08B76A81-6A37-FF51-765D-3C8757EF7AAE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9526026" y="2935957"/>
                  <a:ext cx="265736" cy="34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093D6145-05EF-1792-A5B9-4DBEBFEAE3AF}"/>
                    </a:ext>
                  </a:extLst>
                </p14:cNvPr>
                <p14:cNvContentPartPr/>
                <p14:nvPr/>
              </p14:nvContentPartPr>
              <p14:xfrm>
                <a:off x="9924214" y="3126757"/>
                <a:ext cx="125280" cy="17388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093D6145-05EF-1792-A5B9-4DBEBFEAE3AF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9906266" y="3108757"/>
                  <a:ext cx="160818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C0BBEF5C-DF25-BCA0-04A0-CAF17048832B}"/>
                    </a:ext>
                  </a:extLst>
                </p14:cNvPr>
                <p14:cNvContentPartPr/>
                <p14:nvPr/>
              </p14:nvContentPartPr>
              <p14:xfrm>
                <a:off x="10167934" y="3104797"/>
                <a:ext cx="204120" cy="12096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C0BBEF5C-DF25-BCA0-04A0-CAF17048832B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10149902" y="3086797"/>
                  <a:ext cx="239823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B829C192-4632-BA19-5F76-1849B3A580E4}"/>
                    </a:ext>
                  </a:extLst>
                </p14:cNvPr>
                <p14:cNvContentPartPr/>
                <p14:nvPr/>
              </p14:nvContentPartPr>
              <p14:xfrm>
                <a:off x="10447654" y="2949637"/>
                <a:ext cx="81720" cy="2408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B829C192-4632-BA19-5F76-1849B3A580E4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0429654" y="2931637"/>
                  <a:ext cx="11736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3C010FA9-9F15-583C-C4CD-7A1F806079E5}"/>
                    </a:ext>
                  </a:extLst>
                </p14:cNvPr>
                <p14:cNvContentPartPr/>
                <p14:nvPr/>
              </p14:nvContentPartPr>
              <p14:xfrm>
                <a:off x="10432534" y="3016237"/>
                <a:ext cx="103680" cy="9972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3C010FA9-9F15-583C-C4CD-7A1F806079E5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0414534" y="2998237"/>
                  <a:ext cx="13932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333CC8BD-2BCE-40AF-2DA8-FDBD796A1FFF}"/>
                    </a:ext>
                  </a:extLst>
                </p14:cNvPr>
                <p14:cNvContentPartPr/>
                <p14:nvPr/>
              </p14:nvContentPartPr>
              <p14:xfrm>
                <a:off x="9440374" y="3393517"/>
                <a:ext cx="1422720" cy="1267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333CC8BD-2BCE-40AF-2DA8-FDBD796A1FFF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9422374" y="3375517"/>
                  <a:ext cx="1458360" cy="162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7CE51E97-7A02-1620-2AEC-5360F0FEFDD5}"/>
              </a:ext>
            </a:extLst>
          </p:cNvPr>
          <p:cNvGrpSpPr/>
          <p:nvPr/>
        </p:nvGrpSpPr>
        <p:grpSpPr>
          <a:xfrm>
            <a:off x="9749254" y="3766477"/>
            <a:ext cx="515520" cy="366840"/>
            <a:chOff x="9749254" y="3766477"/>
            <a:chExt cx="515520" cy="366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1A0E1763-326C-E546-2C10-9F8D84016440}"/>
                    </a:ext>
                  </a:extLst>
                </p14:cNvPr>
                <p14:cNvContentPartPr/>
                <p14:nvPr/>
              </p14:nvContentPartPr>
              <p14:xfrm>
                <a:off x="9790654" y="3802837"/>
                <a:ext cx="53640" cy="33048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1A0E1763-326C-E546-2C10-9F8D84016440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9772532" y="3784837"/>
                  <a:ext cx="89521" cy="36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1BF5C49D-031C-1F7A-4C5A-B626F59F8717}"/>
                    </a:ext>
                  </a:extLst>
                </p14:cNvPr>
                <p14:cNvContentPartPr/>
                <p14:nvPr/>
              </p14:nvContentPartPr>
              <p14:xfrm>
                <a:off x="9749254" y="3766477"/>
                <a:ext cx="252360" cy="19044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1BF5C49D-031C-1F7A-4C5A-B626F59F8717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9731280" y="3748477"/>
                  <a:ext cx="287949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421FF131-C78F-9869-BB82-167A4FFB3454}"/>
                    </a:ext>
                  </a:extLst>
                </p14:cNvPr>
                <p14:cNvContentPartPr/>
                <p14:nvPr/>
              </p14:nvContentPartPr>
              <p14:xfrm>
                <a:off x="10123654" y="3816157"/>
                <a:ext cx="94320" cy="29880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421FF131-C78F-9869-BB82-167A4FFB3454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10105722" y="3798157"/>
                  <a:ext cx="129824" cy="33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3D64AE6A-7465-D73E-F513-EE83D49796FA}"/>
                    </a:ext>
                  </a:extLst>
                </p14:cNvPr>
                <p14:cNvContentPartPr/>
                <p14:nvPr/>
              </p14:nvContentPartPr>
              <p14:xfrm>
                <a:off x="10133734" y="3927397"/>
                <a:ext cx="131040" cy="10080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3D64AE6A-7465-D73E-F513-EE83D49796FA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10115734" y="3909461"/>
                  <a:ext cx="166680" cy="136313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91808A14-06BE-A4CF-C0C7-23C030BF6777}"/>
              </a:ext>
            </a:extLst>
          </p:cNvPr>
          <p:cNvGrpSpPr/>
          <p:nvPr/>
        </p:nvGrpSpPr>
        <p:grpSpPr>
          <a:xfrm>
            <a:off x="7709134" y="4807597"/>
            <a:ext cx="957600" cy="322920"/>
            <a:chOff x="7709134" y="4807597"/>
            <a:chExt cx="957600" cy="322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0ACF2DAD-57B1-AB78-A813-1B5CD1A45DB9}"/>
                    </a:ext>
                  </a:extLst>
                </p14:cNvPr>
                <p14:cNvContentPartPr/>
                <p14:nvPr/>
              </p14:nvContentPartPr>
              <p14:xfrm>
                <a:off x="7709134" y="4809757"/>
                <a:ext cx="195120" cy="29376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0ACF2DAD-57B1-AB78-A813-1B5CD1A45DB9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7691134" y="4791757"/>
                  <a:ext cx="230760" cy="32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0AB7343A-EB63-FBA7-1987-BDB6CF981422}"/>
                    </a:ext>
                  </a:extLst>
                </p14:cNvPr>
                <p14:cNvContentPartPr/>
                <p14:nvPr/>
              </p14:nvContentPartPr>
              <p14:xfrm>
                <a:off x="8045734" y="5006677"/>
                <a:ext cx="96840" cy="12384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0AB7343A-EB63-FBA7-1987-BDB6CF981422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8027734" y="4988677"/>
                  <a:ext cx="13248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D1CFAB33-BE29-8531-69E4-804A40F5F1B7}"/>
                    </a:ext>
                  </a:extLst>
                </p14:cNvPr>
                <p14:cNvContentPartPr/>
                <p14:nvPr/>
              </p14:nvContentPartPr>
              <p14:xfrm>
                <a:off x="8231854" y="4940437"/>
                <a:ext cx="175680" cy="15732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D1CFAB33-BE29-8531-69E4-804A40F5F1B7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8213891" y="4922478"/>
                  <a:ext cx="211247" cy="19287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BC193B6F-4C8A-ED35-3D0A-26F49A65433F}"/>
                    </a:ext>
                  </a:extLst>
                </p14:cNvPr>
                <p14:cNvContentPartPr/>
                <p14:nvPr/>
              </p14:nvContentPartPr>
              <p14:xfrm>
                <a:off x="8478814" y="4807597"/>
                <a:ext cx="120600" cy="20916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BC193B6F-4C8A-ED35-3D0A-26F49A65433F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8460814" y="4789597"/>
                  <a:ext cx="15624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8FA50E57-1D4B-710B-9F36-62148A5E1F8C}"/>
                    </a:ext>
                  </a:extLst>
                </p14:cNvPr>
                <p14:cNvContentPartPr/>
                <p14:nvPr/>
              </p14:nvContentPartPr>
              <p14:xfrm>
                <a:off x="8504734" y="4815877"/>
                <a:ext cx="162000" cy="7848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8FA50E57-1D4B-710B-9F36-62148A5E1F8C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8486734" y="4797877"/>
                  <a:ext cx="197640" cy="114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7" name="Group 146">
            <a:extLst>
              <a:ext uri="{FF2B5EF4-FFF2-40B4-BE49-F238E27FC236}">
                <a16:creationId xmlns:a16="http://schemas.microsoft.com/office/drawing/2014/main" id="{34DEE5C4-AB09-F279-C58A-FAF605D36591}"/>
              </a:ext>
            </a:extLst>
          </p:cNvPr>
          <p:cNvGrpSpPr/>
          <p:nvPr/>
        </p:nvGrpSpPr>
        <p:grpSpPr>
          <a:xfrm>
            <a:off x="8972734" y="4846117"/>
            <a:ext cx="112320" cy="137880"/>
            <a:chOff x="8972734" y="4846117"/>
            <a:chExt cx="112320" cy="137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C9BF27CF-8289-E8B7-8B75-9B67B36C377E}"/>
                    </a:ext>
                  </a:extLst>
                </p14:cNvPr>
                <p14:cNvContentPartPr/>
                <p14:nvPr/>
              </p14:nvContentPartPr>
              <p14:xfrm>
                <a:off x="8972734" y="4846117"/>
                <a:ext cx="85320" cy="2880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C9BF27CF-8289-E8B7-8B75-9B67B36C377E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8954734" y="4828117"/>
                  <a:ext cx="12096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BFA9A1A2-0428-EDD3-FEAF-85C739B26C3C}"/>
                    </a:ext>
                  </a:extLst>
                </p14:cNvPr>
                <p14:cNvContentPartPr/>
                <p14:nvPr/>
              </p14:nvContentPartPr>
              <p14:xfrm>
                <a:off x="9001534" y="4929637"/>
                <a:ext cx="83520" cy="5436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BFA9A1A2-0428-EDD3-FEAF-85C739B26C3C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8983534" y="4911637"/>
                  <a:ext cx="119160" cy="9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4" name="Group 163">
            <a:extLst>
              <a:ext uri="{FF2B5EF4-FFF2-40B4-BE49-F238E27FC236}">
                <a16:creationId xmlns:a16="http://schemas.microsoft.com/office/drawing/2014/main" id="{B866AFBD-0D68-561C-71B0-D7C472B2621A}"/>
              </a:ext>
            </a:extLst>
          </p:cNvPr>
          <p:cNvGrpSpPr/>
          <p:nvPr/>
        </p:nvGrpSpPr>
        <p:grpSpPr>
          <a:xfrm>
            <a:off x="9311494" y="4508077"/>
            <a:ext cx="2089080" cy="1027440"/>
            <a:chOff x="9311494" y="4508077"/>
            <a:chExt cx="2089080" cy="1027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C189944B-8A83-1052-86C1-1DABBF3009B7}"/>
                    </a:ext>
                  </a:extLst>
                </p14:cNvPr>
                <p14:cNvContentPartPr/>
                <p14:nvPr/>
              </p14:nvContentPartPr>
              <p14:xfrm>
                <a:off x="9450454" y="4760437"/>
                <a:ext cx="129240" cy="2484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C189944B-8A83-1052-86C1-1DABBF3009B7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9432454" y="4742437"/>
                  <a:ext cx="16488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49835AD8-D913-388C-5D7F-3E78056929EB}"/>
                    </a:ext>
                  </a:extLst>
                </p14:cNvPr>
                <p14:cNvContentPartPr/>
                <p14:nvPr/>
              </p14:nvContentPartPr>
              <p14:xfrm>
                <a:off x="9703894" y="4608877"/>
                <a:ext cx="63720" cy="21096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49835AD8-D913-388C-5D7F-3E78056929EB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9685894" y="4590846"/>
                  <a:ext cx="99360" cy="24666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0E12323F-70A3-AD26-2259-DAC3779A957A}"/>
                    </a:ext>
                  </a:extLst>
                </p14:cNvPr>
                <p14:cNvContentPartPr/>
                <p14:nvPr/>
              </p14:nvContentPartPr>
              <p14:xfrm>
                <a:off x="9705694" y="4560277"/>
                <a:ext cx="198360" cy="15012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0E12323F-70A3-AD26-2259-DAC3779A957A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9687694" y="4542277"/>
                  <a:ext cx="23400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B5DBFC74-D404-A98F-3261-7D32D014C986}"/>
                    </a:ext>
                  </a:extLst>
                </p14:cNvPr>
                <p14:cNvContentPartPr/>
                <p14:nvPr/>
              </p14:nvContentPartPr>
              <p14:xfrm>
                <a:off x="10049854" y="4601317"/>
                <a:ext cx="105840" cy="29160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B5DBFC74-D404-A98F-3261-7D32D014C986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10031854" y="4583317"/>
                  <a:ext cx="141480" cy="32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F4D8FECA-CE41-68E0-AB6A-33D9D7FE5FAA}"/>
                    </a:ext>
                  </a:extLst>
                </p14:cNvPr>
                <p14:cNvContentPartPr/>
                <p14:nvPr/>
              </p14:nvContentPartPr>
              <p14:xfrm>
                <a:off x="10053094" y="4710757"/>
                <a:ext cx="74520" cy="12492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F4D8FECA-CE41-68E0-AB6A-33D9D7FE5FAA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10035094" y="4692705"/>
                  <a:ext cx="110160" cy="16066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1D468C33-66C8-209F-FD48-9ECED2C68690}"/>
                    </a:ext>
                  </a:extLst>
                </p14:cNvPr>
                <p14:cNvContentPartPr/>
                <p14:nvPr/>
              </p14:nvContentPartPr>
              <p14:xfrm>
                <a:off x="9639454" y="4916317"/>
                <a:ext cx="705960" cy="12672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1D468C33-66C8-209F-FD48-9ECED2C68690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9621454" y="4898317"/>
                  <a:ext cx="74160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47DC5BD2-77AD-B233-677E-BA75A2CCCEB5}"/>
                    </a:ext>
                  </a:extLst>
                </p14:cNvPr>
                <p14:cNvContentPartPr/>
                <p14:nvPr/>
              </p14:nvContentPartPr>
              <p14:xfrm>
                <a:off x="9883894" y="5221237"/>
                <a:ext cx="62280" cy="31428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47DC5BD2-77AD-B233-677E-BA75A2CCCEB5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9865894" y="5203237"/>
                  <a:ext cx="97920" cy="34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2C20205D-9EA6-AAFA-2B73-D1D9DE752A9F}"/>
                    </a:ext>
                  </a:extLst>
                </p14:cNvPr>
                <p14:cNvContentPartPr/>
                <p14:nvPr/>
              </p14:nvContentPartPr>
              <p14:xfrm>
                <a:off x="9865174" y="5209357"/>
                <a:ext cx="177840" cy="15480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2C20205D-9EA6-AAFA-2B73-D1D9DE752A9F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9847174" y="5191357"/>
                  <a:ext cx="21348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BCC4D336-3EB3-E353-8F02-DB665A017412}"/>
                    </a:ext>
                  </a:extLst>
                </p14:cNvPr>
                <p14:cNvContentPartPr/>
                <p14:nvPr/>
              </p14:nvContentPartPr>
              <p14:xfrm>
                <a:off x="10149214" y="5138437"/>
                <a:ext cx="60480" cy="25452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BCC4D336-3EB3-E353-8F02-DB665A017412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10131214" y="5120437"/>
                  <a:ext cx="9612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907BA870-63A8-416D-A886-43C7D18AEE0D}"/>
                    </a:ext>
                  </a:extLst>
                </p14:cNvPr>
                <p14:cNvContentPartPr/>
                <p14:nvPr/>
              </p14:nvContentPartPr>
              <p14:xfrm>
                <a:off x="9311494" y="4508077"/>
                <a:ext cx="158040" cy="87912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907BA870-63A8-416D-A886-43C7D18AEE0D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9293494" y="4490070"/>
                  <a:ext cx="193680" cy="91477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6A465E46-2815-30A2-5A4F-D0A22FB0817A}"/>
                    </a:ext>
                  </a:extLst>
                </p14:cNvPr>
                <p14:cNvContentPartPr/>
                <p14:nvPr/>
              </p14:nvContentPartPr>
              <p14:xfrm>
                <a:off x="10343974" y="4532917"/>
                <a:ext cx="249840" cy="65844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6A465E46-2815-30A2-5A4F-D0A22FB0817A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10325974" y="4514917"/>
                  <a:ext cx="285480" cy="69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C9660D7A-AEB1-29FC-67B1-0DBB8791C215}"/>
                    </a:ext>
                  </a:extLst>
                </p14:cNvPr>
                <p14:cNvContentPartPr/>
                <p14:nvPr/>
              </p14:nvContentPartPr>
              <p14:xfrm>
                <a:off x="10714774" y="4731997"/>
                <a:ext cx="207000" cy="25560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C9660D7A-AEB1-29FC-67B1-0DBB8791C215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10696774" y="4713972"/>
                  <a:ext cx="242640" cy="29129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0658AB2E-2DEE-8E3F-3A8E-64ED46DA0483}"/>
                    </a:ext>
                  </a:extLst>
                </p14:cNvPr>
                <p14:cNvContentPartPr/>
                <p14:nvPr/>
              </p14:nvContentPartPr>
              <p14:xfrm>
                <a:off x="11050294" y="4923877"/>
                <a:ext cx="30600" cy="15264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0658AB2E-2DEE-8E3F-3A8E-64ED46DA0483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11032294" y="4905834"/>
                  <a:ext cx="66240" cy="18836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531C4731-D865-418C-0F65-DC3463F56F52}"/>
                    </a:ext>
                  </a:extLst>
                </p14:cNvPr>
                <p14:cNvContentPartPr/>
                <p14:nvPr/>
              </p14:nvContentPartPr>
              <p14:xfrm>
                <a:off x="11048854" y="4796797"/>
                <a:ext cx="16200" cy="8280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531C4731-D865-418C-0F65-DC3463F56F52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11030445" y="4778797"/>
                  <a:ext cx="5265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8AE096F5-B01E-797E-0215-8CE40D1C8B7F}"/>
                    </a:ext>
                  </a:extLst>
                </p14:cNvPr>
                <p14:cNvContentPartPr/>
                <p14:nvPr/>
              </p14:nvContentPartPr>
              <p14:xfrm>
                <a:off x="11179534" y="4883917"/>
                <a:ext cx="221040" cy="12852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8AE096F5-B01E-797E-0215-8CE40D1C8B7F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11161534" y="4865866"/>
                  <a:ext cx="256680" cy="1642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15A81443-653C-352E-B178-EA93E467F28F}"/>
              </a:ext>
            </a:extLst>
          </p:cNvPr>
          <p:cNvGrpSpPr/>
          <p:nvPr/>
        </p:nvGrpSpPr>
        <p:grpSpPr>
          <a:xfrm>
            <a:off x="7881662" y="5575705"/>
            <a:ext cx="3398400" cy="811080"/>
            <a:chOff x="7881662" y="5575705"/>
            <a:chExt cx="3398400" cy="811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54F069F6-BC95-33E6-0E66-89FAA533E440}"/>
                    </a:ext>
                  </a:extLst>
                </p14:cNvPr>
                <p14:cNvContentPartPr/>
                <p14:nvPr/>
              </p14:nvContentPartPr>
              <p14:xfrm>
                <a:off x="7881662" y="5839585"/>
                <a:ext cx="221400" cy="32220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54F069F6-BC95-33E6-0E66-89FAA533E440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7864022" y="5821945"/>
                  <a:ext cx="257040" cy="35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6F9323BD-EBCB-98D9-FC0A-CFF046ADC7FA}"/>
                    </a:ext>
                  </a:extLst>
                </p14:cNvPr>
                <p14:cNvContentPartPr/>
                <p14:nvPr/>
              </p14:nvContentPartPr>
              <p14:xfrm>
                <a:off x="8225102" y="6048385"/>
                <a:ext cx="110160" cy="1551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6F9323BD-EBCB-98D9-FC0A-CFF046ADC7FA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8207462" y="6030745"/>
                  <a:ext cx="14580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728B0833-7395-0643-4DA0-7C621BE2ED84}"/>
                    </a:ext>
                  </a:extLst>
                </p14:cNvPr>
                <p14:cNvContentPartPr/>
                <p14:nvPr/>
              </p14:nvContentPartPr>
              <p14:xfrm>
                <a:off x="8433182" y="5972065"/>
                <a:ext cx="248400" cy="1692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728B0833-7395-0643-4DA0-7C621BE2ED84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8415542" y="5954425"/>
                  <a:ext cx="28404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C0C639C8-15A0-D09A-5B98-34C0D6FA5257}"/>
                    </a:ext>
                  </a:extLst>
                </p14:cNvPr>
                <p14:cNvContentPartPr/>
                <p14:nvPr/>
              </p14:nvContentPartPr>
              <p14:xfrm>
                <a:off x="8791742" y="5875945"/>
                <a:ext cx="46440" cy="2206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C0C639C8-15A0-D09A-5B98-34C0D6FA5257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8774102" y="5857945"/>
                  <a:ext cx="82080" cy="25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1BCBA082-8B24-A94C-A2AB-10A276CA0889}"/>
                    </a:ext>
                  </a:extLst>
                </p14:cNvPr>
                <p14:cNvContentPartPr/>
                <p14:nvPr/>
              </p14:nvContentPartPr>
              <p14:xfrm>
                <a:off x="8791382" y="5985385"/>
                <a:ext cx="88200" cy="648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1BCBA082-8B24-A94C-A2AB-10A276CA0889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8773382" y="5967385"/>
                  <a:ext cx="12384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71BDEB02-2234-08CA-3C09-58A000E62AB5}"/>
                    </a:ext>
                  </a:extLst>
                </p14:cNvPr>
                <p14:cNvContentPartPr/>
                <p14:nvPr/>
              </p14:nvContentPartPr>
              <p14:xfrm>
                <a:off x="9071462" y="5968465"/>
                <a:ext cx="183960" cy="712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71BDEB02-2234-08CA-3C09-58A000E62AB5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9053822" y="5950825"/>
                  <a:ext cx="21960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91AC722B-4DEF-B2D8-C217-75859B2F3EEC}"/>
                    </a:ext>
                  </a:extLst>
                </p14:cNvPr>
                <p14:cNvContentPartPr/>
                <p14:nvPr/>
              </p14:nvContentPartPr>
              <p14:xfrm>
                <a:off x="9457382" y="5575705"/>
                <a:ext cx="297360" cy="8110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91AC722B-4DEF-B2D8-C217-75859B2F3EEC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9439382" y="5558065"/>
                  <a:ext cx="333000" cy="84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02A14F25-AD00-0494-9F05-4DF7B21E8BC9}"/>
                    </a:ext>
                  </a:extLst>
                </p14:cNvPr>
                <p14:cNvContentPartPr/>
                <p14:nvPr/>
              </p14:nvContentPartPr>
              <p14:xfrm>
                <a:off x="9669422" y="5981785"/>
                <a:ext cx="182880" cy="349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02A14F25-AD00-0494-9F05-4DF7B21E8BC9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9651782" y="5964145"/>
                  <a:ext cx="21852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F32B40A9-9C7C-328B-22DC-ED59E427177E}"/>
                    </a:ext>
                  </a:extLst>
                </p14:cNvPr>
                <p14:cNvContentPartPr/>
                <p14:nvPr/>
              </p14:nvContentPartPr>
              <p14:xfrm>
                <a:off x="9985142" y="5770465"/>
                <a:ext cx="48600" cy="4201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F32B40A9-9C7C-328B-22DC-ED59E427177E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9967142" y="5752825"/>
                  <a:ext cx="84240" cy="45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5DC30B15-E53D-83BD-1D81-71DFD953F203}"/>
                    </a:ext>
                  </a:extLst>
                </p14:cNvPr>
                <p14:cNvContentPartPr/>
                <p14:nvPr/>
              </p14:nvContentPartPr>
              <p14:xfrm>
                <a:off x="9995942" y="5812225"/>
                <a:ext cx="159840" cy="2376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5DC30B15-E53D-83BD-1D81-71DFD953F203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9977942" y="5794585"/>
                  <a:ext cx="19548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7DE7DC29-4C8D-B95B-D182-C535448D56C4}"/>
                    </a:ext>
                  </a:extLst>
                </p14:cNvPr>
                <p14:cNvContentPartPr/>
                <p14:nvPr/>
              </p14:nvContentPartPr>
              <p14:xfrm>
                <a:off x="10020062" y="5986825"/>
                <a:ext cx="148320" cy="1656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7DE7DC29-4C8D-B95B-D182-C535448D56C4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10002422" y="5968825"/>
                  <a:ext cx="18396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177E958A-52BD-AFFA-A12F-CB7211452466}"/>
                    </a:ext>
                  </a:extLst>
                </p14:cNvPr>
                <p14:cNvContentPartPr/>
                <p14:nvPr/>
              </p14:nvContentPartPr>
              <p14:xfrm>
                <a:off x="10225622" y="5652385"/>
                <a:ext cx="270720" cy="58572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177E958A-52BD-AFFA-A12F-CB7211452466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10207982" y="5634385"/>
                  <a:ext cx="306360" cy="62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29214345-011A-E8BF-8DCC-91BB51B27970}"/>
                    </a:ext>
                  </a:extLst>
                </p14:cNvPr>
                <p14:cNvContentPartPr/>
                <p14:nvPr/>
              </p14:nvContentPartPr>
              <p14:xfrm>
                <a:off x="10648262" y="5790625"/>
                <a:ext cx="160560" cy="23472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29214345-011A-E8BF-8DCC-91BB51B27970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10630262" y="5772985"/>
                  <a:ext cx="196200" cy="27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3E35BBD6-191F-9AB6-B649-FCDA0D512A5A}"/>
                    </a:ext>
                  </a:extLst>
                </p14:cNvPr>
                <p14:cNvContentPartPr/>
                <p14:nvPr/>
              </p14:nvContentPartPr>
              <p14:xfrm>
                <a:off x="10938062" y="5994745"/>
                <a:ext cx="46080" cy="8604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3E35BBD6-191F-9AB6-B649-FCDA0D512A5A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10920062" y="5976745"/>
                  <a:ext cx="8172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8F233826-5342-7FCA-9F68-3D87C5D42CE6}"/>
                    </a:ext>
                  </a:extLst>
                </p14:cNvPr>
                <p14:cNvContentPartPr/>
                <p14:nvPr/>
              </p14:nvContentPartPr>
              <p14:xfrm>
                <a:off x="10932302" y="5848225"/>
                <a:ext cx="14400" cy="576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8F233826-5342-7FCA-9F68-3D87C5D42CE6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10914662" y="5830225"/>
                  <a:ext cx="5004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3F010ABF-B5D9-3953-8191-5D551C41B33B}"/>
                    </a:ext>
                  </a:extLst>
                </p14:cNvPr>
                <p14:cNvContentPartPr/>
                <p14:nvPr/>
              </p14:nvContentPartPr>
              <p14:xfrm>
                <a:off x="11088542" y="5941825"/>
                <a:ext cx="191520" cy="12024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3F010ABF-B5D9-3953-8191-5D551C41B33B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11070542" y="5924185"/>
                  <a:ext cx="227160" cy="15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4DA6DDAD-E055-02D7-A435-1D0ACDD39A2B}"/>
              </a:ext>
            </a:extLst>
          </p:cNvPr>
          <p:cNvGrpSpPr/>
          <p:nvPr/>
        </p:nvGrpSpPr>
        <p:grpSpPr>
          <a:xfrm>
            <a:off x="1209062" y="1608865"/>
            <a:ext cx="270000" cy="673920"/>
            <a:chOff x="1209062" y="1608865"/>
            <a:chExt cx="270000" cy="673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B019A8FF-69A9-FCEF-107A-D91FFED746FB}"/>
                    </a:ext>
                  </a:extLst>
                </p14:cNvPr>
                <p14:cNvContentPartPr/>
                <p14:nvPr/>
              </p14:nvContentPartPr>
              <p14:xfrm>
                <a:off x="1303022" y="1641625"/>
                <a:ext cx="176040" cy="64116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B019A8FF-69A9-FCEF-107A-D91FFED746FB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1285382" y="1623625"/>
                  <a:ext cx="211680" cy="67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148F2827-1142-65D1-DD58-3A4D67173A98}"/>
                    </a:ext>
                  </a:extLst>
                </p14:cNvPr>
                <p14:cNvContentPartPr/>
                <p14:nvPr/>
              </p14:nvContentPartPr>
              <p14:xfrm>
                <a:off x="1209062" y="1608865"/>
                <a:ext cx="163800" cy="8928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148F2827-1142-65D1-DD58-3A4D67173A98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1191062" y="1591225"/>
                  <a:ext cx="199440" cy="124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7" name="Group 176">
            <a:extLst>
              <a:ext uri="{FF2B5EF4-FFF2-40B4-BE49-F238E27FC236}">
                <a16:creationId xmlns:a16="http://schemas.microsoft.com/office/drawing/2014/main" id="{BD70D65B-A1D8-E085-7E9B-3F54DF7C4FD7}"/>
              </a:ext>
            </a:extLst>
          </p:cNvPr>
          <p:cNvGrpSpPr/>
          <p:nvPr/>
        </p:nvGrpSpPr>
        <p:grpSpPr>
          <a:xfrm>
            <a:off x="2529902" y="1639825"/>
            <a:ext cx="510120" cy="1801080"/>
            <a:chOff x="2529902" y="1639825"/>
            <a:chExt cx="510120" cy="1801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A75BEE12-D2CD-8EFC-EA0C-B0F07E4DF88E}"/>
                    </a:ext>
                  </a:extLst>
                </p14:cNvPr>
                <p14:cNvContentPartPr/>
                <p14:nvPr/>
              </p14:nvContentPartPr>
              <p14:xfrm>
                <a:off x="2981702" y="3340825"/>
                <a:ext cx="58320" cy="10008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A75BEE12-D2CD-8EFC-EA0C-B0F07E4DF88E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2963702" y="3323185"/>
                  <a:ext cx="9396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DA2C4FE2-5D32-9774-F76E-3BCD4092035F}"/>
                    </a:ext>
                  </a:extLst>
                </p14:cNvPr>
                <p14:cNvContentPartPr/>
                <p14:nvPr/>
              </p14:nvContentPartPr>
              <p14:xfrm>
                <a:off x="2543582" y="1699945"/>
                <a:ext cx="471960" cy="165024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DA2C4FE2-5D32-9774-F76E-3BCD4092035F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2525582" y="1682305"/>
                  <a:ext cx="507600" cy="168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81DA45CF-4277-B2AA-28A4-ADBB59EB828F}"/>
                    </a:ext>
                  </a:extLst>
                </p14:cNvPr>
                <p14:cNvContentPartPr/>
                <p14:nvPr/>
              </p14:nvContentPartPr>
              <p14:xfrm>
                <a:off x="2529902" y="1639825"/>
                <a:ext cx="96480" cy="16056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81DA45CF-4277-B2AA-28A4-ADBB59EB828F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2511902" y="1622185"/>
                  <a:ext cx="132120" cy="196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1" name="Group 180">
            <a:extLst>
              <a:ext uri="{FF2B5EF4-FFF2-40B4-BE49-F238E27FC236}">
                <a16:creationId xmlns:a16="http://schemas.microsoft.com/office/drawing/2014/main" id="{7F814CD3-C1E2-AC0E-40E2-D6468BACD4FD}"/>
              </a:ext>
            </a:extLst>
          </p:cNvPr>
          <p:cNvGrpSpPr/>
          <p:nvPr/>
        </p:nvGrpSpPr>
        <p:grpSpPr>
          <a:xfrm>
            <a:off x="1201862" y="805345"/>
            <a:ext cx="1218240" cy="589680"/>
            <a:chOff x="1201862" y="805345"/>
            <a:chExt cx="1218240" cy="589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F78D7771-DAED-D616-F0EA-4C662520D050}"/>
                    </a:ext>
                  </a:extLst>
                </p14:cNvPr>
                <p14:cNvContentPartPr/>
                <p14:nvPr/>
              </p14:nvContentPartPr>
              <p14:xfrm>
                <a:off x="1201862" y="1014865"/>
                <a:ext cx="129600" cy="24120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F78D7771-DAED-D616-F0EA-4C662520D050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1184222" y="997225"/>
                  <a:ext cx="16524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048AFBD8-213D-2C78-FC0C-0D8D0ECE0992}"/>
                    </a:ext>
                  </a:extLst>
                </p14:cNvPr>
                <p14:cNvContentPartPr/>
                <p14:nvPr/>
              </p14:nvContentPartPr>
              <p14:xfrm>
                <a:off x="1412822" y="1164265"/>
                <a:ext cx="66240" cy="5436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048AFBD8-213D-2C78-FC0C-0D8D0ECE0992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1395182" y="1146625"/>
                  <a:ext cx="10188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20A64889-ECFF-0338-F951-DD22F015632B}"/>
                    </a:ext>
                  </a:extLst>
                </p14:cNvPr>
                <p14:cNvContentPartPr/>
                <p14:nvPr/>
              </p14:nvContentPartPr>
              <p14:xfrm>
                <a:off x="1392302" y="1029265"/>
                <a:ext cx="11880" cy="6876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20A64889-ECFF-0338-F951-DD22F015632B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1374662" y="1011625"/>
                  <a:ext cx="4752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280251B1-CB92-AB62-6757-8F1C54DCA867}"/>
                    </a:ext>
                  </a:extLst>
                </p14:cNvPr>
                <p14:cNvContentPartPr/>
                <p14:nvPr/>
              </p14:nvContentPartPr>
              <p14:xfrm>
                <a:off x="1479422" y="1005505"/>
                <a:ext cx="116640" cy="11088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280251B1-CB92-AB62-6757-8F1C54DCA867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1461422" y="987865"/>
                  <a:ext cx="15228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B1B8D155-153A-73F9-9863-B9CB1C13861B}"/>
                    </a:ext>
                  </a:extLst>
                </p14:cNvPr>
                <p14:cNvContentPartPr/>
                <p14:nvPr/>
              </p14:nvContentPartPr>
              <p14:xfrm>
                <a:off x="1820342" y="937105"/>
                <a:ext cx="118800" cy="5832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B1B8D155-153A-73F9-9863-B9CB1C13861B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1802702" y="919465"/>
                  <a:ext cx="15444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0DF1FBEB-8A21-1110-B20A-ABF37D382ACE}"/>
                    </a:ext>
                  </a:extLst>
                </p14:cNvPr>
                <p14:cNvContentPartPr/>
                <p14:nvPr/>
              </p14:nvContentPartPr>
              <p14:xfrm>
                <a:off x="1964702" y="805345"/>
                <a:ext cx="168480" cy="15624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0DF1FBEB-8A21-1110-B20A-ABF37D382ACE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1947062" y="787345"/>
                  <a:ext cx="20412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27F0531D-7A85-BBFA-8DC4-991FED4B05D7}"/>
                    </a:ext>
                  </a:extLst>
                </p14:cNvPr>
                <p14:cNvContentPartPr/>
                <p14:nvPr/>
              </p14:nvContentPartPr>
              <p14:xfrm>
                <a:off x="1341542" y="944305"/>
                <a:ext cx="1078560" cy="45072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27F0531D-7A85-BBFA-8DC4-991FED4B05D7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1323902" y="926305"/>
                  <a:ext cx="1114200" cy="486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5" name="Group 184">
            <a:extLst>
              <a:ext uri="{FF2B5EF4-FFF2-40B4-BE49-F238E27FC236}">
                <a16:creationId xmlns:a16="http://schemas.microsoft.com/office/drawing/2014/main" id="{7B488D74-2E84-1CA0-E0AD-B8F0B64AE4DF}"/>
              </a:ext>
            </a:extLst>
          </p:cNvPr>
          <p:cNvGrpSpPr/>
          <p:nvPr/>
        </p:nvGrpSpPr>
        <p:grpSpPr>
          <a:xfrm>
            <a:off x="1804142" y="1288465"/>
            <a:ext cx="315720" cy="254880"/>
            <a:chOff x="1804142" y="1288465"/>
            <a:chExt cx="315720" cy="254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1346E345-5EEE-C26D-1684-F7D574E60EA6}"/>
                    </a:ext>
                  </a:extLst>
                </p14:cNvPr>
                <p14:cNvContentPartPr/>
                <p14:nvPr/>
              </p14:nvContentPartPr>
              <p14:xfrm>
                <a:off x="1813142" y="1359745"/>
                <a:ext cx="133560" cy="18360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1346E345-5EEE-C26D-1684-F7D574E60EA6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1795142" y="1342105"/>
                  <a:ext cx="16920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21318E95-B4B7-4165-F4F0-8BE4707B8BD6}"/>
                    </a:ext>
                  </a:extLst>
                </p14:cNvPr>
                <p14:cNvContentPartPr/>
                <p14:nvPr/>
              </p14:nvContentPartPr>
              <p14:xfrm>
                <a:off x="1804142" y="1294225"/>
                <a:ext cx="161280" cy="15336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21318E95-B4B7-4165-F4F0-8BE4707B8BD6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1786502" y="1276225"/>
                  <a:ext cx="19692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F5416DCA-3F42-3F29-9989-D3866DB8BA3A}"/>
                    </a:ext>
                  </a:extLst>
                </p14:cNvPr>
                <p14:cNvContentPartPr/>
                <p14:nvPr/>
              </p14:nvContentPartPr>
              <p14:xfrm>
                <a:off x="2000702" y="1288465"/>
                <a:ext cx="119160" cy="21276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F5416DCA-3F42-3F29-9989-D3866DB8BA3A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1983062" y="1270465"/>
                  <a:ext cx="154800" cy="248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903E878B-A225-2C38-1BA8-FD54D4F15E12}"/>
              </a:ext>
            </a:extLst>
          </p:cNvPr>
          <p:cNvGrpSpPr/>
          <p:nvPr/>
        </p:nvGrpSpPr>
        <p:grpSpPr>
          <a:xfrm>
            <a:off x="2842742" y="841345"/>
            <a:ext cx="2300040" cy="2678400"/>
            <a:chOff x="2842742" y="841345"/>
            <a:chExt cx="2300040" cy="2678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15B34E2C-1729-E52A-34DF-6B06F17165A5}"/>
                    </a:ext>
                  </a:extLst>
                </p14:cNvPr>
                <p14:cNvContentPartPr/>
                <p14:nvPr/>
              </p14:nvContentPartPr>
              <p14:xfrm>
                <a:off x="2961542" y="3365305"/>
                <a:ext cx="34560" cy="10800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15B34E2C-1729-E52A-34DF-6B06F17165A5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2943902" y="3347305"/>
                  <a:ext cx="7020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DAE3E339-8ADD-ED54-CD32-7311BB494D96}"/>
                    </a:ext>
                  </a:extLst>
                </p14:cNvPr>
                <p14:cNvContentPartPr/>
                <p14:nvPr/>
              </p14:nvContentPartPr>
              <p14:xfrm>
                <a:off x="2842742" y="1481425"/>
                <a:ext cx="822600" cy="198000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DAE3E339-8ADD-ED54-CD32-7311BB494D96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2824742" y="1463425"/>
                  <a:ext cx="858240" cy="20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D4931B21-1A14-04A0-B214-6BD80BFEA1B7}"/>
                    </a:ext>
                  </a:extLst>
                </p14:cNvPr>
                <p14:cNvContentPartPr/>
                <p14:nvPr/>
              </p14:nvContentPartPr>
              <p14:xfrm>
                <a:off x="3602342" y="1312225"/>
                <a:ext cx="208080" cy="11016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D4931B21-1A14-04A0-B214-6BD80BFEA1B7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3584342" y="1294225"/>
                  <a:ext cx="24372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EB6224A7-FC8E-31CB-265C-02A05553388A}"/>
                    </a:ext>
                  </a:extLst>
                </p14:cNvPr>
                <p14:cNvContentPartPr/>
                <p14:nvPr/>
              </p14:nvContentPartPr>
              <p14:xfrm>
                <a:off x="4866662" y="1726945"/>
                <a:ext cx="192960" cy="179280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EB6224A7-FC8E-31CB-265C-02A05553388A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4848662" y="1708945"/>
                  <a:ext cx="228600" cy="18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1D850DE3-EE97-9E9F-44AB-BE18707FB8EA}"/>
                    </a:ext>
                  </a:extLst>
                </p14:cNvPr>
                <p14:cNvContentPartPr/>
                <p14:nvPr/>
              </p14:nvContentPartPr>
              <p14:xfrm>
                <a:off x="4995182" y="1677265"/>
                <a:ext cx="138240" cy="14904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1D850DE3-EE97-9E9F-44AB-BE18707FB8EA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4977542" y="1659265"/>
                  <a:ext cx="17388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AECA4DB0-9870-9274-6653-FE95D4D21284}"/>
                    </a:ext>
                  </a:extLst>
                </p14:cNvPr>
                <p14:cNvContentPartPr/>
                <p14:nvPr/>
              </p14:nvContentPartPr>
              <p14:xfrm>
                <a:off x="3906902" y="1132225"/>
                <a:ext cx="142200" cy="23292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AECA4DB0-9870-9274-6653-FE95D4D21284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3888902" y="1114225"/>
                  <a:ext cx="17784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ED804C9A-0A72-3644-B08B-EF15F2E5B5BE}"/>
                    </a:ext>
                  </a:extLst>
                </p14:cNvPr>
                <p14:cNvContentPartPr/>
                <p14:nvPr/>
              </p14:nvContentPartPr>
              <p14:xfrm>
                <a:off x="4201382" y="1101985"/>
                <a:ext cx="171360" cy="5904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ED804C9A-0A72-3644-B08B-EF15F2E5B5BE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4183742" y="1083985"/>
                  <a:ext cx="20700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ACBCC510-C050-28E6-1BFD-A87F2AAC3698}"/>
                    </a:ext>
                  </a:extLst>
                </p14:cNvPr>
                <p14:cNvContentPartPr/>
                <p14:nvPr/>
              </p14:nvContentPartPr>
              <p14:xfrm>
                <a:off x="4466702" y="996145"/>
                <a:ext cx="138240" cy="16632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ACBCC510-C050-28E6-1BFD-A87F2AAC3698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4449062" y="978505"/>
                  <a:ext cx="17388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E5AE835B-77F5-E7D1-10E5-E7558CEF73BE}"/>
                    </a:ext>
                  </a:extLst>
                </p14:cNvPr>
                <p14:cNvContentPartPr/>
                <p14:nvPr/>
              </p14:nvContentPartPr>
              <p14:xfrm>
                <a:off x="4705022" y="1043305"/>
                <a:ext cx="71640" cy="9936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E5AE835B-77F5-E7D1-10E5-E7558CEF73BE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4687382" y="1025305"/>
                  <a:ext cx="10728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21ED281F-A5FE-9B1C-A1D2-DE7F25519303}"/>
                    </a:ext>
                  </a:extLst>
                </p14:cNvPr>
                <p14:cNvContentPartPr/>
                <p14:nvPr/>
              </p14:nvContentPartPr>
              <p14:xfrm>
                <a:off x="4816982" y="971305"/>
                <a:ext cx="180360" cy="12492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21ED281F-A5FE-9B1C-A1D2-DE7F25519303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4798982" y="953665"/>
                  <a:ext cx="21600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6E94021F-DB7D-5CD7-5CA9-0351D067D449}"/>
                    </a:ext>
                  </a:extLst>
                </p14:cNvPr>
                <p14:cNvContentPartPr/>
                <p14:nvPr/>
              </p14:nvContentPartPr>
              <p14:xfrm>
                <a:off x="5026502" y="841345"/>
                <a:ext cx="87480" cy="19980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6E94021F-DB7D-5CD7-5CA9-0351D067D449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5008862" y="823345"/>
                  <a:ext cx="12312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5D8A6446-E924-174B-99EE-79061A5B10B7}"/>
                    </a:ext>
                  </a:extLst>
                </p14:cNvPr>
                <p14:cNvContentPartPr/>
                <p14:nvPr/>
              </p14:nvContentPartPr>
              <p14:xfrm>
                <a:off x="5032982" y="899665"/>
                <a:ext cx="109800" cy="6876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5D8A6446-E924-174B-99EE-79061A5B10B7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5015342" y="881665"/>
                  <a:ext cx="14544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28DCAF63-B50C-5137-7F9E-7EC43A09BECF}"/>
                    </a:ext>
                  </a:extLst>
                </p14:cNvPr>
                <p14:cNvContentPartPr/>
                <p14:nvPr/>
              </p14:nvContentPartPr>
              <p14:xfrm>
                <a:off x="3849662" y="1096585"/>
                <a:ext cx="1285920" cy="44748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28DCAF63-B50C-5137-7F9E-7EC43A09BECF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3832022" y="1078945"/>
                  <a:ext cx="1321560" cy="48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19CB7F2F-CBF6-3247-6DD0-A77964F618B5}"/>
                    </a:ext>
                  </a:extLst>
                </p14:cNvPr>
                <p14:cNvContentPartPr/>
                <p14:nvPr/>
              </p14:nvContentPartPr>
              <p14:xfrm>
                <a:off x="4287782" y="1518865"/>
                <a:ext cx="104040" cy="24732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19CB7F2F-CBF6-3247-6DD0-A77964F618B5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4269782" y="1501225"/>
                  <a:ext cx="139680" cy="28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93227D27-D720-9E5A-A1A8-1E7DE1AB0B33}"/>
                    </a:ext>
                  </a:extLst>
                </p14:cNvPr>
                <p14:cNvContentPartPr/>
                <p14:nvPr/>
              </p14:nvContentPartPr>
              <p14:xfrm>
                <a:off x="4337462" y="1501225"/>
                <a:ext cx="215640" cy="14904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93227D27-D720-9E5A-A1A8-1E7DE1AB0B33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4319822" y="1483585"/>
                  <a:ext cx="25128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687EE4DC-0772-C90A-1637-17A275BAA31B}"/>
                    </a:ext>
                  </a:extLst>
                </p14:cNvPr>
                <p14:cNvContentPartPr/>
                <p14:nvPr/>
              </p14:nvContentPartPr>
              <p14:xfrm>
                <a:off x="4557422" y="1513825"/>
                <a:ext cx="28080" cy="2700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687EE4DC-0772-C90A-1637-17A275BAA31B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4539782" y="1495825"/>
                  <a:ext cx="6372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6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52DBFA0A-1AFD-CB9D-61E2-0B8D3C6A28E2}"/>
                    </a:ext>
                  </a:extLst>
                </p14:cNvPr>
                <p14:cNvContentPartPr/>
                <p14:nvPr/>
              </p14:nvContentPartPr>
              <p14:xfrm>
                <a:off x="4581542" y="1480705"/>
                <a:ext cx="84960" cy="26820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52DBFA0A-1AFD-CB9D-61E2-0B8D3C6A28E2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4563542" y="1462705"/>
                  <a:ext cx="120600" cy="30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C857124E-5386-B6FF-ED0A-BB0B9835BB45}"/>
                    </a:ext>
                  </a:extLst>
                </p14:cNvPr>
                <p14:cNvContentPartPr/>
                <p14:nvPr/>
              </p14:nvContentPartPr>
              <p14:xfrm>
                <a:off x="4592702" y="1546585"/>
                <a:ext cx="128520" cy="12312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C857124E-5386-B6FF-ED0A-BB0B9835BB45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4574702" y="1528585"/>
                  <a:ext cx="164160" cy="1587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6863545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EAA68-9210-F8A7-9B67-48BC9917BB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A6D5D1-3EA4-E7EA-D82C-C63D674B42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20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CEEF33E4-E99C-F503-1F65-864E242B2D0B}"/>
                  </a:ext>
                </a:extLst>
              </p14:cNvPr>
              <p14:cNvContentPartPr/>
              <p14:nvPr/>
            </p14:nvContentPartPr>
            <p14:xfrm>
              <a:off x="1664102" y="1570345"/>
              <a:ext cx="1694160" cy="177048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CEEF33E4-E99C-F503-1F65-864E242B2D0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46462" y="1552705"/>
                <a:ext cx="1729800" cy="1806120"/>
              </a:xfrm>
              <a:prstGeom prst="rect">
                <a:avLst/>
              </a:prstGeom>
            </p:spPr>
          </p:pic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42644295-1FAD-7EA4-CD60-50FEEDFBE65C}"/>
              </a:ext>
            </a:extLst>
          </p:cNvPr>
          <p:cNvGrpSpPr/>
          <p:nvPr/>
        </p:nvGrpSpPr>
        <p:grpSpPr>
          <a:xfrm>
            <a:off x="1773182" y="762505"/>
            <a:ext cx="1015920" cy="464760"/>
            <a:chOff x="1773182" y="762505"/>
            <a:chExt cx="1015920" cy="464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682E04F6-3A9C-8101-1C91-B8E2880976F9}"/>
                    </a:ext>
                  </a:extLst>
                </p14:cNvPr>
                <p14:cNvContentPartPr/>
                <p14:nvPr/>
              </p14:nvContentPartPr>
              <p14:xfrm>
                <a:off x="1803422" y="857905"/>
                <a:ext cx="41040" cy="369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682E04F6-3A9C-8101-1C91-B8E2880976F9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785422" y="839905"/>
                  <a:ext cx="76680" cy="40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035DBF28-AFF0-084D-77DC-783487D898C6}"/>
                    </a:ext>
                  </a:extLst>
                </p14:cNvPr>
                <p14:cNvContentPartPr/>
                <p14:nvPr/>
              </p14:nvContentPartPr>
              <p14:xfrm>
                <a:off x="1773182" y="870865"/>
                <a:ext cx="191880" cy="1911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035DBF28-AFF0-084D-77DC-783487D898C6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755182" y="853225"/>
                  <a:ext cx="227520" cy="22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E4B4B9A7-25BD-8FDD-B5AC-825BE655DF88}"/>
                    </a:ext>
                  </a:extLst>
                </p14:cNvPr>
                <p14:cNvContentPartPr/>
                <p14:nvPr/>
              </p14:nvContentPartPr>
              <p14:xfrm>
                <a:off x="1825382" y="961585"/>
                <a:ext cx="118080" cy="90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E4B4B9A7-25BD-8FDD-B5AC-825BE655DF88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807382" y="943585"/>
                  <a:ext cx="15372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910B010D-DEAB-00FD-9037-06667F84890E}"/>
                    </a:ext>
                  </a:extLst>
                </p14:cNvPr>
                <p14:cNvContentPartPr/>
                <p14:nvPr/>
              </p14:nvContentPartPr>
              <p14:xfrm>
                <a:off x="2011142" y="939265"/>
                <a:ext cx="133560" cy="820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910B010D-DEAB-00FD-9037-06667F84890E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993502" y="921625"/>
                  <a:ext cx="16920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6CADDD6B-43B6-A5FB-DB1D-F3F146B4F3FD}"/>
                    </a:ext>
                  </a:extLst>
                </p14:cNvPr>
                <p14:cNvContentPartPr/>
                <p14:nvPr/>
              </p14:nvContentPartPr>
              <p14:xfrm>
                <a:off x="2203382" y="782305"/>
                <a:ext cx="219960" cy="2232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6CADDD6B-43B6-A5FB-DB1D-F3F146B4F3FD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185382" y="764665"/>
                  <a:ext cx="25560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E05DC2D3-82E8-653D-DAD7-6D6930195465}"/>
                    </a:ext>
                  </a:extLst>
                </p14:cNvPr>
                <p14:cNvContentPartPr/>
                <p14:nvPr/>
              </p14:nvContentPartPr>
              <p14:xfrm>
                <a:off x="2490302" y="832705"/>
                <a:ext cx="66960" cy="849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E05DC2D3-82E8-653D-DAD7-6D6930195465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472662" y="815065"/>
                  <a:ext cx="10260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430DA287-5351-E303-9DD9-2650BFD0DCE7}"/>
                    </a:ext>
                  </a:extLst>
                </p14:cNvPr>
                <p14:cNvContentPartPr/>
                <p14:nvPr/>
              </p14:nvContentPartPr>
              <p14:xfrm>
                <a:off x="2665262" y="762505"/>
                <a:ext cx="123840" cy="2239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430DA287-5351-E303-9DD9-2650BFD0DCE7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647622" y="744505"/>
                  <a:ext cx="159480" cy="259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F5D6F916-CB7B-2CAF-3501-97B9B66CAB6D}"/>
              </a:ext>
            </a:extLst>
          </p:cNvPr>
          <p:cNvGrpSpPr/>
          <p:nvPr/>
        </p:nvGrpSpPr>
        <p:grpSpPr>
          <a:xfrm>
            <a:off x="4777742" y="3354865"/>
            <a:ext cx="524880" cy="939600"/>
            <a:chOff x="4777742" y="3354865"/>
            <a:chExt cx="524880" cy="939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82A16149-37E0-FF2B-1565-87A342FBF3BA}"/>
                    </a:ext>
                  </a:extLst>
                </p14:cNvPr>
                <p14:cNvContentPartPr/>
                <p14:nvPr/>
              </p14:nvContentPartPr>
              <p14:xfrm>
                <a:off x="4822382" y="4273945"/>
                <a:ext cx="7200" cy="205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82A16149-37E0-FF2B-1565-87A342FBF3BA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804742" y="4256305"/>
                  <a:ext cx="4284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CD1E4C61-4430-F0F9-5CB1-9E6774E3189A}"/>
                    </a:ext>
                  </a:extLst>
                </p14:cNvPr>
                <p14:cNvContentPartPr/>
                <p14:nvPr/>
              </p14:nvContentPartPr>
              <p14:xfrm>
                <a:off x="4777742" y="3354865"/>
                <a:ext cx="524880" cy="775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CD1E4C61-4430-F0F9-5CB1-9E6774E3189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760102" y="3336865"/>
                  <a:ext cx="560520" cy="810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4DF23158-878F-223F-F99F-642CC373895B}"/>
                  </a:ext>
                </a:extLst>
              </p14:cNvPr>
              <p14:cNvContentPartPr/>
              <p14:nvPr/>
            </p14:nvContentPartPr>
            <p14:xfrm>
              <a:off x="5309462" y="3365665"/>
              <a:ext cx="757080" cy="147780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4DF23158-878F-223F-F99F-642CC373895B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5291822" y="3347665"/>
                <a:ext cx="792720" cy="1513440"/>
              </a:xfrm>
              <a:prstGeom prst="rect">
                <a:avLst/>
              </a:prstGeom>
            </p:spPr>
          </p:pic>
        </mc:Fallback>
      </mc:AlternateContent>
      <p:grpSp>
        <p:nvGrpSpPr>
          <p:cNvPr id="36" name="Group 35">
            <a:extLst>
              <a:ext uri="{FF2B5EF4-FFF2-40B4-BE49-F238E27FC236}">
                <a16:creationId xmlns:a16="http://schemas.microsoft.com/office/drawing/2014/main" id="{1FAC043F-99EB-518B-4A08-BC58543EC3CD}"/>
              </a:ext>
            </a:extLst>
          </p:cNvPr>
          <p:cNvGrpSpPr/>
          <p:nvPr/>
        </p:nvGrpSpPr>
        <p:grpSpPr>
          <a:xfrm>
            <a:off x="6065102" y="3850945"/>
            <a:ext cx="510120" cy="1112040"/>
            <a:chOff x="6065102" y="3850945"/>
            <a:chExt cx="510120" cy="1112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8EFB6553-FAE3-5550-5500-3BF21407DFFE}"/>
                    </a:ext>
                  </a:extLst>
                </p14:cNvPr>
                <p14:cNvContentPartPr/>
                <p14:nvPr/>
              </p14:nvContentPartPr>
              <p14:xfrm>
                <a:off x="6065102" y="3914305"/>
                <a:ext cx="385560" cy="10486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8EFB6553-FAE3-5550-5500-3BF21407DFFE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6047462" y="3896305"/>
                  <a:ext cx="421200" cy="10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11E4D3CE-0902-DC11-D706-491A7B0A4823}"/>
                    </a:ext>
                  </a:extLst>
                </p14:cNvPr>
                <p14:cNvContentPartPr/>
                <p14:nvPr/>
              </p14:nvContentPartPr>
              <p14:xfrm>
                <a:off x="6425822" y="3850945"/>
                <a:ext cx="149400" cy="327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11E4D3CE-0902-DC11-D706-491A7B0A4823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407822" y="3832945"/>
                  <a:ext cx="185040" cy="68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C31200FB-B9D8-9067-A43B-FCFA50DE65B8}"/>
                  </a:ext>
                </a:extLst>
              </p14:cNvPr>
              <p14:cNvContentPartPr/>
              <p14:nvPr/>
            </p14:nvContentPartPr>
            <p14:xfrm>
              <a:off x="2458262" y="1551265"/>
              <a:ext cx="249480" cy="258120"/>
            </p14:xfrm>
          </p:contentPart>
        </mc:Choice>
        <mc:Fallback xmlns=""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C31200FB-B9D8-9067-A43B-FCFA50DE65B8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2440262" y="1533625"/>
                <a:ext cx="285120" cy="29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26372DA6-E4D2-2570-5B84-3A1BB879EDD8}"/>
                  </a:ext>
                </a:extLst>
              </p14:cNvPr>
              <p14:cNvContentPartPr/>
              <p14:nvPr/>
            </p14:nvContentPartPr>
            <p14:xfrm>
              <a:off x="2659142" y="1472065"/>
              <a:ext cx="170640" cy="14544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26372DA6-E4D2-2570-5B84-3A1BB879EDD8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2641502" y="1454425"/>
                <a:ext cx="206280" cy="181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F3395985-077B-265D-328F-EA4B7EF2B3A2}"/>
                  </a:ext>
                </a:extLst>
              </p14:cNvPr>
              <p14:cNvContentPartPr/>
              <p14:nvPr/>
            </p14:nvContentPartPr>
            <p14:xfrm>
              <a:off x="2957582" y="1321945"/>
              <a:ext cx="155880" cy="13500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F3395985-077B-265D-328F-EA4B7EF2B3A2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2939942" y="1304305"/>
                <a:ext cx="191520" cy="170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15FACC93-E33B-6827-F178-CF49C5F6569D}"/>
                  </a:ext>
                </a:extLst>
              </p14:cNvPr>
              <p14:cNvContentPartPr/>
              <p14:nvPr/>
            </p14:nvContentPartPr>
            <p14:xfrm>
              <a:off x="3052622" y="1254265"/>
              <a:ext cx="88200" cy="12024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15FACC93-E33B-6827-F178-CF49C5F6569D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3034622" y="1236265"/>
                <a:ext cx="123840" cy="155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B08A95FD-11A1-792E-CA2D-C19D69006E26}"/>
                  </a:ext>
                </a:extLst>
              </p14:cNvPr>
              <p14:cNvContentPartPr/>
              <p14:nvPr/>
            </p14:nvContentPartPr>
            <p14:xfrm>
              <a:off x="3142982" y="1246345"/>
              <a:ext cx="12240" cy="3024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B08A95FD-11A1-792E-CA2D-C19D69006E26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3124982" y="1228345"/>
                <a:ext cx="47880" cy="65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988208E2-0A49-C3BA-DE19-3B4415520315}"/>
                  </a:ext>
                </a:extLst>
              </p14:cNvPr>
              <p14:cNvContentPartPr/>
              <p14:nvPr/>
            </p14:nvContentPartPr>
            <p14:xfrm>
              <a:off x="3204902" y="1068145"/>
              <a:ext cx="121680" cy="165600"/>
            </p14:xfrm>
          </p:contentPart>
        </mc:Choice>
        <mc:Fallback xmlns=""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988208E2-0A49-C3BA-DE19-3B4415520315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3187262" y="1050505"/>
                <a:ext cx="157320" cy="201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68290618-F9B5-6FAB-B3AD-80A365C4B8BC}"/>
                  </a:ext>
                </a:extLst>
              </p14:cNvPr>
              <p14:cNvContentPartPr/>
              <p14:nvPr/>
            </p14:nvContentPartPr>
            <p14:xfrm>
              <a:off x="3303542" y="985345"/>
              <a:ext cx="156960" cy="13788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68290618-F9B5-6FAB-B3AD-80A365C4B8BC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3285902" y="967705"/>
                <a:ext cx="192600" cy="17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E942C9D8-F71B-D3A6-A18F-8AC9725274FB}"/>
                  </a:ext>
                </a:extLst>
              </p14:cNvPr>
              <p14:cNvContentPartPr/>
              <p14:nvPr/>
            </p14:nvContentPartPr>
            <p14:xfrm>
              <a:off x="3425942" y="864025"/>
              <a:ext cx="201960" cy="143640"/>
            </p14:xfrm>
          </p:contentPart>
        </mc:Choice>
        <mc:Fallback xmlns=""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E942C9D8-F71B-D3A6-A18F-8AC9725274FB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3407942" y="846025"/>
                <a:ext cx="237600" cy="17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F47DADC9-BD8B-B838-B3B2-E8EC81FD2B3C}"/>
                  </a:ext>
                </a:extLst>
              </p14:cNvPr>
              <p14:cNvContentPartPr/>
              <p14:nvPr/>
            </p14:nvContentPartPr>
            <p14:xfrm>
              <a:off x="3515942" y="851065"/>
              <a:ext cx="95400" cy="172080"/>
            </p14:xfrm>
          </p:contentPart>
        </mc:Choice>
        <mc:Fallback xmlns=""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F47DADC9-BD8B-B838-B3B2-E8EC81FD2B3C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3497942" y="833425"/>
                <a:ext cx="131040" cy="20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CDDF0C3D-B074-38D0-19C2-609CF666AFBB}"/>
                  </a:ext>
                </a:extLst>
              </p14:cNvPr>
              <p14:cNvContentPartPr/>
              <p14:nvPr/>
            </p14:nvContentPartPr>
            <p14:xfrm>
              <a:off x="3619982" y="735865"/>
              <a:ext cx="126720" cy="12420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CDDF0C3D-B074-38D0-19C2-609CF666AFBB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3601982" y="718225"/>
                <a:ext cx="162360" cy="15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EA21081C-49B9-081D-143E-F63D9AB67989}"/>
                  </a:ext>
                </a:extLst>
              </p14:cNvPr>
              <p14:cNvContentPartPr/>
              <p14:nvPr/>
            </p14:nvContentPartPr>
            <p14:xfrm>
              <a:off x="3806102" y="598345"/>
              <a:ext cx="106560" cy="12564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EA21081C-49B9-081D-143E-F63D9AB67989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3788102" y="580705"/>
                <a:ext cx="142200" cy="161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8F080AE6-EDD8-B59A-F497-1A161BDD8B01}"/>
                  </a:ext>
                </a:extLst>
              </p14:cNvPr>
              <p14:cNvContentPartPr/>
              <p14:nvPr/>
            </p14:nvContentPartPr>
            <p14:xfrm>
              <a:off x="3915902" y="495025"/>
              <a:ext cx="129240" cy="10188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8F080AE6-EDD8-B59A-F497-1A161BDD8B01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3898262" y="477025"/>
                <a:ext cx="164880" cy="137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6138305E-C746-0286-2D06-6E610E7205DE}"/>
                  </a:ext>
                </a:extLst>
              </p14:cNvPr>
              <p14:cNvContentPartPr/>
              <p14:nvPr/>
            </p14:nvContentPartPr>
            <p14:xfrm>
              <a:off x="4031102" y="426985"/>
              <a:ext cx="102240" cy="10152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6138305E-C746-0286-2D06-6E610E7205DE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4013102" y="409345"/>
                <a:ext cx="137880" cy="137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42E34B8D-F073-DD20-3DF5-5CF039C194FC}"/>
                  </a:ext>
                </a:extLst>
              </p14:cNvPr>
              <p14:cNvContentPartPr/>
              <p14:nvPr/>
            </p14:nvContentPartPr>
            <p14:xfrm>
              <a:off x="4194542" y="322225"/>
              <a:ext cx="9720" cy="17640"/>
            </p14:xfrm>
          </p:contentPart>
        </mc:Choice>
        <mc:Fallback xmlns=""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42E34B8D-F073-DD20-3DF5-5CF039C194FC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4176542" y="304225"/>
                <a:ext cx="45360" cy="5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62A7AC99-D0EF-D025-D601-F0F7031B0AD8}"/>
                  </a:ext>
                </a:extLst>
              </p14:cNvPr>
              <p14:cNvContentPartPr/>
              <p14:nvPr/>
            </p14:nvContentPartPr>
            <p14:xfrm>
              <a:off x="4300022" y="129625"/>
              <a:ext cx="128160" cy="127440"/>
            </p14:xfrm>
          </p:contentPart>
        </mc:Choice>
        <mc:Fallback xmlns=""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62A7AC99-D0EF-D025-D601-F0F7031B0AD8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4282022" y="111985"/>
                <a:ext cx="163800" cy="163080"/>
              </a:xfrm>
              <a:prstGeom prst="rect">
                <a:avLst/>
              </a:prstGeom>
            </p:spPr>
          </p:pic>
        </mc:Fallback>
      </mc:AlternateContent>
      <p:grpSp>
        <p:nvGrpSpPr>
          <p:cNvPr id="80" name="Group 79">
            <a:extLst>
              <a:ext uri="{FF2B5EF4-FFF2-40B4-BE49-F238E27FC236}">
                <a16:creationId xmlns:a16="http://schemas.microsoft.com/office/drawing/2014/main" id="{1F59C391-1960-9BF0-E9AA-E35D728FCDE6}"/>
              </a:ext>
            </a:extLst>
          </p:cNvPr>
          <p:cNvGrpSpPr/>
          <p:nvPr/>
        </p:nvGrpSpPr>
        <p:grpSpPr>
          <a:xfrm>
            <a:off x="4194902" y="1084345"/>
            <a:ext cx="3881880" cy="2543040"/>
            <a:chOff x="4194902" y="1084345"/>
            <a:chExt cx="3881880" cy="2543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A210DCD7-ECD7-9299-68E2-E624B34BFCA0}"/>
                    </a:ext>
                  </a:extLst>
                </p14:cNvPr>
                <p14:cNvContentPartPr/>
                <p14:nvPr/>
              </p14:nvContentPartPr>
              <p14:xfrm>
                <a:off x="4541222" y="1423465"/>
                <a:ext cx="1487160" cy="16034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A210DCD7-ECD7-9299-68E2-E624B34BFCA0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523222" y="1405465"/>
                  <a:ext cx="1522800" cy="163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4528B44A-0DFC-C9E1-DA30-DF80671D563F}"/>
                    </a:ext>
                  </a:extLst>
                </p14:cNvPr>
                <p14:cNvContentPartPr/>
                <p14:nvPr/>
              </p14:nvContentPartPr>
              <p14:xfrm>
                <a:off x="4455902" y="2241025"/>
                <a:ext cx="1666080" cy="1551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4528B44A-0DFC-C9E1-DA30-DF80671D563F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4438262" y="2223025"/>
                  <a:ext cx="170172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A2DC47E2-C59A-2859-519E-E9FB8010AC1B}"/>
                    </a:ext>
                  </a:extLst>
                </p14:cNvPr>
                <p14:cNvContentPartPr/>
                <p14:nvPr/>
              </p14:nvContentPartPr>
              <p14:xfrm>
                <a:off x="4586942" y="1985425"/>
                <a:ext cx="121320" cy="4183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A2DC47E2-C59A-2859-519E-E9FB8010AC1B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568942" y="1967425"/>
                  <a:ext cx="156960" cy="45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60528475-4A04-07F3-7D5E-0B1A20DB200B}"/>
                    </a:ext>
                  </a:extLst>
                </p14:cNvPr>
                <p14:cNvContentPartPr/>
                <p14:nvPr/>
              </p14:nvContentPartPr>
              <p14:xfrm>
                <a:off x="4588382" y="1899745"/>
                <a:ext cx="71280" cy="1443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60528475-4A04-07F3-7D5E-0B1A20DB200B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4570382" y="1882105"/>
                  <a:ext cx="10692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71D5AB7E-202B-D0FB-8CD0-B3B00A01868C}"/>
                    </a:ext>
                  </a:extLst>
                </p14:cNvPr>
                <p14:cNvContentPartPr/>
                <p14:nvPr/>
              </p14:nvContentPartPr>
              <p14:xfrm>
                <a:off x="4713662" y="1600225"/>
                <a:ext cx="134280" cy="6890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71D5AB7E-202B-D0FB-8CD0-B3B00A01868C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4696022" y="1582225"/>
                  <a:ext cx="169920" cy="72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F9675805-A694-91A4-5463-D08EC28B5D39}"/>
                    </a:ext>
                  </a:extLst>
                </p14:cNvPr>
                <p14:cNvContentPartPr/>
                <p14:nvPr/>
              </p14:nvContentPartPr>
              <p14:xfrm>
                <a:off x="4687382" y="1572145"/>
                <a:ext cx="23760" cy="928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F9675805-A694-91A4-5463-D08EC28B5D39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4669382" y="1554505"/>
                  <a:ext cx="5940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2D28C847-DD2E-C89B-F05F-7A81EFBCF260}"/>
                    </a:ext>
                  </a:extLst>
                </p14:cNvPr>
                <p14:cNvContentPartPr/>
                <p14:nvPr/>
              </p14:nvContentPartPr>
              <p14:xfrm>
                <a:off x="4844702" y="1468105"/>
                <a:ext cx="164160" cy="901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2D28C847-DD2E-C89B-F05F-7A81EFBCF260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4827062" y="1450465"/>
                  <a:ext cx="199800" cy="9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76A4CEEE-0C8A-3A7A-923F-63B3FAB74FDF}"/>
                    </a:ext>
                  </a:extLst>
                </p14:cNvPr>
                <p14:cNvContentPartPr/>
                <p14:nvPr/>
              </p14:nvContentPartPr>
              <p14:xfrm>
                <a:off x="4786382" y="1440745"/>
                <a:ext cx="86400" cy="1332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76A4CEEE-0C8A-3A7A-923F-63B3FAB74FDF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4768382" y="1423105"/>
                  <a:ext cx="12204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AEC06797-3E44-2082-CCA1-568A44CD05AC}"/>
                    </a:ext>
                  </a:extLst>
                </p14:cNvPr>
                <p14:cNvContentPartPr/>
                <p14:nvPr/>
              </p14:nvContentPartPr>
              <p14:xfrm>
                <a:off x="5083742" y="1883545"/>
                <a:ext cx="30960" cy="3870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AEC06797-3E44-2082-CCA1-568A44CD05AC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5065742" y="1865545"/>
                  <a:ext cx="66600" cy="42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77F32198-615F-0634-D78C-F4359B38FDD4}"/>
                    </a:ext>
                  </a:extLst>
                </p14:cNvPr>
                <p14:cNvContentPartPr/>
                <p14:nvPr/>
              </p14:nvContentPartPr>
              <p14:xfrm>
                <a:off x="5042702" y="1879945"/>
                <a:ext cx="73800" cy="4039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77F32198-615F-0634-D78C-F4359B38FDD4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5025062" y="1862305"/>
                  <a:ext cx="109440" cy="43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1F569FA6-DF37-1DCC-4B1E-C970E3576637}"/>
                    </a:ext>
                  </a:extLst>
                </p14:cNvPr>
                <p14:cNvContentPartPr/>
                <p14:nvPr/>
              </p14:nvContentPartPr>
              <p14:xfrm>
                <a:off x="5345462" y="2325985"/>
                <a:ext cx="48960" cy="2793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1F569FA6-DF37-1DCC-4B1E-C970E357663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5327822" y="2308345"/>
                  <a:ext cx="84600" cy="31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C575BA8D-CAE4-363A-137C-212C47287A04}"/>
                    </a:ext>
                  </a:extLst>
                </p14:cNvPr>
                <p14:cNvContentPartPr/>
                <p14:nvPr/>
              </p14:nvContentPartPr>
              <p14:xfrm>
                <a:off x="5349422" y="2606065"/>
                <a:ext cx="46440" cy="835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C575BA8D-CAE4-363A-137C-212C47287A04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5331422" y="2588065"/>
                  <a:ext cx="8208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018DC877-E31C-FA49-5312-8B40C141B2C7}"/>
                    </a:ext>
                  </a:extLst>
                </p14:cNvPr>
                <p14:cNvContentPartPr/>
                <p14:nvPr/>
              </p14:nvContentPartPr>
              <p14:xfrm>
                <a:off x="5552462" y="2262625"/>
                <a:ext cx="41040" cy="7419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018DC877-E31C-FA49-5312-8B40C141B2C7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534822" y="2244625"/>
                  <a:ext cx="76680" cy="77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09A8F5C-0AD2-D79A-25C2-8B4C0FD9B82F}"/>
                    </a:ext>
                  </a:extLst>
                </p14:cNvPr>
                <p14:cNvContentPartPr/>
                <p14:nvPr/>
              </p14:nvContentPartPr>
              <p14:xfrm>
                <a:off x="5509622" y="2830705"/>
                <a:ext cx="71280" cy="986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09A8F5C-0AD2-D79A-25C2-8B4C0FD9B82F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5491622" y="2813065"/>
                  <a:ext cx="10692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A23F8D4C-5509-161A-C6C9-085D0A5FA65F}"/>
                    </a:ext>
                  </a:extLst>
                </p14:cNvPr>
                <p14:cNvContentPartPr/>
                <p14:nvPr/>
              </p14:nvContentPartPr>
              <p14:xfrm>
                <a:off x="5696102" y="2315185"/>
                <a:ext cx="90000" cy="4784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A23F8D4C-5509-161A-C6C9-085D0A5FA65F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5678462" y="2297185"/>
                  <a:ext cx="125640" cy="51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1552C006-CA32-78D2-02D5-DDC1E04868A7}"/>
                    </a:ext>
                  </a:extLst>
                </p14:cNvPr>
                <p14:cNvContentPartPr/>
                <p14:nvPr/>
              </p14:nvContentPartPr>
              <p14:xfrm>
                <a:off x="5720942" y="2684545"/>
                <a:ext cx="75240" cy="885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1552C006-CA32-78D2-02D5-DDC1E04868A7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5703302" y="2666905"/>
                  <a:ext cx="11088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801A4D33-DC11-9362-8964-C0CB0F06B795}"/>
                    </a:ext>
                  </a:extLst>
                </p14:cNvPr>
                <p14:cNvContentPartPr/>
                <p14:nvPr/>
              </p14:nvContentPartPr>
              <p14:xfrm>
                <a:off x="4194902" y="3394465"/>
                <a:ext cx="148320" cy="2329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801A4D33-DC11-9362-8964-C0CB0F06B795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4177262" y="3376825"/>
                  <a:ext cx="18396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5DE3424B-C353-2DF0-37EC-0C288D71D410}"/>
                    </a:ext>
                  </a:extLst>
                </p14:cNvPr>
                <p14:cNvContentPartPr/>
                <p14:nvPr/>
              </p14:nvContentPartPr>
              <p14:xfrm>
                <a:off x="4266182" y="3399505"/>
                <a:ext cx="118080" cy="14760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5DE3424B-C353-2DF0-37EC-0C288D71D410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4248542" y="3381865"/>
                  <a:ext cx="15372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4375FC41-D611-FD74-7E46-D75356962922}"/>
                    </a:ext>
                  </a:extLst>
                </p14:cNvPr>
                <p14:cNvContentPartPr/>
                <p14:nvPr/>
              </p14:nvContentPartPr>
              <p14:xfrm>
                <a:off x="4428182" y="3446305"/>
                <a:ext cx="70200" cy="1058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4375FC41-D611-FD74-7E46-D75356962922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4410542" y="3428665"/>
                  <a:ext cx="10584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46F947CE-666B-E706-4F4D-09AD8D1E02DC}"/>
                    </a:ext>
                  </a:extLst>
                </p14:cNvPr>
                <p14:cNvContentPartPr/>
                <p14:nvPr/>
              </p14:nvContentPartPr>
              <p14:xfrm>
                <a:off x="4392902" y="3365665"/>
                <a:ext cx="42840" cy="2664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46F947CE-666B-E706-4F4D-09AD8D1E02DC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4375262" y="3348025"/>
                  <a:ext cx="7848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C7F2658A-1C9B-F430-40CE-E883CC54396F}"/>
                    </a:ext>
                  </a:extLst>
                </p14:cNvPr>
                <p14:cNvContentPartPr/>
                <p14:nvPr/>
              </p14:nvContentPartPr>
              <p14:xfrm>
                <a:off x="4521422" y="3283945"/>
                <a:ext cx="200160" cy="1594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C7F2658A-1C9B-F430-40CE-E883CC54396F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4503422" y="3266305"/>
                  <a:ext cx="23580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9A58FD1B-8749-2F30-7C52-1BFE646E9EAD}"/>
                    </a:ext>
                  </a:extLst>
                </p14:cNvPr>
                <p14:cNvContentPartPr/>
                <p14:nvPr/>
              </p14:nvContentPartPr>
              <p14:xfrm>
                <a:off x="4609622" y="3135265"/>
                <a:ext cx="200160" cy="1375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9A58FD1B-8749-2F30-7C52-1BFE646E9EAD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4591982" y="3117625"/>
                  <a:ext cx="2358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8BC4D1C3-BFA9-4845-6A93-383F86BE5C82}"/>
                    </a:ext>
                  </a:extLst>
                </p14:cNvPr>
                <p14:cNvContentPartPr/>
                <p14:nvPr/>
              </p14:nvContentPartPr>
              <p14:xfrm>
                <a:off x="4897982" y="3111145"/>
                <a:ext cx="97560" cy="849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8BC4D1C3-BFA9-4845-6A93-383F86BE5C8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4880342" y="3093505"/>
                  <a:ext cx="13320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CE1F33D1-025F-10BF-50B7-D15CA53B8A54}"/>
                    </a:ext>
                  </a:extLst>
                </p14:cNvPr>
                <p14:cNvContentPartPr/>
                <p14:nvPr/>
              </p14:nvContentPartPr>
              <p14:xfrm>
                <a:off x="4988342" y="2974345"/>
                <a:ext cx="112680" cy="1533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CE1F33D1-025F-10BF-50B7-D15CA53B8A54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4970702" y="2956705"/>
                  <a:ext cx="14832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CD057812-D760-6E78-D603-8A0EB3415ABD}"/>
                    </a:ext>
                  </a:extLst>
                </p14:cNvPr>
                <p14:cNvContentPartPr/>
                <p14:nvPr/>
              </p14:nvContentPartPr>
              <p14:xfrm>
                <a:off x="4708982" y="3109705"/>
                <a:ext cx="97920" cy="774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CD057812-D760-6E78-D603-8A0EB3415ABD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4690982" y="3091705"/>
                  <a:ext cx="13356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7EBA6EDB-3D80-6349-C0A9-409BC6139122}"/>
                    </a:ext>
                  </a:extLst>
                </p14:cNvPr>
                <p14:cNvContentPartPr/>
                <p14:nvPr/>
              </p14:nvContentPartPr>
              <p14:xfrm>
                <a:off x="5447342" y="2407705"/>
                <a:ext cx="1040760" cy="95256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7EBA6EDB-3D80-6349-C0A9-409BC6139122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5429342" y="2390065"/>
                  <a:ext cx="1076400" cy="9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D9E423B3-C86B-8D54-71E2-4866453E25AF}"/>
                    </a:ext>
                  </a:extLst>
                </p14:cNvPr>
                <p14:cNvContentPartPr/>
                <p14:nvPr/>
              </p14:nvContentPartPr>
              <p14:xfrm>
                <a:off x="6362102" y="2366305"/>
                <a:ext cx="198360" cy="1069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D9E423B3-C86B-8D54-71E2-4866453E25AF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6344462" y="2348305"/>
                  <a:ext cx="23400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2D052775-B3A5-E4E9-29F2-87B7058748A0}"/>
                    </a:ext>
                  </a:extLst>
                </p14:cNvPr>
                <p14:cNvContentPartPr/>
                <p14:nvPr/>
              </p14:nvContentPartPr>
              <p14:xfrm>
                <a:off x="6707702" y="2072185"/>
                <a:ext cx="117000" cy="1659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2D052775-B3A5-E4E9-29F2-87B7058748A0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6689702" y="2054185"/>
                  <a:ext cx="15264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004D12C1-5EE1-9117-2F5E-441231793BAF}"/>
                    </a:ext>
                  </a:extLst>
                </p14:cNvPr>
                <p14:cNvContentPartPr/>
                <p14:nvPr/>
              </p14:nvContentPartPr>
              <p14:xfrm>
                <a:off x="6915782" y="1951585"/>
                <a:ext cx="64080" cy="867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004D12C1-5EE1-9117-2F5E-441231793BAF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6897782" y="1933945"/>
                  <a:ext cx="9972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9E1E492-71FB-3D66-D752-1FFE241DBEC0}"/>
                    </a:ext>
                  </a:extLst>
                </p14:cNvPr>
                <p14:cNvContentPartPr/>
                <p14:nvPr/>
              </p14:nvContentPartPr>
              <p14:xfrm>
                <a:off x="6608342" y="2157505"/>
                <a:ext cx="78840" cy="1508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9E1E492-71FB-3D66-D752-1FFE241DBEC0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6590342" y="2139865"/>
                  <a:ext cx="11448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F4670E9B-8795-433C-BD99-EF75BD9CF7FB}"/>
                    </a:ext>
                  </a:extLst>
                </p14:cNvPr>
                <p14:cNvContentPartPr/>
                <p14:nvPr/>
              </p14:nvContentPartPr>
              <p14:xfrm>
                <a:off x="7044302" y="1825225"/>
                <a:ext cx="84960" cy="13608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F4670E9B-8795-433C-BD99-EF75BD9CF7FB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026302" y="1807225"/>
                  <a:ext cx="12060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3659CB06-4969-B2F8-2EE3-900D7392A243}"/>
                    </a:ext>
                  </a:extLst>
                </p14:cNvPr>
                <p14:cNvContentPartPr/>
                <p14:nvPr/>
              </p14:nvContentPartPr>
              <p14:xfrm>
                <a:off x="7172462" y="1744945"/>
                <a:ext cx="91080" cy="12168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3659CB06-4969-B2F8-2EE3-900D7392A243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7154462" y="1727305"/>
                  <a:ext cx="12672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7094A132-49D6-BB22-32C5-0AA5FD2B6C69}"/>
                    </a:ext>
                  </a:extLst>
                </p14:cNvPr>
                <p14:cNvContentPartPr/>
                <p14:nvPr/>
              </p14:nvContentPartPr>
              <p14:xfrm>
                <a:off x="7282262" y="1647025"/>
                <a:ext cx="103320" cy="1994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7094A132-49D6-BB22-32C5-0AA5FD2B6C69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7264262" y="1629025"/>
                  <a:ext cx="13896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E11C6915-35D5-9E2A-B4DD-83598C77C7D2}"/>
                    </a:ext>
                  </a:extLst>
                </p14:cNvPr>
                <p14:cNvContentPartPr/>
                <p14:nvPr/>
              </p14:nvContentPartPr>
              <p14:xfrm>
                <a:off x="7418702" y="1580065"/>
                <a:ext cx="55800" cy="12564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E11C6915-35D5-9E2A-B4DD-83598C77C7D2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7401062" y="1562425"/>
                  <a:ext cx="9144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BDC8C77C-F239-E405-47A1-F7496F775B9D}"/>
                    </a:ext>
                  </a:extLst>
                </p14:cNvPr>
                <p14:cNvContentPartPr/>
                <p14:nvPr/>
              </p14:nvContentPartPr>
              <p14:xfrm>
                <a:off x="7540022" y="1442185"/>
                <a:ext cx="89640" cy="1598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BDC8C77C-F239-E405-47A1-F7496F775B9D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7522022" y="1424185"/>
                  <a:ext cx="12528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A3EC149C-3B78-11ED-EEF3-6EE2058823B8}"/>
                    </a:ext>
                  </a:extLst>
                </p14:cNvPr>
                <p14:cNvContentPartPr/>
                <p14:nvPr/>
              </p14:nvContentPartPr>
              <p14:xfrm>
                <a:off x="7682942" y="1357225"/>
                <a:ext cx="104400" cy="10476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A3EC149C-3B78-11ED-EEF3-6EE2058823B8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7665302" y="1339585"/>
                  <a:ext cx="14004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17FE3108-C8A3-B221-A7D4-C29F5A027A64}"/>
                    </a:ext>
                  </a:extLst>
                </p14:cNvPr>
                <p14:cNvContentPartPr/>
                <p14:nvPr/>
              </p14:nvContentPartPr>
              <p14:xfrm>
                <a:off x="7850702" y="1218265"/>
                <a:ext cx="61560" cy="10728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17FE3108-C8A3-B221-A7D4-C29F5A027A64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7833062" y="1200265"/>
                  <a:ext cx="9720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9AC0D8B2-A000-0C64-FA02-6F3CAD8A3B76}"/>
                    </a:ext>
                  </a:extLst>
                </p14:cNvPr>
                <p14:cNvContentPartPr/>
                <p14:nvPr/>
              </p14:nvContentPartPr>
              <p14:xfrm>
                <a:off x="6471902" y="2095585"/>
                <a:ext cx="87120" cy="8316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9AC0D8B2-A000-0C64-FA02-6F3CAD8A3B76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6453902" y="2077945"/>
                  <a:ext cx="12276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FF29AA5-D380-A9AC-EE72-AE562132B13F}"/>
                    </a:ext>
                  </a:extLst>
                </p14:cNvPr>
                <p14:cNvContentPartPr/>
                <p14:nvPr/>
              </p14:nvContentPartPr>
              <p14:xfrm>
                <a:off x="6479102" y="2209705"/>
                <a:ext cx="303840" cy="28152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FF29AA5-D380-A9AC-EE72-AE562132B13F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461462" y="2191705"/>
                  <a:ext cx="33948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EDBB9106-D5A1-4A36-F436-32E01F3A5A48}"/>
                    </a:ext>
                  </a:extLst>
                </p14:cNvPr>
                <p14:cNvContentPartPr/>
                <p14:nvPr/>
              </p14:nvContentPartPr>
              <p14:xfrm>
                <a:off x="7789862" y="1084345"/>
                <a:ext cx="286920" cy="33624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EDBB9106-D5A1-4A36-F436-32E01F3A5A48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7771862" y="1066345"/>
                  <a:ext cx="322560" cy="3718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6538427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BC294B-18B8-1E33-2F33-0D5417E7F7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E6887C-0FE0-4C70-D926-80CA957E37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21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diagram of a circuit&#10;&#10;Description automatically generated">
            <a:extLst>
              <a:ext uri="{FF2B5EF4-FFF2-40B4-BE49-F238E27FC236}">
                <a16:creationId xmlns:a16="http://schemas.microsoft.com/office/drawing/2014/main" id="{5B79AA24-5330-4627-9CFC-725E1DB97F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4422" y="2010727"/>
            <a:ext cx="3419475" cy="2105025"/>
          </a:xfrm>
          <a:prstGeom prst="rect">
            <a:avLst/>
          </a:prstGeom>
        </p:spPr>
      </p:pic>
      <p:pic>
        <p:nvPicPr>
          <p:cNvPr id="8" name="Picture 7" descr="A black screen with blue text&#10;&#10;Description automatically generated">
            <a:extLst>
              <a:ext uri="{FF2B5EF4-FFF2-40B4-BE49-F238E27FC236}">
                <a16:creationId xmlns:a16="http://schemas.microsoft.com/office/drawing/2014/main" id="{86EBF750-11F1-9441-9F19-678961C6698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9350" y="1155921"/>
            <a:ext cx="4286250" cy="480060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E77B9627-7913-7E89-40DB-DE335625DD5D}"/>
                  </a:ext>
                </a:extLst>
              </p14:cNvPr>
              <p14:cNvContentPartPr/>
              <p14:nvPr/>
            </p14:nvContentPartPr>
            <p14:xfrm>
              <a:off x="4677302" y="691585"/>
              <a:ext cx="153720" cy="489132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E77B9627-7913-7E89-40DB-DE335625DD5D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659302" y="673945"/>
                <a:ext cx="189360" cy="4926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2A15782F-3FE9-07A1-AB21-76C197FD4E4A}"/>
                  </a:ext>
                </a:extLst>
              </p14:cNvPr>
              <p14:cNvContentPartPr/>
              <p14:nvPr/>
            </p14:nvContentPartPr>
            <p14:xfrm>
              <a:off x="5334662" y="954745"/>
              <a:ext cx="18720" cy="26748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2A15782F-3FE9-07A1-AB21-76C197FD4E4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317022" y="936745"/>
                <a:ext cx="54360" cy="303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EFEA2AF4-5540-B4E3-0DAD-5626B95A488B}"/>
                  </a:ext>
                </a:extLst>
              </p14:cNvPr>
              <p14:cNvContentPartPr/>
              <p14:nvPr/>
            </p14:nvContentPartPr>
            <p14:xfrm>
              <a:off x="5317742" y="806785"/>
              <a:ext cx="5400" cy="5544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EFEA2AF4-5540-B4E3-0DAD-5626B95A488B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299742" y="789145"/>
                <a:ext cx="41040" cy="91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1D137522-0B41-13D6-FBD8-696949269724}"/>
                  </a:ext>
                </a:extLst>
              </p14:cNvPr>
              <p14:cNvContentPartPr/>
              <p14:nvPr/>
            </p14:nvContentPartPr>
            <p14:xfrm>
              <a:off x="5440142" y="961945"/>
              <a:ext cx="167760" cy="15408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1D137522-0B41-13D6-FBD8-696949269724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5422142" y="944305"/>
                <a:ext cx="203400" cy="189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A24746CC-7E0C-5FD0-F6F0-59D537217C8F}"/>
                  </a:ext>
                </a:extLst>
              </p14:cNvPr>
              <p14:cNvContentPartPr/>
              <p14:nvPr/>
            </p14:nvContentPartPr>
            <p14:xfrm>
              <a:off x="5702942" y="894265"/>
              <a:ext cx="96120" cy="18036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A24746CC-7E0C-5FD0-F6F0-59D537217C8F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5685302" y="876265"/>
                <a:ext cx="13176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6A747577-775E-1A3F-ECCC-29DC1D526CF9}"/>
                  </a:ext>
                </a:extLst>
              </p14:cNvPr>
              <p14:cNvContentPartPr/>
              <p14:nvPr/>
            </p14:nvContentPartPr>
            <p14:xfrm>
              <a:off x="5847662" y="899305"/>
              <a:ext cx="144000" cy="17388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6A747577-775E-1A3F-ECCC-29DC1D526CF9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5830022" y="881665"/>
                <a:ext cx="179640" cy="209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602ABA76-09A4-BFBA-4CA0-8C4479B3C8A6}"/>
                  </a:ext>
                </a:extLst>
              </p14:cNvPr>
              <p14:cNvContentPartPr/>
              <p14:nvPr/>
            </p14:nvContentPartPr>
            <p14:xfrm>
              <a:off x="6070862" y="817945"/>
              <a:ext cx="112680" cy="22068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602ABA76-09A4-BFBA-4CA0-8C4479B3C8A6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6052862" y="799945"/>
                <a:ext cx="148320" cy="25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90AB252B-AC6D-AEF8-64A1-6F0DBC04DE28}"/>
                  </a:ext>
                </a:extLst>
              </p14:cNvPr>
              <p14:cNvContentPartPr/>
              <p14:nvPr/>
            </p14:nvContentPartPr>
            <p14:xfrm>
              <a:off x="6348062" y="739465"/>
              <a:ext cx="66240" cy="32292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90AB252B-AC6D-AEF8-64A1-6F0DBC04DE28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6330062" y="721825"/>
                <a:ext cx="101880" cy="35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AB1AE121-6FAC-48C3-6B0B-8760709625B5}"/>
                  </a:ext>
                </a:extLst>
              </p14:cNvPr>
              <p14:cNvContentPartPr/>
              <p14:nvPr/>
            </p14:nvContentPartPr>
            <p14:xfrm>
              <a:off x="6353462" y="864025"/>
              <a:ext cx="145080" cy="4716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AB1AE121-6FAC-48C3-6B0B-8760709625B5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6335462" y="846385"/>
                <a:ext cx="180720" cy="8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B54EEFB7-FBBF-BCA0-601D-F95ED70F2004}"/>
                  </a:ext>
                </a:extLst>
              </p14:cNvPr>
              <p14:cNvContentPartPr/>
              <p14:nvPr/>
            </p14:nvContentPartPr>
            <p14:xfrm>
              <a:off x="6507542" y="736225"/>
              <a:ext cx="76680" cy="35280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B54EEFB7-FBBF-BCA0-601D-F95ED70F2004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6489542" y="718585"/>
                <a:ext cx="112320" cy="388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8405F9DC-9BA1-0525-6B3D-67D6DC3A3C57}"/>
                  </a:ext>
                </a:extLst>
              </p14:cNvPr>
              <p14:cNvContentPartPr/>
              <p14:nvPr/>
            </p14:nvContentPartPr>
            <p14:xfrm>
              <a:off x="6674222" y="850705"/>
              <a:ext cx="200520" cy="15552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8405F9DC-9BA1-0525-6B3D-67D6DC3A3C57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656582" y="833065"/>
                <a:ext cx="236160" cy="19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B5802759-D8D9-0127-031E-91ACD29352C2}"/>
                  </a:ext>
                </a:extLst>
              </p14:cNvPr>
              <p14:cNvContentPartPr/>
              <p14:nvPr/>
            </p14:nvContentPartPr>
            <p14:xfrm>
              <a:off x="6929102" y="794185"/>
              <a:ext cx="107640" cy="47952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B5802759-D8D9-0127-031E-91ACD29352C2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6911462" y="776545"/>
                <a:ext cx="143280" cy="515160"/>
              </a:xfrm>
              <a:prstGeom prst="rect">
                <a:avLst/>
              </a:prstGeom>
            </p:spPr>
          </p:pic>
        </mc:Fallback>
      </mc:AlternateContent>
      <p:grpSp>
        <p:nvGrpSpPr>
          <p:cNvPr id="42" name="Group 41">
            <a:extLst>
              <a:ext uri="{FF2B5EF4-FFF2-40B4-BE49-F238E27FC236}">
                <a16:creationId xmlns:a16="http://schemas.microsoft.com/office/drawing/2014/main" id="{1659B03F-2957-9602-38CB-EA88F3AC0AC4}"/>
              </a:ext>
            </a:extLst>
          </p:cNvPr>
          <p:cNvGrpSpPr/>
          <p:nvPr/>
        </p:nvGrpSpPr>
        <p:grpSpPr>
          <a:xfrm>
            <a:off x="5150342" y="1452985"/>
            <a:ext cx="2741400" cy="1123920"/>
            <a:chOff x="5150342" y="1452985"/>
            <a:chExt cx="2741400" cy="1123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34D120D4-5D91-A11B-0FF8-BC4A0E94689A}"/>
                    </a:ext>
                  </a:extLst>
                </p14:cNvPr>
                <p14:cNvContentPartPr/>
                <p14:nvPr/>
              </p14:nvContentPartPr>
              <p14:xfrm>
                <a:off x="5150342" y="1879225"/>
                <a:ext cx="170280" cy="3484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34D120D4-5D91-A11B-0FF8-BC4A0E94689A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5132342" y="1861585"/>
                  <a:ext cx="205920" cy="38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BC609A24-299D-DEF2-3CB0-BC99293F4852}"/>
                    </a:ext>
                  </a:extLst>
                </p14:cNvPr>
                <p14:cNvContentPartPr/>
                <p14:nvPr/>
              </p14:nvContentPartPr>
              <p14:xfrm>
                <a:off x="5468942" y="2100625"/>
                <a:ext cx="67320" cy="1339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BC609A24-299D-DEF2-3CB0-BC99293F4852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5450942" y="2082625"/>
                  <a:ext cx="10296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7DDE56C8-D445-CEA2-EC86-C917F6E7B1DA}"/>
                    </a:ext>
                  </a:extLst>
                </p14:cNvPr>
                <p14:cNvContentPartPr/>
                <p14:nvPr/>
              </p14:nvContentPartPr>
              <p14:xfrm>
                <a:off x="5608982" y="2065345"/>
                <a:ext cx="164160" cy="1170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7DDE56C8-D445-CEA2-EC86-C917F6E7B1DA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5591342" y="2047705"/>
                  <a:ext cx="19980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D0872ACD-DF27-BEB7-6AE0-CB598B8ABC1A}"/>
                    </a:ext>
                  </a:extLst>
                </p14:cNvPr>
                <p14:cNvContentPartPr/>
                <p14:nvPr/>
              </p14:nvContentPartPr>
              <p14:xfrm>
                <a:off x="5827862" y="1968145"/>
                <a:ext cx="81000" cy="2314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D0872ACD-DF27-BEB7-6AE0-CB598B8ABC1A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5810222" y="1950145"/>
                  <a:ext cx="11664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0EC09EC7-AC49-EDD2-E028-D75B64686CEC}"/>
                    </a:ext>
                  </a:extLst>
                </p14:cNvPr>
                <p14:cNvContentPartPr/>
                <p14:nvPr/>
              </p14:nvContentPartPr>
              <p14:xfrm>
                <a:off x="5847662" y="1965985"/>
                <a:ext cx="348840" cy="1249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0EC09EC7-AC49-EDD2-E028-D75B64686CEC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5829662" y="1948345"/>
                  <a:ext cx="38448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0E3910F5-850A-FDF6-346E-348E374363A3}"/>
                    </a:ext>
                  </a:extLst>
                </p14:cNvPr>
                <p14:cNvContentPartPr/>
                <p14:nvPr/>
              </p14:nvContentPartPr>
              <p14:xfrm>
                <a:off x="6159782" y="1990105"/>
                <a:ext cx="107280" cy="705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0E3910F5-850A-FDF6-346E-348E374363A3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6142142" y="1972465"/>
                  <a:ext cx="14292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0DD6FC2-B0A9-FE5D-6AE5-1A1898D9F5ED}"/>
                    </a:ext>
                  </a:extLst>
                </p14:cNvPr>
                <p14:cNvContentPartPr/>
                <p14:nvPr/>
              </p14:nvContentPartPr>
              <p14:xfrm>
                <a:off x="6327182" y="1710025"/>
                <a:ext cx="144360" cy="658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0DD6FC2-B0A9-FE5D-6AE5-1A1898D9F5ED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6309542" y="1692025"/>
                  <a:ext cx="18000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D832CA29-04E4-7C31-2DC8-18EDF1F1F631}"/>
                    </a:ext>
                  </a:extLst>
                </p14:cNvPr>
                <p14:cNvContentPartPr/>
                <p14:nvPr/>
              </p14:nvContentPartPr>
              <p14:xfrm>
                <a:off x="6586382" y="1452985"/>
                <a:ext cx="109440" cy="4096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D832CA29-04E4-7C31-2DC8-18EDF1F1F631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6568742" y="1434985"/>
                  <a:ext cx="145080" cy="44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B93C19C5-80E8-3D2E-1A81-F2091252CE44}"/>
                    </a:ext>
                  </a:extLst>
                </p14:cNvPr>
                <p14:cNvContentPartPr/>
                <p14:nvPr/>
              </p14:nvContentPartPr>
              <p14:xfrm>
                <a:off x="6592142" y="1527145"/>
                <a:ext cx="207720" cy="1908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B93C19C5-80E8-3D2E-1A81-F2091252CE44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6574502" y="1509505"/>
                  <a:ext cx="24336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BD3FBF0B-BA21-DD50-E1C0-4110531EB91F}"/>
                    </a:ext>
                  </a:extLst>
                </p14:cNvPr>
                <p14:cNvContentPartPr/>
                <p14:nvPr/>
              </p14:nvContentPartPr>
              <p14:xfrm>
                <a:off x="6856742" y="1579705"/>
                <a:ext cx="70200" cy="2595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BD3FBF0B-BA21-DD50-E1C0-4110531EB91F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6839102" y="1561705"/>
                  <a:ext cx="105840" cy="29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31278A10-5DEB-4A39-820B-034DB23A9606}"/>
                    </a:ext>
                  </a:extLst>
                </p14:cNvPr>
                <p14:cNvContentPartPr/>
                <p14:nvPr/>
              </p14:nvContentPartPr>
              <p14:xfrm>
                <a:off x="6866102" y="1678345"/>
                <a:ext cx="136440" cy="921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31278A10-5DEB-4A39-820B-034DB23A9606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6848102" y="1660345"/>
                  <a:ext cx="17208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AA73324-E8DC-639D-9658-EEA95D3B662E}"/>
                    </a:ext>
                  </a:extLst>
                </p14:cNvPr>
                <p14:cNvContentPartPr/>
                <p14:nvPr/>
              </p14:nvContentPartPr>
              <p14:xfrm>
                <a:off x="6411422" y="1882465"/>
                <a:ext cx="751320" cy="1458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AA73324-E8DC-639D-9658-EEA95D3B662E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6393422" y="1864465"/>
                  <a:ext cx="78696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19F5D6FD-E9B9-7655-DA4B-FC7553301D36}"/>
                    </a:ext>
                  </a:extLst>
                </p14:cNvPr>
                <p14:cNvContentPartPr/>
                <p14:nvPr/>
              </p14:nvContentPartPr>
              <p14:xfrm>
                <a:off x="6619502" y="2263345"/>
                <a:ext cx="99720" cy="3135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19F5D6FD-E9B9-7655-DA4B-FC7553301D36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6601502" y="2245345"/>
                  <a:ext cx="135360" cy="34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E9AEA5AE-1A2F-4B15-5091-B0C9E62755ED}"/>
                    </a:ext>
                  </a:extLst>
                </p14:cNvPr>
                <p14:cNvContentPartPr/>
                <p14:nvPr/>
              </p14:nvContentPartPr>
              <p14:xfrm>
                <a:off x="6618062" y="2179105"/>
                <a:ext cx="376920" cy="2635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E9AEA5AE-1A2F-4B15-5091-B0C9E62755ED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6600062" y="2161465"/>
                  <a:ext cx="412560" cy="29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C288CA17-C1CC-56BC-C62C-72281FFDB698}"/>
                    </a:ext>
                  </a:extLst>
                </p14:cNvPr>
                <p14:cNvContentPartPr/>
                <p14:nvPr/>
              </p14:nvContentPartPr>
              <p14:xfrm>
                <a:off x="6241142" y="1455865"/>
                <a:ext cx="304920" cy="93996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C288CA17-C1CC-56BC-C62C-72281FFDB698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6223502" y="1437865"/>
                  <a:ext cx="340560" cy="9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CB6800BB-DAF4-B18A-2B53-847AE962D391}"/>
                    </a:ext>
                  </a:extLst>
                </p14:cNvPr>
                <p14:cNvContentPartPr/>
                <p14:nvPr/>
              </p14:nvContentPartPr>
              <p14:xfrm>
                <a:off x="7120622" y="1540105"/>
                <a:ext cx="106920" cy="5634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CB6800BB-DAF4-B18A-2B53-847AE962D391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7102982" y="1522105"/>
                  <a:ext cx="142560" cy="59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2F7416A9-B549-463C-697A-EEC3C6C30988}"/>
                    </a:ext>
                  </a:extLst>
                </p14:cNvPr>
                <p14:cNvContentPartPr/>
                <p14:nvPr/>
              </p14:nvContentPartPr>
              <p14:xfrm>
                <a:off x="7389902" y="1814065"/>
                <a:ext cx="156240" cy="2026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2F7416A9-B549-463C-697A-EEC3C6C30988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7371902" y="1796065"/>
                  <a:ext cx="191880" cy="23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39F1D1ED-D65C-E8ED-0E9F-196A2BB12C23}"/>
                    </a:ext>
                  </a:extLst>
                </p14:cNvPr>
                <p14:cNvContentPartPr/>
                <p14:nvPr/>
              </p14:nvContentPartPr>
              <p14:xfrm>
                <a:off x="7624262" y="1832425"/>
                <a:ext cx="21960" cy="2289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39F1D1ED-D65C-E8ED-0E9F-196A2BB12C23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7606262" y="1814425"/>
                  <a:ext cx="57600" cy="26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6E1DE732-7FE6-E325-6CC7-41086E71D01F}"/>
                    </a:ext>
                  </a:extLst>
                </p14:cNvPr>
                <p14:cNvContentPartPr/>
                <p14:nvPr/>
              </p14:nvContentPartPr>
              <p14:xfrm>
                <a:off x="7593302" y="1679065"/>
                <a:ext cx="182160" cy="3002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6E1DE732-7FE6-E325-6CC7-41086E71D01F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7575302" y="1661425"/>
                  <a:ext cx="217800" cy="33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3DDFE677-F6DC-453E-1386-BB89FA67B20A}"/>
                    </a:ext>
                  </a:extLst>
                </p14:cNvPr>
                <p14:cNvContentPartPr/>
                <p14:nvPr/>
              </p14:nvContentPartPr>
              <p14:xfrm>
                <a:off x="7775102" y="1856185"/>
                <a:ext cx="116640" cy="1569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3DDFE677-F6DC-453E-1386-BB89FA67B20A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7757102" y="1838185"/>
                  <a:ext cx="152280" cy="192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C84BFE9D-A59A-E658-3F09-9AC36C6A0407}"/>
              </a:ext>
            </a:extLst>
          </p:cNvPr>
          <p:cNvGrpSpPr/>
          <p:nvPr/>
        </p:nvGrpSpPr>
        <p:grpSpPr>
          <a:xfrm>
            <a:off x="6165182" y="2983705"/>
            <a:ext cx="540360" cy="731520"/>
            <a:chOff x="6165182" y="2983705"/>
            <a:chExt cx="540360" cy="731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FE1E6830-A6C4-63B1-5ADD-53304CF1968E}"/>
                    </a:ext>
                  </a:extLst>
                </p14:cNvPr>
                <p14:cNvContentPartPr/>
                <p14:nvPr/>
              </p14:nvContentPartPr>
              <p14:xfrm>
                <a:off x="6165182" y="3327865"/>
                <a:ext cx="96120" cy="309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FE1E6830-A6C4-63B1-5ADD-53304CF1968E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6147542" y="3310225"/>
                  <a:ext cx="13176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D44D3381-4B86-F06F-8703-D334C19A812A}"/>
                    </a:ext>
                  </a:extLst>
                </p14:cNvPr>
                <p14:cNvContentPartPr/>
                <p14:nvPr/>
              </p14:nvContentPartPr>
              <p14:xfrm>
                <a:off x="6242582" y="3419665"/>
                <a:ext cx="93600" cy="514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D44D3381-4B86-F06F-8703-D334C19A812A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6224582" y="3402025"/>
                  <a:ext cx="12924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7EAEEFCD-416A-6A23-ED08-9D4DDD323448}"/>
                    </a:ext>
                  </a:extLst>
                </p14:cNvPr>
                <p14:cNvContentPartPr/>
                <p14:nvPr/>
              </p14:nvContentPartPr>
              <p14:xfrm>
                <a:off x="6536342" y="3164065"/>
                <a:ext cx="165240" cy="6624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7EAEEFCD-416A-6A23-ED08-9D4DDD323448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6518342" y="3146425"/>
                  <a:ext cx="20088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58C0CAF8-DA46-CFEC-B2BC-4B32825C75EA}"/>
                    </a:ext>
                  </a:extLst>
                </p14:cNvPr>
                <p14:cNvContentPartPr/>
                <p14:nvPr/>
              </p14:nvContentPartPr>
              <p14:xfrm>
                <a:off x="6490982" y="2983705"/>
                <a:ext cx="214560" cy="7315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58C0CAF8-DA46-CFEC-B2BC-4B32825C75EA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6472982" y="2966065"/>
                  <a:ext cx="250200" cy="767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72F9DB61-900C-5F38-5754-41F05B53774D}"/>
              </a:ext>
            </a:extLst>
          </p:cNvPr>
          <p:cNvGrpSpPr/>
          <p:nvPr/>
        </p:nvGrpSpPr>
        <p:grpSpPr>
          <a:xfrm>
            <a:off x="6901022" y="2792185"/>
            <a:ext cx="1773720" cy="899280"/>
            <a:chOff x="6901022" y="2792185"/>
            <a:chExt cx="1773720" cy="899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B827F991-9949-3BDE-2F85-90BDB0F873EF}"/>
                    </a:ext>
                  </a:extLst>
                </p14:cNvPr>
                <p14:cNvContentPartPr/>
                <p14:nvPr/>
              </p14:nvContentPartPr>
              <p14:xfrm>
                <a:off x="6939902" y="2926465"/>
                <a:ext cx="36360" cy="2365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B827F991-9949-3BDE-2F85-90BDB0F873EF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6921902" y="2908465"/>
                  <a:ext cx="72000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6D369032-6AFC-8B05-2D18-22370E0F4F6C}"/>
                    </a:ext>
                  </a:extLst>
                </p14:cNvPr>
                <p14:cNvContentPartPr/>
                <p14:nvPr/>
              </p14:nvContentPartPr>
              <p14:xfrm>
                <a:off x="7037822" y="2913505"/>
                <a:ext cx="152280" cy="2142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6D369032-6AFC-8B05-2D18-22370E0F4F6C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7020182" y="2895505"/>
                  <a:ext cx="18792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88821649-C40F-52A7-63EE-FD7CF4BF8F9D}"/>
                    </a:ext>
                  </a:extLst>
                </p14:cNvPr>
                <p14:cNvContentPartPr/>
                <p14:nvPr/>
              </p14:nvContentPartPr>
              <p14:xfrm>
                <a:off x="7075262" y="2891545"/>
                <a:ext cx="254160" cy="1335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88821649-C40F-52A7-63EE-FD7CF4BF8F9D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7057262" y="2873545"/>
                  <a:ext cx="28980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873C1E1F-73AE-D34A-D24F-05AD7EBAB583}"/>
                    </a:ext>
                  </a:extLst>
                </p14:cNvPr>
                <p14:cNvContentPartPr/>
                <p14:nvPr/>
              </p14:nvContentPartPr>
              <p14:xfrm>
                <a:off x="7369382" y="2839705"/>
                <a:ext cx="47520" cy="1843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873C1E1F-73AE-D34A-D24F-05AD7EBAB583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7351382" y="2822065"/>
                  <a:ext cx="8316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443E1FF9-9518-7DA1-F587-BACE735B01CF}"/>
                    </a:ext>
                  </a:extLst>
                </p14:cNvPr>
                <p14:cNvContentPartPr/>
                <p14:nvPr/>
              </p14:nvContentPartPr>
              <p14:xfrm>
                <a:off x="7427702" y="2792185"/>
                <a:ext cx="175680" cy="1497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443E1FF9-9518-7DA1-F587-BACE735B01CF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7409702" y="2774185"/>
                  <a:ext cx="21132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CB8716FF-992F-D4D4-E9FF-E797B1E1A5FA}"/>
                    </a:ext>
                  </a:extLst>
                </p14:cNvPr>
                <p14:cNvContentPartPr/>
                <p14:nvPr/>
              </p14:nvContentPartPr>
              <p14:xfrm>
                <a:off x="6901022" y="3120505"/>
                <a:ext cx="872280" cy="2152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CB8716FF-992F-D4D4-E9FF-E797B1E1A5FA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6883022" y="3102865"/>
                  <a:ext cx="90792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0E432869-2872-6656-4FA0-90F7810CCDF6}"/>
                    </a:ext>
                  </a:extLst>
                </p14:cNvPr>
                <p14:cNvContentPartPr/>
                <p14:nvPr/>
              </p14:nvContentPartPr>
              <p14:xfrm>
                <a:off x="7188662" y="3462865"/>
                <a:ext cx="71280" cy="2286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0E432869-2872-6656-4FA0-90F7810CCDF6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7170662" y="3444865"/>
                  <a:ext cx="106920" cy="26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82A414A5-1DCB-5928-9409-EF9A22FB7791}"/>
                    </a:ext>
                  </a:extLst>
                </p14:cNvPr>
                <p14:cNvContentPartPr/>
                <p14:nvPr/>
              </p14:nvContentPartPr>
              <p14:xfrm>
                <a:off x="7345982" y="3436585"/>
                <a:ext cx="112680" cy="2005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82A414A5-1DCB-5928-9409-EF9A22FB7791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7328342" y="3418585"/>
                  <a:ext cx="14832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AB1727B8-F9A7-604D-C5B1-BB4B27F50ACA}"/>
                    </a:ext>
                  </a:extLst>
                </p14:cNvPr>
                <p14:cNvContentPartPr/>
                <p14:nvPr/>
              </p14:nvContentPartPr>
              <p14:xfrm>
                <a:off x="7512302" y="3381145"/>
                <a:ext cx="86040" cy="20520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AB1727B8-F9A7-604D-C5B1-BB4B27F50ACA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7494662" y="3363505"/>
                  <a:ext cx="12168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30FD0066-9423-85F8-FF5A-E4186B0241F3}"/>
                    </a:ext>
                  </a:extLst>
                </p14:cNvPr>
                <p14:cNvContentPartPr/>
                <p14:nvPr/>
              </p14:nvContentPartPr>
              <p14:xfrm>
                <a:off x="7561982" y="3373225"/>
                <a:ext cx="83160" cy="1238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30FD0066-9423-85F8-FF5A-E4186B0241F3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7543982" y="3355225"/>
                  <a:ext cx="11880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5C2F8225-B4B2-0BA7-358E-115C40766B30}"/>
                    </a:ext>
                  </a:extLst>
                </p14:cNvPr>
                <p14:cNvContentPartPr/>
                <p14:nvPr/>
              </p14:nvContentPartPr>
              <p14:xfrm>
                <a:off x="7813262" y="2823865"/>
                <a:ext cx="219960" cy="4964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5C2F8225-B4B2-0BA7-358E-115C40766B30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7795622" y="2806225"/>
                  <a:ext cx="255600" cy="53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CC8E3CAC-23B9-36CF-55C2-AD9E05E8A7D7}"/>
                    </a:ext>
                  </a:extLst>
                </p14:cNvPr>
                <p14:cNvContentPartPr/>
                <p14:nvPr/>
              </p14:nvContentPartPr>
              <p14:xfrm>
                <a:off x="8168222" y="2943385"/>
                <a:ext cx="126000" cy="1407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CC8E3CAC-23B9-36CF-55C2-AD9E05E8A7D7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8150222" y="2925385"/>
                  <a:ext cx="16164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BE87CBB9-7BBF-0B2D-168C-9F6458C34CDA}"/>
                    </a:ext>
                  </a:extLst>
                </p14:cNvPr>
                <p14:cNvContentPartPr/>
                <p14:nvPr/>
              </p14:nvContentPartPr>
              <p14:xfrm>
                <a:off x="8430302" y="2855905"/>
                <a:ext cx="43920" cy="2973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BE87CBB9-7BBF-0B2D-168C-9F6458C34CDA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8412302" y="2838265"/>
                  <a:ext cx="79560" cy="33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662EE360-A855-D2F3-AC5F-1EF3DE216517}"/>
                    </a:ext>
                  </a:extLst>
                </p14:cNvPr>
                <p14:cNvContentPartPr/>
                <p14:nvPr/>
              </p14:nvContentPartPr>
              <p14:xfrm>
                <a:off x="8535782" y="2970385"/>
                <a:ext cx="138960" cy="1256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662EE360-A855-D2F3-AC5F-1EF3DE216517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8517782" y="2952745"/>
                  <a:ext cx="174600" cy="161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3F59DD77-20FF-88E7-4995-DE68603C7530}"/>
              </a:ext>
            </a:extLst>
          </p:cNvPr>
          <p:cNvGrpSpPr/>
          <p:nvPr/>
        </p:nvGrpSpPr>
        <p:grpSpPr>
          <a:xfrm>
            <a:off x="6393422" y="4355305"/>
            <a:ext cx="177120" cy="162720"/>
            <a:chOff x="6393422" y="4355305"/>
            <a:chExt cx="177120" cy="162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6A42536B-7EF3-8169-D7B8-F582A2913348}"/>
                    </a:ext>
                  </a:extLst>
                </p14:cNvPr>
                <p14:cNvContentPartPr/>
                <p14:nvPr/>
              </p14:nvContentPartPr>
              <p14:xfrm>
                <a:off x="6393422" y="4355305"/>
                <a:ext cx="137160" cy="7488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6A42536B-7EF3-8169-D7B8-F582A2913348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6375782" y="4337665"/>
                  <a:ext cx="17280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46D85F5D-9602-300D-E250-FE8A674B2ADF}"/>
                    </a:ext>
                  </a:extLst>
                </p14:cNvPr>
                <p14:cNvContentPartPr/>
                <p14:nvPr/>
              </p14:nvContentPartPr>
              <p14:xfrm>
                <a:off x="6479102" y="4463305"/>
                <a:ext cx="91440" cy="547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46D85F5D-9602-300D-E250-FE8A674B2ADF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6461102" y="4445305"/>
                  <a:ext cx="127080" cy="90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D5E429BB-C09A-8342-A3AF-EBDB9E163C1B}"/>
              </a:ext>
            </a:extLst>
          </p:cNvPr>
          <p:cNvGrpSpPr/>
          <p:nvPr/>
        </p:nvGrpSpPr>
        <p:grpSpPr>
          <a:xfrm>
            <a:off x="6778262" y="4014745"/>
            <a:ext cx="816120" cy="653400"/>
            <a:chOff x="6778262" y="4014745"/>
            <a:chExt cx="816120" cy="653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69D7A7A8-CFE2-DBFE-A106-2F277517E441}"/>
                    </a:ext>
                  </a:extLst>
                </p14:cNvPr>
                <p14:cNvContentPartPr/>
                <p14:nvPr/>
              </p14:nvContentPartPr>
              <p14:xfrm>
                <a:off x="6778262" y="4014745"/>
                <a:ext cx="213840" cy="6534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69D7A7A8-CFE2-DBFE-A106-2F277517E441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6760622" y="3997105"/>
                  <a:ext cx="249480" cy="68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6474F1F0-7CCC-A66D-4883-AFCBDEA6DFD8}"/>
                    </a:ext>
                  </a:extLst>
                </p14:cNvPr>
                <p14:cNvContentPartPr/>
                <p14:nvPr/>
              </p14:nvContentPartPr>
              <p14:xfrm>
                <a:off x="6984902" y="4297345"/>
                <a:ext cx="43200" cy="201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6474F1F0-7CCC-A66D-4883-AFCBDEA6DFD8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6967262" y="4279345"/>
                  <a:ext cx="7884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484EC7B9-164C-60F6-D27F-0EC13104373E}"/>
                    </a:ext>
                  </a:extLst>
                </p14:cNvPr>
                <p14:cNvContentPartPr/>
                <p14:nvPr/>
              </p14:nvContentPartPr>
              <p14:xfrm>
                <a:off x="7191902" y="4177465"/>
                <a:ext cx="36000" cy="2905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484EC7B9-164C-60F6-D27F-0EC13104373E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7173902" y="4159825"/>
                  <a:ext cx="71640" cy="32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AB67E0AD-A542-E6FC-7391-EE03C4AAAC81}"/>
                    </a:ext>
                  </a:extLst>
                </p14:cNvPr>
                <p14:cNvContentPartPr/>
                <p14:nvPr/>
              </p14:nvContentPartPr>
              <p14:xfrm>
                <a:off x="7348502" y="4169185"/>
                <a:ext cx="105120" cy="19800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AB67E0AD-A542-E6FC-7391-EE03C4AAAC81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7330502" y="4151185"/>
                  <a:ext cx="14076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B30F4974-0EF8-EBC2-214F-F05ACDC80EF5}"/>
                    </a:ext>
                  </a:extLst>
                </p14:cNvPr>
                <p14:cNvContentPartPr/>
                <p14:nvPr/>
              </p14:nvContentPartPr>
              <p14:xfrm>
                <a:off x="7495022" y="4057585"/>
                <a:ext cx="99360" cy="43668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B30F4974-0EF8-EBC2-214F-F05ACDC80EF5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7477382" y="4039945"/>
                  <a:ext cx="135000" cy="472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589D2451-32B1-67BF-38F0-56E225075558}"/>
              </a:ext>
            </a:extLst>
          </p:cNvPr>
          <p:cNvGrpSpPr/>
          <p:nvPr/>
        </p:nvGrpSpPr>
        <p:grpSpPr>
          <a:xfrm>
            <a:off x="7803902" y="4028065"/>
            <a:ext cx="524520" cy="262440"/>
            <a:chOff x="7803902" y="4028065"/>
            <a:chExt cx="524520" cy="262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564F57CE-E162-6B0D-F0A1-271CB9CA1071}"/>
                    </a:ext>
                  </a:extLst>
                </p14:cNvPr>
                <p14:cNvContentPartPr/>
                <p14:nvPr/>
              </p14:nvContentPartPr>
              <p14:xfrm>
                <a:off x="7803902" y="4065145"/>
                <a:ext cx="271800" cy="2253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564F57CE-E162-6B0D-F0A1-271CB9CA1071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7786262" y="4047145"/>
                  <a:ext cx="30744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FD1FB761-8350-4784-7452-E87E07B50904}"/>
                    </a:ext>
                  </a:extLst>
                </p14:cNvPr>
                <p14:cNvContentPartPr/>
                <p14:nvPr/>
              </p14:nvContentPartPr>
              <p14:xfrm>
                <a:off x="8050502" y="4028065"/>
                <a:ext cx="6480" cy="680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FD1FB761-8350-4784-7452-E87E07B50904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8032502" y="4010065"/>
                  <a:ext cx="4212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BC3451A5-E328-F4CB-E6D1-9C48C637E9CB}"/>
                    </a:ext>
                  </a:extLst>
                </p14:cNvPr>
                <p14:cNvContentPartPr/>
                <p14:nvPr/>
              </p14:nvContentPartPr>
              <p14:xfrm>
                <a:off x="8154182" y="4111225"/>
                <a:ext cx="174240" cy="10080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BC3451A5-E328-F4CB-E6D1-9C48C637E9CB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8136542" y="4093225"/>
                  <a:ext cx="209880" cy="136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25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E4C9780C-DE21-3FC7-DDCA-A99F10BC9A93}"/>
                  </a:ext>
                </a:extLst>
              </p14:cNvPr>
              <p14:cNvContentPartPr/>
              <p14:nvPr/>
            </p14:nvContentPartPr>
            <p14:xfrm>
              <a:off x="8837743" y="440640"/>
              <a:ext cx="105840" cy="5694840"/>
            </p14:xfrm>
          </p:contentPart>
        </mc:Choice>
        <mc:Fallback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E4C9780C-DE21-3FC7-DDCA-A99F10BC9A93}"/>
                  </a:ext>
                </a:extLst>
              </p:cNvPr>
              <p:cNvPicPr/>
              <p:nvPr/>
            </p:nvPicPr>
            <p:blipFill>
              <a:blip r:embed="rId126"/>
              <a:stretch>
                <a:fillRect/>
              </a:stretch>
            </p:blipFill>
            <p:spPr>
              <a:xfrm>
                <a:off x="8774743" y="378000"/>
                <a:ext cx="231480" cy="5820480"/>
              </a:xfrm>
              <a:prstGeom prst="rect">
                <a:avLst/>
              </a:prstGeom>
            </p:spPr>
          </p:pic>
        </mc:Fallback>
      </mc:AlternateContent>
      <p:grpSp>
        <p:nvGrpSpPr>
          <p:cNvPr id="93" name="Group 92">
            <a:extLst>
              <a:ext uri="{FF2B5EF4-FFF2-40B4-BE49-F238E27FC236}">
                <a16:creationId xmlns:a16="http://schemas.microsoft.com/office/drawing/2014/main" id="{90AC641C-AFD6-EC53-A476-95344CD7EDD5}"/>
              </a:ext>
            </a:extLst>
          </p:cNvPr>
          <p:cNvGrpSpPr/>
          <p:nvPr/>
        </p:nvGrpSpPr>
        <p:grpSpPr>
          <a:xfrm>
            <a:off x="5002303" y="1197000"/>
            <a:ext cx="3273480" cy="1666800"/>
            <a:chOff x="5002303" y="1197000"/>
            <a:chExt cx="3273480" cy="1666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045AF817-909D-5D1C-6F5B-0D63AFF4F46C}"/>
                    </a:ext>
                  </a:extLst>
                </p14:cNvPr>
                <p14:cNvContentPartPr/>
                <p14:nvPr/>
              </p14:nvContentPartPr>
              <p14:xfrm>
                <a:off x="5244223" y="1404720"/>
                <a:ext cx="173160" cy="139068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045AF817-909D-5D1C-6F5B-0D63AFF4F46C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5226223" y="1387080"/>
                  <a:ext cx="208800" cy="142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8C35F2B0-5FE4-3651-9B02-275F35BCF5CB}"/>
                    </a:ext>
                  </a:extLst>
                </p14:cNvPr>
                <p14:cNvContentPartPr/>
                <p14:nvPr/>
              </p14:nvContentPartPr>
              <p14:xfrm>
                <a:off x="5002303" y="1197000"/>
                <a:ext cx="3273480" cy="166680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8C35F2B0-5FE4-3651-9B02-275F35BCF5CB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4984663" y="1179000"/>
                  <a:ext cx="3309120" cy="1702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561696AB-ADD6-845F-C77C-08FF93332D0B}"/>
              </a:ext>
            </a:extLst>
          </p:cNvPr>
          <p:cNvGrpSpPr/>
          <p:nvPr/>
        </p:nvGrpSpPr>
        <p:grpSpPr>
          <a:xfrm>
            <a:off x="418783" y="28440"/>
            <a:ext cx="3136680" cy="2219040"/>
            <a:chOff x="418783" y="28440"/>
            <a:chExt cx="3136680" cy="2219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05F682E7-F884-F754-206C-8A21F4D08C71}"/>
                    </a:ext>
                  </a:extLst>
                </p14:cNvPr>
                <p14:cNvContentPartPr/>
                <p14:nvPr/>
              </p14:nvContentPartPr>
              <p14:xfrm>
                <a:off x="582943" y="1370880"/>
                <a:ext cx="281880" cy="42696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05F682E7-F884-F754-206C-8A21F4D08C71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564943" y="1353240"/>
                  <a:ext cx="317520" cy="46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8AC01F86-0F17-0B86-9B5D-4EBF18534534}"/>
                    </a:ext>
                  </a:extLst>
                </p14:cNvPr>
                <p14:cNvContentPartPr/>
                <p14:nvPr/>
              </p14:nvContentPartPr>
              <p14:xfrm>
                <a:off x="978583" y="1594080"/>
                <a:ext cx="118440" cy="16236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8AC01F86-0F17-0B86-9B5D-4EBF18534534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960583" y="1576440"/>
                  <a:ext cx="15408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CAEE3BFF-EDAB-0430-23A8-39E2B3C12F7F}"/>
                    </a:ext>
                  </a:extLst>
                </p14:cNvPr>
                <p14:cNvContentPartPr/>
                <p14:nvPr/>
              </p14:nvContentPartPr>
              <p14:xfrm>
                <a:off x="1128703" y="1468800"/>
                <a:ext cx="215280" cy="15804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CAEE3BFF-EDAB-0430-23A8-39E2B3C12F7F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1111063" y="1451160"/>
                  <a:ext cx="25092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9B113B8-6C49-2643-D8D7-C77F1604924D}"/>
                    </a:ext>
                  </a:extLst>
                </p14:cNvPr>
                <p14:cNvContentPartPr/>
                <p14:nvPr/>
              </p14:nvContentPartPr>
              <p14:xfrm>
                <a:off x="1325263" y="1309680"/>
                <a:ext cx="106920" cy="16884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9B113B8-6C49-2643-D8D7-C77F1604924D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1307263" y="1291680"/>
                  <a:ext cx="1425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7D13019C-CDAF-F10B-7B3C-26BF2872282D}"/>
                    </a:ext>
                  </a:extLst>
                </p14:cNvPr>
                <p14:cNvContentPartPr/>
                <p14:nvPr/>
              </p14:nvContentPartPr>
              <p14:xfrm>
                <a:off x="1359103" y="1338120"/>
                <a:ext cx="70200" cy="8460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7D13019C-CDAF-F10B-7B3C-26BF2872282D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1341463" y="1320120"/>
                  <a:ext cx="10584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DD123A2C-2E5B-6E60-C51F-FB1DD8084E0A}"/>
                    </a:ext>
                  </a:extLst>
                </p14:cNvPr>
                <p14:cNvContentPartPr/>
                <p14:nvPr/>
              </p14:nvContentPartPr>
              <p14:xfrm>
                <a:off x="1531543" y="1250280"/>
                <a:ext cx="48960" cy="6948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DD123A2C-2E5B-6E60-C51F-FB1DD8084E0A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1513903" y="1232280"/>
                  <a:ext cx="8460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B37EF2EA-C2A4-C152-9F7C-E534A1635CF6}"/>
                    </a:ext>
                  </a:extLst>
                </p14:cNvPr>
                <p14:cNvContentPartPr/>
                <p14:nvPr/>
              </p14:nvContentPartPr>
              <p14:xfrm>
                <a:off x="1624063" y="1313280"/>
                <a:ext cx="59400" cy="3276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B37EF2EA-C2A4-C152-9F7C-E534A1635CF6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1606423" y="1295280"/>
                  <a:ext cx="9504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0D8D4311-FD22-07AC-163C-8D764E2E0CA9}"/>
                    </a:ext>
                  </a:extLst>
                </p14:cNvPr>
                <p14:cNvContentPartPr/>
                <p14:nvPr/>
              </p14:nvContentPartPr>
              <p14:xfrm>
                <a:off x="1706863" y="883080"/>
                <a:ext cx="151200" cy="13320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0D8D4311-FD22-07AC-163C-8D764E2E0CA9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1688863" y="865080"/>
                  <a:ext cx="18684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70D0E1F3-EC56-0153-D49D-DCC4A75EE854}"/>
                    </a:ext>
                  </a:extLst>
                </p14:cNvPr>
                <p14:cNvContentPartPr/>
                <p14:nvPr/>
              </p14:nvContentPartPr>
              <p14:xfrm>
                <a:off x="1889023" y="610920"/>
                <a:ext cx="145800" cy="24444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70D0E1F3-EC56-0153-D49D-DCC4A75EE854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1871383" y="593280"/>
                  <a:ext cx="181440" cy="28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71431593-2A61-6988-A062-0ACADD27DE54}"/>
                    </a:ext>
                  </a:extLst>
                </p14:cNvPr>
                <p14:cNvContentPartPr/>
                <p14:nvPr/>
              </p14:nvContentPartPr>
              <p14:xfrm>
                <a:off x="1885423" y="528480"/>
                <a:ext cx="185760" cy="17748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71431593-2A61-6988-A062-0ACADD27DE54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1867783" y="510480"/>
                  <a:ext cx="22140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1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E1C12A6C-D1DE-A24D-99F7-F12400F31292}"/>
                    </a:ext>
                  </a:extLst>
                </p14:cNvPr>
                <p14:cNvContentPartPr/>
                <p14:nvPr/>
              </p14:nvContentPartPr>
              <p14:xfrm>
                <a:off x="2106103" y="506880"/>
                <a:ext cx="85680" cy="19548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E1C12A6C-D1DE-A24D-99F7-F12400F31292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2088463" y="489240"/>
                  <a:ext cx="12132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DB261DE4-EBCD-8902-1294-A25BE0382C01}"/>
                    </a:ext>
                  </a:extLst>
                </p14:cNvPr>
                <p14:cNvContentPartPr/>
                <p14:nvPr/>
              </p14:nvContentPartPr>
              <p14:xfrm>
                <a:off x="2129143" y="552240"/>
                <a:ext cx="106920" cy="11340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DB261DE4-EBCD-8902-1294-A25BE0382C01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2111143" y="534600"/>
                  <a:ext cx="14256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A01E04DD-2467-20A4-C5DF-3D0A4D79CB17}"/>
                    </a:ext>
                  </a:extLst>
                </p14:cNvPr>
                <p14:cNvContentPartPr/>
                <p14:nvPr/>
              </p14:nvContentPartPr>
              <p14:xfrm>
                <a:off x="1927903" y="655920"/>
                <a:ext cx="567360" cy="44424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A01E04DD-2467-20A4-C5DF-3D0A4D79CB17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1909903" y="637920"/>
                  <a:ext cx="603000" cy="47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9C997249-9F78-3A28-6F79-CE81461B6A3C}"/>
                    </a:ext>
                  </a:extLst>
                </p14:cNvPr>
                <p14:cNvContentPartPr/>
                <p14:nvPr/>
              </p14:nvContentPartPr>
              <p14:xfrm>
                <a:off x="2229943" y="1088640"/>
                <a:ext cx="128520" cy="15768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9C997249-9F78-3A28-6F79-CE81461B6A3C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2212303" y="1071000"/>
                  <a:ext cx="16416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465ED557-2171-F544-35F2-CB1E79DD23C7}"/>
                    </a:ext>
                  </a:extLst>
                </p14:cNvPr>
                <p14:cNvContentPartPr/>
                <p14:nvPr/>
              </p14:nvContentPartPr>
              <p14:xfrm>
                <a:off x="2222023" y="961200"/>
                <a:ext cx="243360" cy="19404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465ED557-2171-F544-35F2-CB1E79DD23C7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2204023" y="943200"/>
                  <a:ext cx="27900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1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2EB5EBF3-1452-6B67-4CBB-B1A60FCAF05A}"/>
                    </a:ext>
                  </a:extLst>
                </p14:cNvPr>
                <p14:cNvContentPartPr/>
                <p14:nvPr/>
              </p14:nvContentPartPr>
              <p14:xfrm>
                <a:off x="2530543" y="982800"/>
                <a:ext cx="121320" cy="10908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2EB5EBF3-1452-6B67-4CBB-B1A60FCAF05A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2512903" y="965160"/>
                  <a:ext cx="15696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3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2EF4D174-AAC7-B4AC-8AA3-ED9FB01F089D}"/>
                    </a:ext>
                  </a:extLst>
                </p14:cNvPr>
                <p14:cNvContentPartPr/>
                <p14:nvPr/>
              </p14:nvContentPartPr>
              <p14:xfrm>
                <a:off x="2503183" y="819000"/>
                <a:ext cx="26280" cy="1224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2EF4D174-AAC7-B4AC-8AA3-ED9FB01F089D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2485543" y="801000"/>
                  <a:ext cx="6192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5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53C97F96-F273-909C-0A28-BD6DA9F4FFB5}"/>
                    </a:ext>
                  </a:extLst>
                </p14:cNvPr>
                <p14:cNvContentPartPr/>
                <p14:nvPr/>
              </p14:nvContentPartPr>
              <p14:xfrm>
                <a:off x="2549983" y="385920"/>
                <a:ext cx="226440" cy="21168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53C97F96-F273-909C-0A28-BD6DA9F4FFB5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2531983" y="368280"/>
                  <a:ext cx="26208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7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065461D8-B386-9829-6FF1-CB3812B045E2}"/>
                    </a:ext>
                  </a:extLst>
                </p14:cNvPr>
                <p14:cNvContentPartPr/>
                <p14:nvPr/>
              </p14:nvContentPartPr>
              <p14:xfrm>
                <a:off x="2869663" y="438840"/>
                <a:ext cx="86040" cy="11916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065461D8-B386-9829-6FF1-CB3812B045E2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2851663" y="420840"/>
                  <a:ext cx="12168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9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7E9A751E-75EB-AA47-9903-71FF3A538F42}"/>
                    </a:ext>
                  </a:extLst>
                </p14:cNvPr>
                <p14:cNvContentPartPr/>
                <p14:nvPr/>
              </p14:nvContentPartPr>
              <p14:xfrm>
                <a:off x="2818543" y="279000"/>
                <a:ext cx="13320" cy="3384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7E9A751E-75EB-AA47-9903-71FF3A538F42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2800543" y="261360"/>
                  <a:ext cx="4896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1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442AE315-B8BF-EE58-DF6F-D6B882F665A1}"/>
                    </a:ext>
                  </a:extLst>
                </p14:cNvPr>
                <p14:cNvContentPartPr/>
                <p14:nvPr/>
              </p14:nvContentPartPr>
              <p14:xfrm>
                <a:off x="2959303" y="307800"/>
                <a:ext cx="144000" cy="12564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442AE315-B8BF-EE58-DF6F-D6B882F665A1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2941663" y="289800"/>
                  <a:ext cx="17964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3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246B2AE7-AADA-EADC-66C9-206FBB535B5C}"/>
                    </a:ext>
                  </a:extLst>
                </p14:cNvPr>
                <p14:cNvContentPartPr/>
                <p14:nvPr/>
              </p14:nvContentPartPr>
              <p14:xfrm>
                <a:off x="1112863" y="28440"/>
                <a:ext cx="2442600" cy="207468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246B2AE7-AADA-EADC-66C9-206FBB535B5C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1094863" y="10800"/>
                  <a:ext cx="2478240" cy="211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5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F9B988B4-1CC9-EEF8-62F5-118515A9041E}"/>
                    </a:ext>
                  </a:extLst>
                </p14:cNvPr>
                <p14:cNvContentPartPr/>
                <p14:nvPr/>
              </p14:nvContentPartPr>
              <p14:xfrm>
                <a:off x="418783" y="1539000"/>
                <a:ext cx="635040" cy="70848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F9B988B4-1CC9-EEF8-62F5-118515A9041E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400783" y="1521000"/>
                  <a:ext cx="670680" cy="74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7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B398BED3-35B7-265B-0E7F-0AA92893E550}"/>
                    </a:ext>
                  </a:extLst>
                </p14:cNvPr>
                <p14:cNvContentPartPr/>
                <p14:nvPr/>
              </p14:nvContentPartPr>
              <p14:xfrm>
                <a:off x="465223" y="87840"/>
                <a:ext cx="2198520" cy="147708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B398BED3-35B7-265B-0E7F-0AA92893E550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447223" y="70200"/>
                  <a:ext cx="2234160" cy="151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FF49EE39-D96E-332D-DF30-23DDD6554F6C}"/>
              </a:ext>
            </a:extLst>
          </p:cNvPr>
          <p:cNvGrpSpPr/>
          <p:nvPr/>
        </p:nvGrpSpPr>
        <p:grpSpPr>
          <a:xfrm>
            <a:off x="3073783" y="1591920"/>
            <a:ext cx="476640" cy="349200"/>
            <a:chOff x="3073783" y="1591920"/>
            <a:chExt cx="476640" cy="349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9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F62E1EE0-40EC-49E7-5959-72DDCE0717C6}"/>
                    </a:ext>
                  </a:extLst>
                </p14:cNvPr>
                <p14:cNvContentPartPr/>
                <p14:nvPr/>
              </p14:nvContentPartPr>
              <p14:xfrm>
                <a:off x="3073783" y="1648800"/>
                <a:ext cx="151560" cy="29232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F62E1EE0-40EC-49E7-5959-72DDCE0717C6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3055783" y="1631160"/>
                  <a:ext cx="187200" cy="32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1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41B3E488-CD2A-7CCB-6E32-259CC635B35F}"/>
                    </a:ext>
                  </a:extLst>
                </p14:cNvPr>
                <p14:cNvContentPartPr/>
                <p14:nvPr/>
              </p14:nvContentPartPr>
              <p14:xfrm>
                <a:off x="3088903" y="1609560"/>
                <a:ext cx="292320" cy="23724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41B3E488-CD2A-7CCB-6E32-259CC635B35F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3071263" y="1591920"/>
                  <a:ext cx="32796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3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14BA6300-9B39-9298-E0AC-74E9C7D7E3F1}"/>
                    </a:ext>
                  </a:extLst>
                </p14:cNvPr>
                <p14:cNvContentPartPr/>
                <p14:nvPr/>
              </p14:nvContentPartPr>
              <p14:xfrm>
                <a:off x="3370423" y="1591920"/>
                <a:ext cx="156240" cy="23364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14BA6300-9B39-9298-E0AC-74E9C7D7E3F1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3352783" y="1573920"/>
                  <a:ext cx="19188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5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363B5404-D924-E9E4-A02E-0C0D9C481695}"/>
                    </a:ext>
                  </a:extLst>
                </p14:cNvPr>
                <p14:cNvContentPartPr/>
                <p14:nvPr/>
              </p14:nvContentPartPr>
              <p14:xfrm>
                <a:off x="3399583" y="1702440"/>
                <a:ext cx="150840" cy="11952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363B5404-D924-E9E4-A02E-0C0D9C481695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3381943" y="1684440"/>
                  <a:ext cx="186480" cy="155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6F27CDB7-CAAE-75EF-7D60-0CDA65931BE8}"/>
              </a:ext>
            </a:extLst>
          </p:cNvPr>
          <p:cNvGrpSpPr/>
          <p:nvPr/>
        </p:nvGrpSpPr>
        <p:grpSpPr>
          <a:xfrm>
            <a:off x="1784263" y="2171880"/>
            <a:ext cx="632160" cy="411120"/>
            <a:chOff x="1784263" y="2171880"/>
            <a:chExt cx="632160" cy="411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7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417DA070-8A4C-CF36-EC4F-325AB76C1702}"/>
                    </a:ext>
                  </a:extLst>
                </p14:cNvPr>
                <p14:cNvContentPartPr/>
                <p14:nvPr/>
              </p14:nvContentPartPr>
              <p14:xfrm>
                <a:off x="1784263" y="2273760"/>
                <a:ext cx="218160" cy="30924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417DA070-8A4C-CF36-EC4F-325AB76C1702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1766263" y="2256120"/>
                  <a:ext cx="253800" cy="34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9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E3829567-8742-B8C1-5710-FA7F135712D9}"/>
                    </a:ext>
                  </a:extLst>
                </p14:cNvPr>
                <p14:cNvContentPartPr/>
                <p14:nvPr/>
              </p14:nvContentPartPr>
              <p14:xfrm>
                <a:off x="1801543" y="2253600"/>
                <a:ext cx="253800" cy="17100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E3829567-8742-B8C1-5710-FA7F135712D9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1783543" y="2235960"/>
                  <a:ext cx="28944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1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7E94762E-32B7-0B8F-DEB7-5F5F7ED5B107}"/>
                    </a:ext>
                  </a:extLst>
                </p14:cNvPr>
                <p14:cNvContentPartPr/>
                <p14:nvPr/>
              </p14:nvContentPartPr>
              <p14:xfrm>
                <a:off x="2123023" y="2244600"/>
                <a:ext cx="53640" cy="13140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7E94762E-32B7-0B8F-DEB7-5F5F7ED5B107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2105383" y="2226600"/>
                  <a:ext cx="8928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3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BF4070BA-79F9-172C-370D-C3297FF8EFA4}"/>
                    </a:ext>
                  </a:extLst>
                </p14:cNvPr>
                <p14:cNvContentPartPr/>
                <p14:nvPr/>
              </p14:nvContentPartPr>
              <p14:xfrm>
                <a:off x="2022583" y="2171880"/>
                <a:ext cx="28440" cy="3168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BF4070BA-79F9-172C-370D-C3297FF8EFA4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2004943" y="2153880"/>
                  <a:ext cx="6408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5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D965CB45-52FF-801C-68CF-DE85149C37C3}"/>
                    </a:ext>
                  </a:extLst>
                </p14:cNvPr>
                <p14:cNvContentPartPr/>
                <p14:nvPr/>
              </p14:nvContentPartPr>
              <p14:xfrm>
                <a:off x="2222383" y="2177640"/>
                <a:ext cx="194040" cy="11088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D965CB45-52FF-801C-68CF-DE85149C37C3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2204743" y="2160000"/>
                  <a:ext cx="229680" cy="14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BA3AF274-C719-DE39-1A1D-F8845EC944CF}"/>
              </a:ext>
            </a:extLst>
          </p:cNvPr>
          <p:cNvGrpSpPr/>
          <p:nvPr/>
        </p:nvGrpSpPr>
        <p:grpSpPr>
          <a:xfrm>
            <a:off x="9105223" y="1103040"/>
            <a:ext cx="2319120" cy="1050840"/>
            <a:chOff x="9105223" y="1103040"/>
            <a:chExt cx="2319120" cy="1050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7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01C61E7E-D5D8-CA7C-F849-B640B6232511}"/>
                    </a:ext>
                  </a:extLst>
                </p14:cNvPr>
                <p14:cNvContentPartPr/>
                <p14:nvPr/>
              </p14:nvContentPartPr>
              <p14:xfrm>
                <a:off x="9105223" y="1793520"/>
                <a:ext cx="179640" cy="23508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01C61E7E-D5D8-CA7C-F849-B640B6232511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9087223" y="1775880"/>
                  <a:ext cx="21528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9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E8326902-A1D3-D8DC-AE6C-D3F251CFB52D}"/>
                    </a:ext>
                  </a:extLst>
                </p14:cNvPr>
                <p14:cNvContentPartPr/>
                <p14:nvPr/>
              </p14:nvContentPartPr>
              <p14:xfrm>
                <a:off x="9401863" y="1913760"/>
                <a:ext cx="64440" cy="12960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E8326902-A1D3-D8DC-AE6C-D3F251CFB52D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9384223" y="1896120"/>
                  <a:ext cx="10008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1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9A13AC1A-3ACC-0528-06F4-B6F0136D5865}"/>
                    </a:ext>
                  </a:extLst>
                </p14:cNvPr>
                <p14:cNvContentPartPr/>
                <p14:nvPr/>
              </p14:nvContentPartPr>
              <p14:xfrm>
                <a:off x="9593023" y="1892880"/>
                <a:ext cx="89640" cy="10584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9A13AC1A-3ACC-0528-06F4-B6F0136D5865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9575383" y="1874880"/>
                  <a:ext cx="12528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3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ECC870EE-9581-77D3-72BF-D9B11878CE61}"/>
                    </a:ext>
                  </a:extLst>
                </p14:cNvPr>
                <p14:cNvContentPartPr/>
                <p14:nvPr/>
              </p14:nvContentPartPr>
              <p14:xfrm>
                <a:off x="9751063" y="1766160"/>
                <a:ext cx="66960" cy="18900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ECC870EE-9581-77D3-72BF-D9B11878CE61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9733423" y="1748520"/>
                  <a:ext cx="10260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5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9BBD0D36-1F2D-27EE-0CEA-1897CF43981E}"/>
                    </a:ext>
                  </a:extLst>
                </p14:cNvPr>
                <p14:cNvContentPartPr/>
                <p14:nvPr/>
              </p14:nvContentPartPr>
              <p14:xfrm>
                <a:off x="9751063" y="1805400"/>
                <a:ext cx="129600" cy="7668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9BBD0D36-1F2D-27EE-0CEA-1897CF43981E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9733423" y="1787760"/>
                  <a:ext cx="16524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7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4EDB560C-2D62-C1BB-E75C-3D58FA84BA0F}"/>
                    </a:ext>
                  </a:extLst>
                </p14:cNvPr>
                <p14:cNvContentPartPr/>
                <p14:nvPr/>
              </p14:nvContentPartPr>
              <p14:xfrm>
                <a:off x="9896143" y="1866240"/>
                <a:ext cx="75960" cy="2808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4EDB560C-2D62-C1BB-E75C-3D58FA84BA0F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9878503" y="1848600"/>
                  <a:ext cx="11160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9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C5D071DC-1AE4-3B89-5C22-680EC29A5D04}"/>
                    </a:ext>
                  </a:extLst>
                </p14:cNvPr>
                <p14:cNvContentPartPr/>
                <p14:nvPr/>
              </p14:nvContentPartPr>
              <p14:xfrm>
                <a:off x="9962023" y="1883520"/>
                <a:ext cx="76320" cy="3816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C5D071DC-1AE4-3B89-5C22-680EC29A5D04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9944023" y="1865520"/>
                  <a:ext cx="11196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1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B4F989C8-F953-789F-FB11-91F70B468593}"/>
                    </a:ext>
                  </a:extLst>
                </p14:cNvPr>
                <p14:cNvContentPartPr/>
                <p14:nvPr/>
              </p14:nvContentPartPr>
              <p14:xfrm>
                <a:off x="10152103" y="1566000"/>
                <a:ext cx="231120" cy="7812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B4F989C8-F953-789F-FB11-91F70B468593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10134103" y="1548000"/>
                  <a:ext cx="26676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3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B3E05C9B-4C81-3B7F-73E4-60039B1A7F74}"/>
                    </a:ext>
                  </a:extLst>
                </p14:cNvPr>
                <p14:cNvContentPartPr/>
                <p14:nvPr/>
              </p14:nvContentPartPr>
              <p14:xfrm>
                <a:off x="10539103" y="1207080"/>
                <a:ext cx="153720" cy="32724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B3E05C9B-4C81-3B7F-73E4-60039B1A7F74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10521103" y="1189440"/>
                  <a:ext cx="189360" cy="36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5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155CA87D-DF27-18F8-97BA-00A10BD7E442}"/>
                    </a:ext>
                  </a:extLst>
                </p14:cNvPr>
                <p14:cNvContentPartPr/>
                <p14:nvPr/>
              </p14:nvContentPartPr>
              <p14:xfrm>
                <a:off x="10771303" y="1197000"/>
                <a:ext cx="278280" cy="23220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155CA87D-DF27-18F8-97BA-00A10BD7E442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10753663" y="1179360"/>
                  <a:ext cx="313920" cy="26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7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7F00BFAD-C734-B823-BEAE-9DE57F03B18C}"/>
                    </a:ext>
                  </a:extLst>
                </p14:cNvPr>
                <p14:cNvContentPartPr/>
                <p14:nvPr/>
              </p14:nvContentPartPr>
              <p14:xfrm>
                <a:off x="11121223" y="1103040"/>
                <a:ext cx="114120" cy="24948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7F00BFAD-C734-B823-BEAE-9DE57F03B18C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11103583" y="1085040"/>
                  <a:ext cx="149760" cy="28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9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D3CF644E-5D8C-07D9-6448-85D2AF2393A6}"/>
                    </a:ext>
                  </a:extLst>
                </p14:cNvPr>
                <p14:cNvContentPartPr/>
                <p14:nvPr/>
              </p14:nvContentPartPr>
              <p14:xfrm>
                <a:off x="11193583" y="1146960"/>
                <a:ext cx="191520" cy="10044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D3CF644E-5D8C-07D9-6448-85D2AF2393A6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11175943" y="1128960"/>
                  <a:ext cx="22716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1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44B4FF3F-BA67-8108-181E-C9937D598335}"/>
                    </a:ext>
                  </a:extLst>
                </p14:cNvPr>
                <p14:cNvContentPartPr/>
                <p14:nvPr/>
              </p14:nvContentPartPr>
              <p14:xfrm>
                <a:off x="10476103" y="1521000"/>
                <a:ext cx="948240" cy="25380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44B4FF3F-BA67-8108-181E-C9937D598335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10458463" y="1503000"/>
                  <a:ext cx="98388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3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CE760EAC-283D-873E-B050-2544CB9DC038}"/>
                    </a:ext>
                  </a:extLst>
                </p14:cNvPr>
                <p14:cNvContentPartPr/>
                <p14:nvPr/>
              </p14:nvContentPartPr>
              <p14:xfrm>
                <a:off x="10747543" y="1907640"/>
                <a:ext cx="124920" cy="24624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CE760EAC-283D-873E-B050-2544CB9DC038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10729543" y="1890000"/>
                  <a:ext cx="160560" cy="28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5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8D1FA24F-BAC0-78E3-31B9-4CE6BD270529}"/>
                    </a:ext>
                  </a:extLst>
                </p14:cNvPr>
                <p14:cNvContentPartPr/>
                <p14:nvPr/>
              </p14:nvContentPartPr>
              <p14:xfrm>
                <a:off x="10926103" y="1899720"/>
                <a:ext cx="126000" cy="17352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8D1FA24F-BAC0-78E3-31B9-4CE6BD270529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10908103" y="1881720"/>
                  <a:ext cx="16164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7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4ECCFEDA-B325-A67B-D766-8B17C839424F}"/>
                    </a:ext>
                  </a:extLst>
                </p14:cNvPr>
                <p14:cNvContentPartPr/>
                <p14:nvPr/>
              </p14:nvContentPartPr>
              <p14:xfrm>
                <a:off x="11127343" y="1856160"/>
                <a:ext cx="125640" cy="19116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4ECCFEDA-B325-A67B-D766-8B17C839424F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11109343" y="1838160"/>
                  <a:ext cx="161280" cy="22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9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3609334B-8BD4-69E6-AAFC-63365584EB13}"/>
                    </a:ext>
                  </a:extLst>
                </p14:cNvPr>
                <p14:cNvContentPartPr/>
                <p14:nvPr/>
              </p14:nvContentPartPr>
              <p14:xfrm>
                <a:off x="11195743" y="1869480"/>
                <a:ext cx="127080" cy="11232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3609334B-8BD4-69E6-AAFC-63365584EB13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11177743" y="1851840"/>
                  <a:ext cx="162720" cy="147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1745918C-3B93-F066-C43A-B60B4D769D4D}"/>
              </a:ext>
            </a:extLst>
          </p:cNvPr>
          <p:cNvGrpSpPr/>
          <p:nvPr/>
        </p:nvGrpSpPr>
        <p:grpSpPr>
          <a:xfrm>
            <a:off x="11623783" y="1250640"/>
            <a:ext cx="441000" cy="245880"/>
            <a:chOff x="11623783" y="1250640"/>
            <a:chExt cx="441000" cy="245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1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EBD28E9C-0DFC-3235-A7D8-900F21EE002A}"/>
                    </a:ext>
                  </a:extLst>
                </p14:cNvPr>
                <p14:cNvContentPartPr/>
                <p14:nvPr/>
              </p14:nvContentPartPr>
              <p14:xfrm>
                <a:off x="11623783" y="1323000"/>
                <a:ext cx="146880" cy="17352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EBD28E9C-0DFC-3235-A7D8-900F21EE002A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11605783" y="1305360"/>
                  <a:ext cx="18252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3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B4E2376F-5B7D-5EB2-B9AC-089AC74933D3}"/>
                    </a:ext>
                  </a:extLst>
                </p14:cNvPr>
                <p14:cNvContentPartPr/>
                <p14:nvPr/>
              </p14:nvContentPartPr>
              <p14:xfrm>
                <a:off x="11852743" y="1389600"/>
                <a:ext cx="48240" cy="8748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B4E2376F-5B7D-5EB2-B9AC-089AC74933D3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11835103" y="1371960"/>
                  <a:ext cx="8388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5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D5BD606C-28F5-DB89-B0AC-172C0035A4A4}"/>
                    </a:ext>
                  </a:extLst>
                </p14:cNvPr>
                <p14:cNvContentPartPr/>
                <p14:nvPr/>
              </p14:nvContentPartPr>
              <p14:xfrm>
                <a:off x="11833303" y="1250640"/>
                <a:ext cx="19440" cy="2376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D5BD606C-28F5-DB89-B0AC-172C0035A4A4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11815303" y="1233000"/>
                  <a:ext cx="5508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7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90B6D656-458B-D5FF-2936-F1C454B076CB}"/>
                    </a:ext>
                  </a:extLst>
                </p14:cNvPr>
                <p14:cNvContentPartPr/>
                <p14:nvPr/>
              </p14:nvContentPartPr>
              <p14:xfrm>
                <a:off x="11947783" y="1306080"/>
                <a:ext cx="117000" cy="10260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90B6D656-458B-D5FF-2936-F1C454B076CB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11930143" y="1288080"/>
                  <a:ext cx="152640" cy="138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D786DBC9-1EAD-1D42-15D1-2CB1A588CA3C}"/>
              </a:ext>
            </a:extLst>
          </p:cNvPr>
          <p:cNvGrpSpPr/>
          <p:nvPr/>
        </p:nvGrpSpPr>
        <p:grpSpPr>
          <a:xfrm>
            <a:off x="9700303" y="2432520"/>
            <a:ext cx="2015280" cy="764640"/>
            <a:chOff x="9700303" y="2432520"/>
            <a:chExt cx="2015280" cy="764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9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5CBFEA7E-98BF-333F-A8D0-B31715843118}"/>
                    </a:ext>
                  </a:extLst>
                </p14:cNvPr>
                <p14:cNvContentPartPr/>
                <p14:nvPr/>
              </p14:nvContentPartPr>
              <p14:xfrm>
                <a:off x="9700303" y="3038400"/>
                <a:ext cx="127440" cy="5688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5CBFEA7E-98BF-333F-A8D0-B31715843118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9682663" y="3020400"/>
                  <a:ext cx="16308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1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1B3DABE4-6597-874A-45E4-8385F4A5469D}"/>
                    </a:ext>
                  </a:extLst>
                </p14:cNvPr>
                <p14:cNvContentPartPr/>
                <p14:nvPr/>
              </p14:nvContentPartPr>
              <p14:xfrm>
                <a:off x="9762583" y="3096720"/>
                <a:ext cx="122400" cy="5616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1B3DABE4-6597-874A-45E4-8385F4A5469D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9744583" y="3079080"/>
                  <a:ext cx="15804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3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5A8EE731-A096-1B4E-3823-62A3DF47931B}"/>
                    </a:ext>
                  </a:extLst>
                </p14:cNvPr>
                <p14:cNvContentPartPr/>
                <p14:nvPr/>
              </p14:nvContentPartPr>
              <p14:xfrm>
                <a:off x="10019263" y="2619000"/>
                <a:ext cx="370800" cy="57816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5A8EE731-A096-1B4E-3823-62A3DF47931B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10001263" y="2601360"/>
                  <a:ext cx="406440" cy="61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5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7231F642-E8D4-CA47-9C49-7148D56F7A05}"/>
                    </a:ext>
                  </a:extLst>
                </p14:cNvPr>
                <p14:cNvContentPartPr/>
                <p14:nvPr/>
              </p14:nvContentPartPr>
              <p14:xfrm>
                <a:off x="10252543" y="2896560"/>
                <a:ext cx="114480" cy="5112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7231F642-E8D4-CA47-9C49-7148D56F7A05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10234903" y="2878920"/>
                  <a:ext cx="15012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7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C37F71F0-F8DC-ED90-4CCC-2D2033F7835D}"/>
                    </a:ext>
                  </a:extLst>
                </p14:cNvPr>
                <p14:cNvContentPartPr/>
                <p14:nvPr/>
              </p14:nvContentPartPr>
              <p14:xfrm>
                <a:off x="10486183" y="2728080"/>
                <a:ext cx="105480" cy="32004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C37F71F0-F8DC-ED90-4CCC-2D2033F7835D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10468183" y="2710080"/>
                  <a:ext cx="141120" cy="35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9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520BA6E4-1DF3-E8B0-1335-F9C279E1713F}"/>
                    </a:ext>
                  </a:extLst>
                </p14:cNvPr>
                <p14:cNvContentPartPr/>
                <p14:nvPr/>
              </p14:nvContentPartPr>
              <p14:xfrm>
                <a:off x="10616863" y="2742840"/>
                <a:ext cx="194760" cy="16056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520BA6E4-1DF3-E8B0-1335-F9C279E1713F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10599223" y="2725200"/>
                  <a:ext cx="23040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1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BBB049CD-CB90-BAAC-2DF7-C03BD3D98C11}"/>
                    </a:ext>
                  </a:extLst>
                </p14:cNvPr>
                <p14:cNvContentPartPr/>
                <p14:nvPr/>
              </p14:nvContentPartPr>
              <p14:xfrm>
                <a:off x="10800823" y="2647800"/>
                <a:ext cx="165600" cy="34056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BBB049CD-CB90-BAAC-2DF7-C03BD3D98C11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10782823" y="2630160"/>
                  <a:ext cx="201240" cy="37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3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1C38B4CC-D308-6D33-6491-4B36E4A51448}"/>
                    </a:ext>
                  </a:extLst>
                </p14:cNvPr>
                <p14:cNvContentPartPr/>
                <p14:nvPr/>
              </p14:nvContentPartPr>
              <p14:xfrm>
                <a:off x="11059303" y="2520720"/>
                <a:ext cx="227880" cy="22968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1C38B4CC-D308-6D33-6491-4B36E4A51448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11041663" y="2503080"/>
                  <a:ext cx="263520" cy="26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5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EFD7E19F-754B-4F51-B48D-7935FD5A2056}"/>
                    </a:ext>
                  </a:extLst>
                </p14:cNvPr>
                <p14:cNvContentPartPr/>
                <p14:nvPr/>
              </p14:nvContentPartPr>
              <p14:xfrm>
                <a:off x="11403103" y="2601360"/>
                <a:ext cx="26640" cy="11232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EFD7E19F-754B-4F51-B48D-7935FD5A2056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11385103" y="2583720"/>
                  <a:ext cx="6228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7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06C9C1FA-2FD2-FA1F-2318-B0F6B85126F4}"/>
                    </a:ext>
                  </a:extLst>
                </p14:cNvPr>
                <p14:cNvContentPartPr/>
                <p14:nvPr/>
              </p14:nvContentPartPr>
              <p14:xfrm>
                <a:off x="11371063" y="2432520"/>
                <a:ext cx="33840" cy="2988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06C9C1FA-2FD2-FA1F-2318-B0F6B85126F4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11353063" y="2414520"/>
                  <a:ext cx="6948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9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741FF9F5-08BF-EC60-E8B0-8F58D5B8BCE0}"/>
                    </a:ext>
                  </a:extLst>
                </p14:cNvPr>
                <p14:cNvContentPartPr/>
                <p14:nvPr/>
              </p14:nvContentPartPr>
              <p14:xfrm>
                <a:off x="11483383" y="2522160"/>
                <a:ext cx="232200" cy="13824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741FF9F5-08BF-EC60-E8B0-8F58D5B8BCE0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11465743" y="2504520"/>
                  <a:ext cx="267840" cy="173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EC889705-0D8E-30B3-CE3D-0E3A9E9BFB74}"/>
              </a:ext>
            </a:extLst>
          </p:cNvPr>
          <p:cNvGrpSpPr/>
          <p:nvPr/>
        </p:nvGrpSpPr>
        <p:grpSpPr>
          <a:xfrm>
            <a:off x="9183343" y="4143240"/>
            <a:ext cx="412200" cy="469440"/>
            <a:chOff x="9183343" y="4143240"/>
            <a:chExt cx="412200" cy="469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1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53C2EB5F-FEB7-2C7C-C9F0-E03661366885}"/>
                    </a:ext>
                  </a:extLst>
                </p14:cNvPr>
                <p14:cNvContentPartPr/>
                <p14:nvPr/>
              </p14:nvContentPartPr>
              <p14:xfrm>
                <a:off x="9183343" y="4214520"/>
                <a:ext cx="100800" cy="39816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53C2EB5F-FEB7-2C7C-C9F0-E03661366885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9165703" y="4196880"/>
                  <a:ext cx="136440" cy="43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3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137A018E-49FB-4815-14F5-985DF5669253}"/>
                    </a:ext>
                  </a:extLst>
                </p14:cNvPr>
                <p14:cNvContentPartPr/>
                <p14:nvPr/>
              </p14:nvContentPartPr>
              <p14:xfrm>
                <a:off x="9359743" y="4143240"/>
                <a:ext cx="235800" cy="30132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137A018E-49FB-4815-14F5-985DF5669253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9341743" y="4125240"/>
                  <a:ext cx="271440" cy="336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3" name="Group 162">
            <a:extLst>
              <a:ext uri="{FF2B5EF4-FFF2-40B4-BE49-F238E27FC236}">
                <a16:creationId xmlns:a16="http://schemas.microsoft.com/office/drawing/2014/main" id="{7A78CB56-3A4C-E2F1-9303-7F1A5039C5C4}"/>
              </a:ext>
            </a:extLst>
          </p:cNvPr>
          <p:cNvGrpSpPr/>
          <p:nvPr/>
        </p:nvGrpSpPr>
        <p:grpSpPr>
          <a:xfrm>
            <a:off x="10016023" y="3681000"/>
            <a:ext cx="1639800" cy="626760"/>
            <a:chOff x="10016023" y="3681000"/>
            <a:chExt cx="1639800" cy="626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5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C80330D0-39B0-42C2-6D96-F17677B758A7}"/>
                    </a:ext>
                  </a:extLst>
                </p14:cNvPr>
                <p14:cNvContentPartPr/>
                <p14:nvPr/>
              </p14:nvContentPartPr>
              <p14:xfrm>
                <a:off x="10016023" y="4157280"/>
                <a:ext cx="212400" cy="15048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C80330D0-39B0-42C2-6D96-F17677B758A7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9998023" y="4139280"/>
                  <a:ext cx="24804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7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B8617EFA-10B4-E5BA-EF3C-02F85841CB6B}"/>
                    </a:ext>
                  </a:extLst>
                </p14:cNvPr>
                <p14:cNvContentPartPr/>
                <p14:nvPr/>
              </p14:nvContentPartPr>
              <p14:xfrm>
                <a:off x="10296103" y="4091400"/>
                <a:ext cx="95760" cy="19044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B8617EFA-10B4-E5BA-EF3C-02F85841CB6B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10278463" y="4073760"/>
                  <a:ext cx="13140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9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B64FE013-68C2-E6E8-BB7B-EB467FAB900B}"/>
                    </a:ext>
                  </a:extLst>
                </p14:cNvPr>
                <p14:cNvContentPartPr/>
                <p14:nvPr/>
              </p14:nvContentPartPr>
              <p14:xfrm>
                <a:off x="10567183" y="4067280"/>
                <a:ext cx="68400" cy="15120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B64FE013-68C2-E6E8-BB7B-EB467FAB900B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10549543" y="4049280"/>
                  <a:ext cx="10404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1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91B1C1F2-51BD-8875-83B8-5BC392343800}"/>
                    </a:ext>
                  </a:extLst>
                </p14:cNvPr>
                <p14:cNvContentPartPr/>
                <p14:nvPr/>
              </p14:nvContentPartPr>
              <p14:xfrm>
                <a:off x="10580143" y="3934080"/>
                <a:ext cx="37800" cy="6228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91B1C1F2-51BD-8875-83B8-5BC392343800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10562503" y="3916080"/>
                  <a:ext cx="7344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3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1630E6FD-CBBF-CE33-FE79-06584C3BF6BC}"/>
                    </a:ext>
                  </a:extLst>
                </p14:cNvPr>
                <p14:cNvContentPartPr/>
                <p14:nvPr/>
              </p14:nvContentPartPr>
              <p14:xfrm>
                <a:off x="10755463" y="4056480"/>
                <a:ext cx="123480" cy="8244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1630E6FD-CBBF-CE33-FE79-06584C3BF6BC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10737463" y="4038840"/>
                  <a:ext cx="15912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5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E50756E5-67B5-D7A1-B617-4527AB2A1949}"/>
                    </a:ext>
                  </a:extLst>
                </p14:cNvPr>
                <p14:cNvContentPartPr/>
                <p14:nvPr/>
              </p14:nvContentPartPr>
              <p14:xfrm>
                <a:off x="11029063" y="4003920"/>
                <a:ext cx="23760" cy="19620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E50756E5-67B5-D7A1-B617-4527AB2A1949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11011063" y="3985920"/>
                  <a:ext cx="5940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7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F85B4160-FD47-5A7F-CD23-3176C570C111}"/>
                    </a:ext>
                  </a:extLst>
                </p14:cNvPr>
                <p14:cNvContentPartPr/>
                <p14:nvPr/>
              </p14:nvContentPartPr>
              <p14:xfrm>
                <a:off x="11017183" y="3971520"/>
                <a:ext cx="75600" cy="11052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F85B4160-FD47-5A7F-CD23-3176C570C111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10999183" y="3953880"/>
                  <a:ext cx="11124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9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1A460E32-2252-FD7A-237F-420CB50435D2}"/>
                    </a:ext>
                  </a:extLst>
                </p14:cNvPr>
                <p14:cNvContentPartPr/>
                <p14:nvPr/>
              </p14:nvContentPartPr>
              <p14:xfrm>
                <a:off x="11189623" y="3856680"/>
                <a:ext cx="235800" cy="19836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1A460E32-2252-FD7A-237F-420CB50435D2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11171983" y="3838680"/>
                  <a:ext cx="27144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1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EEEBB5F3-7FE9-267F-A2EA-829E8C51A637}"/>
                    </a:ext>
                  </a:extLst>
                </p14:cNvPr>
                <p14:cNvContentPartPr/>
                <p14:nvPr/>
              </p14:nvContentPartPr>
              <p14:xfrm>
                <a:off x="11451703" y="3681000"/>
                <a:ext cx="69840" cy="27936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EEEBB5F3-7FE9-267F-A2EA-829E8C51A637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11433703" y="3663000"/>
                  <a:ext cx="105480" cy="31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3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F9309E59-BF5B-01A5-AFC1-FD306E97E978}"/>
                    </a:ext>
                  </a:extLst>
                </p14:cNvPr>
                <p14:cNvContentPartPr/>
                <p14:nvPr/>
              </p14:nvContentPartPr>
              <p14:xfrm>
                <a:off x="11497063" y="3798000"/>
                <a:ext cx="158760" cy="7308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F9309E59-BF5B-01A5-AFC1-FD306E97E978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11479063" y="3780360"/>
                  <a:ext cx="194400" cy="108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9" name="Group 168">
            <a:extLst>
              <a:ext uri="{FF2B5EF4-FFF2-40B4-BE49-F238E27FC236}">
                <a16:creationId xmlns:a16="http://schemas.microsoft.com/office/drawing/2014/main" id="{F70DC3DC-3EA4-5F68-27CC-C811BA5F023D}"/>
              </a:ext>
            </a:extLst>
          </p:cNvPr>
          <p:cNvGrpSpPr/>
          <p:nvPr/>
        </p:nvGrpSpPr>
        <p:grpSpPr>
          <a:xfrm>
            <a:off x="9113503" y="4893120"/>
            <a:ext cx="923760" cy="435960"/>
            <a:chOff x="9113503" y="4893120"/>
            <a:chExt cx="923760" cy="435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5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5BC466FC-B75C-C4A6-31E3-E006014B9340}"/>
                    </a:ext>
                  </a:extLst>
                </p14:cNvPr>
                <p14:cNvContentPartPr/>
                <p14:nvPr/>
              </p14:nvContentPartPr>
              <p14:xfrm>
                <a:off x="9113503" y="5225760"/>
                <a:ext cx="226440" cy="5508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5BC466FC-B75C-C4A6-31E3-E006014B9340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9095503" y="5208120"/>
                  <a:ext cx="26208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7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70427C20-724C-6244-16F0-654961D54777}"/>
                    </a:ext>
                  </a:extLst>
                </p14:cNvPr>
                <p14:cNvContentPartPr/>
                <p14:nvPr/>
              </p14:nvContentPartPr>
              <p14:xfrm>
                <a:off x="9433903" y="5048640"/>
                <a:ext cx="83160" cy="28044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70427C20-724C-6244-16F0-654961D54777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9416263" y="5031000"/>
                  <a:ext cx="118800" cy="31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9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0390CDF0-D587-979D-61BF-9C5ED578CE94}"/>
                    </a:ext>
                  </a:extLst>
                </p14:cNvPr>
                <p14:cNvContentPartPr/>
                <p14:nvPr/>
              </p14:nvContentPartPr>
              <p14:xfrm>
                <a:off x="9623983" y="4997520"/>
                <a:ext cx="169200" cy="21384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0390CDF0-D587-979D-61BF-9C5ED578CE94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9606343" y="4979880"/>
                  <a:ext cx="204840" cy="24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1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6B0C4DE7-0A9D-F682-5C9B-B592A15654DA}"/>
                    </a:ext>
                  </a:extLst>
                </p14:cNvPr>
                <p14:cNvContentPartPr/>
                <p14:nvPr/>
              </p14:nvContentPartPr>
              <p14:xfrm>
                <a:off x="9643783" y="5009760"/>
                <a:ext cx="360" cy="36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6B0C4DE7-0A9D-F682-5C9B-B592A15654DA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9625783" y="499212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3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52DBC3A0-E8C4-86A8-239F-0A6FAEF79B84}"/>
                    </a:ext>
                  </a:extLst>
                </p14:cNvPr>
                <p14:cNvContentPartPr/>
                <p14:nvPr/>
              </p14:nvContentPartPr>
              <p14:xfrm>
                <a:off x="9869503" y="4893120"/>
                <a:ext cx="167760" cy="23148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52DBC3A0-E8C4-86A8-239F-0A6FAEF79B84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9851503" y="4875480"/>
                  <a:ext cx="203400" cy="267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1" name="Group 180">
            <a:extLst>
              <a:ext uri="{FF2B5EF4-FFF2-40B4-BE49-F238E27FC236}">
                <a16:creationId xmlns:a16="http://schemas.microsoft.com/office/drawing/2014/main" id="{61871DC3-F8F9-6F57-9F72-663457264D21}"/>
              </a:ext>
            </a:extLst>
          </p:cNvPr>
          <p:cNvGrpSpPr/>
          <p:nvPr/>
        </p:nvGrpSpPr>
        <p:grpSpPr>
          <a:xfrm>
            <a:off x="10484023" y="4847400"/>
            <a:ext cx="305640" cy="172440"/>
            <a:chOff x="10484023" y="4847400"/>
            <a:chExt cx="305640" cy="172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5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409A71B3-19B8-0CB2-6353-88EF449EE5BB}"/>
                    </a:ext>
                  </a:extLst>
                </p14:cNvPr>
                <p14:cNvContentPartPr/>
                <p14:nvPr/>
              </p14:nvContentPartPr>
              <p14:xfrm>
                <a:off x="10484023" y="4854600"/>
                <a:ext cx="120600" cy="16524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409A71B3-19B8-0CB2-6353-88EF449EE5BB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10466023" y="4836600"/>
                  <a:ext cx="15624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7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81B69830-362E-EA57-522B-ED659544E680}"/>
                    </a:ext>
                  </a:extLst>
                </p14:cNvPr>
                <p14:cNvContentPartPr/>
                <p14:nvPr/>
              </p14:nvContentPartPr>
              <p14:xfrm>
                <a:off x="10632703" y="4847400"/>
                <a:ext cx="156960" cy="10188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81B69830-362E-EA57-522B-ED659544E680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10615063" y="4829760"/>
                  <a:ext cx="192600" cy="137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0" name="Group 179">
            <a:extLst>
              <a:ext uri="{FF2B5EF4-FFF2-40B4-BE49-F238E27FC236}">
                <a16:creationId xmlns:a16="http://schemas.microsoft.com/office/drawing/2014/main" id="{C2B4D2FE-CEFD-1D8F-E22A-65C3B5E3F523}"/>
              </a:ext>
            </a:extLst>
          </p:cNvPr>
          <p:cNvGrpSpPr/>
          <p:nvPr/>
        </p:nvGrpSpPr>
        <p:grpSpPr>
          <a:xfrm>
            <a:off x="11198263" y="4308120"/>
            <a:ext cx="997920" cy="533160"/>
            <a:chOff x="11198263" y="4308120"/>
            <a:chExt cx="997920" cy="533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9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B71E5E70-F283-4130-B8A3-7A68A79749BC}"/>
                    </a:ext>
                  </a:extLst>
                </p14:cNvPr>
                <p14:cNvContentPartPr/>
                <p14:nvPr/>
              </p14:nvContentPartPr>
              <p14:xfrm>
                <a:off x="11198263" y="4676760"/>
                <a:ext cx="110160" cy="16452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B71E5E70-F283-4130-B8A3-7A68A79749BC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11180263" y="4659120"/>
                  <a:ext cx="14580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1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7D1E518E-EE83-C288-3ECB-B65EE98B96EA}"/>
                    </a:ext>
                  </a:extLst>
                </p14:cNvPr>
                <p14:cNvContentPartPr/>
                <p14:nvPr/>
              </p14:nvContentPartPr>
              <p14:xfrm>
                <a:off x="11330743" y="4629600"/>
                <a:ext cx="203400" cy="13428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7D1E518E-EE83-C288-3ECB-B65EE98B96EA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11312743" y="4611960"/>
                  <a:ext cx="23904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3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A84383F2-E049-6BC2-D14A-37B009B556CB}"/>
                    </a:ext>
                  </a:extLst>
                </p14:cNvPr>
                <p14:cNvContentPartPr/>
                <p14:nvPr/>
              </p14:nvContentPartPr>
              <p14:xfrm>
                <a:off x="11688583" y="4484160"/>
                <a:ext cx="65880" cy="16668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A84383F2-E049-6BC2-D14A-37B009B556CB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11670943" y="4466520"/>
                  <a:ext cx="10152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5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EECE63B6-55D5-D943-1953-56B87BD53777}"/>
                    </a:ext>
                  </a:extLst>
                </p14:cNvPr>
                <p14:cNvContentPartPr/>
                <p14:nvPr/>
              </p14:nvContentPartPr>
              <p14:xfrm>
                <a:off x="11645743" y="4533840"/>
                <a:ext cx="146160" cy="6660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EECE63B6-55D5-D943-1953-56B87BD53777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11628103" y="4515840"/>
                  <a:ext cx="18180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7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1ECF9977-2869-CD5D-2B70-17F0DC98A667}"/>
                    </a:ext>
                  </a:extLst>
                </p14:cNvPr>
                <p14:cNvContentPartPr/>
                <p14:nvPr/>
              </p14:nvContentPartPr>
              <p14:xfrm>
                <a:off x="11833303" y="4539960"/>
                <a:ext cx="33120" cy="12492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1ECF9977-2869-CD5D-2B70-17F0DC98A667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11815303" y="4521960"/>
                  <a:ext cx="6876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9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E9C14FF5-455D-8BD4-66CB-3562CA09D465}"/>
                    </a:ext>
                  </a:extLst>
                </p14:cNvPr>
                <p14:cNvContentPartPr/>
                <p14:nvPr/>
              </p14:nvContentPartPr>
              <p14:xfrm>
                <a:off x="11846263" y="4475520"/>
                <a:ext cx="208800" cy="10008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E9C14FF5-455D-8BD4-66CB-3562CA09D465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11828623" y="4457880"/>
                  <a:ext cx="24444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1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EE970D59-A190-B2ED-F8D2-A2788A3A6E08}"/>
                    </a:ext>
                  </a:extLst>
                </p14:cNvPr>
                <p14:cNvContentPartPr/>
                <p14:nvPr/>
              </p14:nvContentPartPr>
              <p14:xfrm>
                <a:off x="12131743" y="4308120"/>
                <a:ext cx="27000" cy="13356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EE970D59-A190-B2ED-F8D2-A2788A3A6E08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12114103" y="4290120"/>
                  <a:ext cx="6264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3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29A47F9E-2D62-7E83-7290-B8F8D639EB8B}"/>
                    </a:ext>
                  </a:extLst>
                </p14:cNvPr>
                <p14:cNvContentPartPr/>
                <p14:nvPr/>
              </p14:nvContentPartPr>
              <p14:xfrm>
                <a:off x="12091423" y="4373640"/>
                <a:ext cx="104760" cy="7200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29A47F9E-2D62-7E83-7290-B8F8D639EB8B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12073783" y="4355640"/>
                  <a:ext cx="140400" cy="1076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91036673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BC294B-18B8-1E33-2F33-0D5417E7F7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E6887C-0FE0-4C70-D926-80CA957E37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22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diagram of a circuit&#10;&#10;Description automatically generated">
            <a:extLst>
              <a:ext uri="{FF2B5EF4-FFF2-40B4-BE49-F238E27FC236}">
                <a16:creationId xmlns:a16="http://schemas.microsoft.com/office/drawing/2014/main" id="{5B79AA24-5330-4627-9CFC-725E1DB97F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4422" y="2010727"/>
            <a:ext cx="3419475" cy="2105025"/>
          </a:xfrm>
          <a:prstGeom prst="rect">
            <a:avLst/>
          </a:prstGeom>
        </p:spPr>
      </p:pic>
      <p:pic>
        <p:nvPicPr>
          <p:cNvPr id="8" name="Picture 7" descr="A black screen with blue text&#10;&#10;Description automatically generated">
            <a:extLst>
              <a:ext uri="{FF2B5EF4-FFF2-40B4-BE49-F238E27FC236}">
                <a16:creationId xmlns:a16="http://schemas.microsoft.com/office/drawing/2014/main" id="{86EBF750-11F1-9441-9F19-678961C6698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9350" y="1155921"/>
            <a:ext cx="4286250" cy="4800600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83029C99-E452-6A2D-3DB1-C0A95FE43341}"/>
              </a:ext>
            </a:extLst>
          </p:cNvPr>
          <p:cNvGrpSpPr/>
          <p:nvPr/>
        </p:nvGrpSpPr>
        <p:grpSpPr>
          <a:xfrm>
            <a:off x="5235827" y="2170954"/>
            <a:ext cx="1212840" cy="502920"/>
            <a:chOff x="5235827" y="2170954"/>
            <a:chExt cx="1212840" cy="502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73186727-4E25-4E81-D81B-3F212C39A24E}"/>
                    </a:ext>
                  </a:extLst>
                </p14:cNvPr>
                <p14:cNvContentPartPr/>
                <p14:nvPr/>
              </p14:nvContentPartPr>
              <p14:xfrm>
                <a:off x="5235827" y="2170954"/>
                <a:ext cx="200520" cy="5029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73186727-4E25-4E81-D81B-3F212C39A24E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217827" y="2152954"/>
                  <a:ext cx="236160" cy="53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A7B81DE4-CD71-4D84-1F7F-3ED4A18C8403}"/>
                    </a:ext>
                  </a:extLst>
                </p14:cNvPr>
                <p14:cNvContentPartPr/>
                <p14:nvPr/>
              </p14:nvContentPartPr>
              <p14:xfrm>
                <a:off x="5589707" y="2512234"/>
                <a:ext cx="57240" cy="1612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A7B81DE4-CD71-4D84-1F7F-3ED4A18C8403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5571707" y="2494234"/>
                  <a:ext cx="9288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7340CFF3-BE07-EFB6-64CB-2333A9482710}"/>
                    </a:ext>
                  </a:extLst>
                </p14:cNvPr>
                <p14:cNvContentPartPr/>
                <p14:nvPr/>
              </p14:nvContentPartPr>
              <p14:xfrm>
                <a:off x="5794907" y="2438074"/>
                <a:ext cx="188280" cy="2260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7340CFF3-BE07-EFB6-64CB-2333A9482710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5776907" y="2420074"/>
                  <a:ext cx="22392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96AA5A2F-F724-20FE-6965-41E12ED828B2}"/>
                    </a:ext>
                  </a:extLst>
                </p14:cNvPr>
                <p14:cNvContentPartPr/>
                <p14:nvPr/>
              </p14:nvContentPartPr>
              <p14:xfrm>
                <a:off x="6055907" y="2280754"/>
                <a:ext cx="77040" cy="3704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96AA5A2F-F724-20FE-6965-41E12ED828B2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6037907" y="2262754"/>
                  <a:ext cx="112680" cy="40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5BBD955B-0A63-A5A5-60F8-6DC55C727FB8}"/>
                    </a:ext>
                  </a:extLst>
                </p14:cNvPr>
                <p14:cNvContentPartPr/>
                <p14:nvPr/>
              </p14:nvContentPartPr>
              <p14:xfrm>
                <a:off x="6018107" y="2435554"/>
                <a:ext cx="364680" cy="1119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5BBD955B-0A63-A5A5-60F8-6DC55C727FB8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6000467" y="2417914"/>
                  <a:ext cx="40032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2EC4DE01-C694-1F4D-703C-8B28C029D4FC}"/>
                    </a:ext>
                  </a:extLst>
                </p14:cNvPr>
                <p14:cNvContentPartPr/>
                <p14:nvPr/>
              </p14:nvContentPartPr>
              <p14:xfrm>
                <a:off x="6388187" y="2502874"/>
                <a:ext cx="60480" cy="133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2EC4DE01-C694-1F4D-703C-8B28C029D4FC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6370547" y="2484874"/>
                  <a:ext cx="96120" cy="48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764F4B21-6DB4-EB54-AEE5-8EFCAF193FBA}"/>
              </a:ext>
            </a:extLst>
          </p:cNvPr>
          <p:cNvGrpSpPr/>
          <p:nvPr/>
        </p:nvGrpSpPr>
        <p:grpSpPr>
          <a:xfrm>
            <a:off x="6803987" y="1921114"/>
            <a:ext cx="2008800" cy="1190160"/>
            <a:chOff x="6803987" y="1921114"/>
            <a:chExt cx="2008800" cy="119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E2AC97BF-7761-16D3-26D4-E583354CC0D8}"/>
                    </a:ext>
                  </a:extLst>
                </p14:cNvPr>
                <p14:cNvContentPartPr/>
                <p14:nvPr/>
              </p14:nvContentPartPr>
              <p14:xfrm>
                <a:off x="6803987" y="2267794"/>
                <a:ext cx="162720" cy="338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E2AC97BF-7761-16D3-26D4-E583354CC0D8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785987" y="2249794"/>
                  <a:ext cx="19836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067FFBF1-2B13-5F93-AEAB-74487553C18D}"/>
                    </a:ext>
                  </a:extLst>
                </p14:cNvPr>
                <p14:cNvContentPartPr/>
                <p14:nvPr/>
              </p14:nvContentPartPr>
              <p14:xfrm>
                <a:off x="7208627" y="1921114"/>
                <a:ext cx="78840" cy="3924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067FFBF1-2B13-5F93-AEAB-74487553C18D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7190627" y="1903114"/>
                  <a:ext cx="114480" cy="42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705348B1-D0DD-2EE2-C304-99C5890AD161}"/>
                    </a:ext>
                  </a:extLst>
                </p14:cNvPr>
                <p14:cNvContentPartPr/>
                <p14:nvPr/>
              </p14:nvContentPartPr>
              <p14:xfrm>
                <a:off x="7167587" y="1932634"/>
                <a:ext cx="170640" cy="2156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705348B1-D0DD-2EE2-C304-99C5890AD161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7149587" y="1914994"/>
                  <a:ext cx="20628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267A533A-5021-7970-31D1-4A206570A8F6}"/>
                    </a:ext>
                  </a:extLst>
                </p14:cNvPr>
                <p14:cNvContentPartPr/>
                <p14:nvPr/>
              </p14:nvContentPartPr>
              <p14:xfrm>
                <a:off x="7481867" y="1988434"/>
                <a:ext cx="61920" cy="2998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267A533A-5021-7970-31D1-4A206570A8F6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7464227" y="1970434"/>
                  <a:ext cx="97560" cy="33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5527BEA6-F4F0-534E-3280-A0915C4B5009}"/>
                    </a:ext>
                  </a:extLst>
                </p14:cNvPr>
                <p14:cNvContentPartPr/>
                <p14:nvPr/>
              </p14:nvContentPartPr>
              <p14:xfrm>
                <a:off x="7405907" y="2096794"/>
                <a:ext cx="141840" cy="583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5527BEA6-F4F0-534E-3280-A0915C4B5009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7387907" y="2078794"/>
                  <a:ext cx="17748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E86E964B-FF98-3DA5-3830-99740B52CAAA}"/>
                    </a:ext>
                  </a:extLst>
                </p14:cNvPr>
                <p14:cNvContentPartPr/>
                <p14:nvPr/>
              </p14:nvContentPartPr>
              <p14:xfrm>
                <a:off x="6971747" y="2431234"/>
                <a:ext cx="865800" cy="1375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E86E964B-FF98-3DA5-3830-99740B52CAAA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6954107" y="2413594"/>
                  <a:ext cx="90144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31382650-49D6-6F2D-2281-4CB81F76B681}"/>
                    </a:ext>
                  </a:extLst>
                </p14:cNvPr>
                <p14:cNvContentPartPr/>
                <p14:nvPr/>
              </p14:nvContentPartPr>
              <p14:xfrm>
                <a:off x="7288907" y="2700874"/>
                <a:ext cx="87120" cy="4104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31382650-49D6-6F2D-2281-4CB81F76B681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7270907" y="2682874"/>
                  <a:ext cx="122760" cy="44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8E21B1FA-CF5E-CC1D-F36F-BEFA24E5A1BE}"/>
                    </a:ext>
                  </a:extLst>
                </p14:cNvPr>
                <p14:cNvContentPartPr/>
                <p14:nvPr/>
              </p14:nvContentPartPr>
              <p14:xfrm>
                <a:off x="7253987" y="2704114"/>
                <a:ext cx="225000" cy="2214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8E21B1FA-CF5E-CC1D-F36F-BEFA24E5A1BE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7236347" y="2686114"/>
                  <a:ext cx="26064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B4EF87C2-DA1C-C98D-ED50-53916D15F036}"/>
                    </a:ext>
                  </a:extLst>
                </p14:cNvPr>
                <p14:cNvContentPartPr/>
                <p14:nvPr/>
              </p14:nvContentPartPr>
              <p14:xfrm>
                <a:off x="7533707" y="2674594"/>
                <a:ext cx="83520" cy="2476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B4EF87C2-DA1C-C98D-ED50-53916D15F036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7515707" y="2656594"/>
                  <a:ext cx="11916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1CFE7BF8-0992-0B65-2F2A-FC12DA2C4A6D}"/>
                    </a:ext>
                  </a:extLst>
                </p14:cNvPr>
                <p14:cNvContentPartPr/>
                <p14:nvPr/>
              </p14:nvContentPartPr>
              <p14:xfrm>
                <a:off x="8006747" y="2374354"/>
                <a:ext cx="5040" cy="363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1CFE7BF8-0992-0B65-2F2A-FC12DA2C4A6D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7989107" y="2356354"/>
                  <a:ext cx="4068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2C977AC-60EF-B89E-FF49-B696A367CDF8}"/>
                    </a:ext>
                  </a:extLst>
                </p14:cNvPr>
                <p14:cNvContentPartPr/>
                <p14:nvPr/>
              </p14:nvContentPartPr>
              <p14:xfrm>
                <a:off x="8075507" y="2127034"/>
                <a:ext cx="231480" cy="2718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2C977AC-60EF-B89E-FF49-B696A367CDF8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8057507" y="2109034"/>
                  <a:ext cx="267120" cy="30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6F155C34-1C4E-5913-EBF8-105F24D6471A}"/>
                    </a:ext>
                  </a:extLst>
                </p14:cNvPr>
                <p14:cNvContentPartPr/>
                <p14:nvPr/>
              </p14:nvContentPartPr>
              <p14:xfrm>
                <a:off x="8418947" y="2156194"/>
                <a:ext cx="62280" cy="2707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6F155C34-1C4E-5913-EBF8-105F24D6471A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8400947" y="2138194"/>
                  <a:ext cx="97920" cy="30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17B2E2EF-45FC-BC93-CBA7-61702AE75097}"/>
                    </a:ext>
                  </a:extLst>
                </p14:cNvPr>
                <p14:cNvContentPartPr/>
                <p14:nvPr/>
              </p14:nvContentPartPr>
              <p14:xfrm>
                <a:off x="8642147" y="2224954"/>
                <a:ext cx="170640" cy="1058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17B2E2EF-45FC-BC93-CBA7-61702AE75097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8624507" y="2207314"/>
                  <a:ext cx="206280" cy="14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56945A6-390E-2612-5037-052C54EFB18B}"/>
              </a:ext>
            </a:extLst>
          </p:cNvPr>
          <p:cNvGrpSpPr/>
          <p:nvPr/>
        </p:nvGrpSpPr>
        <p:grpSpPr>
          <a:xfrm>
            <a:off x="6197747" y="3893914"/>
            <a:ext cx="190440" cy="137520"/>
            <a:chOff x="6197747" y="3893914"/>
            <a:chExt cx="190440" cy="137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6A9A624E-7BA0-8B25-57E8-44D67DAFE878}"/>
                    </a:ext>
                  </a:extLst>
                </p14:cNvPr>
                <p14:cNvContentPartPr/>
                <p14:nvPr/>
              </p14:nvContentPartPr>
              <p14:xfrm>
                <a:off x="6197747" y="3893914"/>
                <a:ext cx="121680" cy="169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6A9A624E-7BA0-8B25-57E8-44D67DAFE878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6180107" y="3875914"/>
                  <a:ext cx="15732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918655AE-118F-78D4-1695-53522B182691}"/>
                    </a:ext>
                  </a:extLst>
                </p14:cNvPr>
                <p14:cNvContentPartPr/>
                <p14:nvPr/>
              </p14:nvContentPartPr>
              <p14:xfrm>
                <a:off x="6312227" y="4011634"/>
                <a:ext cx="75960" cy="198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918655AE-118F-78D4-1695-53522B182691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6294227" y="3993634"/>
                  <a:ext cx="111600" cy="55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2002758B-948C-FE0D-722C-1DFEF4A85BCB}"/>
              </a:ext>
            </a:extLst>
          </p:cNvPr>
          <p:cNvGrpSpPr/>
          <p:nvPr/>
        </p:nvGrpSpPr>
        <p:grpSpPr>
          <a:xfrm>
            <a:off x="6842867" y="3330154"/>
            <a:ext cx="2445120" cy="1049760"/>
            <a:chOff x="6842867" y="3330154"/>
            <a:chExt cx="2445120" cy="1049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1A4AE2E0-9EE2-7914-262F-9E2683C31D92}"/>
                    </a:ext>
                  </a:extLst>
                </p14:cNvPr>
                <p14:cNvContentPartPr/>
                <p14:nvPr/>
              </p14:nvContentPartPr>
              <p14:xfrm>
                <a:off x="6842867" y="3658474"/>
                <a:ext cx="127440" cy="230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1A4AE2E0-9EE2-7914-262F-9E2683C31D92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6825227" y="3640474"/>
                  <a:ext cx="16308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4A7ED9D6-4B36-F364-FAA4-D65C498FC7F8}"/>
                    </a:ext>
                  </a:extLst>
                </p14:cNvPr>
                <p14:cNvContentPartPr/>
                <p14:nvPr/>
              </p14:nvContentPartPr>
              <p14:xfrm>
                <a:off x="7243547" y="3464074"/>
                <a:ext cx="28800" cy="2656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4A7ED9D6-4B36-F364-FAA4-D65C498FC7F8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7225907" y="3446434"/>
                  <a:ext cx="6444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29A2ECAE-F988-00EF-225C-0DCE611A2365}"/>
                    </a:ext>
                  </a:extLst>
                </p14:cNvPr>
                <p14:cNvContentPartPr/>
                <p14:nvPr/>
              </p14:nvContentPartPr>
              <p14:xfrm>
                <a:off x="7392947" y="3492154"/>
                <a:ext cx="208440" cy="2566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29A2ECAE-F988-00EF-225C-0DCE611A2365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7374947" y="3474514"/>
                  <a:ext cx="244080" cy="29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81D4813B-DBB7-83FB-70C0-F9787C50627F}"/>
                    </a:ext>
                  </a:extLst>
                </p14:cNvPr>
                <p14:cNvContentPartPr/>
                <p14:nvPr/>
              </p14:nvContentPartPr>
              <p14:xfrm>
                <a:off x="7748987" y="3414394"/>
                <a:ext cx="95760" cy="1756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81D4813B-DBB7-83FB-70C0-F9787C50627F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7730987" y="3396394"/>
                  <a:ext cx="13140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B3270DC4-59A0-7228-9EE5-BADFE53CAE53}"/>
                    </a:ext>
                  </a:extLst>
                </p14:cNvPr>
                <p14:cNvContentPartPr/>
                <p14:nvPr/>
              </p14:nvContentPartPr>
              <p14:xfrm>
                <a:off x="8022947" y="3330154"/>
                <a:ext cx="27000" cy="2545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B3270DC4-59A0-7228-9EE5-BADFE53CAE53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8005307" y="3312154"/>
                  <a:ext cx="6264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60B576D0-0EA3-F975-CBDA-55E8663D043F}"/>
                    </a:ext>
                  </a:extLst>
                </p14:cNvPr>
                <p14:cNvContentPartPr/>
                <p14:nvPr/>
              </p14:nvContentPartPr>
              <p14:xfrm>
                <a:off x="8050667" y="3363274"/>
                <a:ext cx="116640" cy="1447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60B576D0-0EA3-F975-CBDA-55E8663D043F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8033027" y="3345634"/>
                  <a:ext cx="15228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7833C7FD-7BE7-BD84-C0A6-92D27F214C18}"/>
                    </a:ext>
                  </a:extLst>
                </p14:cNvPr>
                <p14:cNvContentPartPr/>
                <p14:nvPr/>
              </p14:nvContentPartPr>
              <p14:xfrm>
                <a:off x="7032227" y="3711034"/>
                <a:ext cx="1519560" cy="1843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7833C7FD-7BE7-BD84-C0A6-92D27F214C18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7014227" y="3693034"/>
                  <a:ext cx="155520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69700EC3-6855-68BD-ADA0-693D426FF472}"/>
                    </a:ext>
                  </a:extLst>
                </p14:cNvPr>
                <p14:cNvContentPartPr/>
                <p14:nvPr/>
              </p14:nvContentPartPr>
              <p14:xfrm>
                <a:off x="7480427" y="4085794"/>
                <a:ext cx="42480" cy="2941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69700EC3-6855-68BD-ADA0-693D426FF472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7462787" y="4068154"/>
                  <a:ext cx="78120" cy="32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B264501A-3793-6137-C4A3-3AB9BC8D81B4}"/>
                    </a:ext>
                  </a:extLst>
                </p14:cNvPr>
                <p14:cNvContentPartPr/>
                <p14:nvPr/>
              </p14:nvContentPartPr>
              <p14:xfrm>
                <a:off x="7636307" y="4056274"/>
                <a:ext cx="141120" cy="25380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B264501A-3793-6137-C4A3-3AB9BC8D81B4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7618307" y="4038634"/>
                  <a:ext cx="17676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5A447E25-58B6-EE46-082E-C0106AE0C315}"/>
                    </a:ext>
                  </a:extLst>
                </p14:cNvPr>
                <p14:cNvContentPartPr/>
                <p14:nvPr/>
              </p14:nvContentPartPr>
              <p14:xfrm>
                <a:off x="7923587" y="4005154"/>
                <a:ext cx="40680" cy="2152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5A447E25-58B6-EE46-082E-C0106AE0C315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7905587" y="3987514"/>
                  <a:ext cx="7632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94DDD3CB-67E5-2F5F-9C13-1EC975922918}"/>
                    </a:ext>
                  </a:extLst>
                </p14:cNvPr>
                <p14:cNvContentPartPr/>
                <p14:nvPr/>
              </p14:nvContentPartPr>
              <p14:xfrm>
                <a:off x="7986227" y="4015594"/>
                <a:ext cx="100440" cy="1188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94DDD3CB-67E5-2F5F-9C13-1EC975922918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7968587" y="3997594"/>
                  <a:ext cx="13608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6D59AE49-E47E-28FB-07CB-3B7E4E18DE60}"/>
                    </a:ext>
                  </a:extLst>
                </p14:cNvPr>
                <p14:cNvContentPartPr/>
                <p14:nvPr/>
              </p14:nvContentPartPr>
              <p14:xfrm>
                <a:off x="8661947" y="3552634"/>
                <a:ext cx="136800" cy="1846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6D59AE49-E47E-28FB-07CB-3B7E4E18DE60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8644307" y="3534634"/>
                  <a:ext cx="17244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8C31B94-AA20-04EF-FA0F-E0DD72A3FAAC}"/>
                    </a:ext>
                  </a:extLst>
                </p14:cNvPr>
                <p14:cNvContentPartPr/>
                <p14:nvPr/>
              </p14:nvContentPartPr>
              <p14:xfrm>
                <a:off x="8983427" y="3635074"/>
                <a:ext cx="24840" cy="1238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8C31B94-AA20-04EF-FA0F-E0DD72A3FAAC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8965427" y="3617434"/>
                  <a:ext cx="6048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14AA1837-C6B3-7CA6-0094-92517283A4CB}"/>
                    </a:ext>
                  </a:extLst>
                </p14:cNvPr>
                <p14:cNvContentPartPr/>
                <p14:nvPr/>
              </p14:nvContentPartPr>
              <p14:xfrm>
                <a:off x="8921147" y="3493234"/>
                <a:ext cx="366840" cy="1746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14AA1837-C6B3-7CA6-0094-92517283A4CB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8903507" y="3475234"/>
                  <a:ext cx="402480" cy="210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6CD9A234-E81E-AEFC-028D-8F7848CC0CA2}"/>
              </a:ext>
            </a:extLst>
          </p:cNvPr>
          <p:cNvGrpSpPr/>
          <p:nvPr/>
        </p:nvGrpSpPr>
        <p:grpSpPr>
          <a:xfrm>
            <a:off x="6935387" y="4622554"/>
            <a:ext cx="1013760" cy="813240"/>
            <a:chOff x="6935387" y="4622554"/>
            <a:chExt cx="1013760" cy="813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6C96F487-E267-72BE-75C8-684137A5CDD9}"/>
                    </a:ext>
                  </a:extLst>
                </p14:cNvPr>
                <p14:cNvContentPartPr/>
                <p14:nvPr/>
              </p14:nvContentPartPr>
              <p14:xfrm>
                <a:off x="6935387" y="4656034"/>
                <a:ext cx="194400" cy="7797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6C96F487-E267-72BE-75C8-684137A5CDD9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6917387" y="4638034"/>
                  <a:ext cx="230040" cy="81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44A9DA33-F856-23F3-B0E3-18834782C4BF}"/>
                    </a:ext>
                  </a:extLst>
                </p14:cNvPr>
                <p14:cNvContentPartPr/>
                <p14:nvPr/>
              </p14:nvContentPartPr>
              <p14:xfrm>
                <a:off x="7161107" y="5033674"/>
                <a:ext cx="219960" cy="518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44A9DA33-F856-23F3-B0E3-18834782C4BF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7143107" y="5016034"/>
                  <a:ext cx="25560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4A453CDB-55E4-8A22-0A65-F6F1DDC06A13}"/>
                    </a:ext>
                  </a:extLst>
                </p14:cNvPr>
                <p14:cNvContentPartPr/>
                <p14:nvPr/>
              </p14:nvContentPartPr>
              <p14:xfrm>
                <a:off x="7473947" y="4810474"/>
                <a:ext cx="68400" cy="4802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4A453CDB-55E4-8A22-0A65-F6F1DDC06A13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7455947" y="4792834"/>
                  <a:ext cx="104040" cy="51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3152B942-380C-2ECE-391A-AE11226F949F}"/>
                    </a:ext>
                  </a:extLst>
                </p14:cNvPr>
                <p14:cNvContentPartPr/>
                <p14:nvPr/>
              </p14:nvContentPartPr>
              <p14:xfrm>
                <a:off x="7631267" y="4892914"/>
                <a:ext cx="148320" cy="2368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3152B942-380C-2ECE-391A-AE11226F949F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7613267" y="4874914"/>
                  <a:ext cx="183960" cy="27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17E9AAF1-A54C-707E-CC5D-585B8FC76EC5}"/>
                    </a:ext>
                  </a:extLst>
                </p14:cNvPr>
                <p14:cNvContentPartPr/>
                <p14:nvPr/>
              </p14:nvContentPartPr>
              <p14:xfrm>
                <a:off x="7782827" y="4622554"/>
                <a:ext cx="166320" cy="5932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17E9AAF1-A54C-707E-CC5D-585B8FC76EC5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7765187" y="4604554"/>
                  <a:ext cx="201960" cy="628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4F6C3E00-2746-5EA2-D963-7FB1F876FCFA}"/>
              </a:ext>
            </a:extLst>
          </p:cNvPr>
          <p:cNvGrpSpPr/>
          <p:nvPr/>
        </p:nvGrpSpPr>
        <p:grpSpPr>
          <a:xfrm>
            <a:off x="8268827" y="4736674"/>
            <a:ext cx="667800" cy="283320"/>
            <a:chOff x="8268827" y="4736674"/>
            <a:chExt cx="667800" cy="283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0D22ADE6-F054-7376-5B35-8BC0AEEBAE79}"/>
                    </a:ext>
                  </a:extLst>
                </p14:cNvPr>
                <p14:cNvContentPartPr/>
                <p14:nvPr/>
              </p14:nvContentPartPr>
              <p14:xfrm>
                <a:off x="8268827" y="4736674"/>
                <a:ext cx="175320" cy="26280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0D22ADE6-F054-7376-5B35-8BC0AEEBAE79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8251187" y="4719034"/>
                  <a:ext cx="210960" cy="29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F8401D38-75B1-FF00-8104-575131703945}"/>
                    </a:ext>
                  </a:extLst>
                </p14:cNvPr>
                <p14:cNvContentPartPr/>
                <p14:nvPr/>
              </p14:nvContentPartPr>
              <p14:xfrm>
                <a:off x="8609387" y="4922794"/>
                <a:ext cx="24840" cy="9720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F8401D38-75B1-FF00-8104-575131703945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8591387" y="4904794"/>
                  <a:ext cx="6048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D578B506-9F55-1679-6164-24FA79302FC4}"/>
                    </a:ext>
                  </a:extLst>
                </p14:cNvPr>
                <p14:cNvContentPartPr/>
                <p14:nvPr/>
              </p14:nvContentPartPr>
              <p14:xfrm>
                <a:off x="8624867" y="4756114"/>
                <a:ext cx="30240" cy="669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D578B506-9F55-1679-6164-24FA79302FC4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8606867" y="4738114"/>
                  <a:ext cx="6588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3A2F8F71-6C71-2634-7221-FD51AD21657D}"/>
                    </a:ext>
                  </a:extLst>
                </p14:cNvPr>
                <p14:cNvContentPartPr/>
                <p14:nvPr/>
              </p14:nvContentPartPr>
              <p14:xfrm>
                <a:off x="8815307" y="4873834"/>
                <a:ext cx="121320" cy="12276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3A2F8F71-6C71-2634-7221-FD51AD21657D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8797667" y="4855834"/>
                  <a:ext cx="156960" cy="158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38865C0E-3270-BBF2-D1AE-8C74C991B9F7}"/>
              </a:ext>
            </a:extLst>
          </p:cNvPr>
          <p:cNvGrpSpPr/>
          <p:nvPr/>
        </p:nvGrpSpPr>
        <p:grpSpPr>
          <a:xfrm>
            <a:off x="5649827" y="4960234"/>
            <a:ext cx="1067040" cy="420120"/>
            <a:chOff x="5649827" y="4960234"/>
            <a:chExt cx="1067040" cy="420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EBF13FF9-7E89-C821-37AB-FAB6FD75A860}"/>
                    </a:ext>
                  </a:extLst>
                </p14:cNvPr>
                <p14:cNvContentPartPr/>
                <p14:nvPr/>
              </p14:nvContentPartPr>
              <p14:xfrm>
                <a:off x="6549107" y="5044474"/>
                <a:ext cx="96480" cy="421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EBF13FF9-7E89-C821-37AB-FAB6FD75A860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6531107" y="5026474"/>
                  <a:ext cx="13212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FDBC258E-24E5-C593-9B69-5442C19A34ED}"/>
                    </a:ext>
                  </a:extLst>
                </p14:cNvPr>
                <p14:cNvContentPartPr/>
                <p14:nvPr/>
              </p14:nvContentPartPr>
              <p14:xfrm>
                <a:off x="6675107" y="5163634"/>
                <a:ext cx="41760" cy="151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FDBC258E-24E5-C593-9B69-5442C19A34ED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6657107" y="5145634"/>
                  <a:ext cx="7740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D199E8AF-49C4-EEEF-9D0C-BB0DEBC65EFB}"/>
                    </a:ext>
                  </a:extLst>
                </p14:cNvPr>
                <p14:cNvContentPartPr/>
                <p14:nvPr/>
              </p14:nvContentPartPr>
              <p14:xfrm>
                <a:off x="5649827" y="5011714"/>
                <a:ext cx="215280" cy="32904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D199E8AF-49C4-EEEF-9D0C-BB0DEBC65EFB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5631827" y="4994074"/>
                  <a:ext cx="250920" cy="36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EE9FF5E7-2372-0883-B9A8-6A93FA40CD8D}"/>
                    </a:ext>
                  </a:extLst>
                </p14:cNvPr>
                <p14:cNvContentPartPr/>
                <p14:nvPr/>
              </p14:nvContentPartPr>
              <p14:xfrm>
                <a:off x="6025307" y="5244994"/>
                <a:ext cx="122040" cy="1353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EE9FF5E7-2372-0883-B9A8-6A93FA40CD8D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6007307" y="5226994"/>
                  <a:ext cx="15768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B1BD5388-56B3-39B2-7334-7AEC869557D0}"/>
                    </a:ext>
                  </a:extLst>
                </p14:cNvPr>
                <p14:cNvContentPartPr/>
                <p14:nvPr/>
              </p14:nvContentPartPr>
              <p14:xfrm>
                <a:off x="6197027" y="5188834"/>
                <a:ext cx="199800" cy="1432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B1BD5388-56B3-39B2-7334-7AEC869557D0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6179387" y="5171194"/>
                  <a:ext cx="23544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65E9E491-89F9-C8E5-A67E-6DCDD5870371}"/>
                    </a:ext>
                  </a:extLst>
                </p14:cNvPr>
                <p14:cNvContentPartPr/>
                <p14:nvPr/>
              </p14:nvContentPartPr>
              <p14:xfrm>
                <a:off x="6405467" y="4960234"/>
                <a:ext cx="124200" cy="2847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65E9E491-89F9-C8E5-A67E-6DCDD5870371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6387467" y="4942594"/>
                  <a:ext cx="159840" cy="32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9F87A70D-1210-FE99-CEEC-22A26E8F2FEF}"/>
                    </a:ext>
                  </a:extLst>
                </p14:cNvPr>
                <p14:cNvContentPartPr/>
                <p14:nvPr/>
              </p14:nvContentPartPr>
              <p14:xfrm>
                <a:off x="6412307" y="5025394"/>
                <a:ext cx="97200" cy="11088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9F87A70D-1210-FE99-CEEC-22A26E8F2FEF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6394307" y="5007394"/>
                  <a:ext cx="132840" cy="1465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18757116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5DA4F1-B869-3DF6-6207-214B5FA480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PD readout circuit</a:t>
            </a:r>
          </a:p>
        </p:txBody>
      </p:sp>
      <p:pic>
        <p:nvPicPr>
          <p:cNvPr id="6" name="Content Placeholder 5" descr="A diagram of a triangle with a voltage and a voltage&#10;&#10;Description automatically generated with medium confidence">
            <a:extLst>
              <a:ext uri="{FF2B5EF4-FFF2-40B4-BE49-F238E27FC236}">
                <a16:creationId xmlns:a16="http://schemas.microsoft.com/office/drawing/2014/main" id="{24FBCCDB-F234-2B13-5D99-23377D5AE0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9155" y="2010486"/>
            <a:ext cx="4821424" cy="296703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43DED7-B2A1-7948-6550-F63363D7C6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23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B3F7DC05-8B43-72AD-0515-F95543511000}"/>
              </a:ext>
            </a:extLst>
          </p:cNvPr>
          <p:cNvGrpSpPr/>
          <p:nvPr/>
        </p:nvGrpSpPr>
        <p:grpSpPr>
          <a:xfrm>
            <a:off x="6608147" y="1785394"/>
            <a:ext cx="2725200" cy="1167120"/>
            <a:chOff x="6608147" y="1785394"/>
            <a:chExt cx="2725200" cy="1167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2EA010E3-0E4B-C104-090A-48F999D334BD}"/>
                    </a:ext>
                  </a:extLst>
                </p14:cNvPr>
                <p14:cNvContentPartPr/>
                <p14:nvPr/>
              </p14:nvContentPartPr>
              <p14:xfrm>
                <a:off x="6717587" y="1785394"/>
                <a:ext cx="181080" cy="41544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2EA010E3-0E4B-C104-090A-48F999D334BD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6699587" y="1767754"/>
                  <a:ext cx="216720" cy="45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1FD61191-2345-B0EE-3364-D3DFE9EF9928}"/>
                    </a:ext>
                  </a:extLst>
                </p14:cNvPr>
                <p14:cNvContentPartPr/>
                <p14:nvPr/>
              </p14:nvContentPartPr>
              <p14:xfrm>
                <a:off x="7019987" y="1973314"/>
                <a:ext cx="183600" cy="208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1FD61191-2345-B0EE-3364-D3DFE9EF9928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7001987" y="1955314"/>
                  <a:ext cx="21924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58A0A591-C572-CD4D-C76C-D0D2134DC340}"/>
                    </a:ext>
                  </a:extLst>
                </p14:cNvPr>
                <p14:cNvContentPartPr/>
                <p14:nvPr/>
              </p14:nvContentPartPr>
              <p14:xfrm>
                <a:off x="7373147" y="1820314"/>
                <a:ext cx="151200" cy="2772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58A0A591-C572-CD4D-C76C-D0D2134DC340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7355507" y="1802674"/>
                  <a:ext cx="186840" cy="31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6DF2A7E9-6B7D-7BC9-D301-CB507D13A2DE}"/>
                    </a:ext>
                  </a:extLst>
                </p14:cNvPr>
                <p14:cNvContentPartPr/>
                <p14:nvPr/>
              </p14:nvContentPartPr>
              <p14:xfrm>
                <a:off x="7680947" y="2010034"/>
                <a:ext cx="79560" cy="1234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6DF2A7E9-6B7D-7BC9-D301-CB507D13A2DE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7662947" y="1992394"/>
                  <a:ext cx="11520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0837BD0D-1AFB-F77F-66F8-033D7E638E21}"/>
                    </a:ext>
                  </a:extLst>
                </p14:cNvPr>
                <p14:cNvContentPartPr/>
                <p14:nvPr/>
              </p14:nvContentPartPr>
              <p14:xfrm>
                <a:off x="7886507" y="1986994"/>
                <a:ext cx="169920" cy="1810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0837BD0D-1AFB-F77F-66F8-033D7E638E21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7868867" y="1968994"/>
                  <a:ext cx="20556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7F0ED24B-3721-73B2-7B04-1931F2421B40}"/>
                    </a:ext>
                  </a:extLst>
                </p14:cNvPr>
                <p14:cNvContentPartPr/>
                <p14:nvPr/>
              </p14:nvContentPartPr>
              <p14:xfrm>
                <a:off x="8137427" y="1842994"/>
                <a:ext cx="57240" cy="3128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7F0ED24B-3721-73B2-7B04-1931F2421B40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8119427" y="1824994"/>
                  <a:ext cx="92880" cy="34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BAF75CAF-51B2-4CB0-55F2-41BC7406058D}"/>
                    </a:ext>
                  </a:extLst>
                </p14:cNvPr>
                <p14:cNvContentPartPr/>
                <p14:nvPr/>
              </p14:nvContentPartPr>
              <p14:xfrm>
                <a:off x="8106467" y="2007514"/>
                <a:ext cx="149400" cy="644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BAF75CAF-51B2-4CB0-55F2-41BC7406058D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8088467" y="1989874"/>
                  <a:ext cx="18504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8E422592-3E8E-3648-ED8A-3400F44193AD}"/>
                    </a:ext>
                  </a:extLst>
                </p14:cNvPr>
                <p14:cNvContentPartPr/>
                <p14:nvPr/>
              </p14:nvContentPartPr>
              <p14:xfrm>
                <a:off x="6608147" y="2281114"/>
                <a:ext cx="1920240" cy="1335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8E422592-3E8E-3648-ED8A-3400F44193AD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590147" y="2263474"/>
                  <a:ext cx="195588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97A3C3B9-3084-3B59-2957-6B3B7953D3C1}"/>
                    </a:ext>
                  </a:extLst>
                </p14:cNvPr>
                <p14:cNvContentPartPr/>
                <p14:nvPr/>
              </p14:nvContentPartPr>
              <p14:xfrm>
                <a:off x="7437587" y="2568034"/>
                <a:ext cx="42480" cy="3423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97A3C3B9-3084-3B59-2957-6B3B7953D3C1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7419947" y="2550034"/>
                  <a:ext cx="78120" cy="37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C24A5788-5C47-A5B2-885C-D3CAF9A2B9A7}"/>
                    </a:ext>
                  </a:extLst>
                </p14:cNvPr>
                <p14:cNvContentPartPr/>
                <p14:nvPr/>
              </p14:nvContentPartPr>
              <p14:xfrm>
                <a:off x="7428947" y="2544994"/>
                <a:ext cx="128520" cy="2217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C24A5788-5C47-A5B2-885C-D3CAF9A2B9A7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7410947" y="2526994"/>
                  <a:ext cx="16416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409AC08E-5A78-4906-1E26-6139538FED1D}"/>
                    </a:ext>
                  </a:extLst>
                </p14:cNvPr>
                <p14:cNvContentPartPr/>
                <p14:nvPr/>
              </p14:nvContentPartPr>
              <p14:xfrm>
                <a:off x="7721627" y="2627434"/>
                <a:ext cx="82080" cy="3250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409AC08E-5A78-4906-1E26-6139538FED1D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7703987" y="2609794"/>
                  <a:ext cx="117720" cy="36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BE408B70-3D1E-0557-340B-97357E3F5C57}"/>
                    </a:ext>
                  </a:extLst>
                </p14:cNvPr>
                <p14:cNvContentPartPr/>
                <p14:nvPr/>
              </p14:nvContentPartPr>
              <p14:xfrm>
                <a:off x="7682027" y="2843074"/>
                <a:ext cx="132480" cy="669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BE408B70-3D1E-0557-340B-97357E3F5C57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7664027" y="2825074"/>
                  <a:ext cx="16812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E837B138-77FF-1FC1-F577-0DEBC43EDCE1}"/>
                    </a:ext>
                  </a:extLst>
                </p14:cNvPr>
                <p14:cNvContentPartPr/>
                <p14:nvPr/>
              </p14:nvContentPartPr>
              <p14:xfrm>
                <a:off x="8682107" y="2206954"/>
                <a:ext cx="121320" cy="637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E837B138-77FF-1FC1-F577-0DEBC43EDCE1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8664107" y="2188954"/>
                  <a:ext cx="15696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AF20820D-9444-9769-000E-DA61AD01F836}"/>
                    </a:ext>
                  </a:extLst>
                </p14:cNvPr>
                <p14:cNvContentPartPr/>
                <p14:nvPr/>
              </p14:nvContentPartPr>
              <p14:xfrm>
                <a:off x="8675267" y="2310994"/>
                <a:ext cx="98280" cy="374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AF20820D-9444-9769-000E-DA61AD01F836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8657627" y="2292994"/>
                  <a:ext cx="13392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C17C7901-09E9-B682-DDB7-5BE766405079}"/>
                    </a:ext>
                  </a:extLst>
                </p14:cNvPr>
                <p14:cNvContentPartPr/>
                <p14:nvPr/>
              </p14:nvContentPartPr>
              <p14:xfrm>
                <a:off x="8946347" y="1990954"/>
                <a:ext cx="127440" cy="3996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C17C7901-09E9-B682-DDB7-5BE766405079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8928347" y="1973314"/>
                  <a:ext cx="163080" cy="43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42BD6C97-1589-2680-86F7-87B344C5374B}"/>
                    </a:ext>
                  </a:extLst>
                </p14:cNvPr>
                <p14:cNvContentPartPr/>
                <p14:nvPr/>
              </p14:nvContentPartPr>
              <p14:xfrm>
                <a:off x="9055427" y="2308474"/>
                <a:ext cx="93240" cy="91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42BD6C97-1589-2680-86F7-87B344C5374B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9037787" y="2290474"/>
                  <a:ext cx="12888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4925331-8C5A-01A1-6460-C335A33BAEFD}"/>
                    </a:ext>
                  </a:extLst>
                </p14:cNvPr>
                <p14:cNvContentPartPr/>
                <p14:nvPr/>
              </p14:nvContentPartPr>
              <p14:xfrm>
                <a:off x="9214907" y="2207674"/>
                <a:ext cx="118440" cy="2696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4925331-8C5A-01A1-6460-C335A33BAEFD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9197267" y="2189674"/>
                  <a:ext cx="154080" cy="305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C0B0D346-7B02-E9EE-FE3E-1D41D673F1D9}"/>
              </a:ext>
            </a:extLst>
          </p:cNvPr>
          <p:cNvGrpSpPr/>
          <p:nvPr/>
        </p:nvGrpSpPr>
        <p:grpSpPr>
          <a:xfrm>
            <a:off x="7053107" y="3569554"/>
            <a:ext cx="1207440" cy="395640"/>
            <a:chOff x="7053107" y="3569554"/>
            <a:chExt cx="1207440" cy="395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3A0085CA-6058-72A9-2C95-3D4E2E4E2DA0}"/>
                    </a:ext>
                  </a:extLst>
                </p14:cNvPr>
                <p14:cNvContentPartPr/>
                <p14:nvPr/>
              </p14:nvContentPartPr>
              <p14:xfrm>
                <a:off x="7053107" y="3655954"/>
                <a:ext cx="157320" cy="3092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3A0085CA-6058-72A9-2C95-3D4E2E4E2DA0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7035467" y="3638314"/>
                  <a:ext cx="192960" cy="34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A0D4CACC-4800-553D-F1AA-92D0EA4F5E7B}"/>
                    </a:ext>
                  </a:extLst>
                </p14:cNvPr>
                <p14:cNvContentPartPr/>
                <p14:nvPr/>
              </p14:nvContentPartPr>
              <p14:xfrm>
                <a:off x="7397987" y="3814354"/>
                <a:ext cx="83160" cy="1339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A0D4CACC-4800-553D-F1AA-92D0EA4F5E7B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7380347" y="3796714"/>
                  <a:ext cx="11880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4185F139-B40B-150D-197C-8D236FC647DB}"/>
                    </a:ext>
                  </a:extLst>
                </p14:cNvPr>
                <p14:cNvContentPartPr/>
                <p14:nvPr/>
              </p14:nvContentPartPr>
              <p14:xfrm>
                <a:off x="7632347" y="3740194"/>
                <a:ext cx="153360" cy="1216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4185F139-B40B-150D-197C-8D236FC647DB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7614707" y="3722194"/>
                  <a:ext cx="18900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0CBA05FE-21A2-0B8E-E7BC-573877186237}"/>
                    </a:ext>
                  </a:extLst>
                </p14:cNvPr>
                <p14:cNvContentPartPr/>
                <p14:nvPr/>
              </p14:nvContentPartPr>
              <p14:xfrm>
                <a:off x="7881827" y="3569554"/>
                <a:ext cx="50400" cy="2822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0CBA05FE-21A2-0B8E-E7BC-573877186237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7864187" y="3551914"/>
                  <a:ext cx="86040" cy="31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F80D4E04-005F-5458-5CBB-3296C5E31AB2}"/>
                    </a:ext>
                  </a:extLst>
                </p14:cNvPr>
                <p14:cNvContentPartPr/>
                <p14:nvPr/>
              </p14:nvContentPartPr>
              <p14:xfrm>
                <a:off x="7851227" y="3700954"/>
                <a:ext cx="329760" cy="1000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F80D4E04-005F-5458-5CBB-3296C5E31AB2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7833227" y="3682954"/>
                  <a:ext cx="36540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C3055EF7-6C06-324B-60DF-37BC24120969}"/>
                    </a:ext>
                  </a:extLst>
                </p14:cNvPr>
                <p14:cNvContentPartPr/>
                <p14:nvPr/>
              </p14:nvContentPartPr>
              <p14:xfrm>
                <a:off x="8169107" y="3837394"/>
                <a:ext cx="91440" cy="500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C3055EF7-6C06-324B-60DF-37BC24120969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8151107" y="3819394"/>
                  <a:ext cx="127080" cy="85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9DF936F9-E7D1-42CE-0DE0-DEEECEDEDAEA}"/>
              </a:ext>
            </a:extLst>
          </p:cNvPr>
          <p:cNvGrpSpPr/>
          <p:nvPr/>
        </p:nvGrpSpPr>
        <p:grpSpPr>
          <a:xfrm>
            <a:off x="8536307" y="3317554"/>
            <a:ext cx="737280" cy="426960"/>
            <a:chOff x="8536307" y="3317554"/>
            <a:chExt cx="737280" cy="426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E7B598FF-43DB-E7D2-0E32-B2E09F32F956}"/>
                    </a:ext>
                  </a:extLst>
                </p14:cNvPr>
                <p14:cNvContentPartPr/>
                <p14:nvPr/>
              </p14:nvContentPartPr>
              <p14:xfrm>
                <a:off x="8536307" y="3584674"/>
                <a:ext cx="139680" cy="111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E7B598FF-43DB-E7D2-0E32-B2E09F32F956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8518667" y="3567034"/>
                  <a:ext cx="17532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7E6948D7-8CD1-6A13-FA3A-1DFE950ACC16}"/>
                    </a:ext>
                  </a:extLst>
                </p14:cNvPr>
                <p14:cNvContentPartPr/>
                <p14:nvPr/>
              </p14:nvContentPartPr>
              <p14:xfrm>
                <a:off x="8915387" y="3317554"/>
                <a:ext cx="86040" cy="4255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7E6948D7-8CD1-6A13-FA3A-1DFE950ACC16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8897387" y="3299554"/>
                  <a:ext cx="121680" cy="46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1473FF20-BC15-9F9D-8762-F734FDF00709}"/>
                    </a:ext>
                  </a:extLst>
                </p14:cNvPr>
                <p14:cNvContentPartPr/>
                <p14:nvPr/>
              </p14:nvContentPartPr>
              <p14:xfrm>
                <a:off x="8830067" y="3378394"/>
                <a:ext cx="92880" cy="547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1473FF20-BC15-9F9D-8762-F734FDF00709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8812067" y="3360394"/>
                  <a:ext cx="12852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B66A30CF-2732-3BBD-91A9-789CECBFF62E}"/>
                    </a:ext>
                  </a:extLst>
                </p14:cNvPr>
                <p14:cNvContentPartPr/>
                <p14:nvPr/>
              </p14:nvContentPartPr>
              <p14:xfrm>
                <a:off x="8951387" y="3683674"/>
                <a:ext cx="121680" cy="514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B66A30CF-2732-3BBD-91A9-789CECBFF62E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8933747" y="3665674"/>
                  <a:ext cx="15732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7BFBFEA7-8422-B32E-F057-D7A1D1A6B8C3}"/>
                    </a:ext>
                  </a:extLst>
                </p14:cNvPr>
                <p14:cNvContentPartPr/>
                <p14:nvPr/>
              </p14:nvContentPartPr>
              <p14:xfrm>
                <a:off x="9149387" y="3512314"/>
                <a:ext cx="124200" cy="2322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7BFBFEA7-8422-B32E-F057-D7A1D1A6B8C3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9131387" y="3494674"/>
                  <a:ext cx="159840" cy="267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60969308-C3B9-9666-7730-C38D28BD88CD}"/>
              </a:ext>
            </a:extLst>
          </p:cNvPr>
          <p:cNvGrpSpPr/>
          <p:nvPr/>
        </p:nvGrpSpPr>
        <p:grpSpPr>
          <a:xfrm>
            <a:off x="9488147" y="3296674"/>
            <a:ext cx="585000" cy="436320"/>
            <a:chOff x="9488147" y="3296674"/>
            <a:chExt cx="585000" cy="436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51CC3A11-9802-31E2-3637-AC70A256A8A0}"/>
                    </a:ext>
                  </a:extLst>
                </p14:cNvPr>
                <p14:cNvContentPartPr/>
                <p14:nvPr/>
              </p14:nvContentPartPr>
              <p14:xfrm>
                <a:off x="9488147" y="3610954"/>
                <a:ext cx="8640" cy="169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51CC3A11-9802-31E2-3637-AC70A256A8A0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9470147" y="3592954"/>
                  <a:ext cx="4428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61B0F82-8978-70AD-D629-1A5D7E1D98C8}"/>
                    </a:ext>
                  </a:extLst>
                </p14:cNvPr>
                <p14:cNvContentPartPr/>
                <p14:nvPr/>
              </p14:nvContentPartPr>
              <p14:xfrm>
                <a:off x="9578507" y="3462994"/>
                <a:ext cx="69480" cy="2530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61B0F82-8978-70AD-D629-1A5D7E1D98C8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9560507" y="3445354"/>
                  <a:ext cx="10512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9B2A7A07-3874-9878-1900-330C181147E6}"/>
                    </a:ext>
                  </a:extLst>
                </p14:cNvPr>
                <p14:cNvContentPartPr/>
                <p14:nvPr/>
              </p14:nvContentPartPr>
              <p14:xfrm>
                <a:off x="9591467" y="3366874"/>
                <a:ext cx="161640" cy="2134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9B2A7A07-3874-9878-1900-330C181147E6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9573467" y="3349234"/>
                  <a:ext cx="19728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3164A743-D6C6-348D-D38F-A867AE8F74F5}"/>
                    </a:ext>
                  </a:extLst>
                </p14:cNvPr>
                <p14:cNvContentPartPr/>
                <p14:nvPr/>
              </p14:nvContentPartPr>
              <p14:xfrm>
                <a:off x="9915827" y="3296674"/>
                <a:ext cx="157320" cy="4363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3164A743-D6C6-348D-D38F-A867AE8F74F5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9898187" y="3279034"/>
                  <a:ext cx="192960" cy="47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0169E727-7C8A-153F-63C4-4C6C33B8963D}"/>
                    </a:ext>
                  </a:extLst>
                </p14:cNvPr>
                <p14:cNvContentPartPr/>
                <p14:nvPr/>
              </p14:nvContentPartPr>
              <p14:xfrm>
                <a:off x="9923387" y="3450034"/>
                <a:ext cx="116640" cy="1476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0169E727-7C8A-153F-63C4-4C6C33B8963D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9905387" y="3432034"/>
                  <a:ext cx="152280" cy="183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7BE01A56-9EFC-6569-0E87-DD552772B87C}"/>
              </a:ext>
            </a:extLst>
          </p:cNvPr>
          <p:cNvGrpSpPr/>
          <p:nvPr/>
        </p:nvGrpSpPr>
        <p:grpSpPr>
          <a:xfrm>
            <a:off x="1090427" y="5450914"/>
            <a:ext cx="426240" cy="336600"/>
            <a:chOff x="1090427" y="5450914"/>
            <a:chExt cx="426240" cy="336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42E0AE7E-0658-D858-FE81-A42E1F5915A2}"/>
                    </a:ext>
                  </a:extLst>
                </p14:cNvPr>
                <p14:cNvContentPartPr/>
                <p14:nvPr/>
              </p14:nvContentPartPr>
              <p14:xfrm>
                <a:off x="1090427" y="5450914"/>
                <a:ext cx="232560" cy="3366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42E0AE7E-0658-D858-FE81-A42E1F5915A2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1072427" y="5432914"/>
                  <a:ext cx="268200" cy="37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E79B523B-B42E-3779-AAAA-0282C2F25B71}"/>
                    </a:ext>
                  </a:extLst>
                </p14:cNvPr>
                <p14:cNvContentPartPr/>
                <p14:nvPr/>
              </p14:nvContentPartPr>
              <p14:xfrm>
                <a:off x="1436387" y="5562514"/>
                <a:ext cx="80280" cy="1918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E79B523B-B42E-3779-AAAA-0282C2F25B71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418387" y="5544874"/>
                  <a:ext cx="115920" cy="227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F4EAB435-B1C5-FAC6-FF1C-3816B981CA41}"/>
              </a:ext>
            </a:extLst>
          </p:cNvPr>
          <p:cNvGrpSpPr/>
          <p:nvPr/>
        </p:nvGrpSpPr>
        <p:grpSpPr>
          <a:xfrm>
            <a:off x="1904027" y="5322754"/>
            <a:ext cx="887760" cy="389880"/>
            <a:chOff x="1904027" y="5322754"/>
            <a:chExt cx="887760" cy="389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7365C7E-0EA0-2753-ADC9-4D0ECB12653F}"/>
                    </a:ext>
                  </a:extLst>
                </p14:cNvPr>
                <p14:cNvContentPartPr/>
                <p14:nvPr/>
              </p14:nvContentPartPr>
              <p14:xfrm>
                <a:off x="1904027" y="5525434"/>
                <a:ext cx="167760" cy="14616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7365C7E-0EA0-2753-ADC9-4D0ECB12653F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1886387" y="5507794"/>
                  <a:ext cx="20340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24376B5B-DC3A-94E2-FB10-476C997E6D4C}"/>
                    </a:ext>
                  </a:extLst>
                </p14:cNvPr>
                <p14:cNvContentPartPr/>
                <p14:nvPr/>
              </p14:nvContentPartPr>
              <p14:xfrm>
                <a:off x="2177987" y="5505274"/>
                <a:ext cx="92160" cy="1641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24376B5B-DC3A-94E2-FB10-476C997E6D4C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2159987" y="5487274"/>
                  <a:ext cx="12780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9DAA0D7E-817C-E73D-4207-3A667707A424}"/>
                    </a:ext>
                  </a:extLst>
                </p14:cNvPr>
                <p14:cNvContentPartPr/>
                <p14:nvPr/>
              </p14:nvContentPartPr>
              <p14:xfrm>
                <a:off x="2375987" y="5510674"/>
                <a:ext cx="92880" cy="15048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9DAA0D7E-817C-E73D-4207-3A667707A424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2358347" y="5492674"/>
                  <a:ext cx="12852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7970E8E9-6F09-74C3-7E8C-10D03E08441E}"/>
                    </a:ext>
                  </a:extLst>
                </p14:cNvPr>
                <p14:cNvContentPartPr/>
                <p14:nvPr/>
              </p14:nvContentPartPr>
              <p14:xfrm>
                <a:off x="2637707" y="5322754"/>
                <a:ext cx="154080" cy="3898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7970E8E9-6F09-74C3-7E8C-10D03E08441E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2619707" y="5304754"/>
                  <a:ext cx="189720" cy="425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A2DF2F3F-FD8F-D5EF-E868-B3DCB81C08FA}"/>
              </a:ext>
            </a:extLst>
          </p:cNvPr>
          <p:cNvGrpSpPr/>
          <p:nvPr/>
        </p:nvGrpSpPr>
        <p:grpSpPr>
          <a:xfrm>
            <a:off x="3336467" y="5377114"/>
            <a:ext cx="1185480" cy="425880"/>
            <a:chOff x="3336467" y="5377114"/>
            <a:chExt cx="1185480" cy="425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57C1A6C4-BF05-1892-7E5F-22FF45CB5A13}"/>
                    </a:ext>
                  </a:extLst>
                </p14:cNvPr>
                <p14:cNvContentPartPr/>
                <p14:nvPr/>
              </p14:nvContentPartPr>
              <p14:xfrm>
                <a:off x="3336467" y="5377114"/>
                <a:ext cx="236160" cy="3484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57C1A6C4-BF05-1892-7E5F-22FF45CB5A13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3318827" y="5359474"/>
                  <a:ext cx="271800" cy="38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BB58C72D-C4C0-AA6C-FFD8-9BA7F6724405}"/>
                    </a:ext>
                  </a:extLst>
                </p14:cNvPr>
                <p14:cNvContentPartPr/>
                <p14:nvPr/>
              </p14:nvContentPartPr>
              <p14:xfrm>
                <a:off x="3735707" y="5587714"/>
                <a:ext cx="149400" cy="1962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BB58C72D-C4C0-AA6C-FFD8-9BA7F6724405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3718067" y="5569714"/>
                  <a:ext cx="18504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D2F2128E-03B0-58F2-5404-9535ED5CE3F4}"/>
                    </a:ext>
                  </a:extLst>
                </p14:cNvPr>
                <p14:cNvContentPartPr/>
                <p14:nvPr/>
              </p14:nvContentPartPr>
              <p14:xfrm>
                <a:off x="4003187" y="5581234"/>
                <a:ext cx="94680" cy="1846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D2F2128E-03B0-58F2-5404-9535ED5CE3F4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3985547" y="5563234"/>
                  <a:ext cx="13032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FB8652E6-BC4B-B3B3-A1BE-4B879D205334}"/>
                    </a:ext>
                  </a:extLst>
                </p14:cNvPr>
                <p14:cNvContentPartPr/>
                <p14:nvPr/>
              </p14:nvContentPartPr>
              <p14:xfrm>
                <a:off x="4106507" y="5678794"/>
                <a:ext cx="110160" cy="680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FB8652E6-BC4B-B3B3-A1BE-4B879D205334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4088867" y="5660794"/>
                  <a:ext cx="14580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A5D49574-5FC5-9A0E-D143-D4530753D63D}"/>
                    </a:ext>
                  </a:extLst>
                </p14:cNvPr>
                <p14:cNvContentPartPr/>
                <p14:nvPr/>
              </p14:nvContentPartPr>
              <p14:xfrm>
                <a:off x="4198667" y="5561074"/>
                <a:ext cx="30240" cy="2293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A5D49574-5FC5-9A0E-D143-D4530753D63D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4180667" y="5543434"/>
                  <a:ext cx="6588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D18673F1-CC56-C145-2AF2-231DB67632DC}"/>
                    </a:ext>
                  </a:extLst>
                </p14:cNvPr>
                <p14:cNvContentPartPr/>
                <p14:nvPr/>
              </p14:nvContentPartPr>
              <p14:xfrm>
                <a:off x="4442387" y="5399074"/>
                <a:ext cx="71280" cy="4039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D18673F1-CC56-C145-2AF2-231DB67632DC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4424387" y="5381434"/>
                  <a:ext cx="106920" cy="43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9F95C0D3-4D01-196D-4A58-1F18C100A48E}"/>
                    </a:ext>
                  </a:extLst>
                </p14:cNvPr>
                <p14:cNvContentPartPr/>
                <p14:nvPr/>
              </p14:nvContentPartPr>
              <p14:xfrm>
                <a:off x="4382987" y="5585554"/>
                <a:ext cx="138960" cy="6048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9F95C0D3-4D01-196D-4A58-1F18C100A48E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4365347" y="5567914"/>
                  <a:ext cx="174600" cy="96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0FF621DC-A0ED-AE46-36BE-D1B2073F0663}"/>
              </a:ext>
            </a:extLst>
          </p:cNvPr>
          <p:cNvGrpSpPr/>
          <p:nvPr/>
        </p:nvGrpSpPr>
        <p:grpSpPr>
          <a:xfrm>
            <a:off x="4899227" y="5181994"/>
            <a:ext cx="927720" cy="609840"/>
            <a:chOff x="4899227" y="5181994"/>
            <a:chExt cx="927720" cy="609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4D7C72D6-8AC7-9796-449B-A74BBA244CC4}"/>
                    </a:ext>
                  </a:extLst>
                </p14:cNvPr>
                <p14:cNvContentPartPr/>
                <p14:nvPr/>
              </p14:nvContentPartPr>
              <p14:xfrm>
                <a:off x="4899227" y="5181994"/>
                <a:ext cx="294840" cy="6098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4D7C72D6-8AC7-9796-449B-A74BBA244CC4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4881587" y="5164354"/>
                  <a:ext cx="330480" cy="64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DCF066F4-043A-C707-AB26-0D7234EABB6A}"/>
                    </a:ext>
                  </a:extLst>
                </p14:cNvPr>
                <p14:cNvContentPartPr/>
                <p14:nvPr/>
              </p14:nvContentPartPr>
              <p14:xfrm>
                <a:off x="5680787" y="5529754"/>
                <a:ext cx="146160" cy="309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DCF066F4-043A-C707-AB26-0D7234EABB6A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5662787" y="5512114"/>
                  <a:ext cx="181800" cy="66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8ABCFE5A-9578-5E66-D5D7-C25CE126D813}"/>
              </a:ext>
            </a:extLst>
          </p:cNvPr>
          <p:cNvGrpSpPr/>
          <p:nvPr/>
        </p:nvGrpSpPr>
        <p:grpSpPr>
          <a:xfrm>
            <a:off x="6013787" y="5122954"/>
            <a:ext cx="830520" cy="647280"/>
            <a:chOff x="6013787" y="5122954"/>
            <a:chExt cx="830520" cy="647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503A5E39-F5C5-4774-1872-03BDFDAE139D}"/>
                    </a:ext>
                  </a:extLst>
                </p14:cNvPr>
                <p14:cNvContentPartPr/>
                <p14:nvPr/>
              </p14:nvContentPartPr>
              <p14:xfrm>
                <a:off x="6013787" y="5346514"/>
                <a:ext cx="274320" cy="3373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503A5E39-F5C5-4774-1872-03BDFDAE139D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5995787" y="5328874"/>
                  <a:ext cx="309960" cy="37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FB0787A0-42EE-0961-19C7-62D4E899EA7B}"/>
                    </a:ext>
                  </a:extLst>
                </p14:cNvPr>
                <p14:cNvContentPartPr/>
                <p14:nvPr/>
              </p14:nvContentPartPr>
              <p14:xfrm>
                <a:off x="6424907" y="5376394"/>
                <a:ext cx="194040" cy="21492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FB0787A0-42EE-0961-19C7-62D4E899EA7B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6407267" y="5358754"/>
                  <a:ext cx="22968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62AE0970-7FF1-662B-A88B-DF9242445140}"/>
                    </a:ext>
                  </a:extLst>
                </p14:cNvPr>
                <p14:cNvContentPartPr/>
                <p14:nvPr/>
              </p14:nvContentPartPr>
              <p14:xfrm>
                <a:off x="6668987" y="5122954"/>
                <a:ext cx="175320" cy="64728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62AE0970-7FF1-662B-A88B-DF9242445140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6650987" y="5104954"/>
                  <a:ext cx="210960" cy="682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05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E1CEEA97-81C5-3AAA-0998-423B77E8671C}"/>
                  </a:ext>
                </a:extLst>
              </p14:cNvPr>
              <p14:cNvContentPartPr/>
              <p14:nvPr/>
            </p14:nvContentPartPr>
            <p14:xfrm>
              <a:off x="7108547" y="5509594"/>
              <a:ext cx="4680" cy="3888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E1CEEA97-81C5-3AAA-0998-423B77E8671C}"/>
                  </a:ext>
                </a:extLst>
              </p:cNvPr>
              <p:cNvPicPr/>
              <p:nvPr/>
            </p:nvPicPr>
            <p:blipFill>
              <a:blip r:embed="rId106"/>
              <a:stretch>
                <a:fillRect/>
              </a:stretch>
            </p:blipFill>
            <p:spPr>
              <a:xfrm>
                <a:off x="7090547" y="5491954"/>
                <a:ext cx="40320" cy="74520"/>
              </a:xfrm>
              <a:prstGeom prst="rect">
                <a:avLst/>
              </a:prstGeom>
            </p:spPr>
          </p:pic>
        </mc:Fallback>
      </mc:AlternateContent>
      <p:grpSp>
        <p:nvGrpSpPr>
          <p:cNvPr id="78" name="Group 77">
            <a:extLst>
              <a:ext uri="{FF2B5EF4-FFF2-40B4-BE49-F238E27FC236}">
                <a16:creationId xmlns:a16="http://schemas.microsoft.com/office/drawing/2014/main" id="{D1FB320C-7222-270E-8D4C-C332E9485240}"/>
              </a:ext>
            </a:extLst>
          </p:cNvPr>
          <p:cNvGrpSpPr/>
          <p:nvPr/>
        </p:nvGrpSpPr>
        <p:grpSpPr>
          <a:xfrm>
            <a:off x="7491587" y="5257954"/>
            <a:ext cx="827280" cy="466200"/>
            <a:chOff x="7491587" y="5257954"/>
            <a:chExt cx="827280" cy="466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5A188D24-85CA-D08F-E64A-568ADC0EFF00}"/>
                    </a:ext>
                  </a:extLst>
                </p14:cNvPr>
                <p14:cNvContentPartPr/>
                <p14:nvPr/>
              </p14:nvContentPartPr>
              <p14:xfrm>
                <a:off x="7523267" y="5257954"/>
                <a:ext cx="113040" cy="43380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5A188D24-85CA-D08F-E64A-568ADC0EFF00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7505627" y="5239954"/>
                  <a:ext cx="148680" cy="46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FEAC4BD6-DE0F-C20C-7E82-EFFCC31A1ABA}"/>
                    </a:ext>
                  </a:extLst>
                </p14:cNvPr>
                <p14:cNvContentPartPr/>
                <p14:nvPr/>
              </p14:nvContentPartPr>
              <p14:xfrm>
                <a:off x="7491587" y="5289634"/>
                <a:ext cx="104040" cy="2700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FEAC4BD6-DE0F-C20C-7E82-EFFCC31A1ABA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7473587" y="5271994"/>
                  <a:ext cx="13968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20F40729-6B4B-9D0D-15D5-6590D880B74A}"/>
                    </a:ext>
                  </a:extLst>
                </p14:cNvPr>
                <p14:cNvContentPartPr/>
                <p14:nvPr/>
              </p14:nvContentPartPr>
              <p14:xfrm>
                <a:off x="7543067" y="5611474"/>
                <a:ext cx="144360" cy="8604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20F40729-6B4B-9D0D-15D5-6590D880B74A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7525427" y="5593834"/>
                  <a:ext cx="18000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4F63AE90-2AFE-BC6F-168F-BD6ACDB15226}"/>
                    </a:ext>
                  </a:extLst>
                </p14:cNvPr>
                <p14:cNvContentPartPr/>
                <p14:nvPr/>
              </p14:nvContentPartPr>
              <p14:xfrm>
                <a:off x="7850507" y="5473954"/>
                <a:ext cx="117360" cy="25020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4F63AE90-2AFE-BC6F-168F-BD6ACDB15226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7832867" y="5455954"/>
                  <a:ext cx="153000" cy="28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62DDE2BB-FC09-C9C0-25EE-08FC1FF0D3F5}"/>
                    </a:ext>
                  </a:extLst>
                </p14:cNvPr>
                <p14:cNvContentPartPr/>
                <p14:nvPr/>
              </p14:nvContentPartPr>
              <p14:xfrm>
                <a:off x="8119787" y="5418514"/>
                <a:ext cx="129960" cy="3960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62DDE2BB-FC09-C9C0-25EE-08FC1FF0D3F5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8102147" y="5400514"/>
                  <a:ext cx="16560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96A91D28-5E8F-598B-1A5C-50497BEC2D2B}"/>
                    </a:ext>
                  </a:extLst>
                </p14:cNvPr>
                <p14:cNvContentPartPr/>
                <p14:nvPr/>
              </p14:nvContentPartPr>
              <p14:xfrm>
                <a:off x="8187107" y="5499154"/>
                <a:ext cx="131760" cy="4536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96A91D28-5E8F-598B-1A5C-50497BEC2D2B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8169467" y="5481514"/>
                  <a:ext cx="167400" cy="81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65280863-1096-44B0-D1E6-3F6B5D8CB641}"/>
              </a:ext>
            </a:extLst>
          </p:cNvPr>
          <p:cNvGrpSpPr/>
          <p:nvPr/>
        </p:nvGrpSpPr>
        <p:grpSpPr>
          <a:xfrm>
            <a:off x="8602547" y="5102074"/>
            <a:ext cx="1149120" cy="504360"/>
            <a:chOff x="8602547" y="5102074"/>
            <a:chExt cx="1149120" cy="504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8CB6219F-C3C8-C067-E684-A703C2688FB5}"/>
                    </a:ext>
                  </a:extLst>
                </p14:cNvPr>
                <p14:cNvContentPartPr/>
                <p14:nvPr/>
              </p14:nvContentPartPr>
              <p14:xfrm>
                <a:off x="8602547" y="5284594"/>
                <a:ext cx="87120" cy="32184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8CB6219F-C3C8-C067-E684-A703C2688FB5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8584907" y="5266954"/>
                  <a:ext cx="122760" cy="35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07B9B998-B836-5483-CA23-5B94F1B5C166}"/>
                    </a:ext>
                  </a:extLst>
                </p14:cNvPr>
                <p14:cNvContentPartPr/>
                <p14:nvPr/>
              </p14:nvContentPartPr>
              <p14:xfrm>
                <a:off x="8815307" y="5277394"/>
                <a:ext cx="136440" cy="22284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07B9B998-B836-5483-CA23-5B94F1B5C166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8797307" y="5259754"/>
                  <a:ext cx="17208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9CE60209-9A1B-2BB5-C420-BADE01240876}"/>
                    </a:ext>
                  </a:extLst>
                </p14:cNvPr>
                <p14:cNvContentPartPr/>
                <p14:nvPr/>
              </p14:nvContentPartPr>
              <p14:xfrm>
                <a:off x="9100067" y="5282794"/>
                <a:ext cx="12600" cy="2804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9CE60209-9A1B-2BB5-C420-BADE01240876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9082067" y="5265154"/>
                  <a:ext cx="48240" cy="31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A879E3D8-D7F8-1F24-F376-865F9B159887}"/>
                    </a:ext>
                  </a:extLst>
                </p14:cNvPr>
                <p14:cNvContentPartPr/>
                <p14:nvPr/>
              </p14:nvContentPartPr>
              <p14:xfrm>
                <a:off x="9128867" y="5253274"/>
                <a:ext cx="246600" cy="8604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A879E3D8-D7F8-1F24-F376-865F9B159887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9110867" y="5235274"/>
                  <a:ext cx="28224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E98E9AE7-33F8-8FE2-D6F3-8A1CFBBBB75C}"/>
                    </a:ext>
                  </a:extLst>
                </p14:cNvPr>
                <p14:cNvContentPartPr/>
                <p14:nvPr/>
              </p14:nvContentPartPr>
              <p14:xfrm>
                <a:off x="9537827" y="5123314"/>
                <a:ext cx="24840" cy="40284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E98E9AE7-33F8-8FE2-D6F3-8A1CFBBBB75C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9519827" y="5105314"/>
                  <a:ext cx="60480" cy="43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BFA2AD4B-4AC1-0020-A463-0E85B396219B}"/>
                    </a:ext>
                  </a:extLst>
                </p14:cNvPr>
                <p14:cNvContentPartPr/>
                <p14:nvPr/>
              </p14:nvContentPartPr>
              <p14:xfrm>
                <a:off x="9545027" y="5102074"/>
                <a:ext cx="206640" cy="36720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BFA2AD4B-4AC1-0020-A463-0E85B396219B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9527387" y="5084074"/>
                  <a:ext cx="242280" cy="40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40BF83B5-1940-917E-8C71-BBBF573D8D4F}"/>
                    </a:ext>
                  </a:extLst>
                </p14:cNvPr>
                <p14:cNvContentPartPr/>
                <p14:nvPr/>
              </p14:nvContentPartPr>
              <p14:xfrm>
                <a:off x="9553307" y="5331394"/>
                <a:ext cx="110880" cy="4284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40BF83B5-1940-917E-8C71-BBBF573D8D4F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9535307" y="5313394"/>
                  <a:ext cx="146520" cy="78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5F72CC67-8B44-578C-C6E2-4FAA7DD1E6BC}"/>
              </a:ext>
            </a:extLst>
          </p:cNvPr>
          <p:cNvGrpSpPr/>
          <p:nvPr/>
        </p:nvGrpSpPr>
        <p:grpSpPr>
          <a:xfrm>
            <a:off x="1776227" y="6040594"/>
            <a:ext cx="1119960" cy="388800"/>
            <a:chOff x="1776227" y="6040594"/>
            <a:chExt cx="1119960" cy="388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B96B31C2-EAE0-8748-B14B-30C252D1C507}"/>
                    </a:ext>
                  </a:extLst>
                </p14:cNvPr>
                <p14:cNvContentPartPr/>
                <p14:nvPr/>
              </p14:nvContentPartPr>
              <p14:xfrm>
                <a:off x="1776227" y="6152914"/>
                <a:ext cx="241560" cy="27648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B96B31C2-EAE0-8748-B14B-30C252D1C507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1758587" y="6134914"/>
                  <a:ext cx="277200" cy="31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C38E03AD-1AD2-1055-0670-490ACE37DF97}"/>
                    </a:ext>
                  </a:extLst>
                </p14:cNvPr>
                <p14:cNvContentPartPr/>
                <p14:nvPr/>
              </p14:nvContentPartPr>
              <p14:xfrm>
                <a:off x="2110667" y="6119794"/>
                <a:ext cx="215280" cy="22104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C38E03AD-1AD2-1055-0670-490ACE37DF97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2093027" y="6101794"/>
                  <a:ext cx="25092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E4CA0A7A-1C27-673D-0404-AFCFAC0F6FD3}"/>
                    </a:ext>
                  </a:extLst>
                </p14:cNvPr>
                <p14:cNvContentPartPr/>
                <p14:nvPr/>
              </p14:nvContentPartPr>
              <p14:xfrm>
                <a:off x="2488667" y="6236434"/>
                <a:ext cx="147960" cy="1213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E4CA0A7A-1C27-673D-0404-AFCFAC0F6FD3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2471027" y="6218434"/>
                  <a:ext cx="18360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72B5E93A-7F99-ADC3-EFA0-92F045BFBD6F}"/>
                    </a:ext>
                  </a:extLst>
                </p14:cNvPr>
                <p14:cNvContentPartPr/>
                <p14:nvPr/>
              </p14:nvContentPartPr>
              <p14:xfrm>
                <a:off x="2719787" y="6040594"/>
                <a:ext cx="135360" cy="32040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72B5E93A-7F99-ADC3-EFA0-92F045BFBD6F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2701787" y="6022594"/>
                  <a:ext cx="171000" cy="35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3BB05B52-4997-DFF2-4E05-DBE17C0DF354}"/>
                    </a:ext>
                  </a:extLst>
                </p14:cNvPr>
                <p14:cNvContentPartPr/>
                <p14:nvPr/>
              </p14:nvContentPartPr>
              <p14:xfrm>
                <a:off x="2750027" y="6150034"/>
                <a:ext cx="146160" cy="9540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3BB05B52-4997-DFF2-4E05-DBE17C0DF354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2732027" y="6132034"/>
                  <a:ext cx="181800" cy="131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401BED77-7F21-90AA-9CB8-E4E6556B9704}"/>
              </a:ext>
            </a:extLst>
          </p:cNvPr>
          <p:cNvGrpSpPr/>
          <p:nvPr/>
        </p:nvGrpSpPr>
        <p:grpSpPr>
          <a:xfrm>
            <a:off x="3509987" y="6107914"/>
            <a:ext cx="496080" cy="432720"/>
            <a:chOff x="3509987" y="6107914"/>
            <a:chExt cx="496080" cy="432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A77ABA5F-0127-8440-AEEF-CF1C5B43843C}"/>
                    </a:ext>
                  </a:extLst>
                </p14:cNvPr>
                <p14:cNvContentPartPr/>
                <p14:nvPr/>
              </p14:nvContentPartPr>
              <p14:xfrm>
                <a:off x="3509987" y="6211954"/>
                <a:ext cx="96480" cy="32868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A77ABA5F-0127-8440-AEEF-CF1C5B43843C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3491987" y="6193954"/>
                  <a:ext cx="132120" cy="36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C752BFA5-5438-D009-097B-0B2493F29193}"/>
                    </a:ext>
                  </a:extLst>
                </p14:cNvPr>
                <p14:cNvContentPartPr/>
                <p14:nvPr/>
              </p14:nvContentPartPr>
              <p14:xfrm>
                <a:off x="3542747" y="6107914"/>
                <a:ext cx="172800" cy="1882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C752BFA5-5438-D009-097B-0B2493F29193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3525107" y="6090274"/>
                  <a:ext cx="20844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6625F8A9-51CE-0FA6-ED5B-ED1365686F42}"/>
                    </a:ext>
                  </a:extLst>
                </p14:cNvPr>
                <p14:cNvContentPartPr/>
                <p14:nvPr/>
              </p14:nvContentPartPr>
              <p14:xfrm>
                <a:off x="3868907" y="6260194"/>
                <a:ext cx="108720" cy="2667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6625F8A9-51CE-0FA6-ED5B-ED1365686F42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3851267" y="6242194"/>
                  <a:ext cx="144360" cy="30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B94B119E-7FFF-FBA2-1514-97E67D92935E}"/>
                    </a:ext>
                  </a:extLst>
                </p14:cNvPr>
                <p14:cNvContentPartPr/>
                <p14:nvPr/>
              </p14:nvContentPartPr>
              <p14:xfrm>
                <a:off x="3844787" y="6351994"/>
                <a:ext cx="161280" cy="11772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B94B119E-7FFF-FBA2-1514-97E67D92935E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3827147" y="6334354"/>
                  <a:ext cx="196920" cy="153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1B10C273-CD79-E3CF-93C6-27AF0FF84D4F}"/>
              </a:ext>
            </a:extLst>
          </p:cNvPr>
          <p:cNvGrpSpPr/>
          <p:nvPr/>
        </p:nvGrpSpPr>
        <p:grpSpPr>
          <a:xfrm>
            <a:off x="4435547" y="6252634"/>
            <a:ext cx="406080" cy="206280"/>
            <a:chOff x="4435547" y="6252634"/>
            <a:chExt cx="406080" cy="206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D69C0AA7-3211-320C-1E4D-51ABF9238D0D}"/>
                    </a:ext>
                  </a:extLst>
                </p14:cNvPr>
                <p14:cNvContentPartPr/>
                <p14:nvPr/>
              </p14:nvContentPartPr>
              <p14:xfrm>
                <a:off x="4435547" y="6252634"/>
                <a:ext cx="211320" cy="2062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D69C0AA7-3211-320C-1E4D-51ABF9238D0D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4417547" y="6234994"/>
                  <a:ext cx="24696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20332585-3BA0-0457-0746-251D06AEAEE6}"/>
                    </a:ext>
                  </a:extLst>
                </p14:cNvPr>
                <p14:cNvContentPartPr/>
                <p14:nvPr/>
              </p14:nvContentPartPr>
              <p14:xfrm>
                <a:off x="4730387" y="6278914"/>
                <a:ext cx="111240" cy="14040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20332585-3BA0-0457-0746-251D06AEAEE6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4712387" y="6261274"/>
                  <a:ext cx="146880" cy="176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ADE9C95C-9110-27F3-4C56-79F22F9E31C6}"/>
              </a:ext>
            </a:extLst>
          </p:cNvPr>
          <p:cNvGrpSpPr/>
          <p:nvPr/>
        </p:nvGrpSpPr>
        <p:grpSpPr>
          <a:xfrm>
            <a:off x="5329067" y="6008914"/>
            <a:ext cx="1432800" cy="410400"/>
            <a:chOff x="5329067" y="6008914"/>
            <a:chExt cx="1432800" cy="410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DBBAC344-C464-B120-B573-383DA1FC958D}"/>
                    </a:ext>
                  </a:extLst>
                </p14:cNvPr>
                <p14:cNvContentPartPr/>
                <p14:nvPr/>
              </p14:nvContentPartPr>
              <p14:xfrm>
                <a:off x="5329067" y="6193954"/>
                <a:ext cx="132120" cy="2253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DBBAC344-C464-B120-B573-383DA1FC958D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5311067" y="6175954"/>
                  <a:ext cx="16776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83E77404-3C75-65E8-BCF9-94BA6BCC3414}"/>
                    </a:ext>
                  </a:extLst>
                </p14:cNvPr>
                <p14:cNvContentPartPr/>
                <p14:nvPr/>
              </p14:nvContentPartPr>
              <p14:xfrm>
                <a:off x="5539307" y="6133474"/>
                <a:ext cx="241200" cy="25056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83E77404-3C75-65E8-BCF9-94BA6BCC3414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5521307" y="6115474"/>
                  <a:ext cx="27684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58578A8B-4EF6-20AB-90D2-601C95A3A8F0}"/>
                    </a:ext>
                  </a:extLst>
                </p14:cNvPr>
                <p14:cNvContentPartPr/>
                <p14:nvPr/>
              </p14:nvContentPartPr>
              <p14:xfrm>
                <a:off x="5920907" y="6240034"/>
                <a:ext cx="115920" cy="1195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58578A8B-4EF6-20AB-90D2-601C95A3A8F0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5902907" y="6222034"/>
                  <a:ext cx="15156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6122C69B-46BF-4921-A366-8D211396E40A}"/>
                    </a:ext>
                  </a:extLst>
                </p14:cNvPr>
                <p14:cNvContentPartPr/>
                <p14:nvPr/>
              </p14:nvContentPartPr>
              <p14:xfrm>
                <a:off x="6112067" y="6214834"/>
                <a:ext cx="195480" cy="11844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6122C69B-46BF-4921-A366-8D211396E40A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6094067" y="6196834"/>
                  <a:ext cx="23112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BDF2C127-9BA4-6F94-F579-C7953E014169}"/>
                    </a:ext>
                  </a:extLst>
                </p14:cNvPr>
                <p14:cNvContentPartPr/>
                <p14:nvPr/>
              </p14:nvContentPartPr>
              <p14:xfrm>
                <a:off x="6411587" y="6024034"/>
                <a:ext cx="81000" cy="31104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BDF2C127-9BA4-6F94-F579-C7953E014169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6393587" y="6006394"/>
                  <a:ext cx="116640" cy="34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8CAAF532-248A-55B9-A678-10E07C33120F}"/>
                    </a:ext>
                  </a:extLst>
                </p14:cNvPr>
                <p14:cNvContentPartPr/>
                <p14:nvPr/>
              </p14:nvContentPartPr>
              <p14:xfrm>
                <a:off x="6578627" y="6008914"/>
                <a:ext cx="183240" cy="34524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8CAAF532-248A-55B9-A678-10E07C33120F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6560627" y="5991274"/>
                  <a:ext cx="218880" cy="380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2834EE45-8A46-1702-F80C-0AC80C452F97}"/>
              </a:ext>
            </a:extLst>
          </p:cNvPr>
          <p:cNvGrpSpPr/>
          <p:nvPr/>
        </p:nvGrpSpPr>
        <p:grpSpPr>
          <a:xfrm>
            <a:off x="7222307" y="6093154"/>
            <a:ext cx="642960" cy="272160"/>
            <a:chOff x="7222307" y="6093154"/>
            <a:chExt cx="642960" cy="272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ED18E755-C821-FFBC-25F4-CF1E892E58E7}"/>
                    </a:ext>
                  </a:extLst>
                </p14:cNvPr>
                <p14:cNvContentPartPr/>
                <p14:nvPr/>
              </p14:nvContentPartPr>
              <p14:xfrm>
                <a:off x="7222307" y="6112594"/>
                <a:ext cx="330120" cy="20628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ED18E755-C821-FFBC-25F4-CF1E892E58E7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7204307" y="6094594"/>
                  <a:ext cx="36576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E9B9FD2-1A29-F790-4BC4-BE5929977E21}"/>
                    </a:ext>
                  </a:extLst>
                </p14:cNvPr>
                <p14:cNvContentPartPr/>
                <p14:nvPr/>
              </p14:nvContentPartPr>
              <p14:xfrm>
                <a:off x="7637027" y="6099634"/>
                <a:ext cx="110160" cy="26568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E9B9FD2-1A29-F790-4BC4-BE5929977E21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7619387" y="6081994"/>
                  <a:ext cx="14580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A82C9D6C-F9EE-B0EB-E1E7-5262B2DFC5EE}"/>
                    </a:ext>
                  </a:extLst>
                </p14:cNvPr>
                <p14:cNvContentPartPr/>
                <p14:nvPr/>
              </p14:nvContentPartPr>
              <p14:xfrm>
                <a:off x="7746107" y="6093154"/>
                <a:ext cx="119160" cy="23292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A82C9D6C-F9EE-B0EB-E1E7-5262B2DFC5EE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7728107" y="6075154"/>
                  <a:ext cx="154800" cy="268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73">
            <p14:nvContentPartPr>
              <p14:cNvPr id="112" name="Ink 111">
                <a:extLst>
                  <a:ext uri="{FF2B5EF4-FFF2-40B4-BE49-F238E27FC236}">
                    <a16:creationId xmlns:a16="http://schemas.microsoft.com/office/drawing/2014/main" id="{BD155860-0CE0-F6B2-BB1A-3A3E56D660C5}"/>
                  </a:ext>
                </a:extLst>
              </p14:cNvPr>
              <p14:cNvContentPartPr/>
              <p14:nvPr/>
            </p14:nvContentPartPr>
            <p14:xfrm>
              <a:off x="8179907" y="6037714"/>
              <a:ext cx="73080" cy="281160"/>
            </p14:xfrm>
          </p:contentPart>
        </mc:Choice>
        <mc:Fallback xmlns="">
          <p:pic>
            <p:nvPicPr>
              <p:cNvPr id="112" name="Ink 111">
                <a:extLst>
                  <a:ext uri="{FF2B5EF4-FFF2-40B4-BE49-F238E27FC236}">
                    <a16:creationId xmlns:a16="http://schemas.microsoft.com/office/drawing/2014/main" id="{BD155860-0CE0-F6B2-BB1A-3A3E56D660C5}"/>
                  </a:ext>
                </a:extLst>
              </p:cNvPr>
              <p:cNvPicPr/>
              <p:nvPr/>
            </p:nvPicPr>
            <p:blipFill>
              <a:blip r:embed="rId174"/>
              <a:stretch>
                <a:fillRect/>
              </a:stretch>
            </p:blipFill>
            <p:spPr>
              <a:xfrm>
                <a:off x="8161907" y="6020074"/>
                <a:ext cx="108720" cy="31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5">
            <p14:nvContentPartPr>
              <p14:cNvPr id="113" name="Ink 112">
                <a:extLst>
                  <a:ext uri="{FF2B5EF4-FFF2-40B4-BE49-F238E27FC236}">
                    <a16:creationId xmlns:a16="http://schemas.microsoft.com/office/drawing/2014/main" id="{C8522A5A-D637-F1F5-5E04-14B93BBE3933}"/>
                  </a:ext>
                </a:extLst>
              </p14:cNvPr>
              <p14:cNvContentPartPr/>
              <p14:nvPr/>
            </p14:nvContentPartPr>
            <p14:xfrm>
              <a:off x="8264507" y="6502474"/>
              <a:ext cx="11160" cy="36000"/>
            </p14:xfrm>
          </p:contentPart>
        </mc:Choice>
        <mc:Fallback xmlns="">
          <p:pic>
            <p:nvPicPr>
              <p:cNvPr id="113" name="Ink 112">
                <a:extLst>
                  <a:ext uri="{FF2B5EF4-FFF2-40B4-BE49-F238E27FC236}">
                    <a16:creationId xmlns:a16="http://schemas.microsoft.com/office/drawing/2014/main" id="{C8522A5A-D637-F1F5-5E04-14B93BBE3933}"/>
                  </a:ext>
                </a:extLst>
              </p:cNvPr>
              <p:cNvPicPr/>
              <p:nvPr/>
            </p:nvPicPr>
            <p:blipFill>
              <a:blip r:embed="rId176"/>
              <a:stretch>
                <a:fillRect/>
              </a:stretch>
            </p:blipFill>
            <p:spPr>
              <a:xfrm>
                <a:off x="8246867" y="6484834"/>
                <a:ext cx="46800" cy="71640"/>
              </a:xfrm>
              <a:prstGeom prst="rect">
                <a:avLst/>
              </a:prstGeom>
            </p:spPr>
          </p:pic>
        </mc:Fallback>
      </mc:AlternateContent>
      <p:grpSp>
        <p:nvGrpSpPr>
          <p:cNvPr id="126" name="Group 125">
            <a:extLst>
              <a:ext uri="{FF2B5EF4-FFF2-40B4-BE49-F238E27FC236}">
                <a16:creationId xmlns:a16="http://schemas.microsoft.com/office/drawing/2014/main" id="{45B31082-B0A4-7C8C-8242-6ADCC615CC93}"/>
              </a:ext>
            </a:extLst>
          </p:cNvPr>
          <p:cNvGrpSpPr/>
          <p:nvPr/>
        </p:nvGrpSpPr>
        <p:grpSpPr>
          <a:xfrm>
            <a:off x="9885227" y="4200274"/>
            <a:ext cx="974520" cy="2335680"/>
            <a:chOff x="9885227" y="4200274"/>
            <a:chExt cx="974520" cy="2335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3E8F113C-7944-0CF2-2B6D-E8B8A6901F6D}"/>
                    </a:ext>
                  </a:extLst>
                </p14:cNvPr>
                <p14:cNvContentPartPr/>
                <p14:nvPr/>
              </p14:nvContentPartPr>
              <p14:xfrm>
                <a:off x="9885227" y="4200274"/>
                <a:ext cx="163080" cy="233568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3E8F113C-7944-0CF2-2B6D-E8B8A6901F6D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9867587" y="4182274"/>
                  <a:ext cx="198720" cy="237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C7E3EF43-8267-5141-92D1-7C9556629EC5}"/>
                    </a:ext>
                  </a:extLst>
                </p14:cNvPr>
                <p14:cNvContentPartPr/>
                <p14:nvPr/>
              </p14:nvContentPartPr>
              <p14:xfrm>
                <a:off x="10209587" y="4532554"/>
                <a:ext cx="174240" cy="33660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C7E3EF43-8267-5141-92D1-7C9556629EC5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10191947" y="4514914"/>
                  <a:ext cx="209880" cy="37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4B688A7E-C982-4910-F39C-32DECB73AED6}"/>
                    </a:ext>
                  </a:extLst>
                </p14:cNvPr>
                <p14:cNvContentPartPr/>
                <p14:nvPr/>
              </p14:nvContentPartPr>
              <p14:xfrm>
                <a:off x="10445387" y="4528954"/>
                <a:ext cx="119520" cy="25272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4B688A7E-C982-4910-F39C-32DECB73AED6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10427387" y="4510954"/>
                  <a:ext cx="155160" cy="28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9E85B4E7-AABE-DAC6-4B9E-4AD2D5EB8978}"/>
                    </a:ext>
                  </a:extLst>
                </p14:cNvPr>
                <p14:cNvContentPartPr/>
                <p14:nvPr/>
              </p14:nvContentPartPr>
              <p14:xfrm>
                <a:off x="10726547" y="4586194"/>
                <a:ext cx="76680" cy="3996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9E85B4E7-AABE-DAC6-4B9E-4AD2D5EB8978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10708547" y="4568194"/>
                  <a:ext cx="11232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748798F0-62DA-3C3D-18E6-86779598B699}"/>
                    </a:ext>
                  </a:extLst>
                </p14:cNvPr>
                <p14:cNvContentPartPr/>
                <p14:nvPr/>
              </p14:nvContentPartPr>
              <p14:xfrm>
                <a:off x="10755347" y="4679074"/>
                <a:ext cx="104400" cy="7452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748798F0-62DA-3C3D-18E6-86779598B699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10737707" y="4661434"/>
                  <a:ext cx="14004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37264DB3-4DED-1FE4-28A5-B0DDF31A8210}"/>
                    </a:ext>
                  </a:extLst>
                </p14:cNvPr>
                <p14:cNvContentPartPr/>
                <p14:nvPr/>
              </p14:nvContentPartPr>
              <p14:xfrm>
                <a:off x="10015547" y="4809754"/>
                <a:ext cx="92160" cy="4176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37264DB3-4DED-1FE4-28A5-B0DDF31A8210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9997907" y="4791754"/>
                  <a:ext cx="127800" cy="77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288CFBEF-F5D9-0579-BC9F-D001A4D90D2D}"/>
              </a:ext>
            </a:extLst>
          </p:cNvPr>
          <p:cNvGrpSpPr/>
          <p:nvPr/>
        </p:nvGrpSpPr>
        <p:grpSpPr>
          <a:xfrm>
            <a:off x="10997987" y="4056274"/>
            <a:ext cx="1154520" cy="771120"/>
            <a:chOff x="10997987" y="4056274"/>
            <a:chExt cx="1154520" cy="771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17B44CF8-C12F-4629-06AA-2962EDE19AB1}"/>
                    </a:ext>
                  </a:extLst>
                </p14:cNvPr>
                <p14:cNvContentPartPr/>
                <p14:nvPr/>
              </p14:nvContentPartPr>
              <p14:xfrm>
                <a:off x="10997987" y="4365874"/>
                <a:ext cx="79200" cy="36468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17B44CF8-C12F-4629-06AA-2962EDE19AB1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10980347" y="4347874"/>
                  <a:ext cx="114840" cy="40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5B5BCC1C-B27F-6ECF-1B84-BDE74272B8C7}"/>
                    </a:ext>
                  </a:extLst>
                </p14:cNvPr>
                <p14:cNvContentPartPr/>
                <p14:nvPr/>
              </p14:nvContentPartPr>
              <p14:xfrm>
                <a:off x="11165387" y="4311514"/>
                <a:ext cx="168120" cy="29736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5B5BCC1C-B27F-6ECF-1B84-BDE74272B8C7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11147387" y="4293514"/>
                  <a:ext cx="203760" cy="33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143010E0-936C-B768-0071-25D4751EA599}"/>
                    </a:ext>
                  </a:extLst>
                </p14:cNvPr>
                <p14:cNvContentPartPr/>
                <p14:nvPr/>
              </p14:nvContentPartPr>
              <p14:xfrm>
                <a:off x="11451587" y="4389634"/>
                <a:ext cx="144360" cy="16200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143010E0-936C-B768-0071-25D4751EA599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11433587" y="4371994"/>
                  <a:ext cx="18000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EDBC0E09-0E9D-F66D-12AA-42DCA107DCA6}"/>
                    </a:ext>
                  </a:extLst>
                </p14:cNvPr>
                <p14:cNvContentPartPr/>
                <p14:nvPr/>
              </p14:nvContentPartPr>
              <p14:xfrm>
                <a:off x="11621147" y="4343914"/>
                <a:ext cx="88920" cy="23292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EDBC0E09-0E9D-F66D-12AA-42DCA107DCA6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11603507" y="4326274"/>
                  <a:ext cx="12456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CD00C08A-A458-6D58-63D1-AB0099C92218}"/>
                    </a:ext>
                  </a:extLst>
                </p14:cNvPr>
                <p14:cNvContentPartPr/>
                <p14:nvPr/>
              </p14:nvContentPartPr>
              <p14:xfrm>
                <a:off x="11807267" y="4201714"/>
                <a:ext cx="14760" cy="35856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CD00C08A-A458-6D58-63D1-AB0099C92218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11789627" y="4183714"/>
                  <a:ext cx="50400" cy="39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D5E3C5D7-7AD6-3130-33C8-E44A343C9A06}"/>
                    </a:ext>
                  </a:extLst>
                </p14:cNvPr>
                <p14:cNvContentPartPr/>
                <p14:nvPr/>
              </p14:nvContentPartPr>
              <p14:xfrm>
                <a:off x="11785667" y="4234114"/>
                <a:ext cx="113040" cy="13320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D5E3C5D7-7AD6-3130-33C8-E44A343C9A06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11768027" y="4216114"/>
                  <a:ext cx="14868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E480F7F3-BF64-B175-1146-B881CC980AE5}"/>
                    </a:ext>
                  </a:extLst>
                </p14:cNvPr>
                <p14:cNvContentPartPr/>
                <p14:nvPr/>
              </p14:nvContentPartPr>
              <p14:xfrm>
                <a:off x="11847227" y="4342834"/>
                <a:ext cx="65520" cy="5652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E480F7F3-BF64-B175-1146-B881CC980AE5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11829587" y="4325194"/>
                  <a:ext cx="10116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D05C75E6-79DE-B1D7-4340-2DFD4B879573}"/>
                    </a:ext>
                  </a:extLst>
                </p14:cNvPr>
                <p14:cNvContentPartPr/>
                <p14:nvPr/>
              </p14:nvContentPartPr>
              <p14:xfrm>
                <a:off x="11080787" y="4712194"/>
                <a:ext cx="28080" cy="1152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D05C75E6-79DE-B1D7-4340-2DFD4B879573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11063147" y="4694194"/>
                  <a:ext cx="6372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749ED586-EE75-A759-716D-5058A2EAD117}"/>
                    </a:ext>
                  </a:extLst>
                </p14:cNvPr>
                <p14:cNvContentPartPr/>
                <p14:nvPr/>
              </p14:nvContentPartPr>
              <p14:xfrm>
                <a:off x="12038387" y="4298194"/>
                <a:ext cx="14040" cy="2052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749ED586-EE75-A759-716D-5058A2EAD117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12020387" y="4280554"/>
                  <a:ext cx="4968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53F9A0FD-EDFE-DD9D-74AB-2466FB8BDB15}"/>
                    </a:ext>
                  </a:extLst>
                </p14:cNvPr>
                <p14:cNvContentPartPr/>
                <p14:nvPr/>
              </p14:nvContentPartPr>
              <p14:xfrm>
                <a:off x="11995907" y="4056274"/>
                <a:ext cx="119160" cy="27252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53F9A0FD-EDFE-DD9D-74AB-2466FB8BDB15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11977907" y="4038634"/>
                  <a:ext cx="154800" cy="30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830D64EA-D255-8427-E552-AF87A2200920}"/>
                    </a:ext>
                  </a:extLst>
                </p14:cNvPr>
                <p14:cNvContentPartPr/>
                <p14:nvPr/>
              </p14:nvContentPartPr>
              <p14:xfrm>
                <a:off x="12029387" y="4092274"/>
                <a:ext cx="123120" cy="10548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830D64EA-D255-8427-E552-AF87A2200920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12011387" y="4074274"/>
                  <a:ext cx="158760" cy="141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11">
            <p14:nvContentPartPr>
              <p14:cNvPr id="147" name="Ink 146">
                <a:extLst>
                  <a:ext uri="{FF2B5EF4-FFF2-40B4-BE49-F238E27FC236}">
                    <a16:creationId xmlns:a16="http://schemas.microsoft.com/office/drawing/2014/main" id="{498446A3-9057-D4FA-C3F8-6E27AECD5BB7}"/>
                  </a:ext>
                </a:extLst>
              </p14:cNvPr>
              <p14:cNvContentPartPr/>
              <p14:nvPr/>
            </p14:nvContentPartPr>
            <p14:xfrm>
              <a:off x="10825187" y="4435714"/>
              <a:ext cx="92880" cy="26280"/>
            </p14:xfrm>
          </p:contentPart>
        </mc:Choice>
        <mc:Fallback xmlns="">
          <p:pic>
            <p:nvPicPr>
              <p:cNvPr id="147" name="Ink 146">
                <a:extLst>
                  <a:ext uri="{FF2B5EF4-FFF2-40B4-BE49-F238E27FC236}">
                    <a16:creationId xmlns:a16="http://schemas.microsoft.com/office/drawing/2014/main" id="{498446A3-9057-D4FA-C3F8-6E27AECD5BB7}"/>
                  </a:ext>
                </a:extLst>
              </p:cNvPr>
              <p:cNvPicPr/>
              <p:nvPr/>
            </p:nvPicPr>
            <p:blipFill>
              <a:blip r:embed="rId212"/>
              <a:stretch>
                <a:fillRect/>
              </a:stretch>
            </p:blipFill>
            <p:spPr>
              <a:xfrm>
                <a:off x="10807547" y="4417714"/>
                <a:ext cx="128520" cy="61920"/>
              </a:xfrm>
              <a:prstGeom prst="rect">
                <a:avLst/>
              </a:prstGeom>
            </p:spPr>
          </p:pic>
        </mc:Fallback>
      </mc:AlternateContent>
      <p:grpSp>
        <p:nvGrpSpPr>
          <p:cNvPr id="170" name="Group 169">
            <a:extLst>
              <a:ext uri="{FF2B5EF4-FFF2-40B4-BE49-F238E27FC236}">
                <a16:creationId xmlns:a16="http://schemas.microsoft.com/office/drawing/2014/main" id="{08540675-BAC7-0FE2-6137-1CEC5056D072}"/>
              </a:ext>
            </a:extLst>
          </p:cNvPr>
          <p:cNvGrpSpPr/>
          <p:nvPr/>
        </p:nvGrpSpPr>
        <p:grpSpPr>
          <a:xfrm>
            <a:off x="10181507" y="5156434"/>
            <a:ext cx="1879920" cy="1632960"/>
            <a:chOff x="10181507" y="5156434"/>
            <a:chExt cx="1879920" cy="1632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BFBAD6B0-44EA-37BA-6593-EBD3C4A7E5A9}"/>
                    </a:ext>
                  </a:extLst>
                </p14:cNvPr>
                <p14:cNvContentPartPr/>
                <p14:nvPr/>
              </p14:nvContentPartPr>
              <p14:xfrm>
                <a:off x="10195187" y="5400874"/>
                <a:ext cx="125280" cy="38736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BFBAD6B0-44EA-37BA-6593-EBD3C4A7E5A9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10177547" y="5382874"/>
                  <a:ext cx="160920" cy="42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EE17D41C-CB18-1201-D786-F24F2583A514}"/>
                    </a:ext>
                  </a:extLst>
                </p14:cNvPr>
                <p14:cNvContentPartPr/>
                <p14:nvPr/>
              </p14:nvContentPartPr>
              <p14:xfrm>
                <a:off x="10181507" y="5390794"/>
                <a:ext cx="247680" cy="25092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EE17D41C-CB18-1201-D786-F24F2583A514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10163867" y="5372794"/>
                  <a:ext cx="28332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C3DED3E4-B893-D6A5-0C18-EA496B69BABB}"/>
                    </a:ext>
                  </a:extLst>
                </p14:cNvPr>
                <p14:cNvContentPartPr/>
                <p14:nvPr/>
              </p14:nvContentPartPr>
              <p14:xfrm>
                <a:off x="10496507" y="5574754"/>
                <a:ext cx="89640" cy="15156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C3DED3E4-B893-D6A5-0C18-EA496B69BABB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10478867" y="5557114"/>
                  <a:ext cx="12528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C1F60A46-E308-6B87-4591-3937990C8996}"/>
                    </a:ext>
                  </a:extLst>
                </p14:cNvPr>
                <p14:cNvContentPartPr/>
                <p14:nvPr/>
              </p14:nvContentPartPr>
              <p14:xfrm>
                <a:off x="10486787" y="5618674"/>
                <a:ext cx="88920" cy="12348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C1F60A46-E308-6B87-4591-3937990C8996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10469147" y="5600674"/>
                  <a:ext cx="12456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AF07327A-F959-D5DE-061F-99446F93B25C}"/>
                    </a:ext>
                  </a:extLst>
                </p14:cNvPr>
                <p14:cNvContentPartPr/>
                <p14:nvPr/>
              </p14:nvContentPartPr>
              <p14:xfrm>
                <a:off x="10717907" y="5537674"/>
                <a:ext cx="89640" cy="7128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AF07327A-F959-D5DE-061F-99446F93B25C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10700267" y="5519674"/>
                  <a:ext cx="12528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A0FD83B7-2417-85D2-3040-2C93BE69A70E}"/>
                    </a:ext>
                  </a:extLst>
                </p14:cNvPr>
                <p14:cNvContentPartPr/>
                <p14:nvPr/>
              </p14:nvContentPartPr>
              <p14:xfrm>
                <a:off x="10926707" y="5156434"/>
                <a:ext cx="190800" cy="23544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A0FD83B7-2417-85D2-3040-2C93BE69A70E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10908707" y="5138434"/>
                  <a:ext cx="22644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40FF8947-CC52-7B1F-2366-D1E430E264DA}"/>
                    </a:ext>
                  </a:extLst>
                </p14:cNvPr>
                <p14:cNvContentPartPr/>
                <p14:nvPr/>
              </p14:nvContentPartPr>
              <p14:xfrm>
                <a:off x="10937867" y="5350474"/>
                <a:ext cx="581040" cy="20016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40FF8947-CC52-7B1F-2366-D1E430E264DA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10919867" y="5332834"/>
                  <a:ext cx="61668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5DB332E0-6663-E8ED-AE48-CF871394EC28}"/>
                    </a:ext>
                  </a:extLst>
                </p14:cNvPr>
                <p14:cNvContentPartPr/>
                <p14:nvPr/>
              </p14:nvContentPartPr>
              <p14:xfrm>
                <a:off x="11007347" y="5690674"/>
                <a:ext cx="42480" cy="24912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5DB332E0-6663-E8ED-AE48-CF871394EC28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10989347" y="5673034"/>
                  <a:ext cx="78120" cy="28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CD65FDB5-5F4A-71D5-CD86-91D58EF03C28}"/>
                    </a:ext>
                  </a:extLst>
                </p14:cNvPr>
                <p14:cNvContentPartPr/>
                <p14:nvPr/>
              </p14:nvContentPartPr>
              <p14:xfrm>
                <a:off x="11085827" y="5650354"/>
                <a:ext cx="104040" cy="20808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CD65FDB5-5F4A-71D5-CD86-91D58EF03C28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11068187" y="5632714"/>
                  <a:ext cx="139680" cy="24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13600CDA-2B5B-4C7D-BFB1-9CC1F3CDB6E6}"/>
                    </a:ext>
                  </a:extLst>
                </p14:cNvPr>
                <p14:cNvContentPartPr/>
                <p14:nvPr/>
              </p14:nvContentPartPr>
              <p14:xfrm>
                <a:off x="11324507" y="5650354"/>
                <a:ext cx="16920" cy="22536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13600CDA-2B5B-4C7D-BFB1-9CC1F3CDB6E6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11306867" y="5632714"/>
                  <a:ext cx="5256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89135EFE-BC46-ADD8-5E2D-9295AE55DC6C}"/>
                    </a:ext>
                  </a:extLst>
                </p14:cNvPr>
                <p14:cNvContentPartPr/>
                <p14:nvPr/>
              </p14:nvContentPartPr>
              <p14:xfrm>
                <a:off x="11322707" y="5598874"/>
                <a:ext cx="239400" cy="14652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89135EFE-BC46-ADD8-5E2D-9295AE55DC6C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11305067" y="5580874"/>
                  <a:ext cx="27504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50575150-2F1C-7E4F-CF8A-DD41E58CAD82}"/>
                    </a:ext>
                  </a:extLst>
                </p14:cNvPr>
                <p14:cNvContentPartPr/>
                <p14:nvPr/>
              </p14:nvContentPartPr>
              <p14:xfrm>
                <a:off x="10644467" y="6388354"/>
                <a:ext cx="57240" cy="1836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50575150-2F1C-7E4F-CF8A-DD41E58CAD82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10626467" y="6370354"/>
                  <a:ext cx="9288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BBFB0534-262C-EA1B-6FD7-8D94F363ED4A}"/>
                    </a:ext>
                  </a:extLst>
                </p14:cNvPr>
                <p14:cNvContentPartPr/>
                <p14:nvPr/>
              </p14:nvContentPartPr>
              <p14:xfrm>
                <a:off x="10681187" y="6434794"/>
                <a:ext cx="130680" cy="5580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BBFB0534-262C-EA1B-6FD7-8D94F363ED4A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10663547" y="6416794"/>
                  <a:ext cx="16632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3EFE010F-F42D-9E70-ED03-D12330880232}"/>
                    </a:ext>
                  </a:extLst>
                </p14:cNvPr>
                <p14:cNvContentPartPr/>
                <p14:nvPr/>
              </p14:nvContentPartPr>
              <p14:xfrm>
                <a:off x="10970627" y="6135994"/>
                <a:ext cx="214920" cy="24948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3EFE010F-F42D-9E70-ED03-D12330880232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10952987" y="6118354"/>
                  <a:ext cx="250560" cy="28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9F0BC1E0-DFB5-5AD8-0B66-5F9B9DC17448}"/>
                    </a:ext>
                  </a:extLst>
                </p14:cNvPr>
                <p14:cNvContentPartPr/>
                <p14:nvPr/>
              </p14:nvContentPartPr>
              <p14:xfrm>
                <a:off x="11000867" y="6446314"/>
                <a:ext cx="331560" cy="5868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9F0BC1E0-DFB5-5AD8-0B66-5F9B9DC17448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10983227" y="6428674"/>
                  <a:ext cx="36720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DF1D66CA-E8C0-6814-A65F-F6D398434929}"/>
                    </a:ext>
                  </a:extLst>
                </p14:cNvPr>
                <p14:cNvContentPartPr/>
                <p14:nvPr/>
              </p14:nvContentPartPr>
              <p14:xfrm>
                <a:off x="11115707" y="6596794"/>
                <a:ext cx="31320" cy="19260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DF1D66CA-E8C0-6814-A65F-F6D398434929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11098067" y="6579154"/>
                  <a:ext cx="6696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B7D91BA8-1069-05A3-0C53-84D2B38036D0}"/>
                    </a:ext>
                  </a:extLst>
                </p14:cNvPr>
                <p14:cNvContentPartPr/>
                <p14:nvPr/>
              </p14:nvContentPartPr>
              <p14:xfrm>
                <a:off x="11195267" y="6598234"/>
                <a:ext cx="87120" cy="13464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B7D91BA8-1069-05A3-0C53-84D2B38036D0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11177267" y="6580234"/>
                  <a:ext cx="12276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C659CD65-6721-9244-A3CF-3D6925D50DC3}"/>
                    </a:ext>
                  </a:extLst>
                </p14:cNvPr>
                <p14:cNvContentPartPr/>
                <p14:nvPr/>
              </p14:nvContentPartPr>
              <p14:xfrm>
                <a:off x="11407667" y="6183514"/>
                <a:ext cx="50040" cy="27684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C659CD65-6721-9244-A3CF-3D6925D50DC3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11389667" y="6165874"/>
                  <a:ext cx="8568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63666865-8F18-9A3B-E950-CA68FEC9389C}"/>
                    </a:ext>
                  </a:extLst>
                </p14:cNvPr>
                <p14:cNvContentPartPr/>
                <p14:nvPr/>
              </p14:nvContentPartPr>
              <p14:xfrm>
                <a:off x="11511347" y="6139594"/>
                <a:ext cx="127440" cy="21240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63666865-8F18-9A3B-E950-CA68FEC9389C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11493707" y="6121594"/>
                  <a:ext cx="163080" cy="24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4A1EFE43-4D83-7515-3F83-11F4D4439411}"/>
                    </a:ext>
                  </a:extLst>
                </p14:cNvPr>
                <p14:cNvContentPartPr/>
                <p14:nvPr/>
              </p14:nvContentPartPr>
              <p14:xfrm>
                <a:off x="11627987" y="5863114"/>
                <a:ext cx="87840" cy="18396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4A1EFE43-4D83-7515-3F83-11F4D4439411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11610347" y="5845474"/>
                  <a:ext cx="12348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2B707685-3E20-CB91-7102-767C234D24BE}"/>
                    </a:ext>
                  </a:extLst>
                </p14:cNvPr>
                <p14:cNvContentPartPr/>
                <p14:nvPr/>
              </p14:nvContentPartPr>
              <p14:xfrm>
                <a:off x="11346827" y="6341194"/>
                <a:ext cx="15120" cy="1728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2B707685-3E20-CB91-7102-767C234D24BE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11329187" y="6323194"/>
                  <a:ext cx="5076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1CB96C12-E8E0-ED7F-3E76-91F2D1EE65A6}"/>
                    </a:ext>
                  </a:extLst>
                </p14:cNvPr>
                <p14:cNvContentPartPr/>
                <p14:nvPr/>
              </p14:nvContentPartPr>
              <p14:xfrm>
                <a:off x="11763347" y="6088114"/>
                <a:ext cx="298080" cy="16884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1CB96C12-E8E0-ED7F-3E76-91F2D1EE65A6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11745707" y="6070474"/>
                  <a:ext cx="33372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5E460DDA-643C-0EAF-31B9-4DC37DD71FBF}"/>
                    </a:ext>
                  </a:extLst>
                </p14:cNvPr>
                <p14:cNvContentPartPr/>
                <p14:nvPr/>
              </p14:nvContentPartPr>
              <p14:xfrm>
                <a:off x="11320187" y="6299434"/>
                <a:ext cx="110880" cy="13248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5E460DDA-643C-0EAF-31B9-4DC37DD71FBF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11302547" y="6281794"/>
                  <a:ext cx="14652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CF791D87-4E60-45F7-54BA-1ECF28F4EF8C}"/>
                    </a:ext>
                  </a:extLst>
                </p14:cNvPr>
                <p14:cNvContentPartPr/>
                <p14:nvPr/>
              </p14:nvContentPartPr>
              <p14:xfrm>
                <a:off x="11367707" y="6318154"/>
                <a:ext cx="55080" cy="13968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CF791D87-4E60-45F7-54BA-1ECF28F4EF8C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11349707" y="6300154"/>
                  <a:ext cx="90720" cy="175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61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7F961C32-330A-2DD5-4AB1-836A7DB65F85}"/>
                  </a:ext>
                </a:extLst>
              </p14:cNvPr>
              <p14:cNvContentPartPr/>
              <p14:nvPr/>
            </p14:nvContentPartPr>
            <p14:xfrm>
              <a:off x="4491182" y="4314985"/>
              <a:ext cx="1492560" cy="105840"/>
            </p14:xfrm>
          </p:contentPart>
        </mc:Choice>
        <mc:Fallback xmlns=""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7F961C32-330A-2DD5-4AB1-836A7DB65F85}"/>
                  </a:ext>
                </a:extLst>
              </p:cNvPr>
              <p:cNvPicPr/>
              <p:nvPr/>
            </p:nvPicPr>
            <p:blipFill>
              <a:blip r:embed="rId262"/>
              <a:stretch>
                <a:fillRect/>
              </a:stretch>
            </p:blipFill>
            <p:spPr>
              <a:xfrm>
                <a:off x="4473182" y="4297345"/>
                <a:ext cx="1528200" cy="141480"/>
              </a:xfrm>
              <a:prstGeom prst="rect">
                <a:avLst/>
              </a:prstGeom>
            </p:spPr>
          </p:pic>
        </mc:Fallback>
      </mc:AlternateContent>
      <p:grpSp>
        <p:nvGrpSpPr>
          <p:cNvPr id="38" name="Group 37">
            <a:extLst>
              <a:ext uri="{FF2B5EF4-FFF2-40B4-BE49-F238E27FC236}">
                <a16:creationId xmlns:a16="http://schemas.microsoft.com/office/drawing/2014/main" id="{02D7343F-0FE3-EB06-AEFD-31061FEF8E79}"/>
              </a:ext>
            </a:extLst>
          </p:cNvPr>
          <p:cNvGrpSpPr/>
          <p:nvPr/>
        </p:nvGrpSpPr>
        <p:grpSpPr>
          <a:xfrm>
            <a:off x="2227142" y="1823785"/>
            <a:ext cx="362880" cy="1252800"/>
            <a:chOff x="2227142" y="1823785"/>
            <a:chExt cx="362880" cy="1252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3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B8DBE88B-A633-3023-780C-0B3A834B66FA}"/>
                    </a:ext>
                  </a:extLst>
                </p14:cNvPr>
                <p14:cNvContentPartPr/>
                <p14:nvPr/>
              </p14:nvContentPartPr>
              <p14:xfrm>
                <a:off x="2322542" y="2029705"/>
                <a:ext cx="267480" cy="1046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B8DBE88B-A633-3023-780C-0B3A834B66FA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2304542" y="2012065"/>
                  <a:ext cx="303120" cy="10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1E30AAF9-0B2C-5DF5-AA15-5DA9C575F338}"/>
                    </a:ext>
                  </a:extLst>
                </p14:cNvPr>
                <p14:cNvContentPartPr/>
                <p14:nvPr/>
              </p14:nvContentPartPr>
              <p14:xfrm>
                <a:off x="2227142" y="1823785"/>
                <a:ext cx="204840" cy="1987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1E30AAF9-0B2C-5DF5-AA15-5DA9C575F338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2209502" y="1805785"/>
                  <a:ext cx="240480" cy="234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67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29133053-557D-8135-3356-1A9420FA6CCC}"/>
                  </a:ext>
                </a:extLst>
              </p14:cNvPr>
              <p14:cNvContentPartPr/>
              <p14:nvPr/>
            </p14:nvContentPartPr>
            <p14:xfrm>
              <a:off x="3109502" y="1027105"/>
              <a:ext cx="225360" cy="22644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29133053-557D-8135-3356-1A9420FA6CCC}"/>
                  </a:ext>
                </a:extLst>
              </p:cNvPr>
              <p:cNvPicPr/>
              <p:nvPr/>
            </p:nvPicPr>
            <p:blipFill>
              <a:blip r:embed="rId268"/>
              <a:stretch>
                <a:fillRect/>
              </a:stretch>
            </p:blipFill>
            <p:spPr>
              <a:xfrm>
                <a:off x="3091862" y="1009105"/>
                <a:ext cx="261000" cy="26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9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355F6C2E-E31A-AEFA-A1B4-6A16A89C37D9}"/>
                  </a:ext>
                </a:extLst>
              </p14:cNvPr>
              <p14:cNvContentPartPr/>
              <p14:nvPr/>
            </p14:nvContentPartPr>
            <p14:xfrm>
              <a:off x="4686302" y="3535945"/>
              <a:ext cx="71640" cy="10440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355F6C2E-E31A-AEFA-A1B4-6A16A89C37D9}"/>
                  </a:ext>
                </a:extLst>
              </p:cNvPr>
              <p:cNvPicPr/>
              <p:nvPr/>
            </p:nvPicPr>
            <p:blipFill>
              <a:blip r:embed="rId270"/>
              <a:stretch>
                <a:fillRect/>
              </a:stretch>
            </p:blipFill>
            <p:spPr>
              <a:xfrm>
                <a:off x="4668302" y="3518305"/>
                <a:ext cx="107280" cy="140040"/>
              </a:xfrm>
              <a:prstGeom prst="rect">
                <a:avLst/>
              </a:prstGeom>
            </p:spPr>
          </p:pic>
        </mc:Fallback>
      </mc:AlternateContent>
      <p:grpSp>
        <p:nvGrpSpPr>
          <p:cNvPr id="173" name="Group 172">
            <a:extLst>
              <a:ext uri="{FF2B5EF4-FFF2-40B4-BE49-F238E27FC236}">
                <a16:creationId xmlns:a16="http://schemas.microsoft.com/office/drawing/2014/main" id="{26190350-0867-DD4C-E565-91CB33C941F8}"/>
              </a:ext>
            </a:extLst>
          </p:cNvPr>
          <p:cNvGrpSpPr/>
          <p:nvPr/>
        </p:nvGrpSpPr>
        <p:grpSpPr>
          <a:xfrm>
            <a:off x="3198782" y="512305"/>
            <a:ext cx="1565640" cy="1015200"/>
            <a:chOff x="3198782" y="512305"/>
            <a:chExt cx="1565640" cy="1015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054AF55D-CA92-48F8-4518-B094A521FEC9}"/>
                    </a:ext>
                  </a:extLst>
                </p14:cNvPr>
                <p14:cNvContentPartPr/>
                <p14:nvPr/>
              </p14:nvContentPartPr>
              <p14:xfrm>
                <a:off x="3580382" y="944305"/>
                <a:ext cx="145800" cy="2988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054AF55D-CA92-48F8-4518-B094A521FEC9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3562742" y="926305"/>
                  <a:ext cx="18144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D36AFC1F-45BD-7F58-7F62-38D694491983}"/>
                    </a:ext>
                  </a:extLst>
                </p14:cNvPr>
                <p14:cNvContentPartPr/>
                <p14:nvPr/>
              </p14:nvContentPartPr>
              <p14:xfrm>
                <a:off x="3794582" y="720025"/>
                <a:ext cx="110880" cy="17964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D36AFC1F-45BD-7F58-7F62-38D694491983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3776942" y="702385"/>
                  <a:ext cx="14652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553A75F5-F81C-6069-F749-553725BEE063}"/>
                    </a:ext>
                  </a:extLst>
                </p14:cNvPr>
                <p14:cNvContentPartPr/>
                <p14:nvPr/>
              </p14:nvContentPartPr>
              <p14:xfrm>
                <a:off x="4052342" y="729025"/>
                <a:ext cx="80280" cy="12348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553A75F5-F81C-6069-F749-553725BEE063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4034702" y="711025"/>
                  <a:ext cx="11592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7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DF38817E-20D8-C8C2-5FA5-91EBFE1F5484}"/>
                    </a:ext>
                  </a:extLst>
                </p14:cNvPr>
                <p14:cNvContentPartPr/>
                <p14:nvPr/>
              </p14:nvContentPartPr>
              <p14:xfrm>
                <a:off x="4160342" y="663505"/>
                <a:ext cx="140400" cy="1123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DF38817E-20D8-C8C2-5FA5-91EBFE1F5484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4142342" y="645505"/>
                  <a:ext cx="17604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8BFC714B-8D39-DBA8-F3DD-44860FD30969}"/>
                    </a:ext>
                  </a:extLst>
                </p14:cNvPr>
                <p14:cNvContentPartPr/>
                <p14:nvPr/>
              </p14:nvContentPartPr>
              <p14:xfrm>
                <a:off x="4343942" y="512305"/>
                <a:ext cx="120240" cy="18072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8BFC714B-8D39-DBA8-F3DD-44860FD30969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4325942" y="494305"/>
                  <a:ext cx="15588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7C567F1D-27D9-F4C7-DE46-E14EF75A69A4}"/>
                    </a:ext>
                  </a:extLst>
                </p14:cNvPr>
                <p14:cNvContentPartPr/>
                <p14:nvPr/>
              </p14:nvContentPartPr>
              <p14:xfrm>
                <a:off x="4319822" y="543625"/>
                <a:ext cx="167760" cy="14652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7C567F1D-27D9-F4C7-DE46-E14EF75A69A4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4301822" y="525625"/>
                  <a:ext cx="20340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00714B97-DAD3-31EC-A8EA-8DBB7329BDEE}"/>
                    </a:ext>
                  </a:extLst>
                </p14:cNvPr>
                <p14:cNvContentPartPr/>
                <p14:nvPr/>
              </p14:nvContentPartPr>
              <p14:xfrm>
                <a:off x="3198782" y="784825"/>
                <a:ext cx="1565640" cy="63684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00714B97-DAD3-31EC-A8EA-8DBB7329BDEE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3180782" y="766825"/>
                  <a:ext cx="1601280" cy="67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E2EF635F-46EC-DA8C-C56F-DCE0E9CB7182}"/>
                    </a:ext>
                  </a:extLst>
                </p14:cNvPr>
                <p14:cNvContentPartPr/>
                <p14:nvPr/>
              </p14:nvContentPartPr>
              <p14:xfrm>
                <a:off x="3877022" y="1276585"/>
                <a:ext cx="162720" cy="25092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E2EF635F-46EC-DA8C-C56F-DCE0E9CB7182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3859022" y="1258585"/>
                  <a:ext cx="19836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7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89EB0467-D7A9-7626-9A74-F48AF2D88E88}"/>
                    </a:ext>
                  </a:extLst>
                </p14:cNvPr>
                <p14:cNvContentPartPr/>
                <p14:nvPr/>
              </p14:nvContentPartPr>
              <p14:xfrm>
                <a:off x="3902582" y="1245265"/>
                <a:ext cx="206280" cy="12960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89EB0467-D7A9-7626-9A74-F48AF2D88E88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3884942" y="1227625"/>
                  <a:ext cx="24192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58B2EB02-14DB-73FA-997F-3525B6399AEE}"/>
                    </a:ext>
                  </a:extLst>
                </p14:cNvPr>
                <p14:cNvContentPartPr/>
                <p14:nvPr/>
              </p14:nvContentPartPr>
              <p14:xfrm>
                <a:off x="4245302" y="1226905"/>
                <a:ext cx="144000" cy="26568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58B2EB02-14DB-73FA-997F-3525B6399AEE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4227302" y="1209265"/>
                  <a:ext cx="17964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AC6C5307-616E-82E3-3E3C-1005FA0E821B}"/>
                    </a:ext>
                  </a:extLst>
                </p14:cNvPr>
                <p14:cNvContentPartPr/>
                <p14:nvPr/>
              </p14:nvContentPartPr>
              <p14:xfrm>
                <a:off x="4238462" y="1329505"/>
                <a:ext cx="89640" cy="10152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AC6C5307-616E-82E3-3E3C-1005FA0E821B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4220822" y="1311865"/>
                  <a:ext cx="125280" cy="137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51891ED2-7E59-820F-225A-098D47ED3AE9}"/>
              </a:ext>
            </a:extLst>
          </p:cNvPr>
          <p:cNvGrpSpPr/>
          <p:nvPr/>
        </p:nvGrpSpPr>
        <p:grpSpPr>
          <a:xfrm>
            <a:off x="4855142" y="2513905"/>
            <a:ext cx="195120" cy="862200"/>
            <a:chOff x="4855142" y="2513905"/>
            <a:chExt cx="195120" cy="862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4CD2B864-D708-289A-CAF4-425DA975CA5C}"/>
                    </a:ext>
                  </a:extLst>
                </p14:cNvPr>
                <p14:cNvContentPartPr/>
                <p14:nvPr/>
              </p14:nvContentPartPr>
              <p14:xfrm>
                <a:off x="4906262" y="2513905"/>
                <a:ext cx="23760" cy="85068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4CD2B864-D708-289A-CAF4-425DA975CA5C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4888262" y="2495905"/>
                  <a:ext cx="59400" cy="88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5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505A2195-83FE-CD3F-410C-238B5B88291F}"/>
                    </a:ext>
                  </a:extLst>
                </p14:cNvPr>
                <p14:cNvContentPartPr/>
                <p14:nvPr/>
              </p14:nvContentPartPr>
              <p14:xfrm>
                <a:off x="4855142" y="3191425"/>
                <a:ext cx="195120" cy="18468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505A2195-83FE-CD3F-410C-238B5B88291F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4837502" y="3173425"/>
                  <a:ext cx="230760" cy="220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5" name="Group 204">
            <a:extLst>
              <a:ext uri="{FF2B5EF4-FFF2-40B4-BE49-F238E27FC236}">
                <a16:creationId xmlns:a16="http://schemas.microsoft.com/office/drawing/2014/main" id="{93B19392-300F-64E7-AF7E-172EEDA36FFF}"/>
              </a:ext>
            </a:extLst>
          </p:cNvPr>
          <p:cNvGrpSpPr/>
          <p:nvPr/>
        </p:nvGrpSpPr>
        <p:grpSpPr>
          <a:xfrm>
            <a:off x="1985222" y="2619385"/>
            <a:ext cx="1141560" cy="904680"/>
            <a:chOff x="1985222" y="2619385"/>
            <a:chExt cx="1141560" cy="904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7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E5BB39A4-6E64-CBB9-D98E-1AE3297A094A}"/>
                    </a:ext>
                  </a:extLst>
                </p14:cNvPr>
                <p14:cNvContentPartPr/>
                <p14:nvPr/>
              </p14:nvContentPartPr>
              <p14:xfrm>
                <a:off x="1999262" y="3288625"/>
                <a:ext cx="25920" cy="23544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E5BB39A4-6E64-CBB9-D98E-1AE3297A094A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1981262" y="3270625"/>
                  <a:ext cx="6156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FA0A3060-0730-FE51-6E80-77397371AC6B}"/>
                    </a:ext>
                  </a:extLst>
                </p14:cNvPr>
                <p14:cNvContentPartPr/>
                <p14:nvPr/>
              </p14:nvContentPartPr>
              <p14:xfrm>
                <a:off x="2009702" y="3249025"/>
                <a:ext cx="740160" cy="5004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FA0A3060-0730-FE51-6E80-77397371AC6B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1992062" y="3231025"/>
                  <a:ext cx="77580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CA9A1E02-9A6B-61A3-FAC2-373C4462FA01}"/>
                    </a:ext>
                  </a:extLst>
                </p14:cNvPr>
                <p14:cNvContentPartPr/>
                <p14:nvPr/>
              </p14:nvContentPartPr>
              <p14:xfrm>
                <a:off x="2714582" y="3226705"/>
                <a:ext cx="153360" cy="18216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CA9A1E02-9A6B-61A3-FAC2-373C4462FA01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2696942" y="3208705"/>
                  <a:ext cx="18900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4943D744-2121-4165-53E0-C24E42FC9766}"/>
                    </a:ext>
                  </a:extLst>
                </p14:cNvPr>
                <p14:cNvContentPartPr/>
                <p14:nvPr/>
              </p14:nvContentPartPr>
              <p14:xfrm>
                <a:off x="2774342" y="2675905"/>
                <a:ext cx="39600" cy="38808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4943D744-2121-4165-53E0-C24E42FC9766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2756702" y="2657905"/>
                  <a:ext cx="75240" cy="42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CFA54B8A-D7B2-4A14-749A-0B252613C95E}"/>
                    </a:ext>
                  </a:extLst>
                </p14:cNvPr>
                <p14:cNvContentPartPr/>
                <p14:nvPr/>
              </p14:nvContentPartPr>
              <p14:xfrm>
                <a:off x="2731142" y="2642785"/>
                <a:ext cx="148680" cy="9180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CFA54B8A-D7B2-4A14-749A-0B252613C95E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2713502" y="2625145"/>
                  <a:ext cx="18432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54AF4AAC-5779-1498-99C4-1A4A138CCB65}"/>
                    </a:ext>
                  </a:extLst>
                </p14:cNvPr>
                <p14:cNvContentPartPr/>
                <p14:nvPr/>
              </p14:nvContentPartPr>
              <p14:xfrm>
                <a:off x="2943542" y="3156865"/>
                <a:ext cx="183240" cy="9000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54AF4AAC-5779-1498-99C4-1A4A138CCB65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2925902" y="3138865"/>
                  <a:ext cx="21888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9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4E1D8997-781E-02C5-0C0B-E0DB847B8CB3}"/>
                    </a:ext>
                  </a:extLst>
                </p14:cNvPr>
                <p14:cNvContentPartPr/>
                <p14:nvPr/>
              </p14:nvContentPartPr>
              <p14:xfrm>
                <a:off x="2966582" y="3142825"/>
                <a:ext cx="102960" cy="21528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4E1D8997-781E-02C5-0C0B-E0DB847B8CB3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2948942" y="3125185"/>
                  <a:ext cx="13860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1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9716A441-0765-3F34-B5BD-F997184E8DDA}"/>
                    </a:ext>
                  </a:extLst>
                </p14:cNvPr>
                <p14:cNvContentPartPr/>
                <p14:nvPr/>
              </p14:nvContentPartPr>
              <p14:xfrm>
                <a:off x="1985222" y="3260905"/>
                <a:ext cx="865080" cy="26316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9716A441-0765-3F34-B5BD-F997184E8DDA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1967582" y="3242905"/>
                  <a:ext cx="900720" cy="29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3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9E6754E7-70AB-6F86-B320-7ABAE7D4D8E2}"/>
                    </a:ext>
                  </a:extLst>
                </p14:cNvPr>
                <p14:cNvContentPartPr/>
                <p14:nvPr/>
              </p14:nvContentPartPr>
              <p14:xfrm>
                <a:off x="2662382" y="3212665"/>
                <a:ext cx="178920" cy="9684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9E6754E7-70AB-6F86-B320-7ABAE7D4D8E2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2644382" y="3194665"/>
                  <a:ext cx="21456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5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AA5F0E6F-E3FF-5550-EA4C-F9E73D74B3B1}"/>
                    </a:ext>
                  </a:extLst>
                </p14:cNvPr>
                <p14:cNvContentPartPr/>
                <p14:nvPr/>
              </p14:nvContentPartPr>
              <p14:xfrm>
                <a:off x="2714222" y="3229945"/>
                <a:ext cx="153720" cy="14112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AA5F0E6F-E3FF-5550-EA4C-F9E73D74B3B1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2696222" y="3212305"/>
                  <a:ext cx="18936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7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F009B58E-B7AE-D04C-9061-29771514D1B4}"/>
                    </a:ext>
                  </a:extLst>
                </p14:cNvPr>
                <p14:cNvContentPartPr/>
                <p14:nvPr/>
              </p14:nvContentPartPr>
              <p14:xfrm>
                <a:off x="2746262" y="2996665"/>
                <a:ext cx="43920" cy="7848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F009B58E-B7AE-D04C-9061-29771514D1B4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2728622" y="2979025"/>
                  <a:ext cx="7956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9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ACBB2070-8437-9EC3-16D1-43498AABBE24}"/>
                    </a:ext>
                  </a:extLst>
                </p14:cNvPr>
                <p14:cNvContentPartPr/>
                <p14:nvPr/>
              </p14:nvContentPartPr>
              <p14:xfrm>
                <a:off x="2766782" y="2670865"/>
                <a:ext cx="35640" cy="40644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ACBB2070-8437-9EC3-16D1-43498AABBE24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2748782" y="2652865"/>
                  <a:ext cx="71280" cy="44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1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1CED545B-F4EF-00AD-E91A-02CEBD249EE7}"/>
                    </a:ext>
                  </a:extLst>
                </p14:cNvPr>
                <p14:cNvContentPartPr/>
                <p14:nvPr/>
              </p14:nvContentPartPr>
              <p14:xfrm>
                <a:off x="2689742" y="2619385"/>
                <a:ext cx="252720" cy="17172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1CED545B-F4EF-00AD-E91A-02CEBD249EE7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2672102" y="2601385"/>
                  <a:ext cx="288360" cy="207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3" name="Group 212">
            <a:extLst>
              <a:ext uri="{FF2B5EF4-FFF2-40B4-BE49-F238E27FC236}">
                <a16:creationId xmlns:a16="http://schemas.microsoft.com/office/drawing/2014/main" id="{0FC14BBC-2A4E-45A0-4989-9E61CB9BBAE2}"/>
              </a:ext>
            </a:extLst>
          </p:cNvPr>
          <p:cNvGrpSpPr/>
          <p:nvPr/>
        </p:nvGrpSpPr>
        <p:grpSpPr>
          <a:xfrm>
            <a:off x="2429822" y="177145"/>
            <a:ext cx="3629880" cy="2049120"/>
            <a:chOff x="2429822" y="177145"/>
            <a:chExt cx="3629880" cy="2049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3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A9258D30-D3E1-5AC8-22EE-CE31DD6C487B}"/>
                    </a:ext>
                  </a:extLst>
                </p14:cNvPr>
                <p14:cNvContentPartPr/>
                <p14:nvPr/>
              </p14:nvContentPartPr>
              <p14:xfrm>
                <a:off x="4975382" y="606985"/>
                <a:ext cx="75960" cy="6624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A9258D30-D3E1-5AC8-22EE-CE31DD6C487B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4957382" y="588985"/>
                  <a:ext cx="11160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5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8E74C8A6-09A2-21C6-6131-64B46D23FE09}"/>
                    </a:ext>
                  </a:extLst>
                </p14:cNvPr>
                <p14:cNvContentPartPr/>
                <p14:nvPr/>
              </p14:nvContentPartPr>
              <p14:xfrm>
                <a:off x="5014262" y="689785"/>
                <a:ext cx="87120" cy="5220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8E74C8A6-09A2-21C6-6131-64B46D23FE09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4996262" y="671785"/>
                  <a:ext cx="12276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7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518FABDC-C927-5556-F4DA-6C554AE5A834}"/>
                    </a:ext>
                  </a:extLst>
                </p14:cNvPr>
                <p14:cNvContentPartPr/>
                <p14:nvPr/>
              </p14:nvContentPartPr>
              <p14:xfrm>
                <a:off x="5241062" y="341665"/>
                <a:ext cx="216000" cy="38988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518FABDC-C927-5556-F4DA-6C554AE5A834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5223062" y="323665"/>
                  <a:ext cx="251640" cy="42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9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182BED9D-5BB8-19A7-606A-3B852F9436AF}"/>
                    </a:ext>
                  </a:extLst>
                </p14:cNvPr>
                <p14:cNvContentPartPr/>
                <p14:nvPr/>
              </p14:nvContentPartPr>
              <p14:xfrm>
                <a:off x="5240342" y="377665"/>
                <a:ext cx="141120" cy="10368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182BED9D-5BB8-19A7-606A-3B852F9436AF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5222702" y="360025"/>
                  <a:ext cx="17676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1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D7D58D1F-0715-F9D2-A0DE-33DF46FB6AE7}"/>
                    </a:ext>
                  </a:extLst>
                </p14:cNvPr>
                <p14:cNvContentPartPr/>
                <p14:nvPr/>
              </p14:nvContentPartPr>
              <p14:xfrm>
                <a:off x="5358782" y="597985"/>
                <a:ext cx="93600" cy="7848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D7D58D1F-0715-F9D2-A0DE-33DF46FB6AE7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5341142" y="579985"/>
                  <a:ext cx="12924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3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3A7C0BCF-791C-3728-E89F-7EB32CD4AF47}"/>
                    </a:ext>
                  </a:extLst>
                </p14:cNvPr>
                <p14:cNvContentPartPr/>
                <p14:nvPr/>
              </p14:nvContentPartPr>
              <p14:xfrm>
                <a:off x="5554622" y="493945"/>
                <a:ext cx="138960" cy="22284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3A7C0BCF-791C-3728-E89F-7EB32CD4AF47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5536622" y="475945"/>
                  <a:ext cx="17460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5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100FF264-E3FF-6184-6139-4B430EA41913}"/>
                    </a:ext>
                  </a:extLst>
                </p14:cNvPr>
                <p14:cNvContentPartPr/>
                <p14:nvPr/>
              </p14:nvContentPartPr>
              <p14:xfrm>
                <a:off x="3224342" y="2013145"/>
                <a:ext cx="1211400" cy="14364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100FF264-E3FF-6184-6139-4B430EA41913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3206342" y="1995145"/>
                  <a:ext cx="124704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7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20415B0C-D8A3-E771-DBC2-C49675683DB3}"/>
                    </a:ext>
                  </a:extLst>
                </p14:cNvPr>
                <p14:cNvContentPartPr/>
                <p14:nvPr/>
              </p14:nvContentPartPr>
              <p14:xfrm>
                <a:off x="4307222" y="1958425"/>
                <a:ext cx="146160" cy="20088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20415B0C-D8A3-E771-DBC2-C49675683DB3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4289582" y="1940785"/>
                  <a:ext cx="18180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9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ECC9A2E7-0220-EF2F-354D-C6200A4C5173}"/>
                    </a:ext>
                  </a:extLst>
                </p14:cNvPr>
                <p14:cNvContentPartPr/>
                <p14:nvPr/>
              </p14:nvContentPartPr>
              <p14:xfrm>
                <a:off x="3310742" y="2009905"/>
                <a:ext cx="1107720" cy="7092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ECC9A2E7-0220-EF2F-354D-C6200A4C5173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3293102" y="1992265"/>
                  <a:ext cx="114336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1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070DFBA0-8C33-9296-F4C9-31CA6B62F3CE}"/>
                    </a:ext>
                  </a:extLst>
                </p14:cNvPr>
                <p14:cNvContentPartPr/>
                <p14:nvPr/>
              </p14:nvContentPartPr>
              <p14:xfrm>
                <a:off x="4265822" y="1946185"/>
                <a:ext cx="211680" cy="28008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070DFBA0-8C33-9296-F4C9-31CA6B62F3CE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4247822" y="1928185"/>
                  <a:ext cx="247320" cy="31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3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F5844124-A2C9-1361-44A4-F0BFD3F4F801}"/>
                    </a:ext>
                  </a:extLst>
                </p14:cNvPr>
                <p14:cNvContentPartPr/>
                <p14:nvPr/>
              </p14:nvContentPartPr>
              <p14:xfrm>
                <a:off x="3387062" y="1120345"/>
                <a:ext cx="2623320" cy="84420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F5844124-A2C9-1361-44A4-F0BFD3F4F801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3369422" y="1102705"/>
                  <a:ext cx="2658960" cy="87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5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023B417A-2DF3-537A-AEFE-FD45BF40DF04}"/>
                    </a:ext>
                  </a:extLst>
                </p14:cNvPr>
                <p14:cNvContentPartPr/>
                <p14:nvPr/>
              </p14:nvContentPartPr>
              <p14:xfrm>
                <a:off x="5817422" y="177505"/>
                <a:ext cx="242280" cy="84276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023B417A-2DF3-537A-AEFE-FD45BF40DF04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5799422" y="159865"/>
                  <a:ext cx="277920" cy="87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7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73A30A19-FAF2-F39B-C8D8-F9E11DCA4D08}"/>
                    </a:ext>
                  </a:extLst>
                </p14:cNvPr>
                <p14:cNvContentPartPr/>
                <p14:nvPr/>
              </p14:nvContentPartPr>
              <p14:xfrm>
                <a:off x="2450342" y="177145"/>
                <a:ext cx="3271680" cy="79416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73A30A19-FAF2-F39B-C8D8-F9E11DCA4D08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2432702" y="159145"/>
                  <a:ext cx="3307320" cy="82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9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51BAFE70-CCB1-90E7-4ADE-8A75AE869F4E}"/>
                    </a:ext>
                  </a:extLst>
                </p14:cNvPr>
                <p14:cNvContentPartPr/>
                <p14:nvPr/>
              </p14:nvContentPartPr>
              <p14:xfrm>
                <a:off x="2429822" y="962665"/>
                <a:ext cx="783000" cy="102960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51BAFE70-CCB1-90E7-4ADE-8A75AE869F4E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2411822" y="944665"/>
                  <a:ext cx="818640" cy="1065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51">
            <p14:nvContentPartPr>
              <p14:cNvPr id="246" name="Ink 245">
                <a:extLst>
                  <a:ext uri="{FF2B5EF4-FFF2-40B4-BE49-F238E27FC236}">
                    <a16:creationId xmlns:a16="http://schemas.microsoft.com/office/drawing/2014/main" id="{7F8F00F1-CAC3-E4E7-6BCD-07E1B1219654}"/>
                  </a:ext>
                </a:extLst>
              </p14:cNvPr>
              <p14:cNvContentPartPr/>
              <p14:nvPr/>
            </p14:nvContentPartPr>
            <p14:xfrm>
              <a:off x="6955382" y="3849145"/>
              <a:ext cx="3548160" cy="386640"/>
            </p14:xfrm>
          </p:contentPart>
        </mc:Choice>
        <mc:Fallback xmlns="">
          <p:pic>
            <p:nvPicPr>
              <p:cNvPr id="246" name="Ink 245">
                <a:extLst>
                  <a:ext uri="{FF2B5EF4-FFF2-40B4-BE49-F238E27FC236}">
                    <a16:creationId xmlns:a16="http://schemas.microsoft.com/office/drawing/2014/main" id="{7F8F00F1-CAC3-E4E7-6BCD-07E1B1219654}"/>
                  </a:ext>
                </a:extLst>
              </p:cNvPr>
              <p:cNvPicPr/>
              <p:nvPr/>
            </p:nvPicPr>
            <p:blipFill>
              <a:blip r:embed="rId352"/>
              <a:stretch>
                <a:fillRect/>
              </a:stretch>
            </p:blipFill>
            <p:spPr>
              <a:xfrm>
                <a:off x="6937742" y="3831145"/>
                <a:ext cx="3583800" cy="422280"/>
              </a:xfrm>
              <a:prstGeom prst="rect">
                <a:avLst/>
              </a:prstGeom>
            </p:spPr>
          </p:pic>
        </mc:Fallback>
      </mc:AlternateContent>
      <p:grpSp>
        <p:nvGrpSpPr>
          <p:cNvPr id="257" name="Group 256">
            <a:extLst>
              <a:ext uri="{FF2B5EF4-FFF2-40B4-BE49-F238E27FC236}">
                <a16:creationId xmlns:a16="http://schemas.microsoft.com/office/drawing/2014/main" id="{410DCE6F-40AD-DA76-0B16-BBE2449419A4}"/>
              </a:ext>
            </a:extLst>
          </p:cNvPr>
          <p:cNvGrpSpPr/>
          <p:nvPr/>
        </p:nvGrpSpPr>
        <p:grpSpPr>
          <a:xfrm>
            <a:off x="5512502" y="3897745"/>
            <a:ext cx="4431960" cy="2146680"/>
            <a:chOff x="5512502" y="3897745"/>
            <a:chExt cx="4431960" cy="2146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3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8A079ADC-6CB3-380B-FB09-F8C9B477944F}"/>
                    </a:ext>
                  </a:extLst>
                </p14:cNvPr>
                <p14:cNvContentPartPr/>
                <p14:nvPr/>
              </p14:nvContentPartPr>
              <p14:xfrm>
                <a:off x="5512502" y="5034625"/>
                <a:ext cx="1284480" cy="100980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8A079ADC-6CB3-380B-FB09-F8C9B477944F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5494502" y="5016985"/>
                  <a:ext cx="1320120" cy="10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5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0801C4B0-2350-20E2-C7D3-C4EDCA3C3E18}"/>
                    </a:ext>
                  </a:extLst>
                </p14:cNvPr>
                <p14:cNvContentPartPr/>
                <p14:nvPr/>
              </p14:nvContentPartPr>
              <p14:xfrm>
                <a:off x="6402782" y="4283665"/>
                <a:ext cx="956520" cy="997560"/>
              </p14:xfrm>
            </p:contentPart>
          </mc:Choice>
          <mc:Fallback xmlns=""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0801C4B0-2350-20E2-C7D3-C4EDCA3C3E18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6385142" y="4266025"/>
                  <a:ext cx="992160" cy="10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7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07680FC1-2D44-57B4-C2B8-96EDC79A14DB}"/>
                    </a:ext>
                  </a:extLst>
                </p14:cNvPr>
                <p14:cNvContentPartPr/>
                <p14:nvPr/>
              </p14:nvContentPartPr>
              <p14:xfrm>
                <a:off x="7151582" y="4249465"/>
                <a:ext cx="244080" cy="196560"/>
              </p14:xfrm>
            </p:contentPart>
          </mc:Choice>
          <mc:Fallback xmlns=""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07680FC1-2D44-57B4-C2B8-96EDC79A14DB}"/>
                    </a:ext>
                  </a:extLst>
                </p:cNvPr>
                <p:cNvPicPr/>
                <p:nvPr/>
              </p:nvPicPr>
              <p:blipFill>
                <a:blip r:embed="rId358"/>
                <a:stretch>
                  <a:fillRect/>
                </a:stretch>
              </p:blipFill>
              <p:spPr>
                <a:xfrm>
                  <a:off x="7133942" y="4231465"/>
                  <a:ext cx="27972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9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15A1B0CC-05BC-A8A6-FAF5-1BA1147BA926}"/>
                    </a:ext>
                  </a:extLst>
                </p14:cNvPr>
                <p14:cNvContentPartPr/>
                <p14:nvPr/>
              </p14:nvContentPartPr>
              <p14:xfrm>
                <a:off x="7321502" y="4974505"/>
                <a:ext cx="2482200" cy="169920"/>
              </p14:xfrm>
            </p:contentPart>
          </mc:Choice>
          <mc:Fallback xmlns=""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15A1B0CC-05BC-A8A6-FAF5-1BA1147BA926}"/>
                    </a:ext>
                  </a:extLst>
                </p:cNvPr>
                <p:cNvPicPr/>
                <p:nvPr/>
              </p:nvPicPr>
              <p:blipFill>
                <a:blip r:embed="rId360"/>
                <a:stretch>
                  <a:fillRect/>
                </a:stretch>
              </p:blipFill>
              <p:spPr>
                <a:xfrm>
                  <a:off x="7303502" y="4956865"/>
                  <a:ext cx="251784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1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1900382A-B24B-70EA-0457-38A6E1B470E2}"/>
                    </a:ext>
                  </a:extLst>
                </p14:cNvPr>
                <p14:cNvContentPartPr/>
                <p14:nvPr/>
              </p14:nvContentPartPr>
              <p14:xfrm>
                <a:off x="7312502" y="5021305"/>
                <a:ext cx="2631960" cy="86400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1900382A-B24B-70EA-0457-38A6E1B470E2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7294502" y="5003665"/>
                  <a:ext cx="2667600" cy="89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3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88112F90-E671-CCB0-2E8B-907ED13449E2}"/>
                    </a:ext>
                  </a:extLst>
                </p14:cNvPr>
                <p14:cNvContentPartPr/>
                <p14:nvPr/>
              </p14:nvContentPartPr>
              <p14:xfrm>
                <a:off x="7174262" y="5171065"/>
                <a:ext cx="8280" cy="1116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88112F90-E671-CCB0-2E8B-907ED13449E2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7156262" y="5153065"/>
                  <a:ext cx="4392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5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2D4C8174-8792-BB0E-5DA6-83F55FE63722}"/>
                    </a:ext>
                  </a:extLst>
                </p14:cNvPr>
                <p14:cNvContentPartPr/>
                <p14:nvPr/>
              </p14:nvContentPartPr>
              <p14:xfrm>
                <a:off x="7227182" y="5128945"/>
                <a:ext cx="190440" cy="70920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2D4C8174-8792-BB0E-5DA6-83F55FE63722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7209182" y="5110945"/>
                  <a:ext cx="226080" cy="74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7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6F27FCAE-CE61-273E-18EC-F3ED0C592613}"/>
                    </a:ext>
                  </a:extLst>
                </p14:cNvPr>
                <p14:cNvContentPartPr/>
                <p14:nvPr/>
              </p14:nvContentPartPr>
              <p14:xfrm>
                <a:off x="8991182" y="3897745"/>
                <a:ext cx="168480" cy="1237680"/>
              </p14:xfrm>
            </p:contentPart>
          </mc:Choice>
          <mc:Fallback xmlns=""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6F27FCAE-CE61-273E-18EC-F3ED0C592613}"/>
                    </a:ext>
                  </a:extLst>
                </p:cNvPr>
                <p:cNvPicPr/>
                <p:nvPr/>
              </p:nvPicPr>
              <p:blipFill>
                <a:blip r:embed="rId368"/>
                <a:stretch>
                  <a:fillRect/>
                </a:stretch>
              </p:blipFill>
              <p:spPr>
                <a:xfrm>
                  <a:off x="8973182" y="3880105"/>
                  <a:ext cx="204120" cy="12733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0945502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C2E8F-4D60-F6D7-934B-212184C9B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AD231B-2F01-D782-14E0-8A338955A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PD readout circuit</a:t>
            </a:r>
          </a:p>
        </p:txBody>
      </p:sp>
      <p:pic>
        <p:nvPicPr>
          <p:cNvPr id="6" name="Content Placeholder 5" descr="A diagram of a triangle with a voltage and a voltage&#10;&#10;Description automatically generated with medium confidence">
            <a:extLst>
              <a:ext uri="{FF2B5EF4-FFF2-40B4-BE49-F238E27FC236}">
                <a16:creationId xmlns:a16="http://schemas.microsoft.com/office/drawing/2014/main" id="{55451025-C286-21F3-DBD7-736000645A7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9155" y="2010486"/>
            <a:ext cx="4821424" cy="296703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F3523F-D1A9-51C6-37EA-0AF0819188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24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DEF0826B-607B-CF56-864E-5528A3186629}"/>
              </a:ext>
            </a:extLst>
          </p:cNvPr>
          <p:cNvGrpSpPr/>
          <p:nvPr/>
        </p:nvGrpSpPr>
        <p:grpSpPr>
          <a:xfrm>
            <a:off x="2227142" y="1823785"/>
            <a:ext cx="362880" cy="1252800"/>
            <a:chOff x="2227142" y="1823785"/>
            <a:chExt cx="362880" cy="1252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92462721-10D6-8D39-F6F2-88C64254AA06}"/>
                    </a:ext>
                  </a:extLst>
                </p14:cNvPr>
                <p14:cNvContentPartPr/>
                <p14:nvPr/>
              </p14:nvContentPartPr>
              <p14:xfrm>
                <a:off x="2322542" y="2029705"/>
                <a:ext cx="267480" cy="104688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92462721-10D6-8D39-F6F2-88C64254AA06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304566" y="2011705"/>
                  <a:ext cx="303072" cy="10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AEFC4A61-2749-EE1A-6CA2-644F66F60C74}"/>
                    </a:ext>
                  </a:extLst>
                </p14:cNvPr>
                <p14:cNvContentPartPr/>
                <p14:nvPr/>
              </p14:nvContentPartPr>
              <p14:xfrm>
                <a:off x="2227142" y="1823785"/>
                <a:ext cx="204840" cy="19872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AEFC4A61-2749-EE1A-6CA2-644F66F60C74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209142" y="1805785"/>
                  <a:ext cx="240480" cy="234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8C227332-574D-F825-3DB8-B8A7A70ADCBB}"/>
                  </a:ext>
                </a:extLst>
              </p14:cNvPr>
              <p14:cNvContentPartPr/>
              <p14:nvPr/>
            </p14:nvContentPartPr>
            <p14:xfrm>
              <a:off x="3109502" y="1027105"/>
              <a:ext cx="225360" cy="226440"/>
            </p14:xfrm>
          </p:contentPart>
        </mc:Choice>
        <mc:Fallback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8C227332-574D-F825-3DB8-B8A7A70ADCBB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091473" y="1009134"/>
                <a:ext cx="261057" cy="26202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434B31E4-9128-BF2F-A5D2-6C6271C12FCA}"/>
                  </a:ext>
                </a:extLst>
              </p14:cNvPr>
              <p14:cNvContentPartPr/>
              <p14:nvPr/>
            </p14:nvContentPartPr>
            <p14:xfrm>
              <a:off x="4686302" y="3535945"/>
              <a:ext cx="71640" cy="104400"/>
            </p14:xfrm>
          </p:contentPart>
        </mc:Choice>
        <mc:Fallback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434B31E4-9128-BF2F-A5D2-6C6271C12FCA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4668302" y="3517945"/>
                <a:ext cx="107280" cy="140040"/>
              </a:xfrm>
              <a:prstGeom prst="rect">
                <a:avLst/>
              </a:prstGeom>
            </p:spPr>
          </p:pic>
        </mc:Fallback>
      </mc:AlternateContent>
      <p:grpSp>
        <p:nvGrpSpPr>
          <p:cNvPr id="173" name="Group 172">
            <a:extLst>
              <a:ext uri="{FF2B5EF4-FFF2-40B4-BE49-F238E27FC236}">
                <a16:creationId xmlns:a16="http://schemas.microsoft.com/office/drawing/2014/main" id="{77B10CBE-28B9-59B2-1B8A-857693FD4492}"/>
              </a:ext>
            </a:extLst>
          </p:cNvPr>
          <p:cNvGrpSpPr/>
          <p:nvPr/>
        </p:nvGrpSpPr>
        <p:grpSpPr>
          <a:xfrm>
            <a:off x="3198782" y="512305"/>
            <a:ext cx="1565640" cy="1015200"/>
            <a:chOff x="3198782" y="512305"/>
            <a:chExt cx="1565640" cy="1015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47399DDF-AF0E-75F0-4FD4-4A00F4BA915E}"/>
                    </a:ext>
                  </a:extLst>
                </p14:cNvPr>
                <p14:cNvContentPartPr/>
                <p14:nvPr/>
              </p14:nvContentPartPr>
              <p14:xfrm>
                <a:off x="3580382" y="944305"/>
                <a:ext cx="145800" cy="2988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47399DDF-AF0E-75F0-4FD4-4A00F4BA915E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3562382" y="926305"/>
                  <a:ext cx="18144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8940B6A4-F238-846F-8B96-934E2C842FD3}"/>
                    </a:ext>
                  </a:extLst>
                </p14:cNvPr>
                <p14:cNvContentPartPr/>
                <p14:nvPr/>
              </p14:nvContentPartPr>
              <p14:xfrm>
                <a:off x="3794582" y="720025"/>
                <a:ext cx="110880" cy="17964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8940B6A4-F238-846F-8B96-934E2C842FD3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3776582" y="701989"/>
                  <a:ext cx="146520" cy="2153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9EC0294E-083A-1C88-EE26-8752760795DD}"/>
                    </a:ext>
                  </a:extLst>
                </p14:cNvPr>
                <p14:cNvContentPartPr/>
                <p14:nvPr/>
              </p14:nvContentPartPr>
              <p14:xfrm>
                <a:off x="4052342" y="729025"/>
                <a:ext cx="80280" cy="12348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9EC0294E-083A-1C88-EE26-8752760795DD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4034342" y="711025"/>
                  <a:ext cx="11592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89255C4E-6451-40C4-3FAD-2A5FDC36FC06}"/>
                    </a:ext>
                  </a:extLst>
                </p14:cNvPr>
                <p14:cNvContentPartPr/>
                <p14:nvPr/>
              </p14:nvContentPartPr>
              <p14:xfrm>
                <a:off x="4160342" y="663505"/>
                <a:ext cx="140400" cy="11232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89255C4E-6451-40C4-3FAD-2A5FDC36FC06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4142388" y="645505"/>
                  <a:ext cx="175949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449C0B2C-218E-614E-9C17-B55D2BB39854}"/>
                    </a:ext>
                  </a:extLst>
                </p14:cNvPr>
                <p14:cNvContentPartPr/>
                <p14:nvPr/>
              </p14:nvContentPartPr>
              <p14:xfrm>
                <a:off x="4343942" y="512305"/>
                <a:ext cx="120240" cy="18072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449C0B2C-218E-614E-9C17-B55D2BB39854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4325996" y="494305"/>
                  <a:ext cx="155774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CB43A348-AC61-FC96-95B4-6B1DA01399B6}"/>
                    </a:ext>
                  </a:extLst>
                </p14:cNvPr>
                <p14:cNvContentPartPr/>
                <p14:nvPr/>
              </p14:nvContentPartPr>
              <p14:xfrm>
                <a:off x="4319822" y="543625"/>
                <a:ext cx="167760" cy="14652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CB43A348-AC61-FC96-95B4-6B1DA01399B6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4301822" y="525625"/>
                  <a:ext cx="20340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DE92896F-969B-5DA4-3240-279B92FB6BB7}"/>
                    </a:ext>
                  </a:extLst>
                </p14:cNvPr>
                <p14:cNvContentPartPr/>
                <p14:nvPr/>
              </p14:nvContentPartPr>
              <p14:xfrm>
                <a:off x="3198782" y="784825"/>
                <a:ext cx="1565640" cy="63684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DE92896F-969B-5DA4-3240-279B92FB6BB7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3180782" y="766825"/>
                  <a:ext cx="1601280" cy="67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E7703A2A-CB7A-0D83-6F5F-AB5F41BC5C26}"/>
                    </a:ext>
                  </a:extLst>
                </p14:cNvPr>
                <p14:cNvContentPartPr/>
                <p14:nvPr/>
              </p14:nvContentPartPr>
              <p14:xfrm>
                <a:off x="3877022" y="1276585"/>
                <a:ext cx="162720" cy="25092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E7703A2A-CB7A-0D83-6F5F-AB5F41BC5C26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3859062" y="1258585"/>
                  <a:ext cx="198281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00265466-6D8C-6581-EE2C-EF3F44182317}"/>
                    </a:ext>
                  </a:extLst>
                </p14:cNvPr>
                <p14:cNvContentPartPr/>
                <p14:nvPr/>
              </p14:nvContentPartPr>
              <p14:xfrm>
                <a:off x="3902582" y="1245265"/>
                <a:ext cx="206280" cy="12960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00265466-6D8C-6581-EE2C-EF3F44182317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3884582" y="1227265"/>
                  <a:ext cx="24192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AF6AB5BC-CAA9-DCBB-B411-E4AA86F7FDE6}"/>
                    </a:ext>
                  </a:extLst>
                </p14:cNvPr>
                <p14:cNvContentPartPr/>
                <p14:nvPr/>
              </p14:nvContentPartPr>
              <p14:xfrm>
                <a:off x="4245302" y="1226905"/>
                <a:ext cx="144000" cy="26568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AF6AB5BC-CAA9-DCBB-B411-E4AA86F7FDE6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4227347" y="1208905"/>
                  <a:ext cx="179551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FCD9EBDA-871E-CC82-12D4-901576D20334}"/>
                    </a:ext>
                  </a:extLst>
                </p14:cNvPr>
                <p14:cNvContentPartPr/>
                <p14:nvPr/>
              </p14:nvContentPartPr>
              <p14:xfrm>
                <a:off x="4238462" y="1329505"/>
                <a:ext cx="89640" cy="10152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FCD9EBDA-871E-CC82-12D4-901576D20334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4220389" y="1311441"/>
                  <a:ext cx="125424" cy="137287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F3E68D60-45CF-66E3-0B5F-ECBE4702F184}"/>
              </a:ext>
            </a:extLst>
          </p:cNvPr>
          <p:cNvGrpSpPr/>
          <p:nvPr/>
        </p:nvGrpSpPr>
        <p:grpSpPr>
          <a:xfrm>
            <a:off x="4855142" y="2513905"/>
            <a:ext cx="195120" cy="862200"/>
            <a:chOff x="4855142" y="2513905"/>
            <a:chExt cx="195120" cy="862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64C900EA-52A4-6010-CF6D-7FF7755CE69F}"/>
                    </a:ext>
                  </a:extLst>
                </p14:cNvPr>
                <p14:cNvContentPartPr/>
                <p14:nvPr/>
              </p14:nvContentPartPr>
              <p14:xfrm>
                <a:off x="4906262" y="2513905"/>
                <a:ext cx="23760" cy="85068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64C900EA-52A4-6010-CF6D-7FF7755CE69F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4888262" y="2495905"/>
                  <a:ext cx="59400" cy="88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84D2F313-051C-F72F-5C98-1543D600B8D3}"/>
                    </a:ext>
                  </a:extLst>
                </p14:cNvPr>
                <p14:cNvContentPartPr/>
                <p14:nvPr/>
              </p14:nvContentPartPr>
              <p14:xfrm>
                <a:off x="4855142" y="3191425"/>
                <a:ext cx="195120" cy="18468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84D2F313-051C-F72F-5C98-1543D600B8D3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4837109" y="3173425"/>
                  <a:ext cx="230826" cy="220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5" name="Group 204">
            <a:extLst>
              <a:ext uri="{FF2B5EF4-FFF2-40B4-BE49-F238E27FC236}">
                <a16:creationId xmlns:a16="http://schemas.microsoft.com/office/drawing/2014/main" id="{3D5D5AE9-43E3-3654-D14B-5AE5529832B3}"/>
              </a:ext>
            </a:extLst>
          </p:cNvPr>
          <p:cNvGrpSpPr/>
          <p:nvPr/>
        </p:nvGrpSpPr>
        <p:grpSpPr>
          <a:xfrm>
            <a:off x="1985222" y="2619385"/>
            <a:ext cx="1141560" cy="904680"/>
            <a:chOff x="1985222" y="2619385"/>
            <a:chExt cx="1141560" cy="904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A377A1DB-79DB-59F5-9BD1-358D33F05E69}"/>
                    </a:ext>
                  </a:extLst>
                </p14:cNvPr>
                <p14:cNvContentPartPr/>
                <p14:nvPr/>
              </p14:nvContentPartPr>
              <p14:xfrm>
                <a:off x="1999262" y="3288625"/>
                <a:ext cx="25920" cy="23544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A377A1DB-79DB-59F5-9BD1-358D33F05E69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981262" y="3270625"/>
                  <a:ext cx="6156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E7397619-7C9E-773B-3491-A6C74CAC487B}"/>
                    </a:ext>
                  </a:extLst>
                </p14:cNvPr>
                <p14:cNvContentPartPr/>
                <p14:nvPr/>
              </p14:nvContentPartPr>
              <p14:xfrm>
                <a:off x="2009702" y="3249025"/>
                <a:ext cx="740160" cy="5004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E7397619-7C9E-773B-3491-A6C74CAC487B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991702" y="3231025"/>
                  <a:ext cx="77580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F583BC05-4986-8B75-0AE3-135552FDFDAE}"/>
                    </a:ext>
                  </a:extLst>
                </p14:cNvPr>
                <p14:cNvContentPartPr/>
                <p14:nvPr/>
              </p14:nvContentPartPr>
              <p14:xfrm>
                <a:off x="2714582" y="3226705"/>
                <a:ext cx="153360" cy="18216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F583BC05-4986-8B75-0AE3-135552FDFDAE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2696582" y="3208705"/>
                  <a:ext cx="18900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E1B375DD-6E77-A2A7-EB36-7C93F5DC0D6D}"/>
                    </a:ext>
                  </a:extLst>
                </p14:cNvPr>
                <p14:cNvContentPartPr/>
                <p14:nvPr/>
              </p14:nvContentPartPr>
              <p14:xfrm>
                <a:off x="2774342" y="2675905"/>
                <a:ext cx="39600" cy="38808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E1B375DD-6E77-A2A7-EB36-7C93F5DC0D6D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2756342" y="2657905"/>
                  <a:ext cx="75240" cy="42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B9D6CE66-9115-7D6A-63F6-7541ED0AA7F4}"/>
                    </a:ext>
                  </a:extLst>
                </p14:cNvPr>
                <p14:cNvContentPartPr/>
                <p14:nvPr/>
              </p14:nvContentPartPr>
              <p14:xfrm>
                <a:off x="2731142" y="2642785"/>
                <a:ext cx="148680" cy="9180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B9D6CE66-9115-7D6A-63F6-7541ED0AA7F4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2713098" y="2624785"/>
                  <a:ext cx="184407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88C888F3-7C73-3DE7-2FED-F671CD677E13}"/>
                    </a:ext>
                  </a:extLst>
                </p14:cNvPr>
                <p14:cNvContentPartPr/>
                <p14:nvPr/>
              </p14:nvContentPartPr>
              <p14:xfrm>
                <a:off x="2943542" y="3156865"/>
                <a:ext cx="183240" cy="9000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88C888F3-7C73-3DE7-2FED-F671CD677E13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2925542" y="3138865"/>
                  <a:ext cx="21888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06AAA792-7F69-1248-2177-78CB56815001}"/>
                    </a:ext>
                  </a:extLst>
                </p14:cNvPr>
                <p14:cNvContentPartPr/>
                <p14:nvPr/>
              </p14:nvContentPartPr>
              <p14:xfrm>
                <a:off x="2966582" y="3142825"/>
                <a:ext cx="102960" cy="21528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06AAA792-7F69-1248-2177-78CB56815001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2948519" y="3124825"/>
                  <a:ext cx="138725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619244F0-7FCA-B638-A5CC-99925F293A59}"/>
                    </a:ext>
                  </a:extLst>
                </p14:cNvPr>
                <p14:cNvContentPartPr/>
                <p14:nvPr/>
              </p14:nvContentPartPr>
              <p14:xfrm>
                <a:off x="1985222" y="3260905"/>
                <a:ext cx="865080" cy="26316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619244F0-7FCA-B638-A5CC-99925F293A59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967222" y="3242905"/>
                  <a:ext cx="900720" cy="29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D2042BEB-593E-1692-C6D9-889335063B7D}"/>
                    </a:ext>
                  </a:extLst>
                </p14:cNvPr>
                <p14:cNvContentPartPr/>
                <p14:nvPr/>
              </p14:nvContentPartPr>
              <p14:xfrm>
                <a:off x="2662382" y="3212665"/>
                <a:ext cx="178920" cy="96840"/>
              </p14:xfrm>
            </p:contentPart>
          </mc:Choice>
          <mc:Fallback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D2042BEB-593E-1692-C6D9-889335063B7D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2644382" y="3194665"/>
                  <a:ext cx="21456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52AE53FA-CDEA-8CA7-19FE-5DBA1EA22B57}"/>
                    </a:ext>
                  </a:extLst>
                </p14:cNvPr>
                <p14:cNvContentPartPr/>
                <p14:nvPr/>
              </p14:nvContentPartPr>
              <p14:xfrm>
                <a:off x="2714222" y="3229945"/>
                <a:ext cx="153720" cy="141120"/>
              </p14:xfrm>
            </p:contentPart>
          </mc:Choice>
          <mc:Fallback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52AE53FA-CDEA-8CA7-19FE-5DBA1EA22B57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2696222" y="3211945"/>
                  <a:ext cx="18936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126B56EA-29A7-BE11-8520-F5CF2841BB60}"/>
                    </a:ext>
                  </a:extLst>
                </p14:cNvPr>
                <p14:cNvContentPartPr/>
                <p14:nvPr/>
              </p14:nvContentPartPr>
              <p14:xfrm>
                <a:off x="2746262" y="2996665"/>
                <a:ext cx="43920" cy="7848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126B56EA-29A7-BE11-8520-F5CF2841BB60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2728113" y="2978665"/>
                  <a:ext cx="79855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71273F5F-F572-FDA7-2DFA-25F63B03FA9C}"/>
                    </a:ext>
                  </a:extLst>
                </p14:cNvPr>
                <p14:cNvContentPartPr/>
                <p14:nvPr/>
              </p14:nvContentPartPr>
              <p14:xfrm>
                <a:off x="2766782" y="2670865"/>
                <a:ext cx="35640" cy="40644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71273F5F-F572-FDA7-2DFA-25F63B03FA9C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2748782" y="2652881"/>
                  <a:ext cx="71280" cy="44204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831541F1-1683-9BDF-04BB-66A5F5C185FE}"/>
                    </a:ext>
                  </a:extLst>
                </p14:cNvPr>
                <p14:cNvContentPartPr/>
                <p14:nvPr/>
              </p14:nvContentPartPr>
              <p14:xfrm>
                <a:off x="2689742" y="2619385"/>
                <a:ext cx="252720" cy="17172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831541F1-1683-9BDF-04BB-66A5F5C185FE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2671742" y="2601385"/>
                  <a:ext cx="288360" cy="207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3" name="Group 212">
            <a:extLst>
              <a:ext uri="{FF2B5EF4-FFF2-40B4-BE49-F238E27FC236}">
                <a16:creationId xmlns:a16="http://schemas.microsoft.com/office/drawing/2014/main" id="{C2D646B8-F2BE-8652-9C34-97ED3263C5CB}"/>
              </a:ext>
            </a:extLst>
          </p:cNvPr>
          <p:cNvGrpSpPr/>
          <p:nvPr/>
        </p:nvGrpSpPr>
        <p:grpSpPr>
          <a:xfrm>
            <a:off x="2429822" y="177145"/>
            <a:ext cx="3629880" cy="2049120"/>
            <a:chOff x="2429822" y="177145"/>
            <a:chExt cx="3629880" cy="2049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A7D8F8CB-0730-E32A-3A99-DA5434A7BC59}"/>
                    </a:ext>
                  </a:extLst>
                </p14:cNvPr>
                <p14:cNvContentPartPr/>
                <p14:nvPr/>
              </p14:nvContentPartPr>
              <p14:xfrm>
                <a:off x="4975382" y="606985"/>
                <a:ext cx="75960" cy="6624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A7D8F8CB-0730-E32A-3A99-DA5434A7BC59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4957382" y="588985"/>
                  <a:ext cx="11160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6D8E695E-14D8-ED30-49CA-DC0D30ABB94D}"/>
                    </a:ext>
                  </a:extLst>
                </p14:cNvPr>
                <p14:cNvContentPartPr/>
                <p14:nvPr/>
              </p14:nvContentPartPr>
              <p14:xfrm>
                <a:off x="5014262" y="689785"/>
                <a:ext cx="87120" cy="5220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6D8E695E-14D8-ED30-49CA-DC0D30ABB94D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4996262" y="671785"/>
                  <a:ext cx="12276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EC4CC66F-D6F3-EA4D-2F4B-F8F108B3A178}"/>
                    </a:ext>
                  </a:extLst>
                </p14:cNvPr>
                <p14:cNvContentPartPr/>
                <p14:nvPr/>
              </p14:nvContentPartPr>
              <p14:xfrm>
                <a:off x="5241062" y="341665"/>
                <a:ext cx="216000" cy="38988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EC4CC66F-D6F3-EA4D-2F4B-F8F108B3A178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5223062" y="323682"/>
                  <a:ext cx="251640" cy="42548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A1DE3609-B2E0-0912-D5CA-B1CA57E3DD96}"/>
                    </a:ext>
                  </a:extLst>
                </p14:cNvPr>
                <p14:cNvContentPartPr/>
                <p14:nvPr/>
              </p14:nvContentPartPr>
              <p14:xfrm>
                <a:off x="5240342" y="377665"/>
                <a:ext cx="141120" cy="10368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A1DE3609-B2E0-0912-D5CA-B1CA57E3DD96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5222342" y="359665"/>
                  <a:ext cx="17676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2A7304B6-4392-DDB7-C457-CE88BD16F27C}"/>
                    </a:ext>
                  </a:extLst>
                </p14:cNvPr>
                <p14:cNvContentPartPr/>
                <p14:nvPr/>
              </p14:nvContentPartPr>
              <p14:xfrm>
                <a:off x="5358782" y="597985"/>
                <a:ext cx="93600" cy="78480"/>
              </p14:xfrm>
            </p:contentPart>
          </mc:Choice>
          <mc:Fallback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2A7304B6-4392-DDB7-C457-CE88BD16F27C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5340713" y="580067"/>
                  <a:ext cx="129378" cy="1139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F847AD49-9B68-17F5-111F-2E2A86327987}"/>
                    </a:ext>
                  </a:extLst>
                </p14:cNvPr>
                <p14:cNvContentPartPr/>
                <p14:nvPr/>
              </p14:nvContentPartPr>
              <p14:xfrm>
                <a:off x="5554622" y="493945"/>
                <a:ext cx="138960" cy="22284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F847AD49-9B68-17F5-111F-2E2A86327987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5536622" y="475945"/>
                  <a:ext cx="17460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887A85BA-D292-CAAA-C838-C9F7854A587C}"/>
                    </a:ext>
                  </a:extLst>
                </p14:cNvPr>
                <p14:cNvContentPartPr/>
                <p14:nvPr/>
              </p14:nvContentPartPr>
              <p14:xfrm>
                <a:off x="3224342" y="2013145"/>
                <a:ext cx="1211400" cy="14364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887A85BA-D292-CAAA-C838-C9F7854A587C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3206342" y="1995145"/>
                  <a:ext cx="124704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690E38A2-5D0A-9973-BBD7-9B6F21F680A4}"/>
                    </a:ext>
                  </a:extLst>
                </p14:cNvPr>
                <p14:cNvContentPartPr/>
                <p14:nvPr/>
              </p14:nvContentPartPr>
              <p14:xfrm>
                <a:off x="4307222" y="1958425"/>
                <a:ext cx="146160" cy="20088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690E38A2-5D0A-9973-BBD7-9B6F21F680A4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4289222" y="1940425"/>
                  <a:ext cx="18180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133DDE6A-0238-2D91-D70E-ABF106B9BCCB}"/>
                    </a:ext>
                  </a:extLst>
                </p14:cNvPr>
                <p14:cNvContentPartPr/>
                <p14:nvPr/>
              </p14:nvContentPartPr>
              <p14:xfrm>
                <a:off x="3310742" y="2009905"/>
                <a:ext cx="1107720" cy="7092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133DDE6A-0238-2D91-D70E-ABF106B9BCCB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3292736" y="1991813"/>
                  <a:ext cx="1143372" cy="1067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6A74C2AB-F21D-9432-B44B-CB51F0CDFB8A}"/>
                    </a:ext>
                  </a:extLst>
                </p14:cNvPr>
                <p14:cNvContentPartPr/>
                <p14:nvPr/>
              </p14:nvContentPartPr>
              <p14:xfrm>
                <a:off x="4265822" y="1946185"/>
                <a:ext cx="211680" cy="280080"/>
              </p14:xfrm>
            </p:contentPart>
          </mc:Choice>
          <mc:Fallback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6A74C2AB-F21D-9432-B44B-CB51F0CDFB8A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4247853" y="1928208"/>
                  <a:ext cx="247259" cy="31567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0422BFB6-F2F1-1AF5-F7B2-68ED2F6EB8B1}"/>
                    </a:ext>
                  </a:extLst>
                </p14:cNvPr>
                <p14:cNvContentPartPr/>
                <p14:nvPr/>
              </p14:nvContentPartPr>
              <p14:xfrm>
                <a:off x="3387062" y="1120345"/>
                <a:ext cx="2623320" cy="844200"/>
              </p14:xfrm>
            </p:contentPart>
          </mc:Choice>
          <mc:Fallback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0422BFB6-F2F1-1AF5-F7B2-68ED2F6EB8B1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3369062" y="1102345"/>
                  <a:ext cx="2658960" cy="87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F704A26D-4200-6F88-D45C-BE071C9F107F}"/>
                    </a:ext>
                  </a:extLst>
                </p14:cNvPr>
                <p14:cNvContentPartPr/>
                <p14:nvPr/>
              </p14:nvContentPartPr>
              <p14:xfrm>
                <a:off x="5817422" y="177505"/>
                <a:ext cx="242280" cy="842760"/>
              </p14:xfrm>
            </p:contentPart>
          </mc:Choice>
          <mc:Fallback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F704A26D-4200-6F88-D45C-BE071C9F107F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5799422" y="159505"/>
                  <a:ext cx="277920" cy="87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B8FA7BBA-12B5-0656-2141-C50486D28CED}"/>
                    </a:ext>
                  </a:extLst>
                </p14:cNvPr>
                <p14:cNvContentPartPr/>
                <p14:nvPr/>
              </p14:nvContentPartPr>
              <p14:xfrm>
                <a:off x="2450342" y="177145"/>
                <a:ext cx="3271680" cy="794160"/>
              </p14:xfrm>
            </p:contentPart>
          </mc:Choice>
          <mc:Fallback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B8FA7BBA-12B5-0656-2141-C50486D28CED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2432342" y="159145"/>
                  <a:ext cx="3307320" cy="82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4647A0F0-2FC1-B8E0-C9A1-F38D14C79841}"/>
                    </a:ext>
                  </a:extLst>
                </p14:cNvPr>
                <p14:cNvContentPartPr/>
                <p14:nvPr/>
              </p14:nvContentPartPr>
              <p14:xfrm>
                <a:off x="2429822" y="962665"/>
                <a:ext cx="783000" cy="1029600"/>
              </p14:xfrm>
            </p:contentPart>
          </mc:Choice>
          <mc:Fallback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4647A0F0-2FC1-B8E0-C9A1-F38D14C79841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2411822" y="944665"/>
                  <a:ext cx="818640" cy="1065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91">
            <p14:nvContentPartPr>
              <p14:cNvPr id="121" name="Ink 120">
                <a:extLst>
                  <a:ext uri="{FF2B5EF4-FFF2-40B4-BE49-F238E27FC236}">
                    <a16:creationId xmlns:a16="http://schemas.microsoft.com/office/drawing/2014/main" id="{1125AD01-95D4-C143-6B2B-E4317E194BDB}"/>
                  </a:ext>
                </a:extLst>
              </p14:cNvPr>
              <p14:cNvContentPartPr/>
              <p14:nvPr/>
            </p14:nvContentPartPr>
            <p14:xfrm>
              <a:off x="7220931" y="1546200"/>
              <a:ext cx="37440" cy="95400"/>
            </p14:xfrm>
          </p:contentPart>
        </mc:Choice>
        <mc:Fallback>
          <p:pic>
            <p:nvPicPr>
              <p:cNvPr id="121" name="Ink 120">
                <a:extLst>
                  <a:ext uri="{FF2B5EF4-FFF2-40B4-BE49-F238E27FC236}">
                    <a16:creationId xmlns:a16="http://schemas.microsoft.com/office/drawing/2014/main" id="{1125AD01-95D4-C143-6B2B-E4317E194BDB}"/>
                  </a:ext>
                </a:extLst>
              </p:cNvPr>
              <p:cNvPicPr/>
              <p:nvPr/>
            </p:nvPicPr>
            <p:blipFill>
              <a:blip r:embed="rId92"/>
              <a:stretch>
                <a:fillRect/>
              </a:stretch>
            </p:blipFill>
            <p:spPr>
              <a:xfrm>
                <a:off x="7157931" y="1483200"/>
                <a:ext cx="163080" cy="221040"/>
              </a:xfrm>
              <a:prstGeom prst="rect">
                <a:avLst/>
              </a:prstGeom>
            </p:spPr>
          </p:pic>
        </mc:Fallback>
      </mc:AlternateContent>
      <p:grpSp>
        <p:nvGrpSpPr>
          <p:cNvPr id="233" name="Group 232">
            <a:extLst>
              <a:ext uri="{FF2B5EF4-FFF2-40B4-BE49-F238E27FC236}">
                <a16:creationId xmlns:a16="http://schemas.microsoft.com/office/drawing/2014/main" id="{B2E1C852-3FA4-4F6A-16A7-01ACDF569157}"/>
              </a:ext>
            </a:extLst>
          </p:cNvPr>
          <p:cNvGrpSpPr/>
          <p:nvPr/>
        </p:nvGrpSpPr>
        <p:grpSpPr>
          <a:xfrm>
            <a:off x="6373131" y="4138920"/>
            <a:ext cx="621720" cy="252000"/>
            <a:chOff x="6373131" y="4138920"/>
            <a:chExt cx="621720" cy="252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A65824FB-E5EB-5FE6-EBDD-804754B87763}"/>
                    </a:ext>
                  </a:extLst>
                </p14:cNvPr>
                <p14:cNvContentPartPr/>
                <p14:nvPr/>
              </p14:nvContentPartPr>
              <p14:xfrm>
                <a:off x="6373131" y="4183920"/>
                <a:ext cx="231120" cy="207000"/>
              </p14:xfrm>
            </p:contentPart>
          </mc:Choice>
          <mc:Fallback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A65824FB-E5EB-5FE6-EBDD-804754B87763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6355491" y="4165920"/>
                  <a:ext cx="26676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22D9E525-6A90-CD77-AB7F-8F31E8C23059}"/>
                    </a:ext>
                  </a:extLst>
                </p14:cNvPr>
                <p14:cNvContentPartPr/>
                <p14:nvPr/>
              </p14:nvContentPartPr>
              <p14:xfrm>
                <a:off x="6697131" y="4185720"/>
                <a:ext cx="5760" cy="155160"/>
              </p14:xfrm>
            </p:contentPart>
          </mc:Choice>
          <mc:Fallback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22D9E525-6A90-CD77-AB7F-8F31E8C23059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6679491" y="4167720"/>
                  <a:ext cx="4140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C08C7F8A-02CB-FD54-0511-E44C8D4D2819}"/>
                    </a:ext>
                  </a:extLst>
                </p14:cNvPr>
                <p14:cNvContentPartPr/>
                <p14:nvPr/>
              </p14:nvContentPartPr>
              <p14:xfrm>
                <a:off x="6683811" y="4140000"/>
                <a:ext cx="140040" cy="137160"/>
              </p14:xfrm>
            </p:contentPart>
          </mc:Choice>
          <mc:Fallback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C08C7F8A-02CB-FD54-0511-E44C8D4D2819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6666171" y="4122360"/>
                  <a:ext cx="17568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218CFB02-0082-DBFA-5C1A-DB69B2477D6D}"/>
                    </a:ext>
                  </a:extLst>
                </p14:cNvPr>
                <p14:cNvContentPartPr/>
                <p14:nvPr/>
              </p14:nvContentPartPr>
              <p14:xfrm>
                <a:off x="6907011" y="4167000"/>
                <a:ext cx="56880" cy="92520"/>
              </p14:xfrm>
            </p:contentPart>
          </mc:Choice>
          <mc:Fallback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218CFB02-0082-DBFA-5C1A-DB69B2477D6D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6889011" y="4149000"/>
                  <a:ext cx="9252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52575112-397C-0BA5-FCBF-16C03C10F75D}"/>
                    </a:ext>
                  </a:extLst>
                </p14:cNvPr>
                <p14:cNvContentPartPr/>
                <p14:nvPr/>
              </p14:nvContentPartPr>
              <p14:xfrm>
                <a:off x="6913491" y="4138920"/>
                <a:ext cx="81360" cy="126360"/>
              </p14:xfrm>
            </p:contentPart>
          </mc:Choice>
          <mc:Fallback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52575112-397C-0BA5-FCBF-16C03C10F75D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6895491" y="4121280"/>
                  <a:ext cx="117000" cy="162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9" name="Group 268">
            <a:extLst>
              <a:ext uri="{FF2B5EF4-FFF2-40B4-BE49-F238E27FC236}">
                <a16:creationId xmlns:a16="http://schemas.microsoft.com/office/drawing/2014/main" id="{9293C17B-E743-A8B9-F2C9-8793A932DD0E}"/>
              </a:ext>
            </a:extLst>
          </p:cNvPr>
          <p:cNvGrpSpPr/>
          <p:nvPr/>
        </p:nvGrpSpPr>
        <p:grpSpPr>
          <a:xfrm>
            <a:off x="6099171" y="911520"/>
            <a:ext cx="4039560" cy="3029040"/>
            <a:chOff x="6099171" y="911520"/>
            <a:chExt cx="4039560" cy="3029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7A1BDA85-474F-F1D1-8218-790025190248}"/>
                    </a:ext>
                  </a:extLst>
                </p14:cNvPr>
                <p14:cNvContentPartPr/>
                <p14:nvPr/>
              </p14:nvContentPartPr>
              <p14:xfrm>
                <a:off x="7253331" y="1498680"/>
                <a:ext cx="103680" cy="141768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7A1BDA85-474F-F1D1-8218-790025190248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7235691" y="1480680"/>
                  <a:ext cx="139320" cy="145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D753DF93-C2A4-B46B-AD74-DE654214FDDA}"/>
                    </a:ext>
                  </a:extLst>
                </p14:cNvPr>
                <p14:cNvContentPartPr/>
                <p14:nvPr/>
              </p14:nvContentPartPr>
              <p14:xfrm>
                <a:off x="7250091" y="1609920"/>
                <a:ext cx="1224000" cy="121176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D753DF93-C2A4-B46B-AD74-DE654214FDDA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7232451" y="1592280"/>
                  <a:ext cx="1259640" cy="124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1D00F2C4-B2C2-8FB9-0D1E-8F6C32173696}"/>
                    </a:ext>
                  </a:extLst>
                </p14:cNvPr>
                <p14:cNvContentPartPr/>
                <p14:nvPr/>
              </p14:nvContentPartPr>
              <p14:xfrm>
                <a:off x="7458531" y="1948320"/>
                <a:ext cx="196920" cy="2304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1D00F2C4-B2C2-8FB9-0D1E-8F6C32173696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7440531" y="1930320"/>
                  <a:ext cx="23256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860F9D15-F437-70F3-CB73-A77A21647B75}"/>
                    </a:ext>
                  </a:extLst>
                </p14:cNvPr>
                <p14:cNvContentPartPr/>
                <p14:nvPr/>
              </p14:nvContentPartPr>
              <p14:xfrm>
                <a:off x="7486251" y="2355120"/>
                <a:ext cx="207000" cy="3852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860F9D15-F437-70F3-CB73-A77A21647B75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7468251" y="2337480"/>
                  <a:ext cx="24264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738D2275-A5DF-5B14-E1E1-3FADF965F7B9}"/>
                    </a:ext>
                  </a:extLst>
                </p14:cNvPr>
                <p14:cNvContentPartPr/>
                <p14:nvPr/>
              </p14:nvContentPartPr>
              <p14:xfrm>
                <a:off x="7600731" y="2291040"/>
                <a:ext cx="21960" cy="18180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738D2275-A5DF-5B14-E1E1-3FADF965F7B9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7582731" y="2273040"/>
                  <a:ext cx="5760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7934F2C7-85FB-0DCE-3E38-E16B6771FE40}"/>
                    </a:ext>
                  </a:extLst>
                </p14:cNvPr>
                <p14:cNvContentPartPr/>
                <p14:nvPr/>
              </p14:nvContentPartPr>
              <p14:xfrm>
                <a:off x="6240291" y="1901520"/>
                <a:ext cx="1017720" cy="33840"/>
              </p14:xfrm>
            </p:contentPart>
          </mc:Choice>
          <mc:Fallback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7934F2C7-85FB-0DCE-3E38-E16B6771FE40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6222651" y="1883520"/>
                  <a:ext cx="105336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92FB844E-9098-7BB8-ECAE-2E1F421C4F16}"/>
                    </a:ext>
                  </a:extLst>
                </p14:cNvPr>
                <p14:cNvContentPartPr/>
                <p14:nvPr/>
              </p14:nvContentPartPr>
              <p14:xfrm>
                <a:off x="6266931" y="1870560"/>
                <a:ext cx="64080" cy="79848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92FB844E-9098-7BB8-ECAE-2E1F421C4F16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6249291" y="1852560"/>
                  <a:ext cx="99720" cy="83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2BA1BB6E-6E78-2EC1-1D5C-EC602210459D}"/>
                    </a:ext>
                  </a:extLst>
                </p14:cNvPr>
                <p14:cNvContentPartPr/>
                <p14:nvPr/>
              </p14:nvContentPartPr>
              <p14:xfrm>
                <a:off x="6099171" y="2632320"/>
                <a:ext cx="456840" cy="77400"/>
              </p14:xfrm>
            </p:contentPart>
          </mc:Choice>
          <mc:Fallback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2BA1BB6E-6E78-2EC1-1D5C-EC602210459D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6081171" y="2614680"/>
                  <a:ext cx="49248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4E0DF587-27F5-2F85-447F-87C77994E526}"/>
                    </a:ext>
                  </a:extLst>
                </p14:cNvPr>
                <p14:cNvContentPartPr/>
                <p14:nvPr/>
              </p14:nvContentPartPr>
              <p14:xfrm>
                <a:off x="6194211" y="2656440"/>
                <a:ext cx="152280" cy="300960"/>
              </p14:xfrm>
            </p:contentPart>
          </mc:Choice>
          <mc:Fallback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4E0DF587-27F5-2F85-447F-87C77994E526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6176571" y="2638800"/>
                  <a:ext cx="187920" cy="33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57DDCD08-1916-6B0D-4504-9E4889D6E55B}"/>
                    </a:ext>
                  </a:extLst>
                </p14:cNvPr>
                <p14:cNvContentPartPr/>
                <p14:nvPr/>
              </p14:nvContentPartPr>
              <p14:xfrm>
                <a:off x="6185571" y="2676240"/>
                <a:ext cx="331560" cy="31032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57DDCD08-1916-6B0D-4504-9E4889D6E55B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6167571" y="2658240"/>
                  <a:ext cx="367200" cy="34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578E0B6F-633E-AB66-FF25-7DE67A43C2B8}"/>
                    </a:ext>
                  </a:extLst>
                </p14:cNvPr>
                <p14:cNvContentPartPr/>
                <p14:nvPr/>
              </p14:nvContentPartPr>
              <p14:xfrm>
                <a:off x="6376011" y="2903400"/>
                <a:ext cx="39600" cy="812160"/>
              </p14:xfrm>
            </p:contentPart>
          </mc:Choice>
          <mc:Fallback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578E0B6F-633E-AB66-FF25-7DE67A43C2B8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6358011" y="2885760"/>
                  <a:ext cx="75240" cy="84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893A6227-B08C-350F-83AB-82ECF868E358}"/>
                    </a:ext>
                  </a:extLst>
                </p14:cNvPr>
                <p14:cNvContentPartPr/>
                <p14:nvPr/>
              </p14:nvContentPartPr>
              <p14:xfrm>
                <a:off x="6358371" y="3687840"/>
                <a:ext cx="113760" cy="5652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893A6227-B08C-350F-83AB-82ECF868E358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6340731" y="3669840"/>
                  <a:ext cx="14940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1789AF25-6F0C-61B8-3324-9C76D9C83A0D}"/>
                    </a:ext>
                  </a:extLst>
                </p14:cNvPr>
                <p14:cNvContentPartPr/>
                <p14:nvPr/>
              </p14:nvContentPartPr>
              <p14:xfrm>
                <a:off x="7345131" y="2424600"/>
                <a:ext cx="25560" cy="18000"/>
              </p14:xfrm>
            </p:contentPart>
          </mc:Choice>
          <mc:Fallback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1789AF25-6F0C-61B8-3324-9C76D9C83A0D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7327491" y="2406600"/>
                  <a:ext cx="6120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FE5E0EC1-ED24-AB7C-9075-8C023989D78D}"/>
                    </a:ext>
                  </a:extLst>
                </p14:cNvPr>
                <p14:cNvContentPartPr/>
                <p14:nvPr/>
              </p14:nvContentPartPr>
              <p14:xfrm>
                <a:off x="7088811" y="2439720"/>
                <a:ext cx="288360" cy="51840"/>
              </p14:xfrm>
            </p:contentPart>
          </mc:Choice>
          <mc:Fallback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FE5E0EC1-ED24-AB7C-9075-8C023989D78D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7070811" y="2422080"/>
                  <a:ext cx="32400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76DE28B7-9A2B-D6CB-07F9-3C6890675603}"/>
                    </a:ext>
                  </a:extLst>
                </p14:cNvPr>
                <p14:cNvContentPartPr/>
                <p14:nvPr/>
              </p14:nvContentPartPr>
              <p14:xfrm>
                <a:off x="7113651" y="2464560"/>
                <a:ext cx="37080" cy="878760"/>
              </p14:xfrm>
            </p:contentPart>
          </mc:Choice>
          <mc:Fallback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76DE28B7-9A2B-D6CB-07F9-3C6890675603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7095651" y="2446560"/>
                  <a:ext cx="72720" cy="91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8CC6CAAF-DBF0-9823-0C6B-1E6D53FC979D}"/>
                    </a:ext>
                  </a:extLst>
                </p14:cNvPr>
                <p14:cNvContentPartPr/>
                <p14:nvPr/>
              </p14:nvContentPartPr>
              <p14:xfrm>
                <a:off x="7040931" y="3300840"/>
                <a:ext cx="213480" cy="48240"/>
              </p14:xfrm>
            </p:contentPart>
          </mc:Choice>
          <mc:Fallback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8CC6CAAF-DBF0-9823-0C6B-1E6D53FC979D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7023291" y="3283200"/>
                  <a:ext cx="24912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3CB0A622-7CBA-2636-0198-79311E0EDEDC}"/>
                    </a:ext>
                  </a:extLst>
                </p14:cNvPr>
                <p14:cNvContentPartPr/>
                <p14:nvPr/>
              </p14:nvContentPartPr>
              <p14:xfrm>
                <a:off x="7024731" y="3340080"/>
                <a:ext cx="192960" cy="142920"/>
              </p14:xfrm>
            </p:contentPart>
          </mc:Choice>
          <mc:Fallback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3CB0A622-7CBA-2636-0198-79311E0EDEDC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7006731" y="3322080"/>
                  <a:ext cx="22860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EF5B1AF3-2386-E8D7-62C9-4C47C89D4732}"/>
                    </a:ext>
                  </a:extLst>
                </p14:cNvPr>
                <p14:cNvContentPartPr/>
                <p14:nvPr/>
              </p14:nvContentPartPr>
              <p14:xfrm>
                <a:off x="7210851" y="3306600"/>
                <a:ext cx="87840" cy="145440"/>
              </p14:xfrm>
            </p:contentPart>
          </mc:Choice>
          <mc:Fallback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EF5B1AF3-2386-E8D7-62C9-4C47C89D4732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7193211" y="3288600"/>
                  <a:ext cx="12348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A90FDFA9-93D1-77B8-B5C8-A50F497F0315}"/>
                    </a:ext>
                  </a:extLst>
                </p14:cNvPr>
                <p14:cNvContentPartPr/>
                <p14:nvPr/>
              </p14:nvContentPartPr>
              <p14:xfrm>
                <a:off x="6233811" y="3719520"/>
                <a:ext cx="317160" cy="58680"/>
              </p14:xfrm>
            </p:contentPart>
          </mc:Choice>
          <mc:Fallback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A90FDFA9-93D1-77B8-B5C8-A50F497F0315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6216171" y="3701880"/>
                  <a:ext cx="35280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86C8A6F1-CEF2-55A3-100A-0FF455CE396F}"/>
                    </a:ext>
                  </a:extLst>
                </p14:cNvPr>
                <p14:cNvContentPartPr/>
                <p14:nvPr/>
              </p14:nvContentPartPr>
              <p14:xfrm>
                <a:off x="6339651" y="3786120"/>
                <a:ext cx="163440" cy="154440"/>
              </p14:xfrm>
            </p:contentPart>
          </mc:Choice>
          <mc:Fallback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86C8A6F1-CEF2-55A3-100A-0FF455CE396F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6322011" y="3768480"/>
                  <a:ext cx="19908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FB2DD84F-0138-EDFF-B446-E26D309F4774}"/>
                    </a:ext>
                  </a:extLst>
                </p14:cNvPr>
                <p14:cNvContentPartPr/>
                <p14:nvPr/>
              </p14:nvContentPartPr>
              <p14:xfrm>
                <a:off x="6500211" y="3710880"/>
                <a:ext cx="84240" cy="222840"/>
              </p14:xfrm>
            </p:contentPart>
          </mc:Choice>
          <mc:Fallback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FB2DD84F-0138-EDFF-B446-E26D309F4774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6482211" y="3692880"/>
                  <a:ext cx="11988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7CC7BED3-4919-CCE2-B89C-D3279F232415}"/>
                    </a:ext>
                  </a:extLst>
                </p14:cNvPr>
                <p14:cNvContentPartPr/>
                <p14:nvPr/>
              </p14:nvContentPartPr>
              <p14:xfrm>
                <a:off x="7190331" y="3618000"/>
                <a:ext cx="186840" cy="197280"/>
              </p14:xfrm>
            </p:contentPart>
          </mc:Choice>
          <mc:Fallback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7CC7BED3-4919-CCE2-B89C-D3279F232415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7172331" y="3600000"/>
                  <a:ext cx="22248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31D5A18D-4F13-27B6-31E2-8C2DA06E54E5}"/>
                    </a:ext>
                  </a:extLst>
                </p14:cNvPr>
                <p14:cNvContentPartPr/>
                <p14:nvPr/>
              </p14:nvContentPartPr>
              <p14:xfrm>
                <a:off x="7426131" y="3627360"/>
                <a:ext cx="28800" cy="161280"/>
              </p14:xfrm>
            </p:contentPart>
          </mc:Choice>
          <mc:Fallback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31D5A18D-4F13-27B6-31E2-8C2DA06E54E5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7408131" y="3609360"/>
                  <a:ext cx="6444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C278047B-0F8F-E447-6EF3-5625FB3A6FC5}"/>
                    </a:ext>
                  </a:extLst>
                </p14:cNvPr>
                <p14:cNvContentPartPr/>
                <p14:nvPr/>
              </p14:nvContentPartPr>
              <p14:xfrm>
                <a:off x="7417131" y="3607560"/>
                <a:ext cx="213840" cy="100800"/>
              </p14:xfrm>
            </p:contentPart>
          </mc:Choice>
          <mc:Fallback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C278047B-0F8F-E447-6EF3-5625FB3A6FC5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7399131" y="3589560"/>
                  <a:ext cx="24948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1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87A6E24D-1941-2465-EED8-DF7C5C3371C4}"/>
                    </a:ext>
                  </a:extLst>
                </p14:cNvPr>
                <p14:cNvContentPartPr/>
                <p14:nvPr/>
              </p14:nvContentPartPr>
              <p14:xfrm>
                <a:off x="7565091" y="3582360"/>
                <a:ext cx="43200" cy="119160"/>
              </p14:xfrm>
            </p:contentPart>
          </mc:Choice>
          <mc:Fallback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87A6E24D-1941-2465-EED8-DF7C5C3371C4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7547091" y="3564360"/>
                  <a:ext cx="7884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C78B2152-25EB-C18F-35A3-FD7D8484EC5A}"/>
                    </a:ext>
                  </a:extLst>
                </p14:cNvPr>
                <p14:cNvContentPartPr/>
                <p14:nvPr/>
              </p14:nvContentPartPr>
              <p14:xfrm>
                <a:off x="7656171" y="3530520"/>
                <a:ext cx="46440" cy="155160"/>
              </p14:xfrm>
            </p:contentPart>
          </mc:Choice>
          <mc:Fallback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C78B2152-25EB-C18F-35A3-FD7D8484EC5A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7638171" y="3512880"/>
                  <a:ext cx="8208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6EBA5F39-EDBC-EA16-C96C-DA6AB699F9AA}"/>
                    </a:ext>
                  </a:extLst>
                </p14:cNvPr>
                <p14:cNvContentPartPr/>
                <p14:nvPr/>
              </p14:nvContentPartPr>
              <p14:xfrm>
                <a:off x="7675251" y="3506040"/>
                <a:ext cx="124200" cy="167400"/>
              </p14:xfrm>
            </p:contentPart>
          </mc:Choice>
          <mc:Fallback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6EBA5F39-EDBC-EA16-C96C-DA6AB699F9AA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7657611" y="3488400"/>
                  <a:ext cx="15984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E2A5A359-B34B-7F92-5C63-9F01F46C9588}"/>
                    </a:ext>
                  </a:extLst>
                </p14:cNvPr>
                <p14:cNvContentPartPr/>
                <p14:nvPr/>
              </p14:nvContentPartPr>
              <p14:xfrm>
                <a:off x="6697491" y="1167120"/>
                <a:ext cx="89280" cy="690120"/>
              </p14:xfrm>
            </p:contentPart>
          </mc:Choice>
          <mc:Fallback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E2A5A359-B34B-7F92-5C63-9F01F46C9588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6679491" y="1149120"/>
                  <a:ext cx="124920" cy="72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0FCD77A6-1B98-44DC-4291-B90B9C3E8A0A}"/>
                    </a:ext>
                  </a:extLst>
                </p14:cNvPr>
                <p14:cNvContentPartPr/>
                <p14:nvPr/>
              </p14:nvContentPartPr>
              <p14:xfrm>
                <a:off x="6725931" y="1086840"/>
                <a:ext cx="720000" cy="117000"/>
              </p14:xfrm>
            </p:contentPart>
          </mc:Choice>
          <mc:Fallback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0FCD77A6-1B98-44DC-4291-B90B9C3E8A0A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6707931" y="1069200"/>
                  <a:ext cx="75564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1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835C5575-8E5D-3407-B9DD-B10FFAE402CE}"/>
                    </a:ext>
                  </a:extLst>
                </p14:cNvPr>
                <p14:cNvContentPartPr/>
                <p14:nvPr/>
              </p14:nvContentPartPr>
              <p14:xfrm>
                <a:off x="7457451" y="911520"/>
                <a:ext cx="388440" cy="214920"/>
              </p14:xfrm>
            </p:contentPart>
          </mc:Choice>
          <mc:Fallback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835C5575-8E5D-3407-B9DD-B10FFAE402CE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7439451" y="893520"/>
                  <a:ext cx="42408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3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7BA20F63-2C6B-DB7A-12C0-C95F6DCC9E62}"/>
                    </a:ext>
                  </a:extLst>
                </p14:cNvPr>
                <p14:cNvContentPartPr/>
                <p14:nvPr/>
              </p14:nvContentPartPr>
              <p14:xfrm>
                <a:off x="7869651" y="1045800"/>
                <a:ext cx="902520" cy="45720"/>
              </p14:xfrm>
            </p:contentPart>
          </mc:Choice>
          <mc:Fallback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7BA20F63-2C6B-DB7A-12C0-C95F6DCC9E62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7852011" y="1027800"/>
                  <a:ext cx="93816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5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BCFAA3FB-272B-25E1-A224-3B6EE8179862}"/>
                    </a:ext>
                  </a:extLst>
                </p14:cNvPr>
                <p14:cNvContentPartPr/>
                <p14:nvPr/>
              </p14:nvContentPartPr>
              <p14:xfrm>
                <a:off x="8751651" y="1038960"/>
                <a:ext cx="33840" cy="1148760"/>
              </p14:xfrm>
            </p:contentPart>
          </mc:Choice>
          <mc:Fallback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BCFAA3FB-272B-25E1-A224-3B6EE8179862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8733651" y="1020960"/>
                  <a:ext cx="69480" cy="11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7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496ED9BF-D9E9-B19E-C1F8-1DDCDB77F94C}"/>
                    </a:ext>
                  </a:extLst>
                </p14:cNvPr>
                <p14:cNvContentPartPr/>
                <p14:nvPr/>
              </p14:nvContentPartPr>
              <p14:xfrm>
                <a:off x="8517291" y="2070000"/>
                <a:ext cx="804600" cy="33120"/>
              </p14:xfrm>
            </p:contentPart>
          </mc:Choice>
          <mc:Fallback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496ED9BF-D9E9-B19E-C1F8-1DDCDB77F94C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8499291" y="2052000"/>
                  <a:ext cx="84024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9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6945EB81-87F2-E650-DF11-763626F50B4B}"/>
                    </a:ext>
                  </a:extLst>
                </p14:cNvPr>
                <p14:cNvContentPartPr/>
                <p14:nvPr/>
              </p14:nvContentPartPr>
              <p14:xfrm>
                <a:off x="9297771" y="2016720"/>
                <a:ext cx="115560" cy="133200"/>
              </p14:xfrm>
            </p:contentPart>
          </mc:Choice>
          <mc:Fallback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6945EB81-87F2-E650-DF11-763626F50B4B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9279771" y="1999080"/>
                  <a:ext cx="15120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1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99892088-9EF6-F4D3-FEF6-DDEA196557E8}"/>
                    </a:ext>
                  </a:extLst>
                </p14:cNvPr>
                <p14:cNvContentPartPr/>
                <p14:nvPr/>
              </p14:nvContentPartPr>
              <p14:xfrm>
                <a:off x="9292731" y="1615680"/>
                <a:ext cx="172440" cy="245880"/>
              </p14:xfrm>
            </p:contentPart>
          </mc:Choice>
          <mc:Fallback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99892088-9EF6-F4D3-FEF6-DDEA196557E8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9275091" y="1597680"/>
                  <a:ext cx="208080" cy="28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3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4576ABCC-5C37-2CB8-9E44-0DF5EC39B263}"/>
                    </a:ext>
                  </a:extLst>
                </p14:cNvPr>
                <p14:cNvContentPartPr/>
                <p14:nvPr/>
              </p14:nvContentPartPr>
              <p14:xfrm>
                <a:off x="9643731" y="1764000"/>
                <a:ext cx="78480" cy="111960"/>
              </p14:xfrm>
            </p:contentPart>
          </mc:Choice>
          <mc:Fallback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4576ABCC-5C37-2CB8-9E44-0DF5EC39B263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9625731" y="1746000"/>
                  <a:ext cx="11412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5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498709F6-36E7-0A71-7AFC-5D0344517360}"/>
                    </a:ext>
                  </a:extLst>
                </p14:cNvPr>
                <p14:cNvContentPartPr/>
                <p14:nvPr/>
              </p14:nvContentPartPr>
              <p14:xfrm>
                <a:off x="9781971" y="1743840"/>
                <a:ext cx="150480" cy="66600"/>
              </p14:xfrm>
            </p:contentPart>
          </mc:Choice>
          <mc:Fallback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498709F6-36E7-0A71-7AFC-5D0344517360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9764331" y="1725840"/>
                  <a:ext cx="18612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7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B39B1C7A-494A-BFAD-3E64-A2D73D34C07B}"/>
                    </a:ext>
                  </a:extLst>
                </p14:cNvPr>
                <p14:cNvContentPartPr/>
                <p14:nvPr/>
              </p14:nvContentPartPr>
              <p14:xfrm>
                <a:off x="10005171" y="1541520"/>
                <a:ext cx="133560" cy="244440"/>
              </p14:xfrm>
            </p:contentPart>
          </mc:Choice>
          <mc:Fallback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B39B1C7A-494A-BFAD-3E64-A2D73D34C07B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9987171" y="1523880"/>
                  <a:ext cx="169200" cy="28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9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CFB30966-D814-3E7C-430D-026922116A84}"/>
                    </a:ext>
                  </a:extLst>
                </p14:cNvPr>
                <p14:cNvContentPartPr/>
                <p14:nvPr/>
              </p14:nvContentPartPr>
              <p14:xfrm>
                <a:off x="9966651" y="1649520"/>
                <a:ext cx="118800" cy="72360"/>
              </p14:xfrm>
            </p:contentPart>
          </mc:Choice>
          <mc:Fallback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CFB30966-D814-3E7C-430D-026922116A84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9949011" y="1631520"/>
                  <a:ext cx="15444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1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ED39852C-158A-E68E-332C-47F6ED0AB7CF}"/>
                    </a:ext>
                  </a:extLst>
                </p14:cNvPr>
                <p14:cNvContentPartPr/>
                <p14:nvPr/>
              </p14:nvContentPartPr>
              <p14:xfrm>
                <a:off x="7274931" y="1877040"/>
                <a:ext cx="61920" cy="69120"/>
              </p14:xfrm>
            </p:contentPart>
          </mc:Choice>
          <mc:Fallback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ED39852C-158A-E68E-332C-47F6ED0AB7CF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7256931" y="1859040"/>
                  <a:ext cx="9756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3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18E0B367-8C0E-2D29-66CF-69DB470AD059}"/>
                    </a:ext>
                  </a:extLst>
                </p14:cNvPr>
                <p14:cNvContentPartPr/>
                <p14:nvPr/>
              </p14:nvContentPartPr>
              <p14:xfrm>
                <a:off x="7574091" y="1383480"/>
                <a:ext cx="225360" cy="181080"/>
              </p14:xfrm>
            </p:contentPart>
          </mc:Choice>
          <mc:Fallback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18E0B367-8C0E-2D29-66CF-69DB470AD059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7556451" y="1365480"/>
                  <a:ext cx="26100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5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0DC83D0F-CC79-DBB6-F9F7-35FB08D1B2B5}"/>
                    </a:ext>
                  </a:extLst>
                </p14:cNvPr>
                <p14:cNvContentPartPr/>
                <p14:nvPr/>
              </p14:nvContentPartPr>
              <p14:xfrm>
                <a:off x="7853091" y="1477800"/>
                <a:ext cx="119520" cy="83520"/>
              </p14:xfrm>
            </p:contentPart>
          </mc:Choice>
          <mc:Fallback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0DC83D0F-CC79-DBB6-F9F7-35FB08D1B2B5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7835451" y="1460160"/>
                  <a:ext cx="155160" cy="119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7" name="Group 286">
            <a:extLst>
              <a:ext uri="{FF2B5EF4-FFF2-40B4-BE49-F238E27FC236}">
                <a16:creationId xmlns:a16="http://schemas.microsoft.com/office/drawing/2014/main" id="{E0BC9DED-1787-56EF-1978-7BE28820A733}"/>
              </a:ext>
            </a:extLst>
          </p:cNvPr>
          <p:cNvGrpSpPr/>
          <p:nvPr/>
        </p:nvGrpSpPr>
        <p:grpSpPr>
          <a:xfrm>
            <a:off x="6957771" y="4503960"/>
            <a:ext cx="908640" cy="489240"/>
            <a:chOff x="6957771" y="4503960"/>
            <a:chExt cx="908640" cy="489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7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94FCDC89-A54D-AECC-649B-2BBD8524EAD4}"/>
                    </a:ext>
                  </a:extLst>
                </p14:cNvPr>
                <p14:cNvContentPartPr/>
                <p14:nvPr/>
              </p14:nvContentPartPr>
              <p14:xfrm>
                <a:off x="6981891" y="4674240"/>
                <a:ext cx="15480" cy="318960"/>
              </p14:xfrm>
            </p:contentPart>
          </mc:Choice>
          <mc:Fallback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94FCDC89-A54D-AECC-649B-2BBD8524EAD4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6963891" y="4656600"/>
                  <a:ext cx="51120" cy="35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9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9C240B28-0A39-8F10-3DF2-519E5B82566B}"/>
                    </a:ext>
                  </a:extLst>
                </p14:cNvPr>
                <p14:cNvContentPartPr/>
                <p14:nvPr/>
              </p14:nvContentPartPr>
              <p14:xfrm>
                <a:off x="6957771" y="4703760"/>
                <a:ext cx="207000" cy="288360"/>
              </p14:xfrm>
            </p:contentPart>
          </mc:Choice>
          <mc:Fallback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9C240B28-0A39-8F10-3DF2-519E5B82566B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6940131" y="4686120"/>
                  <a:ext cx="242640" cy="32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1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6B9ADF22-95A5-FACF-0546-B030534A7995}"/>
                    </a:ext>
                  </a:extLst>
                </p14:cNvPr>
                <p14:cNvContentPartPr/>
                <p14:nvPr/>
              </p14:nvContentPartPr>
              <p14:xfrm>
                <a:off x="7035531" y="4785840"/>
                <a:ext cx="171360" cy="139680"/>
              </p14:xfrm>
            </p:contentPart>
          </mc:Choice>
          <mc:Fallback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6B9ADF22-95A5-FACF-0546-B030534A7995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7017531" y="4767840"/>
                  <a:ext cx="20700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3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7F38F92A-70AA-5C38-EDEC-4094BCFB631E}"/>
                    </a:ext>
                  </a:extLst>
                </p14:cNvPr>
                <p14:cNvContentPartPr/>
                <p14:nvPr/>
              </p14:nvContentPartPr>
              <p14:xfrm>
                <a:off x="7252971" y="4756680"/>
                <a:ext cx="46440" cy="127080"/>
              </p14:xfrm>
            </p:contentPart>
          </mc:Choice>
          <mc:Fallback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7F38F92A-70AA-5C38-EDEC-4094BCFB631E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7234971" y="4739040"/>
                  <a:ext cx="8208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5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AC59D374-E5D3-9B3C-D08A-2858F471D1CC}"/>
                    </a:ext>
                  </a:extLst>
                </p14:cNvPr>
                <p14:cNvContentPartPr/>
                <p14:nvPr/>
              </p14:nvContentPartPr>
              <p14:xfrm>
                <a:off x="7251891" y="4723920"/>
                <a:ext cx="98640" cy="107640"/>
              </p14:xfrm>
            </p:contentPart>
          </mc:Choice>
          <mc:Fallback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AC59D374-E5D3-9B3C-D08A-2858F471D1CC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7233891" y="4706280"/>
                  <a:ext cx="13428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7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23BE69E5-58AC-7EEA-1A4E-26A8DB98130C}"/>
                    </a:ext>
                  </a:extLst>
                </p14:cNvPr>
                <p14:cNvContentPartPr/>
                <p14:nvPr/>
              </p14:nvContentPartPr>
              <p14:xfrm>
                <a:off x="7416051" y="4669920"/>
                <a:ext cx="60120" cy="131760"/>
              </p14:xfrm>
            </p:contentPart>
          </mc:Choice>
          <mc:Fallback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23BE69E5-58AC-7EEA-1A4E-26A8DB98130C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7398411" y="4652280"/>
                  <a:ext cx="9576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9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2C8920B4-6C17-1A42-82E0-F0CCC554E714}"/>
                    </a:ext>
                  </a:extLst>
                </p14:cNvPr>
                <p14:cNvContentPartPr/>
                <p14:nvPr/>
              </p14:nvContentPartPr>
              <p14:xfrm>
                <a:off x="7442691" y="4641480"/>
                <a:ext cx="82800" cy="138960"/>
              </p14:xfrm>
            </p:contentPart>
          </mc:Choice>
          <mc:Fallback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2C8920B4-6C17-1A42-82E0-F0CCC554E714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7425051" y="4623840"/>
                  <a:ext cx="11844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1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7E019441-4A19-E7E9-0609-E54B29DA69E0}"/>
                    </a:ext>
                  </a:extLst>
                </p14:cNvPr>
                <p14:cNvContentPartPr/>
                <p14:nvPr/>
              </p14:nvContentPartPr>
              <p14:xfrm>
                <a:off x="7571571" y="4503960"/>
                <a:ext cx="294840" cy="389160"/>
              </p14:xfrm>
            </p:contentPart>
          </mc:Choice>
          <mc:Fallback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7E019441-4A19-E7E9-0609-E54B29DA69E0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7553931" y="4485960"/>
                  <a:ext cx="330480" cy="424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6" name="Group 285">
            <a:extLst>
              <a:ext uri="{FF2B5EF4-FFF2-40B4-BE49-F238E27FC236}">
                <a16:creationId xmlns:a16="http://schemas.microsoft.com/office/drawing/2014/main" id="{A85B876B-D33F-4A38-0056-5C94BBD715FD}"/>
              </a:ext>
            </a:extLst>
          </p:cNvPr>
          <p:cNvGrpSpPr/>
          <p:nvPr/>
        </p:nvGrpSpPr>
        <p:grpSpPr>
          <a:xfrm>
            <a:off x="8264571" y="3535200"/>
            <a:ext cx="2031480" cy="1113120"/>
            <a:chOff x="8264571" y="3535200"/>
            <a:chExt cx="2031480" cy="1113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3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18B23D29-3CDD-7ABE-D15C-F203D1405345}"/>
                    </a:ext>
                  </a:extLst>
                </p14:cNvPr>
                <p14:cNvContentPartPr/>
                <p14:nvPr/>
              </p14:nvContentPartPr>
              <p14:xfrm>
                <a:off x="8264571" y="4306320"/>
                <a:ext cx="113040" cy="342000"/>
              </p14:xfrm>
            </p:contentPart>
          </mc:Choice>
          <mc:Fallback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18B23D29-3CDD-7ABE-D15C-F203D1405345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8246571" y="4288320"/>
                  <a:ext cx="148680" cy="37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5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E7DA321F-09C8-2391-F1AF-5AD551169561}"/>
                    </a:ext>
                  </a:extLst>
                </p14:cNvPr>
                <p14:cNvContentPartPr/>
                <p14:nvPr/>
              </p14:nvContentPartPr>
              <p14:xfrm>
                <a:off x="8345211" y="4396680"/>
                <a:ext cx="211320" cy="126000"/>
              </p14:xfrm>
            </p:contentPart>
          </mc:Choice>
          <mc:Fallback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E7DA321F-09C8-2391-F1AF-5AD551169561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8327211" y="4378680"/>
                  <a:ext cx="24696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7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43D2E5EF-81E2-D566-FC49-4693D9461F36}"/>
                    </a:ext>
                  </a:extLst>
                </p14:cNvPr>
                <p14:cNvContentPartPr/>
                <p14:nvPr/>
              </p14:nvContentPartPr>
              <p14:xfrm>
                <a:off x="8621331" y="4275000"/>
                <a:ext cx="156240" cy="165240"/>
              </p14:xfrm>
            </p:contentPart>
          </mc:Choice>
          <mc:Fallback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43D2E5EF-81E2-D566-FC49-4693D9461F36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8603331" y="4257000"/>
                  <a:ext cx="19188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9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7412A3D0-5048-DCB5-BA03-6AA3AEACBF5E}"/>
                    </a:ext>
                  </a:extLst>
                </p14:cNvPr>
                <p14:cNvContentPartPr/>
                <p14:nvPr/>
              </p14:nvContentPartPr>
              <p14:xfrm>
                <a:off x="8811771" y="4184280"/>
                <a:ext cx="210960" cy="196560"/>
              </p14:xfrm>
            </p:contentPart>
          </mc:Choice>
          <mc:Fallback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7412A3D0-5048-DCB5-BA03-6AA3AEACBF5E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8793771" y="4166640"/>
                  <a:ext cx="24660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1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2490A4A7-0724-45CF-0242-DE4383FC7970}"/>
                    </a:ext>
                  </a:extLst>
                </p14:cNvPr>
                <p14:cNvContentPartPr/>
                <p14:nvPr/>
              </p14:nvContentPartPr>
              <p14:xfrm>
                <a:off x="9307131" y="3786120"/>
                <a:ext cx="274320" cy="363600"/>
              </p14:xfrm>
            </p:contentPart>
          </mc:Choice>
          <mc:Fallback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2490A4A7-0724-45CF-0242-DE4383FC7970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9289131" y="3768480"/>
                  <a:ext cx="309960" cy="39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3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B432DA02-EF64-A39B-9D49-1A49EB6C5EC1}"/>
                    </a:ext>
                  </a:extLst>
                </p14:cNvPr>
                <p14:cNvContentPartPr/>
                <p14:nvPr/>
              </p14:nvContentPartPr>
              <p14:xfrm>
                <a:off x="9740571" y="3967560"/>
                <a:ext cx="130320" cy="66960"/>
              </p14:xfrm>
            </p:contentPart>
          </mc:Choice>
          <mc:Fallback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B432DA02-EF64-A39B-9D49-1A49EB6C5EC1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9722571" y="3949920"/>
                  <a:ext cx="16596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5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303DEC0D-B0A9-C462-89CB-9E843C384CFD}"/>
                    </a:ext>
                  </a:extLst>
                </p14:cNvPr>
                <p14:cNvContentPartPr/>
                <p14:nvPr/>
              </p14:nvContentPartPr>
              <p14:xfrm>
                <a:off x="9106611" y="3535200"/>
                <a:ext cx="1189440" cy="896760"/>
              </p14:xfrm>
            </p:contentPart>
          </mc:Choice>
          <mc:Fallback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303DEC0D-B0A9-C462-89CB-9E843C384CFD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9088971" y="3517560"/>
                  <a:ext cx="1225080" cy="9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7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29B0A2D7-24E4-4EC7-8D40-790A9910C682}"/>
                    </a:ext>
                  </a:extLst>
                </p14:cNvPr>
                <p14:cNvContentPartPr/>
                <p14:nvPr/>
              </p14:nvContentPartPr>
              <p14:xfrm>
                <a:off x="9141171" y="3984840"/>
                <a:ext cx="195120" cy="534240"/>
              </p14:xfrm>
            </p:contentPart>
          </mc:Choice>
          <mc:Fallback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29B0A2D7-24E4-4EC7-8D40-790A9910C682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9123171" y="3966840"/>
                  <a:ext cx="230760" cy="569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2" name="Group 291">
            <a:extLst>
              <a:ext uri="{FF2B5EF4-FFF2-40B4-BE49-F238E27FC236}">
                <a16:creationId xmlns:a16="http://schemas.microsoft.com/office/drawing/2014/main" id="{C55018FF-1683-1F6B-371B-1B394EEB378F}"/>
              </a:ext>
            </a:extLst>
          </p:cNvPr>
          <p:cNvGrpSpPr/>
          <p:nvPr/>
        </p:nvGrpSpPr>
        <p:grpSpPr>
          <a:xfrm>
            <a:off x="8146851" y="5193360"/>
            <a:ext cx="508680" cy="451080"/>
            <a:chOff x="8146851" y="5193360"/>
            <a:chExt cx="508680" cy="451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9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E8425D72-8F6C-712A-BEFC-3F8816B556CA}"/>
                    </a:ext>
                  </a:extLst>
                </p14:cNvPr>
                <p14:cNvContentPartPr/>
                <p14:nvPr/>
              </p14:nvContentPartPr>
              <p14:xfrm>
                <a:off x="8273211" y="5193360"/>
                <a:ext cx="89280" cy="451080"/>
              </p14:xfrm>
            </p:contentPart>
          </mc:Choice>
          <mc:Fallback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E8425D72-8F6C-712A-BEFC-3F8816B556CA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8255571" y="5175360"/>
                  <a:ext cx="124920" cy="48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1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C4B9B4DF-82CF-37CE-F8E7-DCA4995B91BA}"/>
                    </a:ext>
                  </a:extLst>
                </p14:cNvPr>
                <p14:cNvContentPartPr/>
                <p14:nvPr/>
              </p14:nvContentPartPr>
              <p14:xfrm>
                <a:off x="8146851" y="5220360"/>
                <a:ext cx="230760" cy="73080"/>
              </p14:xfrm>
            </p:contentPart>
          </mc:Choice>
          <mc:Fallback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C4B9B4DF-82CF-37CE-F8E7-DCA4995B91BA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8129211" y="5202360"/>
                  <a:ext cx="26640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3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5B1FE6B5-9DAE-743C-F845-6B8BA3C1C32A}"/>
                    </a:ext>
                  </a:extLst>
                </p14:cNvPr>
                <p14:cNvContentPartPr/>
                <p14:nvPr/>
              </p14:nvContentPartPr>
              <p14:xfrm>
                <a:off x="8282211" y="5563080"/>
                <a:ext cx="173520" cy="55800"/>
              </p14:xfrm>
            </p:contentPart>
          </mc:Choice>
          <mc:Fallback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5B1FE6B5-9DAE-743C-F845-6B8BA3C1C32A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8264211" y="5545440"/>
                  <a:ext cx="20916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5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B930601E-E977-E2AD-0834-CE5FF25FB28C}"/>
                    </a:ext>
                  </a:extLst>
                </p14:cNvPr>
                <p14:cNvContentPartPr/>
                <p14:nvPr/>
              </p14:nvContentPartPr>
              <p14:xfrm>
                <a:off x="8528451" y="5385960"/>
                <a:ext cx="127080" cy="184680"/>
              </p14:xfrm>
            </p:contentPart>
          </mc:Choice>
          <mc:Fallback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B930601E-E977-E2AD-0834-CE5FF25FB28C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8510451" y="5367960"/>
                  <a:ext cx="162720" cy="220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0" name="Group 309">
            <a:extLst>
              <a:ext uri="{FF2B5EF4-FFF2-40B4-BE49-F238E27FC236}">
                <a16:creationId xmlns:a16="http://schemas.microsoft.com/office/drawing/2014/main" id="{E13A4594-AAAC-8D79-0D0D-383115F20DDD}"/>
              </a:ext>
            </a:extLst>
          </p:cNvPr>
          <p:cNvGrpSpPr/>
          <p:nvPr/>
        </p:nvGrpSpPr>
        <p:grpSpPr>
          <a:xfrm>
            <a:off x="8988531" y="4963320"/>
            <a:ext cx="1165680" cy="402480"/>
            <a:chOff x="8988531" y="4963320"/>
            <a:chExt cx="1165680" cy="402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7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BF6E93EB-5ACE-E606-8D33-4C76EE70BDBE}"/>
                    </a:ext>
                  </a:extLst>
                </p14:cNvPr>
                <p14:cNvContentPartPr/>
                <p14:nvPr/>
              </p14:nvContentPartPr>
              <p14:xfrm>
                <a:off x="8988531" y="5204160"/>
                <a:ext cx="107640" cy="161640"/>
              </p14:xfrm>
            </p:contentPart>
          </mc:Choice>
          <mc:Fallback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BF6E93EB-5ACE-E606-8D33-4C76EE70BDBE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8970531" y="5186520"/>
                  <a:ext cx="14328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9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2BA05FD9-5B27-26FB-E46D-5707F63E10FE}"/>
                    </a:ext>
                  </a:extLst>
                </p14:cNvPr>
                <p14:cNvContentPartPr/>
                <p14:nvPr/>
              </p14:nvContentPartPr>
              <p14:xfrm>
                <a:off x="9169611" y="5194800"/>
                <a:ext cx="99720" cy="103680"/>
              </p14:xfrm>
            </p:contentPart>
          </mc:Choice>
          <mc:Fallback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2BA05FD9-5B27-26FB-E46D-5707F63E10FE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9151971" y="5177160"/>
                  <a:ext cx="13536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1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BD2CC12A-3A39-695F-1CB9-795B00A5CB13}"/>
                    </a:ext>
                  </a:extLst>
                </p14:cNvPr>
                <p14:cNvContentPartPr/>
                <p14:nvPr/>
              </p14:nvContentPartPr>
              <p14:xfrm>
                <a:off x="9330171" y="5107320"/>
                <a:ext cx="270720" cy="112680"/>
              </p14:xfrm>
            </p:contentPart>
          </mc:Choice>
          <mc:Fallback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BD2CC12A-3A39-695F-1CB9-795B00A5CB13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9312531" y="5089320"/>
                  <a:ext cx="30636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3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2AC6F5C0-5031-41C8-B409-EAD163AE473B}"/>
                    </a:ext>
                  </a:extLst>
                </p14:cNvPr>
                <p14:cNvContentPartPr/>
                <p14:nvPr/>
              </p14:nvContentPartPr>
              <p14:xfrm>
                <a:off x="9674331" y="5096880"/>
                <a:ext cx="34920" cy="120960"/>
              </p14:xfrm>
            </p:contentPart>
          </mc:Choice>
          <mc:Fallback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2AC6F5C0-5031-41C8-B409-EAD163AE473B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9656691" y="5078880"/>
                  <a:ext cx="7056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5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377AA12E-DDC7-D987-55B7-E3544F6C2A93}"/>
                    </a:ext>
                  </a:extLst>
                </p14:cNvPr>
                <p14:cNvContentPartPr/>
                <p14:nvPr/>
              </p14:nvContentPartPr>
              <p14:xfrm>
                <a:off x="9661011" y="4981320"/>
                <a:ext cx="17280" cy="39960"/>
              </p14:xfrm>
            </p:contentPart>
          </mc:Choice>
          <mc:Fallback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377AA12E-DDC7-D987-55B7-E3544F6C2A93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9643011" y="4963320"/>
                  <a:ext cx="5292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7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324B21D2-B858-CC3B-2A34-FBE4A303DA14}"/>
                    </a:ext>
                  </a:extLst>
                </p14:cNvPr>
                <p14:cNvContentPartPr/>
                <p14:nvPr/>
              </p14:nvContentPartPr>
              <p14:xfrm>
                <a:off x="9803571" y="5022360"/>
                <a:ext cx="105480" cy="108720"/>
              </p14:xfrm>
            </p:contentPart>
          </mc:Choice>
          <mc:Fallback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324B21D2-B858-CC3B-2A34-FBE4A303DA14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9785571" y="5004720"/>
                  <a:ext cx="14112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9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2E32FB2A-398A-3604-2F83-5560B3FBEDD5}"/>
                    </a:ext>
                  </a:extLst>
                </p14:cNvPr>
                <p14:cNvContentPartPr/>
                <p14:nvPr/>
              </p14:nvContentPartPr>
              <p14:xfrm>
                <a:off x="10023531" y="4963320"/>
                <a:ext cx="130680" cy="252000"/>
              </p14:xfrm>
            </p:contentPart>
          </mc:Choice>
          <mc:Fallback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2E32FB2A-398A-3604-2F83-5560B3FBEDD5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10005531" y="4945320"/>
                  <a:ext cx="166320" cy="287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9" name="Group 308">
            <a:extLst>
              <a:ext uri="{FF2B5EF4-FFF2-40B4-BE49-F238E27FC236}">
                <a16:creationId xmlns:a16="http://schemas.microsoft.com/office/drawing/2014/main" id="{B48DF133-14AF-B676-765C-D9DE471C6859}"/>
              </a:ext>
            </a:extLst>
          </p:cNvPr>
          <p:cNvGrpSpPr/>
          <p:nvPr/>
        </p:nvGrpSpPr>
        <p:grpSpPr>
          <a:xfrm>
            <a:off x="10491531" y="4694040"/>
            <a:ext cx="681480" cy="307800"/>
            <a:chOff x="10491531" y="4694040"/>
            <a:chExt cx="681480" cy="307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1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FD54D671-DB09-D62D-0FBD-DCA23C91D209}"/>
                    </a:ext>
                  </a:extLst>
                </p14:cNvPr>
                <p14:cNvContentPartPr/>
                <p14:nvPr/>
              </p14:nvContentPartPr>
              <p14:xfrm>
                <a:off x="10491531" y="4712760"/>
                <a:ext cx="75600" cy="289080"/>
              </p14:xfrm>
            </p:contentPart>
          </mc:Choice>
          <mc:Fallback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FD54D671-DB09-D62D-0FBD-DCA23C91D209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10473531" y="4695120"/>
                  <a:ext cx="111240" cy="32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3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4FAC44C5-57AE-54EC-E635-D7E2F609507A}"/>
                    </a:ext>
                  </a:extLst>
                </p14:cNvPr>
                <p14:cNvContentPartPr/>
                <p14:nvPr/>
              </p14:nvContentPartPr>
              <p14:xfrm>
                <a:off x="10529691" y="4788000"/>
                <a:ext cx="199080" cy="131040"/>
              </p14:xfrm>
            </p:contentPart>
          </mc:Choice>
          <mc:Fallback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4FAC44C5-57AE-54EC-E635-D7E2F609507A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10511691" y="4770000"/>
                  <a:ext cx="23472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5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DDD7ECEC-D401-9298-F520-AB0DB53859A6}"/>
                    </a:ext>
                  </a:extLst>
                </p14:cNvPr>
                <p14:cNvContentPartPr/>
                <p14:nvPr/>
              </p14:nvContentPartPr>
              <p14:xfrm>
                <a:off x="10843971" y="4776120"/>
                <a:ext cx="48600" cy="102240"/>
              </p14:xfrm>
            </p:contentPart>
          </mc:Choice>
          <mc:Fallback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DDD7ECEC-D401-9298-F520-AB0DB53859A6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10825971" y="4758120"/>
                  <a:ext cx="8424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7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13161499-6309-9B4C-D8E2-B524C7E6D417}"/>
                    </a:ext>
                  </a:extLst>
                </p14:cNvPr>
                <p14:cNvContentPartPr/>
                <p14:nvPr/>
              </p14:nvContentPartPr>
              <p14:xfrm>
                <a:off x="10963851" y="4694040"/>
                <a:ext cx="209160" cy="138600"/>
              </p14:xfrm>
            </p:contentPart>
          </mc:Choice>
          <mc:Fallback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13161499-6309-9B4C-D8E2-B524C7E6D417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10946211" y="4676400"/>
                  <a:ext cx="244800" cy="174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8" name="Group 307">
            <a:extLst>
              <a:ext uri="{FF2B5EF4-FFF2-40B4-BE49-F238E27FC236}">
                <a16:creationId xmlns:a16="http://schemas.microsoft.com/office/drawing/2014/main" id="{D0247105-7D69-AF9F-3179-C89B67F4173A}"/>
              </a:ext>
            </a:extLst>
          </p:cNvPr>
          <p:cNvGrpSpPr/>
          <p:nvPr/>
        </p:nvGrpSpPr>
        <p:grpSpPr>
          <a:xfrm>
            <a:off x="11420691" y="4478400"/>
            <a:ext cx="404640" cy="317160"/>
            <a:chOff x="11420691" y="4478400"/>
            <a:chExt cx="404640" cy="317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9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077BE565-E2FA-9B52-C764-96C7566A6AF1}"/>
                    </a:ext>
                  </a:extLst>
                </p14:cNvPr>
                <p14:cNvContentPartPr/>
                <p14:nvPr/>
              </p14:nvContentPartPr>
              <p14:xfrm>
                <a:off x="11430411" y="4575960"/>
                <a:ext cx="45000" cy="219600"/>
              </p14:xfrm>
            </p:contentPart>
          </mc:Choice>
          <mc:Fallback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077BE565-E2FA-9B52-C764-96C7566A6AF1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11412771" y="4558320"/>
                  <a:ext cx="80640" cy="25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1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A4A145A7-3A85-3A05-5F72-F4DA6800B803}"/>
                    </a:ext>
                  </a:extLst>
                </p14:cNvPr>
                <p14:cNvContentPartPr/>
                <p14:nvPr/>
              </p14:nvContentPartPr>
              <p14:xfrm>
                <a:off x="11420691" y="4524840"/>
                <a:ext cx="121320" cy="121680"/>
              </p14:xfrm>
            </p:contentPart>
          </mc:Choice>
          <mc:Fallback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A4A145A7-3A85-3A05-5F72-F4DA6800B803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11402691" y="4506840"/>
                  <a:ext cx="15696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3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2196AF6B-9FC5-B2AF-6231-1AAC945BD42B}"/>
                    </a:ext>
                  </a:extLst>
                </p14:cNvPr>
                <p14:cNvContentPartPr/>
                <p14:nvPr/>
              </p14:nvContentPartPr>
              <p14:xfrm>
                <a:off x="11676291" y="4497480"/>
                <a:ext cx="33120" cy="227520"/>
              </p14:xfrm>
            </p:contentPart>
          </mc:Choice>
          <mc:Fallback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2196AF6B-9FC5-B2AF-6231-1AAC945BD42B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11658651" y="4479840"/>
                  <a:ext cx="68760" cy="26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5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8BD2E109-CE57-F217-D654-3DB2F8FE2DC4}"/>
                    </a:ext>
                  </a:extLst>
                </p14:cNvPr>
                <p14:cNvContentPartPr/>
                <p14:nvPr/>
              </p14:nvContentPartPr>
              <p14:xfrm>
                <a:off x="11649291" y="4478400"/>
                <a:ext cx="176040" cy="237240"/>
              </p14:xfrm>
            </p:contentPart>
          </mc:Choice>
          <mc:Fallback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8BD2E109-CE57-F217-D654-3DB2F8FE2DC4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11631651" y="4460400"/>
                  <a:ext cx="211680" cy="272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56C37633-1623-834E-C210-4B7625EEB95B}"/>
              </a:ext>
            </a:extLst>
          </p:cNvPr>
          <p:cNvGrpSpPr/>
          <p:nvPr/>
        </p:nvGrpSpPr>
        <p:grpSpPr>
          <a:xfrm>
            <a:off x="8991051" y="6234840"/>
            <a:ext cx="217800" cy="141120"/>
            <a:chOff x="8991051" y="6234840"/>
            <a:chExt cx="217800" cy="141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7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BC2AE0D4-FF2C-54C4-1EB8-9AA526F9EE33}"/>
                    </a:ext>
                  </a:extLst>
                </p14:cNvPr>
                <p14:cNvContentPartPr/>
                <p14:nvPr/>
              </p14:nvContentPartPr>
              <p14:xfrm>
                <a:off x="8991051" y="6234840"/>
                <a:ext cx="159480" cy="68040"/>
              </p14:xfrm>
            </p:contentPart>
          </mc:Choice>
          <mc:Fallback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BC2AE0D4-FF2C-54C4-1EB8-9AA526F9EE33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8973051" y="6216840"/>
                  <a:ext cx="19512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9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39856AA6-6E30-A9C6-0D54-267830288BF8}"/>
                    </a:ext>
                  </a:extLst>
                </p14:cNvPr>
                <p14:cNvContentPartPr/>
                <p14:nvPr/>
              </p14:nvContentPartPr>
              <p14:xfrm>
                <a:off x="9073131" y="6323400"/>
                <a:ext cx="135720" cy="52560"/>
              </p14:xfrm>
            </p:contentPart>
          </mc:Choice>
          <mc:Fallback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39856AA6-6E30-A9C6-0D54-267830288BF8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9055131" y="6305760"/>
                  <a:ext cx="171360" cy="88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0" name="Group 329">
            <a:extLst>
              <a:ext uri="{FF2B5EF4-FFF2-40B4-BE49-F238E27FC236}">
                <a16:creationId xmlns:a16="http://schemas.microsoft.com/office/drawing/2014/main" id="{FBF0301A-56EE-E3E2-3E25-74011E365492}"/>
              </a:ext>
            </a:extLst>
          </p:cNvPr>
          <p:cNvGrpSpPr/>
          <p:nvPr/>
        </p:nvGrpSpPr>
        <p:grpSpPr>
          <a:xfrm>
            <a:off x="9469491" y="5493240"/>
            <a:ext cx="1275840" cy="592560"/>
            <a:chOff x="9469491" y="5493240"/>
            <a:chExt cx="1275840" cy="592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1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581F3D84-A428-1A8E-8BC0-82F74FC887B0}"/>
                    </a:ext>
                  </a:extLst>
                </p14:cNvPr>
                <p14:cNvContentPartPr/>
                <p14:nvPr/>
              </p14:nvContentPartPr>
              <p14:xfrm>
                <a:off x="9469491" y="5901120"/>
                <a:ext cx="145800" cy="184680"/>
              </p14:xfrm>
            </p:contentPart>
          </mc:Choice>
          <mc:Fallback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581F3D84-A428-1A8E-8BC0-82F74FC887B0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9451491" y="5883480"/>
                  <a:ext cx="18144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3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E39C8783-D7F9-F474-CC76-B41CF4525800}"/>
                    </a:ext>
                  </a:extLst>
                </p14:cNvPr>
                <p14:cNvContentPartPr/>
                <p14:nvPr/>
              </p14:nvContentPartPr>
              <p14:xfrm>
                <a:off x="9670731" y="5877360"/>
                <a:ext cx="100080" cy="128520"/>
              </p14:xfrm>
            </p:contentPart>
          </mc:Choice>
          <mc:Fallback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E39C8783-D7F9-F474-CC76-B41CF4525800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9652731" y="5859720"/>
                  <a:ext cx="13572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5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1005E6CE-9D1E-256E-9E6F-A82158619E6C}"/>
                    </a:ext>
                  </a:extLst>
                </p14:cNvPr>
                <p14:cNvContentPartPr/>
                <p14:nvPr/>
              </p14:nvContentPartPr>
              <p14:xfrm>
                <a:off x="9811131" y="5862240"/>
                <a:ext cx="31320" cy="167040"/>
              </p14:xfrm>
            </p:contentPart>
          </mc:Choice>
          <mc:Fallback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1005E6CE-9D1E-256E-9E6F-A82158619E6C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9793491" y="5844240"/>
                  <a:ext cx="6696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7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11DABC63-2133-E9D9-53D2-8F1EBD48EA32}"/>
                    </a:ext>
                  </a:extLst>
                </p14:cNvPr>
                <p14:cNvContentPartPr/>
                <p14:nvPr/>
              </p14:nvContentPartPr>
              <p14:xfrm>
                <a:off x="9796731" y="5976000"/>
                <a:ext cx="89640" cy="56520"/>
              </p14:xfrm>
            </p:contentPart>
          </mc:Choice>
          <mc:Fallback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11DABC63-2133-E9D9-53D2-8F1EBD48EA32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9778731" y="5958000"/>
                  <a:ext cx="12528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9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2DAD2906-6A45-6257-C770-F6E72694FEC5}"/>
                    </a:ext>
                  </a:extLst>
                </p14:cNvPr>
                <p14:cNvContentPartPr/>
                <p14:nvPr/>
              </p14:nvContentPartPr>
              <p14:xfrm>
                <a:off x="9955131" y="5803200"/>
                <a:ext cx="107280" cy="155880"/>
              </p14:xfrm>
            </p:contentPart>
          </mc:Choice>
          <mc:Fallback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2DAD2906-6A45-6257-C770-F6E72694FEC5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9937491" y="5785560"/>
                  <a:ext cx="14292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1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0AC5B608-30E1-826B-E229-C0358BB72216}"/>
                    </a:ext>
                  </a:extLst>
                </p14:cNvPr>
                <p14:cNvContentPartPr/>
                <p14:nvPr/>
              </p14:nvContentPartPr>
              <p14:xfrm>
                <a:off x="10126491" y="5783760"/>
                <a:ext cx="65160" cy="80640"/>
              </p14:xfrm>
            </p:contentPart>
          </mc:Choice>
          <mc:Fallback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0AC5B608-30E1-826B-E229-C0358BB72216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10108491" y="5765760"/>
                  <a:ext cx="10080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3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48D610CC-E4B6-4252-1BDC-A964E89D812E}"/>
                    </a:ext>
                  </a:extLst>
                </p14:cNvPr>
                <p14:cNvContentPartPr/>
                <p14:nvPr/>
              </p14:nvContentPartPr>
              <p14:xfrm>
                <a:off x="10290651" y="5706720"/>
                <a:ext cx="277560" cy="99360"/>
              </p14:xfrm>
            </p:contentPart>
          </mc:Choice>
          <mc:Fallback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48D610CC-E4B6-4252-1BDC-A964E89D812E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10272651" y="5689080"/>
                  <a:ext cx="31320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5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5A7C926E-EAE8-CE01-351F-D9B00951B9D1}"/>
                    </a:ext>
                  </a:extLst>
                </p14:cNvPr>
                <p14:cNvContentPartPr/>
                <p14:nvPr/>
              </p14:nvContentPartPr>
              <p14:xfrm>
                <a:off x="10640571" y="5493240"/>
                <a:ext cx="54720" cy="164880"/>
              </p14:xfrm>
            </p:contentPart>
          </mc:Choice>
          <mc:Fallback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5A7C926E-EAE8-CE01-351F-D9B00951B9D1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10622571" y="5475240"/>
                  <a:ext cx="9036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7">
              <p14:nvContentPartPr>
                <p14:cNvPr id="322" name="Ink 321">
                  <a:extLst>
                    <a:ext uri="{FF2B5EF4-FFF2-40B4-BE49-F238E27FC236}">
                      <a16:creationId xmlns:a16="http://schemas.microsoft.com/office/drawing/2014/main" id="{2521398A-9923-C7A2-37EB-A71E7E232E19}"/>
                    </a:ext>
                  </a:extLst>
                </p14:cNvPr>
                <p14:cNvContentPartPr/>
                <p14:nvPr/>
              </p14:nvContentPartPr>
              <p14:xfrm>
                <a:off x="10611411" y="5599440"/>
                <a:ext cx="133920" cy="60120"/>
              </p14:xfrm>
            </p:contentPart>
          </mc:Choice>
          <mc:Fallback>
            <p:pic>
              <p:nvPicPr>
                <p:cNvPr id="322" name="Ink 321">
                  <a:extLst>
                    <a:ext uri="{FF2B5EF4-FFF2-40B4-BE49-F238E27FC236}">
                      <a16:creationId xmlns:a16="http://schemas.microsoft.com/office/drawing/2014/main" id="{2521398A-9923-C7A2-37EB-A71E7E232E19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10593771" y="5581440"/>
                  <a:ext cx="169560" cy="95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2" name="Group 341">
            <a:extLst>
              <a:ext uri="{FF2B5EF4-FFF2-40B4-BE49-F238E27FC236}">
                <a16:creationId xmlns:a16="http://schemas.microsoft.com/office/drawing/2014/main" id="{4114CD74-464F-B30C-B4A4-D710C430D5F0}"/>
              </a:ext>
            </a:extLst>
          </p:cNvPr>
          <p:cNvGrpSpPr/>
          <p:nvPr/>
        </p:nvGrpSpPr>
        <p:grpSpPr>
          <a:xfrm>
            <a:off x="10971411" y="5214240"/>
            <a:ext cx="1180440" cy="424800"/>
            <a:chOff x="10971411" y="5214240"/>
            <a:chExt cx="1180440" cy="424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9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384AB620-B2D0-01DC-0AFC-C571CA2B3AA5}"/>
                    </a:ext>
                  </a:extLst>
                </p14:cNvPr>
                <p14:cNvContentPartPr/>
                <p14:nvPr/>
              </p14:nvContentPartPr>
              <p14:xfrm>
                <a:off x="10971411" y="5427720"/>
                <a:ext cx="92520" cy="211320"/>
              </p14:xfrm>
            </p:contentPart>
          </mc:Choice>
          <mc:Fallback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384AB620-B2D0-01DC-0AFC-C571CA2B3AA5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10953771" y="5410080"/>
                  <a:ext cx="128160" cy="24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1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350100E9-14D6-7A29-717A-655B7ABD495F}"/>
                    </a:ext>
                  </a:extLst>
                </p14:cNvPr>
                <p14:cNvContentPartPr/>
                <p14:nvPr/>
              </p14:nvContentPartPr>
              <p14:xfrm>
                <a:off x="10986891" y="5510520"/>
                <a:ext cx="105840" cy="45720"/>
              </p14:xfrm>
            </p:contentPart>
          </mc:Choice>
          <mc:Fallback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350100E9-14D6-7A29-717A-655B7ABD495F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10968891" y="5492520"/>
                  <a:ext cx="14148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3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4DA2A83E-45DD-0CCD-01B9-74733FE4C5ED}"/>
                    </a:ext>
                  </a:extLst>
                </p14:cNvPr>
                <p14:cNvContentPartPr/>
                <p14:nvPr/>
              </p14:nvContentPartPr>
              <p14:xfrm>
                <a:off x="11152491" y="5482080"/>
                <a:ext cx="51120" cy="60120"/>
              </p14:xfrm>
            </p:contentPart>
          </mc:Choice>
          <mc:Fallback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4DA2A83E-45DD-0CCD-01B9-74733FE4C5ED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11134851" y="5464440"/>
                  <a:ext cx="8676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5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E5B33C63-EE6B-0651-C59B-AC49FF154C77}"/>
                    </a:ext>
                  </a:extLst>
                </p14:cNvPr>
                <p14:cNvContentPartPr/>
                <p14:nvPr/>
              </p14:nvContentPartPr>
              <p14:xfrm>
                <a:off x="11185251" y="5382360"/>
                <a:ext cx="147600" cy="201240"/>
              </p14:xfrm>
            </p:contentPart>
          </mc:Choice>
          <mc:Fallback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E5B33C63-EE6B-0651-C59B-AC49FF154C77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11167611" y="5364360"/>
                  <a:ext cx="18324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7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9FBBEB2C-7017-2FB3-AF8C-303E34549CC8}"/>
                    </a:ext>
                  </a:extLst>
                </p14:cNvPr>
                <p14:cNvContentPartPr/>
                <p14:nvPr/>
              </p14:nvContentPartPr>
              <p14:xfrm>
                <a:off x="11404131" y="5400000"/>
                <a:ext cx="72000" cy="132840"/>
              </p14:xfrm>
            </p:contentPart>
          </mc:Choice>
          <mc:Fallback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9FBBEB2C-7017-2FB3-AF8C-303E34549CC8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11386491" y="5382360"/>
                  <a:ext cx="10764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9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39A133A1-71CE-81CC-39F8-F50512A39165}"/>
                    </a:ext>
                  </a:extLst>
                </p14:cNvPr>
                <p14:cNvContentPartPr/>
                <p14:nvPr/>
              </p14:nvContentPartPr>
              <p14:xfrm>
                <a:off x="11569731" y="5351040"/>
                <a:ext cx="263520" cy="127080"/>
              </p14:xfrm>
            </p:contentPart>
          </mc:Choice>
          <mc:Fallback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39A133A1-71CE-81CC-39F8-F50512A39165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11551731" y="5333040"/>
                  <a:ext cx="29916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1">
              <p14:nvContentPartPr>
                <p14:cNvPr id="331" name="Ink 330">
                  <a:extLst>
                    <a:ext uri="{FF2B5EF4-FFF2-40B4-BE49-F238E27FC236}">
                      <a16:creationId xmlns:a16="http://schemas.microsoft.com/office/drawing/2014/main" id="{74D18679-EA1C-BC0E-835B-4761385E0D09}"/>
                    </a:ext>
                  </a:extLst>
                </p14:cNvPr>
                <p14:cNvContentPartPr/>
                <p14:nvPr/>
              </p14:nvContentPartPr>
              <p14:xfrm>
                <a:off x="11830011" y="5344200"/>
                <a:ext cx="7200" cy="64440"/>
              </p14:xfrm>
            </p:contentPart>
          </mc:Choice>
          <mc:Fallback>
            <p:pic>
              <p:nvPicPr>
                <p:cNvPr id="331" name="Ink 330">
                  <a:extLst>
                    <a:ext uri="{FF2B5EF4-FFF2-40B4-BE49-F238E27FC236}">
                      <a16:creationId xmlns:a16="http://schemas.microsoft.com/office/drawing/2014/main" id="{74D18679-EA1C-BC0E-835B-4761385E0D09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11812011" y="5326200"/>
                  <a:ext cx="4284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3">
              <p14:nvContentPartPr>
                <p14:cNvPr id="332" name="Ink 331">
                  <a:extLst>
                    <a:ext uri="{FF2B5EF4-FFF2-40B4-BE49-F238E27FC236}">
                      <a16:creationId xmlns:a16="http://schemas.microsoft.com/office/drawing/2014/main" id="{25666997-F346-7185-038D-3141E1BD5561}"/>
                    </a:ext>
                  </a:extLst>
                </p14:cNvPr>
                <p14:cNvContentPartPr/>
                <p14:nvPr/>
              </p14:nvContentPartPr>
              <p14:xfrm>
                <a:off x="11858811" y="5214240"/>
                <a:ext cx="293040" cy="202680"/>
              </p14:xfrm>
            </p:contentPart>
          </mc:Choice>
          <mc:Fallback>
            <p:pic>
              <p:nvPicPr>
                <p:cNvPr id="332" name="Ink 331">
                  <a:extLst>
                    <a:ext uri="{FF2B5EF4-FFF2-40B4-BE49-F238E27FC236}">
                      <a16:creationId xmlns:a16="http://schemas.microsoft.com/office/drawing/2014/main" id="{25666997-F346-7185-038D-3141E1BD5561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11841171" y="5196240"/>
                  <a:ext cx="328680" cy="23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1" name="Group 340">
            <a:extLst>
              <a:ext uri="{FF2B5EF4-FFF2-40B4-BE49-F238E27FC236}">
                <a16:creationId xmlns:a16="http://schemas.microsoft.com/office/drawing/2014/main" id="{B9A123A1-56F3-D227-1E89-C38C605721C6}"/>
              </a:ext>
            </a:extLst>
          </p:cNvPr>
          <p:cNvGrpSpPr/>
          <p:nvPr/>
        </p:nvGrpSpPr>
        <p:grpSpPr>
          <a:xfrm>
            <a:off x="10188771" y="6129000"/>
            <a:ext cx="608400" cy="254880"/>
            <a:chOff x="10188771" y="6129000"/>
            <a:chExt cx="608400" cy="254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5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1E540C9F-777F-D21D-F485-6E51EAF9385D}"/>
                    </a:ext>
                  </a:extLst>
                </p14:cNvPr>
                <p14:cNvContentPartPr/>
                <p14:nvPr/>
              </p14:nvContentPartPr>
              <p14:xfrm>
                <a:off x="10241331" y="6157800"/>
                <a:ext cx="86040" cy="226080"/>
              </p14:xfrm>
            </p:contentPart>
          </mc:Choice>
          <mc:Fallback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1E540C9F-777F-D21D-F485-6E51EAF9385D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10223691" y="6139800"/>
                  <a:ext cx="12168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7">
              <p14:nvContentPartPr>
                <p14:cNvPr id="334" name="Ink 333">
                  <a:extLst>
                    <a:ext uri="{FF2B5EF4-FFF2-40B4-BE49-F238E27FC236}">
                      <a16:creationId xmlns:a16="http://schemas.microsoft.com/office/drawing/2014/main" id="{129DE8A1-68B5-0A11-8132-6B796A412B2D}"/>
                    </a:ext>
                  </a:extLst>
                </p14:cNvPr>
                <p14:cNvContentPartPr/>
                <p14:nvPr/>
              </p14:nvContentPartPr>
              <p14:xfrm>
                <a:off x="10188771" y="6176160"/>
                <a:ext cx="390960" cy="139680"/>
              </p14:xfrm>
            </p:contentPart>
          </mc:Choice>
          <mc:Fallback>
            <p:pic>
              <p:nvPicPr>
                <p:cNvPr id="334" name="Ink 333">
                  <a:extLst>
                    <a:ext uri="{FF2B5EF4-FFF2-40B4-BE49-F238E27FC236}">
                      <a16:creationId xmlns:a16="http://schemas.microsoft.com/office/drawing/2014/main" id="{129DE8A1-68B5-0A11-8132-6B796A412B2D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10170771" y="6158160"/>
                  <a:ext cx="42660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9">
              <p14:nvContentPartPr>
                <p14:cNvPr id="335" name="Ink 334">
                  <a:extLst>
                    <a:ext uri="{FF2B5EF4-FFF2-40B4-BE49-F238E27FC236}">
                      <a16:creationId xmlns:a16="http://schemas.microsoft.com/office/drawing/2014/main" id="{16AE3D69-39C0-24BD-C2F5-531CCD272990}"/>
                    </a:ext>
                  </a:extLst>
                </p14:cNvPr>
                <p14:cNvContentPartPr/>
                <p14:nvPr/>
              </p14:nvContentPartPr>
              <p14:xfrm>
                <a:off x="10624011" y="6129000"/>
                <a:ext cx="173160" cy="138240"/>
              </p14:xfrm>
            </p:contentPart>
          </mc:Choice>
          <mc:Fallback>
            <p:pic>
              <p:nvPicPr>
                <p:cNvPr id="335" name="Ink 334">
                  <a:extLst>
                    <a:ext uri="{FF2B5EF4-FFF2-40B4-BE49-F238E27FC236}">
                      <a16:creationId xmlns:a16="http://schemas.microsoft.com/office/drawing/2014/main" id="{16AE3D69-39C0-24BD-C2F5-531CCD272990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10606011" y="6111000"/>
                  <a:ext cx="208800" cy="173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0" name="Group 339">
            <a:extLst>
              <a:ext uri="{FF2B5EF4-FFF2-40B4-BE49-F238E27FC236}">
                <a16:creationId xmlns:a16="http://schemas.microsoft.com/office/drawing/2014/main" id="{FE4B3FBE-3882-9EB3-4B99-F9D089D7D065}"/>
              </a:ext>
            </a:extLst>
          </p:cNvPr>
          <p:cNvGrpSpPr/>
          <p:nvPr/>
        </p:nvGrpSpPr>
        <p:grpSpPr>
          <a:xfrm>
            <a:off x="11074011" y="5882400"/>
            <a:ext cx="384120" cy="310680"/>
            <a:chOff x="11074011" y="5882400"/>
            <a:chExt cx="384120" cy="310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1">
              <p14:nvContentPartPr>
                <p14:cNvPr id="336" name="Ink 335">
                  <a:extLst>
                    <a:ext uri="{FF2B5EF4-FFF2-40B4-BE49-F238E27FC236}">
                      <a16:creationId xmlns:a16="http://schemas.microsoft.com/office/drawing/2014/main" id="{CCBCCE75-FFD6-0C10-A18C-05A9115D5628}"/>
                    </a:ext>
                  </a:extLst>
                </p14:cNvPr>
                <p14:cNvContentPartPr/>
                <p14:nvPr/>
              </p14:nvContentPartPr>
              <p14:xfrm>
                <a:off x="11103531" y="5942880"/>
                <a:ext cx="48960" cy="250200"/>
              </p14:xfrm>
            </p:contentPart>
          </mc:Choice>
          <mc:Fallback>
            <p:pic>
              <p:nvPicPr>
                <p:cNvPr id="336" name="Ink 335">
                  <a:extLst>
                    <a:ext uri="{FF2B5EF4-FFF2-40B4-BE49-F238E27FC236}">
                      <a16:creationId xmlns:a16="http://schemas.microsoft.com/office/drawing/2014/main" id="{CCBCCE75-FFD6-0C10-A18C-05A9115D5628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11085531" y="5924880"/>
                  <a:ext cx="84600" cy="28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3">
              <p14:nvContentPartPr>
                <p14:cNvPr id="337" name="Ink 336">
                  <a:extLst>
                    <a:ext uri="{FF2B5EF4-FFF2-40B4-BE49-F238E27FC236}">
                      <a16:creationId xmlns:a16="http://schemas.microsoft.com/office/drawing/2014/main" id="{1F04ABEC-5C4D-7BF9-8E9C-B14C7D85CDC9}"/>
                    </a:ext>
                  </a:extLst>
                </p14:cNvPr>
                <p14:cNvContentPartPr/>
                <p14:nvPr/>
              </p14:nvContentPartPr>
              <p14:xfrm>
                <a:off x="11074011" y="5882400"/>
                <a:ext cx="260640" cy="190800"/>
              </p14:xfrm>
            </p:contentPart>
          </mc:Choice>
          <mc:Fallback>
            <p:pic>
              <p:nvPicPr>
                <p:cNvPr id="337" name="Ink 336">
                  <a:extLst>
                    <a:ext uri="{FF2B5EF4-FFF2-40B4-BE49-F238E27FC236}">
                      <a16:creationId xmlns:a16="http://schemas.microsoft.com/office/drawing/2014/main" id="{1F04ABEC-5C4D-7BF9-8E9C-B14C7D85CDC9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11056371" y="5864400"/>
                  <a:ext cx="29628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5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9D3295C9-5305-FB50-0217-081E88458F04}"/>
                    </a:ext>
                  </a:extLst>
                </p14:cNvPr>
                <p14:cNvContentPartPr/>
                <p14:nvPr/>
              </p14:nvContentPartPr>
              <p14:xfrm>
                <a:off x="11362011" y="5907600"/>
                <a:ext cx="96120" cy="238320"/>
              </p14:xfrm>
            </p:contentPart>
          </mc:Choice>
          <mc:Fallback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9D3295C9-5305-FB50-0217-081E88458F04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11344011" y="5889600"/>
                  <a:ext cx="13176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7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EAAC6259-82D8-FB82-BBC9-0F8B70FB3DFF}"/>
                    </a:ext>
                  </a:extLst>
                </p14:cNvPr>
                <p14:cNvContentPartPr/>
                <p14:nvPr/>
              </p14:nvContentPartPr>
              <p14:xfrm>
                <a:off x="11350851" y="6042600"/>
                <a:ext cx="101160" cy="65520"/>
              </p14:xfrm>
            </p:contentPart>
          </mc:Choice>
          <mc:Fallback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EAAC6259-82D8-FB82-BBC9-0F8B70FB3DFF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11332851" y="6024600"/>
                  <a:ext cx="136800" cy="101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09">
            <p14:nvContentPartPr>
              <p14:cNvPr id="343" name="Ink 342">
                <a:extLst>
                  <a:ext uri="{FF2B5EF4-FFF2-40B4-BE49-F238E27FC236}">
                    <a16:creationId xmlns:a16="http://schemas.microsoft.com/office/drawing/2014/main" id="{D608DE38-96F3-C50E-FA92-6B5239BCF660}"/>
                  </a:ext>
                </a:extLst>
              </p14:cNvPr>
              <p14:cNvContentPartPr/>
              <p14:nvPr/>
            </p14:nvContentPartPr>
            <p14:xfrm>
              <a:off x="2516451" y="5432040"/>
              <a:ext cx="35640" cy="324720"/>
            </p14:xfrm>
          </p:contentPart>
        </mc:Choice>
        <mc:Fallback>
          <p:pic>
            <p:nvPicPr>
              <p:cNvPr id="343" name="Ink 342">
                <a:extLst>
                  <a:ext uri="{FF2B5EF4-FFF2-40B4-BE49-F238E27FC236}">
                    <a16:creationId xmlns:a16="http://schemas.microsoft.com/office/drawing/2014/main" id="{D608DE38-96F3-C50E-FA92-6B5239BCF660}"/>
                  </a:ext>
                </a:extLst>
              </p:cNvPr>
              <p:cNvPicPr/>
              <p:nvPr/>
            </p:nvPicPr>
            <p:blipFill>
              <a:blip r:embed="rId310"/>
              <a:stretch>
                <a:fillRect/>
              </a:stretch>
            </p:blipFill>
            <p:spPr>
              <a:xfrm>
                <a:off x="2498451" y="5414040"/>
                <a:ext cx="71280" cy="360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11">
            <p14:nvContentPartPr>
              <p14:cNvPr id="344" name="Ink 343">
                <a:extLst>
                  <a:ext uri="{FF2B5EF4-FFF2-40B4-BE49-F238E27FC236}">
                    <a16:creationId xmlns:a16="http://schemas.microsoft.com/office/drawing/2014/main" id="{30E0F895-446F-D292-2249-642B8B743956}"/>
                  </a:ext>
                </a:extLst>
              </p14:cNvPr>
              <p14:cNvContentPartPr/>
              <p14:nvPr/>
            </p14:nvContentPartPr>
            <p14:xfrm>
              <a:off x="2446611" y="5401080"/>
              <a:ext cx="168840" cy="25200"/>
            </p14:xfrm>
          </p:contentPart>
        </mc:Choice>
        <mc:Fallback>
          <p:pic>
            <p:nvPicPr>
              <p:cNvPr id="344" name="Ink 343">
                <a:extLst>
                  <a:ext uri="{FF2B5EF4-FFF2-40B4-BE49-F238E27FC236}">
                    <a16:creationId xmlns:a16="http://schemas.microsoft.com/office/drawing/2014/main" id="{30E0F895-446F-D292-2249-642B8B743956}"/>
                  </a:ext>
                </a:extLst>
              </p:cNvPr>
              <p:cNvPicPr/>
              <p:nvPr/>
            </p:nvPicPr>
            <p:blipFill>
              <a:blip r:embed="rId312"/>
              <a:stretch>
                <a:fillRect/>
              </a:stretch>
            </p:blipFill>
            <p:spPr>
              <a:xfrm>
                <a:off x="2428971" y="5383080"/>
                <a:ext cx="204480" cy="60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13">
            <p14:nvContentPartPr>
              <p14:cNvPr id="345" name="Ink 344">
                <a:extLst>
                  <a:ext uri="{FF2B5EF4-FFF2-40B4-BE49-F238E27FC236}">
                    <a16:creationId xmlns:a16="http://schemas.microsoft.com/office/drawing/2014/main" id="{0543457E-3A8B-53DF-375D-28980541804E}"/>
                  </a:ext>
                </a:extLst>
              </p14:cNvPr>
              <p14:cNvContentPartPr/>
              <p14:nvPr/>
            </p14:nvContentPartPr>
            <p14:xfrm>
              <a:off x="2503131" y="5701680"/>
              <a:ext cx="117360" cy="35280"/>
            </p14:xfrm>
          </p:contentPart>
        </mc:Choice>
        <mc:Fallback>
          <p:pic>
            <p:nvPicPr>
              <p:cNvPr id="345" name="Ink 344">
                <a:extLst>
                  <a:ext uri="{FF2B5EF4-FFF2-40B4-BE49-F238E27FC236}">
                    <a16:creationId xmlns:a16="http://schemas.microsoft.com/office/drawing/2014/main" id="{0543457E-3A8B-53DF-375D-28980541804E}"/>
                  </a:ext>
                </a:extLst>
              </p:cNvPr>
              <p:cNvPicPr/>
              <p:nvPr/>
            </p:nvPicPr>
            <p:blipFill>
              <a:blip r:embed="rId314"/>
              <a:stretch>
                <a:fillRect/>
              </a:stretch>
            </p:blipFill>
            <p:spPr>
              <a:xfrm>
                <a:off x="2485131" y="5684040"/>
                <a:ext cx="153000" cy="7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15">
            <p14:nvContentPartPr>
              <p14:cNvPr id="346" name="Ink 345">
                <a:extLst>
                  <a:ext uri="{FF2B5EF4-FFF2-40B4-BE49-F238E27FC236}">
                    <a16:creationId xmlns:a16="http://schemas.microsoft.com/office/drawing/2014/main" id="{A1E3C3B9-1302-DD6F-0ADB-F6664BEC244E}"/>
                  </a:ext>
                </a:extLst>
              </p14:cNvPr>
              <p14:cNvContentPartPr/>
              <p14:nvPr/>
            </p14:nvContentPartPr>
            <p14:xfrm>
              <a:off x="2738571" y="5627520"/>
              <a:ext cx="108360" cy="160920"/>
            </p14:xfrm>
          </p:contentPart>
        </mc:Choice>
        <mc:Fallback>
          <p:pic>
            <p:nvPicPr>
              <p:cNvPr id="346" name="Ink 345">
                <a:extLst>
                  <a:ext uri="{FF2B5EF4-FFF2-40B4-BE49-F238E27FC236}">
                    <a16:creationId xmlns:a16="http://schemas.microsoft.com/office/drawing/2014/main" id="{A1E3C3B9-1302-DD6F-0ADB-F6664BEC244E}"/>
                  </a:ext>
                </a:extLst>
              </p:cNvPr>
              <p:cNvPicPr/>
              <p:nvPr/>
            </p:nvPicPr>
            <p:blipFill>
              <a:blip r:embed="rId316"/>
              <a:stretch>
                <a:fillRect/>
              </a:stretch>
            </p:blipFill>
            <p:spPr>
              <a:xfrm>
                <a:off x="2720571" y="5609520"/>
                <a:ext cx="144000" cy="196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17">
            <p14:nvContentPartPr>
              <p14:cNvPr id="347" name="Ink 346">
                <a:extLst>
                  <a:ext uri="{FF2B5EF4-FFF2-40B4-BE49-F238E27FC236}">
                    <a16:creationId xmlns:a16="http://schemas.microsoft.com/office/drawing/2014/main" id="{2721FD50-69C9-6ED1-A3E1-F5F3EFBF4C8C}"/>
                  </a:ext>
                </a:extLst>
              </p14:cNvPr>
              <p14:cNvContentPartPr/>
              <p14:nvPr/>
            </p14:nvContentPartPr>
            <p14:xfrm>
              <a:off x="3053571" y="5559480"/>
              <a:ext cx="92520" cy="19080"/>
            </p14:xfrm>
          </p:contentPart>
        </mc:Choice>
        <mc:Fallback>
          <p:pic>
            <p:nvPicPr>
              <p:cNvPr id="347" name="Ink 346">
                <a:extLst>
                  <a:ext uri="{FF2B5EF4-FFF2-40B4-BE49-F238E27FC236}">
                    <a16:creationId xmlns:a16="http://schemas.microsoft.com/office/drawing/2014/main" id="{2721FD50-69C9-6ED1-A3E1-F5F3EFBF4C8C}"/>
                  </a:ext>
                </a:extLst>
              </p:cNvPr>
              <p:cNvPicPr/>
              <p:nvPr/>
            </p:nvPicPr>
            <p:blipFill>
              <a:blip r:embed="rId318"/>
              <a:stretch>
                <a:fillRect/>
              </a:stretch>
            </p:blipFill>
            <p:spPr>
              <a:xfrm>
                <a:off x="3035931" y="5541480"/>
                <a:ext cx="128160" cy="54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19">
            <p14:nvContentPartPr>
              <p14:cNvPr id="348" name="Ink 347">
                <a:extLst>
                  <a:ext uri="{FF2B5EF4-FFF2-40B4-BE49-F238E27FC236}">
                    <a16:creationId xmlns:a16="http://schemas.microsoft.com/office/drawing/2014/main" id="{E9DE393F-F59D-46B0-A02B-F71AB317D264}"/>
                  </a:ext>
                </a:extLst>
              </p14:cNvPr>
              <p14:cNvContentPartPr/>
              <p14:nvPr/>
            </p14:nvContentPartPr>
            <p14:xfrm>
              <a:off x="3116931" y="5616360"/>
              <a:ext cx="65880" cy="45360"/>
            </p14:xfrm>
          </p:contentPart>
        </mc:Choice>
        <mc:Fallback>
          <p:pic>
            <p:nvPicPr>
              <p:cNvPr id="348" name="Ink 347">
                <a:extLst>
                  <a:ext uri="{FF2B5EF4-FFF2-40B4-BE49-F238E27FC236}">
                    <a16:creationId xmlns:a16="http://schemas.microsoft.com/office/drawing/2014/main" id="{E9DE393F-F59D-46B0-A02B-F71AB317D264}"/>
                  </a:ext>
                </a:extLst>
              </p:cNvPr>
              <p:cNvPicPr/>
              <p:nvPr/>
            </p:nvPicPr>
            <p:blipFill>
              <a:blip r:embed="rId320"/>
              <a:stretch>
                <a:fillRect/>
              </a:stretch>
            </p:blipFill>
            <p:spPr>
              <a:xfrm>
                <a:off x="3099291" y="5598360"/>
                <a:ext cx="101520" cy="81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1">
            <p14:nvContentPartPr>
              <p14:cNvPr id="350" name="Ink 349">
                <a:extLst>
                  <a:ext uri="{FF2B5EF4-FFF2-40B4-BE49-F238E27FC236}">
                    <a16:creationId xmlns:a16="http://schemas.microsoft.com/office/drawing/2014/main" id="{33A7DB37-A9AC-1045-8632-FBEC95180C66}"/>
                  </a:ext>
                </a:extLst>
              </p14:cNvPr>
              <p14:cNvContentPartPr/>
              <p14:nvPr/>
            </p14:nvContentPartPr>
            <p14:xfrm>
              <a:off x="3485931" y="5199840"/>
              <a:ext cx="179640" cy="227880"/>
            </p14:xfrm>
          </p:contentPart>
        </mc:Choice>
        <mc:Fallback>
          <p:pic>
            <p:nvPicPr>
              <p:cNvPr id="350" name="Ink 349">
                <a:extLst>
                  <a:ext uri="{FF2B5EF4-FFF2-40B4-BE49-F238E27FC236}">
                    <a16:creationId xmlns:a16="http://schemas.microsoft.com/office/drawing/2014/main" id="{33A7DB37-A9AC-1045-8632-FBEC95180C66}"/>
                  </a:ext>
                </a:extLst>
              </p:cNvPr>
              <p:cNvPicPr/>
              <p:nvPr/>
            </p:nvPicPr>
            <p:blipFill>
              <a:blip r:embed="rId322"/>
              <a:stretch>
                <a:fillRect/>
              </a:stretch>
            </p:blipFill>
            <p:spPr>
              <a:xfrm>
                <a:off x="3468291" y="5181840"/>
                <a:ext cx="215280" cy="26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3">
            <p14:nvContentPartPr>
              <p14:cNvPr id="351" name="Ink 350">
                <a:extLst>
                  <a:ext uri="{FF2B5EF4-FFF2-40B4-BE49-F238E27FC236}">
                    <a16:creationId xmlns:a16="http://schemas.microsoft.com/office/drawing/2014/main" id="{9E7CBA8B-6458-6C3B-92A7-8CC9FE194BA4}"/>
                  </a:ext>
                </a:extLst>
              </p14:cNvPr>
              <p14:cNvContentPartPr/>
              <p14:nvPr/>
            </p14:nvContentPartPr>
            <p14:xfrm>
              <a:off x="3792291" y="5369040"/>
              <a:ext cx="109440" cy="46800"/>
            </p14:xfrm>
          </p:contentPart>
        </mc:Choice>
        <mc:Fallback>
          <p:pic>
            <p:nvPicPr>
              <p:cNvPr id="351" name="Ink 350">
                <a:extLst>
                  <a:ext uri="{FF2B5EF4-FFF2-40B4-BE49-F238E27FC236}">
                    <a16:creationId xmlns:a16="http://schemas.microsoft.com/office/drawing/2014/main" id="{9E7CBA8B-6458-6C3B-92A7-8CC9FE194BA4}"/>
                  </a:ext>
                </a:extLst>
              </p:cNvPr>
              <p:cNvPicPr/>
              <p:nvPr/>
            </p:nvPicPr>
            <p:blipFill>
              <a:blip r:embed="rId324"/>
              <a:stretch>
                <a:fillRect/>
              </a:stretch>
            </p:blipFill>
            <p:spPr>
              <a:xfrm>
                <a:off x="3774291" y="5351400"/>
                <a:ext cx="145080" cy="8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5">
            <p14:nvContentPartPr>
              <p14:cNvPr id="353" name="Ink 352">
                <a:extLst>
                  <a:ext uri="{FF2B5EF4-FFF2-40B4-BE49-F238E27FC236}">
                    <a16:creationId xmlns:a16="http://schemas.microsoft.com/office/drawing/2014/main" id="{7BD27BF8-CECD-1ECE-4E14-B4A36DE44E18}"/>
                  </a:ext>
                </a:extLst>
              </p14:cNvPr>
              <p14:cNvContentPartPr/>
              <p14:nvPr/>
            </p14:nvContentPartPr>
            <p14:xfrm>
              <a:off x="4136091" y="5257440"/>
              <a:ext cx="206280" cy="29520"/>
            </p14:xfrm>
          </p:contentPart>
        </mc:Choice>
        <mc:Fallback>
          <p:pic>
            <p:nvPicPr>
              <p:cNvPr id="353" name="Ink 352">
                <a:extLst>
                  <a:ext uri="{FF2B5EF4-FFF2-40B4-BE49-F238E27FC236}">
                    <a16:creationId xmlns:a16="http://schemas.microsoft.com/office/drawing/2014/main" id="{7BD27BF8-CECD-1ECE-4E14-B4A36DE44E18}"/>
                  </a:ext>
                </a:extLst>
              </p:cNvPr>
              <p:cNvPicPr/>
              <p:nvPr/>
            </p:nvPicPr>
            <p:blipFill>
              <a:blip r:embed="rId326"/>
              <a:stretch>
                <a:fillRect/>
              </a:stretch>
            </p:blipFill>
            <p:spPr>
              <a:xfrm>
                <a:off x="4118451" y="5239440"/>
                <a:ext cx="241920" cy="6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7">
            <p14:nvContentPartPr>
              <p14:cNvPr id="354" name="Ink 353">
                <a:extLst>
                  <a:ext uri="{FF2B5EF4-FFF2-40B4-BE49-F238E27FC236}">
                    <a16:creationId xmlns:a16="http://schemas.microsoft.com/office/drawing/2014/main" id="{6DA0EB5F-8C81-0140-C683-52A2B1B7C93F}"/>
                  </a:ext>
                </a:extLst>
              </p14:cNvPr>
              <p14:cNvContentPartPr/>
              <p14:nvPr/>
            </p14:nvContentPartPr>
            <p14:xfrm>
              <a:off x="4475211" y="5122440"/>
              <a:ext cx="160560" cy="216720"/>
            </p14:xfrm>
          </p:contentPart>
        </mc:Choice>
        <mc:Fallback>
          <p:pic>
            <p:nvPicPr>
              <p:cNvPr id="354" name="Ink 353">
                <a:extLst>
                  <a:ext uri="{FF2B5EF4-FFF2-40B4-BE49-F238E27FC236}">
                    <a16:creationId xmlns:a16="http://schemas.microsoft.com/office/drawing/2014/main" id="{6DA0EB5F-8C81-0140-C683-52A2B1B7C93F}"/>
                  </a:ext>
                </a:extLst>
              </p:cNvPr>
              <p:cNvPicPr/>
              <p:nvPr/>
            </p:nvPicPr>
            <p:blipFill>
              <a:blip r:embed="rId328"/>
              <a:stretch>
                <a:fillRect/>
              </a:stretch>
            </p:blipFill>
            <p:spPr>
              <a:xfrm>
                <a:off x="4457571" y="5104800"/>
                <a:ext cx="196200" cy="25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9">
            <p14:nvContentPartPr>
              <p14:cNvPr id="355" name="Ink 354">
                <a:extLst>
                  <a:ext uri="{FF2B5EF4-FFF2-40B4-BE49-F238E27FC236}">
                    <a16:creationId xmlns:a16="http://schemas.microsoft.com/office/drawing/2014/main" id="{C9ACC756-D3DE-35CA-8E61-F737EFBFE932}"/>
                  </a:ext>
                </a:extLst>
              </p14:cNvPr>
              <p14:cNvContentPartPr/>
              <p14:nvPr/>
            </p14:nvContentPartPr>
            <p14:xfrm>
              <a:off x="4720011" y="5272560"/>
              <a:ext cx="116640" cy="112320"/>
            </p14:xfrm>
          </p:contentPart>
        </mc:Choice>
        <mc:Fallback>
          <p:pic>
            <p:nvPicPr>
              <p:cNvPr id="355" name="Ink 354">
                <a:extLst>
                  <a:ext uri="{FF2B5EF4-FFF2-40B4-BE49-F238E27FC236}">
                    <a16:creationId xmlns:a16="http://schemas.microsoft.com/office/drawing/2014/main" id="{C9ACC756-D3DE-35CA-8E61-F737EFBFE932}"/>
                  </a:ext>
                </a:extLst>
              </p:cNvPr>
              <p:cNvPicPr/>
              <p:nvPr/>
            </p:nvPicPr>
            <p:blipFill>
              <a:blip r:embed="rId330"/>
              <a:stretch>
                <a:fillRect/>
              </a:stretch>
            </p:blipFill>
            <p:spPr>
              <a:xfrm>
                <a:off x="4702371" y="5254560"/>
                <a:ext cx="152280" cy="147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31">
            <p14:nvContentPartPr>
              <p14:cNvPr id="356" name="Ink 355">
                <a:extLst>
                  <a:ext uri="{FF2B5EF4-FFF2-40B4-BE49-F238E27FC236}">
                    <a16:creationId xmlns:a16="http://schemas.microsoft.com/office/drawing/2014/main" id="{77D41751-FA23-4A7C-D4CC-46EED0415D91}"/>
                  </a:ext>
                </a:extLst>
              </p14:cNvPr>
              <p14:cNvContentPartPr/>
              <p14:nvPr/>
            </p14:nvContentPartPr>
            <p14:xfrm>
              <a:off x="4913331" y="5258520"/>
              <a:ext cx="159480" cy="85320"/>
            </p14:xfrm>
          </p:contentPart>
        </mc:Choice>
        <mc:Fallback>
          <p:pic>
            <p:nvPicPr>
              <p:cNvPr id="356" name="Ink 355">
                <a:extLst>
                  <a:ext uri="{FF2B5EF4-FFF2-40B4-BE49-F238E27FC236}">
                    <a16:creationId xmlns:a16="http://schemas.microsoft.com/office/drawing/2014/main" id="{77D41751-FA23-4A7C-D4CC-46EED0415D91}"/>
                  </a:ext>
                </a:extLst>
              </p:cNvPr>
              <p:cNvPicPr/>
              <p:nvPr/>
            </p:nvPicPr>
            <p:blipFill>
              <a:blip r:embed="rId332"/>
              <a:stretch>
                <a:fillRect/>
              </a:stretch>
            </p:blipFill>
            <p:spPr>
              <a:xfrm>
                <a:off x="4895691" y="5240520"/>
                <a:ext cx="195120" cy="120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33">
            <p14:nvContentPartPr>
              <p14:cNvPr id="357" name="Ink 356">
                <a:extLst>
                  <a:ext uri="{FF2B5EF4-FFF2-40B4-BE49-F238E27FC236}">
                    <a16:creationId xmlns:a16="http://schemas.microsoft.com/office/drawing/2014/main" id="{EF94F992-A446-AF87-ABA7-591E6B0AB6CD}"/>
                  </a:ext>
                </a:extLst>
              </p14:cNvPr>
              <p14:cNvContentPartPr/>
              <p14:nvPr/>
            </p14:nvContentPartPr>
            <p14:xfrm>
              <a:off x="5156691" y="5067000"/>
              <a:ext cx="73800" cy="269640"/>
            </p14:xfrm>
          </p:contentPart>
        </mc:Choice>
        <mc:Fallback>
          <p:pic>
            <p:nvPicPr>
              <p:cNvPr id="357" name="Ink 356">
                <a:extLst>
                  <a:ext uri="{FF2B5EF4-FFF2-40B4-BE49-F238E27FC236}">
                    <a16:creationId xmlns:a16="http://schemas.microsoft.com/office/drawing/2014/main" id="{EF94F992-A446-AF87-ABA7-591E6B0AB6CD}"/>
                  </a:ext>
                </a:extLst>
              </p:cNvPr>
              <p:cNvPicPr/>
              <p:nvPr/>
            </p:nvPicPr>
            <p:blipFill>
              <a:blip r:embed="rId334"/>
              <a:stretch>
                <a:fillRect/>
              </a:stretch>
            </p:blipFill>
            <p:spPr>
              <a:xfrm>
                <a:off x="5138691" y="5049360"/>
                <a:ext cx="109440" cy="30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35">
            <p14:nvContentPartPr>
              <p14:cNvPr id="358" name="Ink 357">
                <a:extLst>
                  <a:ext uri="{FF2B5EF4-FFF2-40B4-BE49-F238E27FC236}">
                    <a16:creationId xmlns:a16="http://schemas.microsoft.com/office/drawing/2014/main" id="{37DCBB2E-AF37-04CF-546B-3D00F4C94DC9}"/>
                  </a:ext>
                </a:extLst>
              </p14:cNvPr>
              <p14:cNvContentPartPr/>
              <p14:nvPr/>
            </p14:nvContentPartPr>
            <p14:xfrm>
              <a:off x="5141211" y="5160600"/>
              <a:ext cx="159480" cy="60840"/>
            </p14:xfrm>
          </p:contentPart>
        </mc:Choice>
        <mc:Fallback>
          <p:pic>
            <p:nvPicPr>
              <p:cNvPr id="358" name="Ink 357">
                <a:extLst>
                  <a:ext uri="{FF2B5EF4-FFF2-40B4-BE49-F238E27FC236}">
                    <a16:creationId xmlns:a16="http://schemas.microsoft.com/office/drawing/2014/main" id="{37DCBB2E-AF37-04CF-546B-3D00F4C94DC9}"/>
                  </a:ext>
                </a:extLst>
              </p:cNvPr>
              <p:cNvPicPr/>
              <p:nvPr/>
            </p:nvPicPr>
            <p:blipFill>
              <a:blip r:embed="rId336"/>
              <a:stretch>
                <a:fillRect/>
              </a:stretch>
            </p:blipFill>
            <p:spPr>
              <a:xfrm>
                <a:off x="5123571" y="5142960"/>
                <a:ext cx="195120" cy="96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37">
            <p14:nvContentPartPr>
              <p14:cNvPr id="359" name="Ink 358">
                <a:extLst>
                  <a:ext uri="{FF2B5EF4-FFF2-40B4-BE49-F238E27FC236}">
                    <a16:creationId xmlns:a16="http://schemas.microsoft.com/office/drawing/2014/main" id="{FCC7090F-030B-47F1-4FDB-60D13CAB347D}"/>
                  </a:ext>
                </a:extLst>
              </p14:cNvPr>
              <p14:cNvContentPartPr/>
              <p14:nvPr/>
            </p14:nvContentPartPr>
            <p14:xfrm>
              <a:off x="3502131" y="5591520"/>
              <a:ext cx="2125800" cy="72360"/>
            </p14:xfrm>
          </p:contentPart>
        </mc:Choice>
        <mc:Fallback>
          <p:pic>
            <p:nvPicPr>
              <p:cNvPr id="359" name="Ink 358">
                <a:extLst>
                  <a:ext uri="{FF2B5EF4-FFF2-40B4-BE49-F238E27FC236}">
                    <a16:creationId xmlns:a16="http://schemas.microsoft.com/office/drawing/2014/main" id="{FCC7090F-030B-47F1-4FDB-60D13CAB347D}"/>
                  </a:ext>
                </a:extLst>
              </p:cNvPr>
              <p:cNvPicPr/>
              <p:nvPr/>
            </p:nvPicPr>
            <p:blipFill>
              <a:blip r:embed="rId338"/>
              <a:stretch>
                <a:fillRect/>
              </a:stretch>
            </p:blipFill>
            <p:spPr>
              <a:xfrm>
                <a:off x="3484491" y="5573520"/>
                <a:ext cx="2161440" cy="10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39">
            <p14:nvContentPartPr>
              <p14:cNvPr id="360" name="Ink 359">
                <a:extLst>
                  <a:ext uri="{FF2B5EF4-FFF2-40B4-BE49-F238E27FC236}">
                    <a16:creationId xmlns:a16="http://schemas.microsoft.com/office/drawing/2014/main" id="{ECE73ECE-5B11-516E-4E4A-74C253E849F4}"/>
                  </a:ext>
                </a:extLst>
              </p14:cNvPr>
              <p14:cNvContentPartPr/>
              <p14:nvPr/>
            </p14:nvContentPartPr>
            <p14:xfrm>
              <a:off x="4243731" y="5770080"/>
              <a:ext cx="89640" cy="291240"/>
            </p14:xfrm>
          </p:contentPart>
        </mc:Choice>
        <mc:Fallback>
          <p:pic>
            <p:nvPicPr>
              <p:cNvPr id="360" name="Ink 359">
                <a:extLst>
                  <a:ext uri="{FF2B5EF4-FFF2-40B4-BE49-F238E27FC236}">
                    <a16:creationId xmlns:a16="http://schemas.microsoft.com/office/drawing/2014/main" id="{ECE73ECE-5B11-516E-4E4A-74C253E849F4}"/>
                  </a:ext>
                </a:extLst>
              </p:cNvPr>
              <p:cNvPicPr/>
              <p:nvPr/>
            </p:nvPicPr>
            <p:blipFill>
              <a:blip r:embed="rId340"/>
              <a:stretch>
                <a:fillRect/>
              </a:stretch>
            </p:blipFill>
            <p:spPr>
              <a:xfrm>
                <a:off x="4225731" y="5752440"/>
                <a:ext cx="125280" cy="32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1">
            <p14:nvContentPartPr>
              <p14:cNvPr id="361" name="Ink 360">
                <a:extLst>
                  <a:ext uri="{FF2B5EF4-FFF2-40B4-BE49-F238E27FC236}">
                    <a16:creationId xmlns:a16="http://schemas.microsoft.com/office/drawing/2014/main" id="{74E4EAE6-A608-3BAF-9484-B5A6E0DFF933}"/>
                  </a:ext>
                </a:extLst>
              </p14:cNvPr>
              <p14:cNvContentPartPr/>
              <p14:nvPr/>
            </p14:nvContentPartPr>
            <p14:xfrm>
              <a:off x="4222851" y="5743800"/>
              <a:ext cx="234360" cy="186480"/>
            </p14:xfrm>
          </p:contentPart>
        </mc:Choice>
        <mc:Fallback>
          <p:pic>
            <p:nvPicPr>
              <p:cNvPr id="361" name="Ink 360">
                <a:extLst>
                  <a:ext uri="{FF2B5EF4-FFF2-40B4-BE49-F238E27FC236}">
                    <a16:creationId xmlns:a16="http://schemas.microsoft.com/office/drawing/2014/main" id="{74E4EAE6-A608-3BAF-9484-B5A6E0DFF933}"/>
                  </a:ext>
                </a:extLst>
              </p:cNvPr>
              <p:cNvPicPr/>
              <p:nvPr/>
            </p:nvPicPr>
            <p:blipFill>
              <a:blip r:embed="rId342"/>
              <a:stretch>
                <a:fillRect/>
              </a:stretch>
            </p:blipFill>
            <p:spPr>
              <a:xfrm>
                <a:off x="4204851" y="5726160"/>
                <a:ext cx="270000" cy="222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3">
            <p14:nvContentPartPr>
              <p14:cNvPr id="362" name="Ink 361">
                <a:extLst>
                  <a:ext uri="{FF2B5EF4-FFF2-40B4-BE49-F238E27FC236}">
                    <a16:creationId xmlns:a16="http://schemas.microsoft.com/office/drawing/2014/main" id="{EEA58A8B-818C-F03C-AB02-87C1D7396ABA}"/>
                  </a:ext>
                </a:extLst>
              </p14:cNvPr>
              <p14:cNvContentPartPr/>
              <p14:nvPr/>
            </p14:nvContentPartPr>
            <p14:xfrm>
              <a:off x="4604451" y="5804640"/>
              <a:ext cx="98280" cy="304920"/>
            </p14:xfrm>
          </p:contentPart>
        </mc:Choice>
        <mc:Fallback>
          <p:pic>
            <p:nvPicPr>
              <p:cNvPr id="362" name="Ink 361">
                <a:extLst>
                  <a:ext uri="{FF2B5EF4-FFF2-40B4-BE49-F238E27FC236}">
                    <a16:creationId xmlns:a16="http://schemas.microsoft.com/office/drawing/2014/main" id="{EEA58A8B-818C-F03C-AB02-87C1D7396ABA}"/>
                  </a:ext>
                </a:extLst>
              </p:cNvPr>
              <p:cNvPicPr/>
              <p:nvPr/>
            </p:nvPicPr>
            <p:blipFill>
              <a:blip r:embed="rId344"/>
              <a:stretch>
                <a:fillRect/>
              </a:stretch>
            </p:blipFill>
            <p:spPr>
              <a:xfrm>
                <a:off x="4586811" y="5786640"/>
                <a:ext cx="133920" cy="340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5">
            <p14:nvContentPartPr>
              <p14:cNvPr id="363" name="Ink 362">
                <a:extLst>
                  <a:ext uri="{FF2B5EF4-FFF2-40B4-BE49-F238E27FC236}">
                    <a16:creationId xmlns:a16="http://schemas.microsoft.com/office/drawing/2014/main" id="{E8552B83-9967-5DF3-4C4F-455B17DC45D2}"/>
                  </a:ext>
                </a:extLst>
              </p14:cNvPr>
              <p14:cNvContentPartPr/>
              <p14:nvPr/>
            </p14:nvContentPartPr>
            <p14:xfrm>
              <a:off x="4533891" y="5937120"/>
              <a:ext cx="137160" cy="84600"/>
            </p14:xfrm>
          </p:contentPart>
        </mc:Choice>
        <mc:Fallback>
          <p:pic>
            <p:nvPicPr>
              <p:cNvPr id="363" name="Ink 362">
                <a:extLst>
                  <a:ext uri="{FF2B5EF4-FFF2-40B4-BE49-F238E27FC236}">
                    <a16:creationId xmlns:a16="http://schemas.microsoft.com/office/drawing/2014/main" id="{E8552B83-9967-5DF3-4C4F-455B17DC45D2}"/>
                  </a:ext>
                </a:extLst>
              </p:cNvPr>
              <p:cNvPicPr/>
              <p:nvPr/>
            </p:nvPicPr>
            <p:blipFill>
              <a:blip r:embed="rId346"/>
              <a:stretch>
                <a:fillRect/>
              </a:stretch>
            </p:blipFill>
            <p:spPr>
              <a:xfrm>
                <a:off x="4515891" y="5919120"/>
                <a:ext cx="172800" cy="120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7">
            <p14:nvContentPartPr>
              <p14:cNvPr id="366" name="Ink 365">
                <a:extLst>
                  <a:ext uri="{FF2B5EF4-FFF2-40B4-BE49-F238E27FC236}">
                    <a16:creationId xmlns:a16="http://schemas.microsoft.com/office/drawing/2014/main" id="{8D505C32-8231-AEE2-614D-6F03B5342F9F}"/>
                  </a:ext>
                </a:extLst>
              </p14:cNvPr>
              <p14:cNvContentPartPr/>
              <p14:nvPr/>
            </p14:nvContentPartPr>
            <p14:xfrm>
              <a:off x="2865291" y="6350400"/>
              <a:ext cx="63000" cy="294120"/>
            </p14:xfrm>
          </p:contentPart>
        </mc:Choice>
        <mc:Fallback>
          <p:pic>
            <p:nvPicPr>
              <p:cNvPr id="366" name="Ink 365">
                <a:extLst>
                  <a:ext uri="{FF2B5EF4-FFF2-40B4-BE49-F238E27FC236}">
                    <a16:creationId xmlns:a16="http://schemas.microsoft.com/office/drawing/2014/main" id="{8D505C32-8231-AEE2-614D-6F03B5342F9F}"/>
                  </a:ext>
                </a:extLst>
              </p:cNvPr>
              <p:cNvPicPr/>
              <p:nvPr/>
            </p:nvPicPr>
            <p:blipFill>
              <a:blip r:embed="rId348"/>
              <a:stretch>
                <a:fillRect/>
              </a:stretch>
            </p:blipFill>
            <p:spPr>
              <a:xfrm>
                <a:off x="2847291" y="6332400"/>
                <a:ext cx="98640" cy="329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9">
            <p14:nvContentPartPr>
              <p14:cNvPr id="367" name="Ink 366">
                <a:extLst>
                  <a:ext uri="{FF2B5EF4-FFF2-40B4-BE49-F238E27FC236}">
                    <a16:creationId xmlns:a16="http://schemas.microsoft.com/office/drawing/2014/main" id="{1F20B341-7CBC-2D9A-5A06-A8A12909F409}"/>
                  </a:ext>
                </a:extLst>
              </p14:cNvPr>
              <p14:cNvContentPartPr/>
              <p14:nvPr/>
            </p14:nvContentPartPr>
            <p14:xfrm>
              <a:off x="2767731" y="6357960"/>
              <a:ext cx="192600" cy="70200"/>
            </p14:xfrm>
          </p:contentPart>
        </mc:Choice>
        <mc:Fallback>
          <p:pic>
            <p:nvPicPr>
              <p:cNvPr id="367" name="Ink 366">
                <a:extLst>
                  <a:ext uri="{FF2B5EF4-FFF2-40B4-BE49-F238E27FC236}">
                    <a16:creationId xmlns:a16="http://schemas.microsoft.com/office/drawing/2014/main" id="{1F20B341-7CBC-2D9A-5A06-A8A12909F409}"/>
                  </a:ext>
                </a:extLst>
              </p:cNvPr>
              <p:cNvPicPr/>
              <p:nvPr/>
            </p:nvPicPr>
            <p:blipFill>
              <a:blip r:embed="rId350"/>
              <a:stretch>
                <a:fillRect/>
              </a:stretch>
            </p:blipFill>
            <p:spPr>
              <a:xfrm>
                <a:off x="2750091" y="6339960"/>
                <a:ext cx="228240" cy="105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51">
            <p14:nvContentPartPr>
              <p14:cNvPr id="368" name="Ink 367">
                <a:extLst>
                  <a:ext uri="{FF2B5EF4-FFF2-40B4-BE49-F238E27FC236}">
                    <a16:creationId xmlns:a16="http://schemas.microsoft.com/office/drawing/2014/main" id="{1F72C36D-CF58-0E91-9CB3-8795DC93D4A1}"/>
                  </a:ext>
                </a:extLst>
              </p14:cNvPr>
              <p14:cNvContentPartPr/>
              <p14:nvPr/>
            </p14:nvContentPartPr>
            <p14:xfrm>
              <a:off x="2845491" y="6629400"/>
              <a:ext cx="107640" cy="46080"/>
            </p14:xfrm>
          </p:contentPart>
        </mc:Choice>
        <mc:Fallback>
          <p:pic>
            <p:nvPicPr>
              <p:cNvPr id="368" name="Ink 367">
                <a:extLst>
                  <a:ext uri="{FF2B5EF4-FFF2-40B4-BE49-F238E27FC236}">
                    <a16:creationId xmlns:a16="http://schemas.microsoft.com/office/drawing/2014/main" id="{1F72C36D-CF58-0E91-9CB3-8795DC93D4A1}"/>
                  </a:ext>
                </a:extLst>
              </p:cNvPr>
              <p:cNvPicPr/>
              <p:nvPr/>
            </p:nvPicPr>
            <p:blipFill>
              <a:blip r:embed="rId352"/>
              <a:stretch>
                <a:fillRect/>
              </a:stretch>
            </p:blipFill>
            <p:spPr>
              <a:xfrm>
                <a:off x="2827491" y="6611760"/>
                <a:ext cx="143280" cy="8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53">
            <p14:nvContentPartPr>
              <p14:cNvPr id="369" name="Ink 368">
                <a:extLst>
                  <a:ext uri="{FF2B5EF4-FFF2-40B4-BE49-F238E27FC236}">
                    <a16:creationId xmlns:a16="http://schemas.microsoft.com/office/drawing/2014/main" id="{A9631667-93D7-DB88-D69D-090841042545}"/>
                  </a:ext>
                </a:extLst>
              </p14:cNvPr>
              <p14:cNvContentPartPr/>
              <p14:nvPr/>
            </p14:nvContentPartPr>
            <p14:xfrm>
              <a:off x="3141051" y="6505560"/>
              <a:ext cx="122040" cy="221040"/>
            </p14:xfrm>
          </p:contentPart>
        </mc:Choice>
        <mc:Fallback>
          <p:pic>
            <p:nvPicPr>
              <p:cNvPr id="369" name="Ink 368">
                <a:extLst>
                  <a:ext uri="{FF2B5EF4-FFF2-40B4-BE49-F238E27FC236}">
                    <a16:creationId xmlns:a16="http://schemas.microsoft.com/office/drawing/2014/main" id="{A9631667-93D7-DB88-D69D-090841042545}"/>
                  </a:ext>
                </a:extLst>
              </p:cNvPr>
              <p:cNvPicPr/>
              <p:nvPr/>
            </p:nvPicPr>
            <p:blipFill>
              <a:blip r:embed="rId354"/>
              <a:stretch>
                <a:fillRect/>
              </a:stretch>
            </p:blipFill>
            <p:spPr>
              <a:xfrm>
                <a:off x="3123051" y="6487920"/>
                <a:ext cx="157680" cy="25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55">
            <p14:nvContentPartPr>
              <p14:cNvPr id="370" name="Ink 369">
                <a:extLst>
                  <a:ext uri="{FF2B5EF4-FFF2-40B4-BE49-F238E27FC236}">
                    <a16:creationId xmlns:a16="http://schemas.microsoft.com/office/drawing/2014/main" id="{47DA2877-BBFD-A221-A39B-053016028276}"/>
                  </a:ext>
                </a:extLst>
              </p14:cNvPr>
              <p14:cNvContentPartPr/>
              <p14:nvPr/>
            </p14:nvContentPartPr>
            <p14:xfrm>
              <a:off x="3388731" y="6522840"/>
              <a:ext cx="32040" cy="20880"/>
            </p14:xfrm>
          </p:contentPart>
        </mc:Choice>
        <mc:Fallback>
          <p:pic>
            <p:nvPicPr>
              <p:cNvPr id="370" name="Ink 369">
                <a:extLst>
                  <a:ext uri="{FF2B5EF4-FFF2-40B4-BE49-F238E27FC236}">
                    <a16:creationId xmlns:a16="http://schemas.microsoft.com/office/drawing/2014/main" id="{47DA2877-BBFD-A221-A39B-053016028276}"/>
                  </a:ext>
                </a:extLst>
              </p:cNvPr>
              <p:cNvPicPr/>
              <p:nvPr/>
            </p:nvPicPr>
            <p:blipFill>
              <a:blip r:embed="rId356"/>
              <a:stretch>
                <a:fillRect/>
              </a:stretch>
            </p:blipFill>
            <p:spPr>
              <a:xfrm>
                <a:off x="3371091" y="6505200"/>
                <a:ext cx="67680" cy="5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57">
            <p14:nvContentPartPr>
              <p14:cNvPr id="371" name="Ink 370">
                <a:extLst>
                  <a:ext uri="{FF2B5EF4-FFF2-40B4-BE49-F238E27FC236}">
                    <a16:creationId xmlns:a16="http://schemas.microsoft.com/office/drawing/2014/main" id="{0528910A-D2A5-3BB3-0BEC-B3E95D7E8EAE}"/>
                  </a:ext>
                </a:extLst>
              </p14:cNvPr>
              <p14:cNvContentPartPr/>
              <p14:nvPr/>
            </p14:nvContentPartPr>
            <p14:xfrm>
              <a:off x="3412131" y="6596640"/>
              <a:ext cx="66240" cy="16560"/>
            </p14:xfrm>
          </p:contentPart>
        </mc:Choice>
        <mc:Fallback>
          <p:pic>
            <p:nvPicPr>
              <p:cNvPr id="371" name="Ink 370">
                <a:extLst>
                  <a:ext uri="{FF2B5EF4-FFF2-40B4-BE49-F238E27FC236}">
                    <a16:creationId xmlns:a16="http://schemas.microsoft.com/office/drawing/2014/main" id="{0528910A-D2A5-3BB3-0BEC-B3E95D7E8EAE}"/>
                  </a:ext>
                </a:extLst>
              </p:cNvPr>
              <p:cNvPicPr/>
              <p:nvPr/>
            </p:nvPicPr>
            <p:blipFill>
              <a:blip r:embed="rId358"/>
              <a:stretch>
                <a:fillRect/>
              </a:stretch>
            </p:blipFill>
            <p:spPr>
              <a:xfrm>
                <a:off x="3394491" y="6579000"/>
                <a:ext cx="101880" cy="52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59">
            <p14:nvContentPartPr>
              <p14:cNvPr id="373" name="Ink 372">
                <a:extLst>
                  <a:ext uri="{FF2B5EF4-FFF2-40B4-BE49-F238E27FC236}">
                    <a16:creationId xmlns:a16="http://schemas.microsoft.com/office/drawing/2014/main" id="{0A85ABEA-F23A-870D-C588-FD29E52C6F81}"/>
                  </a:ext>
                </a:extLst>
              </p14:cNvPr>
              <p14:cNvContentPartPr/>
              <p14:nvPr/>
            </p14:nvContentPartPr>
            <p14:xfrm>
              <a:off x="3608691" y="6357960"/>
              <a:ext cx="137520" cy="48240"/>
            </p14:xfrm>
          </p:contentPart>
        </mc:Choice>
        <mc:Fallback>
          <p:pic>
            <p:nvPicPr>
              <p:cNvPr id="373" name="Ink 372">
                <a:extLst>
                  <a:ext uri="{FF2B5EF4-FFF2-40B4-BE49-F238E27FC236}">
                    <a16:creationId xmlns:a16="http://schemas.microsoft.com/office/drawing/2014/main" id="{0A85ABEA-F23A-870D-C588-FD29E52C6F81}"/>
                  </a:ext>
                </a:extLst>
              </p:cNvPr>
              <p:cNvPicPr/>
              <p:nvPr/>
            </p:nvPicPr>
            <p:blipFill>
              <a:blip r:embed="rId360"/>
              <a:stretch>
                <a:fillRect/>
              </a:stretch>
            </p:blipFill>
            <p:spPr>
              <a:xfrm>
                <a:off x="3591051" y="6340320"/>
                <a:ext cx="173160" cy="83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61">
            <p14:nvContentPartPr>
              <p14:cNvPr id="374" name="Ink 373">
                <a:extLst>
                  <a:ext uri="{FF2B5EF4-FFF2-40B4-BE49-F238E27FC236}">
                    <a16:creationId xmlns:a16="http://schemas.microsoft.com/office/drawing/2014/main" id="{B2916229-5F43-BADE-127E-BB12FC04E338}"/>
                  </a:ext>
                </a:extLst>
              </p14:cNvPr>
              <p14:cNvContentPartPr/>
              <p14:nvPr/>
            </p14:nvContentPartPr>
            <p14:xfrm>
              <a:off x="3836211" y="6225480"/>
              <a:ext cx="148320" cy="165600"/>
            </p14:xfrm>
          </p:contentPart>
        </mc:Choice>
        <mc:Fallback>
          <p:pic>
            <p:nvPicPr>
              <p:cNvPr id="374" name="Ink 373">
                <a:extLst>
                  <a:ext uri="{FF2B5EF4-FFF2-40B4-BE49-F238E27FC236}">
                    <a16:creationId xmlns:a16="http://schemas.microsoft.com/office/drawing/2014/main" id="{B2916229-5F43-BADE-127E-BB12FC04E338}"/>
                  </a:ext>
                </a:extLst>
              </p:cNvPr>
              <p:cNvPicPr/>
              <p:nvPr/>
            </p:nvPicPr>
            <p:blipFill>
              <a:blip r:embed="rId362"/>
              <a:stretch>
                <a:fillRect/>
              </a:stretch>
            </p:blipFill>
            <p:spPr>
              <a:xfrm>
                <a:off x="3818211" y="6207480"/>
                <a:ext cx="183960" cy="201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63">
            <p14:nvContentPartPr>
              <p14:cNvPr id="375" name="Ink 374">
                <a:extLst>
                  <a:ext uri="{FF2B5EF4-FFF2-40B4-BE49-F238E27FC236}">
                    <a16:creationId xmlns:a16="http://schemas.microsoft.com/office/drawing/2014/main" id="{1CC09601-FB2F-03A9-57F4-6E3C5F60AA45}"/>
                  </a:ext>
                </a:extLst>
              </p14:cNvPr>
              <p14:cNvContentPartPr/>
              <p14:nvPr/>
            </p14:nvContentPartPr>
            <p14:xfrm>
              <a:off x="4114131" y="6315480"/>
              <a:ext cx="97920" cy="120600"/>
            </p14:xfrm>
          </p:contentPart>
        </mc:Choice>
        <mc:Fallback>
          <p:pic>
            <p:nvPicPr>
              <p:cNvPr id="375" name="Ink 374">
                <a:extLst>
                  <a:ext uri="{FF2B5EF4-FFF2-40B4-BE49-F238E27FC236}">
                    <a16:creationId xmlns:a16="http://schemas.microsoft.com/office/drawing/2014/main" id="{1CC09601-FB2F-03A9-57F4-6E3C5F60AA45}"/>
                  </a:ext>
                </a:extLst>
              </p:cNvPr>
              <p:cNvPicPr/>
              <p:nvPr/>
            </p:nvPicPr>
            <p:blipFill>
              <a:blip r:embed="rId364"/>
              <a:stretch>
                <a:fillRect/>
              </a:stretch>
            </p:blipFill>
            <p:spPr>
              <a:xfrm>
                <a:off x="4096131" y="6297480"/>
                <a:ext cx="133560" cy="15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65">
            <p14:nvContentPartPr>
              <p14:cNvPr id="376" name="Ink 375">
                <a:extLst>
                  <a:ext uri="{FF2B5EF4-FFF2-40B4-BE49-F238E27FC236}">
                    <a16:creationId xmlns:a16="http://schemas.microsoft.com/office/drawing/2014/main" id="{4951FD61-D3D2-F0CA-D64A-3F1BC66F12B2}"/>
                  </a:ext>
                </a:extLst>
              </p14:cNvPr>
              <p14:cNvContentPartPr/>
              <p14:nvPr/>
            </p14:nvContentPartPr>
            <p14:xfrm>
              <a:off x="4258491" y="6290640"/>
              <a:ext cx="132480" cy="89640"/>
            </p14:xfrm>
          </p:contentPart>
        </mc:Choice>
        <mc:Fallback>
          <p:pic>
            <p:nvPicPr>
              <p:cNvPr id="376" name="Ink 375">
                <a:extLst>
                  <a:ext uri="{FF2B5EF4-FFF2-40B4-BE49-F238E27FC236}">
                    <a16:creationId xmlns:a16="http://schemas.microsoft.com/office/drawing/2014/main" id="{4951FD61-D3D2-F0CA-D64A-3F1BC66F12B2}"/>
                  </a:ext>
                </a:extLst>
              </p:cNvPr>
              <p:cNvPicPr/>
              <p:nvPr/>
            </p:nvPicPr>
            <p:blipFill>
              <a:blip r:embed="rId366"/>
              <a:stretch>
                <a:fillRect/>
              </a:stretch>
            </p:blipFill>
            <p:spPr>
              <a:xfrm>
                <a:off x="4240851" y="6273000"/>
                <a:ext cx="168120" cy="12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67">
            <p14:nvContentPartPr>
              <p14:cNvPr id="377" name="Ink 376">
                <a:extLst>
                  <a:ext uri="{FF2B5EF4-FFF2-40B4-BE49-F238E27FC236}">
                    <a16:creationId xmlns:a16="http://schemas.microsoft.com/office/drawing/2014/main" id="{C0D356B2-EFB3-A813-A2A8-39995DB0E8F6}"/>
                  </a:ext>
                </a:extLst>
              </p14:cNvPr>
              <p14:cNvContentPartPr/>
              <p14:nvPr/>
            </p14:nvContentPartPr>
            <p14:xfrm>
              <a:off x="4448571" y="6185520"/>
              <a:ext cx="48240" cy="99720"/>
            </p14:xfrm>
          </p:contentPart>
        </mc:Choice>
        <mc:Fallback>
          <p:pic>
            <p:nvPicPr>
              <p:cNvPr id="377" name="Ink 376">
                <a:extLst>
                  <a:ext uri="{FF2B5EF4-FFF2-40B4-BE49-F238E27FC236}">
                    <a16:creationId xmlns:a16="http://schemas.microsoft.com/office/drawing/2014/main" id="{C0D356B2-EFB3-A813-A2A8-39995DB0E8F6}"/>
                  </a:ext>
                </a:extLst>
              </p:cNvPr>
              <p:cNvPicPr/>
              <p:nvPr/>
            </p:nvPicPr>
            <p:blipFill>
              <a:blip r:embed="rId368"/>
              <a:stretch>
                <a:fillRect/>
              </a:stretch>
            </p:blipFill>
            <p:spPr>
              <a:xfrm>
                <a:off x="4430931" y="6167520"/>
                <a:ext cx="83880" cy="135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69">
            <p14:nvContentPartPr>
              <p14:cNvPr id="378" name="Ink 377">
                <a:extLst>
                  <a:ext uri="{FF2B5EF4-FFF2-40B4-BE49-F238E27FC236}">
                    <a16:creationId xmlns:a16="http://schemas.microsoft.com/office/drawing/2014/main" id="{AC190068-33F7-C8FE-71FF-ADEF5311A2EF}"/>
                  </a:ext>
                </a:extLst>
              </p14:cNvPr>
              <p14:cNvContentPartPr/>
              <p14:nvPr/>
            </p14:nvContentPartPr>
            <p14:xfrm>
              <a:off x="4470891" y="6216120"/>
              <a:ext cx="95040" cy="37080"/>
            </p14:xfrm>
          </p:contentPart>
        </mc:Choice>
        <mc:Fallback>
          <p:pic>
            <p:nvPicPr>
              <p:cNvPr id="378" name="Ink 377">
                <a:extLst>
                  <a:ext uri="{FF2B5EF4-FFF2-40B4-BE49-F238E27FC236}">
                    <a16:creationId xmlns:a16="http://schemas.microsoft.com/office/drawing/2014/main" id="{AC190068-33F7-C8FE-71FF-ADEF5311A2EF}"/>
                  </a:ext>
                </a:extLst>
              </p:cNvPr>
              <p:cNvPicPr/>
              <p:nvPr/>
            </p:nvPicPr>
            <p:blipFill>
              <a:blip r:embed="rId370"/>
              <a:stretch>
                <a:fillRect/>
              </a:stretch>
            </p:blipFill>
            <p:spPr>
              <a:xfrm>
                <a:off x="4452891" y="6198120"/>
                <a:ext cx="130680" cy="72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71">
            <p14:nvContentPartPr>
              <p14:cNvPr id="379" name="Ink 378">
                <a:extLst>
                  <a:ext uri="{FF2B5EF4-FFF2-40B4-BE49-F238E27FC236}">
                    <a16:creationId xmlns:a16="http://schemas.microsoft.com/office/drawing/2014/main" id="{A989E359-33E3-A9E7-3E79-AB405F974F52}"/>
                  </a:ext>
                </a:extLst>
              </p14:cNvPr>
              <p14:cNvContentPartPr/>
              <p14:nvPr/>
            </p14:nvContentPartPr>
            <p14:xfrm>
              <a:off x="3816051" y="6459480"/>
              <a:ext cx="759960" cy="120600"/>
            </p14:xfrm>
          </p:contentPart>
        </mc:Choice>
        <mc:Fallback>
          <p:pic>
            <p:nvPicPr>
              <p:cNvPr id="379" name="Ink 378">
                <a:extLst>
                  <a:ext uri="{FF2B5EF4-FFF2-40B4-BE49-F238E27FC236}">
                    <a16:creationId xmlns:a16="http://schemas.microsoft.com/office/drawing/2014/main" id="{A989E359-33E3-A9E7-3E79-AB405F974F52}"/>
                  </a:ext>
                </a:extLst>
              </p:cNvPr>
              <p:cNvPicPr/>
              <p:nvPr/>
            </p:nvPicPr>
            <p:blipFill>
              <a:blip r:embed="rId372"/>
              <a:stretch>
                <a:fillRect/>
              </a:stretch>
            </p:blipFill>
            <p:spPr>
              <a:xfrm>
                <a:off x="3798051" y="6441840"/>
                <a:ext cx="795600" cy="15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73">
            <p14:nvContentPartPr>
              <p14:cNvPr id="380" name="Ink 379">
                <a:extLst>
                  <a:ext uri="{FF2B5EF4-FFF2-40B4-BE49-F238E27FC236}">
                    <a16:creationId xmlns:a16="http://schemas.microsoft.com/office/drawing/2014/main" id="{EA3B059C-58B9-B7AD-A8E0-2120448B70DD}"/>
                  </a:ext>
                </a:extLst>
              </p14:cNvPr>
              <p14:cNvContentPartPr/>
              <p14:nvPr/>
            </p14:nvContentPartPr>
            <p14:xfrm>
              <a:off x="4176051" y="6664320"/>
              <a:ext cx="77400" cy="145440"/>
            </p14:xfrm>
          </p:contentPart>
        </mc:Choice>
        <mc:Fallback>
          <p:pic>
            <p:nvPicPr>
              <p:cNvPr id="380" name="Ink 379">
                <a:extLst>
                  <a:ext uri="{FF2B5EF4-FFF2-40B4-BE49-F238E27FC236}">
                    <a16:creationId xmlns:a16="http://schemas.microsoft.com/office/drawing/2014/main" id="{EA3B059C-58B9-B7AD-A8E0-2120448B70DD}"/>
                  </a:ext>
                </a:extLst>
              </p:cNvPr>
              <p:cNvPicPr/>
              <p:nvPr/>
            </p:nvPicPr>
            <p:blipFill>
              <a:blip r:embed="rId374"/>
              <a:stretch>
                <a:fillRect/>
              </a:stretch>
            </p:blipFill>
            <p:spPr>
              <a:xfrm>
                <a:off x="4158051" y="6646680"/>
                <a:ext cx="113040" cy="181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75">
            <p14:nvContentPartPr>
              <p14:cNvPr id="381" name="Ink 380">
                <a:extLst>
                  <a:ext uri="{FF2B5EF4-FFF2-40B4-BE49-F238E27FC236}">
                    <a16:creationId xmlns:a16="http://schemas.microsoft.com/office/drawing/2014/main" id="{EE56110E-E5E3-2353-4AC2-EBA87BBD5EDC}"/>
                  </a:ext>
                </a:extLst>
              </p14:cNvPr>
              <p14:cNvContentPartPr/>
              <p14:nvPr/>
            </p14:nvContentPartPr>
            <p14:xfrm>
              <a:off x="4180731" y="6589440"/>
              <a:ext cx="173880" cy="119160"/>
            </p14:xfrm>
          </p:contentPart>
        </mc:Choice>
        <mc:Fallback>
          <p:pic>
            <p:nvPicPr>
              <p:cNvPr id="381" name="Ink 380">
                <a:extLst>
                  <a:ext uri="{FF2B5EF4-FFF2-40B4-BE49-F238E27FC236}">
                    <a16:creationId xmlns:a16="http://schemas.microsoft.com/office/drawing/2014/main" id="{EE56110E-E5E3-2353-4AC2-EBA87BBD5EDC}"/>
                  </a:ext>
                </a:extLst>
              </p:cNvPr>
              <p:cNvPicPr/>
              <p:nvPr/>
            </p:nvPicPr>
            <p:blipFill>
              <a:blip r:embed="rId376"/>
              <a:stretch>
                <a:fillRect/>
              </a:stretch>
            </p:blipFill>
            <p:spPr>
              <a:xfrm>
                <a:off x="4162731" y="6571800"/>
                <a:ext cx="209520" cy="15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77">
            <p14:nvContentPartPr>
              <p14:cNvPr id="382" name="Ink 381">
                <a:extLst>
                  <a:ext uri="{FF2B5EF4-FFF2-40B4-BE49-F238E27FC236}">
                    <a16:creationId xmlns:a16="http://schemas.microsoft.com/office/drawing/2014/main" id="{97AF3C20-D474-92A3-0B28-985B706039E4}"/>
                  </a:ext>
                </a:extLst>
              </p14:cNvPr>
              <p14:cNvContentPartPr/>
              <p14:nvPr/>
            </p14:nvContentPartPr>
            <p14:xfrm>
              <a:off x="4464051" y="6608160"/>
              <a:ext cx="53280" cy="148320"/>
            </p14:xfrm>
          </p:contentPart>
        </mc:Choice>
        <mc:Fallback>
          <p:pic>
            <p:nvPicPr>
              <p:cNvPr id="382" name="Ink 381">
                <a:extLst>
                  <a:ext uri="{FF2B5EF4-FFF2-40B4-BE49-F238E27FC236}">
                    <a16:creationId xmlns:a16="http://schemas.microsoft.com/office/drawing/2014/main" id="{97AF3C20-D474-92A3-0B28-985B706039E4}"/>
                  </a:ext>
                </a:extLst>
              </p:cNvPr>
              <p:cNvPicPr/>
              <p:nvPr/>
            </p:nvPicPr>
            <p:blipFill>
              <a:blip r:embed="rId378"/>
              <a:stretch>
                <a:fillRect/>
              </a:stretch>
            </p:blipFill>
            <p:spPr>
              <a:xfrm>
                <a:off x="4446051" y="6590160"/>
                <a:ext cx="88920" cy="18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79">
            <p14:nvContentPartPr>
              <p14:cNvPr id="383" name="Ink 382">
                <a:extLst>
                  <a:ext uri="{FF2B5EF4-FFF2-40B4-BE49-F238E27FC236}">
                    <a16:creationId xmlns:a16="http://schemas.microsoft.com/office/drawing/2014/main" id="{5503433C-C375-54CD-8320-7128EB07E366}"/>
                  </a:ext>
                </a:extLst>
              </p14:cNvPr>
              <p14:cNvContentPartPr/>
              <p14:nvPr/>
            </p14:nvContentPartPr>
            <p14:xfrm>
              <a:off x="4463691" y="6635880"/>
              <a:ext cx="99360" cy="77400"/>
            </p14:xfrm>
          </p:contentPart>
        </mc:Choice>
        <mc:Fallback>
          <p:pic>
            <p:nvPicPr>
              <p:cNvPr id="383" name="Ink 382">
                <a:extLst>
                  <a:ext uri="{FF2B5EF4-FFF2-40B4-BE49-F238E27FC236}">
                    <a16:creationId xmlns:a16="http://schemas.microsoft.com/office/drawing/2014/main" id="{5503433C-C375-54CD-8320-7128EB07E366}"/>
                  </a:ext>
                </a:extLst>
              </p:cNvPr>
              <p:cNvPicPr/>
              <p:nvPr/>
            </p:nvPicPr>
            <p:blipFill>
              <a:blip r:embed="rId380"/>
              <a:stretch>
                <a:fillRect/>
              </a:stretch>
            </p:blipFill>
            <p:spPr>
              <a:xfrm>
                <a:off x="4446051" y="6618240"/>
                <a:ext cx="135000" cy="113040"/>
              </a:xfrm>
              <a:prstGeom prst="rect">
                <a:avLst/>
              </a:prstGeom>
            </p:spPr>
          </p:pic>
        </mc:Fallback>
      </mc:AlternateContent>
      <p:grpSp>
        <p:nvGrpSpPr>
          <p:cNvPr id="402" name="Group 401">
            <a:extLst>
              <a:ext uri="{FF2B5EF4-FFF2-40B4-BE49-F238E27FC236}">
                <a16:creationId xmlns:a16="http://schemas.microsoft.com/office/drawing/2014/main" id="{1C2962B2-F0B6-3179-DAA0-89C821D1B0B3}"/>
              </a:ext>
            </a:extLst>
          </p:cNvPr>
          <p:cNvGrpSpPr/>
          <p:nvPr/>
        </p:nvGrpSpPr>
        <p:grpSpPr>
          <a:xfrm>
            <a:off x="4812171" y="6246000"/>
            <a:ext cx="1377360" cy="389520"/>
            <a:chOff x="4812171" y="6246000"/>
            <a:chExt cx="1377360" cy="389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81">
              <p14:nvContentPartPr>
                <p14:cNvPr id="384" name="Ink 383">
                  <a:extLst>
                    <a:ext uri="{FF2B5EF4-FFF2-40B4-BE49-F238E27FC236}">
                      <a16:creationId xmlns:a16="http://schemas.microsoft.com/office/drawing/2014/main" id="{F069D6EA-E409-449C-B32F-7899B34FC198}"/>
                    </a:ext>
                  </a:extLst>
                </p14:cNvPr>
                <p14:cNvContentPartPr/>
                <p14:nvPr/>
              </p14:nvContentPartPr>
              <p14:xfrm>
                <a:off x="4812171" y="6467040"/>
                <a:ext cx="38520" cy="24480"/>
              </p14:xfrm>
            </p:contentPart>
          </mc:Choice>
          <mc:Fallback>
            <p:pic>
              <p:nvPicPr>
                <p:cNvPr id="384" name="Ink 383">
                  <a:extLst>
                    <a:ext uri="{FF2B5EF4-FFF2-40B4-BE49-F238E27FC236}">
                      <a16:creationId xmlns:a16="http://schemas.microsoft.com/office/drawing/2014/main" id="{F069D6EA-E409-449C-B32F-7899B34FC198}"/>
                    </a:ext>
                  </a:extLst>
                </p:cNvPr>
                <p:cNvPicPr/>
                <p:nvPr/>
              </p:nvPicPr>
              <p:blipFill>
                <a:blip r:embed="rId382"/>
                <a:stretch>
                  <a:fillRect/>
                </a:stretch>
              </p:blipFill>
              <p:spPr>
                <a:xfrm>
                  <a:off x="4794531" y="6449400"/>
                  <a:ext cx="7416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3">
              <p14:nvContentPartPr>
                <p14:cNvPr id="385" name="Ink 384">
                  <a:extLst>
                    <a:ext uri="{FF2B5EF4-FFF2-40B4-BE49-F238E27FC236}">
                      <a16:creationId xmlns:a16="http://schemas.microsoft.com/office/drawing/2014/main" id="{14A8F0C0-7A53-D47B-A7A7-C9BDDB7DE97D}"/>
                    </a:ext>
                  </a:extLst>
                </p14:cNvPr>
                <p14:cNvContentPartPr/>
                <p14:nvPr/>
              </p14:nvContentPartPr>
              <p14:xfrm>
                <a:off x="4824771" y="6513120"/>
                <a:ext cx="78480" cy="52920"/>
              </p14:xfrm>
            </p:contentPart>
          </mc:Choice>
          <mc:Fallback>
            <p:pic>
              <p:nvPicPr>
                <p:cNvPr id="385" name="Ink 384">
                  <a:extLst>
                    <a:ext uri="{FF2B5EF4-FFF2-40B4-BE49-F238E27FC236}">
                      <a16:creationId xmlns:a16="http://schemas.microsoft.com/office/drawing/2014/main" id="{14A8F0C0-7A53-D47B-A7A7-C9BDDB7DE97D}"/>
                    </a:ext>
                  </a:extLst>
                </p:cNvPr>
                <p:cNvPicPr/>
                <p:nvPr/>
              </p:nvPicPr>
              <p:blipFill>
                <a:blip r:embed="rId384"/>
                <a:stretch>
                  <a:fillRect/>
                </a:stretch>
              </p:blipFill>
              <p:spPr>
                <a:xfrm>
                  <a:off x="4806771" y="6495120"/>
                  <a:ext cx="11412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5">
              <p14:nvContentPartPr>
                <p14:cNvPr id="388" name="Ink 387">
                  <a:extLst>
                    <a:ext uri="{FF2B5EF4-FFF2-40B4-BE49-F238E27FC236}">
                      <a16:creationId xmlns:a16="http://schemas.microsoft.com/office/drawing/2014/main" id="{019755DE-B6EA-84E7-9406-28A01C8C0A90}"/>
                    </a:ext>
                  </a:extLst>
                </p14:cNvPr>
                <p14:cNvContentPartPr/>
                <p14:nvPr/>
              </p14:nvContentPartPr>
              <p14:xfrm>
                <a:off x="5202771" y="6320520"/>
                <a:ext cx="28080" cy="39960"/>
              </p14:xfrm>
            </p:contentPart>
          </mc:Choice>
          <mc:Fallback>
            <p:pic>
              <p:nvPicPr>
                <p:cNvPr id="388" name="Ink 387">
                  <a:extLst>
                    <a:ext uri="{FF2B5EF4-FFF2-40B4-BE49-F238E27FC236}">
                      <a16:creationId xmlns:a16="http://schemas.microsoft.com/office/drawing/2014/main" id="{019755DE-B6EA-84E7-9406-28A01C8C0A90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5185131" y="6302880"/>
                  <a:ext cx="6372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7">
              <p14:nvContentPartPr>
                <p14:cNvPr id="389" name="Ink 388">
                  <a:extLst>
                    <a:ext uri="{FF2B5EF4-FFF2-40B4-BE49-F238E27FC236}">
                      <a16:creationId xmlns:a16="http://schemas.microsoft.com/office/drawing/2014/main" id="{8CC6F163-73E1-0DCA-5374-EA06D18A1742}"/>
                    </a:ext>
                  </a:extLst>
                </p14:cNvPr>
                <p14:cNvContentPartPr/>
                <p14:nvPr/>
              </p14:nvContentPartPr>
              <p14:xfrm>
                <a:off x="4834491" y="6365160"/>
                <a:ext cx="226080" cy="270360"/>
              </p14:xfrm>
            </p:contentPart>
          </mc:Choice>
          <mc:Fallback>
            <p:pic>
              <p:nvPicPr>
                <p:cNvPr id="389" name="Ink 388">
                  <a:extLst>
                    <a:ext uri="{FF2B5EF4-FFF2-40B4-BE49-F238E27FC236}">
                      <a16:creationId xmlns:a16="http://schemas.microsoft.com/office/drawing/2014/main" id="{8CC6F163-73E1-0DCA-5374-EA06D18A1742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4816851" y="6347520"/>
                  <a:ext cx="26172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9">
              <p14:nvContentPartPr>
                <p14:cNvPr id="390" name="Ink 389">
                  <a:extLst>
                    <a:ext uri="{FF2B5EF4-FFF2-40B4-BE49-F238E27FC236}">
                      <a16:creationId xmlns:a16="http://schemas.microsoft.com/office/drawing/2014/main" id="{72C6254C-0E2C-959F-0BDB-62AEF473DBD4}"/>
                    </a:ext>
                  </a:extLst>
                </p14:cNvPr>
                <p14:cNvContentPartPr/>
                <p14:nvPr/>
              </p14:nvContentPartPr>
              <p14:xfrm>
                <a:off x="5237691" y="6266160"/>
                <a:ext cx="191160" cy="218160"/>
              </p14:xfrm>
            </p:contentPart>
          </mc:Choice>
          <mc:Fallback>
            <p:pic>
              <p:nvPicPr>
                <p:cNvPr id="390" name="Ink 389">
                  <a:extLst>
                    <a:ext uri="{FF2B5EF4-FFF2-40B4-BE49-F238E27FC236}">
                      <a16:creationId xmlns:a16="http://schemas.microsoft.com/office/drawing/2014/main" id="{72C6254C-0E2C-959F-0BDB-62AEF473DBD4}"/>
                    </a:ext>
                  </a:extLst>
                </p:cNvPr>
                <p:cNvPicPr/>
                <p:nvPr/>
              </p:nvPicPr>
              <p:blipFill>
                <a:blip r:embed="rId390"/>
                <a:stretch>
                  <a:fillRect/>
                </a:stretch>
              </p:blipFill>
              <p:spPr>
                <a:xfrm>
                  <a:off x="5219691" y="6248160"/>
                  <a:ext cx="22680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1">
              <p14:nvContentPartPr>
                <p14:cNvPr id="391" name="Ink 390">
                  <a:extLst>
                    <a:ext uri="{FF2B5EF4-FFF2-40B4-BE49-F238E27FC236}">
                      <a16:creationId xmlns:a16="http://schemas.microsoft.com/office/drawing/2014/main" id="{24493389-1597-333F-DEBD-9B07206E2028}"/>
                    </a:ext>
                  </a:extLst>
                </p14:cNvPr>
                <p14:cNvContentPartPr/>
                <p14:nvPr/>
              </p14:nvContentPartPr>
              <p14:xfrm>
                <a:off x="5604891" y="6404400"/>
                <a:ext cx="49680" cy="114480"/>
              </p14:xfrm>
            </p:contentPart>
          </mc:Choice>
          <mc:Fallback>
            <p:pic>
              <p:nvPicPr>
                <p:cNvPr id="391" name="Ink 390">
                  <a:extLst>
                    <a:ext uri="{FF2B5EF4-FFF2-40B4-BE49-F238E27FC236}">
                      <a16:creationId xmlns:a16="http://schemas.microsoft.com/office/drawing/2014/main" id="{24493389-1597-333F-DEBD-9B07206E2028}"/>
                    </a:ext>
                  </a:extLst>
                </p:cNvPr>
                <p:cNvPicPr/>
                <p:nvPr/>
              </p:nvPicPr>
              <p:blipFill>
                <a:blip r:embed="rId392"/>
                <a:stretch>
                  <a:fillRect/>
                </a:stretch>
              </p:blipFill>
              <p:spPr>
                <a:xfrm>
                  <a:off x="5586891" y="6386760"/>
                  <a:ext cx="8532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3">
              <p14:nvContentPartPr>
                <p14:cNvPr id="392" name="Ink 391">
                  <a:extLst>
                    <a:ext uri="{FF2B5EF4-FFF2-40B4-BE49-F238E27FC236}">
                      <a16:creationId xmlns:a16="http://schemas.microsoft.com/office/drawing/2014/main" id="{9D55FB27-8C55-F75C-A48A-BC1BA22FFBA8}"/>
                    </a:ext>
                  </a:extLst>
                </p14:cNvPr>
                <p14:cNvContentPartPr/>
                <p14:nvPr/>
              </p14:nvContentPartPr>
              <p14:xfrm>
                <a:off x="5755371" y="6389280"/>
                <a:ext cx="119160" cy="89640"/>
              </p14:xfrm>
            </p:contentPart>
          </mc:Choice>
          <mc:Fallback>
            <p:pic>
              <p:nvPicPr>
                <p:cNvPr id="392" name="Ink 391">
                  <a:extLst>
                    <a:ext uri="{FF2B5EF4-FFF2-40B4-BE49-F238E27FC236}">
                      <a16:creationId xmlns:a16="http://schemas.microsoft.com/office/drawing/2014/main" id="{9D55FB27-8C55-F75C-A48A-BC1BA22FFBA8}"/>
                    </a:ext>
                  </a:extLst>
                </p:cNvPr>
                <p:cNvPicPr/>
                <p:nvPr/>
              </p:nvPicPr>
              <p:blipFill>
                <a:blip r:embed="rId394"/>
                <a:stretch>
                  <a:fillRect/>
                </a:stretch>
              </p:blipFill>
              <p:spPr>
                <a:xfrm>
                  <a:off x="5737731" y="6371280"/>
                  <a:ext cx="15480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5">
              <p14:nvContentPartPr>
                <p14:cNvPr id="393" name="Ink 392">
                  <a:extLst>
                    <a:ext uri="{FF2B5EF4-FFF2-40B4-BE49-F238E27FC236}">
                      <a16:creationId xmlns:a16="http://schemas.microsoft.com/office/drawing/2014/main" id="{07EB7E8A-763E-5520-A8A9-3ED0A39B2246}"/>
                    </a:ext>
                  </a:extLst>
                </p14:cNvPr>
                <p14:cNvContentPartPr/>
                <p14:nvPr/>
              </p14:nvContentPartPr>
              <p14:xfrm>
                <a:off x="5949771" y="6246000"/>
                <a:ext cx="78480" cy="180720"/>
              </p14:xfrm>
            </p:contentPart>
          </mc:Choice>
          <mc:Fallback>
            <p:pic>
              <p:nvPicPr>
                <p:cNvPr id="393" name="Ink 392">
                  <a:extLst>
                    <a:ext uri="{FF2B5EF4-FFF2-40B4-BE49-F238E27FC236}">
                      <a16:creationId xmlns:a16="http://schemas.microsoft.com/office/drawing/2014/main" id="{07EB7E8A-763E-5520-A8A9-3ED0A39B2246}"/>
                    </a:ext>
                  </a:extLst>
                </p:cNvPr>
                <p:cNvPicPr/>
                <p:nvPr/>
              </p:nvPicPr>
              <p:blipFill>
                <a:blip r:embed="rId396"/>
                <a:stretch>
                  <a:fillRect/>
                </a:stretch>
              </p:blipFill>
              <p:spPr>
                <a:xfrm>
                  <a:off x="5931771" y="6228000"/>
                  <a:ext cx="11412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7">
              <p14:nvContentPartPr>
                <p14:cNvPr id="394" name="Ink 393">
                  <a:extLst>
                    <a:ext uri="{FF2B5EF4-FFF2-40B4-BE49-F238E27FC236}">
                      <a16:creationId xmlns:a16="http://schemas.microsoft.com/office/drawing/2014/main" id="{DE269B9A-F6E5-8895-55F1-0562BC9CDE65}"/>
                    </a:ext>
                  </a:extLst>
                </p14:cNvPr>
                <p14:cNvContentPartPr/>
                <p14:nvPr/>
              </p14:nvContentPartPr>
              <p14:xfrm>
                <a:off x="5944371" y="6248880"/>
                <a:ext cx="113040" cy="53280"/>
              </p14:xfrm>
            </p:contentPart>
          </mc:Choice>
          <mc:Fallback>
            <p:pic>
              <p:nvPicPr>
                <p:cNvPr id="394" name="Ink 393">
                  <a:extLst>
                    <a:ext uri="{FF2B5EF4-FFF2-40B4-BE49-F238E27FC236}">
                      <a16:creationId xmlns:a16="http://schemas.microsoft.com/office/drawing/2014/main" id="{DE269B9A-F6E5-8895-55F1-0562BC9CDE65}"/>
                    </a:ext>
                  </a:extLst>
                </p:cNvPr>
                <p:cNvPicPr/>
                <p:nvPr/>
              </p:nvPicPr>
              <p:blipFill>
                <a:blip r:embed="rId398"/>
                <a:stretch>
                  <a:fillRect/>
                </a:stretch>
              </p:blipFill>
              <p:spPr>
                <a:xfrm>
                  <a:off x="5926731" y="6230880"/>
                  <a:ext cx="14868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9">
              <p14:nvContentPartPr>
                <p14:cNvPr id="395" name="Ink 394">
                  <a:extLst>
                    <a:ext uri="{FF2B5EF4-FFF2-40B4-BE49-F238E27FC236}">
                      <a16:creationId xmlns:a16="http://schemas.microsoft.com/office/drawing/2014/main" id="{B73E1F46-D4C8-04BE-14CD-664A84296F02}"/>
                    </a:ext>
                  </a:extLst>
                </p14:cNvPr>
                <p14:cNvContentPartPr/>
                <p14:nvPr/>
              </p14:nvContentPartPr>
              <p14:xfrm>
                <a:off x="6110691" y="6301440"/>
                <a:ext cx="78840" cy="68400"/>
              </p14:xfrm>
            </p:contentPart>
          </mc:Choice>
          <mc:Fallback>
            <p:pic>
              <p:nvPicPr>
                <p:cNvPr id="395" name="Ink 394">
                  <a:extLst>
                    <a:ext uri="{FF2B5EF4-FFF2-40B4-BE49-F238E27FC236}">
                      <a16:creationId xmlns:a16="http://schemas.microsoft.com/office/drawing/2014/main" id="{B73E1F46-D4C8-04BE-14CD-664A84296F02}"/>
                    </a:ext>
                  </a:extLst>
                </p:cNvPr>
                <p:cNvPicPr/>
                <p:nvPr/>
              </p:nvPicPr>
              <p:blipFill>
                <a:blip r:embed="rId400"/>
                <a:stretch>
                  <a:fillRect/>
                </a:stretch>
              </p:blipFill>
              <p:spPr>
                <a:xfrm>
                  <a:off x="6093051" y="6283800"/>
                  <a:ext cx="114480" cy="104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1" name="Group 400">
            <a:extLst>
              <a:ext uri="{FF2B5EF4-FFF2-40B4-BE49-F238E27FC236}">
                <a16:creationId xmlns:a16="http://schemas.microsoft.com/office/drawing/2014/main" id="{F6DEF899-1533-5B9E-D7BA-096BD5919BC6}"/>
              </a:ext>
            </a:extLst>
          </p:cNvPr>
          <p:cNvGrpSpPr/>
          <p:nvPr/>
        </p:nvGrpSpPr>
        <p:grpSpPr>
          <a:xfrm>
            <a:off x="6408051" y="6051600"/>
            <a:ext cx="587880" cy="326880"/>
            <a:chOff x="6408051" y="6051600"/>
            <a:chExt cx="587880" cy="326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1">
              <p14:nvContentPartPr>
                <p14:cNvPr id="396" name="Ink 395">
                  <a:extLst>
                    <a:ext uri="{FF2B5EF4-FFF2-40B4-BE49-F238E27FC236}">
                      <a16:creationId xmlns:a16="http://schemas.microsoft.com/office/drawing/2014/main" id="{188FCAE5-691F-03D0-BF18-D696BB2FA3CC}"/>
                    </a:ext>
                  </a:extLst>
                </p14:cNvPr>
                <p14:cNvContentPartPr/>
                <p14:nvPr/>
              </p14:nvContentPartPr>
              <p14:xfrm>
                <a:off x="6408051" y="6248520"/>
                <a:ext cx="111600" cy="15480"/>
              </p14:xfrm>
            </p:contentPart>
          </mc:Choice>
          <mc:Fallback>
            <p:pic>
              <p:nvPicPr>
                <p:cNvPr id="396" name="Ink 395">
                  <a:extLst>
                    <a:ext uri="{FF2B5EF4-FFF2-40B4-BE49-F238E27FC236}">
                      <a16:creationId xmlns:a16="http://schemas.microsoft.com/office/drawing/2014/main" id="{188FCAE5-691F-03D0-BF18-D696BB2FA3CC}"/>
                    </a:ext>
                  </a:extLst>
                </p:cNvPr>
                <p:cNvPicPr/>
                <p:nvPr/>
              </p:nvPicPr>
              <p:blipFill>
                <a:blip r:embed="rId402"/>
                <a:stretch>
                  <a:fillRect/>
                </a:stretch>
              </p:blipFill>
              <p:spPr>
                <a:xfrm>
                  <a:off x="6390411" y="6230880"/>
                  <a:ext cx="14724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3">
              <p14:nvContentPartPr>
                <p14:cNvPr id="397" name="Ink 396">
                  <a:extLst>
                    <a:ext uri="{FF2B5EF4-FFF2-40B4-BE49-F238E27FC236}">
                      <a16:creationId xmlns:a16="http://schemas.microsoft.com/office/drawing/2014/main" id="{6F5E8189-312A-ABB7-CC53-72E16D25F6EB}"/>
                    </a:ext>
                  </a:extLst>
                </p14:cNvPr>
                <p14:cNvContentPartPr/>
                <p14:nvPr/>
              </p14:nvContentPartPr>
              <p14:xfrm>
                <a:off x="6700371" y="6164280"/>
                <a:ext cx="48240" cy="214200"/>
              </p14:xfrm>
            </p:contentPart>
          </mc:Choice>
          <mc:Fallback>
            <p:pic>
              <p:nvPicPr>
                <p:cNvPr id="397" name="Ink 396">
                  <a:extLst>
                    <a:ext uri="{FF2B5EF4-FFF2-40B4-BE49-F238E27FC236}">
                      <a16:creationId xmlns:a16="http://schemas.microsoft.com/office/drawing/2014/main" id="{6F5E8189-312A-ABB7-CC53-72E16D25F6EB}"/>
                    </a:ext>
                  </a:extLst>
                </p:cNvPr>
                <p:cNvPicPr/>
                <p:nvPr/>
              </p:nvPicPr>
              <p:blipFill>
                <a:blip r:embed="rId404"/>
                <a:stretch>
                  <a:fillRect/>
                </a:stretch>
              </p:blipFill>
              <p:spPr>
                <a:xfrm>
                  <a:off x="6682731" y="6146640"/>
                  <a:ext cx="8388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5">
              <p14:nvContentPartPr>
                <p14:cNvPr id="398" name="Ink 397">
                  <a:extLst>
                    <a:ext uri="{FF2B5EF4-FFF2-40B4-BE49-F238E27FC236}">
                      <a16:creationId xmlns:a16="http://schemas.microsoft.com/office/drawing/2014/main" id="{B748439B-46CD-07B1-0BCA-A4E2AD66C8FB}"/>
                    </a:ext>
                  </a:extLst>
                </p14:cNvPr>
                <p14:cNvContentPartPr/>
                <p14:nvPr/>
              </p14:nvContentPartPr>
              <p14:xfrm>
                <a:off x="6696771" y="6051600"/>
                <a:ext cx="124560" cy="207000"/>
              </p14:xfrm>
            </p:contentPart>
          </mc:Choice>
          <mc:Fallback>
            <p:pic>
              <p:nvPicPr>
                <p:cNvPr id="398" name="Ink 397">
                  <a:extLst>
                    <a:ext uri="{FF2B5EF4-FFF2-40B4-BE49-F238E27FC236}">
                      <a16:creationId xmlns:a16="http://schemas.microsoft.com/office/drawing/2014/main" id="{B748439B-46CD-07B1-0BCA-A4E2AD66C8FB}"/>
                    </a:ext>
                  </a:extLst>
                </p:cNvPr>
                <p:cNvPicPr/>
                <p:nvPr/>
              </p:nvPicPr>
              <p:blipFill>
                <a:blip r:embed="rId406"/>
                <a:stretch>
                  <a:fillRect/>
                </a:stretch>
              </p:blipFill>
              <p:spPr>
                <a:xfrm>
                  <a:off x="6679131" y="6033600"/>
                  <a:ext cx="16020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7">
              <p14:nvContentPartPr>
                <p14:cNvPr id="399" name="Ink 398">
                  <a:extLst>
                    <a:ext uri="{FF2B5EF4-FFF2-40B4-BE49-F238E27FC236}">
                      <a16:creationId xmlns:a16="http://schemas.microsoft.com/office/drawing/2014/main" id="{E3D65815-BCEB-C54D-7A45-9866FB7C50BB}"/>
                    </a:ext>
                  </a:extLst>
                </p14:cNvPr>
                <p14:cNvContentPartPr/>
                <p14:nvPr/>
              </p14:nvContentPartPr>
              <p14:xfrm>
                <a:off x="6910611" y="6143040"/>
                <a:ext cx="85320" cy="200880"/>
              </p14:xfrm>
            </p:contentPart>
          </mc:Choice>
          <mc:Fallback>
            <p:pic>
              <p:nvPicPr>
                <p:cNvPr id="399" name="Ink 398">
                  <a:extLst>
                    <a:ext uri="{FF2B5EF4-FFF2-40B4-BE49-F238E27FC236}">
                      <a16:creationId xmlns:a16="http://schemas.microsoft.com/office/drawing/2014/main" id="{E3D65815-BCEB-C54D-7A45-9866FB7C50BB}"/>
                    </a:ext>
                  </a:extLst>
                </p:cNvPr>
                <p:cNvPicPr/>
                <p:nvPr/>
              </p:nvPicPr>
              <p:blipFill>
                <a:blip r:embed="rId408"/>
                <a:stretch>
                  <a:fillRect/>
                </a:stretch>
              </p:blipFill>
              <p:spPr>
                <a:xfrm>
                  <a:off x="6892611" y="6125400"/>
                  <a:ext cx="12096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9">
              <p14:nvContentPartPr>
                <p14:cNvPr id="400" name="Ink 399">
                  <a:extLst>
                    <a:ext uri="{FF2B5EF4-FFF2-40B4-BE49-F238E27FC236}">
                      <a16:creationId xmlns:a16="http://schemas.microsoft.com/office/drawing/2014/main" id="{1DA338FE-9D14-1D9A-C2AC-99968C0B1377}"/>
                    </a:ext>
                  </a:extLst>
                </p14:cNvPr>
                <p14:cNvContentPartPr/>
                <p14:nvPr/>
              </p14:nvContentPartPr>
              <p14:xfrm>
                <a:off x="6869931" y="6257880"/>
                <a:ext cx="112320" cy="59760"/>
              </p14:xfrm>
            </p:contentPart>
          </mc:Choice>
          <mc:Fallback>
            <p:pic>
              <p:nvPicPr>
                <p:cNvPr id="400" name="Ink 399">
                  <a:extLst>
                    <a:ext uri="{FF2B5EF4-FFF2-40B4-BE49-F238E27FC236}">
                      <a16:creationId xmlns:a16="http://schemas.microsoft.com/office/drawing/2014/main" id="{1DA338FE-9D14-1D9A-C2AC-99968C0B1377}"/>
                    </a:ext>
                  </a:extLst>
                </p:cNvPr>
                <p:cNvPicPr/>
                <p:nvPr/>
              </p:nvPicPr>
              <p:blipFill>
                <a:blip r:embed="rId410"/>
                <a:stretch>
                  <a:fillRect/>
                </a:stretch>
              </p:blipFill>
              <p:spPr>
                <a:xfrm>
                  <a:off x="6852291" y="6239880"/>
                  <a:ext cx="147960" cy="95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7" name="Group 406">
            <a:extLst>
              <a:ext uri="{FF2B5EF4-FFF2-40B4-BE49-F238E27FC236}">
                <a16:creationId xmlns:a16="http://schemas.microsoft.com/office/drawing/2014/main" id="{817464E2-36FA-1408-372B-D8685D6C8FFF}"/>
              </a:ext>
            </a:extLst>
          </p:cNvPr>
          <p:cNvGrpSpPr/>
          <p:nvPr/>
        </p:nvGrpSpPr>
        <p:grpSpPr>
          <a:xfrm>
            <a:off x="7197171" y="5963760"/>
            <a:ext cx="122040" cy="320760"/>
            <a:chOff x="7197171" y="5963760"/>
            <a:chExt cx="122040" cy="320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11">
              <p14:nvContentPartPr>
                <p14:cNvPr id="403" name="Ink 402">
                  <a:extLst>
                    <a:ext uri="{FF2B5EF4-FFF2-40B4-BE49-F238E27FC236}">
                      <a16:creationId xmlns:a16="http://schemas.microsoft.com/office/drawing/2014/main" id="{58575FE4-AEB4-CD1F-A225-B94D345BA547}"/>
                    </a:ext>
                  </a:extLst>
                </p14:cNvPr>
                <p14:cNvContentPartPr/>
                <p14:nvPr/>
              </p14:nvContentPartPr>
              <p14:xfrm>
                <a:off x="7200771" y="6015960"/>
                <a:ext cx="99000" cy="268560"/>
              </p14:xfrm>
            </p:contentPart>
          </mc:Choice>
          <mc:Fallback>
            <p:pic>
              <p:nvPicPr>
                <p:cNvPr id="403" name="Ink 402">
                  <a:extLst>
                    <a:ext uri="{FF2B5EF4-FFF2-40B4-BE49-F238E27FC236}">
                      <a16:creationId xmlns:a16="http://schemas.microsoft.com/office/drawing/2014/main" id="{58575FE4-AEB4-CD1F-A225-B94D345BA547}"/>
                    </a:ext>
                  </a:extLst>
                </p:cNvPr>
                <p:cNvPicPr/>
                <p:nvPr/>
              </p:nvPicPr>
              <p:blipFill>
                <a:blip r:embed="rId412"/>
                <a:stretch>
                  <a:fillRect/>
                </a:stretch>
              </p:blipFill>
              <p:spPr>
                <a:xfrm>
                  <a:off x="7182771" y="5997960"/>
                  <a:ext cx="134640" cy="30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3">
              <p14:nvContentPartPr>
                <p14:cNvPr id="404" name="Ink 403">
                  <a:extLst>
                    <a:ext uri="{FF2B5EF4-FFF2-40B4-BE49-F238E27FC236}">
                      <a16:creationId xmlns:a16="http://schemas.microsoft.com/office/drawing/2014/main" id="{CBE94F3B-08EF-7321-EF14-3A8DEFE8C5C1}"/>
                    </a:ext>
                  </a:extLst>
                </p14:cNvPr>
                <p14:cNvContentPartPr/>
                <p14:nvPr/>
              </p14:nvContentPartPr>
              <p14:xfrm>
                <a:off x="7197171" y="5963760"/>
                <a:ext cx="89280" cy="55440"/>
              </p14:xfrm>
            </p:contentPart>
          </mc:Choice>
          <mc:Fallback>
            <p:pic>
              <p:nvPicPr>
                <p:cNvPr id="404" name="Ink 403">
                  <a:extLst>
                    <a:ext uri="{FF2B5EF4-FFF2-40B4-BE49-F238E27FC236}">
                      <a16:creationId xmlns:a16="http://schemas.microsoft.com/office/drawing/2014/main" id="{CBE94F3B-08EF-7321-EF14-3A8DEFE8C5C1}"/>
                    </a:ext>
                  </a:extLst>
                </p:cNvPr>
                <p:cNvPicPr/>
                <p:nvPr/>
              </p:nvPicPr>
              <p:blipFill>
                <a:blip r:embed="rId414"/>
                <a:stretch>
                  <a:fillRect/>
                </a:stretch>
              </p:blipFill>
              <p:spPr>
                <a:xfrm>
                  <a:off x="7179171" y="5945760"/>
                  <a:ext cx="12492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5">
              <p14:nvContentPartPr>
                <p14:cNvPr id="405" name="Ink 404">
                  <a:extLst>
                    <a:ext uri="{FF2B5EF4-FFF2-40B4-BE49-F238E27FC236}">
                      <a16:creationId xmlns:a16="http://schemas.microsoft.com/office/drawing/2014/main" id="{E03E3B1E-7B64-E1FF-2ECB-91C0BD144FBF}"/>
                    </a:ext>
                  </a:extLst>
                </p14:cNvPr>
                <p14:cNvContentPartPr/>
                <p14:nvPr/>
              </p14:nvContentPartPr>
              <p14:xfrm>
                <a:off x="7256931" y="6218640"/>
                <a:ext cx="62280" cy="39960"/>
              </p14:xfrm>
            </p:contentPart>
          </mc:Choice>
          <mc:Fallback>
            <p:pic>
              <p:nvPicPr>
                <p:cNvPr id="405" name="Ink 404">
                  <a:extLst>
                    <a:ext uri="{FF2B5EF4-FFF2-40B4-BE49-F238E27FC236}">
                      <a16:creationId xmlns:a16="http://schemas.microsoft.com/office/drawing/2014/main" id="{E03E3B1E-7B64-E1FF-2ECB-91C0BD144FBF}"/>
                    </a:ext>
                  </a:extLst>
                </p:cNvPr>
                <p:cNvPicPr/>
                <p:nvPr/>
              </p:nvPicPr>
              <p:blipFill>
                <a:blip r:embed="rId416"/>
                <a:stretch>
                  <a:fillRect/>
                </a:stretch>
              </p:blipFill>
              <p:spPr>
                <a:xfrm>
                  <a:off x="7239291" y="6200640"/>
                  <a:ext cx="97920" cy="75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17">
            <p14:nvContentPartPr>
              <p14:cNvPr id="406" name="Ink 405">
                <a:extLst>
                  <a:ext uri="{FF2B5EF4-FFF2-40B4-BE49-F238E27FC236}">
                    <a16:creationId xmlns:a16="http://schemas.microsoft.com/office/drawing/2014/main" id="{E6A1D5E0-B4BF-D780-7637-03DF61201096}"/>
                  </a:ext>
                </a:extLst>
              </p14:cNvPr>
              <p14:cNvContentPartPr/>
              <p14:nvPr/>
            </p14:nvContentPartPr>
            <p14:xfrm>
              <a:off x="7519371" y="6097680"/>
              <a:ext cx="87480" cy="195480"/>
            </p14:xfrm>
          </p:contentPart>
        </mc:Choice>
        <mc:Fallback>
          <p:pic>
            <p:nvPicPr>
              <p:cNvPr id="406" name="Ink 405">
                <a:extLst>
                  <a:ext uri="{FF2B5EF4-FFF2-40B4-BE49-F238E27FC236}">
                    <a16:creationId xmlns:a16="http://schemas.microsoft.com/office/drawing/2014/main" id="{E6A1D5E0-B4BF-D780-7637-03DF61201096}"/>
                  </a:ext>
                </a:extLst>
              </p:cNvPr>
              <p:cNvPicPr/>
              <p:nvPr/>
            </p:nvPicPr>
            <p:blipFill>
              <a:blip r:embed="rId418"/>
              <a:stretch>
                <a:fillRect/>
              </a:stretch>
            </p:blipFill>
            <p:spPr>
              <a:xfrm>
                <a:off x="7501731" y="6079680"/>
                <a:ext cx="123120" cy="231120"/>
              </a:xfrm>
              <a:prstGeom prst="rect">
                <a:avLst/>
              </a:prstGeom>
            </p:spPr>
          </p:pic>
        </mc:Fallback>
      </mc:AlternateContent>
      <p:grpSp>
        <p:nvGrpSpPr>
          <p:cNvPr id="432" name="Group 431">
            <a:extLst>
              <a:ext uri="{FF2B5EF4-FFF2-40B4-BE49-F238E27FC236}">
                <a16:creationId xmlns:a16="http://schemas.microsoft.com/office/drawing/2014/main" id="{F66A324B-B421-1233-678F-6DB7AC45AAF0}"/>
              </a:ext>
            </a:extLst>
          </p:cNvPr>
          <p:cNvGrpSpPr/>
          <p:nvPr/>
        </p:nvGrpSpPr>
        <p:grpSpPr>
          <a:xfrm>
            <a:off x="385611" y="546840"/>
            <a:ext cx="2026080" cy="1412640"/>
            <a:chOff x="385611" y="546840"/>
            <a:chExt cx="2026080" cy="1412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19">
              <p14:nvContentPartPr>
                <p14:cNvPr id="408" name="Ink 407">
                  <a:extLst>
                    <a:ext uri="{FF2B5EF4-FFF2-40B4-BE49-F238E27FC236}">
                      <a16:creationId xmlns:a16="http://schemas.microsoft.com/office/drawing/2014/main" id="{AF914422-8A53-4A8A-F255-C59C3B78E70C}"/>
                    </a:ext>
                  </a:extLst>
                </p14:cNvPr>
                <p14:cNvContentPartPr/>
                <p14:nvPr/>
              </p14:nvContentPartPr>
              <p14:xfrm>
                <a:off x="385611" y="1676520"/>
                <a:ext cx="340560" cy="264240"/>
              </p14:xfrm>
            </p:contentPart>
          </mc:Choice>
          <mc:Fallback>
            <p:pic>
              <p:nvPicPr>
                <p:cNvPr id="408" name="Ink 407">
                  <a:extLst>
                    <a:ext uri="{FF2B5EF4-FFF2-40B4-BE49-F238E27FC236}">
                      <a16:creationId xmlns:a16="http://schemas.microsoft.com/office/drawing/2014/main" id="{AF914422-8A53-4A8A-F255-C59C3B78E70C}"/>
                    </a:ext>
                  </a:extLst>
                </p:cNvPr>
                <p:cNvPicPr/>
                <p:nvPr/>
              </p:nvPicPr>
              <p:blipFill>
                <a:blip r:embed="rId420"/>
                <a:stretch>
                  <a:fillRect/>
                </a:stretch>
              </p:blipFill>
              <p:spPr>
                <a:xfrm>
                  <a:off x="367611" y="1658880"/>
                  <a:ext cx="376200" cy="29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1">
              <p14:nvContentPartPr>
                <p14:cNvPr id="409" name="Ink 408">
                  <a:extLst>
                    <a:ext uri="{FF2B5EF4-FFF2-40B4-BE49-F238E27FC236}">
                      <a16:creationId xmlns:a16="http://schemas.microsoft.com/office/drawing/2014/main" id="{DFF4F387-5FD7-B16F-45AB-624C4A5140EC}"/>
                    </a:ext>
                  </a:extLst>
                </p14:cNvPr>
                <p14:cNvContentPartPr/>
                <p14:nvPr/>
              </p14:nvContentPartPr>
              <p14:xfrm>
                <a:off x="413691" y="1602000"/>
                <a:ext cx="322560" cy="206280"/>
              </p14:xfrm>
            </p:contentPart>
          </mc:Choice>
          <mc:Fallback>
            <p:pic>
              <p:nvPicPr>
                <p:cNvPr id="409" name="Ink 408">
                  <a:extLst>
                    <a:ext uri="{FF2B5EF4-FFF2-40B4-BE49-F238E27FC236}">
                      <a16:creationId xmlns:a16="http://schemas.microsoft.com/office/drawing/2014/main" id="{DFF4F387-5FD7-B16F-45AB-624C4A5140EC}"/>
                    </a:ext>
                  </a:extLst>
                </p:cNvPr>
                <p:cNvPicPr/>
                <p:nvPr/>
              </p:nvPicPr>
              <p:blipFill>
                <a:blip r:embed="rId422"/>
                <a:stretch>
                  <a:fillRect/>
                </a:stretch>
              </p:blipFill>
              <p:spPr>
                <a:xfrm>
                  <a:off x="395691" y="1584360"/>
                  <a:ext cx="35820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3">
              <p14:nvContentPartPr>
                <p14:cNvPr id="410" name="Ink 409">
                  <a:extLst>
                    <a:ext uri="{FF2B5EF4-FFF2-40B4-BE49-F238E27FC236}">
                      <a16:creationId xmlns:a16="http://schemas.microsoft.com/office/drawing/2014/main" id="{46C3ABDB-4C72-7D4B-AC83-B2C8C1E1FE65}"/>
                    </a:ext>
                  </a:extLst>
                </p14:cNvPr>
                <p14:cNvContentPartPr/>
                <p14:nvPr/>
              </p14:nvContentPartPr>
              <p14:xfrm>
                <a:off x="706011" y="1514880"/>
                <a:ext cx="218160" cy="200880"/>
              </p14:xfrm>
            </p:contentPart>
          </mc:Choice>
          <mc:Fallback>
            <p:pic>
              <p:nvPicPr>
                <p:cNvPr id="410" name="Ink 409">
                  <a:extLst>
                    <a:ext uri="{FF2B5EF4-FFF2-40B4-BE49-F238E27FC236}">
                      <a16:creationId xmlns:a16="http://schemas.microsoft.com/office/drawing/2014/main" id="{46C3ABDB-4C72-7D4B-AC83-B2C8C1E1FE65}"/>
                    </a:ext>
                  </a:extLst>
                </p:cNvPr>
                <p:cNvPicPr/>
                <p:nvPr/>
              </p:nvPicPr>
              <p:blipFill>
                <a:blip r:embed="rId424"/>
                <a:stretch>
                  <a:fillRect/>
                </a:stretch>
              </p:blipFill>
              <p:spPr>
                <a:xfrm>
                  <a:off x="688011" y="1496880"/>
                  <a:ext cx="25380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5">
              <p14:nvContentPartPr>
                <p14:cNvPr id="411" name="Ink 410">
                  <a:extLst>
                    <a:ext uri="{FF2B5EF4-FFF2-40B4-BE49-F238E27FC236}">
                      <a16:creationId xmlns:a16="http://schemas.microsoft.com/office/drawing/2014/main" id="{E4826EB2-27E4-845F-8937-56F1127A6EE7}"/>
                    </a:ext>
                  </a:extLst>
                </p14:cNvPr>
                <p14:cNvContentPartPr/>
                <p14:nvPr/>
              </p14:nvContentPartPr>
              <p14:xfrm>
                <a:off x="787011" y="1482120"/>
                <a:ext cx="76320" cy="258480"/>
              </p14:xfrm>
            </p:contentPart>
          </mc:Choice>
          <mc:Fallback>
            <p:pic>
              <p:nvPicPr>
                <p:cNvPr id="411" name="Ink 410">
                  <a:extLst>
                    <a:ext uri="{FF2B5EF4-FFF2-40B4-BE49-F238E27FC236}">
                      <a16:creationId xmlns:a16="http://schemas.microsoft.com/office/drawing/2014/main" id="{E4826EB2-27E4-845F-8937-56F1127A6EE7}"/>
                    </a:ext>
                  </a:extLst>
                </p:cNvPr>
                <p:cNvPicPr/>
                <p:nvPr/>
              </p:nvPicPr>
              <p:blipFill>
                <a:blip r:embed="rId426"/>
                <a:stretch>
                  <a:fillRect/>
                </a:stretch>
              </p:blipFill>
              <p:spPr>
                <a:xfrm>
                  <a:off x="769371" y="1464120"/>
                  <a:ext cx="111960" cy="29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7">
              <p14:nvContentPartPr>
                <p14:cNvPr id="412" name="Ink 411">
                  <a:extLst>
                    <a:ext uri="{FF2B5EF4-FFF2-40B4-BE49-F238E27FC236}">
                      <a16:creationId xmlns:a16="http://schemas.microsoft.com/office/drawing/2014/main" id="{6269F0C6-A312-760E-60A0-F0088887BF98}"/>
                    </a:ext>
                  </a:extLst>
                </p14:cNvPr>
                <p14:cNvContentPartPr/>
                <p14:nvPr/>
              </p14:nvContentPartPr>
              <p14:xfrm>
                <a:off x="898611" y="1484640"/>
                <a:ext cx="45360" cy="107280"/>
              </p14:xfrm>
            </p:contentPart>
          </mc:Choice>
          <mc:Fallback>
            <p:pic>
              <p:nvPicPr>
                <p:cNvPr id="412" name="Ink 411">
                  <a:extLst>
                    <a:ext uri="{FF2B5EF4-FFF2-40B4-BE49-F238E27FC236}">
                      <a16:creationId xmlns:a16="http://schemas.microsoft.com/office/drawing/2014/main" id="{6269F0C6-A312-760E-60A0-F0088887BF98}"/>
                    </a:ext>
                  </a:extLst>
                </p:cNvPr>
                <p:cNvPicPr/>
                <p:nvPr/>
              </p:nvPicPr>
              <p:blipFill>
                <a:blip r:embed="rId428"/>
                <a:stretch>
                  <a:fillRect/>
                </a:stretch>
              </p:blipFill>
              <p:spPr>
                <a:xfrm>
                  <a:off x="880971" y="1467000"/>
                  <a:ext cx="8100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9">
              <p14:nvContentPartPr>
                <p14:cNvPr id="413" name="Ink 412">
                  <a:extLst>
                    <a:ext uri="{FF2B5EF4-FFF2-40B4-BE49-F238E27FC236}">
                      <a16:creationId xmlns:a16="http://schemas.microsoft.com/office/drawing/2014/main" id="{982B096C-BEEB-DD0D-7E97-004E460E2D53}"/>
                    </a:ext>
                  </a:extLst>
                </p14:cNvPr>
                <p14:cNvContentPartPr/>
                <p14:nvPr/>
              </p14:nvContentPartPr>
              <p14:xfrm>
                <a:off x="957291" y="1516680"/>
                <a:ext cx="51840" cy="97200"/>
              </p14:xfrm>
            </p:contentPart>
          </mc:Choice>
          <mc:Fallback>
            <p:pic>
              <p:nvPicPr>
                <p:cNvPr id="413" name="Ink 412">
                  <a:extLst>
                    <a:ext uri="{FF2B5EF4-FFF2-40B4-BE49-F238E27FC236}">
                      <a16:creationId xmlns:a16="http://schemas.microsoft.com/office/drawing/2014/main" id="{982B096C-BEEB-DD0D-7E97-004E460E2D53}"/>
                    </a:ext>
                  </a:extLst>
                </p:cNvPr>
                <p:cNvPicPr/>
                <p:nvPr/>
              </p:nvPicPr>
              <p:blipFill>
                <a:blip r:embed="rId430"/>
                <a:stretch>
                  <a:fillRect/>
                </a:stretch>
              </p:blipFill>
              <p:spPr>
                <a:xfrm>
                  <a:off x="939291" y="1499040"/>
                  <a:ext cx="8748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1">
              <p14:nvContentPartPr>
                <p14:cNvPr id="414" name="Ink 413">
                  <a:extLst>
                    <a:ext uri="{FF2B5EF4-FFF2-40B4-BE49-F238E27FC236}">
                      <a16:creationId xmlns:a16="http://schemas.microsoft.com/office/drawing/2014/main" id="{A97800DB-1299-EC36-627A-40306A85DE8C}"/>
                    </a:ext>
                  </a:extLst>
                </p14:cNvPr>
                <p14:cNvContentPartPr/>
                <p14:nvPr/>
              </p14:nvContentPartPr>
              <p14:xfrm>
                <a:off x="969891" y="1114920"/>
                <a:ext cx="201600" cy="223200"/>
              </p14:xfrm>
            </p:contentPart>
          </mc:Choice>
          <mc:Fallback>
            <p:pic>
              <p:nvPicPr>
                <p:cNvPr id="414" name="Ink 413">
                  <a:extLst>
                    <a:ext uri="{FF2B5EF4-FFF2-40B4-BE49-F238E27FC236}">
                      <a16:creationId xmlns:a16="http://schemas.microsoft.com/office/drawing/2014/main" id="{A97800DB-1299-EC36-627A-40306A85DE8C}"/>
                    </a:ext>
                  </a:extLst>
                </p:cNvPr>
                <p:cNvPicPr/>
                <p:nvPr/>
              </p:nvPicPr>
              <p:blipFill>
                <a:blip r:embed="rId432"/>
                <a:stretch>
                  <a:fillRect/>
                </a:stretch>
              </p:blipFill>
              <p:spPr>
                <a:xfrm>
                  <a:off x="952251" y="1097280"/>
                  <a:ext cx="23724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3">
              <p14:nvContentPartPr>
                <p14:cNvPr id="415" name="Ink 414">
                  <a:extLst>
                    <a:ext uri="{FF2B5EF4-FFF2-40B4-BE49-F238E27FC236}">
                      <a16:creationId xmlns:a16="http://schemas.microsoft.com/office/drawing/2014/main" id="{A1A1B95F-1424-6A12-2C40-D800D7B1E487}"/>
                    </a:ext>
                  </a:extLst>
                </p14:cNvPr>
                <p14:cNvContentPartPr/>
                <p14:nvPr/>
              </p14:nvContentPartPr>
              <p14:xfrm>
                <a:off x="1138011" y="1005120"/>
                <a:ext cx="136440" cy="196560"/>
              </p14:xfrm>
            </p:contentPart>
          </mc:Choice>
          <mc:Fallback>
            <p:pic>
              <p:nvPicPr>
                <p:cNvPr id="415" name="Ink 414">
                  <a:extLst>
                    <a:ext uri="{FF2B5EF4-FFF2-40B4-BE49-F238E27FC236}">
                      <a16:creationId xmlns:a16="http://schemas.microsoft.com/office/drawing/2014/main" id="{A1A1B95F-1424-6A12-2C40-D800D7B1E487}"/>
                    </a:ext>
                  </a:extLst>
                </p:cNvPr>
                <p:cNvPicPr/>
                <p:nvPr/>
              </p:nvPicPr>
              <p:blipFill>
                <a:blip r:embed="rId434"/>
                <a:stretch>
                  <a:fillRect/>
                </a:stretch>
              </p:blipFill>
              <p:spPr>
                <a:xfrm>
                  <a:off x="1120371" y="987120"/>
                  <a:ext cx="17208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5">
              <p14:nvContentPartPr>
                <p14:cNvPr id="416" name="Ink 415">
                  <a:extLst>
                    <a:ext uri="{FF2B5EF4-FFF2-40B4-BE49-F238E27FC236}">
                      <a16:creationId xmlns:a16="http://schemas.microsoft.com/office/drawing/2014/main" id="{1DAC4B25-85E0-807A-8DC4-38DEAAE51AB5}"/>
                    </a:ext>
                  </a:extLst>
                </p14:cNvPr>
                <p14:cNvContentPartPr/>
                <p14:nvPr/>
              </p14:nvContentPartPr>
              <p14:xfrm>
                <a:off x="1133331" y="756000"/>
                <a:ext cx="401400" cy="273960"/>
              </p14:xfrm>
            </p:contentPart>
          </mc:Choice>
          <mc:Fallback>
            <p:pic>
              <p:nvPicPr>
                <p:cNvPr id="416" name="Ink 415">
                  <a:extLst>
                    <a:ext uri="{FF2B5EF4-FFF2-40B4-BE49-F238E27FC236}">
                      <a16:creationId xmlns:a16="http://schemas.microsoft.com/office/drawing/2014/main" id="{1DAC4B25-85E0-807A-8DC4-38DEAAE51AB5}"/>
                    </a:ext>
                  </a:extLst>
                </p:cNvPr>
                <p:cNvPicPr/>
                <p:nvPr/>
              </p:nvPicPr>
              <p:blipFill>
                <a:blip r:embed="rId436"/>
                <a:stretch>
                  <a:fillRect/>
                </a:stretch>
              </p:blipFill>
              <p:spPr>
                <a:xfrm>
                  <a:off x="1115691" y="738000"/>
                  <a:ext cx="437040" cy="30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7">
              <p14:nvContentPartPr>
                <p14:cNvPr id="417" name="Ink 416">
                  <a:extLst>
                    <a:ext uri="{FF2B5EF4-FFF2-40B4-BE49-F238E27FC236}">
                      <a16:creationId xmlns:a16="http://schemas.microsoft.com/office/drawing/2014/main" id="{12461990-F822-8263-5756-215EC1EFB17D}"/>
                    </a:ext>
                  </a:extLst>
                </p14:cNvPr>
                <p14:cNvContentPartPr/>
                <p14:nvPr/>
              </p14:nvContentPartPr>
              <p14:xfrm>
                <a:off x="1620051" y="546840"/>
                <a:ext cx="302040" cy="263520"/>
              </p14:xfrm>
            </p:contentPart>
          </mc:Choice>
          <mc:Fallback>
            <p:pic>
              <p:nvPicPr>
                <p:cNvPr id="417" name="Ink 416">
                  <a:extLst>
                    <a:ext uri="{FF2B5EF4-FFF2-40B4-BE49-F238E27FC236}">
                      <a16:creationId xmlns:a16="http://schemas.microsoft.com/office/drawing/2014/main" id="{12461990-F822-8263-5756-215EC1EFB17D}"/>
                    </a:ext>
                  </a:extLst>
                </p:cNvPr>
                <p:cNvPicPr/>
                <p:nvPr/>
              </p:nvPicPr>
              <p:blipFill>
                <a:blip r:embed="rId438"/>
                <a:stretch>
                  <a:fillRect/>
                </a:stretch>
              </p:blipFill>
              <p:spPr>
                <a:xfrm>
                  <a:off x="1602411" y="528840"/>
                  <a:ext cx="337680" cy="29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9">
              <p14:nvContentPartPr>
                <p14:cNvPr id="420" name="Ink 419">
                  <a:extLst>
                    <a:ext uri="{FF2B5EF4-FFF2-40B4-BE49-F238E27FC236}">
                      <a16:creationId xmlns:a16="http://schemas.microsoft.com/office/drawing/2014/main" id="{8073300C-C6D1-A9E0-7A81-DF4C92FCA8A5}"/>
                    </a:ext>
                  </a:extLst>
                </p14:cNvPr>
                <p14:cNvContentPartPr/>
                <p14:nvPr/>
              </p14:nvContentPartPr>
              <p14:xfrm>
                <a:off x="985731" y="1829880"/>
                <a:ext cx="177840" cy="129600"/>
              </p14:xfrm>
            </p:contentPart>
          </mc:Choice>
          <mc:Fallback>
            <p:pic>
              <p:nvPicPr>
                <p:cNvPr id="420" name="Ink 419">
                  <a:extLst>
                    <a:ext uri="{FF2B5EF4-FFF2-40B4-BE49-F238E27FC236}">
                      <a16:creationId xmlns:a16="http://schemas.microsoft.com/office/drawing/2014/main" id="{8073300C-C6D1-A9E0-7A81-DF4C92FCA8A5}"/>
                    </a:ext>
                  </a:extLst>
                </p:cNvPr>
                <p:cNvPicPr/>
                <p:nvPr/>
              </p:nvPicPr>
              <p:blipFill>
                <a:blip r:embed="rId440"/>
                <a:stretch>
                  <a:fillRect/>
                </a:stretch>
              </p:blipFill>
              <p:spPr>
                <a:xfrm>
                  <a:off x="968091" y="1812240"/>
                  <a:ext cx="21348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1">
              <p14:nvContentPartPr>
                <p14:cNvPr id="421" name="Ink 420">
                  <a:extLst>
                    <a:ext uri="{FF2B5EF4-FFF2-40B4-BE49-F238E27FC236}">
                      <a16:creationId xmlns:a16="http://schemas.microsoft.com/office/drawing/2014/main" id="{F186EF82-BCF8-1B36-95A9-714E3A6375C2}"/>
                    </a:ext>
                  </a:extLst>
                </p14:cNvPr>
                <p14:cNvContentPartPr/>
                <p14:nvPr/>
              </p14:nvContentPartPr>
              <p14:xfrm>
                <a:off x="1021731" y="1872000"/>
                <a:ext cx="56880" cy="78480"/>
              </p14:xfrm>
            </p:contentPart>
          </mc:Choice>
          <mc:Fallback>
            <p:pic>
              <p:nvPicPr>
                <p:cNvPr id="421" name="Ink 420">
                  <a:extLst>
                    <a:ext uri="{FF2B5EF4-FFF2-40B4-BE49-F238E27FC236}">
                      <a16:creationId xmlns:a16="http://schemas.microsoft.com/office/drawing/2014/main" id="{F186EF82-BCF8-1B36-95A9-714E3A6375C2}"/>
                    </a:ext>
                  </a:extLst>
                </p:cNvPr>
                <p:cNvPicPr/>
                <p:nvPr/>
              </p:nvPicPr>
              <p:blipFill>
                <a:blip r:embed="rId442"/>
                <a:stretch>
                  <a:fillRect/>
                </a:stretch>
              </p:blipFill>
              <p:spPr>
                <a:xfrm>
                  <a:off x="1004091" y="1854360"/>
                  <a:ext cx="9252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3">
              <p14:nvContentPartPr>
                <p14:cNvPr id="422" name="Ink 421">
                  <a:extLst>
                    <a:ext uri="{FF2B5EF4-FFF2-40B4-BE49-F238E27FC236}">
                      <a16:creationId xmlns:a16="http://schemas.microsoft.com/office/drawing/2014/main" id="{D37440A8-A80A-0D50-BD90-9ED921EE3CB8}"/>
                    </a:ext>
                  </a:extLst>
                </p14:cNvPr>
                <p14:cNvContentPartPr/>
                <p14:nvPr/>
              </p14:nvContentPartPr>
              <p14:xfrm>
                <a:off x="1145211" y="1741680"/>
                <a:ext cx="118800" cy="109800"/>
              </p14:xfrm>
            </p:contentPart>
          </mc:Choice>
          <mc:Fallback>
            <p:pic>
              <p:nvPicPr>
                <p:cNvPr id="422" name="Ink 421">
                  <a:extLst>
                    <a:ext uri="{FF2B5EF4-FFF2-40B4-BE49-F238E27FC236}">
                      <a16:creationId xmlns:a16="http://schemas.microsoft.com/office/drawing/2014/main" id="{D37440A8-A80A-0D50-BD90-9ED921EE3CB8}"/>
                    </a:ext>
                  </a:extLst>
                </p:cNvPr>
                <p:cNvPicPr/>
                <p:nvPr/>
              </p:nvPicPr>
              <p:blipFill>
                <a:blip r:embed="rId444"/>
                <a:stretch>
                  <a:fillRect/>
                </a:stretch>
              </p:blipFill>
              <p:spPr>
                <a:xfrm>
                  <a:off x="1127571" y="1724040"/>
                  <a:ext cx="15444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5">
              <p14:nvContentPartPr>
                <p14:cNvPr id="423" name="Ink 422">
                  <a:extLst>
                    <a:ext uri="{FF2B5EF4-FFF2-40B4-BE49-F238E27FC236}">
                      <a16:creationId xmlns:a16="http://schemas.microsoft.com/office/drawing/2014/main" id="{4A7E4F3B-ED67-1362-9F2A-B36556AA8820}"/>
                    </a:ext>
                  </a:extLst>
                </p14:cNvPr>
                <p14:cNvContentPartPr/>
                <p14:nvPr/>
              </p14:nvContentPartPr>
              <p14:xfrm>
                <a:off x="1414131" y="1210680"/>
                <a:ext cx="324720" cy="392040"/>
              </p14:xfrm>
            </p:contentPart>
          </mc:Choice>
          <mc:Fallback>
            <p:pic>
              <p:nvPicPr>
                <p:cNvPr id="423" name="Ink 422">
                  <a:extLst>
                    <a:ext uri="{FF2B5EF4-FFF2-40B4-BE49-F238E27FC236}">
                      <a16:creationId xmlns:a16="http://schemas.microsoft.com/office/drawing/2014/main" id="{4A7E4F3B-ED67-1362-9F2A-B36556AA8820}"/>
                    </a:ext>
                  </a:extLst>
                </p:cNvPr>
                <p:cNvPicPr/>
                <p:nvPr/>
              </p:nvPicPr>
              <p:blipFill>
                <a:blip r:embed="rId446"/>
                <a:stretch>
                  <a:fillRect/>
                </a:stretch>
              </p:blipFill>
              <p:spPr>
                <a:xfrm>
                  <a:off x="1396131" y="1192680"/>
                  <a:ext cx="360360" cy="42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7">
              <p14:nvContentPartPr>
                <p14:cNvPr id="424" name="Ink 423">
                  <a:extLst>
                    <a:ext uri="{FF2B5EF4-FFF2-40B4-BE49-F238E27FC236}">
                      <a16:creationId xmlns:a16="http://schemas.microsoft.com/office/drawing/2014/main" id="{A5E913F9-00A7-AF0A-818C-C3D7C0E2383A}"/>
                    </a:ext>
                  </a:extLst>
                </p14:cNvPr>
                <p14:cNvContentPartPr/>
                <p14:nvPr/>
              </p14:nvContentPartPr>
              <p14:xfrm>
                <a:off x="1781331" y="1139760"/>
                <a:ext cx="127800" cy="93240"/>
              </p14:xfrm>
            </p:contentPart>
          </mc:Choice>
          <mc:Fallback>
            <p:pic>
              <p:nvPicPr>
                <p:cNvPr id="424" name="Ink 423">
                  <a:extLst>
                    <a:ext uri="{FF2B5EF4-FFF2-40B4-BE49-F238E27FC236}">
                      <a16:creationId xmlns:a16="http://schemas.microsoft.com/office/drawing/2014/main" id="{A5E913F9-00A7-AF0A-818C-C3D7C0E2383A}"/>
                    </a:ext>
                  </a:extLst>
                </p:cNvPr>
                <p:cNvPicPr/>
                <p:nvPr/>
              </p:nvPicPr>
              <p:blipFill>
                <a:blip r:embed="rId448"/>
                <a:stretch>
                  <a:fillRect/>
                </a:stretch>
              </p:blipFill>
              <p:spPr>
                <a:xfrm>
                  <a:off x="1763691" y="1121760"/>
                  <a:ext cx="16344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9">
              <p14:nvContentPartPr>
                <p14:cNvPr id="425" name="Ink 424">
                  <a:extLst>
                    <a:ext uri="{FF2B5EF4-FFF2-40B4-BE49-F238E27FC236}">
                      <a16:creationId xmlns:a16="http://schemas.microsoft.com/office/drawing/2014/main" id="{EACD85EF-74E9-D03F-DCFC-21AC5F0084C8}"/>
                    </a:ext>
                  </a:extLst>
                </p14:cNvPr>
                <p14:cNvContentPartPr/>
                <p14:nvPr/>
              </p14:nvContentPartPr>
              <p14:xfrm>
                <a:off x="1800051" y="1065240"/>
                <a:ext cx="50760" cy="65880"/>
              </p14:xfrm>
            </p:contentPart>
          </mc:Choice>
          <mc:Fallback>
            <p:pic>
              <p:nvPicPr>
                <p:cNvPr id="425" name="Ink 424">
                  <a:extLst>
                    <a:ext uri="{FF2B5EF4-FFF2-40B4-BE49-F238E27FC236}">
                      <a16:creationId xmlns:a16="http://schemas.microsoft.com/office/drawing/2014/main" id="{EACD85EF-74E9-D03F-DCFC-21AC5F0084C8}"/>
                    </a:ext>
                  </a:extLst>
                </p:cNvPr>
                <p:cNvPicPr/>
                <p:nvPr/>
              </p:nvPicPr>
              <p:blipFill>
                <a:blip r:embed="rId450"/>
                <a:stretch>
                  <a:fillRect/>
                </a:stretch>
              </p:blipFill>
              <p:spPr>
                <a:xfrm>
                  <a:off x="1782411" y="1047240"/>
                  <a:ext cx="8640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1">
              <p14:nvContentPartPr>
                <p14:cNvPr id="426" name="Ink 425">
                  <a:extLst>
                    <a:ext uri="{FF2B5EF4-FFF2-40B4-BE49-F238E27FC236}">
                      <a16:creationId xmlns:a16="http://schemas.microsoft.com/office/drawing/2014/main" id="{7F06F018-CF01-3E4C-FDEE-68A7C11850C2}"/>
                    </a:ext>
                  </a:extLst>
                </p14:cNvPr>
                <p14:cNvContentPartPr/>
                <p14:nvPr/>
              </p14:nvContentPartPr>
              <p14:xfrm>
                <a:off x="1822011" y="864360"/>
                <a:ext cx="185400" cy="158040"/>
              </p14:xfrm>
            </p:contentPart>
          </mc:Choice>
          <mc:Fallback>
            <p:pic>
              <p:nvPicPr>
                <p:cNvPr id="426" name="Ink 425">
                  <a:extLst>
                    <a:ext uri="{FF2B5EF4-FFF2-40B4-BE49-F238E27FC236}">
                      <a16:creationId xmlns:a16="http://schemas.microsoft.com/office/drawing/2014/main" id="{7F06F018-CF01-3E4C-FDEE-68A7C11850C2}"/>
                    </a:ext>
                  </a:extLst>
                </p:cNvPr>
                <p:cNvPicPr/>
                <p:nvPr/>
              </p:nvPicPr>
              <p:blipFill>
                <a:blip r:embed="rId452"/>
                <a:stretch>
                  <a:fillRect/>
                </a:stretch>
              </p:blipFill>
              <p:spPr>
                <a:xfrm>
                  <a:off x="1804371" y="846720"/>
                  <a:ext cx="22104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3">
              <p14:nvContentPartPr>
                <p14:cNvPr id="427" name="Ink 426">
                  <a:extLst>
                    <a:ext uri="{FF2B5EF4-FFF2-40B4-BE49-F238E27FC236}">
                      <a16:creationId xmlns:a16="http://schemas.microsoft.com/office/drawing/2014/main" id="{40BCCC9B-E6F1-6F89-9A2E-A1DB3DE5D557}"/>
                    </a:ext>
                  </a:extLst>
                </p14:cNvPr>
                <p14:cNvContentPartPr/>
                <p14:nvPr/>
              </p14:nvContentPartPr>
              <p14:xfrm>
                <a:off x="2026131" y="889200"/>
                <a:ext cx="56520" cy="64800"/>
              </p14:xfrm>
            </p:contentPart>
          </mc:Choice>
          <mc:Fallback>
            <p:pic>
              <p:nvPicPr>
                <p:cNvPr id="427" name="Ink 426">
                  <a:extLst>
                    <a:ext uri="{FF2B5EF4-FFF2-40B4-BE49-F238E27FC236}">
                      <a16:creationId xmlns:a16="http://schemas.microsoft.com/office/drawing/2014/main" id="{40BCCC9B-E6F1-6F89-9A2E-A1DB3DE5D557}"/>
                    </a:ext>
                  </a:extLst>
                </p:cNvPr>
                <p:cNvPicPr/>
                <p:nvPr/>
              </p:nvPicPr>
              <p:blipFill>
                <a:blip r:embed="rId454"/>
                <a:stretch>
                  <a:fillRect/>
                </a:stretch>
              </p:blipFill>
              <p:spPr>
                <a:xfrm>
                  <a:off x="2008491" y="871200"/>
                  <a:ext cx="9216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5">
              <p14:nvContentPartPr>
                <p14:cNvPr id="428" name="Ink 427">
                  <a:extLst>
                    <a:ext uri="{FF2B5EF4-FFF2-40B4-BE49-F238E27FC236}">
                      <a16:creationId xmlns:a16="http://schemas.microsoft.com/office/drawing/2014/main" id="{0ADFE99F-6077-D475-0CA5-3FDA2D10080C}"/>
                    </a:ext>
                  </a:extLst>
                </p14:cNvPr>
                <p14:cNvContentPartPr/>
                <p14:nvPr/>
              </p14:nvContentPartPr>
              <p14:xfrm>
                <a:off x="1960971" y="786240"/>
                <a:ext cx="9000" cy="22680"/>
              </p14:xfrm>
            </p:contentPart>
          </mc:Choice>
          <mc:Fallback>
            <p:pic>
              <p:nvPicPr>
                <p:cNvPr id="428" name="Ink 427">
                  <a:extLst>
                    <a:ext uri="{FF2B5EF4-FFF2-40B4-BE49-F238E27FC236}">
                      <a16:creationId xmlns:a16="http://schemas.microsoft.com/office/drawing/2014/main" id="{0ADFE99F-6077-D475-0CA5-3FDA2D10080C}"/>
                    </a:ext>
                  </a:extLst>
                </p:cNvPr>
                <p:cNvPicPr/>
                <p:nvPr/>
              </p:nvPicPr>
              <p:blipFill>
                <a:blip r:embed="rId456"/>
                <a:stretch>
                  <a:fillRect/>
                </a:stretch>
              </p:blipFill>
              <p:spPr>
                <a:xfrm>
                  <a:off x="1943331" y="768600"/>
                  <a:ext cx="4464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7">
              <p14:nvContentPartPr>
                <p14:cNvPr id="429" name="Ink 428">
                  <a:extLst>
                    <a:ext uri="{FF2B5EF4-FFF2-40B4-BE49-F238E27FC236}">
                      <a16:creationId xmlns:a16="http://schemas.microsoft.com/office/drawing/2014/main" id="{4CC48F06-E14C-906D-92AC-5D79E62D878F}"/>
                    </a:ext>
                  </a:extLst>
                </p14:cNvPr>
                <p14:cNvContentPartPr/>
                <p14:nvPr/>
              </p14:nvContentPartPr>
              <p14:xfrm>
                <a:off x="2090211" y="695160"/>
                <a:ext cx="100800" cy="126360"/>
              </p14:xfrm>
            </p:contentPart>
          </mc:Choice>
          <mc:Fallback>
            <p:pic>
              <p:nvPicPr>
                <p:cNvPr id="429" name="Ink 428">
                  <a:extLst>
                    <a:ext uri="{FF2B5EF4-FFF2-40B4-BE49-F238E27FC236}">
                      <a16:creationId xmlns:a16="http://schemas.microsoft.com/office/drawing/2014/main" id="{4CC48F06-E14C-906D-92AC-5D79E62D878F}"/>
                    </a:ext>
                  </a:extLst>
                </p:cNvPr>
                <p:cNvPicPr/>
                <p:nvPr/>
              </p:nvPicPr>
              <p:blipFill>
                <a:blip r:embed="rId458"/>
                <a:stretch>
                  <a:fillRect/>
                </a:stretch>
              </p:blipFill>
              <p:spPr>
                <a:xfrm>
                  <a:off x="2072571" y="677520"/>
                  <a:ext cx="13644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9">
              <p14:nvContentPartPr>
                <p14:cNvPr id="430" name="Ink 429">
                  <a:extLst>
                    <a:ext uri="{FF2B5EF4-FFF2-40B4-BE49-F238E27FC236}">
                      <a16:creationId xmlns:a16="http://schemas.microsoft.com/office/drawing/2014/main" id="{DE134A23-B593-6482-37C8-F3A778CFA53A}"/>
                    </a:ext>
                  </a:extLst>
                </p14:cNvPr>
                <p14:cNvContentPartPr/>
                <p14:nvPr/>
              </p14:nvContentPartPr>
              <p14:xfrm>
                <a:off x="2146731" y="702720"/>
                <a:ext cx="59400" cy="99000"/>
              </p14:xfrm>
            </p:contentPart>
          </mc:Choice>
          <mc:Fallback>
            <p:pic>
              <p:nvPicPr>
                <p:cNvPr id="430" name="Ink 429">
                  <a:extLst>
                    <a:ext uri="{FF2B5EF4-FFF2-40B4-BE49-F238E27FC236}">
                      <a16:creationId xmlns:a16="http://schemas.microsoft.com/office/drawing/2014/main" id="{DE134A23-B593-6482-37C8-F3A778CFA53A}"/>
                    </a:ext>
                  </a:extLst>
                </p:cNvPr>
                <p:cNvPicPr/>
                <p:nvPr/>
              </p:nvPicPr>
              <p:blipFill>
                <a:blip r:embed="rId460"/>
                <a:stretch>
                  <a:fillRect/>
                </a:stretch>
              </p:blipFill>
              <p:spPr>
                <a:xfrm>
                  <a:off x="2128731" y="684720"/>
                  <a:ext cx="9504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1">
              <p14:nvContentPartPr>
                <p14:cNvPr id="431" name="Ink 430">
                  <a:extLst>
                    <a:ext uri="{FF2B5EF4-FFF2-40B4-BE49-F238E27FC236}">
                      <a16:creationId xmlns:a16="http://schemas.microsoft.com/office/drawing/2014/main" id="{DF1C9DF2-0284-4C49-6D71-94A4317E723F}"/>
                    </a:ext>
                  </a:extLst>
                </p14:cNvPr>
                <p14:cNvContentPartPr/>
                <p14:nvPr/>
              </p14:nvContentPartPr>
              <p14:xfrm>
                <a:off x="2272371" y="596160"/>
                <a:ext cx="139320" cy="151560"/>
              </p14:xfrm>
            </p:contentPart>
          </mc:Choice>
          <mc:Fallback>
            <p:pic>
              <p:nvPicPr>
                <p:cNvPr id="431" name="Ink 430">
                  <a:extLst>
                    <a:ext uri="{FF2B5EF4-FFF2-40B4-BE49-F238E27FC236}">
                      <a16:creationId xmlns:a16="http://schemas.microsoft.com/office/drawing/2014/main" id="{DF1C9DF2-0284-4C49-6D71-94A4317E723F}"/>
                    </a:ext>
                  </a:extLst>
                </p:cNvPr>
                <p:cNvPicPr/>
                <p:nvPr/>
              </p:nvPicPr>
              <p:blipFill>
                <a:blip r:embed="rId462"/>
                <a:stretch>
                  <a:fillRect/>
                </a:stretch>
              </p:blipFill>
              <p:spPr>
                <a:xfrm>
                  <a:off x="2254731" y="578520"/>
                  <a:ext cx="174960" cy="187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4" name="Group 443">
            <a:extLst>
              <a:ext uri="{FF2B5EF4-FFF2-40B4-BE49-F238E27FC236}">
                <a16:creationId xmlns:a16="http://schemas.microsoft.com/office/drawing/2014/main" id="{FF026BC3-CF61-A457-1FC3-EF2B62A1A61D}"/>
              </a:ext>
            </a:extLst>
          </p:cNvPr>
          <p:cNvGrpSpPr/>
          <p:nvPr/>
        </p:nvGrpSpPr>
        <p:grpSpPr>
          <a:xfrm>
            <a:off x="1552011" y="1756080"/>
            <a:ext cx="274320" cy="219240"/>
            <a:chOff x="1552011" y="1756080"/>
            <a:chExt cx="274320" cy="219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63">
              <p14:nvContentPartPr>
                <p14:cNvPr id="439" name="Ink 438">
                  <a:extLst>
                    <a:ext uri="{FF2B5EF4-FFF2-40B4-BE49-F238E27FC236}">
                      <a16:creationId xmlns:a16="http://schemas.microsoft.com/office/drawing/2014/main" id="{E8578FF2-C1FF-E585-944D-E5543F9E3E83}"/>
                    </a:ext>
                  </a:extLst>
                </p14:cNvPr>
                <p14:cNvContentPartPr/>
                <p14:nvPr/>
              </p14:nvContentPartPr>
              <p14:xfrm>
                <a:off x="1552011" y="1811160"/>
                <a:ext cx="203760" cy="164160"/>
              </p14:xfrm>
            </p:contentPart>
          </mc:Choice>
          <mc:Fallback>
            <p:pic>
              <p:nvPicPr>
                <p:cNvPr id="439" name="Ink 438">
                  <a:extLst>
                    <a:ext uri="{FF2B5EF4-FFF2-40B4-BE49-F238E27FC236}">
                      <a16:creationId xmlns:a16="http://schemas.microsoft.com/office/drawing/2014/main" id="{E8578FF2-C1FF-E585-944D-E5543F9E3E83}"/>
                    </a:ext>
                  </a:extLst>
                </p:cNvPr>
                <p:cNvPicPr/>
                <p:nvPr/>
              </p:nvPicPr>
              <p:blipFill>
                <a:blip r:embed="rId464"/>
                <a:stretch>
                  <a:fillRect/>
                </a:stretch>
              </p:blipFill>
              <p:spPr>
                <a:xfrm>
                  <a:off x="1534011" y="1793160"/>
                  <a:ext cx="23940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5">
              <p14:nvContentPartPr>
                <p14:cNvPr id="440" name="Ink 439">
                  <a:extLst>
                    <a:ext uri="{FF2B5EF4-FFF2-40B4-BE49-F238E27FC236}">
                      <a16:creationId xmlns:a16="http://schemas.microsoft.com/office/drawing/2014/main" id="{424AED9D-7B8B-FCDF-7518-95110845E4F6}"/>
                    </a:ext>
                  </a:extLst>
                </p14:cNvPr>
                <p14:cNvContentPartPr/>
                <p14:nvPr/>
              </p14:nvContentPartPr>
              <p14:xfrm>
                <a:off x="1636251" y="1756080"/>
                <a:ext cx="190080" cy="170640"/>
              </p14:xfrm>
            </p:contentPart>
          </mc:Choice>
          <mc:Fallback>
            <p:pic>
              <p:nvPicPr>
                <p:cNvPr id="440" name="Ink 439">
                  <a:extLst>
                    <a:ext uri="{FF2B5EF4-FFF2-40B4-BE49-F238E27FC236}">
                      <a16:creationId xmlns:a16="http://schemas.microsoft.com/office/drawing/2014/main" id="{424AED9D-7B8B-FCDF-7518-95110845E4F6}"/>
                    </a:ext>
                  </a:extLst>
                </p:cNvPr>
                <p:cNvPicPr/>
                <p:nvPr/>
              </p:nvPicPr>
              <p:blipFill>
                <a:blip r:embed="rId466"/>
                <a:stretch>
                  <a:fillRect/>
                </a:stretch>
              </p:blipFill>
              <p:spPr>
                <a:xfrm>
                  <a:off x="1618251" y="1738440"/>
                  <a:ext cx="225720" cy="206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5" name="Group 454">
            <a:extLst>
              <a:ext uri="{FF2B5EF4-FFF2-40B4-BE49-F238E27FC236}">
                <a16:creationId xmlns:a16="http://schemas.microsoft.com/office/drawing/2014/main" id="{D74BFB14-FA76-A37B-27D1-FFD17084E1E5}"/>
              </a:ext>
            </a:extLst>
          </p:cNvPr>
          <p:cNvGrpSpPr/>
          <p:nvPr/>
        </p:nvGrpSpPr>
        <p:grpSpPr>
          <a:xfrm>
            <a:off x="1956291" y="1243080"/>
            <a:ext cx="443520" cy="380160"/>
            <a:chOff x="1956291" y="1243080"/>
            <a:chExt cx="443520" cy="380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67">
              <p14:nvContentPartPr>
                <p14:cNvPr id="441" name="Ink 440">
                  <a:extLst>
                    <a:ext uri="{FF2B5EF4-FFF2-40B4-BE49-F238E27FC236}">
                      <a16:creationId xmlns:a16="http://schemas.microsoft.com/office/drawing/2014/main" id="{0A079FB0-CEC4-FC5F-C1DF-E345D4EF0FA9}"/>
                    </a:ext>
                  </a:extLst>
                </p14:cNvPr>
                <p14:cNvContentPartPr/>
                <p14:nvPr/>
              </p14:nvContentPartPr>
              <p14:xfrm>
                <a:off x="1959891" y="1419480"/>
                <a:ext cx="185400" cy="129600"/>
              </p14:xfrm>
            </p:contentPart>
          </mc:Choice>
          <mc:Fallback>
            <p:pic>
              <p:nvPicPr>
                <p:cNvPr id="441" name="Ink 440">
                  <a:extLst>
                    <a:ext uri="{FF2B5EF4-FFF2-40B4-BE49-F238E27FC236}">
                      <a16:creationId xmlns:a16="http://schemas.microsoft.com/office/drawing/2014/main" id="{0A079FB0-CEC4-FC5F-C1DF-E345D4EF0FA9}"/>
                    </a:ext>
                  </a:extLst>
                </p:cNvPr>
                <p:cNvPicPr/>
                <p:nvPr/>
              </p:nvPicPr>
              <p:blipFill>
                <a:blip r:embed="rId468"/>
                <a:stretch>
                  <a:fillRect/>
                </a:stretch>
              </p:blipFill>
              <p:spPr>
                <a:xfrm>
                  <a:off x="1941891" y="1401480"/>
                  <a:ext cx="22104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9">
              <p14:nvContentPartPr>
                <p14:cNvPr id="442" name="Ink 441">
                  <a:extLst>
                    <a:ext uri="{FF2B5EF4-FFF2-40B4-BE49-F238E27FC236}">
                      <a16:creationId xmlns:a16="http://schemas.microsoft.com/office/drawing/2014/main" id="{BFF1791C-6781-126D-DD27-4BA286FFC695}"/>
                    </a:ext>
                  </a:extLst>
                </p14:cNvPr>
                <p14:cNvContentPartPr/>
                <p14:nvPr/>
              </p14:nvContentPartPr>
              <p14:xfrm>
                <a:off x="2126571" y="1243800"/>
                <a:ext cx="111600" cy="181080"/>
              </p14:xfrm>
            </p:contentPart>
          </mc:Choice>
          <mc:Fallback>
            <p:pic>
              <p:nvPicPr>
                <p:cNvPr id="442" name="Ink 441">
                  <a:extLst>
                    <a:ext uri="{FF2B5EF4-FFF2-40B4-BE49-F238E27FC236}">
                      <a16:creationId xmlns:a16="http://schemas.microsoft.com/office/drawing/2014/main" id="{BFF1791C-6781-126D-DD27-4BA286FFC695}"/>
                    </a:ext>
                  </a:extLst>
                </p:cNvPr>
                <p:cNvPicPr/>
                <p:nvPr/>
              </p:nvPicPr>
              <p:blipFill>
                <a:blip r:embed="rId470"/>
                <a:stretch>
                  <a:fillRect/>
                </a:stretch>
              </p:blipFill>
              <p:spPr>
                <a:xfrm>
                  <a:off x="2108931" y="1225800"/>
                  <a:ext cx="14724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1">
              <p14:nvContentPartPr>
                <p14:cNvPr id="446" name="Ink 445">
                  <a:extLst>
                    <a:ext uri="{FF2B5EF4-FFF2-40B4-BE49-F238E27FC236}">
                      <a16:creationId xmlns:a16="http://schemas.microsoft.com/office/drawing/2014/main" id="{6B7B15D4-4B74-FD6D-5943-0F766E8C0499}"/>
                    </a:ext>
                  </a:extLst>
                </p14:cNvPr>
                <p14:cNvContentPartPr/>
                <p14:nvPr/>
              </p14:nvContentPartPr>
              <p14:xfrm>
                <a:off x="2129811" y="1243080"/>
                <a:ext cx="270000" cy="48960"/>
              </p14:xfrm>
            </p:contentPart>
          </mc:Choice>
          <mc:Fallback>
            <p:pic>
              <p:nvPicPr>
                <p:cNvPr id="446" name="Ink 445">
                  <a:extLst>
                    <a:ext uri="{FF2B5EF4-FFF2-40B4-BE49-F238E27FC236}">
                      <a16:creationId xmlns:a16="http://schemas.microsoft.com/office/drawing/2014/main" id="{6B7B15D4-4B74-FD6D-5943-0F766E8C0499}"/>
                    </a:ext>
                  </a:extLst>
                </p:cNvPr>
                <p:cNvPicPr/>
                <p:nvPr/>
              </p:nvPicPr>
              <p:blipFill>
                <a:blip r:embed="rId472"/>
                <a:stretch>
                  <a:fillRect/>
                </a:stretch>
              </p:blipFill>
              <p:spPr>
                <a:xfrm>
                  <a:off x="2111811" y="1225080"/>
                  <a:ext cx="30564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3">
              <p14:nvContentPartPr>
                <p14:cNvPr id="447" name="Ink 446">
                  <a:extLst>
                    <a:ext uri="{FF2B5EF4-FFF2-40B4-BE49-F238E27FC236}">
                      <a16:creationId xmlns:a16="http://schemas.microsoft.com/office/drawing/2014/main" id="{D4C4E746-5AFE-3DD6-2C04-A64639E693C7}"/>
                    </a:ext>
                  </a:extLst>
                </p14:cNvPr>
                <p14:cNvContentPartPr/>
                <p14:nvPr/>
              </p14:nvContentPartPr>
              <p14:xfrm>
                <a:off x="2214411" y="1258560"/>
                <a:ext cx="70560" cy="92880"/>
              </p14:xfrm>
            </p:contentPart>
          </mc:Choice>
          <mc:Fallback>
            <p:pic>
              <p:nvPicPr>
                <p:cNvPr id="447" name="Ink 446">
                  <a:extLst>
                    <a:ext uri="{FF2B5EF4-FFF2-40B4-BE49-F238E27FC236}">
                      <a16:creationId xmlns:a16="http://schemas.microsoft.com/office/drawing/2014/main" id="{D4C4E746-5AFE-3DD6-2C04-A64639E693C7}"/>
                    </a:ext>
                  </a:extLst>
                </p:cNvPr>
                <p:cNvPicPr/>
                <p:nvPr/>
              </p:nvPicPr>
              <p:blipFill>
                <a:blip r:embed="rId474"/>
                <a:stretch>
                  <a:fillRect/>
                </a:stretch>
              </p:blipFill>
              <p:spPr>
                <a:xfrm>
                  <a:off x="2196411" y="1240560"/>
                  <a:ext cx="10620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5">
              <p14:nvContentPartPr>
                <p14:cNvPr id="449" name="Ink 448">
                  <a:extLst>
                    <a:ext uri="{FF2B5EF4-FFF2-40B4-BE49-F238E27FC236}">
                      <a16:creationId xmlns:a16="http://schemas.microsoft.com/office/drawing/2014/main" id="{D64745E5-9598-BBAF-BE4B-CC36EE6F16F6}"/>
                    </a:ext>
                  </a:extLst>
                </p14:cNvPr>
                <p14:cNvContentPartPr/>
                <p14:nvPr/>
              </p14:nvContentPartPr>
              <p14:xfrm>
                <a:off x="1956291" y="1435320"/>
                <a:ext cx="24840" cy="86400"/>
              </p14:xfrm>
            </p:contentPart>
          </mc:Choice>
          <mc:Fallback>
            <p:pic>
              <p:nvPicPr>
                <p:cNvPr id="449" name="Ink 448">
                  <a:extLst>
                    <a:ext uri="{FF2B5EF4-FFF2-40B4-BE49-F238E27FC236}">
                      <a16:creationId xmlns:a16="http://schemas.microsoft.com/office/drawing/2014/main" id="{D64745E5-9598-BBAF-BE4B-CC36EE6F16F6}"/>
                    </a:ext>
                  </a:extLst>
                </p:cNvPr>
                <p:cNvPicPr/>
                <p:nvPr/>
              </p:nvPicPr>
              <p:blipFill>
                <a:blip r:embed="rId476"/>
                <a:stretch>
                  <a:fillRect/>
                </a:stretch>
              </p:blipFill>
              <p:spPr>
                <a:xfrm>
                  <a:off x="1938651" y="1417320"/>
                  <a:ext cx="6048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7">
              <p14:nvContentPartPr>
                <p14:cNvPr id="450" name="Ink 449">
                  <a:extLst>
                    <a:ext uri="{FF2B5EF4-FFF2-40B4-BE49-F238E27FC236}">
                      <a16:creationId xmlns:a16="http://schemas.microsoft.com/office/drawing/2014/main" id="{92525504-CAB3-290C-4A6D-B4DB329CFBD4}"/>
                    </a:ext>
                  </a:extLst>
                </p14:cNvPr>
                <p14:cNvContentPartPr/>
                <p14:nvPr/>
              </p14:nvContentPartPr>
              <p14:xfrm>
                <a:off x="2078691" y="1556640"/>
                <a:ext cx="26640" cy="29160"/>
              </p14:xfrm>
            </p:contentPart>
          </mc:Choice>
          <mc:Fallback>
            <p:pic>
              <p:nvPicPr>
                <p:cNvPr id="450" name="Ink 449">
                  <a:extLst>
                    <a:ext uri="{FF2B5EF4-FFF2-40B4-BE49-F238E27FC236}">
                      <a16:creationId xmlns:a16="http://schemas.microsoft.com/office/drawing/2014/main" id="{92525504-CAB3-290C-4A6D-B4DB329CFBD4}"/>
                    </a:ext>
                  </a:extLst>
                </p:cNvPr>
                <p:cNvPicPr/>
                <p:nvPr/>
              </p:nvPicPr>
              <p:blipFill>
                <a:blip r:embed="rId478"/>
                <a:stretch>
                  <a:fillRect/>
                </a:stretch>
              </p:blipFill>
              <p:spPr>
                <a:xfrm>
                  <a:off x="2061051" y="1539000"/>
                  <a:ext cx="6228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9">
              <p14:nvContentPartPr>
                <p14:cNvPr id="451" name="Ink 450">
                  <a:extLst>
                    <a:ext uri="{FF2B5EF4-FFF2-40B4-BE49-F238E27FC236}">
                      <a16:creationId xmlns:a16="http://schemas.microsoft.com/office/drawing/2014/main" id="{CF1B6BA9-8F97-B01A-9E35-3E002499E48D}"/>
                    </a:ext>
                  </a:extLst>
                </p14:cNvPr>
                <p14:cNvContentPartPr/>
                <p14:nvPr/>
              </p14:nvContentPartPr>
              <p14:xfrm>
                <a:off x="2073651" y="1545840"/>
                <a:ext cx="43560" cy="77400"/>
              </p14:xfrm>
            </p:contentPart>
          </mc:Choice>
          <mc:Fallback>
            <p:pic>
              <p:nvPicPr>
                <p:cNvPr id="451" name="Ink 450">
                  <a:extLst>
                    <a:ext uri="{FF2B5EF4-FFF2-40B4-BE49-F238E27FC236}">
                      <a16:creationId xmlns:a16="http://schemas.microsoft.com/office/drawing/2014/main" id="{CF1B6BA9-8F97-B01A-9E35-3E002499E48D}"/>
                    </a:ext>
                  </a:extLst>
                </p:cNvPr>
                <p:cNvPicPr/>
                <p:nvPr/>
              </p:nvPicPr>
              <p:blipFill>
                <a:blip r:embed="rId480"/>
                <a:stretch>
                  <a:fillRect/>
                </a:stretch>
              </p:blipFill>
              <p:spPr>
                <a:xfrm>
                  <a:off x="2056011" y="1527840"/>
                  <a:ext cx="79200" cy="113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4" name="Group 453">
            <a:extLst>
              <a:ext uri="{FF2B5EF4-FFF2-40B4-BE49-F238E27FC236}">
                <a16:creationId xmlns:a16="http://schemas.microsoft.com/office/drawing/2014/main" id="{7B06B6B2-E48A-8867-1C33-F79D5075D975}"/>
              </a:ext>
            </a:extLst>
          </p:cNvPr>
          <p:cNvGrpSpPr/>
          <p:nvPr/>
        </p:nvGrpSpPr>
        <p:grpSpPr>
          <a:xfrm>
            <a:off x="883491" y="2193840"/>
            <a:ext cx="587880" cy="606240"/>
            <a:chOff x="883491" y="2193840"/>
            <a:chExt cx="587880" cy="606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81">
              <p14:nvContentPartPr>
                <p14:cNvPr id="433" name="Ink 432">
                  <a:extLst>
                    <a:ext uri="{FF2B5EF4-FFF2-40B4-BE49-F238E27FC236}">
                      <a16:creationId xmlns:a16="http://schemas.microsoft.com/office/drawing/2014/main" id="{1DFA22B7-0B3D-CD58-169E-F64854FAADDA}"/>
                    </a:ext>
                  </a:extLst>
                </p14:cNvPr>
                <p14:cNvContentPartPr/>
                <p14:nvPr/>
              </p14:nvContentPartPr>
              <p14:xfrm>
                <a:off x="886371" y="2618640"/>
                <a:ext cx="170640" cy="162000"/>
              </p14:xfrm>
            </p:contentPart>
          </mc:Choice>
          <mc:Fallback>
            <p:pic>
              <p:nvPicPr>
                <p:cNvPr id="433" name="Ink 432">
                  <a:extLst>
                    <a:ext uri="{FF2B5EF4-FFF2-40B4-BE49-F238E27FC236}">
                      <a16:creationId xmlns:a16="http://schemas.microsoft.com/office/drawing/2014/main" id="{1DFA22B7-0B3D-CD58-169E-F64854FAADDA}"/>
                    </a:ext>
                  </a:extLst>
                </p:cNvPr>
                <p:cNvPicPr/>
                <p:nvPr/>
              </p:nvPicPr>
              <p:blipFill>
                <a:blip r:embed="rId482"/>
                <a:stretch>
                  <a:fillRect/>
                </a:stretch>
              </p:blipFill>
              <p:spPr>
                <a:xfrm>
                  <a:off x="868371" y="2601000"/>
                  <a:ext cx="20628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3">
              <p14:nvContentPartPr>
                <p14:cNvPr id="434" name="Ink 433">
                  <a:extLst>
                    <a:ext uri="{FF2B5EF4-FFF2-40B4-BE49-F238E27FC236}">
                      <a16:creationId xmlns:a16="http://schemas.microsoft.com/office/drawing/2014/main" id="{CEFFA3AD-C689-FD1A-7772-5A0F78AB7D40}"/>
                    </a:ext>
                  </a:extLst>
                </p14:cNvPr>
                <p14:cNvContentPartPr/>
                <p14:nvPr/>
              </p14:nvContentPartPr>
              <p14:xfrm>
                <a:off x="1015611" y="2490840"/>
                <a:ext cx="85680" cy="180000"/>
              </p14:xfrm>
            </p:contentPart>
          </mc:Choice>
          <mc:Fallback>
            <p:pic>
              <p:nvPicPr>
                <p:cNvPr id="434" name="Ink 433">
                  <a:extLst>
                    <a:ext uri="{FF2B5EF4-FFF2-40B4-BE49-F238E27FC236}">
                      <a16:creationId xmlns:a16="http://schemas.microsoft.com/office/drawing/2014/main" id="{CEFFA3AD-C689-FD1A-7772-5A0F78AB7D40}"/>
                    </a:ext>
                  </a:extLst>
                </p:cNvPr>
                <p:cNvPicPr/>
                <p:nvPr/>
              </p:nvPicPr>
              <p:blipFill>
                <a:blip r:embed="rId484"/>
                <a:stretch>
                  <a:fillRect/>
                </a:stretch>
              </p:blipFill>
              <p:spPr>
                <a:xfrm>
                  <a:off x="997971" y="2472840"/>
                  <a:ext cx="12132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5">
              <p14:nvContentPartPr>
                <p14:cNvPr id="435" name="Ink 434">
                  <a:extLst>
                    <a:ext uri="{FF2B5EF4-FFF2-40B4-BE49-F238E27FC236}">
                      <a16:creationId xmlns:a16="http://schemas.microsoft.com/office/drawing/2014/main" id="{F4598C44-D51F-42EE-3592-21CE175BBA6C}"/>
                    </a:ext>
                  </a:extLst>
                </p14:cNvPr>
                <p14:cNvContentPartPr/>
                <p14:nvPr/>
              </p14:nvContentPartPr>
              <p14:xfrm>
                <a:off x="1056651" y="2401560"/>
                <a:ext cx="246600" cy="141480"/>
              </p14:xfrm>
            </p:contentPart>
          </mc:Choice>
          <mc:Fallback>
            <p:pic>
              <p:nvPicPr>
                <p:cNvPr id="435" name="Ink 434">
                  <a:extLst>
                    <a:ext uri="{FF2B5EF4-FFF2-40B4-BE49-F238E27FC236}">
                      <a16:creationId xmlns:a16="http://schemas.microsoft.com/office/drawing/2014/main" id="{F4598C44-D51F-42EE-3592-21CE175BBA6C}"/>
                    </a:ext>
                  </a:extLst>
                </p:cNvPr>
                <p:cNvPicPr/>
                <p:nvPr/>
              </p:nvPicPr>
              <p:blipFill>
                <a:blip r:embed="rId486"/>
                <a:stretch>
                  <a:fillRect/>
                </a:stretch>
              </p:blipFill>
              <p:spPr>
                <a:xfrm>
                  <a:off x="1038651" y="2383920"/>
                  <a:ext cx="28224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7">
              <p14:nvContentPartPr>
                <p14:cNvPr id="436" name="Ink 435">
                  <a:extLst>
                    <a:ext uri="{FF2B5EF4-FFF2-40B4-BE49-F238E27FC236}">
                      <a16:creationId xmlns:a16="http://schemas.microsoft.com/office/drawing/2014/main" id="{65B765D0-FD66-0167-96EC-F558D7096195}"/>
                    </a:ext>
                  </a:extLst>
                </p14:cNvPr>
                <p14:cNvContentPartPr/>
                <p14:nvPr/>
              </p14:nvContentPartPr>
              <p14:xfrm>
                <a:off x="1249251" y="2236320"/>
                <a:ext cx="122400" cy="195840"/>
              </p14:xfrm>
            </p:contentPart>
          </mc:Choice>
          <mc:Fallback>
            <p:pic>
              <p:nvPicPr>
                <p:cNvPr id="436" name="Ink 435">
                  <a:extLst>
                    <a:ext uri="{FF2B5EF4-FFF2-40B4-BE49-F238E27FC236}">
                      <a16:creationId xmlns:a16="http://schemas.microsoft.com/office/drawing/2014/main" id="{65B765D0-FD66-0167-96EC-F558D7096195}"/>
                    </a:ext>
                  </a:extLst>
                </p:cNvPr>
                <p:cNvPicPr/>
                <p:nvPr/>
              </p:nvPicPr>
              <p:blipFill>
                <a:blip r:embed="rId488"/>
                <a:stretch>
                  <a:fillRect/>
                </a:stretch>
              </p:blipFill>
              <p:spPr>
                <a:xfrm>
                  <a:off x="1231251" y="2218320"/>
                  <a:ext cx="15804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9">
              <p14:nvContentPartPr>
                <p14:cNvPr id="437" name="Ink 436">
                  <a:extLst>
                    <a:ext uri="{FF2B5EF4-FFF2-40B4-BE49-F238E27FC236}">
                      <a16:creationId xmlns:a16="http://schemas.microsoft.com/office/drawing/2014/main" id="{9243B016-4D09-6D9A-55B8-2884E57EC033}"/>
                    </a:ext>
                  </a:extLst>
                </p14:cNvPr>
                <p14:cNvContentPartPr/>
                <p14:nvPr/>
              </p14:nvContentPartPr>
              <p14:xfrm>
                <a:off x="1253211" y="2193840"/>
                <a:ext cx="218160" cy="124560"/>
              </p14:xfrm>
            </p:contentPart>
          </mc:Choice>
          <mc:Fallback>
            <p:pic>
              <p:nvPicPr>
                <p:cNvPr id="437" name="Ink 436">
                  <a:extLst>
                    <a:ext uri="{FF2B5EF4-FFF2-40B4-BE49-F238E27FC236}">
                      <a16:creationId xmlns:a16="http://schemas.microsoft.com/office/drawing/2014/main" id="{9243B016-4D09-6D9A-55B8-2884E57EC033}"/>
                    </a:ext>
                  </a:extLst>
                </p:cNvPr>
                <p:cNvPicPr/>
                <p:nvPr/>
              </p:nvPicPr>
              <p:blipFill>
                <a:blip r:embed="rId490"/>
                <a:stretch>
                  <a:fillRect/>
                </a:stretch>
              </p:blipFill>
              <p:spPr>
                <a:xfrm>
                  <a:off x="1235211" y="2175840"/>
                  <a:ext cx="25380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1">
              <p14:nvContentPartPr>
                <p14:cNvPr id="438" name="Ink 437">
                  <a:extLst>
                    <a:ext uri="{FF2B5EF4-FFF2-40B4-BE49-F238E27FC236}">
                      <a16:creationId xmlns:a16="http://schemas.microsoft.com/office/drawing/2014/main" id="{B140746D-2A9A-4AA8-72D5-944B4138DCA0}"/>
                    </a:ext>
                  </a:extLst>
                </p14:cNvPr>
                <p14:cNvContentPartPr/>
                <p14:nvPr/>
              </p14:nvContentPartPr>
              <p14:xfrm>
                <a:off x="1365171" y="2225880"/>
                <a:ext cx="23040" cy="49320"/>
              </p14:xfrm>
            </p:contentPart>
          </mc:Choice>
          <mc:Fallback>
            <p:pic>
              <p:nvPicPr>
                <p:cNvPr id="438" name="Ink 437">
                  <a:extLst>
                    <a:ext uri="{FF2B5EF4-FFF2-40B4-BE49-F238E27FC236}">
                      <a16:creationId xmlns:a16="http://schemas.microsoft.com/office/drawing/2014/main" id="{B140746D-2A9A-4AA8-72D5-944B4138DCA0}"/>
                    </a:ext>
                  </a:extLst>
                </p:cNvPr>
                <p:cNvPicPr/>
                <p:nvPr/>
              </p:nvPicPr>
              <p:blipFill>
                <a:blip r:embed="rId492"/>
                <a:stretch>
                  <a:fillRect/>
                </a:stretch>
              </p:blipFill>
              <p:spPr>
                <a:xfrm>
                  <a:off x="1347171" y="2207880"/>
                  <a:ext cx="5868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3">
              <p14:nvContentPartPr>
                <p14:cNvPr id="452" name="Ink 451">
                  <a:extLst>
                    <a:ext uri="{FF2B5EF4-FFF2-40B4-BE49-F238E27FC236}">
                      <a16:creationId xmlns:a16="http://schemas.microsoft.com/office/drawing/2014/main" id="{6FAB1525-7798-FD23-F0D6-DE798D9B04CB}"/>
                    </a:ext>
                  </a:extLst>
                </p14:cNvPr>
                <p14:cNvContentPartPr/>
                <p14:nvPr/>
              </p14:nvContentPartPr>
              <p14:xfrm>
                <a:off x="883491" y="2633040"/>
                <a:ext cx="16200" cy="59040"/>
              </p14:xfrm>
            </p:contentPart>
          </mc:Choice>
          <mc:Fallback>
            <p:pic>
              <p:nvPicPr>
                <p:cNvPr id="452" name="Ink 451">
                  <a:extLst>
                    <a:ext uri="{FF2B5EF4-FFF2-40B4-BE49-F238E27FC236}">
                      <a16:creationId xmlns:a16="http://schemas.microsoft.com/office/drawing/2014/main" id="{6FAB1525-7798-FD23-F0D6-DE798D9B04CB}"/>
                    </a:ext>
                  </a:extLst>
                </p:cNvPr>
                <p:cNvPicPr/>
                <p:nvPr/>
              </p:nvPicPr>
              <p:blipFill>
                <a:blip r:embed="rId494"/>
                <a:stretch>
                  <a:fillRect/>
                </a:stretch>
              </p:blipFill>
              <p:spPr>
                <a:xfrm>
                  <a:off x="865491" y="2615040"/>
                  <a:ext cx="5184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5">
              <p14:nvContentPartPr>
                <p14:cNvPr id="453" name="Ink 452">
                  <a:extLst>
                    <a:ext uri="{FF2B5EF4-FFF2-40B4-BE49-F238E27FC236}">
                      <a16:creationId xmlns:a16="http://schemas.microsoft.com/office/drawing/2014/main" id="{9485BA60-68CF-0DCB-C88D-EB70A25F0CA0}"/>
                    </a:ext>
                  </a:extLst>
                </p14:cNvPr>
                <p14:cNvContentPartPr/>
                <p14:nvPr/>
              </p14:nvContentPartPr>
              <p14:xfrm>
                <a:off x="1036131" y="2759400"/>
                <a:ext cx="39960" cy="40680"/>
              </p14:xfrm>
            </p:contentPart>
          </mc:Choice>
          <mc:Fallback>
            <p:pic>
              <p:nvPicPr>
                <p:cNvPr id="453" name="Ink 452">
                  <a:extLst>
                    <a:ext uri="{FF2B5EF4-FFF2-40B4-BE49-F238E27FC236}">
                      <a16:creationId xmlns:a16="http://schemas.microsoft.com/office/drawing/2014/main" id="{9485BA60-68CF-0DCB-C88D-EB70A25F0CA0}"/>
                    </a:ext>
                  </a:extLst>
                </p:cNvPr>
                <p:cNvPicPr/>
                <p:nvPr/>
              </p:nvPicPr>
              <p:blipFill>
                <a:blip r:embed="rId496"/>
                <a:stretch>
                  <a:fillRect/>
                </a:stretch>
              </p:blipFill>
              <p:spPr>
                <a:xfrm>
                  <a:off x="1018131" y="2741760"/>
                  <a:ext cx="75600" cy="76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97">
            <p14:nvContentPartPr>
              <p14:cNvPr id="456" name="Ink 455">
                <a:extLst>
                  <a:ext uri="{FF2B5EF4-FFF2-40B4-BE49-F238E27FC236}">
                    <a16:creationId xmlns:a16="http://schemas.microsoft.com/office/drawing/2014/main" id="{6637DEA2-D532-BA58-1E4B-7835CB908A68}"/>
                  </a:ext>
                </a:extLst>
              </p14:cNvPr>
              <p14:cNvContentPartPr/>
              <p14:nvPr/>
            </p14:nvContentPartPr>
            <p14:xfrm>
              <a:off x="1348251" y="2873520"/>
              <a:ext cx="1213560" cy="1805040"/>
            </p14:xfrm>
          </p:contentPart>
        </mc:Choice>
        <mc:Fallback>
          <p:pic>
            <p:nvPicPr>
              <p:cNvPr id="456" name="Ink 455">
                <a:extLst>
                  <a:ext uri="{FF2B5EF4-FFF2-40B4-BE49-F238E27FC236}">
                    <a16:creationId xmlns:a16="http://schemas.microsoft.com/office/drawing/2014/main" id="{6637DEA2-D532-BA58-1E4B-7835CB908A68}"/>
                  </a:ext>
                </a:extLst>
              </p:cNvPr>
              <p:cNvPicPr/>
              <p:nvPr/>
            </p:nvPicPr>
            <p:blipFill>
              <a:blip r:embed="rId498"/>
              <a:stretch>
                <a:fillRect/>
              </a:stretch>
            </p:blipFill>
            <p:spPr>
              <a:xfrm>
                <a:off x="1330251" y="2855880"/>
                <a:ext cx="1249200" cy="1840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99">
            <p14:nvContentPartPr>
              <p14:cNvPr id="457" name="Ink 456">
                <a:extLst>
                  <a:ext uri="{FF2B5EF4-FFF2-40B4-BE49-F238E27FC236}">
                    <a16:creationId xmlns:a16="http://schemas.microsoft.com/office/drawing/2014/main" id="{A48099EC-ED63-A99E-CC00-EB41D89AB455}"/>
                  </a:ext>
                </a:extLst>
              </p14:cNvPr>
              <p14:cNvContentPartPr/>
              <p14:nvPr/>
            </p14:nvContentPartPr>
            <p14:xfrm>
              <a:off x="2473611" y="1951920"/>
              <a:ext cx="2219760" cy="807840"/>
            </p14:xfrm>
          </p:contentPart>
        </mc:Choice>
        <mc:Fallback>
          <p:pic>
            <p:nvPicPr>
              <p:cNvPr id="457" name="Ink 456">
                <a:extLst>
                  <a:ext uri="{FF2B5EF4-FFF2-40B4-BE49-F238E27FC236}">
                    <a16:creationId xmlns:a16="http://schemas.microsoft.com/office/drawing/2014/main" id="{A48099EC-ED63-A99E-CC00-EB41D89AB455}"/>
                  </a:ext>
                </a:extLst>
              </p:cNvPr>
              <p:cNvPicPr/>
              <p:nvPr/>
            </p:nvPicPr>
            <p:blipFill>
              <a:blip r:embed="rId500"/>
              <a:stretch>
                <a:fillRect/>
              </a:stretch>
            </p:blipFill>
            <p:spPr>
              <a:xfrm>
                <a:off x="2455971" y="1934280"/>
                <a:ext cx="2255400" cy="843480"/>
              </a:xfrm>
              <a:prstGeom prst="rect">
                <a:avLst/>
              </a:prstGeom>
            </p:spPr>
          </p:pic>
        </mc:Fallback>
      </mc:AlternateContent>
      <p:grpSp>
        <p:nvGrpSpPr>
          <p:cNvPr id="464" name="Group 463">
            <a:extLst>
              <a:ext uri="{FF2B5EF4-FFF2-40B4-BE49-F238E27FC236}">
                <a16:creationId xmlns:a16="http://schemas.microsoft.com/office/drawing/2014/main" id="{32DD2AAA-2ACC-D340-E3D7-89FA69B54BBB}"/>
              </a:ext>
            </a:extLst>
          </p:cNvPr>
          <p:cNvGrpSpPr/>
          <p:nvPr/>
        </p:nvGrpSpPr>
        <p:grpSpPr>
          <a:xfrm>
            <a:off x="2994891" y="3062160"/>
            <a:ext cx="507600" cy="305640"/>
            <a:chOff x="2994891" y="3062160"/>
            <a:chExt cx="507600" cy="305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01">
              <p14:nvContentPartPr>
                <p14:cNvPr id="458" name="Ink 457">
                  <a:extLst>
                    <a:ext uri="{FF2B5EF4-FFF2-40B4-BE49-F238E27FC236}">
                      <a16:creationId xmlns:a16="http://schemas.microsoft.com/office/drawing/2014/main" id="{687C697C-7CB1-29B7-7300-D14B4528689F}"/>
                    </a:ext>
                  </a:extLst>
                </p14:cNvPr>
                <p14:cNvContentPartPr/>
                <p14:nvPr/>
              </p14:nvContentPartPr>
              <p14:xfrm>
                <a:off x="3140691" y="3080160"/>
                <a:ext cx="237600" cy="182160"/>
              </p14:xfrm>
            </p:contentPart>
          </mc:Choice>
          <mc:Fallback>
            <p:pic>
              <p:nvPicPr>
                <p:cNvPr id="458" name="Ink 457">
                  <a:extLst>
                    <a:ext uri="{FF2B5EF4-FFF2-40B4-BE49-F238E27FC236}">
                      <a16:creationId xmlns:a16="http://schemas.microsoft.com/office/drawing/2014/main" id="{687C697C-7CB1-29B7-7300-D14B4528689F}"/>
                    </a:ext>
                  </a:extLst>
                </p:cNvPr>
                <p:cNvPicPr/>
                <p:nvPr/>
              </p:nvPicPr>
              <p:blipFill>
                <a:blip r:embed="rId502"/>
                <a:stretch>
                  <a:fillRect/>
                </a:stretch>
              </p:blipFill>
              <p:spPr>
                <a:xfrm>
                  <a:off x="3122691" y="3062160"/>
                  <a:ext cx="27324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3">
              <p14:nvContentPartPr>
                <p14:cNvPr id="459" name="Ink 458">
                  <a:extLst>
                    <a:ext uri="{FF2B5EF4-FFF2-40B4-BE49-F238E27FC236}">
                      <a16:creationId xmlns:a16="http://schemas.microsoft.com/office/drawing/2014/main" id="{B06E9F5F-D597-1153-4D20-49D954D73F32}"/>
                    </a:ext>
                  </a:extLst>
                </p14:cNvPr>
                <p14:cNvContentPartPr/>
                <p14:nvPr/>
              </p14:nvContentPartPr>
              <p14:xfrm>
                <a:off x="3157611" y="3062160"/>
                <a:ext cx="191160" cy="297000"/>
              </p14:xfrm>
            </p:contentPart>
          </mc:Choice>
          <mc:Fallback>
            <p:pic>
              <p:nvPicPr>
                <p:cNvPr id="459" name="Ink 458">
                  <a:extLst>
                    <a:ext uri="{FF2B5EF4-FFF2-40B4-BE49-F238E27FC236}">
                      <a16:creationId xmlns:a16="http://schemas.microsoft.com/office/drawing/2014/main" id="{B06E9F5F-D597-1153-4D20-49D954D73F32}"/>
                    </a:ext>
                  </a:extLst>
                </p:cNvPr>
                <p:cNvPicPr/>
                <p:nvPr/>
              </p:nvPicPr>
              <p:blipFill>
                <a:blip r:embed="rId504"/>
                <a:stretch>
                  <a:fillRect/>
                </a:stretch>
              </p:blipFill>
              <p:spPr>
                <a:xfrm>
                  <a:off x="3139971" y="3044520"/>
                  <a:ext cx="226800" cy="33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5">
              <p14:nvContentPartPr>
                <p14:cNvPr id="461" name="Ink 460">
                  <a:extLst>
                    <a:ext uri="{FF2B5EF4-FFF2-40B4-BE49-F238E27FC236}">
                      <a16:creationId xmlns:a16="http://schemas.microsoft.com/office/drawing/2014/main" id="{A2BC6F4D-3816-C0C8-A933-FB284A597651}"/>
                    </a:ext>
                  </a:extLst>
                </p14:cNvPr>
                <p14:cNvContentPartPr/>
                <p14:nvPr/>
              </p14:nvContentPartPr>
              <p14:xfrm>
                <a:off x="3003171" y="3214080"/>
                <a:ext cx="10800" cy="48960"/>
              </p14:xfrm>
            </p:contentPart>
          </mc:Choice>
          <mc:Fallback>
            <p:pic>
              <p:nvPicPr>
                <p:cNvPr id="461" name="Ink 460">
                  <a:extLst>
                    <a:ext uri="{FF2B5EF4-FFF2-40B4-BE49-F238E27FC236}">
                      <a16:creationId xmlns:a16="http://schemas.microsoft.com/office/drawing/2014/main" id="{A2BC6F4D-3816-C0C8-A933-FB284A597651}"/>
                    </a:ext>
                  </a:extLst>
                </p:cNvPr>
                <p:cNvPicPr/>
                <p:nvPr/>
              </p:nvPicPr>
              <p:blipFill>
                <a:blip r:embed="rId506"/>
                <a:stretch>
                  <a:fillRect/>
                </a:stretch>
              </p:blipFill>
              <p:spPr>
                <a:xfrm>
                  <a:off x="2985531" y="3196080"/>
                  <a:ext cx="4644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7">
              <p14:nvContentPartPr>
                <p14:cNvPr id="462" name="Ink 461">
                  <a:extLst>
                    <a:ext uri="{FF2B5EF4-FFF2-40B4-BE49-F238E27FC236}">
                      <a16:creationId xmlns:a16="http://schemas.microsoft.com/office/drawing/2014/main" id="{26359B46-B788-0540-A1B8-196A1964E198}"/>
                    </a:ext>
                  </a:extLst>
                </p14:cNvPr>
                <p14:cNvContentPartPr/>
                <p14:nvPr/>
              </p14:nvContentPartPr>
              <p14:xfrm>
                <a:off x="2994891" y="3202200"/>
                <a:ext cx="503280" cy="50400"/>
              </p14:xfrm>
            </p:contentPart>
          </mc:Choice>
          <mc:Fallback>
            <p:pic>
              <p:nvPicPr>
                <p:cNvPr id="462" name="Ink 461">
                  <a:extLst>
                    <a:ext uri="{FF2B5EF4-FFF2-40B4-BE49-F238E27FC236}">
                      <a16:creationId xmlns:a16="http://schemas.microsoft.com/office/drawing/2014/main" id="{26359B46-B788-0540-A1B8-196A1964E198}"/>
                    </a:ext>
                  </a:extLst>
                </p:cNvPr>
                <p:cNvPicPr/>
                <p:nvPr/>
              </p:nvPicPr>
              <p:blipFill>
                <a:blip r:embed="rId508"/>
                <a:stretch>
                  <a:fillRect/>
                </a:stretch>
              </p:blipFill>
              <p:spPr>
                <a:xfrm>
                  <a:off x="2976891" y="3184560"/>
                  <a:ext cx="53892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9">
              <p14:nvContentPartPr>
                <p14:cNvPr id="463" name="Ink 462">
                  <a:extLst>
                    <a:ext uri="{FF2B5EF4-FFF2-40B4-BE49-F238E27FC236}">
                      <a16:creationId xmlns:a16="http://schemas.microsoft.com/office/drawing/2014/main" id="{9331D278-8A30-F03A-CB59-7F60F0E457EC}"/>
                    </a:ext>
                  </a:extLst>
                </p14:cNvPr>
                <p14:cNvContentPartPr/>
                <p14:nvPr/>
              </p14:nvContentPartPr>
              <p14:xfrm>
                <a:off x="3380091" y="3160800"/>
                <a:ext cx="122400" cy="207000"/>
              </p14:xfrm>
            </p:contentPart>
          </mc:Choice>
          <mc:Fallback>
            <p:pic>
              <p:nvPicPr>
                <p:cNvPr id="463" name="Ink 462">
                  <a:extLst>
                    <a:ext uri="{FF2B5EF4-FFF2-40B4-BE49-F238E27FC236}">
                      <a16:creationId xmlns:a16="http://schemas.microsoft.com/office/drawing/2014/main" id="{9331D278-8A30-F03A-CB59-7F60F0E457EC}"/>
                    </a:ext>
                  </a:extLst>
                </p:cNvPr>
                <p:cNvPicPr/>
                <p:nvPr/>
              </p:nvPicPr>
              <p:blipFill>
                <a:blip r:embed="rId510"/>
                <a:stretch>
                  <a:fillRect/>
                </a:stretch>
              </p:blipFill>
              <p:spPr>
                <a:xfrm>
                  <a:off x="3362091" y="3142800"/>
                  <a:ext cx="158040" cy="2426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00291823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890D91-926F-EBB7-EED2-5CBD176DC5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 domain to frequency domain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9F5523-433C-1CA4-AEB8-A4420F62D3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02636"/>
            <a:ext cx="10515600" cy="1307189"/>
          </a:xfrm>
        </p:spPr>
        <p:txBody>
          <a:bodyPr/>
          <a:lstStyle/>
          <a:p>
            <a:r>
              <a:rPr lang="en-US" dirty="0"/>
              <a:t>The Fourier transform is an analysis process, decomposing a complex-valued function into its constituent frequencies and their amplitudes.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46E499-4F59-4D44-E5B3-F9A7E506AF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25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diagram of a graph&#10;&#10;Description automatically generated">
            <a:extLst>
              <a:ext uri="{FF2B5EF4-FFF2-40B4-BE49-F238E27FC236}">
                <a16:creationId xmlns:a16="http://schemas.microsoft.com/office/drawing/2014/main" id="{623385BC-6897-7BC5-9C63-BC53273F12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8336" y="2872909"/>
            <a:ext cx="6855327" cy="3150533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E4268F34-A37F-9479-EDC5-38AE7AE735EE}"/>
                  </a:ext>
                </a:extLst>
              </p14:cNvPr>
              <p14:cNvContentPartPr/>
              <p14:nvPr/>
            </p14:nvContentPartPr>
            <p14:xfrm>
              <a:off x="3306198" y="3321949"/>
              <a:ext cx="3257640" cy="168588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E4268F34-A37F-9479-EDC5-38AE7AE735E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288198" y="3304309"/>
                <a:ext cx="3293280" cy="17215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" name="Group 10">
            <a:extLst>
              <a:ext uri="{FF2B5EF4-FFF2-40B4-BE49-F238E27FC236}">
                <a16:creationId xmlns:a16="http://schemas.microsoft.com/office/drawing/2014/main" id="{5946FEB2-4A07-A1D6-E911-8398656AB8F6}"/>
              </a:ext>
            </a:extLst>
          </p:cNvPr>
          <p:cNvGrpSpPr/>
          <p:nvPr/>
        </p:nvGrpSpPr>
        <p:grpSpPr>
          <a:xfrm>
            <a:off x="3763398" y="5249029"/>
            <a:ext cx="707040" cy="392040"/>
            <a:chOff x="3763398" y="5249029"/>
            <a:chExt cx="707040" cy="392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405E8562-1853-840E-2B11-D89157435D35}"/>
                    </a:ext>
                  </a:extLst>
                </p14:cNvPr>
                <p14:cNvContentPartPr/>
                <p14:nvPr/>
              </p14:nvContentPartPr>
              <p14:xfrm>
                <a:off x="3820998" y="5249029"/>
                <a:ext cx="181080" cy="26604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405E8562-1853-840E-2B11-D89157435D35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3803358" y="5231389"/>
                  <a:ext cx="21672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B94D0AE5-645F-F37A-08B6-81BDCF5FF94C}"/>
                    </a:ext>
                  </a:extLst>
                </p14:cNvPr>
                <p14:cNvContentPartPr/>
                <p14:nvPr/>
              </p14:nvContentPartPr>
              <p14:xfrm>
                <a:off x="4171998" y="5477269"/>
                <a:ext cx="277560" cy="910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B94D0AE5-645F-F37A-08B6-81BDCF5FF94C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4154358" y="5459269"/>
                  <a:ext cx="31320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F28D64B8-F500-01DF-114D-59508F0304BE}"/>
                    </a:ext>
                  </a:extLst>
                </p14:cNvPr>
                <p14:cNvContentPartPr/>
                <p14:nvPr/>
              </p14:nvContentPartPr>
              <p14:xfrm>
                <a:off x="4398798" y="5505349"/>
                <a:ext cx="71640" cy="1357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F28D64B8-F500-01DF-114D-59508F0304BE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4380798" y="5487709"/>
                  <a:ext cx="10728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7C6BE855-6E52-76AE-8C92-3826ABF61570}"/>
                    </a:ext>
                  </a:extLst>
                </p14:cNvPr>
                <p14:cNvContentPartPr/>
                <p14:nvPr/>
              </p14:nvContentPartPr>
              <p14:xfrm>
                <a:off x="3763398" y="5341189"/>
                <a:ext cx="171720" cy="194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7C6BE855-6E52-76AE-8C92-3826ABF61570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3745398" y="5323189"/>
                  <a:ext cx="207360" cy="55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327EFC0-38BC-09AB-4F47-207CC12A9510}"/>
              </a:ext>
            </a:extLst>
          </p:cNvPr>
          <p:cNvGrpSpPr/>
          <p:nvPr/>
        </p:nvGrpSpPr>
        <p:grpSpPr>
          <a:xfrm>
            <a:off x="3560718" y="2925229"/>
            <a:ext cx="1813320" cy="1326960"/>
            <a:chOff x="3560718" y="2925229"/>
            <a:chExt cx="1813320" cy="1326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C5819376-B934-E3DB-65FF-3FD1C8E21E40}"/>
                    </a:ext>
                  </a:extLst>
                </p14:cNvPr>
                <p14:cNvContentPartPr/>
                <p14:nvPr/>
              </p14:nvContentPartPr>
              <p14:xfrm>
                <a:off x="3560718" y="2925229"/>
                <a:ext cx="92160" cy="7189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C5819376-B934-E3DB-65FF-3FD1C8E21E40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3542718" y="2907589"/>
                  <a:ext cx="127800" cy="75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9AFAF55A-B271-E636-B280-EBF28CF2B15A}"/>
                    </a:ext>
                  </a:extLst>
                </p14:cNvPr>
                <p14:cNvContentPartPr/>
                <p14:nvPr/>
              </p14:nvContentPartPr>
              <p14:xfrm>
                <a:off x="5288718" y="3397909"/>
                <a:ext cx="85320" cy="8542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9AFAF55A-B271-E636-B280-EBF28CF2B15A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270718" y="3379909"/>
                  <a:ext cx="120960" cy="88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11AE15B1-3588-EDFD-FA59-500A23767165}"/>
                    </a:ext>
                  </a:extLst>
                </p14:cNvPr>
                <p14:cNvContentPartPr/>
                <p14:nvPr/>
              </p14:nvContentPartPr>
              <p14:xfrm>
                <a:off x="3791838" y="3103789"/>
                <a:ext cx="1330560" cy="5295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11AE15B1-3588-EDFD-FA59-500A23767165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3774198" y="3085789"/>
                  <a:ext cx="1366200" cy="56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1B61D643-CE06-77FA-52E6-D483328CF4EB}"/>
                    </a:ext>
                  </a:extLst>
                </p14:cNvPr>
                <p14:cNvContentPartPr/>
                <p14:nvPr/>
              </p14:nvContentPartPr>
              <p14:xfrm>
                <a:off x="5019078" y="3487189"/>
                <a:ext cx="162720" cy="1857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1B61D643-CE06-77FA-52E6-D483328CF4EB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5001078" y="3469549"/>
                  <a:ext cx="19836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E9F925E9-CE8E-2D38-31CA-DEF35364ADC2}"/>
                    </a:ext>
                  </a:extLst>
                </p14:cNvPr>
                <p14:cNvContentPartPr/>
                <p14:nvPr/>
              </p14:nvContentPartPr>
              <p14:xfrm>
                <a:off x="3733518" y="3006949"/>
                <a:ext cx="144000" cy="1998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E9F925E9-CE8E-2D38-31CA-DEF35364ADC2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3715518" y="2988949"/>
                  <a:ext cx="179640" cy="235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F3E7188B-C1AC-3A41-B3EA-6DEDF1C8835D}"/>
                  </a:ext>
                </a:extLst>
              </p14:cNvPr>
              <p14:cNvContentPartPr/>
              <p14:nvPr/>
            </p14:nvContentPartPr>
            <p14:xfrm>
              <a:off x="6826638" y="4189189"/>
              <a:ext cx="52920" cy="63108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F3E7188B-C1AC-3A41-B3EA-6DEDF1C8835D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6808638" y="4171549"/>
                <a:ext cx="88560" cy="666720"/>
              </a:xfrm>
              <a:prstGeom prst="rect">
                <a:avLst/>
              </a:prstGeom>
            </p:spPr>
          </p:pic>
        </mc:Fallback>
      </mc:AlternateContent>
      <p:grpSp>
        <p:nvGrpSpPr>
          <p:cNvPr id="39" name="Group 38">
            <a:extLst>
              <a:ext uri="{FF2B5EF4-FFF2-40B4-BE49-F238E27FC236}">
                <a16:creationId xmlns:a16="http://schemas.microsoft.com/office/drawing/2014/main" id="{21774034-3503-5AC5-893C-5F2ED385CD8E}"/>
              </a:ext>
            </a:extLst>
          </p:cNvPr>
          <p:cNvGrpSpPr/>
          <p:nvPr/>
        </p:nvGrpSpPr>
        <p:grpSpPr>
          <a:xfrm>
            <a:off x="4121238" y="5836549"/>
            <a:ext cx="831240" cy="358920"/>
            <a:chOff x="4121238" y="5836549"/>
            <a:chExt cx="831240" cy="358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86444C8-A7FF-C9E3-CC97-F9CA7343720B}"/>
                    </a:ext>
                  </a:extLst>
                </p14:cNvPr>
                <p14:cNvContentPartPr/>
                <p14:nvPr/>
              </p14:nvContentPartPr>
              <p14:xfrm>
                <a:off x="4157958" y="5879389"/>
                <a:ext cx="99720" cy="3160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86444C8-A7FF-C9E3-CC97-F9CA7343720B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4140318" y="5861749"/>
                  <a:ext cx="135360" cy="35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2B075BC-9821-EB6B-197B-C575237D22A9}"/>
                    </a:ext>
                  </a:extLst>
                </p14:cNvPr>
                <p14:cNvContentPartPr/>
                <p14:nvPr/>
              </p14:nvContentPartPr>
              <p14:xfrm>
                <a:off x="4121238" y="6037789"/>
                <a:ext cx="117000" cy="352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2B075BC-9821-EB6B-197B-C575237D22A9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4103238" y="6020149"/>
                  <a:ext cx="15264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1F647657-8B3A-FC3E-3341-838E59D71E93}"/>
                    </a:ext>
                  </a:extLst>
                </p14:cNvPr>
                <p14:cNvContentPartPr/>
                <p14:nvPr/>
              </p14:nvContentPartPr>
              <p14:xfrm>
                <a:off x="4345878" y="5913949"/>
                <a:ext cx="69480" cy="2167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1F647657-8B3A-FC3E-3341-838E59D71E93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4327878" y="5896309"/>
                  <a:ext cx="10512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E288FBA8-A541-19E9-B69B-1FD2F90F94BE}"/>
                    </a:ext>
                  </a:extLst>
                </p14:cNvPr>
                <p14:cNvContentPartPr/>
                <p14:nvPr/>
              </p14:nvContentPartPr>
              <p14:xfrm>
                <a:off x="4461438" y="5917549"/>
                <a:ext cx="274680" cy="1476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E288FBA8-A541-19E9-B69B-1FD2F90F94BE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4443798" y="5899909"/>
                  <a:ext cx="31032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D71B0348-664F-7B88-CF04-91241261AB0C}"/>
                    </a:ext>
                  </a:extLst>
                </p14:cNvPr>
                <p14:cNvContentPartPr/>
                <p14:nvPr/>
              </p14:nvContentPartPr>
              <p14:xfrm>
                <a:off x="4819278" y="5836549"/>
                <a:ext cx="133200" cy="1713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D71B0348-664F-7B88-CF04-91241261AB0C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4801638" y="5818549"/>
                  <a:ext cx="168840" cy="207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A58013D0-6B5E-A360-639E-F7FF29D4FC7D}"/>
              </a:ext>
            </a:extLst>
          </p:cNvPr>
          <p:cNvGrpSpPr/>
          <p:nvPr/>
        </p:nvGrpSpPr>
        <p:grpSpPr>
          <a:xfrm>
            <a:off x="7796478" y="4762669"/>
            <a:ext cx="1940040" cy="1071000"/>
            <a:chOff x="7796478" y="4762669"/>
            <a:chExt cx="1940040" cy="1071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19053090-6368-A317-99F3-23A38270629F}"/>
                    </a:ext>
                  </a:extLst>
                </p14:cNvPr>
                <p14:cNvContentPartPr/>
                <p14:nvPr/>
              </p14:nvContentPartPr>
              <p14:xfrm>
                <a:off x="7836438" y="4816669"/>
                <a:ext cx="99000" cy="4143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19053090-6368-A317-99F3-23A38270629F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7818438" y="4799029"/>
                  <a:ext cx="134640" cy="45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4AAF8430-018E-B50C-2108-D732CC10F72C}"/>
                    </a:ext>
                  </a:extLst>
                </p14:cNvPr>
                <p14:cNvContentPartPr/>
                <p14:nvPr/>
              </p14:nvContentPartPr>
              <p14:xfrm>
                <a:off x="7796478" y="4993789"/>
                <a:ext cx="146160" cy="1479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4AAF8430-018E-B50C-2108-D732CC10F72C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7778478" y="4975789"/>
                  <a:ext cx="18180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B17EEED7-393C-68A4-AA4E-02FD43B5B9CC}"/>
                    </a:ext>
                  </a:extLst>
                </p14:cNvPr>
                <p14:cNvContentPartPr/>
                <p14:nvPr/>
              </p14:nvContentPartPr>
              <p14:xfrm>
                <a:off x="8145318" y="4798309"/>
                <a:ext cx="537120" cy="1652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B17EEED7-393C-68A4-AA4E-02FD43B5B9CC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8127678" y="4780309"/>
                  <a:ext cx="57276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72BAD138-5D7B-54C9-083C-5D608ACBC2E5}"/>
                    </a:ext>
                  </a:extLst>
                </p14:cNvPr>
                <p14:cNvContentPartPr/>
                <p14:nvPr/>
              </p14:nvContentPartPr>
              <p14:xfrm>
                <a:off x="8513958" y="4762669"/>
                <a:ext cx="161640" cy="1332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72BAD138-5D7B-54C9-083C-5D608ACBC2E5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8496318" y="4744669"/>
                  <a:ext cx="19728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87BA5498-86D0-D78D-8FF9-6C997937952B}"/>
                    </a:ext>
                  </a:extLst>
                </p14:cNvPr>
                <p14:cNvContentPartPr/>
                <p14:nvPr/>
              </p14:nvContentPartPr>
              <p14:xfrm>
                <a:off x="8164038" y="5470069"/>
                <a:ext cx="138240" cy="3636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87BA5498-86D0-D78D-8FF9-6C997937952B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8146398" y="5452069"/>
                  <a:ext cx="173880" cy="39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3E9A3466-CB7B-C5F9-2F70-E9D4F8AE6BCB}"/>
                    </a:ext>
                  </a:extLst>
                </p14:cNvPr>
                <p14:cNvContentPartPr/>
                <p14:nvPr/>
              </p14:nvContentPartPr>
              <p14:xfrm>
                <a:off x="8170518" y="5652949"/>
                <a:ext cx="107280" cy="1033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3E9A3466-CB7B-C5F9-2F70-E9D4F8AE6BCB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8152878" y="5634949"/>
                  <a:ext cx="14292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974A2272-F125-B04C-2BA1-5C0E71CF0FA7}"/>
                    </a:ext>
                  </a:extLst>
                </p14:cNvPr>
                <p14:cNvContentPartPr/>
                <p14:nvPr/>
              </p14:nvContentPartPr>
              <p14:xfrm>
                <a:off x="8368158" y="5612629"/>
                <a:ext cx="90360" cy="1080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974A2272-F125-B04C-2BA1-5C0E71CF0FA7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8350158" y="5594629"/>
                  <a:ext cx="12600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A318CFC1-A5D7-3558-8276-EF33332ED252}"/>
                    </a:ext>
                  </a:extLst>
                </p14:cNvPr>
                <p14:cNvContentPartPr/>
                <p14:nvPr/>
              </p14:nvContentPartPr>
              <p14:xfrm>
                <a:off x="8555358" y="5517589"/>
                <a:ext cx="85320" cy="1533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A318CFC1-A5D7-3558-8276-EF33332ED252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8537718" y="5499589"/>
                  <a:ext cx="12096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BB8767EB-1DFF-4C07-BA36-8C409493CAC4}"/>
                    </a:ext>
                  </a:extLst>
                </p14:cNvPr>
                <p14:cNvContentPartPr/>
                <p14:nvPr/>
              </p14:nvContentPartPr>
              <p14:xfrm>
                <a:off x="8790438" y="5457469"/>
                <a:ext cx="30600" cy="468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BB8767EB-1DFF-4C07-BA36-8C409493CAC4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8772798" y="5439829"/>
                  <a:ext cx="6624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0BECCD41-CB46-6D60-FAC5-7B05CA1971AC}"/>
                    </a:ext>
                  </a:extLst>
                </p14:cNvPr>
                <p14:cNvContentPartPr/>
                <p14:nvPr/>
              </p14:nvContentPartPr>
              <p14:xfrm>
                <a:off x="8781078" y="5445229"/>
                <a:ext cx="128520" cy="2422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0BECCD41-CB46-6D60-FAC5-7B05CA1971AC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8763078" y="5427229"/>
                  <a:ext cx="16416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941F3998-CF97-904C-7988-5F9E5B28C096}"/>
                    </a:ext>
                  </a:extLst>
                </p14:cNvPr>
                <p14:cNvContentPartPr/>
                <p14:nvPr/>
              </p14:nvContentPartPr>
              <p14:xfrm>
                <a:off x="8981598" y="5326069"/>
                <a:ext cx="193680" cy="1310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941F3998-CF97-904C-7988-5F9E5B28C096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8963598" y="5308429"/>
                  <a:ext cx="22932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2457A37A-90F9-84C6-5918-B7D99D4F1BCA}"/>
                    </a:ext>
                  </a:extLst>
                </p14:cNvPr>
                <p14:cNvContentPartPr/>
                <p14:nvPr/>
              </p14:nvContentPartPr>
              <p14:xfrm>
                <a:off x="9198678" y="5195389"/>
                <a:ext cx="263520" cy="1458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2457A37A-90F9-84C6-5918-B7D99D4F1BCA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9181038" y="5177389"/>
                  <a:ext cx="29916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297CA26D-4C72-3A71-E282-C56EE45A5083}"/>
                    </a:ext>
                  </a:extLst>
                </p14:cNvPr>
                <p14:cNvContentPartPr/>
                <p14:nvPr/>
              </p14:nvContentPartPr>
              <p14:xfrm>
                <a:off x="9550758" y="5015029"/>
                <a:ext cx="185760" cy="3866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297CA26D-4C72-3A71-E282-C56EE45A5083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9533118" y="4997029"/>
                  <a:ext cx="221400" cy="42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10AA7B20-1DFC-EA45-1230-19D84BE81433}"/>
                    </a:ext>
                  </a:extLst>
                </p14:cNvPr>
                <p14:cNvContentPartPr/>
                <p14:nvPr/>
              </p14:nvContentPartPr>
              <p14:xfrm>
                <a:off x="9490278" y="5094229"/>
                <a:ext cx="42840" cy="1015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10AA7B20-1DFC-EA45-1230-19D84BE81433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9472638" y="5076589"/>
                  <a:ext cx="78480" cy="137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5298D3E-1A45-7567-A060-B249D22CF480}"/>
              </a:ext>
            </a:extLst>
          </p:cNvPr>
          <p:cNvGrpSpPr/>
          <p:nvPr/>
        </p:nvGrpSpPr>
        <p:grpSpPr>
          <a:xfrm>
            <a:off x="6439011" y="1413720"/>
            <a:ext cx="5131440" cy="1627200"/>
            <a:chOff x="6439011" y="1413720"/>
            <a:chExt cx="5131440" cy="1627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4A3DCBEC-9D6A-7A71-0F22-D1AA83785146}"/>
                    </a:ext>
                  </a:extLst>
                </p14:cNvPr>
                <p14:cNvContentPartPr/>
                <p14:nvPr/>
              </p14:nvContentPartPr>
              <p14:xfrm>
                <a:off x="6856971" y="1887120"/>
                <a:ext cx="865440" cy="64476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4A3DCBEC-9D6A-7A71-0F22-D1AA83785146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6839331" y="1869480"/>
                  <a:ext cx="901080" cy="68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168BF9AF-3542-32E7-1941-F66B7C22060A}"/>
                    </a:ext>
                  </a:extLst>
                </p14:cNvPr>
                <p14:cNvContentPartPr/>
                <p14:nvPr/>
              </p14:nvContentPartPr>
              <p14:xfrm>
                <a:off x="7828611" y="1907280"/>
                <a:ext cx="928080" cy="56808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168BF9AF-3542-32E7-1941-F66B7C22060A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7810611" y="1889640"/>
                  <a:ext cx="963720" cy="60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A958A356-897E-3B23-EF97-A2AC7D08CAF5}"/>
                    </a:ext>
                  </a:extLst>
                </p14:cNvPr>
                <p14:cNvContentPartPr/>
                <p14:nvPr/>
              </p14:nvContentPartPr>
              <p14:xfrm>
                <a:off x="8882691" y="1830600"/>
                <a:ext cx="963720" cy="53208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A958A356-897E-3B23-EF97-A2AC7D08CAF5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8865051" y="1812960"/>
                  <a:ext cx="999360" cy="56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3ED0EEA9-B8FC-537C-EB2F-8011799A4776}"/>
                    </a:ext>
                  </a:extLst>
                </p14:cNvPr>
                <p14:cNvContentPartPr/>
                <p14:nvPr/>
              </p14:nvContentPartPr>
              <p14:xfrm>
                <a:off x="9918411" y="1783800"/>
                <a:ext cx="831960" cy="53460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3ED0EEA9-B8FC-537C-EB2F-8011799A4776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9900771" y="1765800"/>
                  <a:ext cx="867600" cy="57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1DD31677-5E46-6597-9D1A-3F1230B65724}"/>
                    </a:ext>
                  </a:extLst>
                </p14:cNvPr>
                <p14:cNvContentPartPr/>
                <p14:nvPr/>
              </p14:nvContentPartPr>
              <p14:xfrm>
                <a:off x="7832211" y="2437560"/>
                <a:ext cx="74160" cy="4320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1DD31677-5E46-6597-9D1A-3F1230B65724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7814211" y="2419920"/>
                  <a:ext cx="10980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3B93B2A9-90A1-C812-F070-32DBBEFD4692}"/>
                    </a:ext>
                  </a:extLst>
                </p14:cNvPr>
                <p14:cNvContentPartPr/>
                <p14:nvPr/>
              </p14:nvContentPartPr>
              <p14:xfrm>
                <a:off x="6543051" y="1487160"/>
                <a:ext cx="110160" cy="124272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3B93B2A9-90A1-C812-F070-32DBBEFD4692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6525051" y="1469520"/>
                  <a:ext cx="145800" cy="127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7B1D332C-6BBF-D2F4-792B-30467A64C610}"/>
                    </a:ext>
                  </a:extLst>
                </p14:cNvPr>
                <p14:cNvContentPartPr/>
                <p14:nvPr/>
              </p14:nvContentPartPr>
              <p14:xfrm>
                <a:off x="6632691" y="2342520"/>
                <a:ext cx="4869720" cy="30528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7B1D332C-6BBF-D2F4-792B-30467A64C610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6615051" y="2324880"/>
                  <a:ext cx="4905360" cy="34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4C5D39C8-29EA-29C8-BEA5-36FFD95C6E02}"/>
                    </a:ext>
                  </a:extLst>
                </p14:cNvPr>
                <p14:cNvContentPartPr/>
                <p14:nvPr/>
              </p14:nvContentPartPr>
              <p14:xfrm>
                <a:off x="11440131" y="2192400"/>
                <a:ext cx="130320" cy="26568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4C5D39C8-29EA-29C8-BEA5-36FFD95C6E02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1422131" y="2174400"/>
                  <a:ext cx="16596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2A81998C-6606-F178-289C-345F81E2BF01}"/>
                    </a:ext>
                  </a:extLst>
                </p14:cNvPr>
                <p14:cNvContentPartPr/>
                <p14:nvPr/>
              </p14:nvContentPartPr>
              <p14:xfrm>
                <a:off x="6439011" y="1413720"/>
                <a:ext cx="237960" cy="18792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2A81998C-6606-F178-289C-345F81E2BF01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6421371" y="1396080"/>
                  <a:ext cx="27360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821A821-54C2-6FBB-7453-31911EF4C34F}"/>
                    </a:ext>
                  </a:extLst>
                </p14:cNvPr>
                <p14:cNvContentPartPr/>
                <p14:nvPr/>
              </p14:nvContentPartPr>
              <p14:xfrm>
                <a:off x="8622411" y="2643480"/>
                <a:ext cx="150840" cy="39744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821A821-54C2-6FBB-7453-31911EF4C34F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8604411" y="2625480"/>
                  <a:ext cx="186480" cy="43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18BF6FCC-38DC-D6CF-FD68-4C34F526FE14}"/>
                    </a:ext>
                  </a:extLst>
                </p14:cNvPr>
                <p14:cNvContentPartPr/>
                <p14:nvPr/>
              </p14:nvContentPartPr>
              <p14:xfrm>
                <a:off x="8505051" y="2834640"/>
                <a:ext cx="294840" cy="7236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18BF6FCC-38DC-D6CF-FD68-4C34F526FE14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8487411" y="2816640"/>
                  <a:ext cx="33048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46673243-E154-270C-E6D2-89F83B707FAD}"/>
                    </a:ext>
                  </a:extLst>
                </p14:cNvPr>
                <p14:cNvContentPartPr/>
                <p14:nvPr/>
              </p14:nvContentPartPr>
              <p14:xfrm>
                <a:off x="8910411" y="2752560"/>
                <a:ext cx="39600" cy="20124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46673243-E154-270C-E6D2-89F83B707FAD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8892411" y="2734560"/>
                  <a:ext cx="7524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3AC16C32-2FAD-07B9-C690-1A296C9B0CF9}"/>
                    </a:ext>
                  </a:extLst>
                </p14:cNvPr>
                <p14:cNvContentPartPr/>
                <p14:nvPr/>
              </p14:nvContentPartPr>
              <p14:xfrm>
                <a:off x="8908971" y="2658240"/>
                <a:ext cx="9360" cy="4932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3AC16C32-2FAD-07B9-C690-1A296C9B0CF9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8890971" y="2640600"/>
                  <a:ext cx="4500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2BE9E43E-654A-A865-F77E-00AA86A4C37A}"/>
                    </a:ext>
                  </a:extLst>
                </p14:cNvPr>
                <p14:cNvContentPartPr/>
                <p14:nvPr/>
              </p14:nvContentPartPr>
              <p14:xfrm>
                <a:off x="9088971" y="2740320"/>
                <a:ext cx="240120" cy="13320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2BE9E43E-654A-A865-F77E-00AA86A4C37A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9070971" y="2722680"/>
                  <a:ext cx="27576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A39CEE7D-CF81-1338-35A5-C8F6DDBE101A}"/>
                    </a:ext>
                  </a:extLst>
                </p14:cNvPr>
                <p14:cNvContentPartPr/>
                <p14:nvPr/>
              </p14:nvContentPartPr>
              <p14:xfrm>
                <a:off x="9446451" y="2708640"/>
                <a:ext cx="276120" cy="15408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A39CEE7D-CF81-1338-35A5-C8F6DDBE101A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9428451" y="2690640"/>
                  <a:ext cx="31176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69DEE0BF-CA1B-1129-C16F-6D97734C303F}"/>
                    </a:ext>
                  </a:extLst>
                </p14:cNvPr>
                <p14:cNvContentPartPr/>
                <p14:nvPr/>
              </p14:nvContentPartPr>
              <p14:xfrm>
                <a:off x="9890331" y="2735280"/>
                <a:ext cx="423000" cy="1836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69DEE0BF-CA1B-1129-C16F-6D97734C303F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9872331" y="2717280"/>
                  <a:ext cx="45864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83D1975A-5849-519F-8CAE-CE4E294CC71F}"/>
                    </a:ext>
                  </a:extLst>
                </p14:cNvPr>
                <p14:cNvContentPartPr/>
                <p14:nvPr/>
              </p14:nvContentPartPr>
              <p14:xfrm>
                <a:off x="10165371" y="2638080"/>
                <a:ext cx="131040" cy="25344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83D1975A-5849-519F-8CAE-CE4E294CC71F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10147371" y="2620440"/>
                  <a:ext cx="166680" cy="289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3380A2A2-B952-18D3-A0C9-467B9E84E4BD}"/>
              </a:ext>
            </a:extLst>
          </p:cNvPr>
          <p:cNvGrpSpPr/>
          <p:nvPr/>
        </p:nvGrpSpPr>
        <p:grpSpPr>
          <a:xfrm>
            <a:off x="5965971" y="1774800"/>
            <a:ext cx="320040" cy="727560"/>
            <a:chOff x="5965971" y="1774800"/>
            <a:chExt cx="320040" cy="727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2A1B93D2-15C8-5762-EA7C-4B5880833031}"/>
                    </a:ext>
                  </a:extLst>
                </p14:cNvPr>
                <p14:cNvContentPartPr/>
                <p14:nvPr/>
              </p14:nvContentPartPr>
              <p14:xfrm>
                <a:off x="5965971" y="2237760"/>
                <a:ext cx="111960" cy="26460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2A1B93D2-15C8-5762-EA7C-4B5880833031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5948331" y="2219760"/>
                  <a:ext cx="147600" cy="30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49C39474-BDA2-00AC-1130-8C2F84851A92}"/>
                    </a:ext>
                  </a:extLst>
                </p14:cNvPr>
                <p14:cNvContentPartPr/>
                <p14:nvPr/>
              </p14:nvContentPartPr>
              <p14:xfrm>
                <a:off x="6109971" y="2396160"/>
                <a:ext cx="176040" cy="1440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49C39474-BDA2-00AC-1130-8C2F84851A92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6092331" y="2378160"/>
                  <a:ext cx="21168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B8DB61F0-0E91-FF53-3D2A-315624D394A3}"/>
                    </a:ext>
                  </a:extLst>
                </p14:cNvPr>
                <p14:cNvContentPartPr/>
                <p14:nvPr/>
              </p14:nvContentPartPr>
              <p14:xfrm>
                <a:off x="6062091" y="1774800"/>
                <a:ext cx="48240" cy="42768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B8DB61F0-0E91-FF53-3D2A-315624D394A3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6044091" y="1757160"/>
                  <a:ext cx="83880" cy="46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43C98743-D365-84E3-F01F-78094026B9D1}"/>
                    </a:ext>
                  </a:extLst>
                </p14:cNvPr>
                <p14:cNvContentPartPr/>
                <p14:nvPr/>
              </p14:nvContentPartPr>
              <p14:xfrm>
                <a:off x="5982891" y="1820520"/>
                <a:ext cx="133920" cy="4572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43C98743-D365-84E3-F01F-78094026B9D1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5964891" y="1802880"/>
                  <a:ext cx="169560" cy="81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C098C44B-2E92-547C-8B79-9F3687819635}"/>
              </a:ext>
            </a:extLst>
          </p:cNvPr>
          <p:cNvGrpSpPr/>
          <p:nvPr/>
        </p:nvGrpSpPr>
        <p:grpSpPr>
          <a:xfrm>
            <a:off x="5823051" y="-95040"/>
            <a:ext cx="301320" cy="1486440"/>
            <a:chOff x="5823051" y="-95040"/>
            <a:chExt cx="301320" cy="1486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ACBF1E58-53E2-2F5F-872B-19E3E1CF5E03}"/>
                    </a:ext>
                  </a:extLst>
                </p14:cNvPr>
                <p14:cNvContentPartPr/>
                <p14:nvPr/>
              </p14:nvContentPartPr>
              <p14:xfrm>
                <a:off x="5864811" y="1334880"/>
                <a:ext cx="219960" cy="5652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ACBF1E58-53E2-2F5F-872B-19E3E1CF5E03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5846811" y="1317240"/>
                  <a:ext cx="25560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3D9BBD54-43EC-0069-47D3-092ABA71A4C5}"/>
                    </a:ext>
                  </a:extLst>
                </p14:cNvPr>
                <p14:cNvContentPartPr/>
                <p14:nvPr/>
              </p14:nvContentPartPr>
              <p14:xfrm>
                <a:off x="5849331" y="1227960"/>
                <a:ext cx="205200" cy="8136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3D9BBD54-43EC-0069-47D3-092ABA71A4C5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5831691" y="1209960"/>
                  <a:ext cx="24084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AF57DE9D-CED3-8D77-1DF7-F8DDBC88F284}"/>
                    </a:ext>
                  </a:extLst>
                </p14:cNvPr>
                <p14:cNvContentPartPr/>
                <p14:nvPr/>
              </p14:nvContentPartPr>
              <p14:xfrm>
                <a:off x="6010611" y="1189800"/>
                <a:ext cx="16920" cy="15300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AF57DE9D-CED3-8D77-1DF7-F8DDBC88F284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5992611" y="1171800"/>
                  <a:ext cx="5256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C99C539D-3B22-1DCE-F5DF-CC323361E4C2}"/>
                    </a:ext>
                  </a:extLst>
                </p14:cNvPr>
                <p14:cNvContentPartPr/>
                <p14:nvPr/>
              </p14:nvContentPartPr>
              <p14:xfrm>
                <a:off x="5973891" y="871560"/>
                <a:ext cx="118440" cy="28584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C99C539D-3B22-1DCE-F5DF-CC323361E4C2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5955891" y="853920"/>
                  <a:ext cx="154080" cy="32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27FFDA5-5807-ADC7-2097-11B784CE747C}"/>
                    </a:ext>
                  </a:extLst>
                </p14:cNvPr>
                <p14:cNvContentPartPr/>
                <p14:nvPr/>
              </p14:nvContentPartPr>
              <p14:xfrm>
                <a:off x="5992611" y="777240"/>
                <a:ext cx="131760" cy="2700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27FFDA5-5807-ADC7-2097-11B784CE747C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5974611" y="759240"/>
                  <a:ext cx="16740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BBB47C37-A745-C012-F541-4585A6BCB7CB}"/>
                    </a:ext>
                  </a:extLst>
                </p14:cNvPr>
                <p14:cNvContentPartPr/>
                <p14:nvPr/>
              </p14:nvContentPartPr>
              <p14:xfrm>
                <a:off x="5942571" y="706680"/>
                <a:ext cx="87840" cy="7380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BBB47C37-A745-C012-F541-4585A6BCB7CB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5924931" y="688680"/>
                  <a:ext cx="12348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F3431A13-5F34-560F-5409-F20ED6EC63B2}"/>
                    </a:ext>
                  </a:extLst>
                </p14:cNvPr>
                <p14:cNvContentPartPr/>
                <p14:nvPr/>
              </p14:nvContentPartPr>
              <p14:xfrm>
                <a:off x="5875611" y="510840"/>
                <a:ext cx="178560" cy="14760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F3431A13-5F34-560F-5409-F20ED6EC63B2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5857611" y="493200"/>
                  <a:ext cx="21420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487E540D-9507-167D-53ED-50F034B8B2D4}"/>
                    </a:ext>
                  </a:extLst>
                </p14:cNvPr>
                <p14:cNvContentPartPr/>
                <p14:nvPr/>
              </p14:nvContentPartPr>
              <p14:xfrm>
                <a:off x="5870571" y="455400"/>
                <a:ext cx="69840" cy="1512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487E540D-9507-167D-53ED-50F034B8B2D4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5852931" y="437400"/>
                  <a:ext cx="10548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116BD734-62FC-89EE-AE45-DB93641FBF19}"/>
                    </a:ext>
                  </a:extLst>
                </p14:cNvPr>
                <p14:cNvContentPartPr/>
                <p14:nvPr/>
              </p14:nvContentPartPr>
              <p14:xfrm>
                <a:off x="5868411" y="367920"/>
                <a:ext cx="156600" cy="2304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116BD734-62FC-89EE-AE45-DB93641FBF19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5850771" y="350280"/>
                  <a:ext cx="19224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B4EAC7C3-EB33-DE98-23D9-775CAD1D4088}"/>
                    </a:ext>
                  </a:extLst>
                </p14:cNvPr>
                <p14:cNvContentPartPr/>
                <p14:nvPr/>
              </p14:nvContentPartPr>
              <p14:xfrm>
                <a:off x="5933571" y="178920"/>
                <a:ext cx="119160" cy="25236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B4EAC7C3-EB33-DE98-23D9-775CAD1D4088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5915571" y="160920"/>
                  <a:ext cx="154800" cy="28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33F96F5B-CC64-07B0-EBEA-9CBC1E968024}"/>
                    </a:ext>
                  </a:extLst>
                </p14:cNvPr>
                <p14:cNvContentPartPr/>
                <p14:nvPr/>
              </p14:nvContentPartPr>
              <p14:xfrm>
                <a:off x="5823051" y="33480"/>
                <a:ext cx="218880" cy="12348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33F96F5B-CC64-07B0-EBEA-9CBC1E968024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5805051" y="15480"/>
                  <a:ext cx="25452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1A74AA2-CE51-C9B3-C42B-03D8F2414B50}"/>
                    </a:ext>
                  </a:extLst>
                </p14:cNvPr>
                <p14:cNvContentPartPr/>
                <p14:nvPr/>
              </p14:nvContentPartPr>
              <p14:xfrm>
                <a:off x="5903331" y="-95040"/>
                <a:ext cx="186480" cy="8100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1A74AA2-CE51-C9B3-C42B-03D8F2414B50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5885331" y="-112680"/>
                  <a:ext cx="222120" cy="1166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23664073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7916D6-BAAA-4A1F-4ADD-499ECF92C7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820E4F-B8CF-36C4-7CA3-8E0B19B551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26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442AC314-EFDD-5DF9-5BBC-3D8920E6B843}"/>
              </a:ext>
            </a:extLst>
          </p:cNvPr>
          <p:cNvGrpSpPr/>
          <p:nvPr/>
        </p:nvGrpSpPr>
        <p:grpSpPr>
          <a:xfrm>
            <a:off x="9216051" y="747000"/>
            <a:ext cx="1167480" cy="362520"/>
            <a:chOff x="9216051" y="747000"/>
            <a:chExt cx="1167480" cy="362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7D550235-A234-8494-85B2-6A15141849F7}"/>
                    </a:ext>
                  </a:extLst>
                </p14:cNvPr>
                <p14:cNvContentPartPr/>
                <p14:nvPr/>
              </p14:nvContentPartPr>
              <p14:xfrm>
                <a:off x="9216051" y="798840"/>
                <a:ext cx="119880" cy="29484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7D550235-A234-8494-85B2-6A15141849F7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9198051" y="780840"/>
                  <a:ext cx="155520" cy="33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FA1245A3-4244-1D06-DD36-B74A28ED03B1}"/>
                    </a:ext>
                  </a:extLst>
                </p14:cNvPr>
                <p14:cNvContentPartPr/>
                <p14:nvPr/>
              </p14:nvContentPartPr>
              <p14:xfrm>
                <a:off x="9250251" y="747000"/>
                <a:ext cx="125280" cy="12564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FA1245A3-4244-1D06-DD36-B74A28ED03B1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9232251" y="729360"/>
                  <a:ext cx="16092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AF380461-47C8-F17E-6A36-14CB31B50295}"/>
                    </a:ext>
                  </a:extLst>
                </p14:cNvPr>
                <p14:cNvContentPartPr/>
                <p14:nvPr/>
              </p14:nvContentPartPr>
              <p14:xfrm>
                <a:off x="9295251" y="907200"/>
                <a:ext cx="146520" cy="4320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AF380461-47C8-F17E-6A36-14CB31B50295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9277251" y="889200"/>
                  <a:ext cx="18216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33D26F4C-F423-98ED-A68A-16651563E324}"/>
                    </a:ext>
                  </a:extLst>
                </p14:cNvPr>
                <p14:cNvContentPartPr/>
                <p14:nvPr/>
              </p14:nvContentPartPr>
              <p14:xfrm>
                <a:off x="9577491" y="839160"/>
                <a:ext cx="100080" cy="16452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33D26F4C-F423-98ED-A68A-16651563E324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9559491" y="821160"/>
                  <a:ext cx="13572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F661AB88-F44C-88D4-6278-6117D0F3F455}"/>
                    </a:ext>
                  </a:extLst>
                </p14:cNvPr>
                <p14:cNvContentPartPr/>
                <p14:nvPr/>
              </p14:nvContentPartPr>
              <p14:xfrm>
                <a:off x="9742731" y="877680"/>
                <a:ext cx="97560" cy="17712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F661AB88-F44C-88D4-6278-6117D0F3F455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9725091" y="860040"/>
                  <a:ext cx="13320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30D4AEC3-7453-3129-3891-9ED5F3043945}"/>
                    </a:ext>
                  </a:extLst>
                </p14:cNvPr>
                <p14:cNvContentPartPr/>
                <p14:nvPr/>
              </p14:nvContentPartPr>
              <p14:xfrm>
                <a:off x="9964131" y="916560"/>
                <a:ext cx="215280" cy="19296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30D4AEC3-7453-3129-3891-9ED5F3043945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9946491" y="898560"/>
                  <a:ext cx="25092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AFC9BF50-6BF1-60AD-7AA9-6331EBA7BCFB}"/>
                    </a:ext>
                  </a:extLst>
                </p14:cNvPr>
                <p14:cNvContentPartPr/>
                <p14:nvPr/>
              </p14:nvContentPartPr>
              <p14:xfrm>
                <a:off x="10350771" y="1049400"/>
                <a:ext cx="32760" cy="4428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AFC9BF50-6BF1-60AD-7AA9-6331EBA7BCFB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0332771" y="1031400"/>
                  <a:ext cx="68400" cy="79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D2EC4835-F19B-8C63-E523-866D12D74A04}"/>
              </a:ext>
            </a:extLst>
          </p:cNvPr>
          <p:cNvGrpSpPr/>
          <p:nvPr/>
        </p:nvGrpSpPr>
        <p:grpSpPr>
          <a:xfrm>
            <a:off x="10745691" y="861840"/>
            <a:ext cx="1284840" cy="297360"/>
            <a:chOff x="10745691" y="861840"/>
            <a:chExt cx="1284840" cy="297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98052FDA-0845-F933-F329-B86588A9C713}"/>
                    </a:ext>
                  </a:extLst>
                </p14:cNvPr>
                <p14:cNvContentPartPr/>
                <p14:nvPr/>
              </p14:nvContentPartPr>
              <p14:xfrm>
                <a:off x="10885731" y="1053360"/>
                <a:ext cx="23040" cy="360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98052FDA-0845-F933-F329-B86588A9C713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0868091" y="1035720"/>
                  <a:ext cx="5868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97268304-0152-7FA3-2124-A9E4E23555F2}"/>
                    </a:ext>
                  </a:extLst>
                </p14:cNvPr>
                <p14:cNvContentPartPr/>
                <p14:nvPr/>
              </p14:nvContentPartPr>
              <p14:xfrm>
                <a:off x="10745691" y="861840"/>
                <a:ext cx="199440" cy="29592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97268304-0152-7FA3-2124-A9E4E23555F2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0728051" y="843840"/>
                  <a:ext cx="235080" cy="33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44DA7A08-D859-0044-2757-13FD3DDC4E1B}"/>
                    </a:ext>
                  </a:extLst>
                </p14:cNvPr>
                <p14:cNvContentPartPr/>
                <p14:nvPr/>
              </p14:nvContentPartPr>
              <p14:xfrm>
                <a:off x="11044491" y="988200"/>
                <a:ext cx="105480" cy="14076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44DA7A08-D859-0044-2757-13FD3DDC4E1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1026491" y="970560"/>
                  <a:ext cx="14112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10B42E0D-AC43-D518-8EBC-2ECFB546597E}"/>
                    </a:ext>
                  </a:extLst>
                </p14:cNvPr>
                <p14:cNvContentPartPr/>
                <p14:nvPr/>
              </p14:nvContentPartPr>
              <p14:xfrm>
                <a:off x="11271651" y="1030680"/>
                <a:ext cx="216360" cy="12528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10B42E0D-AC43-D518-8EBC-2ECFB546597E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1254011" y="1013040"/>
                  <a:ext cx="25200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E2373091-F7B5-CB92-F332-ECE1FEED0591}"/>
                    </a:ext>
                  </a:extLst>
                </p14:cNvPr>
                <p14:cNvContentPartPr/>
                <p14:nvPr/>
              </p14:nvContentPartPr>
              <p14:xfrm>
                <a:off x="11548491" y="1057320"/>
                <a:ext cx="263160" cy="10188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E2373091-F7B5-CB92-F332-ECE1FEED0591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1530851" y="1039320"/>
                  <a:ext cx="29880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41162FF5-E63E-E555-AB34-397B17387019}"/>
                    </a:ext>
                  </a:extLst>
                </p14:cNvPr>
                <p14:cNvContentPartPr/>
                <p14:nvPr/>
              </p14:nvContentPartPr>
              <p14:xfrm>
                <a:off x="11770611" y="952920"/>
                <a:ext cx="7920" cy="1944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41162FF5-E63E-E555-AB34-397B17387019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1752971" y="934920"/>
                  <a:ext cx="43560" cy="5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E0606FBB-5307-2F8B-E55F-23D7969DFA70}"/>
                    </a:ext>
                  </a:extLst>
                </p14:cNvPr>
                <p14:cNvContentPartPr/>
                <p14:nvPr/>
              </p14:nvContentPartPr>
              <p14:xfrm>
                <a:off x="11864211" y="1025640"/>
                <a:ext cx="166320" cy="8676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E0606FBB-5307-2F8B-E55F-23D7969DFA70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1846211" y="1007640"/>
                  <a:ext cx="201960" cy="122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8033E1B1-0749-FEF5-3390-C35363A25DFF}"/>
              </a:ext>
            </a:extLst>
          </p:cNvPr>
          <p:cNvGrpSpPr/>
          <p:nvPr/>
        </p:nvGrpSpPr>
        <p:grpSpPr>
          <a:xfrm>
            <a:off x="8889531" y="2448000"/>
            <a:ext cx="2793600" cy="1125360"/>
            <a:chOff x="8889531" y="2448000"/>
            <a:chExt cx="2793600" cy="1125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3D70F9B8-F3F8-6A20-E7A6-14127194FF75}"/>
                    </a:ext>
                  </a:extLst>
                </p14:cNvPr>
                <p14:cNvContentPartPr/>
                <p14:nvPr/>
              </p14:nvContentPartPr>
              <p14:xfrm>
                <a:off x="8889531" y="3332160"/>
                <a:ext cx="2793600" cy="24120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3D70F9B8-F3F8-6A20-E7A6-14127194FF75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8871531" y="3314520"/>
                  <a:ext cx="282924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051D5592-53B7-8387-7009-FD48971840C5}"/>
                    </a:ext>
                  </a:extLst>
                </p14:cNvPr>
                <p14:cNvContentPartPr/>
                <p14:nvPr/>
              </p14:nvContentPartPr>
              <p14:xfrm>
                <a:off x="10094091" y="2454480"/>
                <a:ext cx="164520" cy="111024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051D5592-53B7-8387-7009-FD48971840C5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0076091" y="2436480"/>
                  <a:ext cx="200160" cy="114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02995B36-0C1D-E0D0-300D-DB09C001DDCF}"/>
                    </a:ext>
                  </a:extLst>
                </p14:cNvPr>
                <p14:cNvContentPartPr/>
                <p14:nvPr/>
              </p14:nvContentPartPr>
              <p14:xfrm>
                <a:off x="9971691" y="2448000"/>
                <a:ext cx="343080" cy="23940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02995B36-0C1D-E0D0-300D-DB09C001DDCF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9954051" y="2430000"/>
                  <a:ext cx="378720" cy="275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198EBED0-B1C1-2661-B4EE-187E82C717EC}"/>
              </a:ext>
            </a:extLst>
          </p:cNvPr>
          <p:cNvGrpSpPr/>
          <p:nvPr/>
        </p:nvGrpSpPr>
        <p:grpSpPr>
          <a:xfrm>
            <a:off x="11163651" y="2415240"/>
            <a:ext cx="337680" cy="975600"/>
            <a:chOff x="11163651" y="2415240"/>
            <a:chExt cx="337680" cy="975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20F90170-E113-DD0A-B7F9-81DCB1A9457D}"/>
                    </a:ext>
                  </a:extLst>
                </p14:cNvPr>
                <p14:cNvContentPartPr/>
                <p14:nvPr/>
              </p14:nvContentPartPr>
              <p14:xfrm>
                <a:off x="11279571" y="2462040"/>
                <a:ext cx="142200" cy="92880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20F90170-E113-DD0A-B7F9-81DCB1A9457D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1261931" y="2444040"/>
                  <a:ext cx="177840" cy="9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51F0B77C-B5F8-A66B-BE00-01247AEB1B08}"/>
                    </a:ext>
                  </a:extLst>
                </p14:cNvPr>
                <p14:cNvContentPartPr/>
                <p14:nvPr/>
              </p14:nvContentPartPr>
              <p14:xfrm>
                <a:off x="11163651" y="2415240"/>
                <a:ext cx="337680" cy="18756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51F0B77C-B5F8-A66B-BE00-01247AEB1B0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1146011" y="2397240"/>
                  <a:ext cx="373320" cy="223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0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14CA256E-B024-51C2-2A6A-61829A754D5E}"/>
                  </a:ext>
                </a:extLst>
              </p14:cNvPr>
              <p14:cNvContentPartPr/>
              <p14:nvPr/>
            </p14:nvContentPartPr>
            <p14:xfrm>
              <a:off x="10633731" y="1523520"/>
              <a:ext cx="9000" cy="91440"/>
            </p14:xfrm>
          </p:contentPart>
        </mc:Choice>
        <mc:Fallback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14CA256E-B024-51C2-2A6A-61829A754D5E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10616091" y="1505520"/>
                <a:ext cx="44640" cy="127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2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F0E7182F-059F-3BF9-3D43-AC9476BC10FA}"/>
                  </a:ext>
                </a:extLst>
              </p14:cNvPr>
              <p14:cNvContentPartPr/>
              <p14:nvPr/>
            </p14:nvContentPartPr>
            <p14:xfrm>
              <a:off x="10727691" y="1827720"/>
              <a:ext cx="41760" cy="218880"/>
            </p14:xfrm>
          </p:contentPart>
        </mc:Choice>
        <mc:Fallback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F0E7182F-059F-3BF9-3D43-AC9476BC10FA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10710051" y="1809720"/>
                <a:ext cx="77400" cy="254520"/>
              </a:xfrm>
              <a:prstGeom prst="rect">
                <a:avLst/>
              </a:prstGeom>
            </p:spPr>
          </p:pic>
        </mc:Fallback>
      </mc:AlternateContent>
      <p:grpSp>
        <p:nvGrpSpPr>
          <p:cNvPr id="86" name="Group 85">
            <a:extLst>
              <a:ext uri="{FF2B5EF4-FFF2-40B4-BE49-F238E27FC236}">
                <a16:creationId xmlns:a16="http://schemas.microsoft.com/office/drawing/2014/main" id="{CA48F1EB-EF1E-1C1C-D91E-22FE8BE97D47}"/>
              </a:ext>
            </a:extLst>
          </p:cNvPr>
          <p:cNvGrpSpPr/>
          <p:nvPr/>
        </p:nvGrpSpPr>
        <p:grpSpPr>
          <a:xfrm>
            <a:off x="10754691" y="2212560"/>
            <a:ext cx="27000" cy="341640"/>
            <a:chOff x="10754691" y="2212560"/>
            <a:chExt cx="27000" cy="341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179990AF-9206-9874-359B-6B55F8A746B6}"/>
                    </a:ext>
                  </a:extLst>
                </p14:cNvPr>
                <p14:cNvContentPartPr/>
                <p14:nvPr/>
              </p14:nvContentPartPr>
              <p14:xfrm>
                <a:off x="10754691" y="2212560"/>
                <a:ext cx="9000" cy="14688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179990AF-9206-9874-359B-6B55F8A746B6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0736691" y="2194560"/>
                  <a:ext cx="4464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C163E471-E9E4-F75D-C903-ADA0BA6287B5}"/>
                    </a:ext>
                  </a:extLst>
                </p14:cNvPr>
                <p14:cNvContentPartPr/>
                <p14:nvPr/>
              </p14:nvContentPartPr>
              <p14:xfrm>
                <a:off x="10768011" y="2476800"/>
                <a:ext cx="13680" cy="7740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C163E471-E9E4-F75D-C903-ADA0BA6287B5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0750371" y="2459160"/>
                  <a:ext cx="49320" cy="113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8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163B043F-CC95-29E3-81C1-E1926B6F207A}"/>
                  </a:ext>
                </a:extLst>
              </p14:cNvPr>
              <p14:cNvContentPartPr/>
              <p14:nvPr/>
            </p14:nvContentPartPr>
            <p14:xfrm>
              <a:off x="10780971" y="2705040"/>
              <a:ext cx="24480" cy="153720"/>
            </p14:xfrm>
          </p:contentPart>
        </mc:Choice>
        <mc:Fallback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163B043F-CC95-29E3-81C1-E1926B6F207A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10763331" y="2687400"/>
                <a:ext cx="60120" cy="189360"/>
              </a:xfrm>
              <a:prstGeom prst="rect">
                <a:avLst/>
              </a:prstGeom>
            </p:spPr>
          </p:pic>
        </mc:Fallback>
      </mc:AlternateContent>
      <p:grpSp>
        <p:nvGrpSpPr>
          <p:cNvPr id="85" name="Group 84">
            <a:extLst>
              <a:ext uri="{FF2B5EF4-FFF2-40B4-BE49-F238E27FC236}">
                <a16:creationId xmlns:a16="http://schemas.microsoft.com/office/drawing/2014/main" id="{69232608-0925-D94F-83C2-EE015A247B38}"/>
              </a:ext>
            </a:extLst>
          </p:cNvPr>
          <p:cNvGrpSpPr/>
          <p:nvPr/>
        </p:nvGrpSpPr>
        <p:grpSpPr>
          <a:xfrm>
            <a:off x="10806171" y="3097800"/>
            <a:ext cx="85320" cy="1341720"/>
            <a:chOff x="10806171" y="3097800"/>
            <a:chExt cx="85320" cy="1341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FAA3459D-8BB4-42C7-E60B-057B1DABDA87}"/>
                    </a:ext>
                  </a:extLst>
                </p14:cNvPr>
                <p14:cNvContentPartPr/>
                <p14:nvPr/>
              </p14:nvContentPartPr>
              <p14:xfrm>
                <a:off x="10806171" y="3097800"/>
                <a:ext cx="15480" cy="16560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FAA3459D-8BB4-42C7-E60B-057B1DABDA87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0788531" y="3079800"/>
                  <a:ext cx="5112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5E1AC7A1-6019-B487-23F0-7C1548CA7089}"/>
                    </a:ext>
                  </a:extLst>
                </p14:cNvPr>
                <p14:cNvContentPartPr/>
                <p14:nvPr/>
              </p14:nvContentPartPr>
              <p14:xfrm>
                <a:off x="10829931" y="3398040"/>
                <a:ext cx="4320" cy="19836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5E1AC7A1-6019-B487-23F0-7C1548CA7089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0812291" y="3380040"/>
                  <a:ext cx="3996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01325F02-B6A5-EBF7-E328-D3D5D05CE9F4}"/>
                    </a:ext>
                  </a:extLst>
                </p14:cNvPr>
                <p14:cNvContentPartPr/>
                <p14:nvPr/>
              </p14:nvContentPartPr>
              <p14:xfrm>
                <a:off x="10874571" y="3772440"/>
                <a:ext cx="16920" cy="11088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01325F02-B6A5-EBF7-E328-D3D5D05CE9F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856571" y="3754440"/>
                  <a:ext cx="5256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FEF6D29B-644B-B6C3-D048-09DAE0B91BF0}"/>
                    </a:ext>
                  </a:extLst>
                </p14:cNvPr>
                <p14:cNvContentPartPr/>
                <p14:nvPr/>
              </p14:nvContentPartPr>
              <p14:xfrm>
                <a:off x="10882131" y="4107600"/>
                <a:ext cx="7920" cy="33192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FEF6D29B-644B-B6C3-D048-09DAE0B91BF0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0864491" y="4089600"/>
                  <a:ext cx="43560" cy="367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8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33568583-5E14-4D62-6CE3-6D3C5C11C769}"/>
                  </a:ext>
                </a:extLst>
              </p14:cNvPr>
              <p14:cNvContentPartPr/>
              <p14:nvPr/>
            </p14:nvContentPartPr>
            <p14:xfrm>
              <a:off x="10966011" y="4723200"/>
              <a:ext cx="20160" cy="68400"/>
            </p14:xfrm>
          </p:contentPart>
        </mc:Choice>
        <mc:Fallback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33568583-5E14-4D62-6CE3-6D3C5C11C769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10948011" y="4705560"/>
                <a:ext cx="55800" cy="10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0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B3F3B3E5-ACE3-A8F2-4EB4-620B51838B3C}"/>
                  </a:ext>
                </a:extLst>
              </p14:cNvPr>
              <p14:cNvContentPartPr/>
              <p14:nvPr/>
            </p14:nvContentPartPr>
            <p14:xfrm>
              <a:off x="11679171" y="3291120"/>
              <a:ext cx="408960" cy="52920"/>
            </p14:xfrm>
          </p:contentPart>
        </mc:Choice>
        <mc:Fallback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B3F3B3E5-ACE3-A8F2-4EB4-620B51838B3C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11661171" y="3273120"/>
                <a:ext cx="444600" cy="88560"/>
              </a:xfrm>
              <a:prstGeom prst="rect">
                <a:avLst/>
              </a:prstGeom>
            </p:spPr>
          </p:pic>
        </mc:Fallback>
      </mc:AlternateContent>
      <p:grpSp>
        <p:nvGrpSpPr>
          <p:cNvPr id="105" name="Group 104">
            <a:extLst>
              <a:ext uri="{FF2B5EF4-FFF2-40B4-BE49-F238E27FC236}">
                <a16:creationId xmlns:a16="http://schemas.microsoft.com/office/drawing/2014/main" id="{6142473B-860C-67D1-D06B-4131F90ACB86}"/>
              </a:ext>
            </a:extLst>
          </p:cNvPr>
          <p:cNvGrpSpPr/>
          <p:nvPr/>
        </p:nvGrpSpPr>
        <p:grpSpPr>
          <a:xfrm>
            <a:off x="9175011" y="3816720"/>
            <a:ext cx="860400" cy="592920"/>
            <a:chOff x="9175011" y="3816720"/>
            <a:chExt cx="860400" cy="592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0F26BF5E-49BC-D612-9F83-ED6532E61B89}"/>
                    </a:ext>
                  </a:extLst>
                </p14:cNvPr>
                <p14:cNvContentPartPr/>
                <p14:nvPr/>
              </p14:nvContentPartPr>
              <p14:xfrm>
                <a:off x="9209211" y="4020120"/>
                <a:ext cx="75960" cy="38952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0F26BF5E-49BC-D612-9F83-ED6532E61B89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9191211" y="4002120"/>
                  <a:ext cx="111600" cy="42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83C4FCD2-3996-DC25-4B51-DB43312BA504}"/>
                    </a:ext>
                  </a:extLst>
                </p14:cNvPr>
                <p14:cNvContentPartPr/>
                <p14:nvPr/>
              </p14:nvContentPartPr>
              <p14:xfrm>
                <a:off x="9175011" y="4217760"/>
                <a:ext cx="106920" cy="11880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83C4FCD2-3996-DC25-4B51-DB43312BA504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9157371" y="4199760"/>
                  <a:ext cx="14256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0CC6D7C7-3BB0-F770-8FA1-D9510D53E41F}"/>
                    </a:ext>
                  </a:extLst>
                </p14:cNvPr>
                <p14:cNvContentPartPr/>
                <p14:nvPr/>
              </p14:nvContentPartPr>
              <p14:xfrm>
                <a:off x="9412611" y="4196160"/>
                <a:ext cx="80280" cy="5400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0CC6D7C7-3BB0-F770-8FA1-D9510D53E41F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9394971" y="4178160"/>
                  <a:ext cx="11592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1B12FDC3-4D1B-C244-2B03-76CC6E98A1A3}"/>
                    </a:ext>
                  </a:extLst>
                </p14:cNvPr>
                <p14:cNvContentPartPr/>
                <p14:nvPr/>
              </p14:nvContentPartPr>
              <p14:xfrm>
                <a:off x="9478131" y="4217040"/>
                <a:ext cx="51840" cy="4392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1B12FDC3-4D1B-C244-2B03-76CC6E98A1A3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460491" y="4199400"/>
                  <a:ext cx="8748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483558AE-9FA5-AAE1-51A9-6A711EDFB27B}"/>
                    </a:ext>
                  </a:extLst>
                </p14:cNvPr>
                <p14:cNvContentPartPr/>
                <p14:nvPr/>
              </p14:nvContentPartPr>
              <p14:xfrm>
                <a:off x="9716451" y="3816720"/>
                <a:ext cx="80640" cy="27144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483558AE-9FA5-AAE1-51A9-6A711EDFB27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9698451" y="3799080"/>
                  <a:ext cx="116280" cy="30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311F0B46-4BA0-E243-7EF9-1B6E2F89F76F}"/>
                    </a:ext>
                  </a:extLst>
                </p14:cNvPr>
                <p14:cNvContentPartPr/>
                <p14:nvPr/>
              </p14:nvContentPartPr>
              <p14:xfrm>
                <a:off x="9659571" y="4040280"/>
                <a:ext cx="375840" cy="16344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311F0B46-4BA0-E243-7EF9-1B6E2F89F76F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9641571" y="4022640"/>
                  <a:ext cx="41148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0BB36D4C-1E5A-6346-D4BB-1D9BCF9362CE}"/>
                    </a:ext>
                  </a:extLst>
                </p14:cNvPr>
                <p14:cNvContentPartPr/>
                <p14:nvPr/>
              </p14:nvContentPartPr>
              <p14:xfrm>
                <a:off x="9810771" y="4207680"/>
                <a:ext cx="188280" cy="9216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0BB36D4C-1E5A-6346-D4BB-1D9BCF9362CE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9792771" y="4190040"/>
                  <a:ext cx="22392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B8B62AC8-87BC-458F-008D-CC85A24A63EF}"/>
                    </a:ext>
                  </a:extLst>
                </p14:cNvPr>
                <p14:cNvContentPartPr/>
                <p14:nvPr/>
              </p14:nvContentPartPr>
              <p14:xfrm>
                <a:off x="9911211" y="4233960"/>
                <a:ext cx="103680" cy="14544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B8B62AC8-87BC-458F-008D-CC85A24A63EF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9893211" y="4216320"/>
                  <a:ext cx="139320" cy="181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6F6BACAB-1C1A-DAB4-75E2-2F4DED7ACB3E}"/>
              </a:ext>
            </a:extLst>
          </p:cNvPr>
          <p:cNvGrpSpPr/>
          <p:nvPr/>
        </p:nvGrpSpPr>
        <p:grpSpPr>
          <a:xfrm>
            <a:off x="9896091" y="1902240"/>
            <a:ext cx="540000" cy="287280"/>
            <a:chOff x="9896091" y="1902240"/>
            <a:chExt cx="540000" cy="287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E1E342BC-E9F9-4C1B-7259-D82D5BEC47F1}"/>
                    </a:ext>
                  </a:extLst>
                </p14:cNvPr>
                <p14:cNvContentPartPr/>
                <p14:nvPr/>
              </p14:nvContentPartPr>
              <p14:xfrm>
                <a:off x="9896091" y="1965960"/>
                <a:ext cx="67680" cy="22356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E1E342BC-E9F9-4C1B-7259-D82D5BEC47F1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9878451" y="1948320"/>
                  <a:ext cx="10332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4E953BE5-56A4-DE91-9F0E-0253E4C66EBD}"/>
                    </a:ext>
                  </a:extLst>
                </p14:cNvPr>
                <p14:cNvContentPartPr/>
                <p14:nvPr/>
              </p14:nvContentPartPr>
              <p14:xfrm>
                <a:off x="10095531" y="1986840"/>
                <a:ext cx="60120" cy="14868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4E953BE5-56A4-DE91-9F0E-0253E4C66EBD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0077891" y="1968840"/>
                  <a:ext cx="9576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4BB727E1-5CDF-655D-3552-B409A92C07ED}"/>
                    </a:ext>
                  </a:extLst>
                </p14:cNvPr>
                <p14:cNvContentPartPr/>
                <p14:nvPr/>
              </p14:nvContentPartPr>
              <p14:xfrm>
                <a:off x="10220451" y="1902240"/>
                <a:ext cx="61560" cy="16272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4BB727E1-5CDF-655D-3552-B409A92C07ED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0202811" y="1884240"/>
                  <a:ext cx="9720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A3CD4104-BAAF-54F6-4429-0C32E62422F8}"/>
                    </a:ext>
                  </a:extLst>
                </p14:cNvPr>
                <p14:cNvContentPartPr/>
                <p14:nvPr/>
              </p14:nvContentPartPr>
              <p14:xfrm>
                <a:off x="10145571" y="2028960"/>
                <a:ext cx="89640" cy="7488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A3CD4104-BAAF-54F6-4429-0C32E62422F8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0127931" y="2011320"/>
                  <a:ext cx="12528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23C31FCF-E4AA-AD69-D4F3-DA3DA4FA856B}"/>
                    </a:ext>
                  </a:extLst>
                </p14:cNvPr>
                <p14:cNvContentPartPr/>
                <p14:nvPr/>
              </p14:nvContentPartPr>
              <p14:xfrm>
                <a:off x="10310451" y="1944000"/>
                <a:ext cx="85680" cy="10152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23C31FCF-E4AA-AD69-D4F3-DA3DA4FA856B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0292811" y="1926000"/>
                  <a:ext cx="12132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3BB829CD-75DF-CBE4-679B-5315916893AB}"/>
                    </a:ext>
                  </a:extLst>
                </p14:cNvPr>
                <p14:cNvContentPartPr/>
                <p14:nvPr/>
              </p14:nvContentPartPr>
              <p14:xfrm>
                <a:off x="10312971" y="1938600"/>
                <a:ext cx="123120" cy="7380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3BB829CD-75DF-CBE4-679B-5315916893AB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0295331" y="1920960"/>
                  <a:ext cx="158760" cy="109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5986F85A-51AB-342B-A702-C2788B5C0442}"/>
              </a:ext>
            </a:extLst>
          </p:cNvPr>
          <p:cNvGrpSpPr/>
          <p:nvPr/>
        </p:nvGrpSpPr>
        <p:grpSpPr>
          <a:xfrm>
            <a:off x="11223411" y="1758960"/>
            <a:ext cx="656640" cy="304560"/>
            <a:chOff x="11223411" y="1758960"/>
            <a:chExt cx="656640" cy="304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A1C03E38-520E-0816-F671-D7D95181AE0B}"/>
                    </a:ext>
                  </a:extLst>
                </p14:cNvPr>
                <p14:cNvContentPartPr/>
                <p14:nvPr/>
              </p14:nvContentPartPr>
              <p14:xfrm>
                <a:off x="11223411" y="1822320"/>
                <a:ext cx="83520" cy="24120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A1C03E38-520E-0816-F671-D7D95181AE0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1205771" y="1804680"/>
                  <a:ext cx="11916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4B42617E-A146-0AB0-E435-9E5B58B76F29}"/>
                    </a:ext>
                  </a:extLst>
                </p14:cNvPr>
                <p14:cNvContentPartPr/>
                <p14:nvPr/>
              </p14:nvContentPartPr>
              <p14:xfrm>
                <a:off x="11455251" y="1769760"/>
                <a:ext cx="54000" cy="16020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4B42617E-A146-0AB0-E435-9E5B58B76F29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1437251" y="1751760"/>
                  <a:ext cx="8964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D636FA45-6703-5843-ED97-41C5B145FB4A}"/>
                    </a:ext>
                  </a:extLst>
                </p14:cNvPr>
                <p14:cNvContentPartPr/>
                <p14:nvPr/>
              </p14:nvContentPartPr>
              <p14:xfrm>
                <a:off x="11576571" y="1777680"/>
                <a:ext cx="61200" cy="6876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D636FA45-6703-5843-ED97-41C5B145FB4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1558571" y="1760040"/>
                  <a:ext cx="9684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9DCC1E0C-EE72-4694-70D9-D8938EB0FC1D}"/>
                    </a:ext>
                  </a:extLst>
                </p14:cNvPr>
                <p14:cNvContentPartPr/>
                <p14:nvPr/>
              </p14:nvContentPartPr>
              <p14:xfrm>
                <a:off x="11528691" y="1799640"/>
                <a:ext cx="92880" cy="5184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9DCC1E0C-EE72-4694-70D9-D8938EB0FC1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1511051" y="1782000"/>
                  <a:ext cx="12852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4BE3BC76-5C78-7E6E-370F-1930A6ADF613}"/>
                    </a:ext>
                  </a:extLst>
                </p14:cNvPr>
                <p14:cNvContentPartPr/>
                <p14:nvPr/>
              </p14:nvContentPartPr>
              <p14:xfrm>
                <a:off x="11766291" y="1758960"/>
                <a:ext cx="76680" cy="10332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4BE3BC76-5C78-7E6E-370F-1930A6ADF613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1748291" y="1740960"/>
                  <a:ext cx="11232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60518EA2-450A-3A76-3703-D098AB2F2D3D}"/>
                    </a:ext>
                  </a:extLst>
                </p14:cNvPr>
                <p14:cNvContentPartPr/>
                <p14:nvPr/>
              </p14:nvContentPartPr>
              <p14:xfrm>
                <a:off x="11727771" y="1766520"/>
                <a:ext cx="152280" cy="5112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60518EA2-450A-3A76-3703-D098AB2F2D3D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1709771" y="1748880"/>
                  <a:ext cx="187920" cy="86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1E3F35EA-2215-FDBD-A7E7-68EC81D0D644}"/>
              </a:ext>
            </a:extLst>
          </p:cNvPr>
          <p:cNvGrpSpPr/>
          <p:nvPr/>
        </p:nvGrpSpPr>
        <p:grpSpPr>
          <a:xfrm>
            <a:off x="490371" y="441360"/>
            <a:ext cx="7850160" cy="6145920"/>
            <a:chOff x="490371" y="441360"/>
            <a:chExt cx="7850160" cy="6145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EC1D47D0-0A00-1554-792E-85B333941C54}"/>
                    </a:ext>
                  </a:extLst>
                </p14:cNvPr>
                <p14:cNvContentPartPr/>
                <p14:nvPr/>
              </p14:nvContentPartPr>
              <p14:xfrm>
                <a:off x="1941171" y="1206360"/>
                <a:ext cx="101880" cy="191268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EC1D47D0-0A00-1554-792E-85B333941C54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923531" y="1188360"/>
                  <a:ext cx="137520" cy="19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02B4115A-1241-EDA2-61AF-A5322BD7AB4E}"/>
                    </a:ext>
                  </a:extLst>
                </p14:cNvPr>
                <p14:cNvContentPartPr/>
                <p14:nvPr/>
              </p14:nvContentPartPr>
              <p14:xfrm>
                <a:off x="1955931" y="2779200"/>
                <a:ext cx="3754800" cy="24984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02B4115A-1241-EDA2-61AF-A5322BD7AB4E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937931" y="2761200"/>
                  <a:ext cx="379044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B3E2AC39-7354-40A7-420D-13F506A1D238}"/>
                    </a:ext>
                  </a:extLst>
                </p14:cNvPr>
                <p14:cNvContentPartPr/>
                <p14:nvPr/>
              </p14:nvContentPartPr>
              <p14:xfrm>
                <a:off x="2081211" y="2140920"/>
                <a:ext cx="5303520" cy="174132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B3E2AC39-7354-40A7-420D-13F506A1D238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2063571" y="2122920"/>
                  <a:ext cx="5339160" cy="177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C0819419-C59C-456C-0EE5-CA1E7322EFAF}"/>
                    </a:ext>
                  </a:extLst>
                </p14:cNvPr>
                <p14:cNvContentPartPr/>
                <p14:nvPr/>
              </p14:nvContentPartPr>
              <p14:xfrm>
                <a:off x="5762211" y="2715480"/>
                <a:ext cx="2520360" cy="11556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C0819419-C59C-456C-0EE5-CA1E7322EFAF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5744571" y="2697840"/>
                  <a:ext cx="255600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9AEA028B-CDA4-5D0A-1D0C-F62975B20E73}"/>
                    </a:ext>
                  </a:extLst>
                </p14:cNvPr>
                <p14:cNvContentPartPr/>
                <p14:nvPr/>
              </p14:nvContentPartPr>
              <p14:xfrm>
                <a:off x="2049531" y="3050280"/>
                <a:ext cx="166320" cy="118620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9AEA028B-CDA4-5D0A-1D0C-F62975B20E73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2031891" y="3032640"/>
                  <a:ext cx="201960" cy="122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1F5F901F-6C42-21FB-E45E-9555C2603EF8}"/>
                    </a:ext>
                  </a:extLst>
                </p14:cNvPr>
                <p14:cNvContentPartPr/>
                <p14:nvPr/>
              </p14:nvContentPartPr>
              <p14:xfrm>
                <a:off x="1799331" y="1149480"/>
                <a:ext cx="320400" cy="34884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1F5F901F-6C42-21FB-E45E-9555C2603EF8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781331" y="1131840"/>
                  <a:ext cx="356040" cy="38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AF07F8DD-2117-8AAA-8077-B03C49D86A61}"/>
                    </a:ext>
                  </a:extLst>
                </p14:cNvPr>
                <p14:cNvContentPartPr/>
                <p14:nvPr/>
              </p14:nvContentPartPr>
              <p14:xfrm>
                <a:off x="4026651" y="4178160"/>
                <a:ext cx="11520" cy="50292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AF07F8DD-2117-8AAA-8077-B03C49D86A61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009011" y="4160520"/>
                  <a:ext cx="47160" cy="53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7EC91EAD-D8A6-C4D7-B70A-CB812EAF091C}"/>
                    </a:ext>
                  </a:extLst>
                </p14:cNvPr>
                <p14:cNvContentPartPr/>
                <p14:nvPr/>
              </p14:nvContentPartPr>
              <p14:xfrm>
                <a:off x="3912171" y="4426920"/>
                <a:ext cx="170280" cy="11304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7EC91EAD-D8A6-C4D7-B70A-CB812EAF091C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3894531" y="4408920"/>
                  <a:ext cx="20592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9BB8B169-DEA6-C335-D50E-41DDF349152B}"/>
                    </a:ext>
                  </a:extLst>
                </p14:cNvPr>
                <p14:cNvContentPartPr/>
                <p14:nvPr/>
              </p14:nvContentPartPr>
              <p14:xfrm>
                <a:off x="4212051" y="4435560"/>
                <a:ext cx="37440" cy="15516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9BB8B169-DEA6-C335-D50E-41DDF349152B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4194411" y="4417560"/>
                  <a:ext cx="7308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E4F2A1A9-75F1-3EB9-5FF0-EC4D6DE023C5}"/>
                    </a:ext>
                  </a:extLst>
                </p14:cNvPr>
                <p14:cNvContentPartPr/>
                <p14:nvPr/>
              </p14:nvContentPartPr>
              <p14:xfrm>
                <a:off x="4196211" y="4276800"/>
                <a:ext cx="15840" cy="3492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E4F2A1A9-75F1-3EB9-5FF0-EC4D6DE023C5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4178571" y="4258800"/>
                  <a:ext cx="5148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81A0C8DC-4B82-E243-AA82-6F4F26D206A7}"/>
                    </a:ext>
                  </a:extLst>
                </p14:cNvPr>
                <p14:cNvContentPartPr/>
                <p14:nvPr/>
              </p14:nvContentPartPr>
              <p14:xfrm>
                <a:off x="4283691" y="4385520"/>
                <a:ext cx="246240" cy="11844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81A0C8DC-4B82-E243-AA82-6F4F26D206A7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265691" y="4367520"/>
                  <a:ext cx="2818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EC6CB9F1-BDD7-8B14-866A-02DD4A5CAC84}"/>
                    </a:ext>
                  </a:extLst>
                </p14:cNvPr>
                <p14:cNvContentPartPr/>
                <p14:nvPr/>
              </p14:nvContentPartPr>
              <p14:xfrm>
                <a:off x="4608771" y="4348440"/>
                <a:ext cx="121680" cy="20304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EC6CB9F1-BDD7-8B14-866A-02DD4A5CAC84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590771" y="4330440"/>
                  <a:ext cx="15732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998C3A63-CF29-BD91-2114-5DAEEC8DF899}"/>
                    </a:ext>
                  </a:extLst>
                </p14:cNvPr>
                <p14:cNvContentPartPr/>
                <p14:nvPr/>
              </p14:nvContentPartPr>
              <p14:xfrm>
                <a:off x="5047971" y="4364640"/>
                <a:ext cx="546840" cy="10980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998C3A63-CF29-BD91-2114-5DAEEC8DF899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5029971" y="4347000"/>
                  <a:ext cx="58248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8BADB817-6C68-7D3A-EDD6-B493CE5584D4}"/>
                    </a:ext>
                  </a:extLst>
                </p14:cNvPr>
                <p14:cNvContentPartPr/>
                <p14:nvPr/>
              </p14:nvContentPartPr>
              <p14:xfrm>
                <a:off x="5416251" y="4296600"/>
                <a:ext cx="200520" cy="27000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8BADB817-6C68-7D3A-EDD6-B493CE5584D4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5398611" y="4278960"/>
                  <a:ext cx="236160" cy="30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B1665738-F1A1-899B-341C-9531476C38E1}"/>
                    </a:ext>
                  </a:extLst>
                </p14:cNvPr>
                <p14:cNvContentPartPr/>
                <p14:nvPr/>
              </p14:nvContentPartPr>
              <p14:xfrm>
                <a:off x="519891" y="3084840"/>
                <a:ext cx="120960" cy="27792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B1665738-F1A1-899B-341C-9531476C38E1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501891" y="3066840"/>
                  <a:ext cx="156600" cy="31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9847A8F0-7D24-BF49-26FA-17113439D13F}"/>
                    </a:ext>
                  </a:extLst>
                </p14:cNvPr>
                <p14:cNvContentPartPr/>
                <p14:nvPr/>
              </p14:nvContentPartPr>
              <p14:xfrm>
                <a:off x="490371" y="3082680"/>
                <a:ext cx="261000" cy="9108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9847A8F0-7D24-BF49-26FA-17113439D13F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72371" y="3065040"/>
                  <a:ext cx="29664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E475BFBC-5DEB-140C-3D19-B47D31F22C78}"/>
                    </a:ext>
                  </a:extLst>
                </p14:cNvPr>
                <p14:cNvContentPartPr/>
                <p14:nvPr/>
              </p14:nvContentPartPr>
              <p14:xfrm>
                <a:off x="615291" y="2749320"/>
                <a:ext cx="392760" cy="50616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E475BFBC-5DEB-140C-3D19-B47D31F22C78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597651" y="2731320"/>
                  <a:ext cx="428400" cy="54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2997A3C1-B979-421D-F3BC-523D2A6A54B2}"/>
                    </a:ext>
                  </a:extLst>
                </p14:cNvPr>
                <p14:cNvContentPartPr/>
                <p14:nvPr/>
              </p14:nvContentPartPr>
              <p14:xfrm>
                <a:off x="933531" y="2658600"/>
                <a:ext cx="181080" cy="11520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2997A3C1-B979-421D-F3BC-523D2A6A54B2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915531" y="2640960"/>
                  <a:ext cx="21672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07C5C41A-983B-7324-0543-130150365F3B}"/>
                    </a:ext>
                  </a:extLst>
                </p14:cNvPr>
                <p14:cNvContentPartPr/>
                <p14:nvPr/>
              </p14:nvContentPartPr>
              <p14:xfrm>
                <a:off x="956931" y="2567520"/>
                <a:ext cx="93600" cy="9576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07C5C41A-983B-7324-0543-130150365F3B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938931" y="2549520"/>
                  <a:ext cx="12924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6DB01F12-9EDF-B2AD-DB6B-276D2F29BAA3}"/>
                    </a:ext>
                  </a:extLst>
                </p14:cNvPr>
                <p14:cNvContentPartPr/>
                <p14:nvPr/>
              </p14:nvContentPartPr>
              <p14:xfrm>
                <a:off x="974931" y="2337120"/>
                <a:ext cx="236880" cy="15804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6DB01F12-9EDF-B2AD-DB6B-276D2F29BAA3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956931" y="2319480"/>
                  <a:ext cx="27252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F1EA76B0-E5E3-8C8A-7EF3-824B056FB5ED}"/>
                    </a:ext>
                  </a:extLst>
                </p14:cNvPr>
                <p14:cNvContentPartPr/>
                <p14:nvPr/>
              </p14:nvContentPartPr>
              <p14:xfrm>
                <a:off x="1095531" y="2154240"/>
                <a:ext cx="35640" cy="1080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F1EA76B0-E5E3-8C8A-7EF3-824B056FB5ED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077891" y="2136240"/>
                  <a:ext cx="7128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020B5617-A7D4-C5D2-A533-D31335FFF447}"/>
                    </a:ext>
                  </a:extLst>
                </p14:cNvPr>
                <p14:cNvContentPartPr/>
                <p14:nvPr/>
              </p14:nvContentPartPr>
              <p14:xfrm>
                <a:off x="1173651" y="2038320"/>
                <a:ext cx="123840" cy="16668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020B5617-A7D4-C5D2-A533-D31335FFF447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1155651" y="2020680"/>
                  <a:ext cx="15948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9369F277-E144-05EA-1A02-69DAB045B568}"/>
                    </a:ext>
                  </a:extLst>
                </p14:cNvPr>
                <p14:cNvContentPartPr/>
                <p14:nvPr/>
              </p14:nvContentPartPr>
              <p14:xfrm>
                <a:off x="1233051" y="1958400"/>
                <a:ext cx="234360" cy="16272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9369F277-E144-05EA-1A02-69DAB045B568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1215411" y="1940760"/>
                  <a:ext cx="27000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4804586-711D-AC17-CA81-26696BF95EC1}"/>
                    </a:ext>
                  </a:extLst>
                </p14:cNvPr>
                <p14:cNvContentPartPr/>
                <p14:nvPr/>
              </p14:nvContentPartPr>
              <p14:xfrm>
                <a:off x="1513851" y="1774440"/>
                <a:ext cx="155880" cy="17676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4804586-711D-AC17-CA81-26696BF95EC1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496211" y="1756800"/>
                  <a:ext cx="19152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1C852DD6-0F29-E372-2BB1-49B4A3CC4659}"/>
                    </a:ext>
                  </a:extLst>
                </p14:cNvPr>
                <p14:cNvContentPartPr/>
                <p14:nvPr/>
              </p14:nvContentPartPr>
              <p14:xfrm>
                <a:off x="1547691" y="1517040"/>
                <a:ext cx="253440" cy="22752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1C852DD6-0F29-E372-2BB1-49B4A3CC4659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530051" y="1499400"/>
                  <a:ext cx="289080" cy="26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4B01CDED-087B-373E-84EF-C3A895E2D15E}"/>
                    </a:ext>
                  </a:extLst>
                </p14:cNvPr>
                <p14:cNvContentPartPr/>
                <p14:nvPr/>
              </p14:nvContentPartPr>
              <p14:xfrm>
                <a:off x="7691091" y="441360"/>
                <a:ext cx="649440" cy="614592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4B01CDED-087B-373E-84EF-C3A895E2D15E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7673451" y="423360"/>
                  <a:ext cx="685080" cy="618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BC4CE3B6-433E-3289-640A-2DC3231FE954}"/>
                    </a:ext>
                  </a:extLst>
                </p14:cNvPr>
                <p14:cNvContentPartPr/>
                <p14:nvPr/>
              </p14:nvContentPartPr>
              <p14:xfrm>
                <a:off x="3713091" y="882000"/>
                <a:ext cx="459000" cy="9072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BC4CE3B6-433E-3289-640A-2DC3231FE954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3695091" y="864000"/>
                  <a:ext cx="49464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7EF3F09A-6665-5C8F-C99D-1120DD9455E2}"/>
                    </a:ext>
                  </a:extLst>
                </p14:cNvPr>
                <p14:cNvContentPartPr/>
                <p14:nvPr/>
              </p14:nvContentPartPr>
              <p14:xfrm>
                <a:off x="3954291" y="914400"/>
                <a:ext cx="61200" cy="22032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7EF3F09A-6665-5C8F-C99D-1120DD9455E2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3936651" y="896760"/>
                  <a:ext cx="9684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36802D05-0C40-EE11-3318-AB1CC9679ED8}"/>
                    </a:ext>
                  </a:extLst>
                </p14:cNvPr>
                <p14:cNvContentPartPr/>
                <p14:nvPr/>
              </p14:nvContentPartPr>
              <p14:xfrm>
                <a:off x="4132491" y="1035360"/>
                <a:ext cx="15840" cy="9720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36802D05-0C40-EE11-3318-AB1CC9679ED8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4114491" y="1017720"/>
                  <a:ext cx="5148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D7A35C86-C0F8-ECB6-A6CB-118BB5DB8369}"/>
                    </a:ext>
                  </a:extLst>
                </p14:cNvPr>
                <p14:cNvContentPartPr/>
                <p14:nvPr/>
              </p14:nvContentPartPr>
              <p14:xfrm>
                <a:off x="4135011" y="926640"/>
                <a:ext cx="39600" cy="3096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D7A35C86-C0F8-ECB6-A6CB-118BB5DB8369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4117011" y="909000"/>
                  <a:ext cx="7524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A3EAA5D-A611-FB02-C825-EF599983F388}"/>
                    </a:ext>
                  </a:extLst>
                </p14:cNvPr>
                <p14:cNvContentPartPr/>
                <p14:nvPr/>
              </p14:nvContentPartPr>
              <p14:xfrm>
                <a:off x="4236171" y="1002960"/>
                <a:ext cx="285480" cy="12276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A3EAA5D-A611-FB02-C825-EF599983F388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4218171" y="984960"/>
                  <a:ext cx="32112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C17DA121-6ABA-0A4B-D8B6-80F2E0ABEBC2}"/>
                    </a:ext>
                  </a:extLst>
                </p14:cNvPr>
                <p14:cNvContentPartPr/>
                <p14:nvPr/>
              </p14:nvContentPartPr>
              <p14:xfrm>
                <a:off x="4579251" y="1019880"/>
                <a:ext cx="175680" cy="11484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C17DA121-6ABA-0A4B-D8B6-80F2E0ABEBC2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4561251" y="1001880"/>
                  <a:ext cx="21132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9A8E89C1-A07C-92FA-E1E2-50AF6DA95BC2}"/>
                    </a:ext>
                  </a:extLst>
                </p14:cNvPr>
                <p14:cNvContentPartPr/>
                <p14:nvPr/>
              </p14:nvContentPartPr>
              <p14:xfrm>
                <a:off x="5292051" y="833400"/>
                <a:ext cx="30240" cy="2232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9A8E89C1-A07C-92FA-E1E2-50AF6DA95BC2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5274051" y="815760"/>
                  <a:ext cx="6588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71165673-DE37-2565-E7A2-826F054183C0}"/>
                    </a:ext>
                  </a:extLst>
                </p14:cNvPr>
                <p14:cNvContentPartPr/>
                <p14:nvPr/>
              </p14:nvContentPartPr>
              <p14:xfrm>
                <a:off x="5217891" y="640440"/>
                <a:ext cx="240840" cy="31428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71165673-DE37-2565-E7A2-826F054183C0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5199891" y="622440"/>
                  <a:ext cx="276480" cy="34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FF2BC17A-A583-E349-BAE9-6DE6AC8369D2}"/>
                    </a:ext>
                  </a:extLst>
                </p14:cNvPr>
                <p14:cNvContentPartPr/>
                <p14:nvPr/>
              </p14:nvContentPartPr>
              <p14:xfrm>
                <a:off x="5561691" y="780480"/>
                <a:ext cx="123120" cy="13932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FF2BC17A-A583-E349-BAE9-6DE6AC8369D2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5543691" y="762840"/>
                  <a:ext cx="15876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72241756-2D6B-499A-9A78-DF37DB5B641B}"/>
                    </a:ext>
                  </a:extLst>
                </p14:cNvPr>
                <p14:cNvContentPartPr/>
                <p14:nvPr/>
              </p14:nvContentPartPr>
              <p14:xfrm>
                <a:off x="5673291" y="831960"/>
                <a:ext cx="300600" cy="7812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72241756-2D6B-499A-9A78-DF37DB5B641B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5655291" y="814320"/>
                  <a:ext cx="33624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9573259A-74C7-64EB-B163-1103BAA9812E}"/>
                    </a:ext>
                  </a:extLst>
                </p14:cNvPr>
                <p14:cNvContentPartPr/>
                <p14:nvPr/>
              </p14:nvContentPartPr>
              <p14:xfrm>
                <a:off x="6000891" y="820440"/>
                <a:ext cx="306360" cy="12528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9573259A-74C7-64EB-B163-1103BAA9812E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5982891" y="802800"/>
                  <a:ext cx="34200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FC812658-D2B4-713B-02C5-D15D1F003D02}"/>
                    </a:ext>
                  </a:extLst>
                </p14:cNvPr>
                <p14:cNvContentPartPr/>
                <p14:nvPr/>
              </p14:nvContentPartPr>
              <p14:xfrm>
                <a:off x="6289971" y="689040"/>
                <a:ext cx="25560" cy="3816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FC812658-D2B4-713B-02C5-D15D1F003D02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271971" y="671400"/>
                  <a:ext cx="6120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4D05F227-19D4-844F-EA65-7E6A630B52B1}"/>
                    </a:ext>
                  </a:extLst>
                </p14:cNvPr>
                <p14:cNvContentPartPr/>
                <p14:nvPr/>
              </p14:nvContentPartPr>
              <p14:xfrm>
                <a:off x="6424251" y="796680"/>
                <a:ext cx="203760" cy="10872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4D05F227-19D4-844F-EA65-7E6A630B52B1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6406251" y="779040"/>
                  <a:ext cx="23940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693690FD-EAEA-5BC6-90C3-E4B6AEBB6C40}"/>
                    </a:ext>
                  </a:extLst>
                </p14:cNvPr>
                <p14:cNvContentPartPr/>
                <p14:nvPr/>
              </p14:nvContentPartPr>
              <p14:xfrm>
                <a:off x="2394051" y="1720800"/>
                <a:ext cx="221040" cy="21060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693690FD-EAEA-5BC6-90C3-E4B6AEBB6C40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2376411" y="1703160"/>
                  <a:ext cx="25668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45F45270-0378-5AF6-5662-1CD3C3B62DCD}"/>
                    </a:ext>
                  </a:extLst>
                </p14:cNvPr>
                <p14:cNvContentPartPr/>
                <p14:nvPr/>
              </p14:nvContentPartPr>
              <p14:xfrm>
                <a:off x="2635251" y="1685520"/>
                <a:ext cx="115560" cy="16920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45F45270-0378-5AF6-5662-1CD3C3B62DCD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2617611" y="1667880"/>
                  <a:ext cx="15120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FFCC5919-81B6-85BF-88B4-836CA70ACC8D}"/>
                    </a:ext>
                  </a:extLst>
                </p14:cNvPr>
                <p14:cNvContentPartPr/>
                <p14:nvPr/>
              </p14:nvContentPartPr>
              <p14:xfrm>
                <a:off x="2754771" y="1641960"/>
                <a:ext cx="119520" cy="11412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FFCC5919-81B6-85BF-88B4-836CA70ACC8D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2737131" y="1624320"/>
                  <a:ext cx="15516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6F60618D-32E2-5E6E-CDA7-D2729C2865E4}"/>
                    </a:ext>
                  </a:extLst>
                </p14:cNvPr>
                <p14:cNvContentPartPr/>
                <p14:nvPr/>
              </p14:nvContentPartPr>
              <p14:xfrm>
                <a:off x="2886531" y="1542960"/>
                <a:ext cx="92880" cy="12564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6F60618D-32E2-5E6E-CDA7-D2729C2865E4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2868531" y="1524960"/>
                  <a:ext cx="12852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3C6EF501-2DDC-A26C-37F8-1A8D9666AC26}"/>
                    </a:ext>
                  </a:extLst>
                </p14:cNvPr>
                <p14:cNvContentPartPr/>
                <p14:nvPr/>
              </p14:nvContentPartPr>
              <p14:xfrm>
                <a:off x="3172731" y="936720"/>
                <a:ext cx="298800" cy="339408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3C6EF501-2DDC-A26C-37F8-1A8D9666AC26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154731" y="918720"/>
                  <a:ext cx="334440" cy="342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C4E44FEC-4A4E-9C51-DF1B-4ADF772BC4BC}"/>
                    </a:ext>
                  </a:extLst>
                </p14:cNvPr>
                <p14:cNvContentPartPr/>
                <p14:nvPr/>
              </p14:nvContentPartPr>
              <p14:xfrm>
                <a:off x="2106411" y="1959480"/>
                <a:ext cx="1107360" cy="21348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C4E44FEC-4A4E-9C51-DF1B-4ADF772BC4BC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2088771" y="1941480"/>
                  <a:ext cx="114300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42EEB3E0-0D61-8D85-7D2F-6B9FEF5C2F48}"/>
                    </a:ext>
                  </a:extLst>
                </p14:cNvPr>
                <p14:cNvContentPartPr/>
                <p14:nvPr/>
              </p14:nvContentPartPr>
              <p14:xfrm>
                <a:off x="3089931" y="1905480"/>
                <a:ext cx="120960" cy="19404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42EEB3E0-0D61-8D85-7D2F-6B9FEF5C2F48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3072291" y="1887840"/>
                  <a:ext cx="15660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46BFFDBF-18AF-B2D8-2D4C-856198FB7FBA}"/>
                    </a:ext>
                  </a:extLst>
                </p14:cNvPr>
                <p14:cNvContentPartPr/>
                <p14:nvPr/>
              </p14:nvContentPartPr>
              <p14:xfrm>
                <a:off x="2134851" y="1986120"/>
                <a:ext cx="203760" cy="18396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46BFFDBF-18AF-B2D8-2D4C-856198FB7FBA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2117211" y="1968480"/>
                  <a:ext cx="23940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C7EF811A-DAC1-A6BE-636E-696814DC376E}"/>
                    </a:ext>
                  </a:extLst>
                </p14:cNvPr>
                <p14:cNvContentPartPr/>
                <p14:nvPr/>
              </p14:nvContentPartPr>
              <p14:xfrm>
                <a:off x="2095611" y="2095200"/>
                <a:ext cx="438840" cy="73584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C7EF811A-DAC1-A6BE-636E-696814DC376E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2077971" y="2077200"/>
                  <a:ext cx="474480" cy="771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98">
            <p14:nvContentPartPr>
              <p14:cNvPr id="122" name="Ink 121">
                <a:extLst>
                  <a:ext uri="{FF2B5EF4-FFF2-40B4-BE49-F238E27FC236}">
                    <a16:creationId xmlns:a16="http://schemas.microsoft.com/office/drawing/2014/main" id="{549B37DA-7106-B923-A610-DBB59E7AF029}"/>
                  </a:ext>
                </a:extLst>
              </p14:cNvPr>
              <p14:cNvContentPartPr/>
              <p14:nvPr/>
            </p14:nvContentPartPr>
            <p14:xfrm>
              <a:off x="2075091" y="2035800"/>
              <a:ext cx="2490840" cy="1816200"/>
            </p14:xfrm>
          </p:contentPart>
        </mc:Choice>
        <mc:Fallback>
          <p:pic>
            <p:nvPicPr>
              <p:cNvPr id="122" name="Ink 121">
                <a:extLst>
                  <a:ext uri="{FF2B5EF4-FFF2-40B4-BE49-F238E27FC236}">
                    <a16:creationId xmlns:a16="http://schemas.microsoft.com/office/drawing/2014/main" id="{549B37DA-7106-B923-A610-DBB59E7AF029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2057091" y="2018160"/>
                <a:ext cx="2526480" cy="1851840"/>
              </a:xfrm>
              <a:prstGeom prst="rect">
                <a:avLst/>
              </a:prstGeom>
            </p:spPr>
          </p:pic>
        </mc:Fallback>
      </mc:AlternateContent>
      <p:grpSp>
        <p:nvGrpSpPr>
          <p:cNvPr id="157" name="Group 156">
            <a:extLst>
              <a:ext uri="{FF2B5EF4-FFF2-40B4-BE49-F238E27FC236}">
                <a16:creationId xmlns:a16="http://schemas.microsoft.com/office/drawing/2014/main" id="{15D212CC-56F8-0BD9-6FCB-3E29E2BEEF26}"/>
              </a:ext>
            </a:extLst>
          </p:cNvPr>
          <p:cNvGrpSpPr/>
          <p:nvPr/>
        </p:nvGrpSpPr>
        <p:grpSpPr>
          <a:xfrm>
            <a:off x="8575971" y="2458080"/>
            <a:ext cx="1164960" cy="1444320"/>
            <a:chOff x="8575971" y="2458080"/>
            <a:chExt cx="1164960" cy="1444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BAD37FA5-4187-9A6D-80C1-5510484431C8}"/>
                    </a:ext>
                  </a:extLst>
                </p14:cNvPr>
                <p14:cNvContentPartPr/>
                <p14:nvPr/>
              </p14:nvContentPartPr>
              <p14:xfrm>
                <a:off x="9304251" y="3362760"/>
                <a:ext cx="27000" cy="12024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BAD37FA5-4187-9A6D-80C1-5510484431C8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9286611" y="3344760"/>
                  <a:ext cx="6264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404B33E2-DDD4-C019-05B0-ABAA6AF145B8}"/>
                    </a:ext>
                  </a:extLst>
                </p14:cNvPr>
                <p14:cNvContentPartPr/>
                <p14:nvPr/>
              </p14:nvContentPartPr>
              <p14:xfrm>
                <a:off x="9263571" y="3319200"/>
                <a:ext cx="68040" cy="9936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404B33E2-DDD4-C019-05B0-ABAA6AF145B8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9245571" y="3301200"/>
                  <a:ext cx="10368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F7A5D6BF-2864-D63E-C937-B349E640DFCD}"/>
                    </a:ext>
                  </a:extLst>
                </p14:cNvPr>
                <p14:cNvContentPartPr/>
                <p14:nvPr/>
              </p14:nvContentPartPr>
              <p14:xfrm>
                <a:off x="9097611" y="3400920"/>
                <a:ext cx="52560" cy="15120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F7A5D6BF-2864-D63E-C937-B349E640DFCD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9079611" y="3382920"/>
                  <a:ext cx="8820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F2B50BEE-3A0F-F37F-4B57-893414ECFED6}"/>
                    </a:ext>
                  </a:extLst>
                </p14:cNvPr>
                <p14:cNvContentPartPr/>
                <p14:nvPr/>
              </p14:nvContentPartPr>
              <p14:xfrm>
                <a:off x="8970171" y="3358440"/>
                <a:ext cx="118800" cy="14796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F2B50BEE-3A0F-F37F-4B57-893414ECFED6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8952171" y="3340440"/>
                  <a:ext cx="15444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6B96E654-3D2A-4828-9F99-8F21D3A5878D}"/>
                    </a:ext>
                  </a:extLst>
                </p14:cNvPr>
                <p14:cNvContentPartPr/>
                <p14:nvPr/>
              </p14:nvContentPartPr>
              <p14:xfrm>
                <a:off x="9040011" y="3375000"/>
                <a:ext cx="43200" cy="22752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6B96E654-3D2A-4828-9F99-8F21D3A5878D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9022371" y="3357360"/>
                  <a:ext cx="78840" cy="26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D170209E-7A0F-275E-BAA2-D0BCF8BBB507}"/>
                    </a:ext>
                  </a:extLst>
                </p14:cNvPr>
                <p14:cNvContentPartPr/>
                <p14:nvPr/>
              </p14:nvContentPartPr>
              <p14:xfrm>
                <a:off x="9068451" y="3358800"/>
                <a:ext cx="71640" cy="7524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D170209E-7A0F-275E-BAA2-D0BCF8BBB507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9050811" y="3340800"/>
                  <a:ext cx="10728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3009A1C8-B68E-E8C9-F273-95BBA006B7A1}"/>
                    </a:ext>
                  </a:extLst>
                </p14:cNvPr>
                <p14:cNvContentPartPr/>
                <p14:nvPr/>
              </p14:nvContentPartPr>
              <p14:xfrm>
                <a:off x="9424131" y="3359160"/>
                <a:ext cx="5760" cy="12924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3009A1C8-B68E-E8C9-F273-95BBA006B7A1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9406491" y="3341160"/>
                  <a:ext cx="4140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BA998738-862B-B034-EEBC-DD6500574478}"/>
                    </a:ext>
                  </a:extLst>
                </p14:cNvPr>
                <p14:cNvContentPartPr/>
                <p14:nvPr/>
              </p14:nvContentPartPr>
              <p14:xfrm>
                <a:off x="9342051" y="3312720"/>
                <a:ext cx="138240" cy="7920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BA998738-862B-B034-EEBC-DD6500574478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9324411" y="3295080"/>
                  <a:ext cx="17388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56127CCE-0132-BF31-4046-D24245C66D42}"/>
                    </a:ext>
                  </a:extLst>
                </p14:cNvPr>
                <p14:cNvContentPartPr/>
                <p14:nvPr/>
              </p14:nvContentPartPr>
              <p14:xfrm>
                <a:off x="8575971" y="2984400"/>
                <a:ext cx="1164960" cy="91800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56127CCE-0132-BF31-4046-D24245C66D42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8558331" y="2966400"/>
                  <a:ext cx="1200600" cy="9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4EBC2383-B707-3753-7B3B-C1F370C76E9C}"/>
                    </a:ext>
                  </a:extLst>
                </p14:cNvPr>
                <p14:cNvContentPartPr/>
                <p14:nvPr/>
              </p14:nvContentPartPr>
              <p14:xfrm>
                <a:off x="8735451" y="2612520"/>
                <a:ext cx="136800" cy="29124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4EBC2383-B707-3753-7B3B-C1F370C76E9C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8717451" y="2594520"/>
                  <a:ext cx="172440" cy="32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69B1CB3A-DEA3-8E66-5AEE-9E2D0124ED02}"/>
                    </a:ext>
                  </a:extLst>
                </p14:cNvPr>
                <p14:cNvContentPartPr/>
                <p14:nvPr/>
              </p14:nvContentPartPr>
              <p14:xfrm>
                <a:off x="8901411" y="2549520"/>
                <a:ext cx="120240" cy="24336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69B1CB3A-DEA3-8E66-5AEE-9E2D0124ED02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8883411" y="2531520"/>
                  <a:ext cx="155880" cy="27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C2CAD62C-A3D9-7B91-707F-9DFE4039DAD0}"/>
                    </a:ext>
                  </a:extLst>
                </p14:cNvPr>
                <p14:cNvContentPartPr/>
                <p14:nvPr/>
              </p14:nvContentPartPr>
              <p14:xfrm>
                <a:off x="8844531" y="2646360"/>
                <a:ext cx="190800" cy="12456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C2CAD62C-A3D9-7B91-707F-9DFE4039DAD0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8826891" y="2628360"/>
                  <a:ext cx="22644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4B3DE4DF-6420-CF1D-3DAE-A14A8FE0F20D}"/>
                    </a:ext>
                  </a:extLst>
                </p14:cNvPr>
                <p14:cNvContentPartPr/>
                <p14:nvPr/>
              </p14:nvContentPartPr>
              <p14:xfrm>
                <a:off x="9095091" y="2547360"/>
                <a:ext cx="80280" cy="18504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4B3DE4DF-6420-CF1D-3DAE-A14A8FE0F20D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9077091" y="2529360"/>
                  <a:ext cx="11592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AFC19B40-D0C9-7303-43C8-EAFCAADBB8E1}"/>
                    </a:ext>
                  </a:extLst>
                </p14:cNvPr>
                <p14:cNvContentPartPr/>
                <p14:nvPr/>
              </p14:nvContentPartPr>
              <p14:xfrm>
                <a:off x="9100491" y="2458080"/>
                <a:ext cx="117000" cy="7200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AFC19B40-D0C9-7303-43C8-EAFCAADBB8E1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9082491" y="2440080"/>
                  <a:ext cx="15264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652BF875-8D87-D8C7-D6D2-5FDAF2951668}"/>
                    </a:ext>
                  </a:extLst>
                </p14:cNvPr>
                <p14:cNvContentPartPr/>
                <p14:nvPr/>
              </p14:nvContentPartPr>
              <p14:xfrm>
                <a:off x="9151251" y="2558880"/>
                <a:ext cx="131400" cy="6588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652BF875-8D87-D8C7-D6D2-5FDAF2951668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9133611" y="2541240"/>
                  <a:ext cx="167040" cy="101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0CD2E2AE-39CA-BD46-C891-0F600B77FEE8}"/>
              </a:ext>
            </a:extLst>
          </p:cNvPr>
          <p:cNvGrpSpPr/>
          <p:nvPr/>
        </p:nvGrpSpPr>
        <p:grpSpPr>
          <a:xfrm>
            <a:off x="11652531" y="2488320"/>
            <a:ext cx="613800" cy="828720"/>
            <a:chOff x="11652531" y="2488320"/>
            <a:chExt cx="613800" cy="828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83553B0E-8CC2-0CE9-7115-F57FC2D9BD92}"/>
                    </a:ext>
                  </a:extLst>
                </p14:cNvPr>
                <p14:cNvContentPartPr/>
                <p14:nvPr/>
              </p14:nvContentPartPr>
              <p14:xfrm>
                <a:off x="11898051" y="3125520"/>
                <a:ext cx="25200" cy="19152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83553B0E-8CC2-0CE9-7115-F57FC2D9BD92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11880411" y="3107880"/>
                  <a:ext cx="6084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B08D9D8D-E077-6737-EF78-D03DDD471923}"/>
                    </a:ext>
                  </a:extLst>
                </p14:cNvPr>
                <p14:cNvContentPartPr/>
                <p14:nvPr/>
              </p14:nvContentPartPr>
              <p14:xfrm>
                <a:off x="11844051" y="3057480"/>
                <a:ext cx="110520" cy="11664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B08D9D8D-E077-6737-EF78-D03DDD471923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11826051" y="3039480"/>
                  <a:ext cx="14616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70E46E90-34D8-3BF5-B2CF-B7C88DF3AFB5}"/>
                    </a:ext>
                  </a:extLst>
                </p14:cNvPr>
                <p14:cNvContentPartPr/>
                <p14:nvPr/>
              </p14:nvContentPartPr>
              <p14:xfrm>
                <a:off x="12076971" y="3097800"/>
                <a:ext cx="26640" cy="8028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70E46E90-34D8-3BF5-B2CF-B7C88DF3AFB5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12059331" y="3079800"/>
                  <a:ext cx="6228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150865FD-997F-8099-88D7-6FDCDA852F33}"/>
                    </a:ext>
                  </a:extLst>
                </p14:cNvPr>
                <p14:cNvContentPartPr/>
                <p14:nvPr/>
              </p14:nvContentPartPr>
              <p14:xfrm>
                <a:off x="12033411" y="3063240"/>
                <a:ext cx="83160" cy="11484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150865FD-997F-8099-88D7-6FDCDA852F33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12015771" y="3045240"/>
                  <a:ext cx="11880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575B58B5-39EC-86AE-0232-DAC24187C805}"/>
                    </a:ext>
                  </a:extLst>
                </p14:cNvPr>
                <p14:cNvContentPartPr/>
                <p14:nvPr/>
              </p14:nvContentPartPr>
              <p14:xfrm>
                <a:off x="11737131" y="3156120"/>
                <a:ext cx="66960" cy="14940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575B58B5-39EC-86AE-0232-DAC24187C805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11719131" y="3138480"/>
                  <a:ext cx="10260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BE745B2F-3F92-F57E-F6C6-A2637E1367A0}"/>
                    </a:ext>
                  </a:extLst>
                </p14:cNvPr>
                <p14:cNvContentPartPr/>
                <p14:nvPr/>
              </p14:nvContentPartPr>
              <p14:xfrm>
                <a:off x="11660811" y="3130920"/>
                <a:ext cx="98280" cy="10008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BE745B2F-3F92-F57E-F6C6-A2637E1367A0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11642811" y="3113280"/>
                  <a:ext cx="13392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76C8822B-C866-4872-3979-B112C92EBA19}"/>
                    </a:ext>
                  </a:extLst>
                </p14:cNvPr>
                <p14:cNvContentPartPr/>
                <p14:nvPr/>
              </p14:nvContentPartPr>
              <p14:xfrm>
                <a:off x="11793291" y="2718720"/>
                <a:ext cx="66960" cy="28404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76C8822B-C866-4872-3979-B112C92EBA19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11775651" y="2701080"/>
                  <a:ext cx="102600" cy="31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31F2F40E-EFC9-4A9D-82A6-230CA4117816}"/>
                    </a:ext>
                  </a:extLst>
                </p14:cNvPr>
                <p14:cNvContentPartPr/>
                <p14:nvPr/>
              </p14:nvContentPartPr>
              <p14:xfrm>
                <a:off x="11801211" y="2741040"/>
                <a:ext cx="13680" cy="1368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31F2F40E-EFC9-4A9D-82A6-230CA4117816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11783211" y="2723040"/>
                  <a:ext cx="4932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20655A96-7790-2ED7-A1D8-7A6EDBCB3AF1}"/>
                    </a:ext>
                  </a:extLst>
                </p14:cNvPr>
                <p14:cNvContentPartPr/>
                <p14:nvPr/>
              </p14:nvContentPartPr>
              <p14:xfrm>
                <a:off x="11809851" y="2744640"/>
                <a:ext cx="6120" cy="756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20655A96-7790-2ED7-A1D8-7A6EDBCB3AF1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11792211" y="2726640"/>
                  <a:ext cx="4176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0A0C982C-DF22-4405-6162-192077F90AFE}"/>
                    </a:ext>
                  </a:extLst>
                </p14:cNvPr>
                <p14:cNvContentPartPr/>
                <p14:nvPr/>
              </p14:nvContentPartPr>
              <p14:xfrm>
                <a:off x="11901291" y="2721600"/>
                <a:ext cx="81360" cy="19944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0A0C982C-DF22-4405-6162-192077F90AFE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11883651" y="2703600"/>
                  <a:ext cx="11700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428E1C16-8FC0-2B48-93E5-3D15DA2AB5C1}"/>
                    </a:ext>
                  </a:extLst>
                </p14:cNvPr>
                <p14:cNvContentPartPr/>
                <p14:nvPr/>
              </p14:nvContentPartPr>
              <p14:xfrm>
                <a:off x="11840811" y="2843640"/>
                <a:ext cx="170640" cy="6768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428E1C16-8FC0-2B48-93E5-3D15DA2AB5C1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11823171" y="2825640"/>
                  <a:ext cx="20628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2869F650-E981-D5B9-ED4E-B6A4A72DDB2B}"/>
                    </a:ext>
                  </a:extLst>
                </p14:cNvPr>
                <p14:cNvContentPartPr/>
                <p14:nvPr/>
              </p14:nvContentPartPr>
              <p14:xfrm>
                <a:off x="12124851" y="2713680"/>
                <a:ext cx="29880" cy="9288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2869F650-E981-D5B9-ED4E-B6A4A72DDB2B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12107211" y="2695680"/>
                  <a:ext cx="6552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1A603983-E8A9-E95F-1100-F31CC3DF0BB0}"/>
                    </a:ext>
                  </a:extLst>
                </p14:cNvPr>
                <p14:cNvContentPartPr/>
                <p14:nvPr/>
              </p14:nvContentPartPr>
              <p14:xfrm>
                <a:off x="12098931" y="2713320"/>
                <a:ext cx="71640" cy="5868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1A603983-E8A9-E95F-1100-F31CC3DF0BB0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12080931" y="2695680"/>
                  <a:ext cx="10728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CFAC13BA-587E-41FE-AA79-31B38710F459}"/>
                    </a:ext>
                  </a:extLst>
                </p14:cNvPr>
                <p14:cNvContentPartPr/>
                <p14:nvPr/>
              </p14:nvContentPartPr>
              <p14:xfrm>
                <a:off x="12135291" y="2774880"/>
                <a:ext cx="44640" cy="756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CFAC13BA-587E-41FE-AA79-31B38710F459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12117651" y="2757240"/>
                  <a:ext cx="8028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668ECE60-0AFB-B0D7-BD41-25C6EEDD82AD}"/>
                    </a:ext>
                  </a:extLst>
                </p14:cNvPr>
                <p14:cNvContentPartPr/>
                <p14:nvPr/>
              </p14:nvContentPartPr>
              <p14:xfrm>
                <a:off x="11652531" y="2488320"/>
                <a:ext cx="613800" cy="59796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668ECE60-0AFB-B0D7-BD41-25C6EEDD82AD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11634531" y="2470680"/>
                  <a:ext cx="649440" cy="633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9" name="Group 178">
            <a:extLst>
              <a:ext uri="{FF2B5EF4-FFF2-40B4-BE49-F238E27FC236}">
                <a16:creationId xmlns:a16="http://schemas.microsoft.com/office/drawing/2014/main" id="{25468FB6-6279-9A47-1B6D-9E6037F71820}"/>
              </a:ext>
            </a:extLst>
          </p:cNvPr>
          <p:cNvGrpSpPr/>
          <p:nvPr/>
        </p:nvGrpSpPr>
        <p:grpSpPr>
          <a:xfrm>
            <a:off x="2508891" y="5298274"/>
            <a:ext cx="3170880" cy="838080"/>
            <a:chOff x="2508891" y="5298274"/>
            <a:chExt cx="3170880" cy="838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CCCB5074-81EC-2675-90E3-4A5ED257F26F}"/>
                    </a:ext>
                  </a:extLst>
                </p14:cNvPr>
                <p14:cNvContentPartPr/>
                <p14:nvPr/>
              </p14:nvContentPartPr>
              <p14:xfrm>
                <a:off x="2508891" y="5693194"/>
                <a:ext cx="122760" cy="44316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CCCB5074-81EC-2675-90E3-4A5ED257F26F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2491251" y="5675194"/>
                  <a:ext cx="158400" cy="47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989D17CD-28A2-C6F1-EBE5-F23E6793A397}"/>
                    </a:ext>
                  </a:extLst>
                </p14:cNvPr>
                <p14:cNvContentPartPr/>
                <p14:nvPr/>
              </p14:nvContentPartPr>
              <p14:xfrm>
                <a:off x="2653611" y="5674834"/>
                <a:ext cx="144360" cy="38844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989D17CD-28A2-C6F1-EBE5-F23E6793A397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2635611" y="5657194"/>
                  <a:ext cx="180000" cy="42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4B00EB24-7A37-69F4-3B3A-879FD3CC41C1}"/>
                    </a:ext>
                  </a:extLst>
                </p14:cNvPr>
                <p14:cNvContentPartPr/>
                <p14:nvPr/>
              </p14:nvContentPartPr>
              <p14:xfrm>
                <a:off x="2557491" y="5867434"/>
                <a:ext cx="202680" cy="9036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4B00EB24-7A37-69F4-3B3A-879FD3CC41C1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2539491" y="5849794"/>
                  <a:ext cx="23832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09F1F99D-B7AF-85D9-51DD-0DBFF53FC98B}"/>
                    </a:ext>
                  </a:extLst>
                </p14:cNvPr>
                <p14:cNvContentPartPr/>
                <p14:nvPr/>
              </p14:nvContentPartPr>
              <p14:xfrm>
                <a:off x="2897331" y="5729554"/>
                <a:ext cx="83520" cy="26388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09F1F99D-B7AF-85D9-51DD-0DBFF53FC98B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2879691" y="5711914"/>
                  <a:ext cx="119160" cy="29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6838CC96-9F3B-816A-3874-F23C26A92B73}"/>
                    </a:ext>
                  </a:extLst>
                </p14:cNvPr>
                <p14:cNvContentPartPr/>
                <p14:nvPr/>
              </p14:nvContentPartPr>
              <p14:xfrm>
                <a:off x="2846931" y="5633434"/>
                <a:ext cx="155520" cy="18324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6838CC96-9F3B-816A-3874-F23C26A92B73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2829291" y="5615794"/>
                  <a:ext cx="19116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9834FE97-12B3-8A5C-6370-C657B3DA7F10}"/>
                    </a:ext>
                  </a:extLst>
                </p14:cNvPr>
                <p14:cNvContentPartPr/>
                <p14:nvPr/>
              </p14:nvContentPartPr>
              <p14:xfrm>
                <a:off x="2970771" y="5775994"/>
                <a:ext cx="49320" cy="4500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9834FE97-12B3-8A5C-6370-C657B3DA7F10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2952771" y="5758354"/>
                  <a:ext cx="8496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69E3D7ED-AAF6-9B90-44D2-7A5ECA128A6F}"/>
                    </a:ext>
                  </a:extLst>
                </p14:cNvPr>
                <p14:cNvContentPartPr/>
                <p14:nvPr/>
              </p14:nvContentPartPr>
              <p14:xfrm>
                <a:off x="3267771" y="5762314"/>
                <a:ext cx="20520" cy="2664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69E3D7ED-AAF6-9B90-44D2-7A5ECA128A6F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3249771" y="5744314"/>
                  <a:ext cx="5616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4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A8844094-D08B-2613-922E-AC97C2FD543E}"/>
                    </a:ext>
                  </a:extLst>
                </p14:cNvPr>
                <p14:cNvContentPartPr/>
                <p14:nvPr/>
              </p14:nvContentPartPr>
              <p14:xfrm>
                <a:off x="3292971" y="5851234"/>
                <a:ext cx="39240" cy="2268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A8844094-D08B-2613-922E-AC97C2FD543E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3275331" y="5833234"/>
                  <a:ext cx="7488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6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67750A36-ED5D-9460-3D92-07858AB7FC85}"/>
                    </a:ext>
                  </a:extLst>
                </p14:cNvPr>
                <p14:cNvContentPartPr/>
                <p14:nvPr/>
              </p14:nvContentPartPr>
              <p14:xfrm>
                <a:off x="3546411" y="5619034"/>
                <a:ext cx="67680" cy="29376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67750A36-ED5D-9460-3D92-07858AB7FC85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3528771" y="5601394"/>
                  <a:ext cx="103320" cy="32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63543E5A-DDE3-1CD4-F9E0-4781B846CE96}"/>
                    </a:ext>
                  </a:extLst>
                </p14:cNvPr>
                <p14:cNvContentPartPr/>
                <p14:nvPr/>
              </p14:nvContentPartPr>
              <p14:xfrm>
                <a:off x="3692211" y="5621194"/>
                <a:ext cx="111600" cy="24768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63543E5A-DDE3-1CD4-F9E0-4781B846CE96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3674571" y="5603194"/>
                  <a:ext cx="14724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0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556F33A6-FB94-D02A-0C74-1B1B3EBC6ADB}"/>
                    </a:ext>
                  </a:extLst>
                </p14:cNvPr>
                <p14:cNvContentPartPr/>
                <p14:nvPr/>
              </p14:nvContentPartPr>
              <p14:xfrm>
                <a:off x="3642171" y="5760154"/>
                <a:ext cx="82080" cy="3528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556F33A6-FB94-D02A-0C74-1B1B3EBC6ADB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3624171" y="5742154"/>
                  <a:ext cx="11772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2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8B4FA4E5-66DA-39AF-F7F9-07596F9F033F}"/>
                    </a:ext>
                  </a:extLst>
                </p14:cNvPr>
                <p14:cNvContentPartPr/>
                <p14:nvPr/>
              </p14:nvContentPartPr>
              <p14:xfrm>
                <a:off x="3927651" y="5682034"/>
                <a:ext cx="27360" cy="12996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8B4FA4E5-66DA-39AF-F7F9-07596F9F033F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3910011" y="5664394"/>
                  <a:ext cx="6300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4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FB6647CA-258C-3425-710D-D43BF9B9B100}"/>
                    </a:ext>
                  </a:extLst>
                </p14:cNvPr>
                <p14:cNvContentPartPr/>
                <p14:nvPr/>
              </p14:nvContentPartPr>
              <p14:xfrm>
                <a:off x="3864651" y="5604274"/>
                <a:ext cx="16200" cy="3384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FB6647CA-258C-3425-710D-D43BF9B9B100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3847011" y="5586274"/>
                  <a:ext cx="5184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6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9174C3A5-0A1D-F655-F1A0-8213FA0825FA}"/>
                    </a:ext>
                  </a:extLst>
                </p14:cNvPr>
                <p14:cNvContentPartPr/>
                <p14:nvPr/>
              </p14:nvContentPartPr>
              <p14:xfrm>
                <a:off x="4027371" y="5606074"/>
                <a:ext cx="163080" cy="24876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9174C3A5-0A1D-F655-F1A0-8213FA0825FA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4009371" y="5588434"/>
                  <a:ext cx="19872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8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096F1135-FA8E-6681-299A-CD5BA8AE2497}"/>
                    </a:ext>
                  </a:extLst>
                </p14:cNvPr>
                <p14:cNvContentPartPr/>
                <p14:nvPr/>
              </p14:nvContentPartPr>
              <p14:xfrm>
                <a:off x="4240491" y="5458474"/>
                <a:ext cx="210960" cy="20268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096F1135-FA8E-6681-299A-CD5BA8AE2497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4222491" y="5440834"/>
                  <a:ext cx="246600" cy="23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0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3D1E25EE-9713-84D6-9C89-2BD893054EF6}"/>
                    </a:ext>
                  </a:extLst>
                </p14:cNvPr>
                <p14:cNvContentPartPr/>
                <p14:nvPr/>
              </p14:nvContentPartPr>
              <p14:xfrm>
                <a:off x="4921611" y="5298274"/>
                <a:ext cx="101160" cy="35568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3D1E25EE-9713-84D6-9C89-2BD893054EF6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4903971" y="5280634"/>
                  <a:ext cx="136800" cy="39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2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581A09B5-2DC5-E5DF-8684-1CF59D06F05E}"/>
                    </a:ext>
                  </a:extLst>
                </p14:cNvPr>
                <p14:cNvContentPartPr/>
                <p14:nvPr/>
              </p14:nvContentPartPr>
              <p14:xfrm>
                <a:off x="4896051" y="5464234"/>
                <a:ext cx="104400" cy="7560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581A09B5-2DC5-E5DF-8684-1CF59D06F05E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4878411" y="5446234"/>
                  <a:ext cx="14004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4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B9284ABE-2FE3-5927-406C-3C6D7D42902C}"/>
                    </a:ext>
                  </a:extLst>
                </p14:cNvPr>
                <p14:cNvContentPartPr/>
                <p14:nvPr/>
              </p14:nvContentPartPr>
              <p14:xfrm>
                <a:off x="5085771" y="5396914"/>
                <a:ext cx="75960" cy="14004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B9284ABE-2FE3-5927-406C-3C6D7D42902C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5068131" y="5379274"/>
                  <a:ext cx="11160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6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43FBC34A-704E-9F1C-6690-C95F0A645F35}"/>
                    </a:ext>
                  </a:extLst>
                </p14:cNvPr>
                <p14:cNvContentPartPr/>
                <p14:nvPr/>
              </p14:nvContentPartPr>
              <p14:xfrm>
                <a:off x="5262531" y="5342194"/>
                <a:ext cx="50040" cy="13536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43FBC34A-704E-9F1C-6690-C95F0A645F35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5244531" y="5324554"/>
                  <a:ext cx="8568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8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E5B86C41-E0D3-B001-6E1B-9ABEB9C139DE}"/>
                    </a:ext>
                  </a:extLst>
                </p14:cNvPr>
                <p14:cNvContentPartPr/>
                <p14:nvPr/>
              </p14:nvContentPartPr>
              <p14:xfrm>
                <a:off x="5440731" y="5298994"/>
                <a:ext cx="239040" cy="18036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E5B86C41-E0D3-B001-6E1B-9ABEB9C139DE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5422731" y="5280994"/>
                  <a:ext cx="274680" cy="216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00">
            <p14:nvContentPartPr>
              <p14:cNvPr id="178" name="Ink 177">
                <a:extLst>
                  <a:ext uri="{FF2B5EF4-FFF2-40B4-BE49-F238E27FC236}">
                    <a16:creationId xmlns:a16="http://schemas.microsoft.com/office/drawing/2014/main" id="{7F466C04-3752-B8A8-3ED7-DE7246A10770}"/>
                  </a:ext>
                </a:extLst>
              </p14:cNvPr>
              <p14:cNvContentPartPr/>
              <p14:nvPr/>
            </p14:nvContentPartPr>
            <p14:xfrm>
              <a:off x="5821251" y="5110714"/>
              <a:ext cx="16200" cy="14760"/>
            </p14:xfrm>
          </p:contentPart>
        </mc:Choice>
        <mc:Fallback>
          <p:pic>
            <p:nvPicPr>
              <p:cNvPr id="178" name="Ink 177">
                <a:extLst>
                  <a:ext uri="{FF2B5EF4-FFF2-40B4-BE49-F238E27FC236}">
                    <a16:creationId xmlns:a16="http://schemas.microsoft.com/office/drawing/2014/main" id="{7F466C04-3752-B8A8-3ED7-DE7246A10770}"/>
                  </a:ext>
                </a:extLst>
              </p:cNvPr>
              <p:cNvPicPr/>
              <p:nvPr/>
            </p:nvPicPr>
            <p:blipFill>
              <a:blip r:embed="rId301"/>
              <a:stretch>
                <a:fillRect/>
              </a:stretch>
            </p:blipFill>
            <p:spPr>
              <a:xfrm>
                <a:off x="5803611" y="5093074"/>
                <a:ext cx="51840" cy="50400"/>
              </a:xfrm>
              <a:prstGeom prst="rect">
                <a:avLst/>
              </a:prstGeom>
            </p:spPr>
          </p:pic>
        </mc:Fallback>
      </mc:AlternateContent>
      <p:grpSp>
        <p:nvGrpSpPr>
          <p:cNvPr id="192" name="Group 191">
            <a:extLst>
              <a:ext uri="{FF2B5EF4-FFF2-40B4-BE49-F238E27FC236}">
                <a16:creationId xmlns:a16="http://schemas.microsoft.com/office/drawing/2014/main" id="{37FF95D3-5034-6212-B17F-ED85D7148834}"/>
              </a:ext>
            </a:extLst>
          </p:cNvPr>
          <p:cNvGrpSpPr/>
          <p:nvPr/>
        </p:nvGrpSpPr>
        <p:grpSpPr>
          <a:xfrm>
            <a:off x="11104971" y="3621754"/>
            <a:ext cx="1143360" cy="286200"/>
            <a:chOff x="11104971" y="3621754"/>
            <a:chExt cx="1143360" cy="286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2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FB2CCAFA-9DF1-C72F-3DF2-401BA3E2E944}"/>
                    </a:ext>
                  </a:extLst>
                </p14:cNvPr>
                <p14:cNvContentPartPr/>
                <p14:nvPr/>
              </p14:nvContentPartPr>
              <p14:xfrm>
                <a:off x="11104971" y="3678274"/>
                <a:ext cx="201960" cy="22968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FB2CCAFA-9DF1-C72F-3DF2-401BA3E2E944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11086971" y="3660274"/>
                  <a:ext cx="237600" cy="26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4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332A8E07-5322-3B35-1572-C5973DC5ACC7}"/>
                    </a:ext>
                  </a:extLst>
                </p14:cNvPr>
                <p14:cNvContentPartPr/>
                <p14:nvPr/>
              </p14:nvContentPartPr>
              <p14:xfrm>
                <a:off x="11365251" y="3648034"/>
                <a:ext cx="56160" cy="23724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332A8E07-5322-3B35-1572-C5973DC5ACC7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11347251" y="3630394"/>
                  <a:ext cx="9180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6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B6646DE4-2FAA-D561-4D19-B252DDBD0A9D}"/>
                    </a:ext>
                  </a:extLst>
                </p14:cNvPr>
                <p14:cNvContentPartPr/>
                <p14:nvPr/>
              </p14:nvContentPartPr>
              <p14:xfrm>
                <a:off x="11365611" y="3621754"/>
                <a:ext cx="136800" cy="4356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B6646DE4-2FAA-D561-4D19-B252DDBD0A9D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11347971" y="3604114"/>
                  <a:ext cx="17244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8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0CD0E642-263A-4E60-15AF-BEDF33103361}"/>
                    </a:ext>
                  </a:extLst>
                </p14:cNvPr>
                <p14:cNvContentPartPr/>
                <p14:nvPr/>
              </p14:nvContentPartPr>
              <p14:xfrm>
                <a:off x="11395851" y="3731194"/>
                <a:ext cx="117000" cy="3420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0CD0E642-263A-4E60-15AF-BEDF33103361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11377851" y="3713554"/>
                  <a:ext cx="15264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0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4B602166-742F-6D7C-44EB-37D00BB30FB6}"/>
                    </a:ext>
                  </a:extLst>
                </p14:cNvPr>
                <p14:cNvContentPartPr/>
                <p14:nvPr/>
              </p14:nvContentPartPr>
              <p14:xfrm>
                <a:off x="11671611" y="3717154"/>
                <a:ext cx="232560" cy="4680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4B602166-742F-6D7C-44EB-37D00BB30FB6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11653971" y="3699514"/>
                  <a:ext cx="26820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2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5F7411F3-9A7A-C1EC-2260-DCFC8967AA9E}"/>
                    </a:ext>
                  </a:extLst>
                </p14:cNvPr>
                <p14:cNvContentPartPr/>
                <p14:nvPr/>
              </p14:nvContentPartPr>
              <p14:xfrm>
                <a:off x="11790411" y="3636514"/>
                <a:ext cx="121320" cy="14868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5F7411F3-9A7A-C1EC-2260-DCFC8967AA9E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11772411" y="3618874"/>
                  <a:ext cx="15696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4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46BA5B88-88C1-4D01-B32F-817543135ACC}"/>
                    </a:ext>
                  </a:extLst>
                </p14:cNvPr>
                <p14:cNvContentPartPr/>
                <p14:nvPr/>
              </p14:nvContentPartPr>
              <p14:xfrm>
                <a:off x="11996331" y="3651634"/>
                <a:ext cx="17280" cy="23436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46BA5B88-88C1-4D01-B32F-817543135ACC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11978331" y="3633994"/>
                  <a:ext cx="52920" cy="27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6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A2CA29C0-BF67-95D7-5EC5-AD71EDF2774D}"/>
                    </a:ext>
                  </a:extLst>
                </p14:cNvPr>
                <p14:cNvContentPartPr/>
                <p14:nvPr/>
              </p14:nvContentPartPr>
              <p14:xfrm>
                <a:off x="12063651" y="3630034"/>
                <a:ext cx="53280" cy="18828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A2CA29C0-BF67-95D7-5EC5-AD71EDF2774D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12045651" y="3612394"/>
                  <a:ext cx="8892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8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610FF5F3-F099-6D26-C567-1246EAFA1828}"/>
                    </a:ext>
                  </a:extLst>
                </p14:cNvPr>
                <p14:cNvContentPartPr/>
                <p14:nvPr/>
              </p14:nvContentPartPr>
              <p14:xfrm>
                <a:off x="11999571" y="3752794"/>
                <a:ext cx="55080" cy="4068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610FF5F3-F099-6D26-C567-1246EAFA1828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11981571" y="3735154"/>
                  <a:ext cx="9072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0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1C980B69-95BD-EBA7-6AB9-C0286D75E478}"/>
                    </a:ext>
                  </a:extLst>
                </p14:cNvPr>
                <p14:cNvContentPartPr/>
                <p14:nvPr/>
              </p14:nvContentPartPr>
              <p14:xfrm>
                <a:off x="12168771" y="3672514"/>
                <a:ext cx="32760" cy="14724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1C980B69-95BD-EBA7-6AB9-C0286D75E478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12151131" y="3654514"/>
                  <a:ext cx="6840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2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0A1FF6E4-62AF-183F-7F27-8E6DA8CC86B2}"/>
                    </a:ext>
                  </a:extLst>
                </p14:cNvPr>
                <p14:cNvContentPartPr/>
                <p14:nvPr/>
              </p14:nvContentPartPr>
              <p14:xfrm>
                <a:off x="12163731" y="3648034"/>
                <a:ext cx="77760" cy="9036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0A1FF6E4-62AF-183F-7F27-8E6DA8CC86B2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12146091" y="3630034"/>
                  <a:ext cx="1134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4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1323722D-4E63-1FB3-55CB-6BD0D1E93C9E}"/>
                    </a:ext>
                  </a:extLst>
                </p14:cNvPr>
                <p14:cNvContentPartPr/>
                <p14:nvPr/>
              </p14:nvContentPartPr>
              <p14:xfrm>
                <a:off x="12209451" y="3712114"/>
                <a:ext cx="38880" cy="1152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1323722D-4E63-1FB3-55CB-6BD0D1E93C9E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12191451" y="3694474"/>
                  <a:ext cx="74520" cy="471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99017017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459E3F-BAE8-E171-E0EB-42DE5666C5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 domain to frequency domain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AB13D4-0CF2-A82E-2204-C2D28DBE44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27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black and white diagram&#10;&#10;Description automatically generated">
            <a:extLst>
              <a:ext uri="{FF2B5EF4-FFF2-40B4-BE49-F238E27FC236}">
                <a16:creationId xmlns:a16="http://schemas.microsoft.com/office/drawing/2014/main" id="{8F975102-8B9C-6EC9-96E5-FAC6FCA238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054" y="1735537"/>
            <a:ext cx="5562600" cy="3581400"/>
          </a:xfrm>
          <a:prstGeom prst="rect">
            <a:avLst/>
          </a:prstGeom>
        </p:spPr>
      </p:pic>
      <p:pic>
        <p:nvPicPr>
          <p:cNvPr id="10" name="Picture 9" descr="A white lines on a black background&#10;&#10;Description automatically generated">
            <a:extLst>
              <a:ext uri="{FF2B5EF4-FFF2-40B4-BE49-F238E27FC236}">
                <a16:creationId xmlns:a16="http://schemas.microsoft.com/office/drawing/2014/main" id="{936BC3EB-CBDB-D10A-697F-FF6F4678B8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4634" y="1735537"/>
            <a:ext cx="5562600" cy="3581400"/>
          </a:xfrm>
          <a:prstGeom prst="rect">
            <a:avLst/>
          </a:prstGeo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C03718A2-B9D0-DF8A-C86A-7710917C7B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1097" y="887468"/>
            <a:ext cx="10515600" cy="1307189"/>
          </a:xfrm>
        </p:spPr>
        <p:txBody>
          <a:bodyPr>
            <a:normAutofit/>
          </a:bodyPr>
          <a:lstStyle/>
          <a:p>
            <a:r>
              <a:rPr lang="en-US" sz="2400" dirty="0"/>
              <a:t>The Fourier transform is an analysis process, decomposing a complex-valued function into its constituent frequencies and their amplitudes.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30E62CC-A858-1001-15ED-E4F46A1383C1}"/>
              </a:ext>
            </a:extLst>
          </p:cNvPr>
          <p:cNvGrpSpPr/>
          <p:nvPr/>
        </p:nvGrpSpPr>
        <p:grpSpPr>
          <a:xfrm>
            <a:off x="1302798" y="1426909"/>
            <a:ext cx="4511160" cy="5113800"/>
            <a:chOff x="1302798" y="1426909"/>
            <a:chExt cx="4511160" cy="5113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DBB55D74-B760-43D0-58EA-6701F88A452F}"/>
                    </a:ext>
                  </a:extLst>
                </p14:cNvPr>
                <p14:cNvContentPartPr/>
                <p14:nvPr/>
              </p14:nvContentPartPr>
              <p14:xfrm>
                <a:off x="3262998" y="1573789"/>
                <a:ext cx="137520" cy="46346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DBB55D74-B760-43D0-58EA-6701F88A452F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244998" y="1555789"/>
                  <a:ext cx="173160" cy="46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122FBD8E-372F-858C-F351-0B707E3CC657}"/>
                    </a:ext>
                  </a:extLst>
                </p14:cNvPr>
                <p14:cNvContentPartPr/>
                <p14:nvPr/>
              </p14:nvContentPartPr>
              <p14:xfrm>
                <a:off x="5638998" y="1426909"/>
                <a:ext cx="174960" cy="48639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122FBD8E-372F-858C-F351-0B707E3CC657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620998" y="1408909"/>
                  <a:ext cx="210600" cy="489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1B65C985-4122-326F-9D9A-E4073F23ED4A}"/>
                    </a:ext>
                  </a:extLst>
                </p14:cNvPr>
                <p14:cNvContentPartPr/>
                <p14:nvPr/>
              </p14:nvContentPartPr>
              <p14:xfrm>
                <a:off x="4409598" y="5470789"/>
                <a:ext cx="134640" cy="4021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1B65C985-4122-326F-9D9A-E4073F23ED4A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391598" y="5452789"/>
                  <a:ext cx="170280" cy="43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BF2D2667-08B5-3B3B-D03E-F2547D267C51}"/>
                    </a:ext>
                  </a:extLst>
                </p14:cNvPr>
                <p14:cNvContentPartPr/>
                <p14:nvPr/>
              </p14:nvContentPartPr>
              <p14:xfrm>
                <a:off x="4315998" y="5694709"/>
                <a:ext cx="159120" cy="734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BF2D2667-08B5-3B3B-D03E-F2547D267C5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298358" y="5676709"/>
                  <a:ext cx="19476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9FBA55E1-022A-1798-4A31-3F98BE57003C}"/>
                    </a:ext>
                  </a:extLst>
                </p14:cNvPr>
                <p14:cNvContentPartPr/>
                <p14:nvPr/>
              </p14:nvContentPartPr>
              <p14:xfrm>
                <a:off x="4695798" y="5670589"/>
                <a:ext cx="500760" cy="414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9FBA55E1-022A-1798-4A31-3F98BE57003C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677798" y="5652589"/>
                  <a:ext cx="53640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87220D89-AF10-BFCA-BA66-352D48D087BC}"/>
                    </a:ext>
                  </a:extLst>
                </p14:cNvPr>
                <p14:cNvContentPartPr/>
                <p14:nvPr/>
              </p14:nvContentPartPr>
              <p14:xfrm>
                <a:off x="5109078" y="5605069"/>
                <a:ext cx="119520" cy="1857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87220D89-AF10-BFCA-BA66-352D48D087BC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091438" y="5587069"/>
                  <a:ext cx="15516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AA174D57-CCF7-1D5C-C6B1-4E02DD790C41}"/>
                    </a:ext>
                  </a:extLst>
                </p14:cNvPr>
                <p14:cNvContentPartPr/>
                <p14:nvPr/>
              </p14:nvContentPartPr>
              <p14:xfrm>
                <a:off x="1363278" y="5645389"/>
                <a:ext cx="139680" cy="3945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AA174D57-CCF7-1D5C-C6B1-4E02DD790C41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345278" y="5627749"/>
                  <a:ext cx="175320" cy="43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162D67E0-C3D2-84FE-2A18-775C08BB3DF0}"/>
                    </a:ext>
                  </a:extLst>
                </p14:cNvPr>
                <p14:cNvContentPartPr/>
                <p14:nvPr/>
              </p14:nvContentPartPr>
              <p14:xfrm>
                <a:off x="1302798" y="5816389"/>
                <a:ext cx="167760" cy="986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162D67E0-C3D2-84FE-2A18-775C08BB3DF0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285158" y="5798389"/>
                  <a:ext cx="20340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3F3342E3-802E-EFA6-901A-27F3DC4D2D8C}"/>
                    </a:ext>
                  </a:extLst>
                </p14:cNvPr>
                <p14:cNvContentPartPr/>
                <p14:nvPr/>
              </p14:nvContentPartPr>
              <p14:xfrm>
                <a:off x="1339878" y="6379789"/>
                <a:ext cx="1529640" cy="486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3F3342E3-802E-EFA6-901A-27F3DC4D2D8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322238" y="6362149"/>
                  <a:ext cx="156528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9B83274A-42B6-DA8A-AF3C-A5F5E9862027}"/>
                    </a:ext>
                  </a:extLst>
                </p14:cNvPr>
                <p14:cNvContentPartPr/>
                <p14:nvPr/>
              </p14:nvContentPartPr>
              <p14:xfrm>
                <a:off x="2070678" y="5636029"/>
                <a:ext cx="104400" cy="8467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9B83274A-42B6-DA8A-AF3C-A5F5E9862027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052678" y="5618029"/>
                  <a:ext cx="140040" cy="88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2CB65413-4F33-8F39-75EE-2D9B0EDB4468}"/>
                    </a:ext>
                  </a:extLst>
                </p14:cNvPr>
                <p14:cNvContentPartPr/>
                <p14:nvPr/>
              </p14:nvContentPartPr>
              <p14:xfrm>
                <a:off x="3577638" y="6405709"/>
                <a:ext cx="1693440" cy="1350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2CB65413-4F33-8F39-75EE-2D9B0EDB4468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559998" y="6388069"/>
                  <a:ext cx="172908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603A8AF-63B4-94B2-3C60-F359B578E3A5}"/>
                    </a:ext>
                  </a:extLst>
                </p14:cNvPr>
                <p14:cNvContentPartPr/>
                <p14:nvPr/>
              </p14:nvContentPartPr>
              <p14:xfrm>
                <a:off x="3762678" y="5862109"/>
                <a:ext cx="1782000" cy="58932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603A8AF-63B4-94B2-3C60-F359B578E3A5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744678" y="5844109"/>
                  <a:ext cx="1817640" cy="624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D213C8AA-1DEC-0214-0FA7-9658B4209F1B}"/>
                  </a:ext>
                </a:extLst>
              </p14:cNvPr>
              <p14:cNvContentPartPr/>
              <p14:nvPr/>
            </p14:nvContentPartPr>
            <p14:xfrm>
              <a:off x="9178158" y="1595749"/>
              <a:ext cx="197640" cy="440316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D213C8AA-1DEC-0214-0FA7-9658B4209F1B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9160158" y="1578109"/>
                <a:ext cx="233280" cy="4438800"/>
              </a:xfrm>
              <a:prstGeom prst="rect">
                <a:avLst/>
              </a:prstGeom>
            </p:spPr>
          </p:pic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217181AF-4F3E-0DE3-9048-1365AF905C8D}"/>
              </a:ext>
            </a:extLst>
          </p:cNvPr>
          <p:cNvGrpSpPr/>
          <p:nvPr/>
        </p:nvGrpSpPr>
        <p:grpSpPr>
          <a:xfrm>
            <a:off x="11789238" y="1494949"/>
            <a:ext cx="98640" cy="4888080"/>
            <a:chOff x="11789238" y="1494949"/>
            <a:chExt cx="98640" cy="4888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52343CCB-D56E-9C79-A9EF-45C7E491C50C}"/>
                    </a:ext>
                  </a:extLst>
                </p14:cNvPr>
                <p14:cNvContentPartPr/>
                <p14:nvPr/>
              </p14:nvContentPartPr>
              <p14:xfrm>
                <a:off x="11868078" y="1508629"/>
                <a:ext cx="19800" cy="140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52343CCB-D56E-9C79-A9EF-45C7E491C50C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1850438" y="1490989"/>
                  <a:ext cx="5544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93563EF6-3445-3A74-BB26-53793F084189}"/>
                    </a:ext>
                  </a:extLst>
                </p14:cNvPr>
                <p14:cNvContentPartPr/>
                <p14:nvPr/>
              </p14:nvContentPartPr>
              <p14:xfrm>
                <a:off x="11789238" y="1494949"/>
                <a:ext cx="38880" cy="48880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93563EF6-3445-3A74-BB26-53793F084189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1771598" y="1476949"/>
                  <a:ext cx="74520" cy="4923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7F83C467-3B06-353A-5FD6-F556929C3F97}"/>
              </a:ext>
            </a:extLst>
          </p:cNvPr>
          <p:cNvGrpSpPr/>
          <p:nvPr/>
        </p:nvGrpSpPr>
        <p:grpSpPr>
          <a:xfrm>
            <a:off x="9564438" y="5393389"/>
            <a:ext cx="1780560" cy="669960"/>
            <a:chOff x="9564438" y="5393389"/>
            <a:chExt cx="1780560" cy="669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1B713F9E-5866-7264-7F19-60003C29464C}"/>
                    </a:ext>
                  </a:extLst>
                </p14:cNvPr>
                <p14:cNvContentPartPr/>
                <p14:nvPr/>
              </p14:nvContentPartPr>
              <p14:xfrm>
                <a:off x="9564438" y="5990629"/>
                <a:ext cx="245160" cy="417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1B713F9E-5866-7264-7F19-60003C29464C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9546798" y="5972629"/>
                  <a:ext cx="28080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DDDFDB5A-0F36-CF2D-C11B-DABB10CF6AFF}"/>
                    </a:ext>
                  </a:extLst>
                </p14:cNvPr>
                <p14:cNvContentPartPr/>
                <p14:nvPr/>
              </p14:nvContentPartPr>
              <p14:xfrm>
                <a:off x="9849918" y="5393389"/>
                <a:ext cx="483840" cy="6379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DDDFDB5A-0F36-CF2D-C11B-DABB10CF6AF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9832278" y="5375389"/>
                  <a:ext cx="519480" cy="67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5C893076-EA09-4045-4CFD-B9F66E62A9B1}"/>
                    </a:ext>
                  </a:extLst>
                </p14:cNvPr>
                <p14:cNvContentPartPr/>
                <p14:nvPr/>
              </p14:nvContentPartPr>
              <p14:xfrm>
                <a:off x="10336278" y="5994589"/>
                <a:ext cx="205920" cy="302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5C893076-EA09-4045-4CFD-B9F66E62A9B1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0318638" y="5976949"/>
                  <a:ext cx="24156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1F30F87D-35B7-B7D5-46C6-EFAFD744EDA3}"/>
                    </a:ext>
                  </a:extLst>
                </p14:cNvPr>
                <p14:cNvContentPartPr/>
                <p14:nvPr/>
              </p14:nvContentPartPr>
              <p14:xfrm>
                <a:off x="10389918" y="5948869"/>
                <a:ext cx="281520" cy="792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1F30F87D-35B7-B7D5-46C6-EFAFD744EDA3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0372278" y="5931229"/>
                  <a:ext cx="31716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E3384752-C989-1AB0-02B0-1ED9923D485B}"/>
                    </a:ext>
                  </a:extLst>
                </p14:cNvPr>
                <p14:cNvContentPartPr/>
                <p14:nvPr/>
              </p14:nvContentPartPr>
              <p14:xfrm>
                <a:off x="10707078" y="5424349"/>
                <a:ext cx="491040" cy="6210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E3384752-C989-1AB0-02B0-1ED9923D485B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0689078" y="5406709"/>
                  <a:ext cx="526680" cy="65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1DF353EF-BCC9-F71A-7AAC-C7A3827F8709}"/>
                    </a:ext>
                  </a:extLst>
                </p14:cNvPr>
                <p14:cNvContentPartPr/>
                <p14:nvPr/>
              </p14:nvContentPartPr>
              <p14:xfrm>
                <a:off x="11113158" y="5999989"/>
                <a:ext cx="231840" cy="633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1DF353EF-BCC9-F71A-7AAC-C7A3827F8709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1095158" y="5982349"/>
                  <a:ext cx="267480" cy="99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6AA3BFF6-FE90-F700-3E21-64F9B61919CC}"/>
              </a:ext>
            </a:extLst>
          </p:cNvPr>
          <p:cNvGrpSpPr/>
          <p:nvPr/>
        </p:nvGrpSpPr>
        <p:grpSpPr>
          <a:xfrm>
            <a:off x="10411518" y="6279349"/>
            <a:ext cx="686520" cy="237240"/>
            <a:chOff x="10411518" y="6279349"/>
            <a:chExt cx="686520" cy="237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F88282C9-0409-DA2F-C2EE-E46ED5FC58D4}"/>
                    </a:ext>
                  </a:extLst>
                </p14:cNvPr>
                <p14:cNvContentPartPr/>
                <p14:nvPr/>
              </p14:nvContentPartPr>
              <p14:xfrm>
                <a:off x="10446078" y="6279349"/>
                <a:ext cx="173880" cy="2372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F88282C9-0409-DA2F-C2EE-E46ED5FC58D4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0428438" y="6261709"/>
                  <a:ext cx="20952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CCBDB1EF-6743-EF5C-E1F3-4CCE7F6AC951}"/>
                    </a:ext>
                  </a:extLst>
                </p14:cNvPr>
                <p14:cNvContentPartPr/>
                <p14:nvPr/>
              </p14:nvContentPartPr>
              <p14:xfrm>
                <a:off x="10411518" y="6423349"/>
                <a:ext cx="77400" cy="356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CCBDB1EF-6743-EF5C-E1F3-4CCE7F6AC951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0393518" y="6405709"/>
                  <a:ext cx="113040" cy="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41D33A52-A2E7-FB28-CF8B-293FFFD1AB88}"/>
                    </a:ext>
                  </a:extLst>
                </p14:cNvPr>
                <p14:cNvContentPartPr/>
                <p14:nvPr/>
              </p14:nvContentPartPr>
              <p14:xfrm>
                <a:off x="10811478" y="6403549"/>
                <a:ext cx="235080" cy="144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41D33A52-A2E7-FB28-CF8B-293FFFD1AB88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0793478" y="6385909"/>
                  <a:ext cx="27072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CC58BE17-81DF-B45E-8A35-2FC28BC15976}"/>
                    </a:ext>
                  </a:extLst>
                </p14:cNvPr>
                <p14:cNvContentPartPr/>
                <p14:nvPr/>
              </p14:nvContentPartPr>
              <p14:xfrm>
                <a:off x="11006598" y="6345949"/>
                <a:ext cx="91440" cy="1267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CC58BE17-81DF-B45E-8A35-2FC28BC1597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0988598" y="6327949"/>
                  <a:ext cx="127080" cy="162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31A9B082-3E2F-99F4-6705-1FAA2E38EF41}"/>
              </a:ext>
            </a:extLst>
          </p:cNvPr>
          <p:cNvGrpSpPr/>
          <p:nvPr/>
        </p:nvGrpSpPr>
        <p:grpSpPr>
          <a:xfrm>
            <a:off x="7980438" y="3832789"/>
            <a:ext cx="618480" cy="660240"/>
            <a:chOff x="7980438" y="3832789"/>
            <a:chExt cx="618480" cy="660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10FA1ED6-8909-2885-EDBF-5E9D7C70F40C}"/>
                    </a:ext>
                  </a:extLst>
                </p14:cNvPr>
                <p14:cNvContentPartPr/>
                <p14:nvPr/>
              </p14:nvContentPartPr>
              <p14:xfrm>
                <a:off x="7980438" y="4004869"/>
                <a:ext cx="436680" cy="4881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10FA1ED6-8909-2885-EDBF-5E9D7C70F40C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962798" y="3986869"/>
                  <a:ext cx="472320" cy="52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F36F429C-9113-C7A1-2B15-C492B840E1A9}"/>
                    </a:ext>
                  </a:extLst>
                </p14:cNvPr>
                <p14:cNvContentPartPr/>
                <p14:nvPr/>
              </p14:nvContentPartPr>
              <p14:xfrm>
                <a:off x="8287878" y="3832789"/>
                <a:ext cx="311040" cy="3438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F36F429C-9113-C7A1-2B15-C492B840E1A9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8270238" y="3815149"/>
                  <a:ext cx="346680" cy="379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CC751C7C-6F36-9FFB-E722-B160AEF16193}"/>
              </a:ext>
            </a:extLst>
          </p:cNvPr>
          <p:cNvGrpSpPr/>
          <p:nvPr/>
        </p:nvGrpSpPr>
        <p:grpSpPr>
          <a:xfrm>
            <a:off x="6676518" y="5477629"/>
            <a:ext cx="1825560" cy="1335960"/>
            <a:chOff x="6676518" y="5477629"/>
            <a:chExt cx="1825560" cy="1335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691E7835-898D-1026-722D-1E48E3F78B8A}"/>
                    </a:ext>
                  </a:extLst>
                </p14:cNvPr>
                <p14:cNvContentPartPr/>
                <p14:nvPr/>
              </p14:nvContentPartPr>
              <p14:xfrm>
                <a:off x="6676518" y="6161629"/>
                <a:ext cx="1825560" cy="799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691E7835-898D-1026-722D-1E48E3F78B8A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658878" y="6143629"/>
                  <a:ext cx="186120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443CFCD6-6385-D02D-6413-9081165BADA3}"/>
                    </a:ext>
                  </a:extLst>
                </p14:cNvPr>
                <p14:cNvContentPartPr/>
                <p14:nvPr/>
              </p14:nvContentPartPr>
              <p14:xfrm>
                <a:off x="7543398" y="5477629"/>
                <a:ext cx="45360" cy="7822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443CFCD6-6385-D02D-6413-9081165BADA3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7525758" y="5459629"/>
                  <a:ext cx="81000" cy="81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D4746E83-20FF-FDE2-549F-5F3C53D8935F}"/>
                    </a:ext>
                  </a:extLst>
                </p14:cNvPr>
                <p14:cNvContentPartPr/>
                <p14:nvPr/>
              </p14:nvContentPartPr>
              <p14:xfrm>
                <a:off x="7715478" y="5812429"/>
                <a:ext cx="11520" cy="3708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D4746E83-20FF-FDE2-549F-5F3C53D8935F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7697478" y="5794789"/>
                  <a:ext cx="47160" cy="40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6C78A8FF-9764-9186-9490-B5F02F2060B5}"/>
                    </a:ext>
                  </a:extLst>
                </p14:cNvPr>
                <p14:cNvContentPartPr/>
                <p14:nvPr/>
              </p14:nvContentPartPr>
              <p14:xfrm>
                <a:off x="7401558" y="5829349"/>
                <a:ext cx="12960" cy="3816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6C78A8FF-9764-9186-9490-B5F02F2060B5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7383918" y="5811709"/>
                  <a:ext cx="48600" cy="41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089A575-A435-C84D-C573-49F4325DDDB5}"/>
                    </a:ext>
                  </a:extLst>
                </p14:cNvPr>
                <p14:cNvContentPartPr/>
                <p14:nvPr/>
              </p14:nvContentPartPr>
              <p14:xfrm>
                <a:off x="7222638" y="6033109"/>
                <a:ext cx="26280" cy="1933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089A575-A435-C84D-C573-49F4325DDDB5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7204998" y="6015469"/>
                  <a:ext cx="61920" cy="2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8DD716A7-CD7F-12D0-7667-09A5A35358B6}"/>
                    </a:ext>
                  </a:extLst>
                </p14:cNvPr>
                <p14:cNvContentPartPr/>
                <p14:nvPr/>
              </p14:nvContentPartPr>
              <p14:xfrm>
                <a:off x="7102038" y="6088549"/>
                <a:ext cx="13320" cy="1674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8DD716A7-CD7F-12D0-7667-09A5A35358B6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7084398" y="6070909"/>
                  <a:ext cx="4896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5454ABDB-C86D-92F0-B99F-21845CBCF64F}"/>
                    </a:ext>
                  </a:extLst>
                </p14:cNvPr>
                <p14:cNvContentPartPr/>
                <p14:nvPr/>
              </p14:nvContentPartPr>
              <p14:xfrm>
                <a:off x="7856958" y="6066589"/>
                <a:ext cx="27000" cy="61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5454ABDB-C86D-92F0-B99F-21845CBCF64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7839318" y="6048589"/>
                  <a:ext cx="6264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B65CEBAF-CA19-4F9C-8149-6F7D49FC8483}"/>
                    </a:ext>
                  </a:extLst>
                </p14:cNvPr>
                <p14:cNvContentPartPr/>
                <p14:nvPr/>
              </p14:nvContentPartPr>
              <p14:xfrm>
                <a:off x="7873158" y="6068389"/>
                <a:ext cx="14400" cy="15408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B65CEBAF-CA19-4F9C-8149-6F7D49FC8483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7855158" y="6050749"/>
                  <a:ext cx="5004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175F5CF7-03FC-8058-1A9E-8BAC7005CB77}"/>
                    </a:ext>
                  </a:extLst>
                </p14:cNvPr>
                <p14:cNvContentPartPr/>
                <p14:nvPr/>
              </p14:nvContentPartPr>
              <p14:xfrm>
                <a:off x="8051358" y="6104029"/>
                <a:ext cx="41760" cy="1155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175F5CF7-03FC-8058-1A9E-8BAC7005CB77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8033718" y="6086389"/>
                  <a:ext cx="7740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08091124-3434-F5DE-9EC7-86061CCAE992}"/>
                    </a:ext>
                  </a:extLst>
                </p14:cNvPr>
                <p14:cNvContentPartPr/>
                <p14:nvPr/>
              </p14:nvContentPartPr>
              <p14:xfrm>
                <a:off x="7573638" y="6389149"/>
                <a:ext cx="73440" cy="4244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08091124-3434-F5DE-9EC7-86061CCAE992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7555998" y="6371509"/>
                  <a:ext cx="10908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C339020D-4903-4C04-C561-455B8DA7701B}"/>
                    </a:ext>
                  </a:extLst>
                </p14:cNvPr>
                <p14:cNvContentPartPr/>
                <p14:nvPr/>
              </p14:nvContentPartPr>
              <p14:xfrm>
                <a:off x="7502358" y="6578509"/>
                <a:ext cx="212760" cy="5832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C339020D-4903-4C04-C561-455B8DA7701B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7484358" y="6560869"/>
                  <a:ext cx="24840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63121FE1-0E8F-2FD0-6F74-BFD8C686F6D8}"/>
                    </a:ext>
                  </a:extLst>
                </p14:cNvPr>
                <p14:cNvContentPartPr/>
                <p14:nvPr/>
              </p14:nvContentPartPr>
              <p14:xfrm>
                <a:off x="7806558" y="6603349"/>
                <a:ext cx="447840" cy="169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63121FE1-0E8F-2FD0-6F74-BFD8C686F6D8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788558" y="6585709"/>
                  <a:ext cx="48348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667ED9F-D21D-73B4-C263-9C1F076CB514}"/>
                    </a:ext>
                  </a:extLst>
                </p14:cNvPr>
                <p14:cNvContentPartPr/>
                <p14:nvPr/>
              </p14:nvContentPartPr>
              <p14:xfrm>
                <a:off x="8106078" y="6505069"/>
                <a:ext cx="131760" cy="1324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667ED9F-D21D-73B4-C263-9C1F076CB514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8088438" y="6487429"/>
                  <a:ext cx="167400" cy="1681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33563197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30651-2993-E266-5CA2-8D260CA11C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 domain to frequency domain</a:t>
            </a:r>
          </a:p>
        </p:txBody>
      </p:sp>
      <p:pic>
        <p:nvPicPr>
          <p:cNvPr id="6" name="Content Placeholder 5" descr="A graph of a wave&#10;&#10;Description automatically generated with medium confidence">
            <a:extLst>
              <a:ext uri="{FF2B5EF4-FFF2-40B4-BE49-F238E27FC236}">
                <a16:creationId xmlns:a16="http://schemas.microsoft.com/office/drawing/2014/main" id="{97A3522F-4B7C-842A-0901-A171E3316E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278" y="1253331"/>
            <a:ext cx="6567253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8AE041-9AE9-F740-9171-8D4388458A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28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4C384735-0504-95EA-897B-66FA651708D6}"/>
              </a:ext>
            </a:extLst>
          </p:cNvPr>
          <p:cNvGrpSpPr/>
          <p:nvPr/>
        </p:nvGrpSpPr>
        <p:grpSpPr>
          <a:xfrm>
            <a:off x="4036998" y="5722069"/>
            <a:ext cx="1155600" cy="510120"/>
            <a:chOff x="4036998" y="5722069"/>
            <a:chExt cx="1155600" cy="510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A7A36A7D-F9A7-E4D2-187A-4E90F325C7E1}"/>
                    </a:ext>
                  </a:extLst>
                </p14:cNvPr>
                <p14:cNvContentPartPr/>
                <p14:nvPr/>
              </p14:nvContentPartPr>
              <p14:xfrm>
                <a:off x="4173078" y="5722069"/>
                <a:ext cx="193680" cy="5101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A7A36A7D-F9A7-E4D2-187A-4E90F325C7E1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4155078" y="5704069"/>
                  <a:ext cx="229320" cy="54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BE49F1E1-426F-5504-EBA6-7A3EDF27A12C}"/>
                    </a:ext>
                  </a:extLst>
                </p14:cNvPr>
                <p14:cNvContentPartPr/>
                <p14:nvPr/>
              </p14:nvContentPartPr>
              <p14:xfrm>
                <a:off x="4036998" y="6005389"/>
                <a:ext cx="249480" cy="820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BE49F1E1-426F-5504-EBA6-7A3EDF27A12C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018998" y="5987389"/>
                  <a:ext cx="28512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47C981C2-7BCD-4E67-F30A-169261844420}"/>
                    </a:ext>
                  </a:extLst>
                </p14:cNvPr>
                <p14:cNvContentPartPr/>
                <p14:nvPr/>
              </p14:nvContentPartPr>
              <p14:xfrm>
                <a:off x="4561878" y="5956789"/>
                <a:ext cx="630720" cy="378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47C981C2-7BCD-4E67-F30A-169261844420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4543878" y="5938789"/>
                  <a:ext cx="66636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B1625A4A-6AAC-4DEA-66DC-D205957C5F1C}"/>
                    </a:ext>
                  </a:extLst>
                </p14:cNvPr>
                <p14:cNvContentPartPr/>
                <p14:nvPr/>
              </p14:nvContentPartPr>
              <p14:xfrm>
                <a:off x="5030238" y="5879749"/>
                <a:ext cx="162360" cy="2491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B1625A4A-6AAC-4DEA-66DC-D205957C5F1C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5012238" y="5861749"/>
                  <a:ext cx="198000" cy="284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E1D4213-67A9-F37E-9B42-59EF909D4165}"/>
              </a:ext>
            </a:extLst>
          </p:cNvPr>
          <p:cNvGrpSpPr/>
          <p:nvPr/>
        </p:nvGrpSpPr>
        <p:grpSpPr>
          <a:xfrm>
            <a:off x="8169078" y="1710589"/>
            <a:ext cx="3223440" cy="3295800"/>
            <a:chOff x="8169078" y="1710589"/>
            <a:chExt cx="3223440" cy="3295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A797470-0FB3-44D8-F0C1-4DBD13DEB91A}"/>
                    </a:ext>
                  </a:extLst>
                </p14:cNvPr>
                <p14:cNvContentPartPr/>
                <p14:nvPr/>
              </p14:nvContentPartPr>
              <p14:xfrm>
                <a:off x="8169078" y="1710589"/>
                <a:ext cx="205560" cy="24825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A797470-0FB3-44D8-F0C1-4DBD13DEB91A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8151438" y="1692949"/>
                  <a:ext cx="241200" cy="251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65B68101-0B7D-67D8-5F68-FCB809BBCEE7}"/>
                    </a:ext>
                  </a:extLst>
                </p14:cNvPr>
                <p14:cNvContentPartPr/>
                <p14:nvPr/>
              </p14:nvContentPartPr>
              <p14:xfrm>
                <a:off x="8386878" y="4143469"/>
                <a:ext cx="3005640" cy="1260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65B68101-0B7D-67D8-5F68-FCB809BBCEE7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8368878" y="4125469"/>
                  <a:ext cx="304128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784DE3CB-668F-7995-EECF-D5FE2C899875}"/>
                    </a:ext>
                  </a:extLst>
                </p14:cNvPr>
                <p14:cNvContentPartPr/>
                <p14:nvPr/>
              </p14:nvContentPartPr>
              <p14:xfrm>
                <a:off x="9632118" y="4529029"/>
                <a:ext cx="125640" cy="4773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784DE3CB-668F-7995-EECF-D5FE2C899875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9614478" y="4511389"/>
                  <a:ext cx="161280" cy="51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90101180-0D75-4FD9-31CC-B2C68E9D8C63}"/>
                    </a:ext>
                  </a:extLst>
                </p14:cNvPr>
                <p14:cNvContentPartPr/>
                <p14:nvPr/>
              </p14:nvContentPartPr>
              <p14:xfrm>
                <a:off x="9575598" y="4824229"/>
                <a:ext cx="209880" cy="1364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90101180-0D75-4FD9-31CC-B2C68E9D8C63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9557958" y="4806229"/>
                  <a:ext cx="24552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799F7975-B88A-4ED4-A3E7-35D7D1D9821B}"/>
                    </a:ext>
                  </a:extLst>
                </p14:cNvPr>
                <p14:cNvContentPartPr/>
                <p14:nvPr/>
              </p14:nvContentPartPr>
              <p14:xfrm>
                <a:off x="10052598" y="4804429"/>
                <a:ext cx="533520" cy="399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799F7975-B88A-4ED4-A3E7-35D7D1D9821B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0034958" y="4786429"/>
                  <a:ext cx="56916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FF715672-36C9-E3A3-A29C-4FBE1E7CB297}"/>
                    </a:ext>
                  </a:extLst>
                </p14:cNvPr>
                <p14:cNvContentPartPr/>
                <p14:nvPr/>
              </p14:nvContentPartPr>
              <p14:xfrm>
                <a:off x="10446438" y="4741069"/>
                <a:ext cx="171000" cy="2008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FF715672-36C9-E3A3-A29C-4FBE1E7CB297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0428438" y="4723069"/>
                  <a:ext cx="20664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876391CA-69EF-7AE3-A8FF-FC3123E0AE1C}"/>
                    </a:ext>
                  </a:extLst>
                </p14:cNvPr>
                <p14:cNvContentPartPr/>
                <p14:nvPr/>
              </p14:nvContentPartPr>
              <p14:xfrm>
                <a:off x="8227758" y="4187749"/>
                <a:ext cx="126720" cy="176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876391CA-69EF-7AE3-A8FF-FC3123E0AE1C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8209758" y="4170109"/>
                  <a:ext cx="162360" cy="53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8819355E-1850-F848-CE1D-BC3C49195969}"/>
              </a:ext>
            </a:extLst>
          </p:cNvPr>
          <p:cNvGrpSpPr/>
          <p:nvPr/>
        </p:nvGrpSpPr>
        <p:grpSpPr>
          <a:xfrm>
            <a:off x="8262318" y="4517869"/>
            <a:ext cx="511200" cy="343440"/>
            <a:chOff x="8262318" y="4517869"/>
            <a:chExt cx="511200" cy="343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A81AA6D9-7276-847D-E9C0-A0EC2CE95247}"/>
                    </a:ext>
                  </a:extLst>
                </p14:cNvPr>
                <p14:cNvContentPartPr/>
                <p14:nvPr/>
              </p14:nvContentPartPr>
              <p14:xfrm>
                <a:off x="8262318" y="4517869"/>
                <a:ext cx="48600" cy="343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A81AA6D9-7276-847D-E9C0-A0EC2CE95247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8244318" y="4500229"/>
                  <a:ext cx="84240" cy="37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BFB9AC8C-149D-FBAB-B2CA-5E44B9A3645C}"/>
                    </a:ext>
                  </a:extLst>
                </p14:cNvPr>
                <p14:cNvContentPartPr/>
                <p14:nvPr/>
              </p14:nvContentPartPr>
              <p14:xfrm>
                <a:off x="8421438" y="4593109"/>
                <a:ext cx="46800" cy="1767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BFB9AC8C-149D-FBAB-B2CA-5E44B9A3645C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8403798" y="4575109"/>
                  <a:ext cx="8244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F59430C5-94B0-A449-3A1A-A4C099C4C79C}"/>
                    </a:ext>
                  </a:extLst>
                </p14:cNvPr>
                <p14:cNvContentPartPr/>
                <p14:nvPr/>
              </p14:nvContentPartPr>
              <p14:xfrm>
                <a:off x="8509998" y="4598869"/>
                <a:ext cx="88560" cy="1713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F59430C5-94B0-A449-3A1A-A4C099C4C79C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8492358" y="4580869"/>
                  <a:ext cx="12420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B14955E0-9CA4-22F6-2BAE-8E38A64BD4CF}"/>
                    </a:ext>
                  </a:extLst>
                </p14:cNvPr>
                <p14:cNvContentPartPr/>
                <p14:nvPr/>
              </p14:nvContentPartPr>
              <p14:xfrm>
                <a:off x="8640678" y="4602469"/>
                <a:ext cx="132840" cy="1202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B14955E0-9CA4-22F6-2BAE-8E38A64BD4CF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8623038" y="4584469"/>
                  <a:ext cx="168480" cy="155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5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663C7F77-7BA0-B0C7-A140-2D531F28B246}"/>
                  </a:ext>
                </a:extLst>
              </p14:cNvPr>
              <p14:cNvContentPartPr/>
              <p14:nvPr/>
            </p14:nvContentPartPr>
            <p14:xfrm>
              <a:off x="8886558" y="3058789"/>
              <a:ext cx="45360" cy="112212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663C7F77-7BA0-B0C7-A140-2D531F28B246}"/>
                  </a:ext>
                </a:extLst>
              </p:cNvPr>
              <p:cNvPicPr/>
              <p:nvPr/>
            </p:nvPicPr>
            <p:blipFill>
              <a:blip r:embed="rId38"/>
              <a:stretch>
                <a:fillRect/>
              </a:stretch>
            </p:blipFill>
            <p:spPr>
              <a:xfrm>
                <a:off x="8868558" y="3040789"/>
                <a:ext cx="81000" cy="1157760"/>
              </a:xfrm>
              <a:prstGeom prst="rect">
                <a:avLst/>
              </a:prstGeom>
            </p:spPr>
          </p:pic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BBC6C45D-2729-5243-EC06-3E17937CE3DD}"/>
              </a:ext>
            </a:extLst>
          </p:cNvPr>
          <p:cNvGrpSpPr/>
          <p:nvPr/>
        </p:nvGrpSpPr>
        <p:grpSpPr>
          <a:xfrm>
            <a:off x="1661358" y="717709"/>
            <a:ext cx="5357520" cy="338400"/>
            <a:chOff x="1661358" y="717709"/>
            <a:chExt cx="5357520" cy="338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A7E66BBE-79E2-9889-5E7D-9130931C8BD7}"/>
                    </a:ext>
                  </a:extLst>
                </p14:cNvPr>
                <p14:cNvContentPartPr/>
                <p14:nvPr/>
              </p14:nvContentPartPr>
              <p14:xfrm>
                <a:off x="4381158" y="717709"/>
                <a:ext cx="50040" cy="2174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A7E66BBE-79E2-9889-5E7D-9130931C8BD7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4363158" y="699709"/>
                  <a:ext cx="8568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662E559E-DD27-01BD-E118-0D5A23A20AE3}"/>
                    </a:ext>
                  </a:extLst>
                </p14:cNvPr>
                <p14:cNvContentPartPr/>
                <p14:nvPr/>
              </p14:nvContentPartPr>
              <p14:xfrm>
                <a:off x="4586358" y="788989"/>
                <a:ext cx="136800" cy="2415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662E559E-DD27-01BD-E118-0D5A23A20AE3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4568718" y="771349"/>
                  <a:ext cx="172440" cy="27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D20E8CE2-2C61-CF11-52F4-19C191C6BA41}"/>
                    </a:ext>
                  </a:extLst>
                </p14:cNvPr>
                <p14:cNvContentPartPr/>
                <p14:nvPr/>
              </p14:nvContentPartPr>
              <p14:xfrm>
                <a:off x="4944198" y="859909"/>
                <a:ext cx="1864800" cy="831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D20E8CE2-2C61-CF11-52F4-19C191C6BA41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4926558" y="842269"/>
                  <a:ext cx="190044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9FE03B16-529F-BE54-8754-A9AF6992F657}"/>
                    </a:ext>
                  </a:extLst>
                </p14:cNvPr>
                <p14:cNvContentPartPr/>
                <p14:nvPr/>
              </p14:nvContentPartPr>
              <p14:xfrm>
                <a:off x="6855798" y="877549"/>
                <a:ext cx="163080" cy="1065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9FE03B16-529F-BE54-8754-A9AF6992F657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6837798" y="859549"/>
                  <a:ext cx="19872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913C676C-01B7-E544-DBAC-D35E39760089}"/>
                    </a:ext>
                  </a:extLst>
                </p14:cNvPr>
                <p14:cNvContentPartPr/>
                <p14:nvPr/>
              </p14:nvContentPartPr>
              <p14:xfrm>
                <a:off x="1724718" y="919669"/>
                <a:ext cx="2593080" cy="572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913C676C-01B7-E544-DBAC-D35E39760089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706718" y="901669"/>
                  <a:ext cx="262872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E1008CAD-DFF1-897F-442F-097BD4CD1983}"/>
                    </a:ext>
                  </a:extLst>
                </p14:cNvPr>
                <p14:cNvContentPartPr/>
                <p14:nvPr/>
              </p14:nvContentPartPr>
              <p14:xfrm>
                <a:off x="1661358" y="872149"/>
                <a:ext cx="203760" cy="1839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E1008CAD-DFF1-897F-442F-097BD4CD1983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643358" y="854509"/>
                  <a:ext cx="239400" cy="219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7B9C6DCF-3D55-D2ED-50CD-2A18A8636470}"/>
              </a:ext>
            </a:extLst>
          </p:cNvPr>
          <p:cNvGrpSpPr/>
          <p:nvPr/>
        </p:nvGrpSpPr>
        <p:grpSpPr>
          <a:xfrm>
            <a:off x="8938038" y="4388989"/>
            <a:ext cx="588960" cy="262800"/>
            <a:chOff x="8938038" y="4388989"/>
            <a:chExt cx="588960" cy="262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1892C724-8E01-C5FF-9CDE-76C6F00A2D1D}"/>
                    </a:ext>
                  </a:extLst>
                </p14:cNvPr>
                <p14:cNvContentPartPr/>
                <p14:nvPr/>
              </p14:nvContentPartPr>
              <p14:xfrm>
                <a:off x="8938038" y="4388989"/>
                <a:ext cx="120600" cy="2134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1892C724-8E01-C5FF-9CDE-76C6F00A2D1D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8920398" y="4370989"/>
                  <a:ext cx="15624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C041E577-6231-4D0E-C530-F850096B51AE}"/>
                    </a:ext>
                  </a:extLst>
                </p14:cNvPr>
                <p14:cNvContentPartPr/>
                <p14:nvPr/>
              </p14:nvContentPartPr>
              <p14:xfrm>
                <a:off x="9124158" y="4413829"/>
                <a:ext cx="100800" cy="2379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C041E577-6231-4D0E-C530-F850096B51AE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9106158" y="4395829"/>
                  <a:ext cx="136440" cy="2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51F165D5-346A-9D66-A3D8-A0063BB435A6}"/>
                    </a:ext>
                  </a:extLst>
                </p14:cNvPr>
                <p14:cNvContentPartPr/>
                <p14:nvPr/>
              </p14:nvContentPartPr>
              <p14:xfrm>
                <a:off x="9186438" y="4419949"/>
                <a:ext cx="176400" cy="1602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51F165D5-346A-9D66-A3D8-A0063BB435A6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9168798" y="4401949"/>
                  <a:ext cx="21204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4EEDC4DD-30ED-5FB7-4CDA-73ED72CA9556}"/>
                    </a:ext>
                  </a:extLst>
                </p14:cNvPr>
                <p14:cNvContentPartPr/>
                <p14:nvPr/>
              </p14:nvContentPartPr>
              <p14:xfrm>
                <a:off x="9375798" y="4426429"/>
                <a:ext cx="151200" cy="12348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4EEDC4DD-30ED-5FB7-4CDA-73ED72CA9556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9357798" y="4408429"/>
                  <a:ext cx="186840" cy="159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39E714CD-CC09-D367-E196-260DE50CC869}"/>
              </a:ext>
            </a:extLst>
          </p:cNvPr>
          <p:cNvGrpSpPr/>
          <p:nvPr/>
        </p:nvGrpSpPr>
        <p:grpSpPr>
          <a:xfrm>
            <a:off x="10519878" y="4005229"/>
            <a:ext cx="346320" cy="219600"/>
            <a:chOff x="10519878" y="4005229"/>
            <a:chExt cx="346320" cy="219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0AFB4B1F-E370-DE28-E396-FFF2E6D1FE6F}"/>
                    </a:ext>
                  </a:extLst>
                </p14:cNvPr>
                <p14:cNvContentPartPr/>
                <p14:nvPr/>
              </p14:nvContentPartPr>
              <p14:xfrm>
                <a:off x="10519878" y="4005229"/>
                <a:ext cx="67680" cy="1713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0AFB4B1F-E370-DE28-E396-FFF2E6D1FE6F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10502238" y="3987229"/>
                  <a:ext cx="10332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A16FDD0F-35A3-635B-6A07-5D7F483C153D}"/>
                    </a:ext>
                  </a:extLst>
                </p14:cNvPr>
                <p14:cNvContentPartPr/>
                <p14:nvPr/>
              </p14:nvContentPartPr>
              <p14:xfrm>
                <a:off x="10863318" y="4076149"/>
                <a:ext cx="2880" cy="14868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A16FDD0F-35A3-635B-6A07-5D7F483C153D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10845318" y="4058149"/>
                  <a:ext cx="38520" cy="184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C51F7165-98E3-B29F-DBD9-3A13347DA09C}"/>
              </a:ext>
            </a:extLst>
          </p:cNvPr>
          <p:cNvGrpSpPr/>
          <p:nvPr/>
        </p:nvGrpSpPr>
        <p:grpSpPr>
          <a:xfrm>
            <a:off x="9429438" y="3574669"/>
            <a:ext cx="772920" cy="993600"/>
            <a:chOff x="9429438" y="3574669"/>
            <a:chExt cx="772920" cy="993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F2ED3E9B-9A35-9F80-6797-44EE1407F0CE}"/>
                    </a:ext>
                  </a:extLst>
                </p14:cNvPr>
                <p14:cNvContentPartPr/>
                <p14:nvPr/>
              </p14:nvContentPartPr>
              <p14:xfrm>
                <a:off x="9429438" y="3574669"/>
                <a:ext cx="54000" cy="54648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F2ED3E9B-9A35-9F80-6797-44EE1407F0CE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9411798" y="3556669"/>
                  <a:ext cx="89640" cy="58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C0A1D9EB-3A37-2FFB-F4A9-44C8290F8467}"/>
                    </a:ext>
                  </a:extLst>
                </p14:cNvPr>
                <p14:cNvContentPartPr/>
                <p14:nvPr/>
              </p14:nvContentPartPr>
              <p14:xfrm>
                <a:off x="9976638" y="3893989"/>
                <a:ext cx="77040" cy="2199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C0A1D9EB-3A37-2FFB-F4A9-44C8290F8467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9958998" y="3876349"/>
                  <a:ext cx="11268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1ACECEE2-AC2D-4F34-96FF-FC2F32FF83EF}"/>
                    </a:ext>
                  </a:extLst>
                </p14:cNvPr>
                <p14:cNvContentPartPr/>
                <p14:nvPr/>
              </p14:nvContentPartPr>
              <p14:xfrm>
                <a:off x="9623838" y="4228069"/>
                <a:ext cx="100080" cy="655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1ACECEE2-AC2D-4F34-96FF-FC2F32FF83EF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9605838" y="4210069"/>
                  <a:ext cx="13572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A27E5AD3-E5ED-2C12-3A4E-EAAEE4EACEF2}"/>
                    </a:ext>
                  </a:extLst>
                </p14:cNvPr>
                <p14:cNvContentPartPr/>
                <p14:nvPr/>
              </p14:nvContentPartPr>
              <p14:xfrm>
                <a:off x="9651918" y="4270549"/>
                <a:ext cx="74880" cy="16740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A27E5AD3-E5ED-2C12-3A4E-EAAEE4EACEF2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9633918" y="4252549"/>
                  <a:ext cx="11052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A92E1522-440A-BE38-1D94-D0B1E3EFAF12}"/>
                    </a:ext>
                  </a:extLst>
                </p14:cNvPr>
                <p14:cNvContentPartPr/>
                <p14:nvPr/>
              </p14:nvContentPartPr>
              <p14:xfrm>
                <a:off x="9982038" y="4318429"/>
                <a:ext cx="156600" cy="24984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A92E1522-440A-BE38-1D94-D0B1E3EFAF12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9964398" y="4300429"/>
                  <a:ext cx="19224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6E8ACA16-23ED-2689-ED06-C4D5214EA898}"/>
                    </a:ext>
                  </a:extLst>
                </p14:cNvPr>
                <p14:cNvContentPartPr/>
                <p14:nvPr/>
              </p14:nvContentPartPr>
              <p14:xfrm>
                <a:off x="10060158" y="4420309"/>
                <a:ext cx="142200" cy="9252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6E8ACA16-23ED-2689-ED06-C4D5214EA898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10042518" y="4402309"/>
                  <a:ext cx="177840" cy="128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ACC76459-4417-894B-52B0-39C4B87126F0}"/>
              </a:ext>
            </a:extLst>
          </p:cNvPr>
          <p:cNvGrpSpPr/>
          <p:nvPr/>
        </p:nvGrpSpPr>
        <p:grpSpPr>
          <a:xfrm>
            <a:off x="10483158" y="4372429"/>
            <a:ext cx="521280" cy="232920"/>
            <a:chOff x="10483158" y="4372429"/>
            <a:chExt cx="521280" cy="232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684D52EE-2A4C-96FD-D310-C317501F7B5D}"/>
                    </a:ext>
                  </a:extLst>
                </p14:cNvPr>
                <p14:cNvContentPartPr/>
                <p14:nvPr/>
              </p14:nvContentPartPr>
              <p14:xfrm>
                <a:off x="10483158" y="4372429"/>
                <a:ext cx="115920" cy="20124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684D52EE-2A4C-96FD-D310-C317501F7B5D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10465518" y="4354429"/>
                  <a:ext cx="15156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7D315870-C7C2-1944-9F02-AEE742BBD64F}"/>
                    </a:ext>
                  </a:extLst>
                </p14:cNvPr>
                <p14:cNvContentPartPr/>
                <p14:nvPr/>
              </p14:nvContentPartPr>
              <p14:xfrm>
                <a:off x="10817238" y="4435789"/>
                <a:ext cx="37080" cy="1695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7D315870-C7C2-1944-9F02-AEE742BBD64F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10799598" y="4417789"/>
                  <a:ext cx="7272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79900B51-329E-3FA6-4315-DE948486A054}"/>
                    </a:ext>
                  </a:extLst>
                </p14:cNvPr>
                <p14:cNvContentPartPr/>
                <p14:nvPr/>
              </p14:nvContentPartPr>
              <p14:xfrm>
                <a:off x="10948638" y="4463869"/>
                <a:ext cx="55800" cy="13572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79900B51-329E-3FA6-4315-DE948486A054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10930998" y="4446229"/>
                  <a:ext cx="91440" cy="1713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6342027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55D5CE-AB0D-6DA9-72E7-C9110B10A6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makes a square wave</a:t>
            </a:r>
          </a:p>
        </p:txBody>
      </p:sp>
      <p:pic>
        <p:nvPicPr>
          <p:cNvPr id="6" name="Content Placeholder 5" descr="A graph of a wave&#10;&#10;Description automatically generated with medium confidence">
            <a:extLst>
              <a:ext uri="{FF2B5EF4-FFF2-40B4-BE49-F238E27FC236}">
                <a16:creationId xmlns:a16="http://schemas.microsoft.com/office/drawing/2014/main" id="{17209A54-0E9A-BC87-B323-4B752E20F9B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7810" y="879619"/>
            <a:ext cx="6933086" cy="5211079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76EE11-BDDB-79C4-1057-02D6C8C64C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29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8584AA4-31AE-A330-9EE5-12CBED8DA15E}"/>
              </a:ext>
            </a:extLst>
          </p:cNvPr>
          <p:cNvGrpSpPr/>
          <p:nvPr/>
        </p:nvGrpSpPr>
        <p:grpSpPr>
          <a:xfrm>
            <a:off x="5111958" y="3166069"/>
            <a:ext cx="836640" cy="452160"/>
            <a:chOff x="5111958" y="3166069"/>
            <a:chExt cx="836640" cy="452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A6955BA1-BA06-6C49-3CE8-47F0EC605B1B}"/>
                    </a:ext>
                  </a:extLst>
                </p14:cNvPr>
                <p14:cNvContentPartPr/>
                <p14:nvPr/>
              </p14:nvContentPartPr>
              <p14:xfrm>
                <a:off x="5150478" y="3166069"/>
                <a:ext cx="174960" cy="4521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A6955BA1-BA06-6C49-3CE8-47F0EC605B1B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132838" y="3148069"/>
                  <a:ext cx="210600" cy="48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79B77C4B-1E67-AD4D-C5C9-2EBE6D3B9ADA}"/>
                    </a:ext>
                  </a:extLst>
                </p14:cNvPr>
                <p14:cNvContentPartPr/>
                <p14:nvPr/>
              </p14:nvContentPartPr>
              <p14:xfrm>
                <a:off x="5111958" y="3357949"/>
                <a:ext cx="149760" cy="1184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79B77C4B-1E67-AD4D-C5C9-2EBE6D3B9ADA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094318" y="3340309"/>
                  <a:ext cx="18540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07233D3F-6018-E9EA-2B27-339C917B2F2C}"/>
                    </a:ext>
                  </a:extLst>
                </p14:cNvPr>
                <p14:cNvContentPartPr/>
                <p14:nvPr/>
              </p14:nvContentPartPr>
              <p14:xfrm>
                <a:off x="5548278" y="3341389"/>
                <a:ext cx="383040" cy="496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07233D3F-6018-E9EA-2B27-339C917B2F2C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5530638" y="3323389"/>
                  <a:ext cx="41868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E44C69A2-2209-4936-95CC-7F0438DFD8F1}"/>
                    </a:ext>
                  </a:extLst>
                </p14:cNvPr>
                <p14:cNvContentPartPr/>
                <p14:nvPr/>
              </p14:nvContentPartPr>
              <p14:xfrm>
                <a:off x="5838078" y="3248149"/>
                <a:ext cx="110520" cy="2257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E44C69A2-2209-4936-95CC-7F0438DFD8F1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5820438" y="3230509"/>
                  <a:ext cx="146160" cy="261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744B185-2B2B-CCCE-2DF8-F202ACE48A69}"/>
              </a:ext>
            </a:extLst>
          </p:cNvPr>
          <p:cNvGrpSpPr/>
          <p:nvPr/>
        </p:nvGrpSpPr>
        <p:grpSpPr>
          <a:xfrm>
            <a:off x="5380158" y="6277549"/>
            <a:ext cx="1177200" cy="430560"/>
            <a:chOff x="5380158" y="6277549"/>
            <a:chExt cx="1177200" cy="430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2B4F58AF-62FC-6D95-95A8-8ACB950F3806}"/>
                    </a:ext>
                  </a:extLst>
                </p14:cNvPr>
                <p14:cNvContentPartPr/>
                <p14:nvPr/>
              </p14:nvContentPartPr>
              <p14:xfrm>
                <a:off x="5509398" y="6277549"/>
                <a:ext cx="101160" cy="4305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2B4F58AF-62FC-6D95-95A8-8ACB950F3806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5491758" y="6259549"/>
                  <a:ext cx="136800" cy="46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377702A5-AE2B-6FB3-075F-3FA2F566876E}"/>
                    </a:ext>
                  </a:extLst>
                </p14:cNvPr>
                <p14:cNvContentPartPr/>
                <p14:nvPr/>
              </p14:nvContentPartPr>
              <p14:xfrm>
                <a:off x="5380158" y="6488149"/>
                <a:ext cx="209880" cy="842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377702A5-AE2B-6FB3-075F-3FA2F566876E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5362518" y="6470509"/>
                  <a:ext cx="24552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A115622E-F1CB-F6BB-ADFA-F51A5652F506}"/>
                    </a:ext>
                  </a:extLst>
                </p14:cNvPr>
                <p14:cNvContentPartPr/>
                <p14:nvPr/>
              </p14:nvContentPartPr>
              <p14:xfrm>
                <a:off x="5869758" y="6463669"/>
                <a:ext cx="656640" cy="1134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A115622E-F1CB-F6BB-ADFA-F51A5652F506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851758" y="6446029"/>
                  <a:ext cx="69228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8114D1F5-DEEE-CEB6-FBEA-97D816BFB190}"/>
                    </a:ext>
                  </a:extLst>
                </p14:cNvPr>
                <p14:cNvContentPartPr/>
                <p14:nvPr/>
              </p14:nvContentPartPr>
              <p14:xfrm>
                <a:off x="6402558" y="6424069"/>
                <a:ext cx="154800" cy="2491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8114D1F5-DEEE-CEB6-FBEA-97D816BFB190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384558" y="6406069"/>
                  <a:ext cx="190440" cy="2847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66152210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A4A47-9910-8427-C294-85EF231A99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Filters</a:t>
            </a:r>
          </a:p>
        </p:txBody>
      </p:sp>
      <p:pic>
        <p:nvPicPr>
          <p:cNvPr id="6" name="Content Placeholder 5" descr="A diagram of a circuit diagram&#10;&#10;Description automatically generated">
            <a:extLst>
              <a:ext uri="{FF2B5EF4-FFF2-40B4-BE49-F238E27FC236}">
                <a16:creationId xmlns:a16="http://schemas.microsoft.com/office/drawing/2014/main" id="{9C47325C-83D6-B21D-9617-BD59EF101DD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4913" y="1327868"/>
            <a:ext cx="8806051" cy="4839646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F2CE81-0CB1-A3BA-AAE4-F130651C57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30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F88C3830-553D-5775-4F8E-EA1C2A6A5E52}"/>
              </a:ext>
            </a:extLst>
          </p:cNvPr>
          <p:cNvGrpSpPr/>
          <p:nvPr/>
        </p:nvGrpSpPr>
        <p:grpSpPr>
          <a:xfrm>
            <a:off x="9042078" y="779989"/>
            <a:ext cx="445680" cy="1717560"/>
            <a:chOff x="9042078" y="779989"/>
            <a:chExt cx="445680" cy="1717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0A66D8BC-1C53-5580-6A34-6EB5DCEDACDC}"/>
                    </a:ext>
                  </a:extLst>
                </p14:cNvPr>
                <p14:cNvContentPartPr/>
                <p14:nvPr/>
              </p14:nvContentPartPr>
              <p14:xfrm>
                <a:off x="9391278" y="1136389"/>
                <a:ext cx="96480" cy="13611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0A66D8BC-1C53-5580-6A34-6EB5DCEDACDC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9373638" y="1118389"/>
                  <a:ext cx="132120" cy="139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5C0A01E7-82CA-4A0B-6C18-905D28E232FE}"/>
                    </a:ext>
                  </a:extLst>
                </p14:cNvPr>
                <p14:cNvContentPartPr/>
                <p14:nvPr/>
              </p14:nvContentPartPr>
              <p14:xfrm>
                <a:off x="9042078" y="1021549"/>
                <a:ext cx="42120" cy="14410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5C0A01E7-82CA-4A0B-6C18-905D28E232FE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9024438" y="1003549"/>
                  <a:ext cx="77760" cy="147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5056A34C-54C9-62DE-DCA0-CDCF48DA6B78}"/>
                    </a:ext>
                  </a:extLst>
                </p14:cNvPr>
                <p14:cNvContentPartPr/>
                <p14:nvPr/>
              </p14:nvContentPartPr>
              <p14:xfrm>
                <a:off x="9098238" y="853069"/>
                <a:ext cx="94680" cy="1890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5056A34C-54C9-62DE-DCA0-CDCF48DA6B78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9080238" y="835069"/>
                  <a:ext cx="13032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FF33F01-8172-A126-A9AB-C5647C7CE4F8}"/>
                    </a:ext>
                  </a:extLst>
                </p14:cNvPr>
                <p14:cNvContentPartPr/>
                <p14:nvPr/>
              </p14:nvContentPartPr>
              <p14:xfrm>
                <a:off x="9211998" y="779989"/>
                <a:ext cx="169560" cy="1900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FF33F01-8172-A126-A9AB-C5647C7CE4F8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9193998" y="761989"/>
                  <a:ext cx="205200" cy="225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87F0B4C-4224-E998-3B67-53E9E274CBEB}"/>
              </a:ext>
            </a:extLst>
          </p:cNvPr>
          <p:cNvGrpSpPr/>
          <p:nvPr/>
        </p:nvGrpSpPr>
        <p:grpSpPr>
          <a:xfrm>
            <a:off x="9556158" y="2426629"/>
            <a:ext cx="640080" cy="1137240"/>
            <a:chOff x="9556158" y="2426629"/>
            <a:chExt cx="640080" cy="1137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4DA18EAF-3C04-1894-6A4D-0EB91E38A214}"/>
                    </a:ext>
                  </a:extLst>
                </p14:cNvPr>
                <p14:cNvContentPartPr/>
                <p14:nvPr/>
              </p14:nvContentPartPr>
              <p14:xfrm>
                <a:off x="9556158" y="2545429"/>
                <a:ext cx="41400" cy="10184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4DA18EAF-3C04-1894-6A4D-0EB91E38A214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9538518" y="2527789"/>
                  <a:ext cx="77040" cy="10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8894F70E-A86C-0860-3877-FC509B91E22F}"/>
                    </a:ext>
                  </a:extLst>
                </p14:cNvPr>
                <p14:cNvContentPartPr/>
                <p14:nvPr/>
              </p14:nvContentPartPr>
              <p14:xfrm>
                <a:off x="10032798" y="2426629"/>
                <a:ext cx="49320" cy="11217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8894F70E-A86C-0860-3877-FC509B91E22F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0014798" y="2408629"/>
                  <a:ext cx="84960" cy="11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3B6B2CB4-4C8D-9AD4-C60C-E48968A558AC}"/>
                    </a:ext>
                  </a:extLst>
                </p14:cNvPr>
                <p14:cNvContentPartPr/>
                <p14:nvPr/>
              </p14:nvContentPartPr>
              <p14:xfrm>
                <a:off x="9700158" y="2588629"/>
                <a:ext cx="155520" cy="950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3B6B2CB4-4C8D-9AD4-C60C-E48968A558AC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9682518" y="2570629"/>
                  <a:ext cx="19116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86FA74F5-54F3-0591-A17E-0EB3A5798D9F}"/>
                    </a:ext>
                  </a:extLst>
                </p14:cNvPr>
                <p14:cNvContentPartPr/>
                <p14:nvPr/>
              </p14:nvContentPartPr>
              <p14:xfrm>
                <a:off x="9843798" y="2580349"/>
                <a:ext cx="33840" cy="730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86FA74F5-54F3-0591-A17E-0EB3A5798D9F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9826158" y="2562709"/>
                  <a:ext cx="6948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05DBD0F8-1E40-9339-B695-E9F47BB8B0A2}"/>
                    </a:ext>
                  </a:extLst>
                </p14:cNvPr>
                <p14:cNvContentPartPr/>
                <p14:nvPr/>
              </p14:nvContentPartPr>
              <p14:xfrm>
                <a:off x="9832278" y="2524549"/>
                <a:ext cx="11160" cy="136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05DBD0F8-1E40-9339-B695-E9F47BB8B0A2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9814278" y="2506909"/>
                  <a:ext cx="4680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4AF26831-A507-CB95-2650-9CDA0DA41874}"/>
                    </a:ext>
                  </a:extLst>
                </p14:cNvPr>
                <p14:cNvContentPartPr/>
                <p14:nvPr/>
              </p14:nvContentPartPr>
              <p14:xfrm>
                <a:off x="9911118" y="2518069"/>
                <a:ext cx="49680" cy="1342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4AF26831-A507-CB95-2650-9CDA0DA41874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9893478" y="2500069"/>
                  <a:ext cx="8532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47FD059A-6054-288B-75AB-277B426568D9}"/>
                    </a:ext>
                  </a:extLst>
                </p14:cNvPr>
                <p14:cNvContentPartPr/>
                <p14:nvPr/>
              </p14:nvContentPartPr>
              <p14:xfrm>
                <a:off x="9956118" y="2469109"/>
                <a:ext cx="107280" cy="1101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47FD059A-6054-288B-75AB-277B426568D9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9938118" y="2451469"/>
                  <a:ext cx="14292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7CC9425C-C761-00D3-24B6-6F86517CF3FC}"/>
                    </a:ext>
                  </a:extLst>
                </p14:cNvPr>
                <p14:cNvContentPartPr/>
                <p14:nvPr/>
              </p14:nvContentPartPr>
              <p14:xfrm>
                <a:off x="10098318" y="2433109"/>
                <a:ext cx="97920" cy="1465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7CC9425C-C761-00D3-24B6-6F86517CF3FC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0080678" y="2415109"/>
                  <a:ext cx="133560" cy="182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54AA5524-7C4B-AFA6-8E57-DADFEA0C0C32}"/>
                  </a:ext>
                </a:extLst>
              </p14:cNvPr>
              <p14:cNvContentPartPr/>
              <p14:nvPr/>
            </p14:nvContentPartPr>
            <p14:xfrm>
              <a:off x="9418998" y="3693829"/>
              <a:ext cx="64080" cy="108252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54AA5524-7C4B-AFA6-8E57-DADFEA0C0C32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9400998" y="3676189"/>
                <a:ext cx="99720" cy="1118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05959E2E-60EC-5150-14E7-AD91DBAE8652}"/>
                  </a:ext>
                </a:extLst>
              </p14:cNvPr>
              <p14:cNvContentPartPr/>
              <p14:nvPr/>
            </p14:nvContentPartPr>
            <p14:xfrm>
              <a:off x="9636798" y="3675109"/>
              <a:ext cx="59760" cy="109332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05959E2E-60EC-5150-14E7-AD91DBAE8652}"/>
                  </a:ext>
                </a:extLst>
              </p:cNvPr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9619158" y="3657469"/>
                <a:ext cx="95400" cy="112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1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EE09DA24-796B-1001-400F-5D32711ECFD7}"/>
                  </a:ext>
                </a:extLst>
              </p14:cNvPr>
              <p14:cNvContentPartPr/>
              <p14:nvPr/>
            </p14:nvContentPartPr>
            <p14:xfrm>
              <a:off x="9416478" y="5014669"/>
              <a:ext cx="28440" cy="83340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EE09DA24-796B-1001-400F-5D32711ECFD7}"/>
                  </a:ext>
                </a:extLst>
              </p:cNvPr>
              <p:cNvPicPr/>
              <p:nvPr/>
            </p:nvPicPr>
            <p:blipFill>
              <a:blip r:embed="rId32"/>
              <a:stretch>
                <a:fillRect/>
              </a:stretch>
            </p:blipFill>
            <p:spPr>
              <a:xfrm>
                <a:off x="9398838" y="4997029"/>
                <a:ext cx="64080" cy="86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3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94BC6116-11F0-17F5-D237-D3C8ECA9043F}"/>
                  </a:ext>
                </a:extLst>
              </p14:cNvPr>
              <p14:cNvContentPartPr/>
              <p14:nvPr/>
            </p14:nvContentPartPr>
            <p14:xfrm>
              <a:off x="9692598" y="5025469"/>
              <a:ext cx="37440" cy="89820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94BC6116-11F0-17F5-D237-D3C8ECA9043F}"/>
                  </a:ext>
                </a:extLst>
              </p:cNvPr>
              <p:cNvPicPr/>
              <p:nvPr/>
            </p:nvPicPr>
            <p:blipFill>
              <a:blip r:embed="rId34"/>
              <a:stretch>
                <a:fillRect/>
              </a:stretch>
            </p:blipFill>
            <p:spPr>
              <a:xfrm>
                <a:off x="9674958" y="5007829"/>
                <a:ext cx="73080" cy="933840"/>
              </a:xfrm>
              <a:prstGeom prst="rect">
                <a:avLst/>
              </a:prstGeom>
            </p:spPr>
          </p:pic>
        </mc:Fallback>
      </mc:AlternateContent>
      <p:grpSp>
        <p:nvGrpSpPr>
          <p:cNvPr id="65" name="Group 64">
            <a:extLst>
              <a:ext uri="{FF2B5EF4-FFF2-40B4-BE49-F238E27FC236}">
                <a16:creationId xmlns:a16="http://schemas.microsoft.com/office/drawing/2014/main" id="{B9EBA09C-789A-C44D-0791-D061B3BA12B6}"/>
              </a:ext>
            </a:extLst>
          </p:cNvPr>
          <p:cNvGrpSpPr/>
          <p:nvPr/>
        </p:nvGrpSpPr>
        <p:grpSpPr>
          <a:xfrm>
            <a:off x="1282998" y="4889389"/>
            <a:ext cx="3677040" cy="1077840"/>
            <a:chOff x="1282998" y="4889389"/>
            <a:chExt cx="3677040" cy="1077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83F1BBF6-CF1C-A6FE-B19B-08168D4BD10D}"/>
                    </a:ext>
                  </a:extLst>
                </p14:cNvPr>
                <p14:cNvContentPartPr/>
                <p14:nvPr/>
              </p14:nvContentPartPr>
              <p14:xfrm>
                <a:off x="1282998" y="4889389"/>
                <a:ext cx="958320" cy="9694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83F1BBF6-CF1C-A6FE-B19B-08168D4BD10D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1265358" y="4871749"/>
                  <a:ext cx="993960" cy="10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62263F4C-2B7C-F1B2-388D-C63B8209486A}"/>
                    </a:ext>
                  </a:extLst>
                </p14:cNvPr>
                <p14:cNvContentPartPr/>
                <p14:nvPr/>
              </p14:nvContentPartPr>
              <p14:xfrm>
                <a:off x="2285958" y="4909189"/>
                <a:ext cx="920160" cy="10054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62263F4C-2B7C-F1B2-388D-C63B8209486A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2267958" y="4891189"/>
                  <a:ext cx="955800" cy="10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5800C638-033C-EADB-A637-081430FBF710}"/>
                    </a:ext>
                  </a:extLst>
                </p14:cNvPr>
                <p14:cNvContentPartPr/>
                <p14:nvPr/>
              </p14:nvContentPartPr>
              <p14:xfrm>
                <a:off x="3502398" y="5185669"/>
                <a:ext cx="21240" cy="464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5800C638-033C-EADB-A637-081430FBF710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3484398" y="5167669"/>
                  <a:ext cx="5688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9EF5CC2C-C2BF-CDB6-B218-8EB48D7AAE8D}"/>
                    </a:ext>
                  </a:extLst>
                </p14:cNvPr>
                <p14:cNvContentPartPr/>
                <p14:nvPr/>
              </p14:nvContentPartPr>
              <p14:xfrm>
                <a:off x="3506718" y="5700829"/>
                <a:ext cx="32400" cy="4608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9EF5CC2C-C2BF-CDB6-B218-8EB48D7AAE8D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3488718" y="5682829"/>
                  <a:ext cx="6804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C3881953-40D5-7CF9-36B0-7C9457D6603F}"/>
                    </a:ext>
                  </a:extLst>
                </p14:cNvPr>
                <p14:cNvContentPartPr/>
                <p14:nvPr/>
              </p14:nvContentPartPr>
              <p14:xfrm>
                <a:off x="3560358" y="5229229"/>
                <a:ext cx="320400" cy="226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C3881953-40D5-7CF9-36B0-7C9457D6603F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3542358" y="5211589"/>
                  <a:ext cx="35604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49A2A39D-5643-C5A9-27E9-ED838E75BC14}"/>
                    </a:ext>
                  </a:extLst>
                </p14:cNvPr>
                <p14:cNvContentPartPr/>
                <p14:nvPr/>
              </p14:nvContentPartPr>
              <p14:xfrm>
                <a:off x="3549558" y="5717749"/>
                <a:ext cx="282240" cy="482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49A2A39D-5643-C5A9-27E9-ED838E75BC14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3531918" y="5699749"/>
                  <a:ext cx="31788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5A8E0AD2-4E06-A462-D2F5-DCC384AAD595}"/>
                    </a:ext>
                  </a:extLst>
                </p14:cNvPr>
                <p14:cNvContentPartPr/>
                <p14:nvPr/>
              </p14:nvContentPartPr>
              <p14:xfrm>
                <a:off x="3885078" y="4998829"/>
                <a:ext cx="99000" cy="9684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5A8E0AD2-4E06-A462-D2F5-DCC384AAD595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3867438" y="4980829"/>
                  <a:ext cx="134640" cy="10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35E35AAD-E462-F517-4465-5141C482ACA1}"/>
                    </a:ext>
                  </a:extLst>
                </p14:cNvPr>
                <p14:cNvContentPartPr/>
                <p14:nvPr/>
              </p14:nvContentPartPr>
              <p14:xfrm>
                <a:off x="3831438" y="5056789"/>
                <a:ext cx="750600" cy="615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35E35AAD-E462-F517-4465-5141C482ACA1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3813798" y="5038789"/>
                  <a:ext cx="78624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D6D0094F-2A61-FA9C-8E8F-CFFB06AE2D27}"/>
                    </a:ext>
                  </a:extLst>
                </p14:cNvPr>
                <p14:cNvContentPartPr/>
                <p14:nvPr/>
              </p14:nvContentPartPr>
              <p14:xfrm>
                <a:off x="4588518" y="5075869"/>
                <a:ext cx="55440" cy="7117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D6D0094F-2A61-FA9C-8E8F-CFFB06AE2D27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4570878" y="5057869"/>
                  <a:ext cx="91080" cy="74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629D7696-9AAC-2CBA-F3E3-37D4193636AD}"/>
                    </a:ext>
                  </a:extLst>
                </p14:cNvPr>
                <p14:cNvContentPartPr/>
                <p14:nvPr/>
              </p14:nvContentPartPr>
              <p14:xfrm>
                <a:off x="3859878" y="5810629"/>
                <a:ext cx="758520" cy="997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629D7696-9AAC-2CBA-F3E3-37D4193636AD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3842238" y="5792989"/>
                  <a:ext cx="79416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F5E81862-BBD8-2047-8EDB-4C8BD14D7B8A}"/>
                    </a:ext>
                  </a:extLst>
                </p14:cNvPr>
                <p14:cNvContentPartPr/>
                <p14:nvPr/>
              </p14:nvContentPartPr>
              <p14:xfrm>
                <a:off x="4636758" y="5281429"/>
                <a:ext cx="219240" cy="345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F5E81862-BBD8-2047-8EDB-4C8BD14D7B8A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4618758" y="5263789"/>
                  <a:ext cx="25488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A757D742-4B3C-A15F-9E2B-CFB32C1A3153}"/>
                    </a:ext>
                  </a:extLst>
                </p14:cNvPr>
                <p14:cNvContentPartPr/>
                <p14:nvPr/>
              </p14:nvContentPartPr>
              <p14:xfrm>
                <a:off x="4596078" y="5618749"/>
                <a:ext cx="363960" cy="752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A757D742-4B3C-A15F-9E2B-CFB32C1A3153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4578078" y="5600749"/>
                  <a:ext cx="39960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FBD5EFE7-A9AC-9874-C020-7505A12A1AEA}"/>
                    </a:ext>
                  </a:extLst>
                </p14:cNvPr>
                <p14:cNvContentPartPr/>
                <p14:nvPr/>
              </p14:nvContentPartPr>
              <p14:xfrm>
                <a:off x="4028358" y="5485909"/>
                <a:ext cx="196560" cy="1522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FBD5EFE7-A9AC-9874-C020-7505A12A1AEA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4010358" y="5468269"/>
                  <a:ext cx="23220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F0D38892-A56E-13E4-3EC1-606154DE1C3C}"/>
                    </a:ext>
                  </a:extLst>
                </p14:cNvPr>
                <p14:cNvContentPartPr/>
                <p14:nvPr/>
              </p14:nvContentPartPr>
              <p14:xfrm>
                <a:off x="4169838" y="5441629"/>
                <a:ext cx="85680" cy="8352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F0D38892-A56E-13E4-3EC1-606154DE1C3C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4151838" y="5423629"/>
                  <a:ext cx="12132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5DCA4091-576A-432D-ED8D-C9A43970E7D1}"/>
                    </a:ext>
                  </a:extLst>
                </p14:cNvPr>
                <p14:cNvContentPartPr/>
                <p14:nvPr/>
              </p14:nvContentPartPr>
              <p14:xfrm>
                <a:off x="4164438" y="5387269"/>
                <a:ext cx="45720" cy="8928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5DCA4091-576A-432D-ED8D-C9A43970E7D1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4146798" y="5369629"/>
                  <a:ext cx="8136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671A2B16-B78D-0AC6-E4A5-F66C5985207C}"/>
                    </a:ext>
                  </a:extLst>
                </p14:cNvPr>
                <p14:cNvContentPartPr/>
                <p14:nvPr/>
              </p14:nvContentPartPr>
              <p14:xfrm>
                <a:off x="4232118" y="5357029"/>
                <a:ext cx="87120" cy="853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671A2B16-B78D-0AC6-E4A5-F66C5985207C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4214118" y="5339389"/>
                  <a:ext cx="12276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5DB21337-5698-B7B2-C23F-A41A904ED7B9}"/>
                    </a:ext>
                  </a:extLst>
                </p14:cNvPr>
                <p14:cNvContentPartPr/>
                <p14:nvPr/>
              </p14:nvContentPartPr>
              <p14:xfrm>
                <a:off x="4216278" y="5268469"/>
                <a:ext cx="140040" cy="1116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5DB21337-5698-B7B2-C23F-A41A904ED7B9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4198638" y="5250469"/>
                  <a:ext cx="175680" cy="147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9ACCC9ED-50F7-6E61-C582-56D965B4F1D4}"/>
              </a:ext>
            </a:extLst>
          </p:cNvPr>
          <p:cNvGrpSpPr/>
          <p:nvPr/>
        </p:nvGrpSpPr>
        <p:grpSpPr>
          <a:xfrm>
            <a:off x="436278" y="5226709"/>
            <a:ext cx="555840" cy="281880"/>
            <a:chOff x="436278" y="5226709"/>
            <a:chExt cx="555840" cy="281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05D1BF26-87BD-2821-B1D9-EA1A63F6A2B8}"/>
                    </a:ext>
                  </a:extLst>
                </p14:cNvPr>
                <p14:cNvContentPartPr/>
                <p14:nvPr/>
              </p14:nvContentPartPr>
              <p14:xfrm>
                <a:off x="436278" y="5368909"/>
                <a:ext cx="500400" cy="11520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05D1BF26-87BD-2821-B1D9-EA1A63F6A2B8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418278" y="5351269"/>
                  <a:ext cx="53604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AE982172-37FE-C495-1988-B3AD94E615CC}"/>
                    </a:ext>
                  </a:extLst>
                </p14:cNvPr>
                <p14:cNvContentPartPr/>
                <p14:nvPr/>
              </p14:nvContentPartPr>
              <p14:xfrm>
                <a:off x="813558" y="5226709"/>
                <a:ext cx="178560" cy="28188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AE982172-37FE-C495-1988-B3AD94E615CC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795918" y="5208709"/>
                  <a:ext cx="214200" cy="317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13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BDA02649-2F03-475D-14E1-618E2733C7D0}"/>
                  </a:ext>
                </a:extLst>
              </p14:cNvPr>
              <p14:cNvContentPartPr/>
              <p14:nvPr/>
            </p14:nvContentPartPr>
            <p14:xfrm>
              <a:off x="1442118" y="4852669"/>
              <a:ext cx="242640" cy="13788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BDA02649-2F03-475D-14E1-618E2733C7D0}"/>
                  </a:ext>
                </a:extLst>
              </p:cNvPr>
              <p:cNvPicPr/>
              <p:nvPr/>
            </p:nvPicPr>
            <p:blipFill>
              <a:blip r:embed="rId114"/>
              <a:stretch>
                <a:fillRect/>
              </a:stretch>
            </p:blipFill>
            <p:spPr>
              <a:xfrm>
                <a:off x="1424118" y="4835029"/>
                <a:ext cx="278280" cy="17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5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D96C2C99-3891-D208-5E31-DDA98DFBF3DC}"/>
                  </a:ext>
                </a:extLst>
              </p14:cNvPr>
              <p14:cNvContentPartPr/>
              <p14:nvPr/>
            </p14:nvContentPartPr>
            <p14:xfrm>
              <a:off x="2089038" y="5733229"/>
              <a:ext cx="184680" cy="13716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D96C2C99-3891-D208-5E31-DDA98DFBF3DC}"/>
                  </a:ext>
                </a:extLst>
              </p:cNvPr>
              <p:cNvPicPr/>
              <p:nvPr/>
            </p:nvPicPr>
            <p:blipFill>
              <a:blip r:embed="rId116"/>
              <a:stretch>
                <a:fillRect/>
              </a:stretch>
            </p:blipFill>
            <p:spPr>
              <a:xfrm>
                <a:off x="2071038" y="5715229"/>
                <a:ext cx="220320" cy="17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7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FCF297E7-AD7D-F00C-37FA-68351D3BABB0}"/>
                  </a:ext>
                </a:extLst>
              </p14:cNvPr>
              <p14:cNvContentPartPr/>
              <p14:nvPr/>
            </p14:nvContentPartPr>
            <p14:xfrm>
              <a:off x="2683398" y="4896229"/>
              <a:ext cx="207360" cy="12852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FCF297E7-AD7D-F00C-37FA-68351D3BABB0}"/>
                  </a:ext>
                </a:extLst>
              </p:cNvPr>
              <p:cNvPicPr/>
              <p:nvPr/>
            </p:nvPicPr>
            <p:blipFill>
              <a:blip r:embed="rId118"/>
              <a:stretch>
                <a:fillRect/>
              </a:stretch>
            </p:blipFill>
            <p:spPr>
              <a:xfrm>
                <a:off x="2665758" y="4878589"/>
                <a:ext cx="243000" cy="164160"/>
              </a:xfrm>
              <a:prstGeom prst="rect">
                <a:avLst/>
              </a:prstGeom>
            </p:spPr>
          </p:pic>
        </mc:Fallback>
      </mc:AlternateContent>
      <p:grpSp>
        <p:nvGrpSpPr>
          <p:cNvPr id="74" name="Group 73">
            <a:extLst>
              <a:ext uri="{FF2B5EF4-FFF2-40B4-BE49-F238E27FC236}">
                <a16:creationId xmlns:a16="http://schemas.microsoft.com/office/drawing/2014/main" id="{0478C02C-29D1-99A5-0F44-3EF51BB1D5BB}"/>
              </a:ext>
            </a:extLst>
          </p:cNvPr>
          <p:cNvGrpSpPr/>
          <p:nvPr/>
        </p:nvGrpSpPr>
        <p:grpSpPr>
          <a:xfrm>
            <a:off x="4991718" y="4927549"/>
            <a:ext cx="980640" cy="1128960"/>
            <a:chOff x="4991718" y="4927549"/>
            <a:chExt cx="980640" cy="1128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B1F1459F-6770-F54C-6B46-6FDE0A243ABD}"/>
                    </a:ext>
                  </a:extLst>
                </p14:cNvPr>
                <p14:cNvContentPartPr/>
                <p14:nvPr/>
              </p14:nvContentPartPr>
              <p14:xfrm>
                <a:off x="4991718" y="4927549"/>
                <a:ext cx="980640" cy="112896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B1F1459F-6770-F54C-6B46-6FDE0A243ABD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4974078" y="4909909"/>
                  <a:ext cx="1016280" cy="116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76AB0A1A-127C-B5D8-060F-3A1958E12B34}"/>
                    </a:ext>
                  </a:extLst>
                </p14:cNvPr>
                <p14:cNvContentPartPr/>
                <p14:nvPr/>
              </p14:nvContentPartPr>
              <p14:xfrm>
                <a:off x="5959038" y="5071909"/>
                <a:ext cx="11160" cy="3888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76AB0A1A-127C-B5D8-060F-3A1958E12B34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5941398" y="5054269"/>
                  <a:ext cx="46800" cy="74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31D2B2F0-BE47-F281-FA05-DFFDFBBCD8A6}"/>
              </a:ext>
            </a:extLst>
          </p:cNvPr>
          <p:cNvGrpSpPr/>
          <p:nvPr/>
        </p:nvGrpSpPr>
        <p:grpSpPr>
          <a:xfrm>
            <a:off x="460851" y="254520"/>
            <a:ext cx="3471840" cy="2407320"/>
            <a:chOff x="460851" y="254520"/>
            <a:chExt cx="3471840" cy="2407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74DCA13E-FA9D-1D33-0E1F-CBC3B6EC713D}"/>
                    </a:ext>
                  </a:extLst>
                </p14:cNvPr>
                <p14:cNvContentPartPr/>
                <p14:nvPr/>
              </p14:nvContentPartPr>
              <p14:xfrm>
                <a:off x="460851" y="1894680"/>
                <a:ext cx="3471840" cy="16308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74DCA13E-FA9D-1D33-0E1F-CBC3B6EC713D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443211" y="1876680"/>
                  <a:ext cx="350748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1CB5383C-7A58-FD28-6469-735EE4FFF69A}"/>
                    </a:ext>
                  </a:extLst>
                </p14:cNvPr>
                <p14:cNvContentPartPr/>
                <p14:nvPr/>
              </p14:nvContentPartPr>
              <p14:xfrm>
                <a:off x="956931" y="2268360"/>
                <a:ext cx="198000" cy="25452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1CB5383C-7A58-FD28-6469-735EE4FFF69A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938931" y="2250720"/>
                  <a:ext cx="23364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6FAA64FB-9E89-51B4-0B40-917299856542}"/>
                    </a:ext>
                  </a:extLst>
                </p14:cNvPr>
                <p14:cNvContentPartPr/>
                <p14:nvPr/>
              </p14:nvContentPartPr>
              <p14:xfrm>
                <a:off x="1175091" y="2351880"/>
                <a:ext cx="139320" cy="16128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6FAA64FB-9E89-51B4-0B40-917299856542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1157091" y="2333880"/>
                  <a:ext cx="17496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6A239DBE-1BC2-67B4-FCF6-153E144C0759}"/>
                    </a:ext>
                  </a:extLst>
                </p14:cNvPr>
                <p14:cNvContentPartPr/>
                <p14:nvPr/>
              </p14:nvContentPartPr>
              <p14:xfrm>
                <a:off x="1404051" y="2297160"/>
                <a:ext cx="195840" cy="15120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6A239DBE-1BC2-67B4-FCF6-153E144C0759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1386411" y="2279520"/>
                  <a:ext cx="23148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B3DD7F5F-E589-52FF-A9A6-21FBC5AA318C}"/>
                    </a:ext>
                  </a:extLst>
                </p14:cNvPr>
                <p14:cNvContentPartPr/>
                <p14:nvPr/>
              </p14:nvContentPartPr>
              <p14:xfrm>
                <a:off x="2796891" y="2171160"/>
                <a:ext cx="119880" cy="28440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B3DD7F5F-E589-52FF-A9A6-21FBC5AA318C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2778891" y="2153160"/>
                  <a:ext cx="155520" cy="32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5018089A-CCA0-E5D6-8F95-358C693CFC15}"/>
                    </a:ext>
                  </a:extLst>
                </p14:cNvPr>
                <p14:cNvContentPartPr/>
                <p14:nvPr/>
              </p14:nvContentPartPr>
              <p14:xfrm>
                <a:off x="2989131" y="2160360"/>
                <a:ext cx="122760" cy="23256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5018089A-CCA0-E5D6-8F95-358C693CFC15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2971491" y="2142360"/>
                  <a:ext cx="15840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B5D27B6A-B889-8795-A89F-92C49A10AB19}"/>
                    </a:ext>
                  </a:extLst>
                </p14:cNvPr>
                <p14:cNvContentPartPr/>
                <p14:nvPr/>
              </p14:nvContentPartPr>
              <p14:xfrm>
                <a:off x="2935491" y="2253600"/>
                <a:ext cx="302400" cy="12132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B5D27B6A-B889-8795-A89F-92C49A10AB19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2917491" y="2235600"/>
                  <a:ext cx="33804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8AAE4407-A71F-C0A2-586D-42BB33E75661}"/>
                    </a:ext>
                  </a:extLst>
                </p14:cNvPr>
                <p14:cNvContentPartPr/>
                <p14:nvPr/>
              </p14:nvContentPartPr>
              <p14:xfrm>
                <a:off x="3196491" y="2177280"/>
                <a:ext cx="5040" cy="1368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8AAE4407-A71F-C0A2-586D-42BB33E75661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3178491" y="2159640"/>
                  <a:ext cx="4068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F15377CB-3EA9-7B8D-995D-C1A859353C3B}"/>
                    </a:ext>
                  </a:extLst>
                </p14:cNvPr>
                <p14:cNvContentPartPr/>
                <p14:nvPr/>
              </p14:nvContentPartPr>
              <p14:xfrm>
                <a:off x="3312051" y="2233800"/>
                <a:ext cx="99720" cy="21132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F15377CB-3EA9-7B8D-995D-C1A859353C3B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3294051" y="2215800"/>
                  <a:ext cx="135360" cy="24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BC3BE1AB-FD9C-F87D-138F-C42877D69D8B}"/>
                    </a:ext>
                  </a:extLst>
                </p14:cNvPr>
                <p14:cNvContentPartPr/>
                <p14:nvPr/>
              </p14:nvContentPartPr>
              <p14:xfrm>
                <a:off x="3496011" y="2181240"/>
                <a:ext cx="200160" cy="14796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BC3BE1AB-FD9C-F87D-138F-C42877D69D8B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3478371" y="2163240"/>
                  <a:ext cx="23580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2C09DC26-6257-C6A9-04F2-EFA2330D8E24}"/>
                    </a:ext>
                  </a:extLst>
                </p14:cNvPr>
                <p14:cNvContentPartPr/>
                <p14:nvPr/>
              </p14:nvContentPartPr>
              <p14:xfrm>
                <a:off x="913371" y="455400"/>
                <a:ext cx="75240" cy="161640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2C09DC26-6257-C6A9-04F2-EFA2330D8E24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895731" y="437760"/>
                  <a:ext cx="110880" cy="165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57BD7CAB-DB59-DB98-0134-9D89BECFD841}"/>
                    </a:ext>
                  </a:extLst>
                </p14:cNvPr>
                <p14:cNvContentPartPr/>
                <p14:nvPr/>
              </p14:nvContentPartPr>
              <p14:xfrm>
                <a:off x="762891" y="451800"/>
                <a:ext cx="308520" cy="24876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57BD7CAB-DB59-DB98-0134-9D89BECFD841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745251" y="434160"/>
                  <a:ext cx="34416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8726C515-7ACA-2843-B615-B53A80BB1FA6}"/>
                    </a:ext>
                  </a:extLst>
                </p14:cNvPr>
                <p14:cNvContentPartPr/>
                <p14:nvPr/>
              </p14:nvContentPartPr>
              <p14:xfrm>
                <a:off x="969891" y="254520"/>
                <a:ext cx="2774520" cy="174240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8726C515-7ACA-2843-B615-B53A80BB1FA6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951891" y="236880"/>
                  <a:ext cx="2810160" cy="177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80D86091-CD08-DC1B-3157-D74A1DF04DEF}"/>
                    </a:ext>
                  </a:extLst>
                </p14:cNvPr>
                <p14:cNvContentPartPr/>
                <p14:nvPr/>
              </p14:nvContentPartPr>
              <p14:xfrm>
                <a:off x="3676371" y="1875240"/>
                <a:ext cx="182520" cy="5112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80D86091-CD08-DC1B-3157-D74A1DF04DEF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3658371" y="1857240"/>
                  <a:ext cx="21816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1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06BECFF3-9921-E324-6A8C-C435FDABC32C}"/>
                    </a:ext>
                  </a:extLst>
                </p14:cNvPr>
                <p14:cNvContentPartPr/>
                <p14:nvPr/>
              </p14:nvContentPartPr>
              <p14:xfrm>
                <a:off x="776211" y="2026800"/>
                <a:ext cx="929880" cy="63504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06BECFF3-9921-E324-6A8C-C435FDABC32C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758211" y="2009160"/>
                  <a:ext cx="965520" cy="67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7B04B9E7-3FAF-16D3-C8DD-3E3456F25069}"/>
                    </a:ext>
                  </a:extLst>
                </p14:cNvPr>
                <p14:cNvContentPartPr/>
                <p14:nvPr/>
              </p14:nvContentPartPr>
              <p14:xfrm>
                <a:off x="2570811" y="1927440"/>
                <a:ext cx="1193040" cy="73260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7B04B9E7-3FAF-16D3-C8DD-3E3456F25069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2552811" y="1909440"/>
                  <a:ext cx="1228680" cy="768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E117007A-D1F5-6AE5-DA4B-95335EEE8F67}"/>
              </a:ext>
            </a:extLst>
          </p:cNvPr>
          <p:cNvGrpSpPr/>
          <p:nvPr/>
        </p:nvGrpSpPr>
        <p:grpSpPr>
          <a:xfrm>
            <a:off x="1063851" y="158760"/>
            <a:ext cx="2451240" cy="2027160"/>
            <a:chOff x="1063851" y="158760"/>
            <a:chExt cx="2451240" cy="2027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D6B39123-1489-88F8-2063-A34AE07E6E08}"/>
                    </a:ext>
                  </a:extLst>
                </p14:cNvPr>
                <p14:cNvContentPartPr/>
                <p14:nvPr/>
              </p14:nvContentPartPr>
              <p14:xfrm>
                <a:off x="1579011" y="158760"/>
                <a:ext cx="199080" cy="202716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D6B39123-1489-88F8-2063-A34AE07E6E08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1561371" y="141120"/>
                  <a:ext cx="234720" cy="20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425FCA01-18AC-1DE6-5C24-457B4A37EE80}"/>
                    </a:ext>
                  </a:extLst>
                </p14:cNvPr>
                <p14:cNvContentPartPr/>
                <p14:nvPr/>
              </p14:nvContentPartPr>
              <p14:xfrm>
                <a:off x="2649651" y="203040"/>
                <a:ext cx="197280" cy="181980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425FCA01-18AC-1DE6-5C24-457B4A37EE80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2632011" y="185040"/>
                  <a:ext cx="232920" cy="18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B15590C0-7C53-6AD0-68F8-6C36FF5260E3}"/>
                    </a:ext>
                  </a:extLst>
                </p14:cNvPr>
                <p14:cNvContentPartPr/>
                <p14:nvPr/>
              </p14:nvContentPartPr>
              <p14:xfrm>
                <a:off x="1063851" y="1235520"/>
                <a:ext cx="145080" cy="12816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B15590C0-7C53-6AD0-68F8-6C36FF5260E3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1045851" y="1217520"/>
                  <a:ext cx="18072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1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BEA56327-CAE9-AE50-59CE-8C6F446ADA25}"/>
                    </a:ext>
                  </a:extLst>
                </p14:cNvPr>
                <p14:cNvContentPartPr/>
                <p14:nvPr/>
              </p14:nvContentPartPr>
              <p14:xfrm>
                <a:off x="1186251" y="1163160"/>
                <a:ext cx="157320" cy="9432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BEA56327-CAE9-AE50-59CE-8C6F446ADA25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1168251" y="1145160"/>
                  <a:ext cx="19296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3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DE0A796C-D3B2-627B-8D6A-1DBB3B01E1E5}"/>
                    </a:ext>
                  </a:extLst>
                </p14:cNvPr>
                <p14:cNvContentPartPr/>
                <p14:nvPr/>
              </p14:nvContentPartPr>
              <p14:xfrm>
                <a:off x="1279131" y="965160"/>
                <a:ext cx="134640" cy="12744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DE0A796C-D3B2-627B-8D6A-1DBB3B01E1E5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1261131" y="947160"/>
                  <a:ext cx="17028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5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9F8C057A-0312-303E-952B-5422F66D91C8}"/>
                    </a:ext>
                  </a:extLst>
                </p14:cNvPr>
                <p14:cNvContentPartPr/>
                <p14:nvPr/>
              </p14:nvContentPartPr>
              <p14:xfrm>
                <a:off x="1310451" y="929520"/>
                <a:ext cx="79560" cy="11088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9F8C057A-0312-303E-952B-5422F66D91C8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1292811" y="911520"/>
                  <a:ext cx="11520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7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5715B661-35CD-B878-16E7-740AEB5E2DF8}"/>
                    </a:ext>
                  </a:extLst>
                </p14:cNvPr>
                <p14:cNvContentPartPr/>
                <p14:nvPr/>
              </p14:nvContentPartPr>
              <p14:xfrm>
                <a:off x="1932531" y="1237680"/>
                <a:ext cx="129960" cy="9252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5715B661-35CD-B878-16E7-740AEB5E2DF8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1914891" y="1220040"/>
                  <a:ext cx="16560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9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E68CD1AB-815D-0AD7-D379-D7BD981C29D9}"/>
                    </a:ext>
                  </a:extLst>
                </p14:cNvPr>
                <p14:cNvContentPartPr/>
                <p14:nvPr/>
              </p14:nvContentPartPr>
              <p14:xfrm>
                <a:off x="1929651" y="1149840"/>
                <a:ext cx="96840" cy="12996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E68CD1AB-815D-0AD7-D379-D7BD981C29D9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1911651" y="1131840"/>
                  <a:ext cx="13248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1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35FE39D0-2618-8B54-8245-E4901208530D}"/>
                    </a:ext>
                  </a:extLst>
                </p14:cNvPr>
                <p14:cNvContentPartPr/>
                <p14:nvPr/>
              </p14:nvContentPartPr>
              <p14:xfrm>
                <a:off x="2069331" y="1092960"/>
                <a:ext cx="129600" cy="10152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35FE39D0-2618-8B54-8245-E4901208530D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2051331" y="1075320"/>
                  <a:ext cx="16524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3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05A3EA3A-A1B5-9C41-DAB2-151676069477}"/>
                    </a:ext>
                  </a:extLst>
                </p14:cNvPr>
                <p14:cNvContentPartPr/>
                <p14:nvPr/>
              </p14:nvContentPartPr>
              <p14:xfrm>
                <a:off x="2149971" y="907200"/>
                <a:ext cx="118080" cy="13968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05A3EA3A-A1B5-9C41-DAB2-151676069477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2132331" y="889200"/>
                  <a:ext cx="15372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5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EA6741EF-F8D1-61AF-6096-2614831ABAD1}"/>
                    </a:ext>
                  </a:extLst>
                </p14:cNvPr>
                <p14:cNvContentPartPr/>
                <p14:nvPr/>
              </p14:nvContentPartPr>
              <p14:xfrm>
                <a:off x="2238171" y="825120"/>
                <a:ext cx="77040" cy="13500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EA6741EF-F8D1-61AF-6096-2614831ABAD1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2220531" y="807120"/>
                  <a:ext cx="11268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7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25D21245-E8BA-C880-8A37-CC1D95F8DCF2}"/>
                    </a:ext>
                  </a:extLst>
                </p14:cNvPr>
                <p14:cNvContentPartPr/>
                <p14:nvPr/>
              </p14:nvContentPartPr>
              <p14:xfrm>
                <a:off x="3052131" y="972720"/>
                <a:ext cx="141840" cy="16560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25D21245-E8BA-C880-8A37-CC1D95F8DCF2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3034131" y="955080"/>
                  <a:ext cx="17748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9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21916DCD-31DE-F8FE-A673-A6F0E808CA5B}"/>
                    </a:ext>
                  </a:extLst>
                </p14:cNvPr>
                <p14:cNvContentPartPr/>
                <p14:nvPr/>
              </p14:nvContentPartPr>
              <p14:xfrm>
                <a:off x="3202611" y="946800"/>
                <a:ext cx="189000" cy="10152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21916DCD-31DE-F8FE-A673-A6F0E808CA5B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3184611" y="928800"/>
                  <a:ext cx="22464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1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26C5AACF-5832-E7E9-24FD-C96A8CF3AFD9}"/>
                    </a:ext>
                  </a:extLst>
                </p14:cNvPr>
                <p14:cNvContentPartPr/>
                <p14:nvPr/>
              </p14:nvContentPartPr>
              <p14:xfrm>
                <a:off x="3369291" y="724680"/>
                <a:ext cx="144360" cy="16848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26C5AACF-5832-E7E9-24FD-C96A8CF3AFD9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3351651" y="707040"/>
                  <a:ext cx="18000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3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2C511325-0AD3-95A7-9332-BA7D97E6E1BE}"/>
                    </a:ext>
                  </a:extLst>
                </p14:cNvPr>
                <p14:cNvContentPartPr/>
                <p14:nvPr/>
              </p14:nvContentPartPr>
              <p14:xfrm>
                <a:off x="3390171" y="728640"/>
                <a:ext cx="124920" cy="10116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2C511325-0AD3-95A7-9332-BA7D97E6E1BE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3372171" y="710640"/>
                  <a:ext cx="160560" cy="136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058D7A81-EF81-5D3D-7328-6805925ED65B}"/>
              </a:ext>
            </a:extLst>
          </p:cNvPr>
          <p:cNvGrpSpPr/>
          <p:nvPr/>
        </p:nvGrpSpPr>
        <p:grpSpPr>
          <a:xfrm>
            <a:off x="5029611" y="252360"/>
            <a:ext cx="1009440" cy="371160"/>
            <a:chOff x="5029611" y="252360"/>
            <a:chExt cx="1009440" cy="371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5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E696DDAA-BC77-0C8F-911A-3E9F652CFC97}"/>
                    </a:ext>
                  </a:extLst>
                </p14:cNvPr>
                <p14:cNvContentPartPr/>
                <p14:nvPr/>
              </p14:nvContentPartPr>
              <p14:xfrm>
                <a:off x="5029611" y="333000"/>
                <a:ext cx="112680" cy="29052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E696DDAA-BC77-0C8F-911A-3E9F652CFC97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5011971" y="315360"/>
                  <a:ext cx="148320" cy="32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7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AF917E15-C919-9E28-4F55-8755D818A051}"/>
                    </a:ext>
                  </a:extLst>
                </p14:cNvPr>
                <p14:cNvContentPartPr/>
                <p14:nvPr/>
              </p14:nvContentPartPr>
              <p14:xfrm>
                <a:off x="5210331" y="447480"/>
                <a:ext cx="44280" cy="9720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AF917E15-C919-9E28-4F55-8755D818A051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5192331" y="429480"/>
                  <a:ext cx="7992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9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91C7AC01-5348-E166-1745-07C253EE0229}"/>
                    </a:ext>
                  </a:extLst>
                </p14:cNvPr>
                <p14:cNvContentPartPr/>
                <p14:nvPr/>
              </p14:nvContentPartPr>
              <p14:xfrm>
                <a:off x="5263971" y="320760"/>
                <a:ext cx="3960" cy="1692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91C7AC01-5348-E166-1745-07C253EE0229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5246331" y="303120"/>
                  <a:ext cx="3960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1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51818B9C-2D90-085E-D232-DDE6CAC5ECCF}"/>
                    </a:ext>
                  </a:extLst>
                </p14:cNvPr>
                <p14:cNvContentPartPr/>
                <p14:nvPr/>
              </p14:nvContentPartPr>
              <p14:xfrm>
                <a:off x="5369811" y="380160"/>
                <a:ext cx="122760" cy="19368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51818B9C-2D90-085E-D232-DDE6CAC5ECCF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5352171" y="362520"/>
                  <a:ext cx="15840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3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A60F7906-9EBE-C5C8-62DC-71E1F41B48D3}"/>
                    </a:ext>
                  </a:extLst>
                </p14:cNvPr>
                <p14:cNvContentPartPr/>
                <p14:nvPr/>
              </p14:nvContentPartPr>
              <p14:xfrm>
                <a:off x="5555211" y="389520"/>
                <a:ext cx="138240" cy="9576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A60F7906-9EBE-C5C8-62DC-71E1F41B48D3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5537571" y="371880"/>
                  <a:ext cx="17388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5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114C951F-59CE-E97A-2DCA-2E85CA8ECDD3}"/>
                    </a:ext>
                  </a:extLst>
                </p14:cNvPr>
                <p14:cNvContentPartPr/>
                <p14:nvPr/>
              </p14:nvContentPartPr>
              <p14:xfrm>
                <a:off x="5806491" y="379440"/>
                <a:ext cx="92520" cy="6192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114C951F-59CE-E97A-2DCA-2E85CA8ECDD3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5788851" y="361440"/>
                  <a:ext cx="12816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7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0FD4FC32-22A0-21AC-1331-E14AA4EDA4CC}"/>
                    </a:ext>
                  </a:extLst>
                </p14:cNvPr>
                <p14:cNvContentPartPr/>
                <p14:nvPr/>
              </p14:nvContentPartPr>
              <p14:xfrm>
                <a:off x="5908371" y="397080"/>
                <a:ext cx="16560" cy="6408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0FD4FC32-22A0-21AC-1331-E14AA4EDA4CC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5890731" y="379080"/>
                  <a:ext cx="5220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9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CFFA980E-9B51-F0AF-0A64-5A1169C8E3FF}"/>
                    </a:ext>
                  </a:extLst>
                </p14:cNvPr>
                <p14:cNvContentPartPr/>
                <p14:nvPr/>
              </p14:nvContentPartPr>
              <p14:xfrm>
                <a:off x="5999451" y="252360"/>
                <a:ext cx="39600" cy="25236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CFFA980E-9B51-F0AF-0A64-5A1169C8E3FF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5981811" y="234360"/>
                  <a:ext cx="75240" cy="288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01">
            <p14:nvContentPartPr>
              <p14:cNvPr id="123" name="Ink 122">
                <a:extLst>
                  <a:ext uri="{FF2B5EF4-FFF2-40B4-BE49-F238E27FC236}">
                    <a16:creationId xmlns:a16="http://schemas.microsoft.com/office/drawing/2014/main" id="{2F127D8E-4252-61F4-B6E9-BB9EC3FF7005}"/>
                  </a:ext>
                </a:extLst>
              </p14:cNvPr>
              <p14:cNvContentPartPr/>
              <p14:nvPr/>
            </p14:nvContentPartPr>
            <p14:xfrm>
              <a:off x="6533331" y="217440"/>
              <a:ext cx="66600" cy="273240"/>
            </p14:xfrm>
          </p:contentPart>
        </mc:Choice>
        <mc:Fallback>
          <p:pic>
            <p:nvPicPr>
              <p:cNvPr id="123" name="Ink 122">
                <a:extLst>
                  <a:ext uri="{FF2B5EF4-FFF2-40B4-BE49-F238E27FC236}">
                    <a16:creationId xmlns:a16="http://schemas.microsoft.com/office/drawing/2014/main" id="{2F127D8E-4252-61F4-B6E9-BB9EC3FF7005}"/>
                  </a:ext>
                </a:extLst>
              </p:cNvPr>
              <p:cNvPicPr/>
              <p:nvPr/>
            </p:nvPicPr>
            <p:blipFill>
              <a:blip r:embed="rId202"/>
              <a:stretch>
                <a:fillRect/>
              </a:stretch>
            </p:blipFill>
            <p:spPr>
              <a:xfrm>
                <a:off x="6515331" y="199440"/>
                <a:ext cx="102240" cy="308880"/>
              </a:xfrm>
              <a:prstGeom prst="rect">
                <a:avLst/>
              </a:prstGeom>
            </p:spPr>
          </p:pic>
        </mc:Fallback>
      </mc:AlternateContent>
      <p:grpSp>
        <p:nvGrpSpPr>
          <p:cNvPr id="133" name="Group 132">
            <a:extLst>
              <a:ext uri="{FF2B5EF4-FFF2-40B4-BE49-F238E27FC236}">
                <a16:creationId xmlns:a16="http://schemas.microsoft.com/office/drawing/2014/main" id="{1819849E-50CE-08FE-4DF2-8271E361C0FC}"/>
              </a:ext>
            </a:extLst>
          </p:cNvPr>
          <p:cNvGrpSpPr/>
          <p:nvPr/>
        </p:nvGrpSpPr>
        <p:grpSpPr>
          <a:xfrm>
            <a:off x="6766971" y="216000"/>
            <a:ext cx="561960" cy="192600"/>
            <a:chOff x="6766971" y="216000"/>
            <a:chExt cx="561960" cy="192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3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9573D114-62C6-3731-B9BE-AB7BF63F6DED}"/>
                    </a:ext>
                  </a:extLst>
                </p14:cNvPr>
                <p14:cNvContentPartPr/>
                <p14:nvPr/>
              </p14:nvContentPartPr>
              <p14:xfrm>
                <a:off x="6766971" y="330480"/>
                <a:ext cx="177840" cy="2592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9573D114-62C6-3731-B9BE-AB7BF63F6DED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6749331" y="312840"/>
                  <a:ext cx="21348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5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3EE90AE8-C9D3-16D3-6E69-495090C1C95F}"/>
                    </a:ext>
                  </a:extLst>
                </p14:cNvPr>
                <p14:cNvContentPartPr/>
                <p14:nvPr/>
              </p14:nvContentPartPr>
              <p14:xfrm>
                <a:off x="7047771" y="228600"/>
                <a:ext cx="48240" cy="18000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3EE90AE8-C9D3-16D3-6E69-495090C1C95F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7030131" y="210600"/>
                  <a:ext cx="8388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7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B94B1C03-B24B-211C-A58E-3F4B08D978FA}"/>
                    </a:ext>
                  </a:extLst>
                </p14:cNvPr>
                <p14:cNvContentPartPr/>
                <p14:nvPr/>
              </p14:nvContentPartPr>
              <p14:xfrm>
                <a:off x="7202931" y="216000"/>
                <a:ext cx="126000" cy="17280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B94B1C03-B24B-211C-A58E-3F4B08D978FA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7185291" y="198000"/>
                  <a:ext cx="161640" cy="208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808C7B91-3DB2-4FC6-4ECA-8DDD3C1875AE}"/>
              </a:ext>
            </a:extLst>
          </p:cNvPr>
          <p:cNvGrpSpPr/>
          <p:nvPr/>
        </p:nvGrpSpPr>
        <p:grpSpPr>
          <a:xfrm>
            <a:off x="7471131" y="124560"/>
            <a:ext cx="427680" cy="258120"/>
            <a:chOff x="7471131" y="124560"/>
            <a:chExt cx="427680" cy="258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9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32F93781-013B-E7C3-A14F-9F18E8549770}"/>
                    </a:ext>
                  </a:extLst>
                </p14:cNvPr>
                <p14:cNvContentPartPr/>
                <p14:nvPr/>
              </p14:nvContentPartPr>
              <p14:xfrm>
                <a:off x="7471131" y="185040"/>
                <a:ext cx="31320" cy="18252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32F93781-013B-E7C3-A14F-9F18E8549770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7453491" y="167400"/>
                  <a:ext cx="66960" cy="21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1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AFFA3C3A-0785-3DA7-7D83-6897F19BE467}"/>
                    </a:ext>
                  </a:extLst>
                </p14:cNvPr>
                <p14:cNvContentPartPr/>
                <p14:nvPr/>
              </p14:nvContentPartPr>
              <p14:xfrm>
                <a:off x="7614051" y="124560"/>
                <a:ext cx="39960" cy="24876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AFFA3C3A-0785-3DA7-7D83-6897F19BE467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7596411" y="106920"/>
                  <a:ext cx="7560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3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1059A8CB-5497-B5A2-C9A2-E6FF4C5042CA}"/>
                    </a:ext>
                  </a:extLst>
                </p14:cNvPr>
                <p14:cNvContentPartPr/>
                <p14:nvPr/>
              </p14:nvContentPartPr>
              <p14:xfrm>
                <a:off x="7515411" y="239400"/>
                <a:ext cx="135000" cy="5616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1059A8CB-5497-B5A2-C9A2-E6FF4C5042CA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7497411" y="221400"/>
                  <a:ext cx="17064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5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1C685176-1954-FD08-D69F-6A7E6BB87346}"/>
                    </a:ext>
                  </a:extLst>
                </p14:cNvPr>
                <p14:cNvContentPartPr/>
                <p14:nvPr/>
              </p14:nvContentPartPr>
              <p14:xfrm>
                <a:off x="7741491" y="217440"/>
                <a:ext cx="137160" cy="16524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1C685176-1954-FD08-D69F-6A7E6BB87346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7723491" y="199800"/>
                  <a:ext cx="17280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7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F7989003-251B-E72B-9974-4BB688667934}"/>
                    </a:ext>
                  </a:extLst>
                </p14:cNvPr>
                <p14:cNvContentPartPr/>
                <p14:nvPr/>
              </p14:nvContentPartPr>
              <p14:xfrm>
                <a:off x="7767411" y="277200"/>
                <a:ext cx="131400" cy="3096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F7989003-251B-E72B-9974-4BB688667934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7749411" y="259200"/>
                  <a:ext cx="167040" cy="66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7DBB30A9-DC54-5289-7F66-622E59CFA244}"/>
              </a:ext>
            </a:extLst>
          </p:cNvPr>
          <p:cNvGrpSpPr/>
          <p:nvPr/>
        </p:nvGrpSpPr>
        <p:grpSpPr>
          <a:xfrm>
            <a:off x="5194851" y="734400"/>
            <a:ext cx="1123560" cy="339480"/>
            <a:chOff x="5194851" y="734400"/>
            <a:chExt cx="1123560" cy="339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9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59FE3962-95FD-8360-5C74-15A7190774AD}"/>
                    </a:ext>
                  </a:extLst>
                </p14:cNvPr>
                <p14:cNvContentPartPr/>
                <p14:nvPr/>
              </p14:nvContentPartPr>
              <p14:xfrm>
                <a:off x="5194851" y="892080"/>
                <a:ext cx="161640" cy="18180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59FE3962-95FD-8360-5C74-15A7190774AD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5177211" y="874440"/>
                  <a:ext cx="19728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1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F5C04E65-F275-E87A-A4DB-42FBCAFD3A63}"/>
                    </a:ext>
                  </a:extLst>
                </p14:cNvPr>
                <p14:cNvContentPartPr/>
                <p14:nvPr/>
              </p14:nvContentPartPr>
              <p14:xfrm>
                <a:off x="5481411" y="922680"/>
                <a:ext cx="114840" cy="6156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F5C04E65-F275-E87A-A4DB-42FBCAFD3A63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5463771" y="905040"/>
                  <a:ext cx="15048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3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1C70A990-7B91-C0D0-0DA5-6E8933BA372B}"/>
                    </a:ext>
                  </a:extLst>
                </p14:cNvPr>
                <p14:cNvContentPartPr/>
                <p14:nvPr/>
              </p14:nvContentPartPr>
              <p14:xfrm>
                <a:off x="5704251" y="784800"/>
                <a:ext cx="81720" cy="19368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1C70A990-7B91-C0D0-0DA5-6E8933BA372B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5686251" y="766800"/>
                  <a:ext cx="11736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5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655C5154-073D-02FC-FF57-3964B7BD55DC}"/>
                    </a:ext>
                  </a:extLst>
                </p14:cNvPr>
                <p14:cNvContentPartPr/>
                <p14:nvPr/>
              </p14:nvContentPartPr>
              <p14:xfrm>
                <a:off x="5679411" y="891720"/>
                <a:ext cx="89280" cy="1584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655C5154-073D-02FC-FF57-3964B7BD55DC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5661411" y="874080"/>
                  <a:ext cx="12492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7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DEF0ACF2-1C49-20DF-E13E-06E1B0504DDF}"/>
                    </a:ext>
                  </a:extLst>
                </p14:cNvPr>
                <p14:cNvContentPartPr/>
                <p14:nvPr/>
              </p14:nvContentPartPr>
              <p14:xfrm>
                <a:off x="5848611" y="871200"/>
                <a:ext cx="43920" cy="12780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DEF0ACF2-1C49-20DF-E13E-06E1B0504DDF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5830971" y="853200"/>
                  <a:ext cx="7956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9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AF68D553-AB1D-0598-9C72-315383FFE94C}"/>
                    </a:ext>
                  </a:extLst>
                </p14:cNvPr>
                <p14:cNvContentPartPr/>
                <p14:nvPr/>
              </p14:nvContentPartPr>
              <p14:xfrm>
                <a:off x="5847171" y="834120"/>
                <a:ext cx="90360" cy="10584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AF68D553-AB1D-0598-9C72-315383FFE94C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5829531" y="816480"/>
                  <a:ext cx="12600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1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E6349E85-338D-2889-E13C-F35CE457153B}"/>
                    </a:ext>
                  </a:extLst>
                </p14:cNvPr>
                <p14:cNvContentPartPr/>
                <p14:nvPr/>
              </p14:nvContentPartPr>
              <p14:xfrm>
                <a:off x="5999451" y="798120"/>
                <a:ext cx="95400" cy="12132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E6349E85-338D-2889-E13C-F35CE457153B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5981811" y="780480"/>
                  <a:ext cx="13104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3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384855E6-DDDF-EC5F-BA01-56AB9FF549A3}"/>
                    </a:ext>
                  </a:extLst>
                </p14:cNvPr>
                <p14:cNvContentPartPr/>
                <p14:nvPr/>
              </p14:nvContentPartPr>
              <p14:xfrm>
                <a:off x="6088011" y="829440"/>
                <a:ext cx="66240" cy="9900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384855E6-DDDF-EC5F-BA01-56AB9FF549A3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6070371" y="811800"/>
                  <a:ext cx="10188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5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FA128158-E808-BA60-709D-861CFD654AC3}"/>
                    </a:ext>
                  </a:extLst>
                </p14:cNvPr>
                <p14:cNvContentPartPr/>
                <p14:nvPr/>
              </p14:nvContentPartPr>
              <p14:xfrm>
                <a:off x="6251091" y="734400"/>
                <a:ext cx="47160" cy="15984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FA128158-E808-BA60-709D-861CFD654AC3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6233451" y="716760"/>
                  <a:ext cx="8280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7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84A6BD6B-6568-4148-BB6D-BA0DBA0949B3}"/>
                    </a:ext>
                  </a:extLst>
                </p14:cNvPr>
                <p14:cNvContentPartPr/>
                <p14:nvPr/>
              </p14:nvContentPartPr>
              <p14:xfrm>
                <a:off x="6235611" y="795600"/>
                <a:ext cx="82800" cy="3744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84A6BD6B-6568-4148-BB6D-BA0DBA0949B3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6217971" y="777960"/>
                  <a:ext cx="118440" cy="73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39">
            <p14:nvContentPartPr>
              <p14:cNvPr id="144" name="Ink 143">
                <a:extLst>
                  <a:ext uri="{FF2B5EF4-FFF2-40B4-BE49-F238E27FC236}">
                    <a16:creationId xmlns:a16="http://schemas.microsoft.com/office/drawing/2014/main" id="{443AD68A-976F-CC50-C855-308F5377E051}"/>
                  </a:ext>
                </a:extLst>
              </p14:cNvPr>
              <p14:cNvContentPartPr/>
              <p14:nvPr/>
            </p14:nvContentPartPr>
            <p14:xfrm>
              <a:off x="6813051" y="675360"/>
              <a:ext cx="59760" cy="241560"/>
            </p14:xfrm>
          </p:contentPart>
        </mc:Choice>
        <mc:Fallback>
          <p:pic>
            <p:nvPicPr>
              <p:cNvPr id="144" name="Ink 143">
                <a:extLst>
                  <a:ext uri="{FF2B5EF4-FFF2-40B4-BE49-F238E27FC236}">
                    <a16:creationId xmlns:a16="http://schemas.microsoft.com/office/drawing/2014/main" id="{443AD68A-976F-CC50-C855-308F5377E051}"/>
                  </a:ext>
                </a:extLst>
              </p:cNvPr>
              <p:cNvPicPr/>
              <p:nvPr/>
            </p:nvPicPr>
            <p:blipFill>
              <a:blip r:embed="rId240"/>
              <a:stretch>
                <a:fillRect/>
              </a:stretch>
            </p:blipFill>
            <p:spPr>
              <a:xfrm>
                <a:off x="6795411" y="657360"/>
                <a:ext cx="95400" cy="277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54" name="Group 153">
            <a:extLst>
              <a:ext uri="{FF2B5EF4-FFF2-40B4-BE49-F238E27FC236}">
                <a16:creationId xmlns:a16="http://schemas.microsoft.com/office/drawing/2014/main" id="{DE321E84-9E2E-3219-8115-4FAC734B0CBA}"/>
              </a:ext>
            </a:extLst>
          </p:cNvPr>
          <p:cNvGrpSpPr/>
          <p:nvPr/>
        </p:nvGrpSpPr>
        <p:grpSpPr>
          <a:xfrm>
            <a:off x="7026171" y="582840"/>
            <a:ext cx="995760" cy="235080"/>
            <a:chOff x="7026171" y="582840"/>
            <a:chExt cx="995760" cy="235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1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62074377-28D2-0F0C-DAFC-3A29B8EAB73A}"/>
                    </a:ext>
                  </a:extLst>
                </p14:cNvPr>
                <p14:cNvContentPartPr/>
                <p14:nvPr/>
              </p14:nvContentPartPr>
              <p14:xfrm>
                <a:off x="7026171" y="789120"/>
                <a:ext cx="179640" cy="2880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62074377-28D2-0F0C-DAFC-3A29B8EAB73A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7008531" y="771120"/>
                  <a:ext cx="21528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3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32AFC002-60A8-B0C3-8855-2D4510B2513B}"/>
                    </a:ext>
                  </a:extLst>
                </p14:cNvPr>
                <p14:cNvContentPartPr/>
                <p14:nvPr/>
              </p14:nvContentPartPr>
              <p14:xfrm>
                <a:off x="7336851" y="632520"/>
                <a:ext cx="163080" cy="4752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32AFC002-60A8-B0C3-8855-2D4510B2513B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7319211" y="614520"/>
                  <a:ext cx="19872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5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3385EF1E-825F-BF53-BD9B-F78A48FCFF6E}"/>
                    </a:ext>
                  </a:extLst>
                </p14:cNvPr>
                <p14:cNvContentPartPr/>
                <p14:nvPr/>
              </p14:nvContentPartPr>
              <p14:xfrm>
                <a:off x="7517571" y="617040"/>
                <a:ext cx="360" cy="36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3385EF1E-825F-BF53-BD9B-F78A48FCFF6E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7499931" y="59904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C0338082-C025-80F7-AE51-7057E0ACA59B}"/>
                    </a:ext>
                  </a:extLst>
                </p14:cNvPr>
                <p14:cNvContentPartPr/>
                <p14:nvPr/>
              </p14:nvContentPartPr>
              <p14:xfrm>
                <a:off x="7384011" y="674640"/>
                <a:ext cx="99720" cy="13464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C0338082-C025-80F7-AE51-7057E0ACA59B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7366011" y="657000"/>
                  <a:ext cx="13536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5D70C55A-E98A-B105-3D75-0631AE6B1FC8}"/>
                    </a:ext>
                  </a:extLst>
                </p14:cNvPr>
                <p14:cNvContentPartPr/>
                <p14:nvPr/>
              </p14:nvContentPartPr>
              <p14:xfrm>
                <a:off x="7616211" y="612360"/>
                <a:ext cx="27720" cy="15876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5D70C55A-E98A-B105-3D75-0631AE6B1FC8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7598571" y="594360"/>
                  <a:ext cx="6336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B5EDFD8D-D9F4-2A94-4F76-A54A2D8390C7}"/>
                    </a:ext>
                  </a:extLst>
                </p14:cNvPr>
                <p14:cNvContentPartPr/>
                <p14:nvPr/>
              </p14:nvContentPartPr>
              <p14:xfrm>
                <a:off x="7690731" y="582840"/>
                <a:ext cx="73080" cy="16200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B5EDFD8D-D9F4-2A94-4F76-A54A2D8390C7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7672731" y="564840"/>
                  <a:ext cx="10872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C852F2D8-0833-C6F7-1FD8-C9D52B4F2410}"/>
                    </a:ext>
                  </a:extLst>
                </p14:cNvPr>
                <p14:cNvContentPartPr/>
                <p14:nvPr/>
              </p14:nvContentPartPr>
              <p14:xfrm>
                <a:off x="7621611" y="671040"/>
                <a:ext cx="114480" cy="3384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C852F2D8-0833-C6F7-1FD8-C9D52B4F2410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7603611" y="653400"/>
                  <a:ext cx="15012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2A742117-ADEB-0E24-4214-64EEC24B820D}"/>
                    </a:ext>
                  </a:extLst>
                </p14:cNvPr>
                <p14:cNvContentPartPr/>
                <p14:nvPr/>
              </p14:nvContentPartPr>
              <p14:xfrm>
                <a:off x="7841211" y="642600"/>
                <a:ext cx="111600" cy="17316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2A742117-ADEB-0E24-4214-64EEC24B820D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7823571" y="624600"/>
                  <a:ext cx="14724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DA06A2F0-A98E-59A7-F5D0-E17E906F3E8F}"/>
                    </a:ext>
                  </a:extLst>
                </p14:cNvPr>
                <p14:cNvContentPartPr/>
                <p14:nvPr/>
              </p14:nvContentPartPr>
              <p14:xfrm>
                <a:off x="7849131" y="688680"/>
                <a:ext cx="172800" cy="4068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DA06A2F0-A98E-59A7-F5D0-E17E906F3E8F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7831491" y="671040"/>
                  <a:ext cx="208440" cy="76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6CFA7DA4-2217-04E9-6BA5-3F422A973856}"/>
              </a:ext>
            </a:extLst>
          </p:cNvPr>
          <p:cNvGrpSpPr/>
          <p:nvPr/>
        </p:nvGrpSpPr>
        <p:grpSpPr>
          <a:xfrm>
            <a:off x="8349171" y="65880"/>
            <a:ext cx="918360" cy="900720"/>
            <a:chOff x="8349171" y="65880"/>
            <a:chExt cx="918360" cy="900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8B759234-7F13-7EE4-9810-56B40A3FBFAD}"/>
                    </a:ext>
                  </a:extLst>
                </p14:cNvPr>
                <p14:cNvContentPartPr/>
                <p14:nvPr/>
              </p14:nvContentPartPr>
              <p14:xfrm>
                <a:off x="8349171" y="94320"/>
                <a:ext cx="45720" cy="53604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8B759234-7F13-7EE4-9810-56B40A3FBFAD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8331531" y="76320"/>
                  <a:ext cx="81360" cy="57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59412457-DD89-2E57-360E-A8028A3024DB}"/>
                    </a:ext>
                  </a:extLst>
                </p14:cNvPr>
                <p14:cNvContentPartPr/>
                <p14:nvPr/>
              </p14:nvContentPartPr>
              <p14:xfrm>
                <a:off x="8376531" y="547200"/>
                <a:ext cx="891000" cy="9972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59412457-DD89-2E57-360E-A8028A3024DB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8358891" y="529200"/>
                  <a:ext cx="92664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1EB81D1C-47F6-ECA5-AB7A-860629938394}"/>
                    </a:ext>
                  </a:extLst>
                </p14:cNvPr>
                <p14:cNvContentPartPr/>
                <p14:nvPr/>
              </p14:nvContentPartPr>
              <p14:xfrm>
                <a:off x="8466891" y="107640"/>
                <a:ext cx="662040" cy="46692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1EB81D1C-47F6-ECA5-AB7A-860629938394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8448891" y="90000"/>
                  <a:ext cx="697680" cy="50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E8BB9680-A498-824C-D35E-676047534755}"/>
                    </a:ext>
                  </a:extLst>
                </p14:cNvPr>
                <p14:cNvContentPartPr/>
                <p14:nvPr/>
              </p14:nvContentPartPr>
              <p14:xfrm>
                <a:off x="8520531" y="78840"/>
                <a:ext cx="116640" cy="59544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E8BB9680-A498-824C-D35E-676047534755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8502891" y="60840"/>
                  <a:ext cx="152280" cy="63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1FFC11D3-9290-B773-9C99-2C6A8B5CC9FA}"/>
                    </a:ext>
                  </a:extLst>
                </p14:cNvPr>
                <p14:cNvContentPartPr/>
                <p14:nvPr/>
              </p14:nvContentPartPr>
              <p14:xfrm>
                <a:off x="8959371" y="65880"/>
                <a:ext cx="88560" cy="43992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1FFC11D3-9290-B773-9C99-2C6A8B5CC9FA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8941731" y="47880"/>
                  <a:ext cx="124200" cy="47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233929A5-B036-FCFD-A5BF-74A0D30E66C7}"/>
                    </a:ext>
                  </a:extLst>
                </p14:cNvPr>
                <p14:cNvContentPartPr/>
                <p14:nvPr/>
              </p14:nvContentPartPr>
              <p14:xfrm>
                <a:off x="8557971" y="839880"/>
                <a:ext cx="36360" cy="12672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233929A5-B036-FCFD-A5BF-74A0D30E66C7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8539971" y="821880"/>
                  <a:ext cx="7200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A3832211-14B2-2DC1-8C89-16C347814389}"/>
                    </a:ext>
                  </a:extLst>
                </p14:cNvPr>
                <p14:cNvContentPartPr/>
                <p14:nvPr/>
              </p14:nvContentPartPr>
              <p14:xfrm>
                <a:off x="9017331" y="676440"/>
                <a:ext cx="25560" cy="13608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A3832211-14B2-2DC1-8C89-16C347814389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8999331" y="658440"/>
                  <a:ext cx="6120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A5F7C336-53FF-8CC8-158F-D96B5835BCF8}"/>
                    </a:ext>
                  </a:extLst>
                </p14:cNvPr>
                <p14:cNvContentPartPr/>
                <p14:nvPr/>
              </p14:nvContentPartPr>
              <p14:xfrm>
                <a:off x="9110211" y="656640"/>
                <a:ext cx="108360" cy="10728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A5F7C336-53FF-8CC8-158F-D96B5835BCF8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9092211" y="638640"/>
                  <a:ext cx="144000" cy="142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1" name="Group 170">
            <a:extLst>
              <a:ext uri="{FF2B5EF4-FFF2-40B4-BE49-F238E27FC236}">
                <a16:creationId xmlns:a16="http://schemas.microsoft.com/office/drawing/2014/main" id="{7BE80431-EB2F-B625-5867-E3B9841E9DB8}"/>
              </a:ext>
            </a:extLst>
          </p:cNvPr>
          <p:cNvGrpSpPr/>
          <p:nvPr/>
        </p:nvGrpSpPr>
        <p:grpSpPr>
          <a:xfrm>
            <a:off x="8694051" y="-13680"/>
            <a:ext cx="196560" cy="1024200"/>
            <a:chOff x="8694051" y="-13680"/>
            <a:chExt cx="196560" cy="1024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4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AE60C846-49C0-2CB9-39A2-FEDC03BBEDDE}"/>
                    </a:ext>
                  </a:extLst>
                </p14:cNvPr>
                <p14:cNvContentPartPr/>
                <p14:nvPr/>
              </p14:nvContentPartPr>
              <p14:xfrm>
                <a:off x="8697291" y="39600"/>
                <a:ext cx="9720" cy="3456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AE60C846-49C0-2CB9-39A2-FEDC03BBEDDE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8679651" y="21600"/>
                  <a:ext cx="4536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6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979AB4C2-4923-41EA-0C4B-C1490790E649}"/>
                    </a:ext>
                  </a:extLst>
                </p14:cNvPr>
                <p14:cNvContentPartPr/>
                <p14:nvPr/>
              </p14:nvContentPartPr>
              <p14:xfrm>
                <a:off x="8694051" y="-13680"/>
                <a:ext cx="142200" cy="77688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979AB4C2-4923-41EA-0C4B-C1490790E649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8676411" y="-31320"/>
                  <a:ext cx="177840" cy="81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BF747C5E-0A06-F987-EA39-7A8AA4D7C9B8}"/>
                    </a:ext>
                  </a:extLst>
                </p14:cNvPr>
                <p14:cNvContentPartPr/>
                <p14:nvPr/>
              </p14:nvContentPartPr>
              <p14:xfrm>
                <a:off x="8806731" y="838440"/>
                <a:ext cx="83880" cy="3240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BF747C5E-0A06-F987-EA39-7A8AA4D7C9B8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8789091" y="820800"/>
                  <a:ext cx="11952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0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611C7EB5-1F84-C861-26CC-7F8112FB8230}"/>
                    </a:ext>
                  </a:extLst>
                </p14:cNvPr>
                <p14:cNvContentPartPr/>
                <p14:nvPr/>
              </p14:nvContentPartPr>
              <p14:xfrm>
                <a:off x="8795571" y="861840"/>
                <a:ext cx="68040" cy="14868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611C7EB5-1F84-C861-26CC-7F8112FB8230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8777571" y="843840"/>
                  <a:ext cx="103680" cy="184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5" name="Group 174">
            <a:extLst>
              <a:ext uri="{FF2B5EF4-FFF2-40B4-BE49-F238E27FC236}">
                <a16:creationId xmlns:a16="http://schemas.microsoft.com/office/drawing/2014/main" id="{FE85BBD7-2C1F-1E19-8E8D-D4897A4A6B80}"/>
              </a:ext>
            </a:extLst>
          </p:cNvPr>
          <p:cNvGrpSpPr/>
          <p:nvPr/>
        </p:nvGrpSpPr>
        <p:grpSpPr>
          <a:xfrm>
            <a:off x="9302811" y="316080"/>
            <a:ext cx="583200" cy="982440"/>
            <a:chOff x="9302811" y="316080"/>
            <a:chExt cx="583200" cy="982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2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DE8D7E57-C110-E715-2EC2-7341181328B3}"/>
                    </a:ext>
                  </a:extLst>
                </p14:cNvPr>
                <p14:cNvContentPartPr/>
                <p14:nvPr/>
              </p14:nvContentPartPr>
              <p14:xfrm>
                <a:off x="9302811" y="316080"/>
                <a:ext cx="463680" cy="95148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DE8D7E57-C110-E715-2EC2-7341181328B3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9284811" y="298440"/>
                  <a:ext cx="499320" cy="9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4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45E731BD-73EA-3BBE-C3EE-993226F40484}"/>
                    </a:ext>
                  </a:extLst>
                </p14:cNvPr>
                <p14:cNvContentPartPr/>
                <p14:nvPr/>
              </p14:nvContentPartPr>
              <p14:xfrm>
                <a:off x="9613491" y="1142640"/>
                <a:ext cx="272520" cy="15588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45E731BD-73EA-3BBE-C3EE-993226F40484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9595851" y="1125000"/>
                  <a:ext cx="30816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6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F9605581-37CF-8FC6-2447-74F07567A8AC}"/>
                    </a:ext>
                  </a:extLst>
                </p14:cNvPr>
                <p14:cNvContentPartPr/>
                <p14:nvPr/>
              </p14:nvContentPartPr>
              <p14:xfrm>
                <a:off x="9650211" y="1101960"/>
                <a:ext cx="171360" cy="15408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F9605581-37CF-8FC6-2447-74F07567A8AC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9632571" y="1084320"/>
                  <a:ext cx="207000" cy="189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2" name="Group 181">
            <a:extLst>
              <a:ext uri="{FF2B5EF4-FFF2-40B4-BE49-F238E27FC236}">
                <a16:creationId xmlns:a16="http://schemas.microsoft.com/office/drawing/2014/main" id="{E39111CE-671F-D441-95DA-8FFD912E1F9C}"/>
              </a:ext>
            </a:extLst>
          </p:cNvPr>
          <p:cNvGrpSpPr/>
          <p:nvPr/>
        </p:nvGrpSpPr>
        <p:grpSpPr>
          <a:xfrm>
            <a:off x="6295011" y="2178000"/>
            <a:ext cx="783360" cy="363600"/>
            <a:chOff x="6295011" y="2178000"/>
            <a:chExt cx="783360" cy="363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8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61B28D9E-E50E-1301-7730-1B7B6917CD67}"/>
                    </a:ext>
                  </a:extLst>
                </p14:cNvPr>
                <p14:cNvContentPartPr/>
                <p14:nvPr/>
              </p14:nvContentPartPr>
              <p14:xfrm>
                <a:off x="6295011" y="2178000"/>
                <a:ext cx="283680" cy="29520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61B28D9E-E50E-1301-7730-1B7B6917CD67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6277371" y="2160000"/>
                  <a:ext cx="319320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0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FE6D68C6-E9BA-C7D9-31A5-952AFDD04D1E}"/>
                    </a:ext>
                  </a:extLst>
                </p14:cNvPr>
                <p14:cNvContentPartPr/>
                <p14:nvPr/>
              </p14:nvContentPartPr>
              <p14:xfrm>
                <a:off x="6644571" y="2247840"/>
                <a:ext cx="39240" cy="29376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FE6D68C6-E9BA-C7D9-31A5-952AFDD04D1E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6626571" y="2229840"/>
                  <a:ext cx="74880" cy="32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2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14B25087-11EF-DD0F-9A8B-DFD146191B41}"/>
                    </a:ext>
                  </a:extLst>
                </p14:cNvPr>
                <p14:cNvContentPartPr/>
                <p14:nvPr/>
              </p14:nvContentPartPr>
              <p14:xfrm>
                <a:off x="6659331" y="2211840"/>
                <a:ext cx="135360" cy="20160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14B25087-11EF-DD0F-9A8B-DFD146191B41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6641331" y="2193840"/>
                  <a:ext cx="17100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4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4CEF01DF-B043-56CE-ADE4-96135921FCD8}"/>
                    </a:ext>
                  </a:extLst>
                </p14:cNvPr>
                <p14:cNvContentPartPr/>
                <p14:nvPr/>
              </p14:nvContentPartPr>
              <p14:xfrm>
                <a:off x="6892611" y="2244960"/>
                <a:ext cx="11520" cy="27288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4CEF01DF-B043-56CE-ADE4-96135921FCD8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6874971" y="2227320"/>
                  <a:ext cx="47160" cy="30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6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1642D159-8803-70F2-6BAF-C7DB91680CED}"/>
                    </a:ext>
                  </a:extLst>
                </p14:cNvPr>
                <p14:cNvContentPartPr/>
                <p14:nvPr/>
              </p14:nvContentPartPr>
              <p14:xfrm>
                <a:off x="6868851" y="2235240"/>
                <a:ext cx="92160" cy="12888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1642D159-8803-70F2-6BAF-C7DB91680CED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6850851" y="2217600"/>
                  <a:ext cx="12780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8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572C9EA3-D7EB-02F4-9875-2D51B1EA34E7}"/>
                    </a:ext>
                  </a:extLst>
                </p14:cNvPr>
                <p14:cNvContentPartPr/>
                <p14:nvPr/>
              </p14:nvContentPartPr>
              <p14:xfrm>
                <a:off x="6950931" y="2343600"/>
                <a:ext cx="127440" cy="5868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572C9EA3-D7EB-02F4-9875-2D51B1EA34E7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6933291" y="2325960"/>
                  <a:ext cx="163080" cy="94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1" name="Group 190">
            <a:extLst>
              <a:ext uri="{FF2B5EF4-FFF2-40B4-BE49-F238E27FC236}">
                <a16:creationId xmlns:a16="http://schemas.microsoft.com/office/drawing/2014/main" id="{BA3B4D50-1957-D65F-E25D-756CA83F04A1}"/>
              </a:ext>
            </a:extLst>
          </p:cNvPr>
          <p:cNvGrpSpPr/>
          <p:nvPr/>
        </p:nvGrpSpPr>
        <p:grpSpPr>
          <a:xfrm>
            <a:off x="6309771" y="3398760"/>
            <a:ext cx="835560" cy="378360"/>
            <a:chOff x="6309771" y="3398760"/>
            <a:chExt cx="835560" cy="378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0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BF4FA0E1-D8D7-3D13-845C-026710C1059A}"/>
                    </a:ext>
                  </a:extLst>
                </p14:cNvPr>
                <p14:cNvContentPartPr/>
                <p14:nvPr/>
              </p14:nvContentPartPr>
              <p14:xfrm>
                <a:off x="6309771" y="3457080"/>
                <a:ext cx="63360" cy="32004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BF4FA0E1-D8D7-3D13-845C-026710C1059A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6292131" y="3439080"/>
                  <a:ext cx="99000" cy="35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2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B2967A6E-6B6D-6241-E49B-47E49C27BCF6}"/>
                    </a:ext>
                  </a:extLst>
                </p14:cNvPr>
                <p14:cNvContentPartPr/>
                <p14:nvPr/>
              </p14:nvContentPartPr>
              <p14:xfrm>
                <a:off x="6487251" y="3450240"/>
                <a:ext cx="101520" cy="28260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B2967A6E-6B6D-6241-E49B-47E49C27BCF6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6469251" y="3432240"/>
                  <a:ext cx="137160" cy="31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4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72D023A6-4DB7-77A2-0D57-7E25EBE652BC}"/>
                    </a:ext>
                  </a:extLst>
                </p14:cNvPr>
                <p14:cNvContentPartPr/>
                <p14:nvPr/>
              </p14:nvContentPartPr>
              <p14:xfrm>
                <a:off x="6425331" y="3574080"/>
                <a:ext cx="155880" cy="5724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72D023A6-4DB7-77A2-0D57-7E25EBE652BC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6407691" y="3556080"/>
                  <a:ext cx="19152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6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73358CC7-4252-C5C8-BBA8-10CBF9A4C164}"/>
                    </a:ext>
                  </a:extLst>
                </p14:cNvPr>
                <p14:cNvContentPartPr/>
                <p14:nvPr/>
              </p14:nvContentPartPr>
              <p14:xfrm>
                <a:off x="6723051" y="3485520"/>
                <a:ext cx="24480" cy="23796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73358CC7-4252-C5C8-BBA8-10CBF9A4C164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6705051" y="3467880"/>
                  <a:ext cx="60120" cy="2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8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665AE127-8333-DA09-B855-C93B45D05F4E}"/>
                    </a:ext>
                  </a:extLst>
                </p14:cNvPr>
                <p14:cNvContentPartPr/>
                <p14:nvPr/>
              </p14:nvContentPartPr>
              <p14:xfrm>
                <a:off x="6714411" y="3405600"/>
                <a:ext cx="131040" cy="14976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665AE127-8333-DA09-B855-C93B45D05F4E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6696771" y="3387600"/>
                  <a:ext cx="16668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0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D3521F24-74A7-5F13-1583-62723B0A706E}"/>
                    </a:ext>
                  </a:extLst>
                </p14:cNvPr>
                <p14:cNvContentPartPr/>
                <p14:nvPr/>
              </p14:nvContentPartPr>
              <p14:xfrm>
                <a:off x="6974331" y="3454200"/>
                <a:ext cx="42120" cy="28404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D3521F24-74A7-5F13-1583-62723B0A706E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6956331" y="3436200"/>
                  <a:ext cx="77760" cy="31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2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58BEB746-869D-3C57-446A-6BB5E2E930C9}"/>
                    </a:ext>
                  </a:extLst>
                </p14:cNvPr>
                <p14:cNvContentPartPr/>
                <p14:nvPr/>
              </p14:nvContentPartPr>
              <p14:xfrm>
                <a:off x="6981891" y="3398760"/>
                <a:ext cx="102600" cy="7812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58BEB746-869D-3C57-446A-6BB5E2E930C9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6963891" y="3380760"/>
                  <a:ext cx="13824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4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A4BE06D2-A259-85A1-E9F2-A0BC65BA723D}"/>
                    </a:ext>
                  </a:extLst>
                </p14:cNvPr>
                <p14:cNvContentPartPr/>
                <p14:nvPr/>
              </p14:nvContentPartPr>
              <p14:xfrm>
                <a:off x="7006371" y="3525840"/>
                <a:ext cx="138960" cy="7200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A4BE06D2-A259-85A1-E9F2-A0BC65BA723D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6988371" y="3508200"/>
                  <a:ext cx="174600" cy="107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0" name="Group 199">
            <a:extLst>
              <a:ext uri="{FF2B5EF4-FFF2-40B4-BE49-F238E27FC236}">
                <a16:creationId xmlns:a16="http://schemas.microsoft.com/office/drawing/2014/main" id="{0B10B31B-E2C0-08B4-1930-CDECA59B56D8}"/>
              </a:ext>
            </a:extLst>
          </p:cNvPr>
          <p:cNvGrpSpPr/>
          <p:nvPr/>
        </p:nvGrpSpPr>
        <p:grpSpPr>
          <a:xfrm>
            <a:off x="6338211" y="4683960"/>
            <a:ext cx="281880" cy="302400"/>
            <a:chOff x="6338211" y="4683960"/>
            <a:chExt cx="281880" cy="302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16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CF4ADB48-B10C-BBF6-7357-495BE9DA3050}"/>
                    </a:ext>
                  </a:extLst>
                </p14:cNvPr>
                <p14:cNvContentPartPr/>
                <p14:nvPr/>
              </p14:nvContentPartPr>
              <p14:xfrm>
                <a:off x="6347571" y="4725720"/>
                <a:ext cx="33480" cy="26064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CF4ADB48-B10C-BBF6-7357-495BE9DA3050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6329931" y="4707720"/>
                  <a:ext cx="69120" cy="29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8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0216251A-2425-16A1-4750-744A34A52A64}"/>
                    </a:ext>
                  </a:extLst>
                </p14:cNvPr>
                <p14:cNvContentPartPr/>
                <p14:nvPr/>
              </p14:nvContentPartPr>
              <p14:xfrm>
                <a:off x="6338211" y="4683960"/>
                <a:ext cx="281880" cy="26820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0216251A-2425-16A1-4750-744A34A52A64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6320211" y="4666320"/>
                  <a:ext cx="317520" cy="303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53DFE6A1-D2F8-BE1C-63E5-B330C1852DAC}"/>
              </a:ext>
            </a:extLst>
          </p:cNvPr>
          <p:cNvGrpSpPr/>
          <p:nvPr/>
        </p:nvGrpSpPr>
        <p:grpSpPr>
          <a:xfrm>
            <a:off x="6777051" y="4615560"/>
            <a:ext cx="370800" cy="330480"/>
            <a:chOff x="6777051" y="4615560"/>
            <a:chExt cx="370800" cy="330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0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71C6D54E-750C-C266-C6D2-2FEF0BFAE919}"/>
                    </a:ext>
                  </a:extLst>
                </p14:cNvPr>
                <p14:cNvContentPartPr/>
                <p14:nvPr/>
              </p14:nvContentPartPr>
              <p14:xfrm>
                <a:off x="6789291" y="4658760"/>
                <a:ext cx="40680" cy="240480"/>
              </p14:xfrm>
            </p:contentPart>
          </mc:Choice>
          <mc:Fallback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71C6D54E-750C-C266-C6D2-2FEF0BFAE919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6771651" y="4640760"/>
                  <a:ext cx="76320" cy="27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2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E0F45D55-EF12-8C7D-81A9-EFCFDF29602F}"/>
                    </a:ext>
                  </a:extLst>
                </p14:cNvPr>
                <p14:cNvContentPartPr/>
                <p14:nvPr/>
              </p14:nvContentPartPr>
              <p14:xfrm>
                <a:off x="6777051" y="4632840"/>
                <a:ext cx="107640" cy="15984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E0F45D55-EF12-8C7D-81A9-EFCFDF29602F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6759411" y="4614840"/>
                  <a:ext cx="14328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4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89F0AEF3-817A-7D79-E87C-6DCC0A4B4CDE}"/>
                    </a:ext>
                  </a:extLst>
                </p14:cNvPr>
                <p14:cNvContentPartPr/>
                <p14:nvPr/>
              </p14:nvContentPartPr>
              <p14:xfrm>
                <a:off x="6995571" y="4643640"/>
                <a:ext cx="42480" cy="302400"/>
              </p14:xfrm>
            </p:contentPart>
          </mc:Choice>
          <mc:Fallback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89F0AEF3-817A-7D79-E87C-6DCC0A4B4CDE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6977931" y="4626000"/>
                  <a:ext cx="78120" cy="33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6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8D6D12AD-61AE-37E4-10CF-21001614FB70}"/>
                    </a:ext>
                  </a:extLst>
                </p14:cNvPr>
                <p14:cNvContentPartPr/>
                <p14:nvPr/>
              </p14:nvContentPartPr>
              <p14:xfrm>
                <a:off x="6998091" y="4615560"/>
                <a:ext cx="103320" cy="6156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8D6D12AD-61AE-37E4-10CF-21001614FB70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6980091" y="4597560"/>
                  <a:ext cx="13896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8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590BC7F6-3035-EEE7-13D1-7D14BB696992}"/>
                    </a:ext>
                  </a:extLst>
                </p14:cNvPr>
                <p14:cNvContentPartPr/>
                <p14:nvPr/>
              </p14:nvContentPartPr>
              <p14:xfrm>
                <a:off x="7030131" y="4756680"/>
                <a:ext cx="117720" cy="7056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590BC7F6-3035-EEE7-13D1-7D14BB696992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7012131" y="4739040"/>
                  <a:ext cx="153360" cy="106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7" name="Group 206">
            <a:extLst>
              <a:ext uri="{FF2B5EF4-FFF2-40B4-BE49-F238E27FC236}">
                <a16:creationId xmlns:a16="http://schemas.microsoft.com/office/drawing/2014/main" id="{A16C4469-B2D8-8327-BBA3-12AA7E5DC771}"/>
              </a:ext>
            </a:extLst>
          </p:cNvPr>
          <p:cNvGrpSpPr/>
          <p:nvPr/>
        </p:nvGrpSpPr>
        <p:grpSpPr>
          <a:xfrm>
            <a:off x="6315891" y="6014160"/>
            <a:ext cx="225000" cy="356040"/>
            <a:chOff x="6315891" y="6014160"/>
            <a:chExt cx="225000" cy="356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30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A8A771E7-CF46-C173-311B-C374C69D77D8}"/>
                    </a:ext>
                  </a:extLst>
                </p14:cNvPr>
                <p14:cNvContentPartPr/>
                <p14:nvPr/>
              </p14:nvContentPartPr>
              <p14:xfrm>
                <a:off x="6316251" y="6032160"/>
                <a:ext cx="47160" cy="338040"/>
              </p14:xfrm>
            </p:contentPart>
          </mc:Choice>
          <mc:Fallback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A8A771E7-CF46-C173-311B-C374C69D77D8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6298611" y="6014160"/>
                  <a:ext cx="8280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2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DC3FB744-62E6-186E-6AF9-9BFCF6E6B45A}"/>
                    </a:ext>
                  </a:extLst>
                </p14:cNvPr>
                <p14:cNvContentPartPr/>
                <p14:nvPr/>
              </p14:nvContentPartPr>
              <p14:xfrm>
                <a:off x="6315891" y="6014160"/>
                <a:ext cx="225000" cy="18720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DC3FB744-62E6-186E-6AF9-9BFCF6E6B45A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6297891" y="5996160"/>
                  <a:ext cx="260640" cy="222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8DD8F948-9B29-E93D-0621-F53EC165742B}"/>
              </a:ext>
            </a:extLst>
          </p:cNvPr>
          <p:cNvGrpSpPr/>
          <p:nvPr/>
        </p:nvGrpSpPr>
        <p:grpSpPr>
          <a:xfrm>
            <a:off x="6693531" y="5959440"/>
            <a:ext cx="178200" cy="402480"/>
            <a:chOff x="6693531" y="5959440"/>
            <a:chExt cx="178200" cy="402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34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AE71203E-E684-2DCA-97AF-2C578A1268AD}"/>
                    </a:ext>
                  </a:extLst>
                </p14:cNvPr>
                <p14:cNvContentPartPr/>
                <p14:nvPr/>
              </p14:nvContentPartPr>
              <p14:xfrm>
                <a:off x="6703251" y="6012360"/>
                <a:ext cx="49680" cy="34956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AE71203E-E684-2DCA-97AF-2C578A1268AD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6685251" y="5994720"/>
                  <a:ext cx="85320" cy="38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6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67494472-BB48-E3F1-BE4B-ABDAA7B9AF69}"/>
                    </a:ext>
                  </a:extLst>
                </p14:cNvPr>
                <p14:cNvContentPartPr/>
                <p14:nvPr/>
              </p14:nvContentPartPr>
              <p14:xfrm>
                <a:off x="6693531" y="5959440"/>
                <a:ext cx="124560" cy="5256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67494472-BB48-E3F1-BE4B-ABDAA7B9AF69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6675531" y="5941440"/>
                  <a:ext cx="16020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8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B1C038AD-E45C-9F89-FA7C-BCB229163342}"/>
                    </a:ext>
                  </a:extLst>
                </p14:cNvPr>
                <p14:cNvContentPartPr/>
                <p14:nvPr/>
              </p14:nvContentPartPr>
              <p14:xfrm>
                <a:off x="6733491" y="6145920"/>
                <a:ext cx="138240" cy="7020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B1C038AD-E45C-9F89-FA7C-BCB229163342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6715851" y="6127920"/>
                  <a:ext cx="173880" cy="1058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14175334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403640-90D1-9D51-B2A8-60D2B12914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Filters </a:t>
            </a:r>
          </a:p>
        </p:txBody>
      </p:sp>
      <p:pic>
        <p:nvPicPr>
          <p:cNvPr id="6" name="Content Placeholder 5" descr="A diagram of a graph&#10;&#10;Description automatically generated">
            <a:extLst>
              <a:ext uri="{FF2B5EF4-FFF2-40B4-BE49-F238E27FC236}">
                <a16:creationId xmlns:a16="http://schemas.microsoft.com/office/drawing/2014/main" id="{E920678C-C409-22B8-EE7D-D64DD4503A2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175298"/>
            <a:ext cx="10515600" cy="2507403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04D785-BD32-A87E-B09C-30423E4421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31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272ECF2-593A-9872-1CE8-1A113C1010FD}"/>
              </a:ext>
            </a:extLst>
          </p:cNvPr>
          <p:cNvGrpSpPr/>
          <p:nvPr/>
        </p:nvGrpSpPr>
        <p:grpSpPr>
          <a:xfrm>
            <a:off x="1782678" y="2565949"/>
            <a:ext cx="989640" cy="796320"/>
            <a:chOff x="1782678" y="2565949"/>
            <a:chExt cx="989640" cy="796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D1069E7D-9BA1-F827-CD99-7519F1B18E28}"/>
                    </a:ext>
                  </a:extLst>
                </p14:cNvPr>
                <p14:cNvContentPartPr/>
                <p14:nvPr/>
              </p14:nvContentPartPr>
              <p14:xfrm>
                <a:off x="1782678" y="2565949"/>
                <a:ext cx="989640" cy="460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D1069E7D-9BA1-F827-CD99-7519F1B18E28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1764678" y="2548309"/>
                  <a:ext cx="102528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91208DCA-B409-DE66-3622-B48428E9188D}"/>
                    </a:ext>
                  </a:extLst>
                </p14:cNvPr>
                <p14:cNvContentPartPr/>
                <p14:nvPr/>
              </p14:nvContentPartPr>
              <p14:xfrm>
                <a:off x="1965198" y="2673949"/>
                <a:ext cx="330120" cy="6883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91208DCA-B409-DE66-3622-B48428E9188D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947558" y="2656309"/>
                  <a:ext cx="365760" cy="72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76A752B2-7474-C6EE-D4BB-DE9536861B1C}"/>
                    </a:ext>
                  </a:extLst>
                </p14:cNvPr>
                <p14:cNvContentPartPr/>
                <p14:nvPr/>
              </p14:nvContentPartPr>
              <p14:xfrm>
                <a:off x="2147358" y="2677909"/>
                <a:ext cx="165240" cy="853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76A752B2-7474-C6EE-D4BB-DE9536861B1C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129718" y="2659909"/>
                  <a:ext cx="200880" cy="1209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73515349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8ABEE6-AA9E-D16C-8082-1D03FB690E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Going back to the PPG data collected</a:t>
            </a:r>
          </a:p>
        </p:txBody>
      </p:sp>
      <p:pic>
        <p:nvPicPr>
          <p:cNvPr id="6" name="Content Placeholder 5" descr="A diagram of a graph&#10;&#10;Description automatically generated with medium confidence">
            <a:extLst>
              <a:ext uri="{FF2B5EF4-FFF2-40B4-BE49-F238E27FC236}">
                <a16:creationId xmlns:a16="http://schemas.microsoft.com/office/drawing/2014/main" id="{DA4CAC13-3DCB-639D-C830-275A6676E8D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1754" y="1515724"/>
            <a:ext cx="6920985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73A08C-3CC9-DDF4-9DCD-FDE89CC28A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32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031F6EE-8C77-B5DF-BAB3-F507B31A4853}"/>
              </a:ext>
            </a:extLst>
          </p:cNvPr>
          <p:cNvGrpSpPr/>
          <p:nvPr/>
        </p:nvGrpSpPr>
        <p:grpSpPr>
          <a:xfrm>
            <a:off x="3532278" y="1821829"/>
            <a:ext cx="809280" cy="521640"/>
            <a:chOff x="3532278" y="1821829"/>
            <a:chExt cx="809280" cy="521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10AC171B-55C9-6F62-7028-198B80AC7FBC}"/>
                    </a:ext>
                  </a:extLst>
                </p14:cNvPr>
                <p14:cNvContentPartPr/>
                <p14:nvPr/>
              </p14:nvContentPartPr>
              <p14:xfrm>
                <a:off x="3532278" y="1821829"/>
                <a:ext cx="90360" cy="4093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10AC171B-55C9-6F62-7028-198B80AC7FBC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3514638" y="1804189"/>
                  <a:ext cx="126000" cy="44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9D439DFE-F38E-BE95-8528-03C2362CC35A}"/>
                    </a:ext>
                  </a:extLst>
                </p14:cNvPr>
                <p14:cNvContentPartPr/>
                <p14:nvPr/>
              </p14:nvContentPartPr>
              <p14:xfrm>
                <a:off x="3682038" y="2252749"/>
                <a:ext cx="120960" cy="907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9D439DFE-F38E-BE95-8528-03C2362CC35A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3664038" y="2235109"/>
                  <a:ext cx="15660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9F517758-4B6F-854A-113B-DDBDBF1D98B2}"/>
                    </a:ext>
                  </a:extLst>
                </p14:cNvPr>
                <p14:cNvContentPartPr/>
                <p14:nvPr/>
              </p14:nvContentPartPr>
              <p14:xfrm>
                <a:off x="3891918" y="2110549"/>
                <a:ext cx="116280" cy="1465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9F517758-4B6F-854A-113B-DDBDBF1D98B2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3873918" y="2092909"/>
                  <a:ext cx="15192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C6600038-1789-0AD3-CE2E-A3D3BFB289CA}"/>
                    </a:ext>
                  </a:extLst>
                </p14:cNvPr>
                <p14:cNvContentPartPr/>
                <p14:nvPr/>
              </p14:nvContentPartPr>
              <p14:xfrm>
                <a:off x="4099638" y="1926589"/>
                <a:ext cx="96120" cy="950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C6600038-1789-0AD3-CE2E-A3D3BFB289CA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4081998" y="1908589"/>
                  <a:ext cx="13176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C437D72-D958-683E-5D8A-225005AB6872}"/>
                    </a:ext>
                  </a:extLst>
                </p14:cNvPr>
                <p14:cNvContentPartPr/>
                <p14:nvPr/>
              </p14:nvContentPartPr>
              <p14:xfrm>
                <a:off x="4273878" y="1902469"/>
                <a:ext cx="67680" cy="410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C437D72-D958-683E-5D8A-225005AB6872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4255878" y="1884829"/>
                  <a:ext cx="103320" cy="76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1674EC38-6359-B1A2-10AD-950C7820F70A}"/>
                  </a:ext>
                </a:extLst>
              </p14:cNvPr>
              <p14:cNvContentPartPr/>
              <p14:nvPr/>
            </p14:nvContentPartPr>
            <p14:xfrm>
              <a:off x="4502478" y="1831549"/>
              <a:ext cx="34200" cy="3096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1674EC38-6359-B1A2-10AD-950C7820F70A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4484838" y="1813909"/>
                <a:ext cx="69840" cy="66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96066DB7-2C3F-09A7-C7BC-E29A176C3B7E}"/>
              </a:ext>
            </a:extLst>
          </p:cNvPr>
          <p:cNvGrpSpPr/>
          <p:nvPr/>
        </p:nvGrpSpPr>
        <p:grpSpPr>
          <a:xfrm>
            <a:off x="4620918" y="2261029"/>
            <a:ext cx="199440" cy="114480"/>
            <a:chOff x="4620918" y="2261029"/>
            <a:chExt cx="199440" cy="114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6C5CCEC0-3F36-D9AB-BAEA-AF05060363F6}"/>
                    </a:ext>
                  </a:extLst>
                </p14:cNvPr>
                <p14:cNvContentPartPr/>
                <p14:nvPr/>
              </p14:nvContentPartPr>
              <p14:xfrm>
                <a:off x="4620918" y="2261029"/>
                <a:ext cx="44640" cy="1008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6C5CCEC0-3F36-D9AB-BAEA-AF05060363F6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4602918" y="2243029"/>
                  <a:ext cx="8028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3CCA5E14-C6C7-A110-5805-52861767F8BD}"/>
                    </a:ext>
                  </a:extLst>
                </p14:cNvPr>
                <p14:cNvContentPartPr/>
                <p14:nvPr/>
              </p14:nvContentPartPr>
              <p14:xfrm>
                <a:off x="4761678" y="2323669"/>
                <a:ext cx="58680" cy="518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3CCA5E14-C6C7-A110-5805-52861767F8BD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4744038" y="2305669"/>
                  <a:ext cx="94320" cy="87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1004E63-AAFB-2F5F-08F2-094134EE7E2B}"/>
              </a:ext>
            </a:extLst>
          </p:cNvPr>
          <p:cNvGrpSpPr/>
          <p:nvPr/>
        </p:nvGrpSpPr>
        <p:grpSpPr>
          <a:xfrm>
            <a:off x="3198198" y="4138429"/>
            <a:ext cx="6819840" cy="647640"/>
            <a:chOff x="3198198" y="4138429"/>
            <a:chExt cx="6819840" cy="647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BD5B8711-4B8F-00FC-FF4C-40A9C132DC42}"/>
                    </a:ext>
                  </a:extLst>
                </p14:cNvPr>
                <p14:cNvContentPartPr/>
                <p14:nvPr/>
              </p14:nvContentPartPr>
              <p14:xfrm>
                <a:off x="6794598" y="4138429"/>
                <a:ext cx="3223440" cy="6476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BD5B8711-4B8F-00FC-FF4C-40A9C132DC42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76598" y="4120789"/>
                  <a:ext cx="3259080" cy="68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FD76C143-74DF-7596-8223-E7C52EA275C2}"/>
                    </a:ext>
                  </a:extLst>
                </p14:cNvPr>
                <p14:cNvContentPartPr/>
                <p14:nvPr/>
              </p14:nvContentPartPr>
              <p14:xfrm>
                <a:off x="3198198" y="4243909"/>
                <a:ext cx="2894040" cy="3495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FD76C143-74DF-7596-8223-E7C52EA275C2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3180558" y="4225909"/>
                  <a:ext cx="2929680" cy="38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BFCE40A-FD92-D6E7-D9CB-C4619AAF8A83}"/>
              </a:ext>
            </a:extLst>
          </p:cNvPr>
          <p:cNvGrpSpPr/>
          <p:nvPr/>
        </p:nvGrpSpPr>
        <p:grpSpPr>
          <a:xfrm>
            <a:off x="2119731" y="1685520"/>
            <a:ext cx="862200" cy="618120"/>
            <a:chOff x="2119731" y="1685520"/>
            <a:chExt cx="862200" cy="618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D4C05ACF-CE08-7084-22C5-8DCFA02C9EB2}"/>
                    </a:ext>
                  </a:extLst>
                </p14:cNvPr>
                <p14:cNvContentPartPr/>
                <p14:nvPr/>
              </p14:nvContentPartPr>
              <p14:xfrm>
                <a:off x="2119731" y="2004840"/>
                <a:ext cx="172080" cy="16632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D4C05ACF-CE08-7084-22C5-8DCFA02C9EB2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2101731" y="1987200"/>
                  <a:ext cx="20772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22D20017-AE1C-BA5F-6AAD-80054A79083F}"/>
                    </a:ext>
                  </a:extLst>
                </p14:cNvPr>
                <p14:cNvContentPartPr/>
                <p14:nvPr/>
              </p14:nvContentPartPr>
              <p14:xfrm>
                <a:off x="2237811" y="2052000"/>
                <a:ext cx="203040" cy="25164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22D20017-AE1C-BA5F-6AAD-80054A79083F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2220171" y="2034000"/>
                  <a:ext cx="238680" cy="28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7A4ABEE1-BDB3-86FF-AC65-BEBE80D13579}"/>
                    </a:ext>
                  </a:extLst>
                </p14:cNvPr>
                <p14:cNvContentPartPr/>
                <p14:nvPr/>
              </p14:nvContentPartPr>
              <p14:xfrm>
                <a:off x="2461371" y="2053440"/>
                <a:ext cx="41040" cy="9612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7A4ABEE1-BDB3-86FF-AC65-BEBE80D13579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2443731" y="2035440"/>
                  <a:ext cx="7668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D39FEE27-C43E-A293-A061-776C1347560B}"/>
                    </a:ext>
                  </a:extLst>
                </p14:cNvPr>
                <p14:cNvContentPartPr/>
                <p14:nvPr/>
              </p14:nvContentPartPr>
              <p14:xfrm>
                <a:off x="2390451" y="1980000"/>
                <a:ext cx="16200" cy="2628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D39FEE27-C43E-A293-A061-776C1347560B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2372811" y="1962360"/>
                  <a:ext cx="5184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A70479A9-FF72-1F76-DF67-9A273B307530}"/>
                    </a:ext>
                  </a:extLst>
                </p14:cNvPr>
                <p14:cNvContentPartPr/>
                <p14:nvPr/>
              </p14:nvContentPartPr>
              <p14:xfrm>
                <a:off x="2529051" y="1832400"/>
                <a:ext cx="259200" cy="20988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A70479A9-FF72-1F76-DF67-9A273B307530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2511411" y="1814760"/>
                  <a:ext cx="29484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7CE51E45-48CF-5CBB-E06C-BFF490FBC8C1}"/>
                    </a:ext>
                  </a:extLst>
                </p14:cNvPr>
                <p14:cNvContentPartPr/>
                <p14:nvPr/>
              </p14:nvContentPartPr>
              <p14:xfrm>
                <a:off x="2773131" y="1685520"/>
                <a:ext cx="208800" cy="15840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7CE51E45-48CF-5CBB-E06C-BFF490FBC8C1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2755131" y="1667520"/>
                  <a:ext cx="244440" cy="194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14F5BB27-6DFF-8BCA-8263-F2C46C89CF05}"/>
              </a:ext>
            </a:extLst>
          </p:cNvPr>
          <p:cNvGrpSpPr/>
          <p:nvPr/>
        </p:nvGrpSpPr>
        <p:grpSpPr>
          <a:xfrm>
            <a:off x="2184171" y="3953160"/>
            <a:ext cx="713880" cy="542880"/>
            <a:chOff x="2184171" y="3953160"/>
            <a:chExt cx="713880" cy="542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FAFB8C95-1706-423F-76D6-C75AF9D17163}"/>
                    </a:ext>
                  </a:extLst>
                </p14:cNvPr>
                <p14:cNvContentPartPr/>
                <p14:nvPr/>
              </p14:nvContentPartPr>
              <p14:xfrm>
                <a:off x="2184171" y="4254120"/>
                <a:ext cx="201600" cy="24192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FAFB8C95-1706-423F-76D6-C75AF9D17163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2166171" y="4236120"/>
                  <a:ext cx="23724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D2EB5A43-E80D-5789-00EF-4FCA911ABB66}"/>
                    </a:ext>
                  </a:extLst>
                </p14:cNvPr>
                <p14:cNvContentPartPr/>
                <p14:nvPr/>
              </p14:nvContentPartPr>
              <p14:xfrm>
                <a:off x="2207571" y="4160520"/>
                <a:ext cx="119520" cy="13752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D2EB5A43-E80D-5789-00EF-4FCA911ABB66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2189571" y="4142520"/>
                  <a:ext cx="15516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9A57C68E-13D4-97E1-F377-80FF03474C43}"/>
                    </a:ext>
                  </a:extLst>
                </p14:cNvPr>
                <p14:cNvContentPartPr/>
                <p14:nvPr/>
              </p14:nvContentPartPr>
              <p14:xfrm>
                <a:off x="2354811" y="4203720"/>
                <a:ext cx="67680" cy="14868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9A57C68E-13D4-97E1-F377-80FF03474C43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2337171" y="4185720"/>
                  <a:ext cx="10332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6C9C4D0F-D218-F0D9-FD8B-DDCEADC7721B}"/>
                    </a:ext>
                  </a:extLst>
                </p14:cNvPr>
                <p14:cNvContentPartPr/>
                <p14:nvPr/>
              </p14:nvContentPartPr>
              <p14:xfrm>
                <a:off x="2472891" y="4112640"/>
                <a:ext cx="101520" cy="19512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6C9C4D0F-D218-F0D9-FD8B-DDCEADC7721B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2454891" y="4095000"/>
                  <a:ext cx="13716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799E96FD-9726-5BA8-487C-C09A110B95CC}"/>
                    </a:ext>
                  </a:extLst>
                </p14:cNvPr>
                <p14:cNvContentPartPr/>
                <p14:nvPr/>
              </p14:nvContentPartPr>
              <p14:xfrm>
                <a:off x="2605011" y="4062600"/>
                <a:ext cx="68040" cy="18792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799E96FD-9726-5BA8-487C-C09A110B95CC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2587011" y="4044960"/>
                  <a:ext cx="10368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FC583C3B-30A1-C69B-CA89-4A5F81D2E0D1}"/>
                    </a:ext>
                  </a:extLst>
                </p14:cNvPr>
                <p14:cNvContentPartPr/>
                <p14:nvPr/>
              </p14:nvContentPartPr>
              <p14:xfrm>
                <a:off x="2733531" y="3953160"/>
                <a:ext cx="164520" cy="17064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FC583C3B-30A1-C69B-CA89-4A5F81D2E0D1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2715891" y="3935160"/>
                  <a:ext cx="200160" cy="206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B8BEC373-5A93-9DB7-DFC1-2821B61E5478}"/>
              </a:ext>
            </a:extLst>
          </p:cNvPr>
          <p:cNvGrpSpPr/>
          <p:nvPr/>
        </p:nvGrpSpPr>
        <p:grpSpPr>
          <a:xfrm>
            <a:off x="2239971" y="2782800"/>
            <a:ext cx="820800" cy="556560"/>
            <a:chOff x="2239971" y="2782800"/>
            <a:chExt cx="820800" cy="556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861DE43B-C198-B612-EC84-CCAC638C1D74}"/>
                    </a:ext>
                  </a:extLst>
                </p14:cNvPr>
                <p14:cNvContentPartPr/>
                <p14:nvPr/>
              </p14:nvContentPartPr>
              <p14:xfrm>
                <a:off x="2239971" y="3051360"/>
                <a:ext cx="191880" cy="22140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861DE43B-C198-B612-EC84-CCAC638C1D74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2221971" y="3033360"/>
                  <a:ext cx="22752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2AE17AC5-10DB-5E08-3306-6381B620CC76}"/>
                    </a:ext>
                  </a:extLst>
                </p14:cNvPr>
                <p14:cNvContentPartPr/>
                <p14:nvPr/>
              </p14:nvContentPartPr>
              <p14:xfrm>
                <a:off x="2367771" y="3145680"/>
                <a:ext cx="149040" cy="19368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2AE17AC5-10DB-5E08-3306-6381B620CC76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2350131" y="3128040"/>
                  <a:ext cx="18468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210C32DA-BE59-9B3E-6EC1-5E0E0EC116F2}"/>
                    </a:ext>
                  </a:extLst>
                </p14:cNvPr>
                <p14:cNvContentPartPr/>
                <p14:nvPr/>
              </p14:nvContentPartPr>
              <p14:xfrm>
                <a:off x="2538411" y="3139560"/>
                <a:ext cx="55440" cy="6768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210C32DA-BE59-9B3E-6EC1-5E0E0EC116F2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2520411" y="3121920"/>
                  <a:ext cx="9108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6F6826D2-3D4F-0867-6EED-415BA007BCC4}"/>
                    </a:ext>
                  </a:extLst>
                </p14:cNvPr>
                <p14:cNvContentPartPr/>
                <p14:nvPr/>
              </p14:nvContentPartPr>
              <p14:xfrm>
                <a:off x="2508891" y="2962800"/>
                <a:ext cx="9720" cy="4464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6F6826D2-3D4F-0867-6EED-415BA007BCC4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2491251" y="2945160"/>
                  <a:ext cx="4536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B551D7BA-8BA1-3831-A53A-ECDCD1EFE840}"/>
                    </a:ext>
                  </a:extLst>
                </p14:cNvPr>
                <p14:cNvContentPartPr/>
                <p14:nvPr/>
              </p14:nvContentPartPr>
              <p14:xfrm>
                <a:off x="2575131" y="2926080"/>
                <a:ext cx="207000" cy="20664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B551D7BA-8BA1-3831-A53A-ECDCD1EFE840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2557131" y="2908440"/>
                  <a:ext cx="24264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D1D7615B-AA9D-99D2-89C8-CB060ED91F93}"/>
                    </a:ext>
                  </a:extLst>
                </p14:cNvPr>
                <p14:cNvContentPartPr/>
                <p14:nvPr/>
              </p14:nvContentPartPr>
              <p14:xfrm>
                <a:off x="2841531" y="2782800"/>
                <a:ext cx="219240" cy="18864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D1D7615B-AA9D-99D2-89C8-CB060ED91F93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2823891" y="2765160"/>
                  <a:ext cx="254880" cy="224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D525752A-D4BC-A48B-252A-D0CEC8C5A04A}"/>
              </a:ext>
            </a:extLst>
          </p:cNvPr>
          <p:cNvGrpSpPr/>
          <p:nvPr/>
        </p:nvGrpSpPr>
        <p:grpSpPr>
          <a:xfrm>
            <a:off x="2368491" y="4883760"/>
            <a:ext cx="650160" cy="603360"/>
            <a:chOff x="2368491" y="4883760"/>
            <a:chExt cx="650160" cy="603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F358F53C-A4A4-1B0E-7D30-12598BA37FE3}"/>
                    </a:ext>
                  </a:extLst>
                </p14:cNvPr>
                <p14:cNvContentPartPr/>
                <p14:nvPr/>
              </p14:nvContentPartPr>
              <p14:xfrm>
                <a:off x="2369571" y="5345280"/>
                <a:ext cx="173520" cy="14184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F358F53C-A4A4-1B0E-7D30-12598BA37FE3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2351571" y="5327280"/>
                  <a:ext cx="20916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5C85419E-7059-0014-F70B-D237DB451FC5}"/>
                    </a:ext>
                  </a:extLst>
                </p14:cNvPr>
                <p14:cNvContentPartPr/>
                <p14:nvPr/>
              </p14:nvContentPartPr>
              <p14:xfrm>
                <a:off x="2368491" y="5197680"/>
                <a:ext cx="79200" cy="16632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5C85419E-7059-0014-F70B-D237DB451FC5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2350851" y="5180040"/>
                  <a:ext cx="11484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5393882B-24A9-23F8-4286-53BFE98A1E80}"/>
                    </a:ext>
                  </a:extLst>
                </p14:cNvPr>
                <p14:cNvContentPartPr/>
                <p14:nvPr/>
              </p14:nvContentPartPr>
              <p14:xfrm>
                <a:off x="2491971" y="5293440"/>
                <a:ext cx="55080" cy="16776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5393882B-24A9-23F8-4286-53BFE98A1E80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2473971" y="5275800"/>
                  <a:ext cx="9072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4842A7BF-79CC-72B8-07B9-C344009A05A5}"/>
                    </a:ext>
                  </a:extLst>
                </p14:cNvPr>
                <p14:cNvContentPartPr/>
                <p14:nvPr/>
              </p14:nvContentPartPr>
              <p14:xfrm>
                <a:off x="2643891" y="5358600"/>
                <a:ext cx="3600" cy="864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4842A7BF-79CC-72B8-07B9-C344009A05A5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2625891" y="5340600"/>
                  <a:ext cx="3924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FE6A3166-4EC3-2D81-BA50-14C46D3908CB}"/>
                    </a:ext>
                  </a:extLst>
                </p14:cNvPr>
                <p14:cNvContentPartPr/>
                <p14:nvPr/>
              </p14:nvContentPartPr>
              <p14:xfrm>
                <a:off x="2619771" y="5150880"/>
                <a:ext cx="106920" cy="16884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FE6A3166-4EC3-2D81-BA50-14C46D3908CB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2601771" y="5133240"/>
                  <a:ext cx="1425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7B3D9EBE-A57E-A1B9-A55A-B6675D8E4B31}"/>
                    </a:ext>
                  </a:extLst>
                </p14:cNvPr>
                <p14:cNvContentPartPr/>
                <p14:nvPr/>
              </p14:nvContentPartPr>
              <p14:xfrm>
                <a:off x="2753691" y="5042160"/>
                <a:ext cx="83160" cy="18360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7B3D9EBE-A57E-A1B9-A55A-B6675D8E4B31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2735691" y="5024160"/>
                  <a:ext cx="11880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6EEB41C-2A33-0171-4DE6-F93C47A8AAE0}"/>
                    </a:ext>
                  </a:extLst>
                </p14:cNvPr>
                <p14:cNvContentPartPr/>
                <p14:nvPr/>
              </p14:nvContentPartPr>
              <p14:xfrm>
                <a:off x="2887611" y="4883760"/>
                <a:ext cx="131040" cy="20664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6EEB41C-2A33-0171-4DE6-F93C47A8AAE0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2869611" y="4866120"/>
                  <a:ext cx="166680" cy="242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AE4C27B4-8287-1583-E3D9-1583A9EC3634}"/>
              </a:ext>
            </a:extLst>
          </p:cNvPr>
          <p:cNvGrpSpPr/>
          <p:nvPr/>
        </p:nvGrpSpPr>
        <p:grpSpPr>
          <a:xfrm>
            <a:off x="6748251" y="4611240"/>
            <a:ext cx="4031280" cy="1213560"/>
            <a:chOff x="6748251" y="4611240"/>
            <a:chExt cx="4031280" cy="1213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5B28F9B9-C434-286C-AE07-F85650A7745A}"/>
                    </a:ext>
                  </a:extLst>
                </p14:cNvPr>
                <p14:cNvContentPartPr/>
                <p14:nvPr/>
              </p14:nvContentPartPr>
              <p14:xfrm>
                <a:off x="6748251" y="5094000"/>
                <a:ext cx="3291840" cy="73080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5B28F9B9-C434-286C-AE07-F85650A7745A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6730251" y="5076000"/>
                  <a:ext cx="3327480" cy="76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64467ACD-0DAC-9CD1-E379-C6E3D9A4CF60}"/>
                    </a:ext>
                  </a:extLst>
                </p14:cNvPr>
                <p14:cNvContentPartPr/>
                <p14:nvPr/>
              </p14:nvContentPartPr>
              <p14:xfrm>
                <a:off x="10022811" y="4681440"/>
                <a:ext cx="222840" cy="28800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64467ACD-0DAC-9CD1-E379-C6E3D9A4CF60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10004811" y="4663440"/>
                  <a:ext cx="258480" cy="32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87F250FD-57FE-D2E2-CB4B-C5E9D13AFD6D}"/>
                    </a:ext>
                  </a:extLst>
                </p14:cNvPr>
                <p14:cNvContentPartPr/>
                <p14:nvPr/>
              </p14:nvContentPartPr>
              <p14:xfrm>
                <a:off x="10280931" y="4711680"/>
                <a:ext cx="63360" cy="21744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87F250FD-57FE-D2E2-CB4B-C5E9D13AFD6D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0263291" y="4693680"/>
                  <a:ext cx="9900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7D2F5A03-8EAF-A86E-6F21-32ED08B5E8DC}"/>
                    </a:ext>
                  </a:extLst>
                </p14:cNvPr>
                <p14:cNvContentPartPr/>
                <p14:nvPr/>
              </p14:nvContentPartPr>
              <p14:xfrm>
                <a:off x="10281291" y="4648680"/>
                <a:ext cx="143640" cy="11988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7D2F5A03-8EAF-A86E-6F21-32ED08B5E8DC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10263651" y="4630680"/>
                  <a:ext cx="17928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D41659E9-CE9D-8979-3760-980A0194BF78}"/>
                    </a:ext>
                  </a:extLst>
                </p14:cNvPr>
                <p14:cNvContentPartPr/>
                <p14:nvPr/>
              </p14:nvContentPartPr>
              <p14:xfrm>
                <a:off x="10544091" y="4652280"/>
                <a:ext cx="64440" cy="25272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D41659E9-CE9D-8979-3760-980A0194BF78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10526451" y="4634280"/>
                  <a:ext cx="100080" cy="28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ABFD70F8-4390-083B-5F2F-33F546A728C5}"/>
                    </a:ext>
                  </a:extLst>
                </p14:cNvPr>
                <p14:cNvContentPartPr/>
                <p14:nvPr/>
              </p14:nvContentPartPr>
              <p14:xfrm>
                <a:off x="10581891" y="4611240"/>
                <a:ext cx="121320" cy="11520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ABFD70F8-4390-083B-5F2F-33F546A728C5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10563891" y="4593240"/>
                  <a:ext cx="15696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9B6DC07-C557-F000-4509-6AAD25D1C1D6}"/>
                    </a:ext>
                  </a:extLst>
                </p14:cNvPr>
                <p14:cNvContentPartPr/>
                <p14:nvPr/>
              </p14:nvContentPartPr>
              <p14:xfrm>
                <a:off x="10622931" y="4727880"/>
                <a:ext cx="156600" cy="5616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9B6DC07-C557-F000-4509-6AAD25D1C1D6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0604931" y="4710240"/>
                  <a:ext cx="19224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F86C9EA9-C6A5-0D06-DFF6-271E1EBDB545}"/>
                    </a:ext>
                  </a:extLst>
                </p14:cNvPr>
                <p14:cNvContentPartPr/>
                <p14:nvPr/>
              </p14:nvContentPartPr>
              <p14:xfrm>
                <a:off x="9779091" y="4761000"/>
                <a:ext cx="131040" cy="46836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F86C9EA9-C6A5-0D06-DFF6-271E1EBDB545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9761091" y="4743360"/>
                  <a:ext cx="166680" cy="50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8EC0B656-099A-D524-8E63-22F53205890E}"/>
                    </a:ext>
                  </a:extLst>
                </p14:cNvPr>
                <p14:cNvContentPartPr/>
                <p14:nvPr/>
              </p14:nvContentPartPr>
              <p14:xfrm>
                <a:off x="9751371" y="5137920"/>
                <a:ext cx="192600" cy="13788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8EC0B656-099A-D524-8E63-22F53205890E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9733731" y="5119920"/>
                  <a:ext cx="228240" cy="173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64187AAF-CDE2-95F8-B036-339999BA3343}"/>
              </a:ext>
            </a:extLst>
          </p:cNvPr>
          <p:cNvGrpSpPr/>
          <p:nvPr/>
        </p:nvGrpSpPr>
        <p:grpSpPr>
          <a:xfrm>
            <a:off x="8518371" y="6066360"/>
            <a:ext cx="1672560" cy="523080"/>
            <a:chOff x="8518371" y="6066360"/>
            <a:chExt cx="1672560" cy="523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3135A337-BA1A-EA11-5473-05CD9F64B124}"/>
                    </a:ext>
                  </a:extLst>
                </p14:cNvPr>
                <p14:cNvContentPartPr/>
                <p14:nvPr/>
              </p14:nvContentPartPr>
              <p14:xfrm>
                <a:off x="8518371" y="6275880"/>
                <a:ext cx="80280" cy="31356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3135A337-BA1A-EA11-5473-05CD9F64B124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8500371" y="6258240"/>
                  <a:ext cx="115920" cy="34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B816FEFE-A51C-80DB-B732-DA13012A85B1}"/>
                    </a:ext>
                  </a:extLst>
                </p14:cNvPr>
                <p14:cNvContentPartPr/>
                <p14:nvPr/>
              </p14:nvContentPartPr>
              <p14:xfrm>
                <a:off x="8665971" y="6301440"/>
                <a:ext cx="64800" cy="17208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B816FEFE-A51C-80DB-B732-DA13012A85B1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8647971" y="6283440"/>
                  <a:ext cx="10044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67A973D0-7EF4-0761-F468-BA56D2AF9283}"/>
                    </a:ext>
                  </a:extLst>
                </p14:cNvPr>
                <p14:cNvContentPartPr/>
                <p14:nvPr/>
              </p14:nvContentPartPr>
              <p14:xfrm>
                <a:off x="8601171" y="6421680"/>
                <a:ext cx="73440" cy="6048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67A973D0-7EF4-0761-F468-BA56D2AF9283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8583171" y="6403680"/>
                  <a:ext cx="10908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267B6922-A8B6-CEE4-D849-F1D274E950AA}"/>
                    </a:ext>
                  </a:extLst>
                </p14:cNvPr>
                <p14:cNvContentPartPr/>
                <p14:nvPr/>
              </p14:nvContentPartPr>
              <p14:xfrm>
                <a:off x="8825811" y="6389640"/>
                <a:ext cx="50040" cy="7560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267B6922-A8B6-CEE4-D849-F1D274E950AA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8808171" y="6371640"/>
                  <a:ext cx="8568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F39D4E1B-3F8B-C44C-FB2D-FA750298309B}"/>
                    </a:ext>
                  </a:extLst>
                </p14:cNvPr>
                <p14:cNvContentPartPr/>
                <p14:nvPr/>
              </p14:nvContentPartPr>
              <p14:xfrm>
                <a:off x="8794491" y="6280200"/>
                <a:ext cx="46800" cy="3420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F39D4E1B-3F8B-C44C-FB2D-FA750298309B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8776851" y="6262560"/>
                  <a:ext cx="8244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0F6F2656-AA30-3469-3B1F-551BD0588EAD}"/>
                    </a:ext>
                  </a:extLst>
                </p14:cNvPr>
                <p14:cNvContentPartPr/>
                <p14:nvPr/>
              </p14:nvContentPartPr>
              <p14:xfrm>
                <a:off x="8910051" y="6316200"/>
                <a:ext cx="131400" cy="24984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0F6F2656-AA30-3469-3B1F-551BD0588EAD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8892411" y="6298200"/>
                  <a:ext cx="16704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7885897F-FF21-D113-A462-6C105FF43EE5}"/>
                    </a:ext>
                  </a:extLst>
                </p14:cNvPr>
                <p14:cNvContentPartPr/>
                <p14:nvPr/>
              </p14:nvContentPartPr>
              <p14:xfrm>
                <a:off x="9081771" y="6252480"/>
                <a:ext cx="169200" cy="16632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7885897F-FF21-D113-A462-6C105FF43EE5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9063771" y="6234480"/>
                  <a:ext cx="20484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03B9AA6A-BC86-0310-2C06-6BE0FD720A31}"/>
                    </a:ext>
                  </a:extLst>
                </p14:cNvPr>
                <p14:cNvContentPartPr/>
                <p14:nvPr/>
              </p14:nvContentPartPr>
              <p14:xfrm>
                <a:off x="9554811" y="6106680"/>
                <a:ext cx="72360" cy="24732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03B9AA6A-BC86-0310-2C06-6BE0FD720A31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9536811" y="6089040"/>
                  <a:ext cx="108000" cy="28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AE76506D-2A70-881B-4F3F-36FE2449D76C}"/>
                    </a:ext>
                  </a:extLst>
                </p14:cNvPr>
                <p14:cNvContentPartPr/>
                <p14:nvPr/>
              </p14:nvContentPartPr>
              <p14:xfrm>
                <a:off x="9537531" y="6075720"/>
                <a:ext cx="104760" cy="11016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AE76506D-2A70-881B-4F3F-36FE2449D76C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9519891" y="6058080"/>
                  <a:ext cx="14040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11149D70-D62F-643B-8BEE-B15337727557}"/>
                    </a:ext>
                  </a:extLst>
                </p14:cNvPr>
                <p14:cNvContentPartPr/>
                <p14:nvPr/>
              </p14:nvContentPartPr>
              <p14:xfrm>
                <a:off x="9599811" y="6199560"/>
                <a:ext cx="70560" cy="6336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11149D70-D62F-643B-8BEE-B15337727557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9581811" y="6181560"/>
                  <a:ext cx="10620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8A64F1D5-6117-9E2D-B8ED-8E2E6D95BF27}"/>
                    </a:ext>
                  </a:extLst>
                </p14:cNvPr>
                <p14:cNvContentPartPr/>
                <p14:nvPr/>
              </p14:nvContentPartPr>
              <p14:xfrm>
                <a:off x="9704931" y="6189840"/>
                <a:ext cx="81720" cy="8964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8A64F1D5-6117-9E2D-B8ED-8E2E6D95BF27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9687291" y="6171840"/>
                  <a:ext cx="11736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F8ABCDD2-0191-B1EA-D92A-2E31A77C4163}"/>
                    </a:ext>
                  </a:extLst>
                </p14:cNvPr>
                <p14:cNvContentPartPr/>
                <p14:nvPr/>
              </p14:nvContentPartPr>
              <p14:xfrm>
                <a:off x="9838851" y="6093000"/>
                <a:ext cx="84960" cy="14976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F8ABCDD2-0191-B1EA-D92A-2E31A77C4163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9821211" y="6075360"/>
                  <a:ext cx="12060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14D957EE-91E1-1CA3-0206-D91AFA131791}"/>
                    </a:ext>
                  </a:extLst>
                </p14:cNvPr>
                <p14:cNvContentPartPr/>
                <p14:nvPr/>
              </p14:nvContentPartPr>
              <p14:xfrm>
                <a:off x="10054491" y="6066360"/>
                <a:ext cx="136440" cy="18468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14D957EE-91E1-1CA3-0206-D91AFA131791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10036491" y="6048360"/>
                  <a:ext cx="172080" cy="220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3CE71454-D0C8-7324-81EB-3F83B6D3EEE1}"/>
              </a:ext>
            </a:extLst>
          </p:cNvPr>
          <p:cNvGrpSpPr/>
          <p:nvPr/>
        </p:nvGrpSpPr>
        <p:grpSpPr>
          <a:xfrm>
            <a:off x="10588731" y="5748120"/>
            <a:ext cx="865440" cy="333720"/>
            <a:chOff x="10588731" y="5748120"/>
            <a:chExt cx="865440" cy="333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4E1E7A29-0964-BF04-A022-27B459307D0A}"/>
                    </a:ext>
                  </a:extLst>
                </p14:cNvPr>
                <p14:cNvContentPartPr/>
                <p14:nvPr/>
              </p14:nvContentPartPr>
              <p14:xfrm>
                <a:off x="10588731" y="5947200"/>
                <a:ext cx="153720" cy="13464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4E1E7A29-0964-BF04-A022-27B459307D0A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10571091" y="5929200"/>
                  <a:ext cx="18936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5A32576D-9852-375C-9290-4181FAA31283}"/>
                    </a:ext>
                  </a:extLst>
                </p14:cNvPr>
                <p14:cNvContentPartPr/>
                <p14:nvPr/>
              </p14:nvContentPartPr>
              <p14:xfrm>
                <a:off x="10820931" y="5893920"/>
                <a:ext cx="91080" cy="13428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5A32576D-9852-375C-9290-4181FAA31283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10802931" y="5876280"/>
                  <a:ext cx="12672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97F4E975-C230-558A-89F7-CFD5A0484E91}"/>
                    </a:ext>
                  </a:extLst>
                </p14:cNvPr>
                <p14:cNvContentPartPr/>
                <p14:nvPr/>
              </p14:nvContentPartPr>
              <p14:xfrm>
                <a:off x="10932891" y="5905800"/>
                <a:ext cx="47880" cy="8136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97F4E975-C230-558A-89F7-CFD5A0484E91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10914891" y="5888160"/>
                  <a:ext cx="8352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BF88B57B-DA19-DD50-D99C-A66242E31753}"/>
                    </a:ext>
                  </a:extLst>
                </p14:cNvPr>
                <p14:cNvContentPartPr/>
                <p14:nvPr/>
              </p14:nvContentPartPr>
              <p14:xfrm>
                <a:off x="10937571" y="5756040"/>
                <a:ext cx="21240" cy="2124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BF88B57B-DA19-DD50-D99C-A66242E31753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0919571" y="5738400"/>
                  <a:ext cx="5688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024916E1-4CEC-4AD1-214F-0544D8A81686}"/>
                    </a:ext>
                  </a:extLst>
                </p14:cNvPr>
                <p14:cNvContentPartPr/>
                <p14:nvPr/>
              </p14:nvContentPartPr>
              <p14:xfrm>
                <a:off x="11074011" y="5770800"/>
                <a:ext cx="64440" cy="13356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024916E1-4CEC-4AD1-214F-0544D8A81686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11056011" y="5752800"/>
                  <a:ext cx="10008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4A68247B-B40F-9E16-8A5B-BDAAB7033402}"/>
                    </a:ext>
                  </a:extLst>
                </p14:cNvPr>
                <p14:cNvContentPartPr/>
                <p14:nvPr/>
              </p14:nvContentPartPr>
              <p14:xfrm>
                <a:off x="11205771" y="5748120"/>
                <a:ext cx="248400" cy="12708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4A68247B-B40F-9E16-8A5B-BDAAB7033402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11187771" y="5730120"/>
                  <a:ext cx="284040" cy="16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4F02135F-3611-8673-41EA-8A40D70C4D55}"/>
              </a:ext>
            </a:extLst>
          </p:cNvPr>
          <p:cNvGrpSpPr/>
          <p:nvPr/>
        </p:nvGrpSpPr>
        <p:grpSpPr>
          <a:xfrm>
            <a:off x="9929931" y="6400800"/>
            <a:ext cx="765000" cy="385200"/>
            <a:chOff x="9929931" y="6400800"/>
            <a:chExt cx="765000" cy="385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CBA3C6DA-4213-3D86-A112-50F0D5918B34}"/>
                    </a:ext>
                  </a:extLst>
                </p14:cNvPr>
                <p14:cNvContentPartPr/>
                <p14:nvPr/>
              </p14:nvContentPartPr>
              <p14:xfrm>
                <a:off x="9929931" y="6532200"/>
                <a:ext cx="181080" cy="25380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CBA3C6DA-4213-3D86-A112-50F0D5918B34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9912291" y="6514560"/>
                  <a:ext cx="21672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4C68D5AC-42A6-600F-EC5B-7010BC036663}"/>
                    </a:ext>
                  </a:extLst>
                </p14:cNvPr>
                <p14:cNvContentPartPr/>
                <p14:nvPr/>
              </p14:nvContentPartPr>
              <p14:xfrm>
                <a:off x="10199571" y="6523920"/>
                <a:ext cx="91080" cy="13572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4C68D5AC-42A6-600F-EC5B-7010BC036663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10181571" y="6505920"/>
                  <a:ext cx="12672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81DCC85D-1A3C-7DBF-5C2D-3CE925591EBB}"/>
                    </a:ext>
                  </a:extLst>
                </p14:cNvPr>
                <p14:cNvContentPartPr/>
                <p14:nvPr/>
              </p14:nvContentPartPr>
              <p14:xfrm>
                <a:off x="10324491" y="6479280"/>
                <a:ext cx="225000" cy="13320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81DCC85D-1A3C-7DBF-5C2D-3CE925591EBB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10306491" y="6461280"/>
                  <a:ext cx="26064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BF4040B9-F8C3-A708-9BF5-0FA7BB663C38}"/>
                    </a:ext>
                  </a:extLst>
                </p14:cNvPr>
                <p14:cNvContentPartPr/>
                <p14:nvPr/>
              </p14:nvContentPartPr>
              <p14:xfrm>
                <a:off x="10590171" y="6400800"/>
                <a:ext cx="104760" cy="15480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BF4040B9-F8C3-A708-9BF5-0FA7BB663C38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10572531" y="6382800"/>
                  <a:ext cx="140400" cy="190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512DC68F-BBC9-B2D9-45E8-D8706545A27A}"/>
              </a:ext>
            </a:extLst>
          </p:cNvPr>
          <p:cNvGrpSpPr/>
          <p:nvPr/>
        </p:nvGrpSpPr>
        <p:grpSpPr>
          <a:xfrm>
            <a:off x="11009571" y="6095880"/>
            <a:ext cx="898560" cy="348480"/>
            <a:chOff x="11009571" y="6095880"/>
            <a:chExt cx="898560" cy="348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6BE4B92A-52FB-6543-45F1-95E41D511BCD}"/>
                    </a:ext>
                  </a:extLst>
                </p14:cNvPr>
                <p14:cNvContentPartPr/>
                <p14:nvPr/>
              </p14:nvContentPartPr>
              <p14:xfrm>
                <a:off x="11009571" y="6179760"/>
                <a:ext cx="149760" cy="26460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6BE4B92A-52FB-6543-45F1-95E41D511BCD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10991931" y="6162120"/>
                  <a:ext cx="185400" cy="30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A5B3F631-A247-294F-0147-EFF475CB37B6}"/>
                    </a:ext>
                  </a:extLst>
                </p14:cNvPr>
                <p14:cNvContentPartPr/>
                <p14:nvPr/>
              </p14:nvContentPartPr>
              <p14:xfrm>
                <a:off x="11247531" y="6254280"/>
                <a:ext cx="79560" cy="12132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A5B3F631-A247-294F-0147-EFF475CB37B6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11229531" y="6236280"/>
                  <a:ext cx="11520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10C59294-7EA0-6476-3489-5825FA5172E5}"/>
                    </a:ext>
                  </a:extLst>
                </p14:cNvPr>
                <p14:cNvContentPartPr/>
                <p14:nvPr/>
              </p14:nvContentPartPr>
              <p14:xfrm>
                <a:off x="11403411" y="6188760"/>
                <a:ext cx="207720" cy="12924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10C59294-7EA0-6476-3489-5825FA5172E5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11385771" y="6170760"/>
                  <a:ext cx="24336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A4BD2E4E-47CC-4FBF-9E57-F75AFF555E5C}"/>
                    </a:ext>
                  </a:extLst>
                </p14:cNvPr>
                <p14:cNvContentPartPr/>
                <p14:nvPr/>
              </p14:nvContentPartPr>
              <p14:xfrm>
                <a:off x="11659731" y="6095880"/>
                <a:ext cx="248400" cy="13968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A4BD2E4E-47CC-4FBF-9E57-F75AFF555E5C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11641731" y="6077880"/>
                  <a:ext cx="284040" cy="1753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25808591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D40CDF-57F3-2286-184A-2101804BFC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Drift correction</a:t>
            </a:r>
          </a:p>
        </p:txBody>
      </p:sp>
      <p:pic>
        <p:nvPicPr>
          <p:cNvPr id="6" name="Content Placeholder 5" descr="A graph of a graph&#10;&#10;Description automatically generated with medium confidence">
            <a:extLst>
              <a:ext uri="{FF2B5EF4-FFF2-40B4-BE49-F238E27FC236}">
                <a16:creationId xmlns:a16="http://schemas.microsoft.com/office/drawing/2014/main" id="{032BFCDE-32E1-58C5-BB26-A2BB0920545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1289" y="863217"/>
            <a:ext cx="6636383" cy="5131566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2E61B1-5022-1CF2-E9A4-D38CCF0B7C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33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2879731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C4130A-12A2-0FC5-D3BA-DC9A4A152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Peak detection</a:t>
            </a:r>
          </a:p>
        </p:txBody>
      </p:sp>
      <p:pic>
        <p:nvPicPr>
          <p:cNvPr id="6" name="Content Placeholder 5" descr="A graph of a graph of a graph&#10;&#10;Description automatically generated with medium confidence">
            <a:extLst>
              <a:ext uri="{FF2B5EF4-FFF2-40B4-BE49-F238E27FC236}">
                <a16:creationId xmlns:a16="http://schemas.microsoft.com/office/drawing/2014/main" id="{8A0FC4B8-26C9-BFF2-9059-A47A7FF4B93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254759"/>
            <a:ext cx="10515600" cy="3346217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B8BF33-626D-D18B-322E-72EBC7D9B5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34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8089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C53CA-3BAA-A538-5E62-4B89D1BDA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Heart rate</a:t>
            </a:r>
          </a:p>
        </p:txBody>
      </p:sp>
      <p:pic>
        <p:nvPicPr>
          <p:cNvPr id="6" name="Content Placeholder 5" descr="A graph of a graph with red lines&#10;&#10;Description automatically generated with medium confidence">
            <a:extLst>
              <a:ext uri="{FF2B5EF4-FFF2-40B4-BE49-F238E27FC236}">
                <a16:creationId xmlns:a16="http://schemas.microsoft.com/office/drawing/2014/main" id="{03040F2E-1134-6BCD-9AA7-D98F7A8A5DD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340233"/>
            <a:ext cx="10515600" cy="4177533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BB5F3D-77BE-194E-0373-E99E88DDF2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35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888863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1ED4AF-ED54-BB22-487E-A2597EC918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single component to find heart rate</a:t>
            </a:r>
          </a:p>
        </p:txBody>
      </p:sp>
      <p:pic>
        <p:nvPicPr>
          <p:cNvPr id="6" name="Content Placeholder 5" descr="A graph of a signal&#10;&#10;Description automatically generated with medium confidence">
            <a:extLst>
              <a:ext uri="{FF2B5EF4-FFF2-40B4-BE49-F238E27FC236}">
                <a16:creationId xmlns:a16="http://schemas.microsoft.com/office/drawing/2014/main" id="{AAAF528B-8DFA-088A-F8CC-46ECA2809C3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2845" y="1086154"/>
            <a:ext cx="6484160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44A14B-4572-FABE-506B-EC8015E45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36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D71EC742-8C9A-C7DE-1084-A162C34BEED8}"/>
                  </a:ext>
                </a:extLst>
              </p14:cNvPr>
              <p14:cNvContentPartPr/>
              <p14:nvPr/>
            </p14:nvContentPartPr>
            <p14:xfrm>
              <a:off x="5040318" y="2745949"/>
              <a:ext cx="561240" cy="9792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D71EC742-8C9A-C7DE-1084-A162C34BEED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022318" y="2727949"/>
                <a:ext cx="596880" cy="133560"/>
              </a:xfrm>
              <a:prstGeom prst="rect">
                <a:avLst/>
              </a:prstGeom>
            </p:spPr>
          </p:pic>
        </mc:Fallback>
      </mc:AlternateContent>
      <p:grpSp>
        <p:nvGrpSpPr>
          <p:cNvPr id="9" name="Group 8">
            <a:extLst>
              <a:ext uri="{FF2B5EF4-FFF2-40B4-BE49-F238E27FC236}">
                <a16:creationId xmlns:a16="http://schemas.microsoft.com/office/drawing/2014/main" id="{23F31616-A7F0-DD8F-1FE2-81C7E48778FE}"/>
              </a:ext>
            </a:extLst>
          </p:cNvPr>
          <p:cNvGrpSpPr/>
          <p:nvPr/>
        </p:nvGrpSpPr>
        <p:grpSpPr>
          <a:xfrm>
            <a:off x="5367558" y="2445709"/>
            <a:ext cx="765000" cy="1739160"/>
            <a:chOff x="5367558" y="2445709"/>
            <a:chExt cx="765000" cy="1739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53EADFDD-33D7-6441-ECBC-A64415DE5B29}"/>
                    </a:ext>
                  </a:extLst>
                </p14:cNvPr>
                <p14:cNvContentPartPr/>
                <p14:nvPr/>
              </p14:nvContentPartPr>
              <p14:xfrm>
                <a:off x="5733678" y="2445709"/>
                <a:ext cx="398880" cy="4910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53EADFDD-33D7-6441-ECBC-A64415DE5B29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715678" y="2428069"/>
                  <a:ext cx="434520" cy="52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992ACD1E-EF57-1681-954B-AD3CB870463D}"/>
                    </a:ext>
                  </a:extLst>
                </p14:cNvPr>
                <p14:cNvContentPartPr/>
                <p14:nvPr/>
              </p14:nvContentPartPr>
              <p14:xfrm>
                <a:off x="5457198" y="2804269"/>
                <a:ext cx="473760" cy="13662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992ACD1E-EF57-1681-954B-AD3CB870463D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5439198" y="2786269"/>
                  <a:ext cx="509400" cy="140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9D6982E9-052E-86D8-CD06-02CAF8EAC96A}"/>
                    </a:ext>
                  </a:extLst>
                </p14:cNvPr>
                <p14:cNvContentPartPr/>
                <p14:nvPr/>
              </p14:nvContentPartPr>
              <p14:xfrm>
                <a:off x="5367558" y="4024309"/>
                <a:ext cx="202680" cy="1605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9D6982E9-052E-86D8-CD06-02CAF8EAC96A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5349558" y="4006669"/>
                  <a:ext cx="238320" cy="196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64BA263F-0C8A-8DD8-8512-030C7AC617C8}"/>
              </a:ext>
            </a:extLst>
          </p:cNvPr>
          <p:cNvGrpSpPr/>
          <p:nvPr/>
        </p:nvGrpSpPr>
        <p:grpSpPr>
          <a:xfrm>
            <a:off x="9306051" y="3363480"/>
            <a:ext cx="228240" cy="1149120"/>
            <a:chOff x="9306051" y="3363480"/>
            <a:chExt cx="228240" cy="1149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2F867AF6-864D-1B1F-A881-7EC890C5032D}"/>
                    </a:ext>
                  </a:extLst>
                </p14:cNvPr>
                <p14:cNvContentPartPr/>
                <p14:nvPr/>
              </p14:nvContentPartPr>
              <p14:xfrm>
                <a:off x="9416931" y="3363480"/>
                <a:ext cx="89280" cy="110484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2F867AF6-864D-1B1F-A881-7EC890C5032D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9398931" y="3345480"/>
                  <a:ext cx="124920" cy="11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CAD5C131-EC77-73D9-344A-2178382CFEAC}"/>
                    </a:ext>
                  </a:extLst>
                </p14:cNvPr>
                <p14:cNvContentPartPr/>
                <p14:nvPr/>
              </p14:nvContentPartPr>
              <p14:xfrm>
                <a:off x="9306051" y="4340160"/>
                <a:ext cx="228240" cy="17244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CAD5C131-EC77-73D9-344A-2178382CFEAC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9288411" y="4322160"/>
                  <a:ext cx="263880" cy="208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33203F4F-4166-E51F-ECE8-257C14BFA582}"/>
              </a:ext>
            </a:extLst>
          </p:cNvPr>
          <p:cNvGrpSpPr/>
          <p:nvPr/>
        </p:nvGrpSpPr>
        <p:grpSpPr>
          <a:xfrm>
            <a:off x="9804651" y="3038040"/>
            <a:ext cx="1094040" cy="822960"/>
            <a:chOff x="9804651" y="3038040"/>
            <a:chExt cx="1094040" cy="822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32743F26-871D-9282-3954-6BC9BE33FF88}"/>
                    </a:ext>
                  </a:extLst>
                </p14:cNvPr>
                <p14:cNvContentPartPr/>
                <p14:nvPr/>
              </p14:nvContentPartPr>
              <p14:xfrm>
                <a:off x="9804651" y="3194280"/>
                <a:ext cx="247680" cy="17280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32743F26-871D-9282-3954-6BC9BE33FF88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9787011" y="3176640"/>
                  <a:ext cx="28332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02B1FE94-84FE-9A6E-5A90-F18ACB3086D0}"/>
                    </a:ext>
                  </a:extLst>
                </p14:cNvPr>
                <p14:cNvContentPartPr/>
                <p14:nvPr/>
              </p14:nvContentPartPr>
              <p14:xfrm>
                <a:off x="10163211" y="3160440"/>
                <a:ext cx="113040" cy="17676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02B1FE94-84FE-9A6E-5A90-F18ACB3086D0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0145571" y="3142440"/>
                  <a:ext cx="14868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5CE44498-7907-C2CE-D588-85B49C5CCDBC}"/>
                    </a:ext>
                  </a:extLst>
                </p14:cNvPr>
                <p14:cNvContentPartPr/>
                <p14:nvPr/>
              </p14:nvContentPartPr>
              <p14:xfrm>
                <a:off x="10372011" y="3182040"/>
                <a:ext cx="49320" cy="12276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5CE44498-7907-C2CE-D588-85B49C5CCDBC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0354011" y="3164040"/>
                  <a:ext cx="8496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8A291D4E-1852-F3FE-1867-6D4BB8BA0DE3}"/>
                    </a:ext>
                  </a:extLst>
                </p14:cNvPr>
                <p14:cNvContentPartPr/>
                <p14:nvPr/>
              </p14:nvContentPartPr>
              <p14:xfrm>
                <a:off x="10392531" y="3038040"/>
                <a:ext cx="22680" cy="2592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8A291D4E-1852-F3FE-1867-6D4BB8BA0DE3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0374531" y="3020040"/>
                  <a:ext cx="5832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81170AF2-CD84-C515-FBF1-9E7EED579508}"/>
                    </a:ext>
                  </a:extLst>
                </p14:cNvPr>
                <p14:cNvContentPartPr/>
                <p14:nvPr/>
              </p14:nvContentPartPr>
              <p14:xfrm>
                <a:off x="10478211" y="3160440"/>
                <a:ext cx="150840" cy="11520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81170AF2-CD84-C515-FBF1-9E7EED579508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0460571" y="3142440"/>
                  <a:ext cx="18648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7E9C0BC0-EBF7-A467-ECE6-57BEDBEE60D2}"/>
                    </a:ext>
                  </a:extLst>
                </p14:cNvPr>
                <p14:cNvContentPartPr/>
                <p14:nvPr/>
              </p14:nvContentPartPr>
              <p14:xfrm>
                <a:off x="10716531" y="3135240"/>
                <a:ext cx="182160" cy="29232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7E9C0BC0-EBF7-A467-ECE6-57BEDBEE60D2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0698531" y="3117240"/>
                  <a:ext cx="217800" cy="32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13FFEA70-459E-8A43-900C-FB227E73C990}"/>
                    </a:ext>
                  </a:extLst>
                </p14:cNvPr>
                <p14:cNvContentPartPr/>
                <p14:nvPr/>
              </p14:nvContentPartPr>
              <p14:xfrm>
                <a:off x="10027491" y="3691080"/>
                <a:ext cx="170280" cy="16992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13FFEA70-459E-8A43-900C-FB227E73C990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10009491" y="3673080"/>
                  <a:ext cx="20592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4DAD6C01-5D86-9987-112B-119D2194D870}"/>
                    </a:ext>
                  </a:extLst>
                </p14:cNvPr>
                <p14:cNvContentPartPr/>
                <p14:nvPr/>
              </p14:nvContentPartPr>
              <p14:xfrm>
                <a:off x="10266171" y="3666240"/>
                <a:ext cx="172440" cy="12888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4DAD6C01-5D86-9987-112B-119D2194D870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10248171" y="3648240"/>
                  <a:ext cx="20808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9A138D4D-89F6-6A8C-DEDC-C349684345EB}"/>
                    </a:ext>
                  </a:extLst>
                </p14:cNvPr>
                <p14:cNvContentPartPr/>
                <p14:nvPr/>
              </p14:nvContentPartPr>
              <p14:xfrm>
                <a:off x="10512771" y="3526560"/>
                <a:ext cx="79920" cy="20916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9A138D4D-89F6-6A8C-DEDC-C349684345EB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0495131" y="3508920"/>
                  <a:ext cx="11556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28260764-0D8F-9093-D27A-CCEEA8CB90D1}"/>
                    </a:ext>
                  </a:extLst>
                </p14:cNvPr>
                <p14:cNvContentPartPr/>
                <p14:nvPr/>
              </p14:nvContentPartPr>
              <p14:xfrm>
                <a:off x="10669371" y="3600360"/>
                <a:ext cx="100440" cy="18648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28260764-0D8F-9093-D27A-CCEEA8CB90D1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10651731" y="3582360"/>
                  <a:ext cx="136080" cy="222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5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7AF0B1AB-63E6-9EDA-E766-74B120AA4445}"/>
                  </a:ext>
                </a:extLst>
              </p14:cNvPr>
              <p14:cNvContentPartPr/>
              <p14:nvPr/>
            </p14:nvContentPartPr>
            <p14:xfrm>
              <a:off x="11134851" y="3449160"/>
              <a:ext cx="95400" cy="268920"/>
            </p14:xfrm>
          </p:contentPart>
        </mc:Choice>
        <mc:Fallback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7AF0B1AB-63E6-9EDA-E766-74B120AA4445}"/>
                  </a:ext>
                </a:extLst>
              </p:cNvPr>
              <p:cNvPicPr/>
              <p:nvPr/>
            </p:nvPicPr>
            <p:blipFill>
              <a:blip r:embed="rId36"/>
              <a:stretch>
                <a:fillRect/>
              </a:stretch>
            </p:blipFill>
            <p:spPr>
              <a:xfrm>
                <a:off x="11116851" y="3431520"/>
                <a:ext cx="131040" cy="304560"/>
              </a:xfrm>
              <a:prstGeom prst="rect">
                <a:avLst/>
              </a:prstGeom>
            </p:spPr>
          </p:pic>
        </mc:Fallback>
      </mc:AlternateContent>
      <p:grpSp>
        <p:nvGrpSpPr>
          <p:cNvPr id="29" name="Group 28">
            <a:extLst>
              <a:ext uri="{FF2B5EF4-FFF2-40B4-BE49-F238E27FC236}">
                <a16:creationId xmlns:a16="http://schemas.microsoft.com/office/drawing/2014/main" id="{D74283D0-D9CC-0C4D-20C2-D9BFF0FAAFBA}"/>
              </a:ext>
            </a:extLst>
          </p:cNvPr>
          <p:cNvGrpSpPr/>
          <p:nvPr/>
        </p:nvGrpSpPr>
        <p:grpSpPr>
          <a:xfrm>
            <a:off x="10351491" y="4177440"/>
            <a:ext cx="752760" cy="373680"/>
            <a:chOff x="10351491" y="4177440"/>
            <a:chExt cx="752760" cy="373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38477FA6-0E8B-9F03-7AD3-A60A35756C2A}"/>
                    </a:ext>
                  </a:extLst>
                </p14:cNvPr>
                <p14:cNvContentPartPr/>
                <p14:nvPr/>
              </p14:nvContentPartPr>
              <p14:xfrm>
                <a:off x="10404051" y="4189320"/>
                <a:ext cx="67320" cy="36180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38477FA6-0E8B-9F03-7AD3-A60A35756C2A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0386051" y="4171680"/>
                  <a:ext cx="102960" cy="39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A80A85D5-8B3E-3837-729F-40ABE1357DC4}"/>
                    </a:ext>
                  </a:extLst>
                </p14:cNvPr>
                <p14:cNvContentPartPr/>
                <p14:nvPr/>
              </p14:nvContentPartPr>
              <p14:xfrm>
                <a:off x="10351491" y="4289400"/>
                <a:ext cx="150120" cy="1094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A80A85D5-8B3E-3837-729F-40ABE1357DC4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0333491" y="4271400"/>
                  <a:ext cx="18576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EB52B3B8-7432-5AE4-9C19-FDE534C5C71B}"/>
                    </a:ext>
                  </a:extLst>
                </p14:cNvPr>
                <p14:cNvContentPartPr/>
                <p14:nvPr/>
              </p14:nvContentPartPr>
              <p14:xfrm>
                <a:off x="10543371" y="4316400"/>
                <a:ext cx="109080" cy="13140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EB52B3B8-7432-5AE4-9C19-FDE534C5C71B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0525371" y="4298400"/>
                  <a:ext cx="14472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4FAC0368-A34A-74DE-CEFA-B23A3E1AE8A7}"/>
                    </a:ext>
                  </a:extLst>
                </p14:cNvPr>
                <p14:cNvContentPartPr/>
                <p14:nvPr/>
              </p14:nvContentPartPr>
              <p14:xfrm>
                <a:off x="10746051" y="4258080"/>
                <a:ext cx="82440" cy="13320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4FAC0368-A34A-74DE-CEFA-B23A3E1AE8A7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0728051" y="4240440"/>
                  <a:ext cx="11808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ADD1078-7B5D-7215-CC38-888176B10406}"/>
                    </a:ext>
                  </a:extLst>
                </p14:cNvPr>
                <p14:cNvContentPartPr/>
                <p14:nvPr/>
              </p14:nvContentPartPr>
              <p14:xfrm>
                <a:off x="10942251" y="4177440"/>
                <a:ext cx="162000" cy="24552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ADD1078-7B5D-7215-CC38-888176B10406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0924251" y="4159440"/>
                  <a:ext cx="197640" cy="281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7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3EA8CD80-D354-3689-32B5-14F2F1200913}"/>
                  </a:ext>
                </a:extLst>
              </p14:cNvPr>
              <p14:cNvContentPartPr/>
              <p14:nvPr/>
            </p14:nvContentPartPr>
            <p14:xfrm>
              <a:off x="11302611" y="4194720"/>
              <a:ext cx="3600" cy="3600"/>
            </p14:xfrm>
          </p:contentPart>
        </mc:Choice>
        <mc:Fallback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3EA8CD80-D354-3689-32B5-14F2F1200913}"/>
                  </a:ext>
                </a:extLst>
              </p:cNvPr>
              <p:cNvPicPr/>
              <p:nvPr/>
            </p:nvPicPr>
            <p:blipFill>
              <a:blip r:embed="rId48"/>
              <a:stretch>
                <a:fillRect/>
              </a:stretch>
            </p:blipFill>
            <p:spPr>
              <a:xfrm>
                <a:off x="11284971" y="4177080"/>
                <a:ext cx="39240" cy="39240"/>
              </a:xfrm>
              <a:prstGeom prst="rect">
                <a:avLst/>
              </a:prstGeom>
            </p:spPr>
          </p:pic>
        </mc:Fallback>
      </mc:AlternateContent>
      <p:grpSp>
        <p:nvGrpSpPr>
          <p:cNvPr id="37" name="Group 36">
            <a:extLst>
              <a:ext uri="{FF2B5EF4-FFF2-40B4-BE49-F238E27FC236}">
                <a16:creationId xmlns:a16="http://schemas.microsoft.com/office/drawing/2014/main" id="{AD455576-8030-B145-D2CA-91FE58EE5C12}"/>
              </a:ext>
            </a:extLst>
          </p:cNvPr>
          <p:cNvGrpSpPr/>
          <p:nvPr/>
        </p:nvGrpSpPr>
        <p:grpSpPr>
          <a:xfrm>
            <a:off x="9570291" y="1456920"/>
            <a:ext cx="869760" cy="386640"/>
            <a:chOff x="9570291" y="1456920"/>
            <a:chExt cx="869760" cy="386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CED85064-6887-90C5-C2C8-869E80127727}"/>
                    </a:ext>
                  </a:extLst>
                </p14:cNvPr>
                <p14:cNvContentPartPr/>
                <p14:nvPr/>
              </p14:nvContentPartPr>
              <p14:xfrm>
                <a:off x="9570291" y="1458360"/>
                <a:ext cx="99000" cy="38520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CED85064-6887-90C5-C2C8-869E80127727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9552651" y="1440720"/>
                  <a:ext cx="134640" cy="42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05F7CF55-B3CA-8132-15C4-DCDC1769A626}"/>
                    </a:ext>
                  </a:extLst>
                </p14:cNvPr>
                <p14:cNvContentPartPr/>
                <p14:nvPr/>
              </p14:nvContentPartPr>
              <p14:xfrm>
                <a:off x="9622491" y="1480680"/>
                <a:ext cx="156240" cy="14004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05F7CF55-B3CA-8132-15C4-DCDC1769A626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9604491" y="1462680"/>
                  <a:ext cx="19188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77342E19-7AF4-E187-CD7D-3155634BC57D}"/>
                    </a:ext>
                  </a:extLst>
                </p14:cNvPr>
                <p14:cNvContentPartPr/>
                <p14:nvPr/>
              </p14:nvContentPartPr>
              <p14:xfrm>
                <a:off x="9831651" y="1549800"/>
                <a:ext cx="108720" cy="22068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77342E19-7AF4-E187-CD7D-3155634BC57D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9814011" y="1531800"/>
                  <a:ext cx="144360" cy="25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ACDCC655-EFE8-16EA-B36C-DCAB899B9EC4}"/>
                    </a:ext>
                  </a:extLst>
                </p14:cNvPr>
                <p14:cNvContentPartPr/>
                <p14:nvPr/>
              </p14:nvContentPartPr>
              <p14:xfrm>
                <a:off x="9873051" y="1456920"/>
                <a:ext cx="167760" cy="15408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ACDCC655-EFE8-16EA-B36C-DCAB899B9EC4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9855051" y="1439280"/>
                  <a:ext cx="20340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A5BF6C69-4A91-EAA4-B6BD-0A9C6379D6A6}"/>
                    </a:ext>
                  </a:extLst>
                </p14:cNvPr>
                <p14:cNvContentPartPr/>
                <p14:nvPr/>
              </p14:nvContentPartPr>
              <p14:xfrm>
                <a:off x="10148451" y="1475640"/>
                <a:ext cx="291600" cy="30564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A5BF6C69-4A91-EAA4-B6BD-0A9C6379D6A6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0130451" y="1457640"/>
                  <a:ext cx="327240" cy="341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9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6B2E6F59-B177-7C67-0E24-DAC2F46797FF}"/>
                  </a:ext>
                </a:extLst>
              </p14:cNvPr>
              <p14:cNvContentPartPr/>
              <p14:nvPr/>
            </p14:nvContentPartPr>
            <p14:xfrm>
              <a:off x="3746931" y="901440"/>
              <a:ext cx="72720" cy="1759320"/>
            </p14:xfrm>
          </p:contentPart>
        </mc:Choice>
        <mc:Fallback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6B2E6F59-B177-7C67-0E24-DAC2F46797FF}"/>
                  </a:ext>
                </a:extLst>
              </p:cNvPr>
              <p:cNvPicPr/>
              <p:nvPr/>
            </p:nvPicPr>
            <p:blipFill>
              <a:blip r:embed="rId60"/>
              <a:stretch>
                <a:fillRect/>
              </a:stretch>
            </p:blipFill>
            <p:spPr>
              <a:xfrm>
                <a:off x="3728931" y="883800"/>
                <a:ext cx="108360" cy="1794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1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BADDED36-D2D8-D894-EC87-FB9E3E3574D5}"/>
                  </a:ext>
                </a:extLst>
              </p14:cNvPr>
              <p14:cNvContentPartPr/>
              <p14:nvPr/>
            </p14:nvContentPartPr>
            <p14:xfrm>
              <a:off x="4437051" y="882000"/>
              <a:ext cx="52920" cy="1659960"/>
            </p14:xfrm>
          </p:contentPart>
        </mc:Choice>
        <mc:Fallback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BADDED36-D2D8-D894-EC87-FB9E3E3574D5}"/>
                  </a:ext>
                </a:extLst>
              </p:cNvPr>
              <p:cNvPicPr/>
              <p:nvPr/>
            </p:nvPicPr>
            <p:blipFill>
              <a:blip r:embed="rId62"/>
              <a:stretch>
                <a:fillRect/>
              </a:stretch>
            </p:blipFill>
            <p:spPr>
              <a:xfrm>
                <a:off x="4419411" y="864000"/>
                <a:ext cx="88560" cy="169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3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E0C81CFE-EE6A-D539-0A2A-7E99FAC2DB56}"/>
                  </a:ext>
                </a:extLst>
              </p14:cNvPr>
              <p14:cNvContentPartPr/>
              <p14:nvPr/>
            </p14:nvContentPartPr>
            <p14:xfrm>
              <a:off x="5145891" y="929520"/>
              <a:ext cx="43920" cy="1711080"/>
            </p14:xfrm>
          </p:contentPart>
        </mc:Choice>
        <mc:Fallback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E0C81CFE-EE6A-D539-0A2A-7E99FAC2DB56}"/>
                  </a:ext>
                </a:extLst>
              </p:cNvPr>
              <p:cNvPicPr/>
              <p:nvPr/>
            </p:nvPicPr>
            <p:blipFill>
              <a:blip r:embed="rId64"/>
              <a:stretch>
                <a:fillRect/>
              </a:stretch>
            </p:blipFill>
            <p:spPr>
              <a:xfrm>
                <a:off x="5127891" y="911520"/>
                <a:ext cx="79560" cy="174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5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91E330AC-704D-AFF4-88C3-33E4D1741F9D}"/>
                  </a:ext>
                </a:extLst>
              </p14:cNvPr>
              <p14:cNvContentPartPr/>
              <p14:nvPr/>
            </p14:nvContentPartPr>
            <p14:xfrm>
              <a:off x="5872011" y="865440"/>
              <a:ext cx="24480" cy="1649520"/>
            </p14:xfrm>
          </p:contentPart>
        </mc:Choice>
        <mc:Fallback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91E330AC-704D-AFF4-88C3-33E4D1741F9D}"/>
                  </a:ext>
                </a:extLst>
              </p:cNvPr>
              <p:cNvPicPr/>
              <p:nvPr/>
            </p:nvPicPr>
            <p:blipFill>
              <a:blip r:embed="rId66"/>
              <a:stretch>
                <a:fillRect/>
              </a:stretch>
            </p:blipFill>
            <p:spPr>
              <a:xfrm>
                <a:off x="5854371" y="847440"/>
                <a:ext cx="60120" cy="168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7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785AED01-B075-C87A-73B8-87F89B6202A3}"/>
                  </a:ext>
                </a:extLst>
              </p14:cNvPr>
              <p14:cNvContentPartPr/>
              <p14:nvPr/>
            </p14:nvContentPartPr>
            <p14:xfrm>
              <a:off x="6571131" y="854640"/>
              <a:ext cx="45720" cy="1632960"/>
            </p14:xfrm>
          </p:contentPart>
        </mc:Choice>
        <mc:Fallback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785AED01-B075-C87A-73B8-87F89B6202A3}"/>
                  </a:ext>
                </a:extLst>
              </p:cNvPr>
              <p:cNvPicPr/>
              <p:nvPr/>
            </p:nvPicPr>
            <p:blipFill>
              <a:blip r:embed="rId68"/>
              <a:stretch>
                <a:fillRect/>
              </a:stretch>
            </p:blipFill>
            <p:spPr>
              <a:xfrm>
                <a:off x="6553131" y="836640"/>
                <a:ext cx="81360" cy="1668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9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9D860EFD-379A-6AE1-789B-E795D57700F1}"/>
                  </a:ext>
                </a:extLst>
              </p14:cNvPr>
              <p14:cNvContentPartPr/>
              <p14:nvPr/>
            </p14:nvContentPartPr>
            <p14:xfrm>
              <a:off x="7165131" y="844200"/>
              <a:ext cx="68760" cy="1784880"/>
            </p14:xfrm>
          </p:contentPart>
        </mc:Choice>
        <mc:Fallback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9D860EFD-379A-6AE1-789B-E795D57700F1}"/>
                  </a:ext>
                </a:extLst>
              </p:cNvPr>
              <p:cNvPicPr/>
              <p:nvPr/>
            </p:nvPicPr>
            <p:blipFill>
              <a:blip r:embed="rId70"/>
              <a:stretch>
                <a:fillRect/>
              </a:stretch>
            </p:blipFill>
            <p:spPr>
              <a:xfrm>
                <a:off x="7147131" y="826560"/>
                <a:ext cx="104400" cy="1820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1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020C4BFF-BA62-C0A3-95A5-A13E47F71CED}"/>
                  </a:ext>
                </a:extLst>
              </p14:cNvPr>
              <p14:cNvContentPartPr/>
              <p14:nvPr/>
            </p14:nvContentPartPr>
            <p14:xfrm>
              <a:off x="7978011" y="820440"/>
              <a:ext cx="77760" cy="1772640"/>
            </p14:xfrm>
          </p:contentPart>
        </mc:Choice>
        <mc:Fallback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020C4BFF-BA62-C0A3-95A5-A13E47F71CED}"/>
                  </a:ext>
                </a:extLst>
              </p:cNvPr>
              <p:cNvPicPr/>
              <p:nvPr/>
            </p:nvPicPr>
            <p:blipFill>
              <a:blip r:embed="rId72"/>
              <a:stretch>
                <a:fillRect/>
              </a:stretch>
            </p:blipFill>
            <p:spPr>
              <a:xfrm>
                <a:off x="7960011" y="802800"/>
                <a:ext cx="113400" cy="1808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3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DBD351BB-3143-94BD-4039-D948818A2E95}"/>
                  </a:ext>
                </a:extLst>
              </p14:cNvPr>
              <p14:cNvContentPartPr/>
              <p14:nvPr/>
            </p14:nvContentPartPr>
            <p14:xfrm>
              <a:off x="8652291" y="851040"/>
              <a:ext cx="49680" cy="1654920"/>
            </p14:xfrm>
          </p:contentPart>
        </mc:Choice>
        <mc:Fallback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DBD351BB-3143-94BD-4039-D948818A2E95}"/>
                  </a:ext>
                </a:extLst>
              </p:cNvPr>
              <p:cNvPicPr/>
              <p:nvPr/>
            </p:nvPicPr>
            <p:blipFill>
              <a:blip r:embed="rId74"/>
              <a:stretch>
                <a:fillRect/>
              </a:stretch>
            </p:blipFill>
            <p:spPr>
              <a:xfrm>
                <a:off x="8634651" y="833040"/>
                <a:ext cx="85320" cy="1690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5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DCA27C08-9120-A8A8-B013-99C583E59730}"/>
                  </a:ext>
                </a:extLst>
              </p14:cNvPr>
              <p14:cNvContentPartPr/>
              <p14:nvPr/>
            </p14:nvContentPartPr>
            <p14:xfrm>
              <a:off x="5676891" y="2590560"/>
              <a:ext cx="371520" cy="392040"/>
            </p14:xfrm>
          </p:contentPart>
        </mc:Choice>
        <mc:Fallback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DCA27C08-9120-A8A8-B013-99C583E59730}"/>
                  </a:ext>
                </a:extLst>
              </p:cNvPr>
              <p:cNvPicPr/>
              <p:nvPr/>
            </p:nvPicPr>
            <p:blipFill>
              <a:blip r:embed="rId76"/>
              <a:stretch>
                <a:fillRect/>
              </a:stretch>
            </p:blipFill>
            <p:spPr>
              <a:xfrm>
                <a:off x="5658891" y="2572920"/>
                <a:ext cx="407160" cy="427680"/>
              </a:xfrm>
              <a:prstGeom prst="rect">
                <a:avLst/>
              </a:prstGeom>
            </p:spPr>
          </p:pic>
        </mc:Fallback>
      </mc:AlternateContent>
      <p:grpSp>
        <p:nvGrpSpPr>
          <p:cNvPr id="52" name="Group 51">
            <a:extLst>
              <a:ext uri="{FF2B5EF4-FFF2-40B4-BE49-F238E27FC236}">
                <a16:creationId xmlns:a16="http://schemas.microsoft.com/office/drawing/2014/main" id="{205611B0-BB6A-A775-ABF1-4481D81D1E63}"/>
              </a:ext>
            </a:extLst>
          </p:cNvPr>
          <p:cNvGrpSpPr/>
          <p:nvPr/>
        </p:nvGrpSpPr>
        <p:grpSpPr>
          <a:xfrm>
            <a:off x="6241011" y="2717640"/>
            <a:ext cx="491760" cy="442800"/>
            <a:chOff x="6241011" y="2717640"/>
            <a:chExt cx="491760" cy="442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4B63E7D5-DAFE-2BBC-5322-525C0660D3ED}"/>
                    </a:ext>
                  </a:extLst>
                </p14:cNvPr>
                <p14:cNvContentPartPr/>
                <p14:nvPr/>
              </p14:nvContentPartPr>
              <p14:xfrm>
                <a:off x="6241011" y="2769480"/>
                <a:ext cx="105480" cy="39096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4B63E7D5-DAFE-2BBC-5322-525C0660D3ED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6223011" y="2751480"/>
                  <a:ext cx="141120" cy="42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7E6EC449-6E14-A4D2-EA32-93784201788F}"/>
                    </a:ext>
                  </a:extLst>
                </p14:cNvPr>
                <p14:cNvContentPartPr/>
                <p14:nvPr/>
              </p14:nvContentPartPr>
              <p14:xfrm>
                <a:off x="6271611" y="2764080"/>
                <a:ext cx="147240" cy="31572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7E6EC449-6E14-A4D2-EA32-93784201788F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6253971" y="2746440"/>
                  <a:ext cx="182880" cy="35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744A48A9-34E1-B6B6-B17D-A9B5606DECCE}"/>
                    </a:ext>
                  </a:extLst>
                </p14:cNvPr>
                <p14:cNvContentPartPr/>
                <p14:nvPr/>
              </p14:nvContentPartPr>
              <p14:xfrm>
                <a:off x="6259371" y="2906640"/>
                <a:ext cx="99000" cy="7992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744A48A9-34E1-B6B6-B17D-A9B5606DECCE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6241371" y="2889000"/>
                  <a:ext cx="13464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A9B2A6F9-C39B-229E-56E9-07B58B0C96E3}"/>
                    </a:ext>
                  </a:extLst>
                </p14:cNvPr>
                <p14:cNvContentPartPr/>
                <p14:nvPr/>
              </p14:nvContentPartPr>
              <p14:xfrm>
                <a:off x="6513531" y="2757960"/>
                <a:ext cx="69480" cy="20736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A9B2A6F9-C39B-229E-56E9-07B58B0C96E3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6495531" y="2739960"/>
                  <a:ext cx="10512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934716AA-D4D9-DB66-070B-79BFCA7BB3AE}"/>
                    </a:ext>
                  </a:extLst>
                </p14:cNvPr>
                <p14:cNvContentPartPr/>
                <p14:nvPr/>
              </p14:nvContentPartPr>
              <p14:xfrm>
                <a:off x="6514611" y="2717640"/>
                <a:ext cx="218160" cy="17928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934716AA-D4D9-DB66-070B-79BFCA7BB3AE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6496611" y="2699640"/>
                  <a:ext cx="253800" cy="2149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6887430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4D8D42-8DB1-A8B2-A5DC-6E5353D2A6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 components in the PPG signal – signal loss</a:t>
            </a:r>
          </a:p>
        </p:txBody>
      </p:sp>
      <p:pic>
        <p:nvPicPr>
          <p:cNvPr id="6" name="Content Placeholder 5" descr="A close-up of a graph&#10;&#10;Description automatically generated">
            <a:extLst>
              <a:ext uri="{FF2B5EF4-FFF2-40B4-BE49-F238E27FC236}">
                <a16:creationId xmlns:a16="http://schemas.microsoft.com/office/drawing/2014/main" id="{46C4DF77-CA85-F2F0-D42E-AC990664241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4914" y="1253331"/>
            <a:ext cx="6587241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49BAB4-1402-3AAA-3395-BF85C73115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37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22725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E727DC-0312-0257-4C00-594614D102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Taking all the components provides the original signal </a:t>
            </a:r>
          </a:p>
        </p:txBody>
      </p:sp>
      <p:pic>
        <p:nvPicPr>
          <p:cNvPr id="6" name="Content Placeholder 5" descr="A graph of different colored lines&#10;&#10;Description automatically generated with medium confidence">
            <a:extLst>
              <a:ext uri="{FF2B5EF4-FFF2-40B4-BE49-F238E27FC236}">
                <a16:creationId xmlns:a16="http://schemas.microsoft.com/office/drawing/2014/main" id="{458F7211-99F5-B54F-A027-A647A4246DB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1504" y="1157716"/>
            <a:ext cx="6628991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DE213F-0829-47AA-C6EB-2191E128D8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38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8F367E18-5CA6-CCA7-238F-F4337D49F53B}"/>
              </a:ext>
            </a:extLst>
          </p:cNvPr>
          <p:cNvGrpSpPr/>
          <p:nvPr/>
        </p:nvGrpSpPr>
        <p:grpSpPr>
          <a:xfrm>
            <a:off x="3221238" y="2518429"/>
            <a:ext cx="2995200" cy="1394640"/>
            <a:chOff x="3221238" y="2518429"/>
            <a:chExt cx="2995200" cy="1394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B17F5CEF-7732-FDF5-54E3-C2A643A85D9A}"/>
                    </a:ext>
                  </a:extLst>
                </p14:cNvPr>
                <p14:cNvContentPartPr/>
                <p14:nvPr/>
              </p14:nvContentPartPr>
              <p14:xfrm>
                <a:off x="5041398" y="2868349"/>
                <a:ext cx="1057320" cy="8874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B17F5CEF-7732-FDF5-54E3-C2A643A85D9A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023398" y="2850709"/>
                  <a:ext cx="1092960" cy="9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099986F8-2A99-BB40-3899-0D84A2815EFA}"/>
                    </a:ext>
                  </a:extLst>
                </p14:cNvPr>
                <p14:cNvContentPartPr/>
                <p14:nvPr/>
              </p14:nvContentPartPr>
              <p14:xfrm>
                <a:off x="5057238" y="3539389"/>
                <a:ext cx="192600" cy="1720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099986F8-2A99-BB40-3899-0D84A2815EFA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039598" y="3521749"/>
                  <a:ext cx="22824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E9F81B20-132A-A111-D92A-54AC17F5269D}"/>
                    </a:ext>
                  </a:extLst>
                </p14:cNvPr>
                <p14:cNvContentPartPr/>
                <p14:nvPr/>
              </p14:nvContentPartPr>
              <p14:xfrm>
                <a:off x="3221238" y="3568909"/>
                <a:ext cx="1560600" cy="3441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E9F81B20-132A-A111-D92A-54AC17F5269D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3203598" y="3551269"/>
                  <a:ext cx="1596240" cy="37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A7837D42-C906-F185-1D91-2C4ED67042A8}"/>
                    </a:ext>
                  </a:extLst>
                </p14:cNvPr>
                <p14:cNvContentPartPr/>
                <p14:nvPr/>
              </p14:nvContentPartPr>
              <p14:xfrm>
                <a:off x="5337678" y="2518429"/>
                <a:ext cx="878760" cy="13053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A7837D42-C906-F185-1D91-2C4ED67042A8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5320038" y="2500429"/>
                  <a:ext cx="914400" cy="1341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1C63FA77-D210-C247-7FF8-53EF1009125B}"/>
              </a:ext>
            </a:extLst>
          </p:cNvPr>
          <p:cNvGrpSpPr/>
          <p:nvPr/>
        </p:nvGrpSpPr>
        <p:grpSpPr>
          <a:xfrm>
            <a:off x="9460851" y="3196440"/>
            <a:ext cx="2172240" cy="1200960"/>
            <a:chOff x="9460851" y="3196440"/>
            <a:chExt cx="2172240" cy="1200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E8C0084A-384B-8B4C-216D-4A45C0048EB6}"/>
                    </a:ext>
                  </a:extLst>
                </p14:cNvPr>
                <p14:cNvContentPartPr/>
                <p14:nvPr/>
              </p14:nvContentPartPr>
              <p14:xfrm>
                <a:off x="9460851" y="3196440"/>
                <a:ext cx="263880" cy="92628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E8C0084A-384B-8B4C-216D-4A45C0048EB6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9443211" y="3178440"/>
                  <a:ext cx="299520" cy="9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F3919744-298E-6BE4-E97E-5086C23A2C0B}"/>
                    </a:ext>
                  </a:extLst>
                </p14:cNvPr>
                <p14:cNvContentPartPr/>
                <p14:nvPr/>
              </p14:nvContentPartPr>
              <p14:xfrm>
                <a:off x="9570651" y="4000680"/>
                <a:ext cx="271080" cy="17352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F3919744-298E-6BE4-E97E-5086C23A2C0B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9553011" y="3982680"/>
                  <a:ext cx="30672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EC677A62-C0DF-CF6A-E0F1-6B8BC0D77B3E}"/>
                    </a:ext>
                  </a:extLst>
                </p14:cNvPr>
                <p14:cNvContentPartPr/>
                <p14:nvPr/>
              </p14:nvContentPartPr>
              <p14:xfrm>
                <a:off x="9991491" y="3590640"/>
                <a:ext cx="391320" cy="21492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EC677A62-C0DF-CF6A-E0F1-6B8BC0D77B3E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9973491" y="3573000"/>
                  <a:ext cx="42696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883929BF-928C-9FE5-A281-F9F94A80D2BB}"/>
                    </a:ext>
                  </a:extLst>
                </p14:cNvPr>
                <p14:cNvContentPartPr/>
                <p14:nvPr/>
              </p14:nvContentPartPr>
              <p14:xfrm>
                <a:off x="10457691" y="3576960"/>
                <a:ext cx="81000" cy="17928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883929BF-928C-9FE5-A281-F9F94A80D2BB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0440051" y="3559320"/>
                  <a:ext cx="11664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2B769FDC-131D-F377-E726-4F16B385B02C}"/>
                    </a:ext>
                  </a:extLst>
                </p14:cNvPr>
                <p14:cNvContentPartPr/>
                <p14:nvPr/>
              </p14:nvContentPartPr>
              <p14:xfrm>
                <a:off x="10567131" y="3566520"/>
                <a:ext cx="178200" cy="14472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2B769FDC-131D-F377-E726-4F16B385B02C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0549491" y="3548520"/>
                  <a:ext cx="21384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870A6B82-AC6D-0840-1950-615FCE25E5ED}"/>
                    </a:ext>
                  </a:extLst>
                </p14:cNvPr>
                <p14:cNvContentPartPr/>
                <p14:nvPr/>
              </p14:nvContentPartPr>
              <p14:xfrm>
                <a:off x="11103531" y="3324600"/>
                <a:ext cx="529560" cy="29268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870A6B82-AC6D-0840-1950-615FCE25E5ED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1085531" y="3306960"/>
                  <a:ext cx="565200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F05DEA37-85B8-F9B4-5C15-AE206300169C}"/>
                    </a:ext>
                  </a:extLst>
                </p14:cNvPr>
                <p14:cNvContentPartPr/>
                <p14:nvPr/>
              </p14:nvContentPartPr>
              <p14:xfrm>
                <a:off x="10631931" y="4062960"/>
                <a:ext cx="113400" cy="33444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F05DEA37-85B8-F9B4-5C15-AE206300169C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0614291" y="4045320"/>
                  <a:ext cx="149040" cy="37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2C804483-9847-8098-045B-27F6CA03F971}"/>
                    </a:ext>
                  </a:extLst>
                </p14:cNvPr>
                <p14:cNvContentPartPr/>
                <p14:nvPr/>
              </p14:nvContentPartPr>
              <p14:xfrm>
                <a:off x="10579731" y="4225320"/>
                <a:ext cx="166320" cy="9180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2C804483-9847-8098-045B-27F6CA03F971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0561731" y="4207680"/>
                  <a:ext cx="20196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768502B5-B13C-63AE-7D2A-61E51023E380}"/>
                    </a:ext>
                  </a:extLst>
                </p14:cNvPr>
                <p14:cNvContentPartPr/>
                <p14:nvPr/>
              </p14:nvContentPartPr>
              <p14:xfrm>
                <a:off x="10872051" y="4123440"/>
                <a:ext cx="95760" cy="13752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768502B5-B13C-63AE-7D2A-61E51023E380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10854051" y="4105800"/>
                  <a:ext cx="1314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FDB1263C-FE2A-FDF3-6E6E-6B0FE75B082D}"/>
                    </a:ext>
                  </a:extLst>
                </p14:cNvPr>
                <p14:cNvContentPartPr/>
                <p14:nvPr/>
              </p14:nvContentPartPr>
              <p14:xfrm>
                <a:off x="11063931" y="4095000"/>
                <a:ext cx="60480" cy="10728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FDB1263C-FE2A-FDF3-6E6E-6B0FE75B082D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11045931" y="4077000"/>
                  <a:ext cx="9612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7A52B191-AF2D-4329-3A06-6E36221471F9}"/>
                    </a:ext>
                  </a:extLst>
                </p14:cNvPr>
                <p14:cNvContentPartPr/>
                <p14:nvPr/>
              </p14:nvContentPartPr>
              <p14:xfrm>
                <a:off x="11246811" y="4069800"/>
                <a:ext cx="216720" cy="22104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7A52B191-AF2D-4329-3A06-6E36221471F9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1229171" y="4052160"/>
                  <a:ext cx="25236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88FC1660-1E41-DEBE-CD39-0A11943D203E}"/>
                    </a:ext>
                  </a:extLst>
                </p14:cNvPr>
                <p14:cNvContentPartPr/>
                <p14:nvPr/>
              </p14:nvContentPartPr>
              <p14:xfrm>
                <a:off x="11614011" y="4054320"/>
                <a:ext cx="14400" cy="2628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88FC1660-1E41-DEBE-CD39-0A11943D203E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11596371" y="4036680"/>
                  <a:ext cx="50040" cy="619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6723466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marL="285750" indent="-285750">
          <a:buFont typeface="Arial" charset="0"/>
          <a:buChar char="•"/>
          <a:defRPr sz="16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23297</TotalTime>
  <Words>315</Words>
  <Application>Microsoft Office PowerPoint</Application>
  <PresentationFormat>Widescreen</PresentationFormat>
  <Paragraphs>77</Paragraphs>
  <Slides>38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3" baseType="lpstr">
      <vt:lpstr>Arial</vt:lpstr>
      <vt:lpstr>Calibri</vt:lpstr>
      <vt:lpstr>PT Sans</vt:lpstr>
      <vt:lpstr>Times New Roman</vt:lpstr>
      <vt:lpstr>Office Theme</vt:lpstr>
      <vt:lpstr>ECE 105: Introduction to Electrical Engineering</vt:lpstr>
      <vt:lpstr>Other sensors</vt:lpstr>
      <vt:lpstr>Differential measurement</vt:lpstr>
      <vt:lpstr>Op Amp</vt:lpstr>
      <vt:lpstr>Op Amp</vt:lpstr>
      <vt:lpstr>Op Amp Water Analogy</vt:lpstr>
      <vt:lpstr>Op Amp Water Analogy</vt:lpstr>
      <vt:lpstr>PowerPoint Presentation</vt:lpstr>
      <vt:lpstr>Non-inverting and inverting </vt:lpstr>
      <vt:lpstr>Non-inverting Op Amp</vt:lpstr>
      <vt:lpstr>Non-inverting Op Amp</vt:lpstr>
      <vt:lpstr>Non-inverting Op Amp</vt:lpstr>
      <vt:lpstr>Non-inverting Op Amp</vt:lpstr>
      <vt:lpstr>Non-inverting Op Amp</vt:lpstr>
      <vt:lpstr>Non-inverting Op Amp</vt:lpstr>
      <vt:lpstr>Non-inverting Op Amp</vt:lpstr>
      <vt:lpstr>Inverting Op Amp</vt:lpstr>
      <vt:lpstr>Inverting Op Amp</vt:lpstr>
      <vt:lpstr>Inverting Op Amp</vt:lpstr>
      <vt:lpstr>PowerPoint Presentation</vt:lpstr>
      <vt:lpstr>Example</vt:lpstr>
      <vt:lpstr>Example</vt:lpstr>
      <vt:lpstr>PD readout circuit</vt:lpstr>
      <vt:lpstr>PD readout circuit</vt:lpstr>
      <vt:lpstr>Time domain to frequency domain</vt:lpstr>
      <vt:lpstr>PowerPoint Presentation</vt:lpstr>
      <vt:lpstr>Time domain to frequency domain</vt:lpstr>
      <vt:lpstr>Time domain to frequency domain</vt:lpstr>
      <vt:lpstr>What makes a square wave</vt:lpstr>
      <vt:lpstr>Filters</vt:lpstr>
      <vt:lpstr>Filters </vt:lpstr>
      <vt:lpstr>Going back to the PPG data collected</vt:lpstr>
      <vt:lpstr>Drift correction</vt:lpstr>
      <vt:lpstr>Peak detection</vt:lpstr>
      <vt:lpstr>Heart rate</vt:lpstr>
      <vt:lpstr>Using single component to find heart rate</vt:lpstr>
      <vt:lpstr>4 components in the PPG signal – signal loss</vt:lpstr>
      <vt:lpstr>Taking all the components provides the original signal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Yasser Khan</dc:creator>
  <cp:lastModifiedBy>Yasser Khan</cp:lastModifiedBy>
  <cp:revision>928</cp:revision>
  <cp:lastPrinted>2017-03-30T23:40:26Z</cp:lastPrinted>
  <dcterms:created xsi:type="dcterms:W3CDTF">2014-02-24T21:19:39Z</dcterms:created>
  <dcterms:modified xsi:type="dcterms:W3CDTF">2025-10-24T04:22:24Z</dcterms:modified>
</cp:coreProperties>
</file>